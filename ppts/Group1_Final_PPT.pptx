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1"/>
  </p:notesMasterIdLst>
  <p:sldIdLst>
    <p:sldId id="256" r:id="rId2"/>
    <p:sldId id="311" r:id="rId3"/>
    <p:sldId id="312" r:id="rId4"/>
    <p:sldId id="258" r:id="rId5"/>
    <p:sldId id="315" r:id="rId6"/>
    <p:sldId id="316" r:id="rId7"/>
    <p:sldId id="331" r:id="rId8"/>
    <p:sldId id="318" r:id="rId9"/>
    <p:sldId id="327" r:id="rId10"/>
    <p:sldId id="319" r:id="rId11"/>
    <p:sldId id="328" r:id="rId12"/>
    <p:sldId id="320" r:id="rId13"/>
    <p:sldId id="329" r:id="rId14"/>
    <p:sldId id="321" r:id="rId15"/>
    <p:sldId id="322" r:id="rId16"/>
    <p:sldId id="323" r:id="rId17"/>
    <p:sldId id="324" r:id="rId18"/>
    <p:sldId id="259" r:id="rId19"/>
    <p:sldId id="325" r:id="rId20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22"/>
    </p:embeddedFont>
    <p:embeddedFont>
      <p:font typeface="Fira Sans" panose="020F0502020204030204" pitchFamily="34" charset="0"/>
      <p:regular r:id="rId23"/>
      <p:bold r:id="rId24"/>
      <p:italic r:id="rId25"/>
      <p:boldItalic r:id="rId26"/>
    </p:embeddedFont>
    <p:embeddedFont>
      <p:font typeface="Nunito Light" panose="020F0502020204030204" pitchFamily="2" charset="0"/>
      <p:regular r:id="rId27"/>
      <p:italic r:id="rId28"/>
    </p:embeddedFont>
    <p:embeddedFont>
      <p:font typeface="Syne" panose="020B0604020202020204" charset="0"/>
      <p:regular r:id="rId29"/>
      <p:bold r:id="rId30"/>
    </p:embeddedFont>
    <p:embeddedFont>
      <p:font typeface="Syne Medium" panose="020B0604020202020204" charset="0"/>
      <p:regular r:id="rId31"/>
      <p:bold r:id="rId32"/>
    </p:embeddedFont>
    <p:embeddedFont>
      <p:font typeface="Syne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DA35E-B07F-AE44-B070-1B17F76E6A51}" v="577" dt="2026-04-20T11:53:05.214"/>
    <p1510:client id="{1A1794AA-01D9-4E2E-B9C8-20A1121F8FA4}" v="220" dt="2026-04-20T00:35:34.745"/>
    <p1510:client id="{2057F12D-7C25-4251-B8B2-D80FA473C5B1}" v="994" dt="2026-04-20T05:18:46.872"/>
    <p1510:client id="{3A994D0B-A354-294C-B509-D85ABABBB6A5}" v="51" dt="2026-04-20T01:32:51.470"/>
    <p1510:client id="{4B7D9BF3-70DE-4F66-B6E7-044168094BFF}" v="9" dt="2026-04-19T18:31:49.104"/>
    <p1510:client id="{83C8FEAE-E614-4021-820A-2760A4025D58}" v="787" dt="2026-04-20T03:38:51.875"/>
    <p1510:client id="{98340060-E20D-4AD1-A31E-4DBCA3C75870}" v="142" dt="2026-04-19T20:09:13.079"/>
  </p1510:revLst>
</p1510:revInfo>
</file>

<file path=ppt/tableStyles.xml><?xml version="1.0" encoding="utf-8"?>
<a:tblStyleLst xmlns:a="http://schemas.openxmlformats.org/drawingml/2006/main" def="{71FD5F67-C5A3-4870-9C36-DBCDEAF8BAEB}">
  <a:tblStyle styleId="{71FD5F67-C5A3-4870-9C36-DBCDEAF8BA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3BBD19-BD15-45D5-8971-50FC99FBA24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40" autoAdjust="0"/>
  </p:normalViewPr>
  <p:slideViewPr>
    <p:cSldViewPr snapToGrid="0">
      <p:cViewPr varScale="1">
        <p:scale>
          <a:sx n="123" d="100"/>
          <a:sy n="123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24792d2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524792d2f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Morning everyone! We are Group 1, my name is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teng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 and this is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Apram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and our project manager Delu. </a:t>
            </a:r>
            <a:r>
              <a:rPr lang="en-US" sz="1400" b="0">
                <a:latin typeface="Calibri" panose="020F0502020204030204" pitchFamily="34" charset="0"/>
                <a:ea typeface="EB Garamond"/>
                <a:cs typeface="Calibri" panose="020F0502020204030204" pitchFamily="34" charset="0"/>
                <a:sym typeface="EB Garamond"/>
              </a:rPr>
              <a:t>today we are excited to share with u the final 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  <a:sym typeface="EB Garamond"/>
              </a:rPr>
              <a:t>findings of our project named blue sky city: community livability assessment for Calgary.</a:t>
            </a:r>
            <a:endParaRPr lang="en-US" sz="1400" b="0" i="0" u="none" strike="noStrike" cap="none">
              <a:solidFill>
                <a:srgbClr val="434343"/>
              </a:solidFill>
              <a:latin typeface="Calibri" panose="020F0502020204030204" pitchFamily="34" charset="0"/>
              <a:ea typeface="EB Garamond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9">
          <a:extLst>
            <a:ext uri="{FF2B5EF4-FFF2-40B4-BE49-F238E27FC236}">
              <a16:creationId xmlns:a16="http://schemas.microsoft.com/office/drawing/2014/main" id="{4923A9D2-F88D-7D74-DCA8-44164C70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g252a03d814b_0_1:notes">
            <a:extLst>
              <a:ext uri="{FF2B5EF4-FFF2-40B4-BE49-F238E27FC236}">
                <a16:creationId xmlns:a16="http://schemas.microsoft.com/office/drawing/2014/main" id="{644E8B06-C18E-F94E-B114-11FAC571A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1" name="Google Shape;2231;g252a03d814b_0_1:notes">
            <a:extLst>
              <a:ext uri="{FF2B5EF4-FFF2-40B4-BE49-F238E27FC236}">
                <a16:creationId xmlns:a16="http://schemas.microsoft.com/office/drawing/2014/main" id="{B5827786-5BE6-274D-9F7B-36270DC6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Here’s the agenda for today. We will be covering these five topic for the project.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9704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10085" y="4186146"/>
            <a:ext cx="5486400" cy="4114800"/>
          </a:xfrm>
        </p:spPr>
        <p:txBody>
          <a:bodyPr/>
          <a:lstStyle/>
          <a:p>
            <a:pPr marL="158750" indent="0">
              <a:buNone/>
            </a:pPr>
            <a:r>
              <a:rPr lang="en-US"/>
              <a:t>Calgary is growing at a historic pace, leading to an 'infrastructure lag' in new areas. </a:t>
            </a:r>
            <a:r>
              <a:rPr lang="en-US" sz="1400" b="0" i="0" u="none" strike="noStrike" cap="none">
                <a:solidFill>
                  <a:schemeClr val="tx1"/>
                </a:solidFill>
                <a:latin typeface="Syne" panose="020B0604020202020204" charset="0"/>
                <a:cs typeface="Arial"/>
                <a:sym typeface="Arial"/>
              </a:rPr>
              <a:t>This is why our project is important: right now, homebuyers and city planners are often making major decisions without objective data. They need a way to evaluate neighborhoods based on actual quality of life, not just real estate prices.</a:t>
            </a:r>
            <a:r>
              <a:rPr lang="en-US"/>
              <a:t> We answered this by creating a standardized 0–40 Index to rank over 200 neighborhoods. This brings us to our core geographic question: </a:t>
            </a:r>
            <a:r>
              <a:rPr lang="en-US" b="1"/>
              <a:t>Where in Calgary, are the most livable communities?</a:t>
            </a:r>
            <a:r>
              <a:rPr lang="en-US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14206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To manage this complex workflow, we acted as a functional GIS firm. We utilized a Work Breakdown Structure to divide the four pillars. A critical technique was our Centralized Data Management; by using a shared Geodatabase with a NAD 1983 3TM 114 projection standard and we audit data with QA/QC checklist at each phase, we ensured that our individual analyses could be combined into the final index without spatial errors.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0">
          <a:extLst>
            <a:ext uri="{FF2B5EF4-FFF2-40B4-BE49-F238E27FC236}">
              <a16:creationId xmlns:a16="http://schemas.microsoft.com/office/drawing/2014/main" id="{DDD7A11C-1B5E-394F-1CF5-32F8F074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25296cfd2be_0_2456:notes">
            <a:extLst>
              <a:ext uri="{FF2B5EF4-FFF2-40B4-BE49-F238E27FC236}">
                <a16:creationId xmlns:a16="http://schemas.microsoft.com/office/drawing/2014/main" id="{6FBF3A28-D16F-7DB6-BB3F-1E80AC1C1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2" name="Google Shape;3322;g25296cfd2be_0_2456:notes">
            <a:extLst>
              <a:ext uri="{FF2B5EF4-FFF2-40B4-BE49-F238E27FC236}">
                <a16:creationId xmlns:a16="http://schemas.microsoft.com/office/drawing/2014/main" id="{29B4FE39-F64F-A57C-9F09-2369D896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altLang="zh-CN"/>
              <a:t>"The foundation of our project rests on four critical pillars:</a:t>
            </a:r>
          </a:p>
          <a:p>
            <a:r>
              <a:rPr lang="en-CA" altLang="zh-CN"/>
              <a:t>We tracked </a:t>
            </a:r>
            <a:r>
              <a:rPr lang="en-CA" altLang="zh-CN" b="1"/>
              <a:t>break-and-enter rates</a:t>
            </a:r>
            <a:r>
              <a:rPr lang="en-CA" altLang="zh-CN"/>
              <a:t>, because physical security is the first requirement of any stable neighborhood.</a:t>
            </a:r>
          </a:p>
          <a:p>
            <a:r>
              <a:rPr lang="en-CA" altLang="zh-CN"/>
              <a:t>We mapped </a:t>
            </a:r>
            <a:r>
              <a:rPr lang="en-CA" altLang="zh-CN" b="1"/>
              <a:t>10-minute transit walk service area</a:t>
            </a:r>
            <a:r>
              <a:rPr lang="en-CA" altLang="zh-CN"/>
              <a:t>, ensuring residents are efficiently linked to jobs and essential services.</a:t>
            </a:r>
          </a:p>
          <a:p>
            <a:r>
              <a:rPr lang="en-CA" altLang="zh-CN"/>
              <a:t>We analyzed </a:t>
            </a:r>
            <a:r>
              <a:rPr lang="en-CA" altLang="zh-CN" b="1"/>
              <a:t>housing-to-income ratios</a:t>
            </a:r>
            <a:r>
              <a:rPr lang="en-CA" altLang="zh-CN"/>
              <a:t>, as financial accessibility is the baseline for realistic livability.</a:t>
            </a:r>
          </a:p>
          <a:p>
            <a:r>
              <a:rPr lang="en-CA" altLang="zh-CN"/>
              <a:t>We measured </a:t>
            </a:r>
            <a:r>
              <a:rPr lang="en-CA" altLang="zh-CN" b="1"/>
              <a:t>park density</a:t>
            </a:r>
            <a:r>
              <a:rPr lang="en-CA" altLang="zh-CN"/>
              <a:t>, recognizing that green space is essential for environmental and personal health.</a:t>
            </a:r>
          </a:p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54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>
          <a:extLst>
            <a:ext uri="{FF2B5EF4-FFF2-40B4-BE49-F238E27FC236}">
              <a16:creationId xmlns:a16="http://schemas.microsoft.com/office/drawing/2014/main" id="{34873E70-86F7-FBCF-FF8A-1ADDF5ED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54dda1946d_6_257:notes">
            <a:extLst>
              <a:ext uri="{FF2B5EF4-FFF2-40B4-BE49-F238E27FC236}">
                <a16:creationId xmlns:a16="http://schemas.microsoft.com/office/drawing/2014/main" id="{84971056-38D3-9CB7-CE43-08A119357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54dda1946d_6_257:notes">
            <a:extLst>
              <a:ext uri="{FF2B5EF4-FFF2-40B4-BE49-F238E27FC236}">
                <a16:creationId xmlns:a16="http://schemas.microsoft.com/office/drawing/2014/main" id="{3D745D37-3506-2BF5-A8D5-D7671257B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Looking back at our methodology, this slide shows how carefully we cleaned and prepared our data. We focused only on true residential communities, removing industrial areas, campuses, and any </a:t>
            </a:r>
            <a:r>
              <a:rPr lang="en-US" err="1"/>
              <a:t>neighbourhood</a:t>
            </a:r>
            <a:r>
              <a:rPr lang="en-US"/>
              <a:t> with less than 100 people after used enrichment. This left us with a clean set of 212 communities in Calgary. We then applied clear topology rules: must not have gaps / overlaps, Must be covered by city boundary.</a:t>
            </a:r>
          </a:p>
          <a:p>
            <a:r>
              <a:rPr lang="en-US"/>
              <a:t>That careful work gave us a trustworthy foundation for the whole project.</a:t>
            </a:r>
          </a:p>
        </p:txBody>
      </p:sp>
    </p:spTree>
    <p:extLst>
      <p:ext uri="{BB962C8B-B14F-4D97-AF65-F5344CB8AC3E}">
        <p14:creationId xmlns:p14="http://schemas.microsoft.com/office/powerpoint/2010/main" val="99844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7">
          <a:extLst>
            <a:ext uri="{FF2B5EF4-FFF2-40B4-BE49-F238E27FC236}">
              <a16:creationId xmlns:a16="http://schemas.microsoft.com/office/drawing/2014/main" id="{54C49621-69DE-7BE8-DBC6-9A38DF96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14072739ea5_12_0:notes">
            <a:extLst>
              <a:ext uri="{FF2B5EF4-FFF2-40B4-BE49-F238E27FC236}">
                <a16:creationId xmlns:a16="http://schemas.microsoft.com/office/drawing/2014/main" id="{6FDA057D-1414-96CD-D727-D3EC77F9D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14072739ea5_12_0:notes">
            <a:extLst>
              <a:ext uri="{FF2B5EF4-FFF2-40B4-BE49-F238E27FC236}">
                <a16:creationId xmlns:a16="http://schemas.microsoft.com/office/drawing/2014/main" id="{B4B103F9-D832-5719-DCA3-5A9DD3C89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Syne" panose="020B0604020202020204" charset="0"/>
                <a:cs typeface="Arial"/>
                <a:sym typeface="Arial"/>
              </a:rPr>
              <a:t>Our methodology came down to one core idea: don't just look at the numbers - look at where those numbers live.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Syne" panose="020B0604020202020204" charset="0"/>
                <a:cs typeface="Arial"/>
                <a:sym typeface="Arial"/>
              </a:rPr>
              <a:t>We used Spatial Joins to pull together crime data, park coverage, and housing prices into one unified map of Calgary. Every community got a single, comparable livability score. But what made GIS essential was how it handled distance. Instead of drawing a simple circle on a map, we used Network Analysis to calculate actual service area. That's something a spreadsheet will never 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Syne" panose="020B0604020202020204" charset="0"/>
                <a:cs typeface="Arial"/>
                <a:sym typeface="Arial"/>
              </a:rPr>
              <a:t>Finally, we ran a Global Moran's I test to prove our results weren't random. Livable communities in Calgary genuinely cluster together -and we have the statistics to back that up.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/>
              <a:t>With that, I’m happy to pass it over to </a:t>
            </a:r>
            <a:r>
              <a:rPr lang="en-US" sz="1400" b="1"/>
              <a:t>Delu</a:t>
            </a:r>
            <a:r>
              <a:rPr lang="en-US" sz="1400"/>
              <a:t>, who will take us through the key analytical findings.</a:t>
            </a:r>
            <a:endParaRPr lang="en-US" sz="140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tx1"/>
              </a:solidFill>
              <a:latin typeface="Syne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1404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2">
          <a:extLst>
            <a:ext uri="{FF2B5EF4-FFF2-40B4-BE49-F238E27FC236}">
              <a16:creationId xmlns:a16="http://schemas.microsoft.com/office/drawing/2014/main" id="{B86436E2-F7EC-619B-73F6-5F817FF4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g54dda1946d_4_2726:notes">
            <a:extLst>
              <a:ext uri="{FF2B5EF4-FFF2-40B4-BE49-F238E27FC236}">
                <a16:creationId xmlns:a16="http://schemas.microsoft.com/office/drawing/2014/main" id="{722CE33C-6817-1242-A2C6-89EE0BE66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4" name="Google Shape;4414;g54dda1946d_4_2726:notes">
            <a:extLst>
              <a:ext uri="{FF2B5EF4-FFF2-40B4-BE49-F238E27FC236}">
                <a16:creationId xmlns:a16="http://schemas.microsoft.com/office/drawing/2014/main" id="{424C30C8-A2D8-6D27-A6D3-0904808FF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first pillar we looked at was safety.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Instead of using total break and enter counts, we used the rate per 1,000 residents.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That was important because raw counts can make denser communities look worse than they actually are.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What we found was that higher break and enter rates were concentrated mainly in the Centre sector.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Lower rates were more common in the North and Southeast.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pattern also generally followed the LRT corridor, suggesting that LRT-connected areas may create greater opportunity and mobility for crime.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the final index, lower crime meant a higher safety score.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248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2">
          <a:extLst>
            <a:ext uri="{FF2B5EF4-FFF2-40B4-BE49-F238E27FC236}">
              <a16:creationId xmlns:a16="http://schemas.microsoft.com/office/drawing/2014/main" id="{34DB516F-3B06-ECE0-6A43-E9BBB630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g54dda1946d_4_2726:notes">
            <a:extLst>
              <a:ext uri="{FF2B5EF4-FFF2-40B4-BE49-F238E27FC236}">
                <a16:creationId xmlns:a16="http://schemas.microsoft.com/office/drawing/2014/main" id="{0379D403-BEDC-F56C-769F-82742A23F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4" name="Google Shape;4414;g54dda1946d_4_2726:notes">
            <a:extLst>
              <a:ext uri="{FF2B5EF4-FFF2-40B4-BE49-F238E27FC236}">
                <a16:creationId xmlns:a16="http://schemas.microsoft.com/office/drawing/2014/main" id="{CC47FFCA-480C-CEF1-6D2B-17D079BBB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second pillar is transportation access.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Here, we measured how much of each community falls within a 10-minute walk of transit stops and LRT stations.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used Network Analysis instead of simple buffers so the results reflected actual walking paths and barriers.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results showed that transit coverage is quite strong in many established communities.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About 64 percent of communities had over 90 percent coverage.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contrast, developing edge communities like Pine Creek, Rangeview, and Moraine had much weaker coverage.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the livability index, better transit access meant a higher score.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9090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2">
          <a:extLst>
            <a:ext uri="{FF2B5EF4-FFF2-40B4-BE49-F238E27FC236}">
              <a16:creationId xmlns:a16="http://schemas.microsoft.com/office/drawing/2014/main" id="{6F379924-2C2B-C22E-F44D-5791A5CC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g54dda1946d_4_2726:notes">
            <a:extLst>
              <a:ext uri="{FF2B5EF4-FFF2-40B4-BE49-F238E27FC236}">
                <a16:creationId xmlns:a16="http://schemas.microsoft.com/office/drawing/2014/main" id="{38F58E52-E581-44F7-A0DB-95EFD9D14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4" name="Google Shape;4414;g54dda1946d_4_2726:notes">
            <a:extLst>
              <a:ext uri="{FF2B5EF4-FFF2-40B4-BE49-F238E27FC236}">
                <a16:creationId xmlns:a16="http://schemas.microsoft.com/office/drawing/2014/main" id="{CA3AB6CA-50A7-6019-54D0-AD5ED3E4C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slide focuses on housing affordability.</a:t>
            </a: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measured that using the housing price to income ratio, or HPI.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lower HPI means housing is more affordable relative to income.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higher HPI means a greater housing cost burden.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Spatially, lower affordability appeared in parts of the central city and some connected outward pockets.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Some western and southeastern peripheral communities showed more favourable affordability values.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Because affordability works in the opposite direction, lower HPI values were reverse scored in the final index.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4329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2">
          <a:extLst>
            <a:ext uri="{FF2B5EF4-FFF2-40B4-BE49-F238E27FC236}">
              <a16:creationId xmlns:a16="http://schemas.microsoft.com/office/drawing/2014/main" id="{9F3A5927-0CB0-635C-7E4B-F024E1D9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g54dda1946d_4_2726:notes">
            <a:extLst>
              <a:ext uri="{FF2B5EF4-FFF2-40B4-BE49-F238E27FC236}">
                <a16:creationId xmlns:a16="http://schemas.microsoft.com/office/drawing/2014/main" id="{B5B4E875-2808-C187-8E9B-395C538EB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4" name="Google Shape;4414;g54dda1946d_4_2726:notes">
            <a:extLst>
              <a:ext uri="{FF2B5EF4-FFF2-40B4-BE49-F238E27FC236}">
                <a16:creationId xmlns:a16="http://schemas.microsoft.com/office/drawing/2014/main" id="{CAA90CAF-7640-1F05-F467-3B238D600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fourth pillar was usable park space.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looked at the distribution of parks and calculated park area as a percentage of total community area.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removed major destination parks like Nose Hill and Fish Creek because they do not reflect neighbourhood-level park access for a single community.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results showed stronger park coverage in many western, central, and southern communities.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Lower park coverage was more common in eastern and outer-edge areas.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the livability model, higher park coverage was considered more favourable.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944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>
          <a:extLst>
            <a:ext uri="{FF2B5EF4-FFF2-40B4-BE49-F238E27FC236}">
              <a16:creationId xmlns:a16="http://schemas.microsoft.com/office/drawing/2014/main" id="{49BBCF17-EA76-9A58-2DA0-6F92A22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54dda1946d_6_308:notes">
            <a:extLst>
              <a:ext uri="{FF2B5EF4-FFF2-40B4-BE49-F238E27FC236}">
                <a16:creationId xmlns:a16="http://schemas.microsoft.com/office/drawing/2014/main" id="{26E74AD9-24D6-17B5-2BBC-DB7312915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54dda1946d_6_308:notes">
            <a:extLst>
              <a:ext uri="{FF2B5EF4-FFF2-40B4-BE49-F238E27FC236}">
                <a16:creationId xmlns:a16="http://schemas.microsoft.com/office/drawing/2014/main" id="{A1DC29E3-4E80-06B8-5789-B13000B70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After calculating all four pillars, we standardized them using min-max normalization.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That allowed us to compare everything on the same scale.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Each pillar was scored from 0 to 10, and then combined into a final livability index out of 40.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Crime and affordability were reverse scored, so lower crime and more affordable housing produced higher scores.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Because the mean and median are so close, the scores are fairly balanced overall and are not being pulled too much by a few extreme communities.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mean of 23.83 gives us a city-wide benchmark to compare communities against.</a:t>
            </a:r>
          </a:p>
          <a:p>
            <a:pPr lvl="0"/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54% of viable communities ranked above average, supporting a normal distribution of livability scores</a:t>
            </a:r>
            <a:endParaRPr 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the standard deviation shows there is still enough variation to clearly separate the stronger and weaker communities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97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>
          <a:extLst>
            <a:ext uri="{FF2B5EF4-FFF2-40B4-BE49-F238E27FC236}">
              <a16:creationId xmlns:a16="http://schemas.microsoft.com/office/drawing/2014/main" id="{E2F99961-23A0-4265-E511-A4F983B2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d431007ba2_0_208:notes">
            <a:extLst>
              <a:ext uri="{FF2B5EF4-FFF2-40B4-BE49-F238E27FC236}">
                <a16:creationId xmlns:a16="http://schemas.microsoft.com/office/drawing/2014/main" id="{3257CA54-FBFA-D047-F4FE-452782E6F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d431007ba2_0_208:notes">
            <a:extLst>
              <a:ext uri="{FF2B5EF4-FFF2-40B4-BE49-F238E27FC236}">
                <a16:creationId xmlns:a16="http://schemas.microsoft.com/office/drawing/2014/main" id="{E3955AB0-1D65-F3BF-87BD-FA9C2688B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final index map brings all four pillars together into one overall livability score.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main pattern is that livability is not evenly distributed across Calgary.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Higher scores are concentrated mainly in the central city, with additional clusters in the northwest, west, and parts of the south.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Lower scores are more common in peripheral communities, especially along the east, northeast, and far south edges.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Overall, taken together this map and the others indicate that the most livable communities tend to be more established, greener, and better connected.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Once we identified the overall city-wide pattern, the next step was to look at which individual communities ranked the highest.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366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What stands out here is that many of the highest scoring communities are located in the Centre sector.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Eau Claire, Downtown West End, and Chinatown made up the top three.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few high-ranking communities in the North and West also show that strong livability is not limited only to the urban core.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More broadly, the highest scoring communities tend to be well connected and infrastructure-mature neighbourhoods.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Many of these communities performed well because they combined strong transit access with relatively favourable housing conditions.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some cases, higher crime pressure was also present, but this appears to be offset by the benefits of established infrastructure, mobility, and access to amenities that strengthen overall livability.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 this point, I’ll pass it over to </a:t>
            </a:r>
            <a:r>
              <a:rPr lang="en-CA" sz="1100" b="1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Apram</a:t>
            </a:r>
            <a:r>
              <a:rPr lang="en-CA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who will take us through the significance of these results, along with our conclusions and recommendations.</a:t>
            </a:r>
            <a:endParaRPr lang="en-CA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447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882DA98F-F6E7-D852-CC4D-C54CB957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54dda1946d_6_332:notes">
            <a:extLst>
              <a:ext uri="{FF2B5EF4-FFF2-40B4-BE49-F238E27FC236}">
                <a16:creationId xmlns:a16="http://schemas.microsoft.com/office/drawing/2014/main" id="{23CDEC44-7989-F1EA-E226-09242379A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54dda1946d_6_332:notes">
            <a:extLst>
              <a:ext uri="{FF2B5EF4-FFF2-40B4-BE49-F238E27FC236}">
                <a16:creationId xmlns:a16="http://schemas.microsoft.com/office/drawing/2014/main" id="{AB1FE155-E4FF-21B0-FB80-D054E89C7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HOT SPOTS (High Livability): Concentrated in City Centre, with secondary clusters in the Northwest and West sectors. Communities here benefit from mature transit, established parks, and managed crime levels.</a:t>
            </a:r>
            <a:endParaRPr lang="en-US" sz="1100">
              <a:latin typeface="Syne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COLD SPOTS (Low Livability): Statistically significant clusters of low scores identified in eastern industrial corridors and some southern peripheral areas  associated with limited services and infrastructure.</a:t>
            </a:r>
            <a:endParaRPr lang="en-US" sz="1100">
              <a:latin typeface="Syne" panose="020B060402020202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LOCAL OUTLIERS: Cluster and Outlier Analysis (</a:t>
            </a:r>
            <a:r>
              <a:rPr lang="en-US" sz="1100" err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Anselin</a:t>
            </a:r>
            <a:r>
              <a:rPr lang="en-US" sz="11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 Local Moran's I) identified individual communities that perform differently from their neighbors  important local exceptions for targeted planning.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>
              <a:solidFill>
                <a:srgbClr val="374151"/>
              </a:solidFill>
              <a:latin typeface="Syne" panose="020B060402020202020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err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Apram</a:t>
            </a:r>
            <a:r>
              <a:rPr lang="en-US" sz="11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 – Thank you Delu, Now let’s discuss </a:t>
            </a:r>
            <a:r>
              <a:rPr lang="en-US"/>
              <a:t>the advanced results, where we tested whether our livability pattern is statistically meaningful.</a:t>
            </a:r>
          </a:p>
          <a:p>
            <a:r>
              <a:rPr lang="en-US"/>
              <a:t>We used </a:t>
            </a:r>
            <a:r>
              <a:rPr lang="en-US" b="1"/>
              <a:t>Global Moran’s I</a:t>
            </a:r>
            <a:r>
              <a:rPr lang="en-US"/>
              <a:t>, which measures whether values are clustered or random.</a:t>
            </a:r>
            <a:br>
              <a:rPr lang="en-US"/>
            </a:br>
            <a:r>
              <a:rPr lang="en-US"/>
              <a:t>The result is </a:t>
            </a:r>
            <a:r>
              <a:rPr lang="en-US" b="1"/>
              <a:t>0.209</a:t>
            </a:r>
            <a:r>
              <a:rPr lang="en-US"/>
              <a:t>, with a </a:t>
            </a:r>
            <a:r>
              <a:rPr lang="en-US" b="1"/>
              <a:t>z-score of 4.82</a:t>
            </a:r>
            <a:r>
              <a:rPr lang="en-US"/>
              <a:t> and a </a:t>
            </a:r>
            <a:r>
              <a:rPr lang="en-US" b="1"/>
              <a:t>p-value near zero</a:t>
            </a:r>
            <a:r>
              <a:rPr lang="en-US"/>
              <a:t>.</a:t>
            </a:r>
            <a:br>
              <a:rPr lang="en-US"/>
            </a:br>
            <a:r>
              <a:rPr lang="en-US"/>
              <a:t>This confirms a </a:t>
            </a:r>
            <a:r>
              <a:rPr lang="en-US" b="1"/>
              <a:t>significant clustered pattern</a:t>
            </a:r>
            <a:r>
              <a:rPr lang="en-US"/>
              <a:t>, meaning livability across Calgary is not random.</a:t>
            </a:r>
          </a:p>
          <a:p>
            <a:r>
              <a:rPr lang="en-US" b="1"/>
              <a:t>Hot Spot Analysis</a:t>
            </a:r>
            <a:r>
              <a:rPr lang="en-US"/>
              <a:t> shows where these clusters occur:</a:t>
            </a:r>
          </a:p>
          <a:p>
            <a:r>
              <a:rPr lang="en-US" b="1"/>
              <a:t>High livability areas</a:t>
            </a:r>
            <a:r>
              <a:rPr lang="en-US"/>
              <a:t> are concentrated in the </a:t>
            </a:r>
            <a:r>
              <a:rPr lang="en-US" b="1"/>
              <a:t>City Centre</a:t>
            </a:r>
            <a:r>
              <a:rPr lang="en-US"/>
              <a:t>, and parts of the </a:t>
            </a:r>
            <a:r>
              <a:rPr lang="en-US" b="1"/>
              <a:t>Northwest and West</a:t>
            </a:r>
            <a:r>
              <a:rPr lang="en-US"/>
              <a:t>, where transit, parks, and services are well established. </a:t>
            </a:r>
          </a:p>
          <a:p>
            <a:r>
              <a:rPr lang="en-US" b="1"/>
              <a:t>Low livability areas</a:t>
            </a:r>
            <a:r>
              <a:rPr lang="en-US"/>
              <a:t> appear in </a:t>
            </a:r>
            <a:r>
              <a:rPr lang="en-US" b="1"/>
              <a:t>eastern and southern peripheral regions</a:t>
            </a:r>
            <a:r>
              <a:rPr lang="en-US"/>
              <a:t>, where infrastructure and services are more limited. </a:t>
            </a:r>
          </a:p>
          <a:p>
            <a:r>
              <a:rPr lang="en-US"/>
              <a:t>We also used </a:t>
            </a:r>
            <a:r>
              <a:rPr lang="en-US" b="1"/>
              <a:t>Cluster and Outlier Analysis</a:t>
            </a:r>
            <a:r>
              <a:rPr lang="en-US"/>
              <a:t> to identify communities that perform differently from their neighbors.</a:t>
            </a:r>
            <a:br>
              <a:rPr lang="en-US"/>
            </a:br>
            <a:r>
              <a:rPr lang="en-US"/>
              <a:t>These local outliers highlight important exceptions within the overall pattern.</a:t>
            </a:r>
          </a:p>
          <a:p>
            <a:r>
              <a:rPr lang="en-US"/>
              <a:t>Overall, livability in Calgary is </a:t>
            </a:r>
            <a:r>
              <a:rPr lang="en-US" b="1"/>
              <a:t>clearly spatially structured</a:t>
            </a:r>
            <a:r>
              <a:rPr lang="en-US"/>
              <a:t>, influenced by factors like </a:t>
            </a:r>
            <a:r>
              <a:rPr lang="en-US" b="1"/>
              <a:t>transit access, green space, and safety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>
              <a:latin typeface="Syne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61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>
          <a:extLst>
            <a:ext uri="{FF2B5EF4-FFF2-40B4-BE49-F238E27FC236}">
              <a16:creationId xmlns:a16="http://schemas.microsoft.com/office/drawing/2014/main" id="{1D18526C-B9D7-B6DA-BA3F-C5FF039DA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54dda1946d_6_308:notes">
            <a:extLst>
              <a:ext uri="{FF2B5EF4-FFF2-40B4-BE49-F238E27FC236}">
                <a16:creationId xmlns:a16="http://schemas.microsoft.com/office/drawing/2014/main" id="{581848CB-6470-EBE2-A759-8EC2486A2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54dda1946d_6_308:notes">
            <a:extLst>
              <a:ext uri="{FF2B5EF4-FFF2-40B4-BE49-F238E27FC236}">
                <a16:creationId xmlns:a16="http://schemas.microsoft.com/office/drawing/2014/main" id="{AC2DEA7B-408A-B2B6-599F-1806FDCE8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project proves that a data-driven approach can demystify urban quality of life.</a:t>
            </a:r>
          </a:p>
          <a:p>
            <a:r>
              <a:rPr lang="en-US"/>
              <a:t>From these results, we conclude that livability is </a:t>
            </a:r>
            <a:r>
              <a:rPr lang="en-US" b="1"/>
              <a:t>driven by infrastructure and service access, not chance</a:t>
            </a:r>
            <a:r>
              <a:rPr lang="en-US"/>
              <a:t>.</a:t>
            </a:r>
          </a:p>
          <a:p>
            <a:r>
              <a:rPr lang="en-US"/>
              <a:t>Established communities with strong transit, accessible parks, and managed crime consistently perform better than newer peripheral areas.</a:t>
            </a:r>
          </a:p>
          <a:p>
            <a:r>
              <a:rPr lang="en-US"/>
              <a:t>Lower livability scores are more common in </a:t>
            </a:r>
            <a:r>
              <a:rPr lang="en-US" b="1"/>
              <a:t>outer-edge communities</a:t>
            </a:r>
            <a:r>
              <a:rPr lang="en-US"/>
              <a:t>, especially in eastern and southern parts of the city.</a:t>
            </a:r>
          </a:p>
          <a:p>
            <a:endParaRPr lang="en-US"/>
          </a:p>
          <a:p>
            <a:endParaRPr lang="en-US"/>
          </a:p>
          <a:p>
            <a:pPr marL="158750" indent="0">
              <a:buNone/>
            </a:pPr>
            <a:r>
              <a:rPr lang="en-US"/>
              <a:t>On the basis of this we make three key recommendations :</a:t>
            </a:r>
          </a:p>
          <a:p>
            <a:r>
              <a:rPr lang="en-US" b="1"/>
              <a:t>Transit-First Policy</a:t>
            </a:r>
            <a:br>
              <a:rPr lang="en-US"/>
            </a:br>
            <a:r>
              <a:rPr lang="en-US"/>
              <a:t>Expand transit in underserved southeast and northeast communities to improve access and mobility. </a:t>
            </a:r>
          </a:p>
          <a:p>
            <a:r>
              <a:rPr lang="en-US" b="1"/>
              <a:t>Pedestrian Network Investment</a:t>
            </a:r>
            <a:br>
              <a:rPr lang="en-US"/>
            </a:br>
            <a:r>
              <a:rPr lang="en-US"/>
              <a:t>Improve walkability by reducing barriers such as disconnected pathways and major roads. </a:t>
            </a:r>
          </a:p>
          <a:p>
            <a:pPr marL="457200" indent="-298450"/>
            <a:r>
              <a:rPr lang="en-US" b="1"/>
              <a:t>Equitable Green Space Access</a:t>
            </a:r>
            <a:br>
              <a:rPr lang="en-US"/>
            </a:br>
            <a:r>
              <a:rPr lang="en-US"/>
              <a:t>Ensure new developments include sufficient parks and green spaces, especially in eastern sectors. </a:t>
            </a:r>
          </a:p>
          <a:p>
            <a:pPr marL="457200" indent="-298450"/>
            <a:endParaRPr lang="en-US"/>
          </a:p>
          <a:p>
            <a:pPr marL="457200" indent="-298450"/>
            <a:endParaRPr lang="en-US"/>
          </a:p>
          <a:p>
            <a:r>
              <a:rPr lang="en-US"/>
              <a:t>These recommendations focus on </a:t>
            </a:r>
            <a:r>
              <a:rPr lang="en-US" b="1"/>
              <a:t>targeted improvements to reduce livability gaps between communities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95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2">
          <a:extLst>
            <a:ext uri="{FF2B5EF4-FFF2-40B4-BE49-F238E27FC236}">
              <a16:creationId xmlns:a16="http://schemas.microsoft.com/office/drawing/2014/main" id="{D8CCC48E-F47B-8004-08CE-C6FA79E6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" name="Google Shape;4433;gd5260bdd85_0_270:notes">
            <a:extLst>
              <a:ext uri="{FF2B5EF4-FFF2-40B4-BE49-F238E27FC236}">
                <a16:creationId xmlns:a16="http://schemas.microsoft.com/office/drawing/2014/main" id="{3323AFA0-FF5A-D927-E74E-3E4AE9E46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4" name="Google Shape;4434;gd5260bdd85_0_270:notes">
            <a:extLst>
              <a:ext uri="{FF2B5EF4-FFF2-40B4-BE49-F238E27FC236}">
                <a16:creationId xmlns:a16="http://schemas.microsoft.com/office/drawing/2014/main" id="{5D8CD2C6-7F03-D2E3-8777-0FB325147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Now lets discuss Some of the Lessons we Learned</a:t>
            </a:r>
            <a:r>
              <a:rPr lang="en-US"/>
              <a:t> –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r>
              <a:rPr lang="en-US"/>
              <a:t>First we realized, </a:t>
            </a:r>
            <a:r>
              <a:rPr lang="en-US" b="1"/>
              <a:t>normalization was essential</a:t>
            </a:r>
            <a:r>
              <a:rPr lang="en-US"/>
              <a:t>.</a:t>
            </a:r>
            <a:br>
              <a:rPr lang="en-US"/>
            </a:br>
            <a:r>
              <a:rPr lang="en-US"/>
              <a:t>We used </a:t>
            </a:r>
            <a:r>
              <a:rPr lang="en-US" b="1"/>
              <a:t>min-max scaling</a:t>
            </a:r>
            <a:r>
              <a:rPr lang="en-US"/>
              <a:t> to ensure all variables contributed equally to the index.</a:t>
            </a:r>
          </a:p>
          <a:p>
            <a:endParaRPr lang="en-US"/>
          </a:p>
          <a:p>
            <a:r>
              <a:rPr lang="en-US"/>
              <a:t>Second, </a:t>
            </a:r>
            <a:r>
              <a:rPr lang="en-US" b="1"/>
              <a:t>Natural Breaks (Jenks)</a:t>
            </a:r>
            <a:r>
              <a:rPr lang="en-US"/>
              <a:t> classification was used and validated with a </a:t>
            </a:r>
            <a:r>
              <a:rPr lang="en-US" b="1"/>
              <a:t>GVF above 0.92</a:t>
            </a:r>
            <a:r>
              <a:rPr lang="en-US"/>
              <a:t>, confirming meaningful grouping.</a:t>
            </a:r>
          </a:p>
          <a:p>
            <a:r>
              <a:rPr lang="en-US"/>
              <a:t>Third, </a:t>
            </a:r>
            <a:r>
              <a:rPr lang="en-US" b="1"/>
              <a:t>data source diversity</a:t>
            </a:r>
            <a:r>
              <a:rPr lang="en-US"/>
              <a:t> improved reliability, combining data from multiple trusted sources.</a:t>
            </a:r>
          </a:p>
          <a:p>
            <a:r>
              <a:rPr lang="en-US"/>
              <a:t>Finally, strong </a:t>
            </a:r>
            <a:r>
              <a:rPr lang="en-US" b="1"/>
              <a:t>QA/QC practices</a:t>
            </a:r>
            <a:r>
              <a:rPr lang="en-US"/>
              <a:t> ensured data quality, including:</a:t>
            </a:r>
          </a:p>
          <a:p>
            <a:r>
              <a:rPr lang="en-US"/>
              <a:t>consistent coordinate systems </a:t>
            </a:r>
          </a:p>
          <a:p>
            <a:r>
              <a:rPr lang="en-US"/>
              <a:t>accurate joins </a:t>
            </a:r>
          </a:p>
          <a:p>
            <a:r>
              <a:rPr lang="en-US"/>
              <a:t>and topology checks </a:t>
            </a:r>
          </a:p>
          <a:p>
            <a:r>
              <a:rPr lang="en-US"/>
              <a:t>These steps ensured the analysis was </a:t>
            </a:r>
            <a:r>
              <a:rPr lang="en-US" b="1"/>
              <a:t>clean, accurate, and reliable</a:t>
            </a:r>
            <a:r>
              <a:rPr lang="en-US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16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for your time.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4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714152" y="4920119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5400000">
            <a:off x="3879465" y="4754806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4242965" y="4754806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246452" y="1502269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411737" y="1200769"/>
            <a:ext cx="301500" cy="30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46460" y="1008598"/>
            <a:ext cx="104700" cy="10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5381" y="775244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5888025" y="423650"/>
            <a:ext cx="2867400" cy="4296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13225" y="1001625"/>
            <a:ext cx="4826700" cy="23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13225" y="3383748"/>
            <a:ext cx="4826700" cy="453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 rot="5400000" flipH="1">
            <a:off x="4886013" y="443815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5400000" flipH="1">
            <a:off x="4584438" y="142250"/>
            <a:ext cx="301500" cy="30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44160" y="462698"/>
            <a:ext cx="104700" cy="10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233081" y="229344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74351" y="2205132"/>
            <a:ext cx="5067600" cy="13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799147" y="1042113"/>
            <a:ext cx="1936200" cy="101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799150" y="3585875"/>
            <a:ext cx="49428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6045076" y="619900"/>
            <a:ext cx="4025400" cy="390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"/>
          <p:cNvSpPr/>
          <p:nvPr/>
        </p:nvSpPr>
        <p:spPr>
          <a:xfrm rot="5400000" flipH="1">
            <a:off x="2854222" y="4612649"/>
            <a:ext cx="301500" cy="3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25" y="478432"/>
            <a:ext cx="7704000" cy="57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045965"/>
            <a:ext cx="77040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 rot="10800000" flipH="1">
            <a:off x="340907" y="1899875"/>
            <a:ext cx="138900" cy="1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10800000" flipH="1">
            <a:off x="87526" y="2038669"/>
            <a:ext cx="253500" cy="25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10800000">
            <a:off x="391926" y="2365778"/>
            <a:ext cx="87900" cy="8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rot="10800000">
            <a:off x="518326" y="2510899"/>
            <a:ext cx="138900" cy="1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 rot="10800000" flipH="1">
            <a:off x="8838476" y="143312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 flipH="1">
            <a:off x="8542725" y="1604075"/>
            <a:ext cx="295800" cy="2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 flipH="1">
            <a:off x="8832751" y="454432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 flipH="1">
            <a:off x="8661451" y="419747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 flipH="1">
            <a:off x="8542724" y="4715326"/>
            <a:ext cx="29580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 rot="10800000">
            <a:off x="226420" y="1244675"/>
            <a:ext cx="138900" cy="1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>
            <a:off x="365201" y="1383469"/>
            <a:ext cx="253500" cy="25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 rot="10800000" flipH="1">
            <a:off x="403826" y="3839153"/>
            <a:ext cx="87900" cy="8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 rot="10800000" flipH="1">
            <a:off x="226426" y="3984274"/>
            <a:ext cx="138900" cy="1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8561878" y="2361200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 flipH="1">
            <a:off x="8733128" y="2065449"/>
            <a:ext cx="295800" cy="2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6"/>
          <p:cNvSpPr/>
          <p:nvPr/>
        </p:nvSpPr>
        <p:spPr>
          <a:xfrm rot="5400000" flipH="1">
            <a:off x="5132720" y="4929300"/>
            <a:ext cx="136200" cy="13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 rot="5400000" flipH="1">
            <a:off x="5408550" y="4793069"/>
            <a:ext cx="136200" cy="13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 rot="5400000" flipH="1">
            <a:off x="4897582" y="4698511"/>
            <a:ext cx="235500" cy="23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872425" y="475488"/>
            <a:ext cx="7704000" cy="57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3259675" y="1588750"/>
            <a:ext cx="5171100" cy="1305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3259675" y="2854850"/>
            <a:ext cx="5171100" cy="699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>
            <a:spLocks noGrp="1"/>
          </p:cNvSpPr>
          <p:nvPr>
            <p:ph type="pic" idx="2"/>
          </p:nvPr>
        </p:nvSpPr>
        <p:spPr>
          <a:xfrm>
            <a:off x="-1145350" y="890550"/>
            <a:ext cx="4239600" cy="3362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Google Shape;87;p9"/>
          <p:cNvSpPr/>
          <p:nvPr/>
        </p:nvSpPr>
        <p:spPr>
          <a:xfrm flipH="1">
            <a:off x="6253618" y="294550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 rot="5400000" flipH="1">
            <a:off x="4525546" y="4520785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 rot="5400000" flipH="1">
            <a:off x="4200945" y="4673200"/>
            <a:ext cx="337500" cy="33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61950"/>
            <a:ext cx="6576000" cy="10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1"/>
          </p:nvPr>
        </p:nvSpPr>
        <p:spPr>
          <a:xfrm>
            <a:off x="1284000" y="2924350"/>
            <a:ext cx="65760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11"/>
          <p:cNvSpPr/>
          <p:nvPr/>
        </p:nvSpPr>
        <p:spPr>
          <a:xfrm rot="10800000" flipH="1">
            <a:off x="571619" y="3714955"/>
            <a:ext cx="141600" cy="1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rot="10800000" flipH="1">
            <a:off x="286075" y="3948725"/>
            <a:ext cx="223500" cy="22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1"/>
          <p:cNvSpPr/>
          <p:nvPr/>
        </p:nvSpPr>
        <p:spPr>
          <a:xfrm rot="5400000" flipH="1">
            <a:off x="7728864" y="4894188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/>
          <p:nvPr/>
        </p:nvSpPr>
        <p:spPr>
          <a:xfrm rot="5400000" flipH="1">
            <a:off x="8075714" y="4722888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1"/>
          <p:cNvSpPr/>
          <p:nvPr/>
        </p:nvSpPr>
        <p:spPr>
          <a:xfrm rot="5400000" flipH="1">
            <a:off x="7433512" y="4604312"/>
            <a:ext cx="29580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 flipH="1">
            <a:off x="6750213" y="22057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>
            <a:spLocks noGrp="1"/>
          </p:cNvSpPr>
          <p:nvPr>
            <p:ph type="subTitle" idx="1"/>
          </p:nvPr>
        </p:nvSpPr>
        <p:spPr>
          <a:xfrm>
            <a:off x="911256" y="1870949"/>
            <a:ext cx="40260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hasCustomPrompt="1"/>
          </p:nvPr>
        </p:nvSpPr>
        <p:spPr>
          <a:xfrm>
            <a:off x="1018075" y="961025"/>
            <a:ext cx="1076100" cy="4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2"/>
          </p:nvPr>
        </p:nvSpPr>
        <p:spPr>
          <a:xfrm>
            <a:off x="911119" y="1576450"/>
            <a:ext cx="40260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3"/>
          </p:nvPr>
        </p:nvSpPr>
        <p:spPr>
          <a:xfrm flipH="1">
            <a:off x="4206513" y="2666407"/>
            <a:ext cx="40263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7049900" y="1754433"/>
            <a:ext cx="1076100" cy="4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5"/>
          </p:nvPr>
        </p:nvSpPr>
        <p:spPr>
          <a:xfrm flipH="1">
            <a:off x="4206650" y="2371883"/>
            <a:ext cx="40263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6"/>
          </p:nvPr>
        </p:nvSpPr>
        <p:spPr>
          <a:xfrm>
            <a:off x="911187" y="3461865"/>
            <a:ext cx="40260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1018000" y="2547842"/>
            <a:ext cx="1076100" cy="4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8"/>
          </p:nvPr>
        </p:nvSpPr>
        <p:spPr>
          <a:xfrm>
            <a:off x="911050" y="3167316"/>
            <a:ext cx="40260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9"/>
          </p:nvPr>
        </p:nvSpPr>
        <p:spPr>
          <a:xfrm flipH="1">
            <a:off x="4206513" y="4257324"/>
            <a:ext cx="40263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049900" y="3341250"/>
            <a:ext cx="1076100" cy="4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4"/>
          </p:nvPr>
        </p:nvSpPr>
        <p:spPr>
          <a:xfrm flipH="1">
            <a:off x="4206650" y="3962748"/>
            <a:ext cx="40263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/>
          <p:nvPr/>
        </p:nvSpPr>
        <p:spPr>
          <a:xfrm flipH="1">
            <a:off x="2908017" y="4662069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"/>
          <p:cNvSpPr/>
          <p:nvPr/>
        </p:nvSpPr>
        <p:spPr>
          <a:xfrm flipH="1">
            <a:off x="2606452" y="4827444"/>
            <a:ext cx="301500" cy="30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3073327" y="4978194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3"/>
          <p:cNvSpPr/>
          <p:nvPr/>
        </p:nvSpPr>
        <p:spPr>
          <a:xfrm rot="-5400000">
            <a:off x="3238640" y="4812881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"/>
          <p:cNvSpPr/>
          <p:nvPr/>
        </p:nvSpPr>
        <p:spPr>
          <a:xfrm rot="-5400000">
            <a:off x="3602140" y="4812881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3"/>
          <p:cNvSpPr/>
          <p:nvPr/>
        </p:nvSpPr>
        <p:spPr>
          <a:xfrm rot="-5400000">
            <a:off x="8604909" y="1507778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3"/>
          <p:cNvSpPr/>
          <p:nvPr/>
        </p:nvSpPr>
        <p:spPr>
          <a:xfrm rot="-5400000">
            <a:off x="8770284" y="1206213"/>
            <a:ext cx="301500" cy="3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/>
          <p:nvPr/>
        </p:nvSpPr>
        <p:spPr>
          <a:xfrm rot="-5400000" flipH="1">
            <a:off x="316134" y="2550938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/>
          <p:nvPr/>
        </p:nvSpPr>
        <p:spPr>
          <a:xfrm flipH="1">
            <a:off x="150821" y="2716250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flipH="1">
            <a:off x="150821" y="3079750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5"/>
          </p:nvPr>
        </p:nvSpPr>
        <p:spPr>
          <a:xfrm>
            <a:off x="720025" y="478432"/>
            <a:ext cx="7704000" cy="57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subTitle" idx="1"/>
          </p:nvPr>
        </p:nvSpPr>
        <p:spPr>
          <a:xfrm>
            <a:off x="1269200" y="2394250"/>
            <a:ext cx="2816400" cy="1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2"/>
          </p:nvPr>
        </p:nvSpPr>
        <p:spPr>
          <a:xfrm>
            <a:off x="1269100" y="2099750"/>
            <a:ext cx="28164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3"/>
          </p:nvPr>
        </p:nvSpPr>
        <p:spPr>
          <a:xfrm>
            <a:off x="5058500" y="3149250"/>
            <a:ext cx="2816400" cy="1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4"/>
          </p:nvPr>
        </p:nvSpPr>
        <p:spPr>
          <a:xfrm>
            <a:off x="5058398" y="2854750"/>
            <a:ext cx="28164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20"/>
          <p:cNvSpPr/>
          <p:nvPr/>
        </p:nvSpPr>
        <p:spPr>
          <a:xfrm rot="10800000">
            <a:off x="264945" y="3027325"/>
            <a:ext cx="138900" cy="1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 rot="10800000">
            <a:off x="403726" y="3166119"/>
            <a:ext cx="253500" cy="25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 rot="10800000" flipH="1">
            <a:off x="264926" y="3493228"/>
            <a:ext cx="87900" cy="8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 rot="10800000" flipH="1">
            <a:off x="87526" y="3638349"/>
            <a:ext cx="138900" cy="1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 flipH="1">
            <a:off x="8542725" y="2227800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 flipH="1">
            <a:off x="8713976" y="1932049"/>
            <a:ext cx="295800" cy="2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 rot="5400000" flipH="1">
            <a:off x="3996614" y="4894188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 rot="5400000" flipH="1">
            <a:off x="4343464" y="4722888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rot="5400000" flipH="1">
            <a:off x="3701262" y="4604312"/>
            <a:ext cx="29580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720025" y="503040"/>
            <a:ext cx="7704000" cy="10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subTitle" idx="1"/>
          </p:nvPr>
        </p:nvSpPr>
        <p:spPr>
          <a:xfrm>
            <a:off x="4720165" y="1286550"/>
            <a:ext cx="30972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2"/>
          </p:nvPr>
        </p:nvSpPr>
        <p:spPr>
          <a:xfrm>
            <a:off x="1326637" y="1286550"/>
            <a:ext cx="30972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1"/>
          <p:cNvSpPr/>
          <p:nvPr/>
        </p:nvSpPr>
        <p:spPr>
          <a:xfrm rot="5400000" flipH="1">
            <a:off x="8711300" y="2763796"/>
            <a:ext cx="313200" cy="31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"/>
          <p:cNvSpPr/>
          <p:nvPr/>
        </p:nvSpPr>
        <p:spPr>
          <a:xfrm rot="5400000" flipH="1">
            <a:off x="8567300" y="3077000"/>
            <a:ext cx="144000" cy="1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1"/>
          <p:cNvSpPr/>
          <p:nvPr/>
        </p:nvSpPr>
        <p:spPr>
          <a:xfrm rot="10800000" flipH="1">
            <a:off x="294973" y="1927575"/>
            <a:ext cx="246000" cy="24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"/>
          <p:cNvSpPr/>
          <p:nvPr/>
        </p:nvSpPr>
        <p:spPr>
          <a:xfrm rot="10800000" flipH="1">
            <a:off x="156875" y="1789662"/>
            <a:ext cx="138000" cy="13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 rot="10800000" flipH="1">
            <a:off x="3338475" y="4734598"/>
            <a:ext cx="148500" cy="14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/>
          <p:nvPr/>
        </p:nvSpPr>
        <p:spPr>
          <a:xfrm rot="10800000" flipH="1">
            <a:off x="5795175" y="4883098"/>
            <a:ext cx="148500" cy="14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25" y="478432"/>
            <a:ext cx="7704000" cy="57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>
            <a:spLocks noGrp="1"/>
          </p:cNvSpPr>
          <p:nvPr>
            <p:ph type="title" hasCustomPrompt="1"/>
          </p:nvPr>
        </p:nvSpPr>
        <p:spPr>
          <a:xfrm>
            <a:off x="881400" y="1664214"/>
            <a:ext cx="1335600" cy="49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29"/>
          <p:cNvSpPr txBox="1">
            <a:spLocks noGrp="1"/>
          </p:cNvSpPr>
          <p:nvPr>
            <p:ph type="subTitle" idx="1"/>
          </p:nvPr>
        </p:nvSpPr>
        <p:spPr>
          <a:xfrm>
            <a:off x="2280300" y="1893475"/>
            <a:ext cx="59823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2"/>
          </p:nvPr>
        </p:nvSpPr>
        <p:spPr>
          <a:xfrm>
            <a:off x="2280300" y="1596750"/>
            <a:ext cx="59823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1" name="Google Shape;341;p29"/>
          <p:cNvSpPr/>
          <p:nvPr/>
        </p:nvSpPr>
        <p:spPr>
          <a:xfrm rot="10800000" flipH="1">
            <a:off x="8751631" y="4410531"/>
            <a:ext cx="119700" cy="11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9"/>
          <p:cNvSpPr/>
          <p:nvPr/>
        </p:nvSpPr>
        <p:spPr>
          <a:xfrm rot="10800000" flipH="1">
            <a:off x="8509913" y="4608161"/>
            <a:ext cx="189300" cy="18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639451" y="4825975"/>
            <a:ext cx="171300" cy="17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343700" y="4530224"/>
            <a:ext cx="295800" cy="2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9"/>
          <p:cNvSpPr/>
          <p:nvPr/>
        </p:nvSpPr>
        <p:spPr>
          <a:xfrm rot="10800000">
            <a:off x="8832751" y="655101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9"/>
          <p:cNvSpPr/>
          <p:nvPr/>
        </p:nvSpPr>
        <p:spPr>
          <a:xfrm rot="10800000">
            <a:off x="8661451" y="1001951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9"/>
          <p:cNvSpPr/>
          <p:nvPr/>
        </p:nvSpPr>
        <p:spPr>
          <a:xfrm rot="10800000" flipH="1">
            <a:off x="166282" y="478425"/>
            <a:ext cx="138900" cy="1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9"/>
          <p:cNvSpPr/>
          <p:nvPr/>
        </p:nvSpPr>
        <p:spPr>
          <a:xfrm rot="10800000">
            <a:off x="217301" y="944328"/>
            <a:ext cx="87900" cy="8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9"/>
          <p:cNvSpPr/>
          <p:nvPr/>
        </p:nvSpPr>
        <p:spPr>
          <a:xfrm rot="10800000">
            <a:off x="343701" y="1089449"/>
            <a:ext cx="138900" cy="1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9"/>
          <p:cNvSpPr txBox="1">
            <a:spLocks noGrp="1"/>
          </p:cNvSpPr>
          <p:nvPr>
            <p:ph type="title" idx="3" hasCustomPrompt="1"/>
          </p:nvPr>
        </p:nvSpPr>
        <p:spPr>
          <a:xfrm>
            <a:off x="881400" y="2779769"/>
            <a:ext cx="1335600" cy="49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4"/>
          </p:nvPr>
        </p:nvSpPr>
        <p:spPr>
          <a:xfrm>
            <a:off x="2280300" y="3008200"/>
            <a:ext cx="59820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5"/>
          </p:nvPr>
        </p:nvSpPr>
        <p:spPr>
          <a:xfrm>
            <a:off x="2280300" y="2712576"/>
            <a:ext cx="59820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title" idx="6" hasCustomPrompt="1"/>
          </p:nvPr>
        </p:nvSpPr>
        <p:spPr>
          <a:xfrm>
            <a:off x="881400" y="3895325"/>
            <a:ext cx="1335600" cy="49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" name="Google Shape;354;p29"/>
          <p:cNvSpPr txBox="1">
            <a:spLocks noGrp="1"/>
          </p:cNvSpPr>
          <p:nvPr>
            <p:ph type="subTitle" idx="7"/>
          </p:nvPr>
        </p:nvSpPr>
        <p:spPr>
          <a:xfrm>
            <a:off x="2280534" y="4122925"/>
            <a:ext cx="59817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8"/>
          </p:nvPr>
        </p:nvSpPr>
        <p:spPr>
          <a:xfrm>
            <a:off x="2280312" y="3828401"/>
            <a:ext cx="59817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6" name="Google Shape;356;p29"/>
          <p:cNvSpPr txBox="1">
            <a:spLocks noGrp="1"/>
          </p:cNvSpPr>
          <p:nvPr>
            <p:ph type="title" idx="9"/>
          </p:nvPr>
        </p:nvSpPr>
        <p:spPr>
          <a:xfrm>
            <a:off x="720025" y="478432"/>
            <a:ext cx="7704000" cy="57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 rot="5400000" flipH="1">
            <a:off x="8533845" y="2586386"/>
            <a:ext cx="175200" cy="17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1"/>
          <p:cNvSpPr/>
          <p:nvPr/>
        </p:nvSpPr>
        <p:spPr>
          <a:xfrm rot="5400000" flipH="1">
            <a:off x="8708819" y="2761348"/>
            <a:ext cx="320100" cy="3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"/>
          <p:cNvSpPr/>
          <p:nvPr/>
        </p:nvSpPr>
        <p:spPr>
          <a:xfrm rot="5400000">
            <a:off x="678402" y="249762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1"/>
          <p:cNvSpPr/>
          <p:nvPr/>
        </p:nvSpPr>
        <p:spPr>
          <a:xfrm rot="5400000">
            <a:off x="383049" y="415438"/>
            <a:ext cx="29580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445401" y="3582388"/>
            <a:ext cx="141600" cy="1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159856" y="3266718"/>
            <a:ext cx="223500" cy="22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1"/>
          <p:cNvSpPr/>
          <p:nvPr/>
        </p:nvSpPr>
        <p:spPr>
          <a:xfrm rot="-5400000">
            <a:off x="5693023" y="4921556"/>
            <a:ext cx="141300" cy="14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1"/>
          <p:cNvSpPr/>
          <p:nvPr/>
        </p:nvSpPr>
        <p:spPr>
          <a:xfrm rot="-5400000">
            <a:off x="5406655" y="4780129"/>
            <a:ext cx="141300" cy="14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1"/>
          <p:cNvSpPr/>
          <p:nvPr/>
        </p:nvSpPr>
        <p:spPr>
          <a:xfrm rot="-5400000">
            <a:off x="5833906" y="4682296"/>
            <a:ext cx="244200" cy="24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/>
          <p:nvPr/>
        </p:nvSpPr>
        <p:spPr>
          <a:xfrm flipH="1">
            <a:off x="264945" y="3831162"/>
            <a:ext cx="138900" cy="1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2"/>
          <p:cNvSpPr/>
          <p:nvPr/>
        </p:nvSpPr>
        <p:spPr>
          <a:xfrm flipH="1">
            <a:off x="403726" y="3577768"/>
            <a:ext cx="253500" cy="25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264926" y="3416259"/>
            <a:ext cx="87900" cy="8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87526" y="3220138"/>
            <a:ext cx="138900" cy="1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2"/>
          <p:cNvSpPr/>
          <p:nvPr/>
        </p:nvSpPr>
        <p:spPr>
          <a:xfrm rot="10800000">
            <a:off x="8542725" y="4598587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2"/>
          <p:cNvSpPr/>
          <p:nvPr/>
        </p:nvSpPr>
        <p:spPr>
          <a:xfrm rot="10800000">
            <a:off x="8713976" y="4769538"/>
            <a:ext cx="295800" cy="2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"/>
          <p:cNvSpPr/>
          <p:nvPr/>
        </p:nvSpPr>
        <p:spPr>
          <a:xfrm rot="5400000">
            <a:off x="4987214" y="7832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2"/>
          <p:cNvSpPr/>
          <p:nvPr/>
        </p:nvSpPr>
        <p:spPr>
          <a:xfrm rot="5400000">
            <a:off x="5334064" y="24962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2"/>
          <p:cNvSpPr/>
          <p:nvPr/>
        </p:nvSpPr>
        <p:spPr>
          <a:xfrm rot="5400000">
            <a:off x="4691862" y="244000"/>
            <a:ext cx="29580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sz="2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●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○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■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●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○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■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●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 Medium"/>
              <a:buChar char="○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yne Medium"/>
              <a:buChar char="■"/>
              <a:defRPr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7" r:id="rId6"/>
    <p:sldLayoutId id="2147483658" r:id="rId7"/>
    <p:sldLayoutId id="2147483659" r:id="rId8"/>
    <p:sldLayoutId id="2147483666" r:id="rId9"/>
    <p:sldLayoutId id="2147483667" r:id="rId10"/>
    <p:sldLayoutId id="2147483675" r:id="rId11"/>
    <p:sldLayoutId id="2147483677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>
            <a:spLocks noGrp="1"/>
          </p:cNvSpPr>
          <p:nvPr>
            <p:ph type="ctrTitle"/>
          </p:nvPr>
        </p:nvSpPr>
        <p:spPr>
          <a:xfrm>
            <a:off x="552089" y="1719322"/>
            <a:ext cx="4826700" cy="12043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Blue Sky City: </a:t>
            </a:r>
            <a:br>
              <a:rPr lang="en-US" sz="2800"/>
            </a:br>
            <a:r>
              <a:rPr lang="en-US" sz="2800"/>
              <a:t>Community livability Assessment for Calgary</a:t>
            </a:r>
          </a:p>
        </p:txBody>
      </p:sp>
      <p:sp>
        <p:nvSpPr>
          <p:cNvPr id="393" name="Google Shape;393;p36"/>
          <p:cNvSpPr txBox="1">
            <a:spLocks noGrp="1"/>
          </p:cNvSpPr>
          <p:nvPr>
            <p:ph type="subTitle" idx="1"/>
          </p:nvPr>
        </p:nvSpPr>
        <p:spPr>
          <a:xfrm>
            <a:off x="713225" y="3383748"/>
            <a:ext cx="48267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BGIS Final Project</a:t>
            </a:r>
          </a:p>
        </p:txBody>
      </p:sp>
      <p:sp>
        <p:nvSpPr>
          <p:cNvPr id="394" name="Google Shape;394;p36"/>
          <p:cNvSpPr/>
          <p:nvPr/>
        </p:nvSpPr>
        <p:spPr>
          <a:xfrm>
            <a:off x="6492000" y="0"/>
            <a:ext cx="2652000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tint val="66000"/>
                  <a:satMod val="160000"/>
                </a:schemeClr>
              </a:gs>
              <a:gs pos="50000">
                <a:schemeClr val="tx1">
                  <a:lumMod val="95000"/>
                  <a:lumOff val="5000"/>
                  <a:tint val="44500"/>
                  <a:satMod val="160000"/>
                </a:schemeClr>
              </a:gs>
              <a:gs pos="100000">
                <a:schemeClr val="tx1">
                  <a:lumMod val="95000"/>
                  <a:lumOff val="5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6"/>
          <p:cNvSpPr/>
          <p:nvPr/>
        </p:nvSpPr>
        <p:spPr>
          <a:xfrm flipH="1">
            <a:off x="926206" y="1001625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6"/>
          <p:cNvSpPr/>
          <p:nvPr/>
        </p:nvSpPr>
        <p:spPr>
          <a:xfrm rot="5400000">
            <a:off x="5249138" y="609125"/>
            <a:ext cx="165300" cy="1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7" name="Google Shape;397;p36"/>
          <p:cNvGrpSpPr/>
          <p:nvPr/>
        </p:nvGrpSpPr>
        <p:grpSpPr>
          <a:xfrm flipH="1">
            <a:off x="6635540" y="-292347"/>
            <a:ext cx="3466041" cy="5435847"/>
            <a:chOff x="456923" y="1019567"/>
            <a:chExt cx="1732327" cy="2716837"/>
          </a:xfrm>
        </p:grpSpPr>
        <p:sp>
          <p:nvSpPr>
            <p:cNvPr id="398" name="Google Shape;398;p36"/>
            <p:cNvSpPr/>
            <p:nvPr/>
          </p:nvSpPr>
          <p:spPr>
            <a:xfrm>
              <a:off x="1441631" y="3309803"/>
              <a:ext cx="3278" cy="61879"/>
            </a:xfrm>
            <a:custGeom>
              <a:avLst/>
              <a:gdLst/>
              <a:ahLst/>
              <a:cxnLst/>
              <a:rect l="l" t="t" r="r" b="b"/>
              <a:pathLst>
                <a:path w="33" h="623" extrusionOk="0">
                  <a:moveTo>
                    <a:pt x="16" y="1"/>
                  </a:moveTo>
                  <a:lnTo>
                    <a:pt x="0" y="17"/>
                  </a:lnTo>
                  <a:lnTo>
                    <a:pt x="0" y="607"/>
                  </a:lnTo>
                  <a:cubicBezTo>
                    <a:pt x="0" y="623"/>
                    <a:pt x="16" y="623"/>
                    <a:pt x="16" y="623"/>
                  </a:cubicBezTo>
                  <a:cubicBezTo>
                    <a:pt x="16" y="623"/>
                    <a:pt x="33" y="623"/>
                    <a:pt x="33" y="607"/>
                  </a:cubicBezTo>
                  <a:lnTo>
                    <a:pt x="33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1765828" y="2683062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1"/>
                  </a:moveTo>
                  <a:cubicBezTo>
                    <a:pt x="0" y="81"/>
                    <a:pt x="0" y="182"/>
                    <a:pt x="20" y="267"/>
                  </a:cubicBezTo>
                  <a:cubicBezTo>
                    <a:pt x="20" y="352"/>
                    <a:pt x="20" y="437"/>
                    <a:pt x="0" y="522"/>
                  </a:cubicBezTo>
                  <a:lnTo>
                    <a:pt x="0" y="538"/>
                  </a:lnTo>
                  <a:lnTo>
                    <a:pt x="20" y="538"/>
                  </a:lnTo>
                  <a:lnTo>
                    <a:pt x="20" y="522"/>
                  </a:lnTo>
                  <a:cubicBezTo>
                    <a:pt x="37" y="437"/>
                    <a:pt x="37" y="352"/>
                    <a:pt x="37" y="267"/>
                  </a:cubicBezTo>
                  <a:cubicBezTo>
                    <a:pt x="37" y="182"/>
                    <a:pt x="37" y="102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706130" y="1872173"/>
              <a:ext cx="4867" cy="63469"/>
            </a:xfrm>
            <a:custGeom>
              <a:avLst/>
              <a:gdLst/>
              <a:ahLst/>
              <a:cxnLst/>
              <a:rect l="l" t="t" r="r" b="b"/>
              <a:pathLst>
                <a:path w="49" h="639" extrusionOk="0">
                  <a:moveTo>
                    <a:pt x="17" y="1"/>
                  </a:moveTo>
                  <a:cubicBezTo>
                    <a:pt x="17" y="1"/>
                    <a:pt x="0" y="1"/>
                    <a:pt x="0" y="17"/>
                  </a:cubicBezTo>
                  <a:cubicBezTo>
                    <a:pt x="17" y="85"/>
                    <a:pt x="0" y="166"/>
                    <a:pt x="0" y="251"/>
                  </a:cubicBezTo>
                  <a:cubicBezTo>
                    <a:pt x="0" y="368"/>
                    <a:pt x="0" y="505"/>
                    <a:pt x="17" y="639"/>
                  </a:cubicBezTo>
                  <a:lnTo>
                    <a:pt x="49" y="639"/>
                  </a:lnTo>
                  <a:cubicBezTo>
                    <a:pt x="33" y="505"/>
                    <a:pt x="33" y="368"/>
                    <a:pt x="33" y="251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1643857" y="3002094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0"/>
                  </a:moveTo>
                  <a:cubicBezTo>
                    <a:pt x="16" y="121"/>
                    <a:pt x="16" y="239"/>
                    <a:pt x="16" y="340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6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37" y="691"/>
                  </a:lnTo>
                  <a:cubicBezTo>
                    <a:pt x="53" y="659"/>
                    <a:pt x="53" y="626"/>
                    <a:pt x="53" y="590"/>
                  </a:cubicBezTo>
                  <a:lnTo>
                    <a:pt x="53" y="558"/>
                  </a:lnTo>
                  <a:lnTo>
                    <a:pt x="53" y="340"/>
                  </a:lnTo>
                  <a:cubicBezTo>
                    <a:pt x="53" y="239"/>
                    <a:pt x="53" y="121"/>
                    <a:pt x="69" y="20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1739308" y="2107673"/>
              <a:ext cx="170640" cy="389751"/>
            </a:xfrm>
            <a:custGeom>
              <a:avLst/>
              <a:gdLst/>
              <a:ahLst/>
              <a:cxnLst/>
              <a:rect l="l" t="t" r="r" b="b"/>
              <a:pathLst>
                <a:path w="1718" h="3924" extrusionOk="0">
                  <a:moveTo>
                    <a:pt x="17" y="1"/>
                  </a:moveTo>
                  <a:lnTo>
                    <a:pt x="1" y="17"/>
                  </a:lnTo>
                  <a:cubicBezTo>
                    <a:pt x="1" y="154"/>
                    <a:pt x="85" y="255"/>
                    <a:pt x="166" y="356"/>
                  </a:cubicBezTo>
                  <a:cubicBezTo>
                    <a:pt x="186" y="389"/>
                    <a:pt x="219" y="441"/>
                    <a:pt x="235" y="473"/>
                  </a:cubicBezTo>
                  <a:cubicBezTo>
                    <a:pt x="724" y="1229"/>
                    <a:pt x="1213" y="2004"/>
                    <a:pt x="1633" y="2663"/>
                  </a:cubicBezTo>
                  <a:cubicBezTo>
                    <a:pt x="1665" y="2711"/>
                    <a:pt x="1665" y="2764"/>
                    <a:pt x="1665" y="2812"/>
                  </a:cubicBezTo>
                  <a:lnTo>
                    <a:pt x="1665" y="3031"/>
                  </a:lnTo>
                  <a:lnTo>
                    <a:pt x="1665" y="3552"/>
                  </a:lnTo>
                  <a:lnTo>
                    <a:pt x="1665" y="3604"/>
                  </a:lnTo>
                  <a:cubicBezTo>
                    <a:pt x="1665" y="3705"/>
                    <a:pt x="1649" y="3806"/>
                    <a:pt x="1701" y="3907"/>
                  </a:cubicBezTo>
                  <a:lnTo>
                    <a:pt x="1717" y="3923"/>
                  </a:lnTo>
                  <a:lnTo>
                    <a:pt x="1717" y="3907"/>
                  </a:lnTo>
                  <a:cubicBezTo>
                    <a:pt x="1681" y="3806"/>
                    <a:pt x="1681" y="3705"/>
                    <a:pt x="1681" y="3604"/>
                  </a:cubicBezTo>
                  <a:cubicBezTo>
                    <a:pt x="1681" y="3588"/>
                    <a:pt x="1701" y="3572"/>
                    <a:pt x="1701" y="3552"/>
                  </a:cubicBezTo>
                  <a:lnTo>
                    <a:pt x="1701" y="3031"/>
                  </a:lnTo>
                  <a:lnTo>
                    <a:pt x="1701" y="2812"/>
                  </a:lnTo>
                  <a:cubicBezTo>
                    <a:pt x="1701" y="2764"/>
                    <a:pt x="1701" y="2711"/>
                    <a:pt x="1649" y="2643"/>
                  </a:cubicBezTo>
                  <a:cubicBezTo>
                    <a:pt x="1229" y="1988"/>
                    <a:pt x="740" y="1213"/>
                    <a:pt x="267" y="457"/>
                  </a:cubicBezTo>
                  <a:cubicBezTo>
                    <a:pt x="235" y="421"/>
                    <a:pt x="219" y="372"/>
                    <a:pt x="186" y="340"/>
                  </a:cubicBezTo>
                  <a:cubicBezTo>
                    <a:pt x="102" y="239"/>
                    <a:pt x="33" y="15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1749340" y="1674814"/>
              <a:ext cx="163787" cy="374455"/>
            </a:xfrm>
            <a:custGeom>
              <a:avLst/>
              <a:gdLst/>
              <a:ahLst/>
              <a:cxnLst/>
              <a:rect l="l" t="t" r="r" b="b"/>
              <a:pathLst>
                <a:path w="1649" h="3770" extrusionOk="0">
                  <a:moveTo>
                    <a:pt x="1" y="0"/>
                  </a:moveTo>
                  <a:lnTo>
                    <a:pt x="1" y="16"/>
                  </a:lnTo>
                  <a:cubicBezTo>
                    <a:pt x="118" y="117"/>
                    <a:pt x="186" y="255"/>
                    <a:pt x="251" y="388"/>
                  </a:cubicBezTo>
                  <a:cubicBezTo>
                    <a:pt x="267" y="420"/>
                    <a:pt x="287" y="473"/>
                    <a:pt x="304" y="505"/>
                  </a:cubicBezTo>
                  <a:cubicBezTo>
                    <a:pt x="554" y="961"/>
                    <a:pt x="809" y="1398"/>
                    <a:pt x="1043" y="1834"/>
                  </a:cubicBezTo>
                  <a:cubicBezTo>
                    <a:pt x="1213" y="2121"/>
                    <a:pt x="1362" y="2408"/>
                    <a:pt x="1532" y="2694"/>
                  </a:cubicBezTo>
                  <a:cubicBezTo>
                    <a:pt x="1580" y="2779"/>
                    <a:pt x="1616" y="2844"/>
                    <a:pt x="1564" y="2961"/>
                  </a:cubicBezTo>
                  <a:cubicBezTo>
                    <a:pt x="1532" y="3030"/>
                    <a:pt x="1548" y="3115"/>
                    <a:pt x="1548" y="3199"/>
                  </a:cubicBezTo>
                  <a:lnTo>
                    <a:pt x="1548" y="3300"/>
                  </a:lnTo>
                  <a:lnTo>
                    <a:pt x="1548" y="3365"/>
                  </a:lnTo>
                  <a:cubicBezTo>
                    <a:pt x="1548" y="3502"/>
                    <a:pt x="1548" y="3636"/>
                    <a:pt x="1600" y="3753"/>
                  </a:cubicBezTo>
                  <a:lnTo>
                    <a:pt x="1616" y="3769"/>
                  </a:lnTo>
                  <a:lnTo>
                    <a:pt x="1616" y="3753"/>
                  </a:lnTo>
                  <a:cubicBezTo>
                    <a:pt x="1580" y="3620"/>
                    <a:pt x="1580" y="3502"/>
                    <a:pt x="1580" y="3365"/>
                  </a:cubicBezTo>
                  <a:lnTo>
                    <a:pt x="1580" y="3300"/>
                  </a:lnTo>
                  <a:lnTo>
                    <a:pt x="1580" y="3183"/>
                  </a:lnTo>
                  <a:cubicBezTo>
                    <a:pt x="1564" y="3115"/>
                    <a:pt x="1564" y="3030"/>
                    <a:pt x="1580" y="2961"/>
                  </a:cubicBezTo>
                  <a:cubicBezTo>
                    <a:pt x="1649" y="2844"/>
                    <a:pt x="1600" y="2759"/>
                    <a:pt x="1548" y="2678"/>
                  </a:cubicBezTo>
                  <a:cubicBezTo>
                    <a:pt x="1398" y="2391"/>
                    <a:pt x="1229" y="2105"/>
                    <a:pt x="1075" y="1834"/>
                  </a:cubicBezTo>
                  <a:cubicBezTo>
                    <a:pt x="825" y="1398"/>
                    <a:pt x="570" y="941"/>
                    <a:pt x="336" y="489"/>
                  </a:cubicBezTo>
                  <a:cubicBezTo>
                    <a:pt x="320" y="456"/>
                    <a:pt x="287" y="420"/>
                    <a:pt x="267" y="372"/>
                  </a:cubicBezTo>
                  <a:cubicBezTo>
                    <a:pt x="203" y="255"/>
                    <a:pt x="134" y="101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848164" y="3301360"/>
              <a:ext cx="354392" cy="229242"/>
            </a:xfrm>
            <a:custGeom>
              <a:avLst/>
              <a:gdLst/>
              <a:ahLst/>
              <a:cxnLst/>
              <a:rect l="l" t="t" r="r" b="b"/>
              <a:pathLst>
                <a:path w="3568" h="2308" extrusionOk="0">
                  <a:moveTo>
                    <a:pt x="3551" y="1"/>
                  </a:moveTo>
                  <a:lnTo>
                    <a:pt x="3519" y="17"/>
                  </a:lnTo>
                  <a:cubicBezTo>
                    <a:pt x="3063" y="154"/>
                    <a:pt x="2610" y="304"/>
                    <a:pt x="2170" y="457"/>
                  </a:cubicBezTo>
                  <a:cubicBezTo>
                    <a:pt x="1701" y="607"/>
                    <a:pt x="1229" y="760"/>
                    <a:pt x="776" y="894"/>
                  </a:cubicBezTo>
                  <a:cubicBezTo>
                    <a:pt x="554" y="978"/>
                    <a:pt x="336" y="1047"/>
                    <a:pt x="118" y="1112"/>
                  </a:cubicBezTo>
                  <a:cubicBezTo>
                    <a:pt x="69" y="1128"/>
                    <a:pt x="33" y="1164"/>
                    <a:pt x="33" y="1229"/>
                  </a:cubicBezTo>
                  <a:cubicBezTo>
                    <a:pt x="33" y="1584"/>
                    <a:pt x="33" y="1887"/>
                    <a:pt x="17" y="2174"/>
                  </a:cubicBezTo>
                  <a:cubicBezTo>
                    <a:pt x="1" y="2207"/>
                    <a:pt x="17" y="2223"/>
                    <a:pt x="17" y="2259"/>
                  </a:cubicBezTo>
                  <a:cubicBezTo>
                    <a:pt x="33" y="2275"/>
                    <a:pt x="33" y="2291"/>
                    <a:pt x="33" y="2291"/>
                  </a:cubicBezTo>
                  <a:cubicBezTo>
                    <a:pt x="33" y="2307"/>
                    <a:pt x="49" y="2307"/>
                    <a:pt x="49" y="2307"/>
                  </a:cubicBezTo>
                  <a:lnTo>
                    <a:pt x="69" y="2291"/>
                  </a:lnTo>
                  <a:cubicBezTo>
                    <a:pt x="49" y="2275"/>
                    <a:pt x="49" y="2259"/>
                    <a:pt x="49" y="2259"/>
                  </a:cubicBezTo>
                  <a:cubicBezTo>
                    <a:pt x="49" y="2223"/>
                    <a:pt x="33" y="2207"/>
                    <a:pt x="33" y="2174"/>
                  </a:cubicBezTo>
                  <a:cubicBezTo>
                    <a:pt x="49" y="1887"/>
                    <a:pt x="69" y="1584"/>
                    <a:pt x="69" y="1229"/>
                  </a:cubicBezTo>
                  <a:cubicBezTo>
                    <a:pt x="69" y="1180"/>
                    <a:pt x="85" y="1148"/>
                    <a:pt x="134" y="1128"/>
                  </a:cubicBezTo>
                  <a:cubicBezTo>
                    <a:pt x="352" y="1063"/>
                    <a:pt x="574" y="995"/>
                    <a:pt x="792" y="926"/>
                  </a:cubicBezTo>
                  <a:cubicBezTo>
                    <a:pt x="1245" y="776"/>
                    <a:pt x="1717" y="643"/>
                    <a:pt x="2170" y="473"/>
                  </a:cubicBezTo>
                  <a:cubicBezTo>
                    <a:pt x="2626" y="320"/>
                    <a:pt x="3079" y="187"/>
                    <a:pt x="3519" y="37"/>
                  </a:cubicBezTo>
                  <a:lnTo>
                    <a:pt x="3568" y="17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1528640" y="1976564"/>
              <a:ext cx="192293" cy="387268"/>
            </a:xfrm>
            <a:custGeom>
              <a:avLst/>
              <a:gdLst/>
              <a:ahLst/>
              <a:cxnLst/>
              <a:rect l="l" t="t" r="r" b="b"/>
              <a:pathLst>
                <a:path w="1936" h="3899" extrusionOk="0">
                  <a:moveTo>
                    <a:pt x="22" y="1"/>
                  </a:moveTo>
                  <a:cubicBezTo>
                    <a:pt x="17" y="1"/>
                    <a:pt x="17" y="8"/>
                    <a:pt x="17" y="8"/>
                  </a:cubicBezTo>
                  <a:cubicBezTo>
                    <a:pt x="1" y="8"/>
                    <a:pt x="17" y="24"/>
                    <a:pt x="17" y="24"/>
                  </a:cubicBezTo>
                  <a:cubicBezTo>
                    <a:pt x="49" y="44"/>
                    <a:pt x="86" y="77"/>
                    <a:pt x="102" y="109"/>
                  </a:cubicBezTo>
                  <a:cubicBezTo>
                    <a:pt x="102" y="125"/>
                    <a:pt x="118" y="125"/>
                    <a:pt x="118" y="145"/>
                  </a:cubicBezTo>
                  <a:cubicBezTo>
                    <a:pt x="267" y="363"/>
                    <a:pt x="405" y="582"/>
                    <a:pt x="554" y="800"/>
                  </a:cubicBezTo>
                  <a:cubicBezTo>
                    <a:pt x="974" y="1422"/>
                    <a:pt x="1415" y="2096"/>
                    <a:pt x="1851" y="2735"/>
                  </a:cubicBezTo>
                  <a:cubicBezTo>
                    <a:pt x="1903" y="2803"/>
                    <a:pt x="1920" y="2852"/>
                    <a:pt x="1920" y="2937"/>
                  </a:cubicBezTo>
                  <a:lnTo>
                    <a:pt x="1920" y="3728"/>
                  </a:lnTo>
                  <a:lnTo>
                    <a:pt x="1920" y="3745"/>
                  </a:lnTo>
                  <a:cubicBezTo>
                    <a:pt x="1920" y="3797"/>
                    <a:pt x="1920" y="3846"/>
                    <a:pt x="1867" y="3882"/>
                  </a:cubicBezTo>
                  <a:lnTo>
                    <a:pt x="1867" y="3898"/>
                  </a:lnTo>
                  <a:lnTo>
                    <a:pt x="1903" y="3898"/>
                  </a:lnTo>
                  <a:cubicBezTo>
                    <a:pt x="1936" y="3846"/>
                    <a:pt x="1936" y="3797"/>
                    <a:pt x="1936" y="3745"/>
                  </a:cubicBezTo>
                  <a:lnTo>
                    <a:pt x="1936" y="3728"/>
                  </a:lnTo>
                  <a:lnTo>
                    <a:pt x="1936" y="2937"/>
                  </a:lnTo>
                  <a:cubicBezTo>
                    <a:pt x="1936" y="2852"/>
                    <a:pt x="1920" y="2787"/>
                    <a:pt x="1867" y="2719"/>
                  </a:cubicBezTo>
                  <a:cubicBezTo>
                    <a:pt x="1431" y="2080"/>
                    <a:pt x="995" y="1422"/>
                    <a:pt x="570" y="784"/>
                  </a:cubicBezTo>
                  <a:cubicBezTo>
                    <a:pt x="421" y="565"/>
                    <a:pt x="288" y="347"/>
                    <a:pt x="134" y="125"/>
                  </a:cubicBezTo>
                  <a:cubicBezTo>
                    <a:pt x="134" y="125"/>
                    <a:pt x="134" y="109"/>
                    <a:pt x="118" y="93"/>
                  </a:cubicBezTo>
                  <a:cubicBezTo>
                    <a:pt x="102" y="60"/>
                    <a:pt x="65" y="24"/>
                    <a:pt x="33" y="8"/>
                  </a:cubicBezTo>
                  <a:cubicBezTo>
                    <a:pt x="28" y="3"/>
                    <a:pt x="24" y="1"/>
                    <a:pt x="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787973" y="345869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33" y="150"/>
                    <a:pt x="17" y="303"/>
                    <a:pt x="17" y="437"/>
                  </a:cubicBezTo>
                  <a:lnTo>
                    <a:pt x="17" y="675"/>
                  </a:lnTo>
                  <a:lnTo>
                    <a:pt x="17" y="808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8"/>
                  </a:lnTo>
                  <a:lnTo>
                    <a:pt x="49" y="675"/>
                  </a:lnTo>
                  <a:lnTo>
                    <a:pt x="49" y="437"/>
                  </a:lnTo>
                  <a:cubicBezTo>
                    <a:pt x="49" y="303"/>
                    <a:pt x="49" y="150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1521886" y="2181570"/>
              <a:ext cx="195869" cy="337506"/>
            </a:xfrm>
            <a:custGeom>
              <a:avLst/>
              <a:gdLst/>
              <a:ahLst/>
              <a:cxnLst/>
              <a:rect l="l" t="t" r="r" b="b"/>
              <a:pathLst>
                <a:path w="1972" h="3398" extrusionOk="0">
                  <a:moveTo>
                    <a:pt x="53" y="0"/>
                  </a:moveTo>
                  <a:lnTo>
                    <a:pt x="32" y="16"/>
                  </a:lnTo>
                  <a:cubicBezTo>
                    <a:pt x="0" y="117"/>
                    <a:pt x="0" y="251"/>
                    <a:pt x="32" y="404"/>
                  </a:cubicBezTo>
                  <a:lnTo>
                    <a:pt x="32" y="570"/>
                  </a:lnTo>
                  <a:cubicBezTo>
                    <a:pt x="16" y="687"/>
                    <a:pt x="16" y="808"/>
                    <a:pt x="117" y="925"/>
                  </a:cubicBezTo>
                  <a:cubicBezTo>
                    <a:pt x="202" y="1026"/>
                    <a:pt x="287" y="1127"/>
                    <a:pt x="356" y="1244"/>
                  </a:cubicBezTo>
                  <a:cubicBezTo>
                    <a:pt x="388" y="1293"/>
                    <a:pt x="436" y="1345"/>
                    <a:pt x="473" y="1394"/>
                  </a:cubicBezTo>
                  <a:cubicBezTo>
                    <a:pt x="909" y="2000"/>
                    <a:pt x="1265" y="2505"/>
                    <a:pt x="1600" y="2977"/>
                  </a:cubicBezTo>
                  <a:cubicBezTo>
                    <a:pt x="1648" y="3030"/>
                    <a:pt x="1685" y="3078"/>
                    <a:pt x="1717" y="3131"/>
                  </a:cubicBezTo>
                  <a:cubicBezTo>
                    <a:pt x="1769" y="3195"/>
                    <a:pt x="1818" y="3264"/>
                    <a:pt x="1870" y="3333"/>
                  </a:cubicBezTo>
                  <a:cubicBezTo>
                    <a:pt x="1887" y="3365"/>
                    <a:pt x="1903" y="3397"/>
                    <a:pt x="1951" y="3397"/>
                  </a:cubicBezTo>
                  <a:cubicBezTo>
                    <a:pt x="1971" y="3397"/>
                    <a:pt x="1971" y="3381"/>
                    <a:pt x="1971" y="3381"/>
                  </a:cubicBezTo>
                  <a:cubicBezTo>
                    <a:pt x="1971" y="3365"/>
                    <a:pt x="1951" y="3365"/>
                    <a:pt x="1951" y="3365"/>
                  </a:cubicBezTo>
                  <a:cubicBezTo>
                    <a:pt x="1919" y="3365"/>
                    <a:pt x="1903" y="3349"/>
                    <a:pt x="1887" y="3313"/>
                  </a:cubicBezTo>
                  <a:cubicBezTo>
                    <a:pt x="1834" y="3248"/>
                    <a:pt x="1786" y="3179"/>
                    <a:pt x="1733" y="3111"/>
                  </a:cubicBezTo>
                  <a:cubicBezTo>
                    <a:pt x="1701" y="3062"/>
                    <a:pt x="1669" y="3010"/>
                    <a:pt x="1632" y="2961"/>
                  </a:cubicBezTo>
                  <a:cubicBezTo>
                    <a:pt x="1297" y="2489"/>
                    <a:pt x="925" y="1984"/>
                    <a:pt x="489" y="1394"/>
                  </a:cubicBezTo>
                  <a:cubicBezTo>
                    <a:pt x="457" y="1329"/>
                    <a:pt x="420" y="1277"/>
                    <a:pt x="372" y="1228"/>
                  </a:cubicBezTo>
                  <a:cubicBezTo>
                    <a:pt x="303" y="1111"/>
                    <a:pt x="218" y="1010"/>
                    <a:pt x="133" y="909"/>
                  </a:cubicBezTo>
                  <a:cubicBezTo>
                    <a:pt x="53" y="808"/>
                    <a:pt x="53" y="687"/>
                    <a:pt x="53" y="570"/>
                  </a:cubicBezTo>
                  <a:cubicBezTo>
                    <a:pt x="69" y="521"/>
                    <a:pt x="69" y="453"/>
                    <a:pt x="53" y="384"/>
                  </a:cubicBezTo>
                  <a:cubicBezTo>
                    <a:pt x="32" y="251"/>
                    <a:pt x="32" y="133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2083569" y="2671044"/>
              <a:ext cx="103596" cy="267681"/>
            </a:xfrm>
            <a:custGeom>
              <a:avLst/>
              <a:gdLst/>
              <a:ahLst/>
              <a:cxnLst/>
              <a:rect l="l" t="t" r="r" b="b"/>
              <a:pathLst>
                <a:path w="1043" h="2695" extrusionOk="0">
                  <a:moveTo>
                    <a:pt x="33" y="1"/>
                  </a:moveTo>
                  <a:cubicBezTo>
                    <a:pt x="1" y="21"/>
                    <a:pt x="1" y="69"/>
                    <a:pt x="1" y="102"/>
                  </a:cubicBezTo>
                  <a:lnTo>
                    <a:pt x="1" y="122"/>
                  </a:lnTo>
                  <a:lnTo>
                    <a:pt x="1" y="425"/>
                  </a:lnTo>
                  <a:lnTo>
                    <a:pt x="1" y="776"/>
                  </a:lnTo>
                  <a:cubicBezTo>
                    <a:pt x="1" y="845"/>
                    <a:pt x="17" y="909"/>
                    <a:pt x="53" y="962"/>
                  </a:cubicBezTo>
                  <a:cubicBezTo>
                    <a:pt x="154" y="1111"/>
                    <a:pt x="271" y="1281"/>
                    <a:pt x="372" y="1435"/>
                  </a:cubicBezTo>
                  <a:cubicBezTo>
                    <a:pt x="522" y="1685"/>
                    <a:pt x="691" y="1940"/>
                    <a:pt x="877" y="2190"/>
                  </a:cubicBezTo>
                  <a:cubicBezTo>
                    <a:pt x="978" y="2323"/>
                    <a:pt x="1011" y="2445"/>
                    <a:pt x="994" y="2594"/>
                  </a:cubicBezTo>
                  <a:cubicBezTo>
                    <a:pt x="994" y="2626"/>
                    <a:pt x="994" y="2663"/>
                    <a:pt x="978" y="2679"/>
                  </a:cubicBezTo>
                  <a:lnTo>
                    <a:pt x="978" y="2695"/>
                  </a:lnTo>
                  <a:lnTo>
                    <a:pt x="994" y="2695"/>
                  </a:lnTo>
                  <a:cubicBezTo>
                    <a:pt x="1027" y="2663"/>
                    <a:pt x="1027" y="2626"/>
                    <a:pt x="1027" y="2594"/>
                  </a:cubicBezTo>
                  <a:cubicBezTo>
                    <a:pt x="1043" y="2445"/>
                    <a:pt x="994" y="2307"/>
                    <a:pt x="893" y="2174"/>
                  </a:cubicBezTo>
                  <a:cubicBezTo>
                    <a:pt x="724" y="1919"/>
                    <a:pt x="558" y="1669"/>
                    <a:pt x="388" y="1414"/>
                  </a:cubicBezTo>
                  <a:cubicBezTo>
                    <a:pt x="287" y="1265"/>
                    <a:pt x="186" y="1095"/>
                    <a:pt x="69" y="946"/>
                  </a:cubicBezTo>
                  <a:cubicBezTo>
                    <a:pt x="33" y="893"/>
                    <a:pt x="17" y="845"/>
                    <a:pt x="33" y="776"/>
                  </a:cubicBezTo>
                  <a:lnTo>
                    <a:pt x="33" y="425"/>
                  </a:lnTo>
                  <a:lnTo>
                    <a:pt x="33" y="122"/>
                  </a:lnTo>
                  <a:lnTo>
                    <a:pt x="33" y="102"/>
                  </a:lnTo>
                  <a:cubicBezTo>
                    <a:pt x="17" y="69"/>
                    <a:pt x="17" y="37"/>
                    <a:pt x="53" y="21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1765828" y="2368500"/>
              <a:ext cx="5264" cy="57112"/>
            </a:xfrm>
            <a:custGeom>
              <a:avLst/>
              <a:gdLst/>
              <a:ahLst/>
              <a:cxnLst/>
              <a:rect l="l" t="t" r="r" b="b"/>
              <a:pathLst>
                <a:path w="53" h="575" extrusionOk="0">
                  <a:moveTo>
                    <a:pt x="37" y="1"/>
                  </a:moveTo>
                  <a:cubicBezTo>
                    <a:pt x="37" y="1"/>
                    <a:pt x="20" y="1"/>
                    <a:pt x="20" y="17"/>
                  </a:cubicBezTo>
                  <a:cubicBezTo>
                    <a:pt x="0" y="118"/>
                    <a:pt x="0" y="239"/>
                    <a:pt x="20" y="356"/>
                  </a:cubicBezTo>
                  <a:lnTo>
                    <a:pt x="20" y="558"/>
                  </a:lnTo>
                  <a:cubicBezTo>
                    <a:pt x="0" y="558"/>
                    <a:pt x="20" y="574"/>
                    <a:pt x="20" y="574"/>
                  </a:cubicBezTo>
                  <a:cubicBezTo>
                    <a:pt x="37" y="574"/>
                    <a:pt x="37" y="558"/>
                    <a:pt x="37" y="558"/>
                  </a:cubicBezTo>
                  <a:lnTo>
                    <a:pt x="37" y="356"/>
                  </a:lnTo>
                  <a:cubicBezTo>
                    <a:pt x="37" y="239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1287876" y="3119198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33" y="187"/>
                    <a:pt x="17" y="356"/>
                    <a:pt x="17" y="522"/>
                  </a:cubicBezTo>
                  <a:lnTo>
                    <a:pt x="17" y="538"/>
                  </a:lnTo>
                  <a:cubicBezTo>
                    <a:pt x="1" y="692"/>
                    <a:pt x="1" y="841"/>
                    <a:pt x="17" y="978"/>
                  </a:cubicBezTo>
                  <a:cubicBezTo>
                    <a:pt x="17" y="995"/>
                    <a:pt x="17" y="995"/>
                    <a:pt x="33" y="995"/>
                  </a:cubicBezTo>
                  <a:lnTo>
                    <a:pt x="33" y="978"/>
                  </a:lnTo>
                  <a:cubicBezTo>
                    <a:pt x="17" y="841"/>
                    <a:pt x="33" y="692"/>
                    <a:pt x="33" y="558"/>
                  </a:cubicBezTo>
                  <a:lnTo>
                    <a:pt x="33" y="522"/>
                  </a:lnTo>
                  <a:cubicBezTo>
                    <a:pt x="49" y="356"/>
                    <a:pt x="49" y="187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1419978" y="1028010"/>
              <a:ext cx="767186" cy="1407634"/>
            </a:xfrm>
            <a:custGeom>
              <a:avLst/>
              <a:gdLst/>
              <a:ahLst/>
              <a:cxnLst/>
              <a:rect l="l" t="t" r="r" b="b"/>
              <a:pathLst>
                <a:path w="7724" h="14172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117"/>
                    <a:pt x="150" y="234"/>
                    <a:pt x="202" y="351"/>
                  </a:cubicBezTo>
                  <a:cubicBezTo>
                    <a:pt x="234" y="384"/>
                    <a:pt x="251" y="436"/>
                    <a:pt x="271" y="485"/>
                  </a:cubicBezTo>
                  <a:cubicBezTo>
                    <a:pt x="723" y="1277"/>
                    <a:pt x="1159" y="2085"/>
                    <a:pt x="1600" y="2876"/>
                  </a:cubicBezTo>
                  <a:lnTo>
                    <a:pt x="1802" y="3248"/>
                  </a:lnTo>
                  <a:cubicBezTo>
                    <a:pt x="1967" y="3551"/>
                    <a:pt x="2137" y="3870"/>
                    <a:pt x="2307" y="4173"/>
                  </a:cubicBezTo>
                  <a:cubicBezTo>
                    <a:pt x="2509" y="4524"/>
                    <a:pt x="2711" y="4896"/>
                    <a:pt x="2896" y="5252"/>
                  </a:cubicBezTo>
                  <a:cubicBezTo>
                    <a:pt x="3078" y="5555"/>
                    <a:pt x="3248" y="5874"/>
                    <a:pt x="3418" y="6177"/>
                  </a:cubicBezTo>
                  <a:cubicBezTo>
                    <a:pt x="3603" y="6512"/>
                    <a:pt x="3805" y="6867"/>
                    <a:pt x="3987" y="7219"/>
                  </a:cubicBezTo>
                  <a:cubicBezTo>
                    <a:pt x="4141" y="7490"/>
                    <a:pt x="4290" y="7756"/>
                    <a:pt x="4428" y="8011"/>
                  </a:cubicBezTo>
                  <a:cubicBezTo>
                    <a:pt x="4593" y="8314"/>
                    <a:pt x="4763" y="8633"/>
                    <a:pt x="4932" y="8936"/>
                  </a:cubicBezTo>
                  <a:cubicBezTo>
                    <a:pt x="5050" y="9170"/>
                    <a:pt x="5183" y="9408"/>
                    <a:pt x="5320" y="9627"/>
                  </a:cubicBezTo>
                  <a:cubicBezTo>
                    <a:pt x="5502" y="9962"/>
                    <a:pt x="5704" y="10317"/>
                    <a:pt x="5890" y="10669"/>
                  </a:cubicBezTo>
                  <a:cubicBezTo>
                    <a:pt x="6092" y="11040"/>
                    <a:pt x="6294" y="11412"/>
                    <a:pt x="6496" y="11764"/>
                  </a:cubicBezTo>
                  <a:cubicBezTo>
                    <a:pt x="6649" y="12050"/>
                    <a:pt x="6815" y="12353"/>
                    <a:pt x="6985" y="12656"/>
                  </a:cubicBezTo>
                  <a:lnTo>
                    <a:pt x="7053" y="12790"/>
                  </a:lnTo>
                  <a:cubicBezTo>
                    <a:pt x="7239" y="13145"/>
                    <a:pt x="7441" y="13497"/>
                    <a:pt x="7623" y="13836"/>
                  </a:cubicBezTo>
                  <a:cubicBezTo>
                    <a:pt x="7692" y="13937"/>
                    <a:pt x="7692" y="14038"/>
                    <a:pt x="7659" y="14155"/>
                  </a:cubicBezTo>
                  <a:lnTo>
                    <a:pt x="7659" y="14171"/>
                  </a:lnTo>
                  <a:lnTo>
                    <a:pt x="7675" y="14171"/>
                  </a:lnTo>
                  <a:cubicBezTo>
                    <a:pt x="7724" y="14038"/>
                    <a:pt x="7708" y="13937"/>
                    <a:pt x="7659" y="13816"/>
                  </a:cubicBezTo>
                  <a:cubicBezTo>
                    <a:pt x="7457" y="13480"/>
                    <a:pt x="7271" y="13129"/>
                    <a:pt x="7086" y="12773"/>
                  </a:cubicBezTo>
                  <a:lnTo>
                    <a:pt x="7001" y="12640"/>
                  </a:lnTo>
                  <a:cubicBezTo>
                    <a:pt x="6851" y="12337"/>
                    <a:pt x="6682" y="12050"/>
                    <a:pt x="6512" y="11747"/>
                  </a:cubicBezTo>
                  <a:cubicBezTo>
                    <a:pt x="6330" y="11392"/>
                    <a:pt x="6108" y="11024"/>
                    <a:pt x="5926" y="10653"/>
                  </a:cubicBezTo>
                  <a:cubicBezTo>
                    <a:pt x="5740" y="10301"/>
                    <a:pt x="5538" y="9946"/>
                    <a:pt x="5336" y="9610"/>
                  </a:cubicBezTo>
                  <a:cubicBezTo>
                    <a:pt x="5219" y="9392"/>
                    <a:pt x="5082" y="9154"/>
                    <a:pt x="4949" y="8920"/>
                  </a:cubicBezTo>
                  <a:cubicBezTo>
                    <a:pt x="4779" y="8617"/>
                    <a:pt x="4613" y="8298"/>
                    <a:pt x="4444" y="7995"/>
                  </a:cubicBezTo>
                  <a:cubicBezTo>
                    <a:pt x="4310" y="7740"/>
                    <a:pt x="4157" y="7473"/>
                    <a:pt x="4024" y="7203"/>
                  </a:cubicBezTo>
                  <a:cubicBezTo>
                    <a:pt x="3822" y="6867"/>
                    <a:pt x="3636" y="6512"/>
                    <a:pt x="3434" y="6161"/>
                  </a:cubicBezTo>
                  <a:cubicBezTo>
                    <a:pt x="3264" y="5858"/>
                    <a:pt x="3098" y="5555"/>
                    <a:pt x="2929" y="5231"/>
                  </a:cubicBezTo>
                  <a:cubicBezTo>
                    <a:pt x="2727" y="4880"/>
                    <a:pt x="2525" y="4508"/>
                    <a:pt x="2339" y="4157"/>
                  </a:cubicBezTo>
                  <a:cubicBezTo>
                    <a:pt x="2169" y="3854"/>
                    <a:pt x="2004" y="3551"/>
                    <a:pt x="1834" y="3232"/>
                  </a:cubicBezTo>
                  <a:lnTo>
                    <a:pt x="1616" y="2860"/>
                  </a:lnTo>
                  <a:cubicBezTo>
                    <a:pt x="1196" y="2068"/>
                    <a:pt x="739" y="1260"/>
                    <a:pt x="303" y="469"/>
                  </a:cubicBezTo>
                  <a:cubicBezTo>
                    <a:pt x="271" y="420"/>
                    <a:pt x="251" y="368"/>
                    <a:pt x="234" y="335"/>
                  </a:cubicBezTo>
                  <a:cubicBezTo>
                    <a:pt x="170" y="218"/>
                    <a:pt x="117" y="101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1645446" y="1846944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21" y="0"/>
                  </a:moveTo>
                  <a:lnTo>
                    <a:pt x="0" y="16"/>
                  </a:lnTo>
                  <a:lnTo>
                    <a:pt x="0" y="541"/>
                  </a:lnTo>
                  <a:lnTo>
                    <a:pt x="21" y="557"/>
                  </a:lnTo>
                  <a:lnTo>
                    <a:pt x="37" y="541"/>
                  </a:lnTo>
                  <a:lnTo>
                    <a:pt x="37" y="1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941629" y="1557611"/>
              <a:ext cx="5364" cy="70322"/>
            </a:xfrm>
            <a:custGeom>
              <a:avLst/>
              <a:gdLst/>
              <a:ahLst/>
              <a:cxnLst/>
              <a:rect l="l" t="t" r="r" b="b"/>
              <a:pathLst>
                <a:path w="54" h="708" extrusionOk="0">
                  <a:moveTo>
                    <a:pt x="17" y="0"/>
                  </a:moveTo>
                  <a:lnTo>
                    <a:pt x="17" y="21"/>
                  </a:lnTo>
                  <a:lnTo>
                    <a:pt x="17" y="271"/>
                  </a:lnTo>
                  <a:cubicBezTo>
                    <a:pt x="17" y="404"/>
                    <a:pt x="1" y="558"/>
                    <a:pt x="17" y="691"/>
                  </a:cubicBezTo>
                  <a:lnTo>
                    <a:pt x="37" y="707"/>
                  </a:lnTo>
                  <a:cubicBezTo>
                    <a:pt x="53" y="707"/>
                    <a:pt x="53" y="691"/>
                    <a:pt x="53" y="691"/>
                  </a:cubicBezTo>
                  <a:cubicBezTo>
                    <a:pt x="37" y="558"/>
                    <a:pt x="37" y="404"/>
                    <a:pt x="37" y="271"/>
                  </a:cubicBezTo>
                  <a:lnTo>
                    <a:pt x="37" y="21"/>
                  </a:lnTo>
                  <a:cubicBezTo>
                    <a:pt x="37" y="0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1416701" y="2650980"/>
              <a:ext cx="80354" cy="83930"/>
            </a:xfrm>
            <a:custGeom>
              <a:avLst/>
              <a:gdLst/>
              <a:ahLst/>
              <a:cxnLst/>
              <a:rect l="l" t="t" r="r" b="b"/>
              <a:pathLst>
                <a:path w="809" h="845" extrusionOk="0">
                  <a:moveTo>
                    <a:pt x="17" y="1"/>
                  </a:moveTo>
                  <a:cubicBezTo>
                    <a:pt x="1" y="1"/>
                    <a:pt x="1" y="21"/>
                    <a:pt x="1" y="21"/>
                  </a:cubicBezTo>
                  <a:cubicBezTo>
                    <a:pt x="1" y="37"/>
                    <a:pt x="1" y="37"/>
                    <a:pt x="17" y="37"/>
                  </a:cubicBezTo>
                  <a:cubicBezTo>
                    <a:pt x="65" y="37"/>
                    <a:pt x="82" y="69"/>
                    <a:pt x="118" y="102"/>
                  </a:cubicBezTo>
                  <a:cubicBezTo>
                    <a:pt x="183" y="186"/>
                    <a:pt x="267" y="287"/>
                    <a:pt x="352" y="372"/>
                  </a:cubicBezTo>
                  <a:cubicBezTo>
                    <a:pt x="453" y="489"/>
                    <a:pt x="554" y="606"/>
                    <a:pt x="639" y="728"/>
                  </a:cubicBezTo>
                  <a:cubicBezTo>
                    <a:pt x="671" y="776"/>
                    <a:pt x="708" y="829"/>
                    <a:pt x="788" y="845"/>
                  </a:cubicBezTo>
                  <a:cubicBezTo>
                    <a:pt x="788" y="845"/>
                    <a:pt x="809" y="845"/>
                    <a:pt x="809" y="829"/>
                  </a:cubicBezTo>
                  <a:cubicBezTo>
                    <a:pt x="809" y="829"/>
                    <a:pt x="788" y="829"/>
                    <a:pt x="788" y="808"/>
                  </a:cubicBezTo>
                  <a:cubicBezTo>
                    <a:pt x="724" y="808"/>
                    <a:pt x="687" y="760"/>
                    <a:pt x="655" y="707"/>
                  </a:cubicBezTo>
                  <a:cubicBezTo>
                    <a:pt x="570" y="590"/>
                    <a:pt x="469" y="473"/>
                    <a:pt x="368" y="356"/>
                  </a:cubicBezTo>
                  <a:cubicBezTo>
                    <a:pt x="284" y="271"/>
                    <a:pt x="203" y="170"/>
                    <a:pt x="134" y="85"/>
                  </a:cubicBezTo>
                  <a:cubicBezTo>
                    <a:pt x="102" y="53"/>
                    <a:pt x="65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980167" y="3064272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33" y="81"/>
                    <a:pt x="17" y="166"/>
                    <a:pt x="17" y="251"/>
                  </a:cubicBezTo>
                  <a:cubicBezTo>
                    <a:pt x="1" y="303"/>
                    <a:pt x="1" y="352"/>
                    <a:pt x="1" y="421"/>
                  </a:cubicBezTo>
                  <a:lnTo>
                    <a:pt x="1" y="606"/>
                  </a:lnTo>
                  <a:cubicBezTo>
                    <a:pt x="1" y="707"/>
                    <a:pt x="1" y="808"/>
                    <a:pt x="17" y="909"/>
                  </a:cubicBezTo>
                  <a:cubicBezTo>
                    <a:pt x="17" y="925"/>
                    <a:pt x="17" y="925"/>
                    <a:pt x="33" y="925"/>
                  </a:cubicBezTo>
                  <a:cubicBezTo>
                    <a:pt x="33" y="925"/>
                    <a:pt x="53" y="925"/>
                    <a:pt x="53" y="909"/>
                  </a:cubicBezTo>
                  <a:cubicBezTo>
                    <a:pt x="17" y="808"/>
                    <a:pt x="33" y="707"/>
                    <a:pt x="33" y="606"/>
                  </a:cubicBezTo>
                  <a:lnTo>
                    <a:pt x="33" y="421"/>
                  </a:lnTo>
                  <a:lnTo>
                    <a:pt x="33" y="251"/>
                  </a:lnTo>
                  <a:cubicBezTo>
                    <a:pt x="53" y="166"/>
                    <a:pt x="53" y="8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1739308" y="2438723"/>
              <a:ext cx="169051" cy="356378"/>
            </a:xfrm>
            <a:custGeom>
              <a:avLst/>
              <a:gdLst/>
              <a:ahLst/>
              <a:cxnLst/>
              <a:rect l="l" t="t" r="r" b="b"/>
              <a:pathLst>
                <a:path w="1702" h="358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18"/>
                    <a:pt x="65" y="203"/>
                    <a:pt x="134" y="287"/>
                  </a:cubicBezTo>
                  <a:cubicBezTo>
                    <a:pt x="134" y="287"/>
                    <a:pt x="150" y="304"/>
                    <a:pt x="150" y="320"/>
                  </a:cubicBezTo>
                  <a:cubicBezTo>
                    <a:pt x="554" y="861"/>
                    <a:pt x="926" y="1414"/>
                    <a:pt x="1277" y="1919"/>
                  </a:cubicBezTo>
                  <a:cubicBezTo>
                    <a:pt x="1314" y="1988"/>
                    <a:pt x="1362" y="2037"/>
                    <a:pt x="1415" y="2089"/>
                  </a:cubicBezTo>
                  <a:cubicBezTo>
                    <a:pt x="1516" y="2222"/>
                    <a:pt x="1616" y="2360"/>
                    <a:pt x="1649" y="2525"/>
                  </a:cubicBezTo>
                  <a:cubicBezTo>
                    <a:pt x="1665" y="2663"/>
                    <a:pt x="1665" y="2812"/>
                    <a:pt x="1665" y="2945"/>
                  </a:cubicBezTo>
                  <a:cubicBezTo>
                    <a:pt x="1665" y="3014"/>
                    <a:pt x="1649" y="3083"/>
                    <a:pt x="1649" y="3147"/>
                  </a:cubicBezTo>
                  <a:cubicBezTo>
                    <a:pt x="1649" y="3168"/>
                    <a:pt x="1649" y="3184"/>
                    <a:pt x="1665" y="3200"/>
                  </a:cubicBezTo>
                  <a:cubicBezTo>
                    <a:pt x="1665" y="3232"/>
                    <a:pt x="1665" y="3269"/>
                    <a:pt x="1649" y="3285"/>
                  </a:cubicBezTo>
                  <a:cubicBezTo>
                    <a:pt x="1616" y="3370"/>
                    <a:pt x="1633" y="3434"/>
                    <a:pt x="1649" y="3519"/>
                  </a:cubicBezTo>
                  <a:cubicBezTo>
                    <a:pt x="1665" y="3535"/>
                    <a:pt x="1665" y="3551"/>
                    <a:pt x="1665" y="3572"/>
                  </a:cubicBezTo>
                  <a:cubicBezTo>
                    <a:pt x="1665" y="3588"/>
                    <a:pt x="1681" y="3588"/>
                    <a:pt x="1681" y="3588"/>
                  </a:cubicBezTo>
                  <a:cubicBezTo>
                    <a:pt x="1701" y="3588"/>
                    <a:pt x="1701" y="3588"/>
                    <a:pt x="1701" y="3572"/>
                  </a:cubicBezTo>
                  <a:cubicBezTo>
                    <a:pt x="1681" y="3551"/>
                    <a:pt x="1681" y="3519"/>
                    <a:pt x="1681" y="3503"/>
                  </a:cubicBezTo>
                  <a:cubicBezTo>
                    <a:pt x="1665" y="3434"/>
                    <a:pt x="1649" y="3370"/>
                    <a:pt x="1681" y="3301"/>
                  </a:cubicBezTo>
                  <a:cubicBezTo>
                    <a:pt x="1701" y="3269"/>
                    <a:pt x="1681" y="3232"/>
                    <a:pt x="1681" y="3184"/>
                  </a:cubicBezTo>
                  <a:lnTo>
                    <a:pt x="1681" y="3147"/>
                  </a:lnTo>
                  <a:lnTo>
                    <a:pt x="1681" y="2945"/>
                  </a:lnTo>
                  <a:cubicBezTo>
                    <a:pt x="1701" y="2812"/>
                    <a:pt x="1701" y="2663"/>
                    <a:pt x="1681" y="2525"/>
                  </a:cubicBezTo>
                  <a:cubicBezTo>
                    <a:pt x="1649" y="2340"/>
                    <a:pt x="1532" y="2206"/>
                    <a:pt x="1431" y="2073"/>
                  </a:cubicBezTo>
                  <a:cubicBezTo>
                    <a:pt x="1378" y="2020"/>
                    <a:pt x="1330" y="1972"/>
                    <a:pt x="1297" y="1903"/>
                  </a:cubicBezTo>
                  <a:cubicBezTo>
                    <a:pt x="958" y="1398"/>
                    <a:pt x="570" y="861"/>
                    <a:pt x="166" y="304"/>
                  </a:cubicBezTo>
                  <a:cubicBezTo>
                    <a:pt x="166" y="287"/>
                    <a:pt x="166" y="271"/>
                    <a:pt x="150" y="271"/>
                  </a:cubicBezTo>
                  <a:cubicBezTo>
                    <a:pt x="85" y="186"/>
                    <a:pt x="33" y="102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1291154" y="2428691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0"/>
                    <a:pt x="16" y="340"/>
                    <a:pt x="0" y="489"/>
                  </a:cubicBezTo>
                  <a:lnTo>
                    <a:pt x="0" y="542"/>
                  </a:lnTo>
                  <a:lnTo>
                    <a:pt x="0" y="861"/>
                  </a:lnTo>
                  <a:lnTo>
                    <a:pt x="33" y="861"/>
                  </a:lnTo>
                  <a:cubicBezTo>
                    <a:pt x="16" y="760"/>
                    <a:pt x="16" y="659"/>
                    <a:pt x="33" y="542"/>
                  </a:cubicBezTo>
                  <a:lnTo>
                    <a:pt x="33" y="489"/>
                  </a:lnTo>
                  <a:cubicBezTo>
                    <a:pt x="33" y="340"/>
                    <a:pt x="53" y="170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1841216" y="2319930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cubicBezTo>
                    <a:pt x="1" y="102"/>
                    <a:pt x="1" y="203"/>
                    <a:pt x="1" y="304"/>
                  </a:cubicBezTo>
                  <a:cubicBezTo>
                    <a:pt x="17" y="372"/>
                    <a:pt x="17" y="425"/>
                    <a:pt x="1" y="490"/>
                  </a:cubicBezTo>
                  <a:cubicBezTo>
                    <a:pt x="1" y="506"/>
                    <a:pt x="1" y="526"/>
                    <a:pt x="17" y="542"/>
                  </a:cubicBezTo>
                  <a:cubicBezTo>
                    <a:pt x="17" y="574"/>
                    <a:pt x="17" y="607"/>
                    <a:pt x="1" y="627"/>
                  </a:cubicBezTo>
                  <a:lnTo>
                    <a:pt x="1" y="643"/>
                  </a:lnTo>
                  <a:lnTo>
                    <a:pt x="1" y="659"/>
                  </a:lnTo>
                  <a:lnTo>
                    <a:pt x="17" y="643"/>
                  </a:lnTo>
                  <a:cubicBezTo>
                    <a:pt x="33" y="607"/>
                    <a:pt x="33" y="574"/>
                    <a:pt x="33" y="542"/>
                  </a:cubicBezTo>
                  <a:lnTo>
                    <a:pt x="33" y="490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704540" y="2697961"/>
              <a:ext cx="1689" cy="70322"/>
            </a:xfrm>
            <a:custGeom>
              <a:avLst/>
              <a:gdLst/>
              <a:ahLst/>
              <a:cxnLst/>
              <a:rect l="l" t="t" r="r" b="b"/>
              <a:pathLst>
                <a:path w="17" h="70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691"/>
                  </a:lnTo>
                  <a:cubicBezTo>
                    <a:pt x="0" y="707"/>
                    <a:pt x="0" y="707"/>
                    <a:pt x="16" y="707"/>
                  </a:cubicBezTo>
                  <a:lnTo>
                    <a:pt x="16" y="691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035591" y="3545799"/>
              <a:ext cx="4867" cy="98332"/>
            </a:xfrm>
            <a:custGeom>
              <a:avLst/>
              <a:gdLst/>
              <a:ahLst/>
              <a:cxnLst/>
              <a:rect l="l" t="t" r="r" b="b"/>
              <a:pathLst>
                <a:path w="49" h="990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32" y="234"/>
                    <a:pt x="16" y="469"/>
                    <a:pt x="16" y="687"/>
                  </a:cubicBezTo>
                  <a:cubicBezTo>
                    <a:pt x="0" y="723"/>
                    <a:pt x="16" y="772"/>
                    <a:pt x="16" y="824"/>
                  </a:cubicBezTo>
                  <a:lnTo>
                    <a:pt x="16" y="974"/>
                  </a:lnTo>
                  <a:cubicBezTo>
                    <a:pt x="16" y="990"/>
                    <a:pt x="16" y="990"/>
                    <a:pt x="32" y="990"/>
                  </a:cubicBezTo>
                  <a:cubicBezTo>
                    <a:pt x="49" y="925"/>
                    <a:pt x="49" y="873"/>
                    <a:pt x="32" y="824"/>
                  </a:cubicBezTo>
                  <a:lnTo>
                    <a:pt x="32" y="687"/>
                  </a:lnTo>
                  <a:cubicBezTo>
                    <a:pt x="49" y="469"/>
                    <a:pt x="49" y="234"/>
                    <a:pt x="32" y="16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765828" y="2838407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0"/>
                  </a:moveTo>
                  <a:cubicBezTo>
                    <a:pt x="0" y="101"/>
                    <a:pt x="0" y="186"/>
                    <a:pt x="20" y="271"/>
                  </a:cubicBezTo>
                  <a:cubicBezTo>
                    <a:pt x="20" y="356"/>
                    <a:pt x="20" y="436"/>
                    <a:pt x="0" y="521"/>
                  </a:cubicBezTo>
                  <a:lnTo>
                    <a:pt x="0" y="537"/>
                  </a:lnTo>
                  <a:lnTo>
                    <a:pt x="20" y="537"/>
                  </a:lnTo>
                  <a:lnTo>
                    <a:pt x="20" y="521"/>
                  </a:lnTo>
                  <a:cubicBezTo>
                    <a:pt x="37" y="436"/>
                    <a:pt x="37" y="356"/>
                    <a:pt x="37" y="271"/>
                  </a:cubicBezTo>
                  <a:cubicBezTo>
                    <a:pt x="37" y="186"/>
                    <a:pt x="37" y="101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1381440" y="2560694"/>
              <a:ext cx="5264" cy="92372"/>
            </a:xfrm>
            <a:custGeom>
              <a:avLst/>
              <a:gdLst/>
              <a:ahLst/>
              <a:cxnLst/>
              <a:rect l="l" t="t" r="r" b="b"/>
              <a:pathLst>
                <a:path w="53" h="930" extrusionOk="0">
                  <a:moveTo>
                    <a:pt x="16" y="1"/>
                  </a:moveTo>
                  <a:cubicBezTo>
                    <a:pt x="0" y="1"/>
                    <a:pt x="0" y="1"/>
                    <a:pt x="0" y="21"/>
                  </a:cubicBezTo>
                  <a:cubicBezTo>
                    <a:pt x="16" y="138"/>
                    <a:pt x="16" y="271"/>
                    <a:pt x="16" y="388"/>
                  </a:cubicBezTo>
                  <a:lnTo>
                    <a:pt x="16" y="607"/>
                  </a:lnTo>
                  <a:lnTo>
                    <a:pt x="16" y="809"/>
                  </a:lnTo>
                  <a:lnTo>
                    <a:pt x="16" y="910"/>
                  </a:lnTo>
                  <a:cubicBezTo>
                    <a:pt x="16" y="930"/>
                    <a:pt x="16" y="930"/>
                    <a:pt x="33" y="930"/>
                  </a:cubicBezTo>
                  <a:cubicBezTo>
                    <a:pt x="33" y="930"/>
                    <a:pt x="53" y="930"/>
                    <a:pt x="53" y="910"/>
                  </a:cubicBezTo>
                  <a:lnTo>
                    <a:pt x="53" y="829"/>
                  </a:lnTo>
                  <a:cubicBezTo>
                    <a:pt x="53" y="744"/>
                    <a:pt x="53" y="675"/>
                    <a:pt x="33" y="607"/>
                  </a:cubicBezTo>
                  <a:cubicBezTo>
                    <a:pt x="33" y="542"/>
                    <a:pt x="33" y="457"/>
                    <a:pt x="53" y="388"/>
                  </a:cubicBezTo>
                  <a:cubicBezTo>
                    <a:pt x="53" y="271"/>
                    <a:pt x="53" y="138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1735732" y="3216338"/>
              <a:ext cx="172627" cy="284169"/>
            </a:xfrm>
            <a:custGeom>
              <a:avLst/>
              <a:gdLst/>
              <a:ahLst/>
              <a:cxnLst/>
              <a:rect l="l" t="t" r="r" b="b"/>
              <a:pathLst>
                <a:path w="1738" h="2861" extrusionOk="0">
                  <a:moveTo>
                    <a:pt x="20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0" y="101"/>
                    <a:pt x="53" y="150"/>
                    <a:pt x="101" y="202"/>
                  </a:cubicBezTo>
                  <a:cubicBezTo>
                    <a:pt x="121" y="219"/>
                    <a:pt x="138" y="235"/>
                    <a:pt x="154" y="235"/>
                  </a:cubicBezTo>
                  <a:cubicBezTo>
                    <a:pt x="222" y="320"/>
                    <a:pt x="303" y="388"/>
                    <a:pt x="372" y="469"/>
                  </a:cubicBezTo>
                  <a:cubicBezTo>
                    <a:pt x="675" y="792"/>
                    <a:pt x="994" y="1127"/>
                    <a:pt x="1297" y="1479"/>
                  </a:cubicBezTo>
                  <a:cubicBezTo>
                    <a:pt x="1333" y="1515"/>
                    <a:pt x="1382" y="1564"/>
                    <a:pt x="1414" y="1600"/>
                  </a:cubicBezTo>
                  <a:cubicBezTo>
                    <a:pt x="1483" y="1665"/>
                    <a:pt x="1552" y="1733"/>
                    <a:pt x="1600" y="1802"/>
                  </a:cubicBezTo>
                  <a:cubicBezTo>
                    <a:pt x="1616" y="1818"/>
                    <a:pt x="1616" y="1818"/>
                    <a:pt x="1636" y="1834"/>
                  </a:cubicBezTo>
                  <a:cubicBezTo>
                    <a:pt x="1669" y="1867"/>
                    <a:pt x="1701" y="1903"/>
                    <a:pt x="1701" y="1952"/>
                  </a:cubicBezTo>
                  <a:cubicBezTo>
                    <a:pt x="1685" y="2121"/>
                    <a:pt x="1685" y="2287"/>
                    <a:pt x="1685" y="2440"/>
                  </a:cubicBezTo>
                  <a:cubicBezTo>
                    <a:pt x="1685" y="2541"/>
                    <a:pt x="1701" y="2642"/>
                    <a:pt x="1685" y="2727"/>
                  </a:cubicBezTo>
                  <a:cubicBezTo>
                    <a:pt x="1685" y="2760"/>
                    <a:pt x="1685" y="2812"/>
                    <a:pt x="1669" y="2844"/>
                  </a:cubicBezTo>
                  <a:lnTo>
                    <a:pt x="1669" y="2861"/>
                  </a:lnTo>
                  <a:lnTo>
                    <a:pt x="1685" y="2861"/>
                  </a:lnTo>
                  <a:cubicBezTo>
                    <a:pt x="1717" y="2812"/>
                    <a:pt x="1717" y="2776"/>
                    <a:pt x="1717" y="2727"/>
                  </a:cubicBezTo>
                  <a:lnTo>
                    <a:pt x="1717" y="2440"/>
                  </a:lnTo>
                  <a:cubicBezTo>
                    <a:pt x="1717" y="2287"/>
                    <a:pt x="1717" y="2121"/>
                    <a:pt x="1737" y="1968"/>
                  </a:cubicBezTo>
                  <a:cubicBezTo>
                    <a:pt x="1737" y="1903"/>
                    <a:pt x="1701" y="1851"/>
                    <a:pt x="1652" y="1818"/>
                  </a:cubicBezTo>
                  <a:lnTo>
                    <a:pt x="1616" y="1782"/>
                  </a:lnTo>
                  <a:cubicBezTo>
                    <a:pt x="1568" y="1717"/>
                    <a:pt x="1499" y="1649"/>
                    <a:pt x="1434" y="1580"/>
                  </a:cubicBezTo>
                  <a:cubicBezTo>
                    <a:pt x="1398" y="1548"/>
                    <a:pt x="1366" y="1499"/>
                    <a:pt x="1313" y="1463"/>
                  </a:cubicBezTo>
                  <a:cubicBezTo>
                    <a:pt x="1010" y="1111"/>
                    <a:pt x="691" y="772"/>
                    <a:pt x="388" y="453"/>
                  </a:cubicBezTo>
                  <a:cubicBezTo>
                    <a:pt x="323" y="368"/>
                    <a:pt x="239" y="303"/>
                    <a:pt x="170" y="219"/>
                  </a:cubicBezTo>
                  <a:cubicBezTo>
                    <a:pt x="154" y="202"/>
                    <a:pt x="138" y="202"/>
                    <a:pt x="121" y="186"/>
                  </a:cubicBezTo>
                  <a:cubicBezTo>
                    <a:pt x="69" y="134"/>
                    <a:pt x="37" y="85"/>
                    <a:pt x="37" y="1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856607" y="1937132"/>
              <a:ext cx="355981" cy="279401"/>
            </a:xfrm>
            <a:custGeom>
              <a:avLst/>
              <a:gdLst/>
              <a:ahLst/>
              <a:cxnLst/>
              <a:rect l="l" t="t" r="r" b="b"/>
              <a:pathLst>
                <a:path w="3584" h="2813" extrusionOk="0">
                  <a:moveTo>
                    <a:pt x="3535" y="1"/>
                  </a:moveTo>
                  <a:lnTo>
                    <a:pt x="3535" y="17"/>
                  </a:lnTo>
                  <a:cubicBezTo>
                    <a:pt x="3551" y="37"/>
                    <a:pt x="3551" y="53"/>
                    <a:pt x="3551" y="86"/>
                  </a:cubicBezTo>
                  <a:lnTo>
                    <a:pt x="3551" y="102"/>
                  </a:lnTo>
                  <a:lnTo>
                    <a:pt x="3551" y="320"/>
                  </a:lnTo>
                  <a:lnTo>
                    <a:pt x="3551" y="946"/>
                  </a:lnTo>
                  <a:cubicBezTo>
                    <a:pt x="3567" y="995"/>
                    <a:pt x="3551" y="1027"/>
                    <a:pt x="3483" y="1063"/>
                  </a:cubicBezTo>
                  <a:cubicBezTo>
                    <a:pt x="3180" y="1213"/>
                    <a:pt x="2860" y="1383"/>
                    <a:pt x="2557" y="1532"/>
                  </a:cubicBezTo>
                  <a:cubicBezTo>
                    <a:pt x="2339" y="1633"/>
                    <a:pt x="2121" y="1754"/>
                    <a:pt x="1903" y="1855"/>
                  </a:cubicBezTo>
                  <a:cubicBezTo>
                    <a:pt x="1531" y="2037"/>
                    <a:pt x="1144" y="2223"/>
                    <a:pt x="792" y="2409"/>
                  </a:cubicBezTo>
                  <a:lnTo>
                    <a:pt x="505" y="2542"/>
                  </a:lnTo>
                  <a:cubicBezTo>
                    <a:pt x="404" y="2611"/>
                    <a:pt x="287" y="2663"/>
                    <a:pt x="166" y="2712"/>
                  </a:cubicBezTo>
                  <a:lnTo>
                    <a:pt x="17" y="2796"/>
                  </a:lnTo>
                  <a:cubicBezTo>
                    <a:pt x="0" y="2796"/>
                    <a:pt x="0" y="2796"/>
                    <a:pt x="0" y="2813"/>
                  </a:cubicBezTo>
                  <a:lnTo>
                    <a:pt x="17" y="2813"/>
                  </a:lnTo>
                  <a:lnTo>
                    <a:pt x="186" y="2744"/>
                  </a:lnTo>
                  <a:cubicBezTo>
                    <a:pt x="303" y="2679"/>
                    <a:pt x="404" y="2627"/>
                    <a:pt x="521" y="2578"/>
                  </a:cubicBezTo>
                  <a:lnTo>
                    <a:pt x="792" y="2441"/>
                  </a:lnTo>
                  <a:cubicBezTo>
                    <a:pt x="1160" y="2259"/>
                    <a:pt x="1548" y="2073"/>
                    <a:pt x="1919" y="1887"/>
                  </a:cubicBezTo>
                  <a:cubicBezTo>
                    <a:pt x="2137" y="1770"/>
                    <a:pt x="2355" y="1669"/>
                    <a:pt x="2557" y="1552"/>
                  </a:cubicBezTo>
                  <a:cubicBezTo>
                    <a:pt x="2877" y="1399"/>
                    <a:pt x="3180" y="1249"/>
                    <a:pt x="3499" y="1080"/>
                  </a:cubicBezTo>
                  <a:cubicBezTo>
                    <a:pt x="3567" y="1047"/>
                    <a:pt x="3584" y="995"/>
                    <a:pt x="3584" y="946"/>
                  </a:cubicBezTo>
                  <a:lnTo>
                    <a:pt x="3584" y="320"/>
                  </a:lnTo>
                  <a:lnTo>
                    <a:pt x="3584" y="102"/>
                  </a:lnTo>
                  <a:lnTo>
                    <a:pt x="3584" y="86"/>
                  </a:lnTo>
                  <a:cubicBezTo>
                    <a:pt x="3584" y="53"/>
                    <a:pt x="3584" y="17"/>
                    <a:pt x="3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1521886" y="2495735"/>
              <a:ext cx="180573" cy="310987"/>
            </a:xfrm>
            <a:custGeom>
              <a:avLst/>
              <a:gdLst/>
              <a:ahLst/>
              <a:cxnLst/>
              <a:rect l="l" t="t" r="r" b="b"/>
              <a:pathLst>
                <a:path w="1818" h="3131" extrusionOk="0">
                  <a:moveTo>
                    <a:pt x="53" y="0"/>
                  </a:moveTo>
                  <a:cubicBezTo>
                    <a:pt x="16" y="32"/>
                    <a:pt x="0" y="85"/>
                    <a:pt x="0" y="117"/>
                  </a:cubicBezTo>
                  <a:cubicBezTo>
                    <a:pt x="0" y="170"/>
                    <a:pt x="16" y="234"/>
                    <a:pt x="53" y="271"/>
                  </a:cubicBezTo>
                  <a:cubicBezTo>
                    <a:pt x="202" y="404"/>
                    <a:pt x="335" y="574"/>
                    <a:pt x="457" y="739"/>
                  </a:cubicBezTo>
                  <a:cubicBezTo>
                    <a:pt x="505" y="824"/>
                    <a:pt x="574" y="909"/>
                    <a:pt x="638" y="994"/>
                  </a:cubicBezTo>
                  <a:cubicBezTo>
                    <a:pt x="893" y="1297"/>
                    <a:pt x="1127" y="1600"/>
                    <a:pt x="1366" y="1903"/>
                  </a:cubicBezTo>
                  <a:cubicBezTo>
                    <a:pt x="1467" y="2052"/>
                    <a:pt x="1584" y="2190"/>
                    <a:pt x="1685" y="2323"/>
                  </a:cubicBezTo>
                  <a:cubicBezTo>
                    <a:pt x="1749" y="2408"/>
                    <a:pt x="1786" y="2493"/>
                    <a:pt x="1786" y="2573"/>
                  </a:cubicBezTo>
                  <a:cubicBezTo>
                    <a:pt x="1769" y="2642"/>
                    <a:pt x="1769" y="2711"/>
                    <a:pt x="1786" y="2775"/>
                  </a:cubicBezTo>
                  <a:cubicBezTo>
                    <a:pt x="1786" y="2876"/>
                    <a:pt x="1786" y="2998"/>
                    <a:pt x="1749" y="3115"/>
                  </a:cubicBezTo>
                  <a:lnTo>
                    <a:pt x="1769" y="3131"/>
                  </a:lnTo>
                  <a:lnTo>
                    <a:pt x="1786" y="3115"/>
                  </a:lnTo>
                  <a:cubicBezTo>
                    <a:pt x="1818" y="2998"/>
                    <a:pt x="1802" y="2897"/>
                    <a:pt x="1802" y="2775"/>
                  </a:cubicBezTo>
                  <a:lnTo>
                    <a:pt x="1802" y="2594"/>
                  </a:lnTo>
                  <a:cubicBezTo>
                    <a:pt x="1818" y="2493"/>
                    <a:pt x="1786" y="2408"/>
                    <a:pt x="1701" y="2307"/>
                  </a:cubicBezTo>
                  <a:cubicBezTo>
                    <a:pt x="1600" y="2169"/>
                    <a:pt x="1499" y="2036"/>
                    <a:pt x="1382" y="1887"/>
                  </a:cubicBezTo>
                  <a:cubicBezTo>
                    <a:pt x="1143" y="1584"/>
                    <a:pt x="909" y="1281"/>
                    <a:pt x="659" y="978"/>
                  </a:cubicBezTo>
                  <a:cubicBezTo>
                    <a:pt x="590" y="893"/>
                    <a:pt x="537" y="808"/>
                    <a:pt x="473" y="723"/>
                  </a:cubicBezTo>
                  <a:cubicBezTo>
                    <a:pt x="356" y="554"/>
                    <a:pt x="218" y="388"/>
                    <a:pt x="69" y="251"/>
                  </a:cubicBezTo>
                  <a:cubicBezTo>
                    <a:pt x="53" y="218"/>
                    <a:pt x="16" y="170"/>
                    <a:pt x="16" y="117"/>
                  </a:cubicBezTo>
                  <a:cubicBezTo>
                    <a:pt x="16" y="85"/>
                    <a:pt x="32" y="49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1249437" y="2820528"/>
              <a:ext cx="250796" cy="261920"/>
            </a:xfrm>
            <a:custGeom>
              <a:avLst/>
              <a:gdLst/>
              <a:ahLst/>
              <a:cxnLst/>
              <a:rect l="l" t="t" r="r" b="b"/>
              <a:pathLst>
                <a:path w="2525" h="2637" extrusionOk="0">
                  <a:moveTo>
                    <a:pt x="1612" y="0"/>
                  </a:moveTo>
                  <a:cubicBezTo>
                    <a:pt x="1585" y="0"/>
                    <a:pt x="1543" y="9"/>
                    <a:pt x="1483" y="31"/>
                  </a:cubicBezTo>
                  <a:cubicBezTo>
                    <a:pt x="1297" y="111"/>
                    <a:pt x="1111" y="180"/>
                    <a:pt x="909" y="265"/>
                  </a:cubicBezTo>
                  <a:cubicBezTo>
                    <a:pt x="622" y="366"/>
                    <a:pt x="335" y="483"/>
                    <a:pt x="49" y="600"/>
                  </a:cubicBezTo>
                  <a:cubicBezTo>
                    <a:pt x="0" y="616"/>
                    <a:pt x="0" y="637"/>
                    <a:pt x="0" y="653"/>
                  </a:cubicBezTo>
                  <a:lnTo>
                    <a:pt x="0" y="669"/>
                  </a:lnTo>
                  <a:lnTo>
                    <a:pt x="0" y="685"/>
                  </a:lnTo>
                  <a:lnTo>
                    <a:pt x="16" y="685"/>
                  </a:lnTo>
                  <a:lnTo>
                    <a:pt x="16" y="653"/>
                  </a:lnTo>
                  <a:cubicBezTo>
                    <a:pt x="16" y="637"/>
                    <a:pt x="16" y="637"/>
                    <a:pt x="49" y="616"/>
                  </a:cubicBezTo>
                  <a:cubicBezTo>
                    <a:pt x="335" y="515"/>
                    <a:pt x="638" y="398"/>
                    <a:pt x="925" y="281"/>
                  </a:cubicBezTo>
                  <a:cubicBezTo>
                    <a:pt x="1111" y="212"/>
                    <a:pt x="1313" y="132"/>
                    <a:pt x="1499" y="63"/>
                  </a:cubicBezTo>
                  <a:cubicBezTo>
                    <a:pt x="1560" y="40"/>
                    <a:pt x="1594" y="23"/>
                    <a:pt x="1614" y="23"/>
                  </a:cubicBezTo>
                  <a:cubicBezTo>
                    <a:pt x="1622" y="23"/>
                    <a:pt x="1628" y="25"/>
                    <a:pt x="1632" y="31"/>
                  </a:cubicBezTo>
                  <a:cubicBezTo>
                    <a:pt x="1665" y="47"/>
                    <a:pt x="1665" y="95"/>
                    <a:pt x="1665" y="180"/>
                  </a:cubicBezTo>
                  <a:cubicBezTo>
                    <a:pt x="1648" y="233"/>
                    <a:pt x="1648" y="297"/>
                    <a:pt x="1648" y="366"/>
                  </a:cubicBezTo>
                  <a:lnTo>
                    <a:pt x="1648" y="499"/>
                  </a:lnTo>
                  <a:cubicBezTo>
                    <a:pt x="1648" y="552"/>
                    <a:pt x="1665" y="568"/>
                    <a:pt x="1701" y="584"/>
                  </a:cubicBezTo>
                  <a:cubicBezTo>
                    <a:pt x="1766" y="669"/>
                    <a:pt x="1834" y="738"/>
                    <a:pt x="1903" y="818"/>
                  </a:cubicBezTo>
                  <a:cubicBezTo>
                    <a:pt x="2052" y="988"/>
                    <a:pt x="2222" y="1158"/>
                    <a:pt x="2371" y="1323"/>
                  </a:cubicBezTo>
                  <a:cubicBezTo>
                    <a:pt x="2456" y="1408"/>
                    <a:pt x="2509" y="1493"/>
                    <a:pt x="2493" y="1610"/>
                  </a:cubicBezTo>
                  <a:lnTo>
                    <a:pt x="2493" y="2285"/>
                  </a:lnTo>
                  <a:lnTo>
                    <a:pt x="2493" y="2454"/>
                  </a:lnTo>
                  <a:cubicBezTo>
                    <a:pt x="2493" y="2503"/>
                    <a:pt x="2493" y="2555"/>
                    <a:pt x="2472" y="2604"/>
                  </a:cubicBezTo>
                  <a:cubicBezTo>
                    <a:pt x="2456" y="2620"/>
                    <a:pt x="2472" y="2620"/>
                    <a:pt x="2472" y="2620"/>
                  </a:cubicBezTo>
                  <a:lnTo>
                    <a:pt x="2472" y="2636"/>
                  </a:lnTo>
                  <a:lnTo>
                    <a:pt x="2493" y="2620"/>
                  </a:lnTo>
                  <a:cubicBezTo>
                    <a:pt x="2525" y="2572"/>
                    <a:pt x="2525" y="2503"/>
                    <a:pt x="2525" y="2454"/>
                  </a:cubicBezTo>
                  <a:lnTo>
                    <a:pt x="2525" y="2285"/>
                  </a:lnTo>
                  <a:lnTo>
                    <a:pt x="2525" y="1610"/>
                  </a:lnTo>
                  <a:cubicBezTo>
                    <a:pt x="2525" y="1493"/>
                    <a:pt x="2493" y="1392"/>
                    <a:pt x="2392" y="1307"/>
                  </a:cubicBezTo>
                  <a:cubicBezTo>
                    <a:pt x="2238" y="1141"/>
                    <a:pt x="2068" y="956"/>
                    <a:pt x="1919" y="802"/>
                  </a:cubicBezTo>
                  <a:cubicBezTo>
                    <a:pt x="1850" y="717"/>
                    <a:pt x="1786" y="653"/>
                    <a:pt x="1717" y="568"/>
                  </a:cubicBezTo>
                  <a:cubicBezTo>
                    <a:pt x="1701" y="552"/>
                    <a:pt x="1685" y="536"/>
                    <a:pt x="1685" y="499"/>
                  </a:cubicBezTo>
                  <a:lnTo>
                    <a:pt x="1685" y="366"/>
                  </a:lnTo>
                  <a:lnTo>
                    <a:pt x="1685" y="180"/>
                  </a:lnTo>
                  <a:cubicBezTo>
                    <a:pt x="1685" y="95"/>
                    <a:pt x="1685" y="47"/>
                    <a:pt x="1648" y="10"/>
                  </a:cubicBezTo>
                  <a:cubicBezTo>
                    <a:pt x="1642" y="4"/>
                    <a:pt x="1630" y="0"/>
                    <a:pt x="16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852932" y="1353796"/>
              <a:ext cx="363232" cy="331050"/>
            </a:xfrm>
            <a:custGeom>
              <a:avLst/>
              <a:gdLst/>
              <a:ahLst/>
              <a:cxnLst/>
              <a:rect l="l" t="t" r="r" b="b"/>
              <a:pathLst>
                <a:path w="3657" h="3333" extrusionOk="0">
                  <a:moveTo>
                    <a:pt x="3637" y="0"/>
                  </a:moveTo>
                  <a:cubicBezTo>
                    <a:pt x="3621" y="0"/>
                    <a:pt x="3621" y="0"/>
                    <a:pt x="3621" y="16"/>
                  </a:cubicBezTo>
                  <a:cubicBezTo>
                    <a:pt x="3621" y="69"/>
                    <a:pt x="3588" y="85"/>
                    <a:pt x="3556" y="101"/>
                  </a:cubicBezTo>
                  <a:cubicBezTo>
                    <a:pt x="3536" y="117"/>
                    <a:pt x="3520" y="117"/>
                    <a:pt x="3503" y="134"/>
                  </a:cubicBezTo>
                  <a:cubicBezTo>
                    <a:pt x="3301" y="271"/>
                    <a:pt x="3083" y="388"/>
                    <a:pt x="2881" y="521"/>
                  </a:cubicBezTo>
                  <a:cubicBezTo>
                    <a:pt x="2728" y="606"/>
                    <a:pt x="2578" y="691"/>
                    <a:pt x="2445" y="792"/>
                  </a:cubicBezTo>
                  <a:cubicBezTo>
                    <a:pt x="2021" y="1042"/>
                    <a:pt x="1601" y="1297"/>
                    <a:pt x="1197" y="1531"/>
                  </a:cubicBezTo>
                  <a:cubicBezTo>
                    <a:pt x="1031" y="1632"/>
                    <a:pt x="845" y="1733"/>
                    <a:pt x="676" y="1834"/>
                  </a:cubicBezTo>
                  <a:cubicBezTo>
                    <a:pt x="607" y="1871"/>
                    <a:pt x="558" y="1903"/>
                    <a:pt x="506" y="1935"/>
                  </a:cubicBezTo>
                  <a:cubicBezTo>
                    <a:pt x="373" y="2020"/>
                    <a:pt x="255" y="2105"/>
                    <a:pt x="122" y="2174"/>
                  </a:cubicBezTo>
                  <a:cubicBezTo>
                    <a:pt x="37" y="2206"/>
                    <a:pt x="1" y="2254"/>
                    <a:pt x="21" y="2355"/>
                  </a:cubicBezTo>
                  <a:lnTo>
                    <a:pt x="21" y="3030"/>
                  </a:lnTo>
                  <a:lnTo>
                    <a:pt x="21" y="3184"/>
                  </a:lnTo>
                  <a:cubicBezTo>
                    <a:pt x="21" y="3216"/>
                    <a:pt x="21" y="3264"/>
                    <a:pt x="37" y="3317"/>
                  </a:cubicBezTo>
                  <a:lnTo>
                    <a:pt x="54" y="3333"/>
                  </a:lnTo>
                  <a:lnTo>
                    <a:pt x="70" y="3317"/>
                  </a:lnTo>
                  <a:lnTo>
                    <a:pt x="70" y="3301"/>
                  </a:lnTo>
                  <a:cubicBezTo>
                    <a:pt x="37" y="3264"/>
                    <a:pt x="37" y="3216"/>
                    <a:pt x="37" y="3184"/>
                  </a:cubicBezTo>
                  <a:lnTo>
                    <a:pt x="37" y="3030"/>
                  </a:lnTo>
                  <a:lnTo>
                    <a:pt x="37" y="2355"/>
                  </a:lnTo>
                  <a:cubicBezTo>
                    <a:pt x="37" y="2275"/>
                    <a:pt x="70" y="2222"/>
                    <a:pt x="122" y="2190"/>
                  </a:cubicBezTo>
                  <a:cubicBezTo>
                    <a:pt x="255" y="2121"/>
                    <a:pt x="389" y="2036"/>
                    <a:pt x="526" y="1972"/>
                  </a:cubicBezTo>
                  <a:cubicBezTo>
                    <a:pt x="575" y="1935"/>
                    <a:pt x="627" y="1903"/>
                    <a:pt x="676" y="1871"/>
                  </a:cubicBezTo>
                  <a:cubicBezTo>
                    <a:pt x="861" y="1749"/>
                    <a:pt x="1031" y="1648"/>
                    <a:pt x="1213" y="1547"/>
                  </a:cubicBezTo>
                  <a:cubicBezTo>
                    <a:pt x="1617" y="1313"/>
                    <a:pt x="2041" y="1063"/>
                    <a:pt x="2445" y="808"/>
                  </a:cubicBezTo>
                  <a:cubicBezTo>
                    <a:pt x="2594" y="707"/>
                    <a:pt x="2748" y="622"/>
                    <a:pt x="2897" y="538"/>
                  </a:cubicBezTo>
                  <a:cubicBezTo>
                    <a:pt x="3099" y="420"/>
                    <a:pt x="3318" y="287"/>
                    <a:pt x="3520" y="154"/>
                  </a:cubicBezTo>
                  <a:cubicBezTo>
                    <a:pt x="3536" y="134"/>
                    <a:pt x="3556" y="134"/>
                    <a:pt x="3556" y="134"/>
                  </a:cubicBezTo>
                  <a:cubicBezTo>
                    <a:pt x="3604" y="101"/>
                    <a:pt x="3637" y="85"/>
                    <a:pt x="3657" y="16"/>
                  </a:cubicBezTo>
                  <a:cubicBezTo>
                    <a:pt x="3657" y="0"/>
                    <a:pt x="3637" y="0"/>
                    <a:pt x="3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1555160" y="2398595"/>
              <a:ext cx="2086" cy="55523"/>
            </a:xfrm>
            <a:custGeom>
              <a:avLst/>
              <a:gdLst/>
              <a:ahLst/>
              <a:cxnLst/>
              <a:rect l="l" t="t" r="r" b="b"/>
              <a:pathLst>
                <a:path w="21" h="559" extrusionOk="0">
                  <a:moveTo>
                    <a:pt x="0" y="1"/>
                  </a:moveTo>
                  <a:lnTo>
                    <a:pt x="0" y="542"/>
                  </a:lnTo>
                  <a:lnTo>
                    <a:pt x="0" y="558"/>
                  </a:lnTo>
                  <a:cubicBezTo>
                    <a:pt x="21" y="558"/>
                    <a:pt x="21" y="558"/>
                    <a:pt x="21" y="54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1087339" y="2174717"/>
              <a:ext cx="4867" cy="85122"/>
            </a:xfrm>
            <a:custGeom>
              <a:avLst/>
              <a:gdLst/>
              <a:ahLst/>
              <a:cxnLst/>
              <a:rect l="l" t="t" r="r" b="b"/>
              <a:pathLst>
                <a:path w="49" h="857" extrusionOk="0">
                  <a:moveTo>
                    <a:pt x="0" y="0"/>
                  </a:moveTo>
                  <a:lnTo>
                    <a:pt x="0" y="186"/>
                  </a:lnTo>
                  <a:lnTo>
                    <a:pt x="0" y="707"/>
                  </a:lnTo>
                  <a:lnTo>
                    <a:pt x="0" y="740"/>
                  </a:lnTo>
                  <a:cubicBezTo>
                    <a:pt x="0" y="776"/>
                    <a:pt x="0" y="808"/>
                    <a:pt x="16" y="841"/>
                  </a:cubicBezTo>
                  <a:lnTo>
                    <a:pt x="32" y="857"/>
                  </a:lnTo>
                  <a:cubicBezTo>
                    <a:pt x="49" y="857"/>
                    <a:pt x="49" y="841"/>
                    <a:pt x="49" y="841"/>
                  </a:cubicBezTo>
                  <a:cubicBezTo>
                    <a:pt x="32" y="808"/>
                    <a:pt x="32" y="776"/>
                    <a:pt x="32" y="740"/>
                  </a:cubicBezTo>
                  <a:lnTo>
                    <a:pt x="32" y="707"/>
                  </a:lnTo>
                  <a:lnTo>
                    <a:pt x="32" y="18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1523475" y="1828470"/>
              <a:ext cx="200736" cy="393327"/>
            </a:xfrm>
            <a:custGeom>
              <a:avLst/>
              <a:gdLst/>
              <a:ahLst/>
              <a:cxnLst/>
              <a:rect l="l" t="t" r="r" b="b"/>
              <a:pathLst>
                <a:path w="2021" h="3960" extrusionOk="0">
                  <a:moveTo>
                    <a:pt x="53" y="0"/>
                  </a:moveTo>
                  <a:cubicBezTo>
                    <a:pt x="0" y="53"/>
                    <a:pt x="16" y="101"/>
                    <a:pt x="16" y="170"/>
                  </a:cubicBezTo>
                  <a:lnTo>
                    <a:pt x="16" y="222"/>
                  </a:lnTo>
                  <a:lnTo>
                    <a:pt x="16" y="372"/>
                  </a:lnTo>
                  <a:cubicBezTo>
                    <a:pt x="0" y="525"/>
                    <a:pt x="0" y="675"/>
                    <a:pt x="16" y="808"/>
                  </a:cubicBezTo>
                  <a:cubicBezTo>
                    <a:pt x="53" y="978"/>
                    <a:pt x="154" y="1111"/>
                    <a:pt x="271" y="1248"/>
                  </a:cubicBezTo>
                  <a:cubicBezTo>
                    <a:pt x="303" y="1297"/>
                    <a:pt x="340" y="1349"/>
                    <a:pt x="372" y="1398"/>
                  </a:cubicBezTo>
                  <a:cubicBezTo>
                    <a:pt x="521" y="1636"/>
                    <a:pt x="675" y="1854"/>
                    <a:pt x="824" y="2073"/>
                  </a:cubicBezTo>
                  <a:cubicBezTo>
                    <a:pt x="1026" y="2392"/>
                    <a:pt x="1228" y="2695"/>
                    <a:pt x="1451" y="2998"/>
                  </a:cubicBezTo>
                  <a:cubicBezTo>
                    <a:pt x="1531" y="3131"/>
                    <a:pt x="1632" y="3284"/>
                    <a:pt x="1717" y="3418"/>
                  </a:cubicBezTo>
                  <a:cubicBezTo>
                    <a:pt x="1770" y="3486"/>
                    <a:pt x="1818" y="3571"/>
                    <a:pt x="1871" y="3636"/>
                  </a:cubicBezTo>
                  <a:cubicBezTo>
                    <a:pt x="1919" y="3737"/>
                    <a:pt x="1988" y="3822"/>
                    <a:pt x="1988" y="3939"/>
                  </a:cubicBezTo>
                  <a:lnTo>
                    <a:pt x="2004" y="3959"/>
                  </a:lnTo>
                  <a:cubicBezTo>
                    <a:pt x="2020" y="3959"/>
                    <a:pt x="2020" y="3939"/>
                    <a:pt x="2020" y="3939"/>
                  </a:cubicBezTo>
                  <a:cubicBezTo>
                    <a:pt x="2004" y="3822"/>
                    <a:pt x="1955" y="3721"/>
                    <a:pt x="1887" y="3620"/>
                  </a:cubicBezTo>
                  <a:cubicBezTo>
                    <a:pt x="1834" y="3555"/>
                    <a:pt x="1786" y="3470"/>
                    <a:pt x="1733" y="3402"/>
                  </a:cubicBezTo>
                  <a:cubicBezTo>
                    <a:pt x="1653" y="3268"/>
                    <a:pt x="1568" y="3115"/>
                    <a:pt x="1467" y="2981"/>
                  </a:cubicBezTo>
                  <a:cubicBezTo>
                    <a:pt x="1265" y="2678"/>
                    <a:pt x="1047" y="2376"/>
                    <a:pt x="845" y="2073"/>
                  </a:cubicBezTo>
                  <a:cubicBezTo>
                    <a:pt x="707" y="1838"/>
                    <a:pt x="558" y="1616"/>
                    <a:pt x="404" y="1382"/>
                  </a:cubicBezTo>
                  <a:cubicBezTo>
                    <a:pt x="372" y="1333"/>
                    <a:pt x="319" y="1281"/>
                    <a:pt x="287" y="1232"/>
                  </a:cubicBezTo>
                  <a:cubicBezTo>
                    <a:pt x="186" y="1111"/>
                    <a:pt x="85" y="978"/>
                    <a:pt x="53" y="808"/>
                  </a:cubicBezTo>
                  <a:cubicBezTo>
                    <a:pt x="37" y="675"/>
                    <a:pt x="37" y="525"/>
                    <a:pt x="37" y="372"/>
                  </a:cubicBezTo>
                  <a:cubicBezTo>
                    <a:pt x="37" y="323"/>
                    <a:pt x="53" y="271"/>
                    <a:pt x="53" y="222"/>
                  </a:cubicBezTo>
                  <a:lnTo>
                    <a:pt x="53" y="170"/>
                  </a:lnTo>
                  <a:cubicBezTo>
                    <a:pt x="37" y="101"/>
                    <a:pt x="37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1841216" y="3371583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lnTo>
                    <a:pt x="17" y="17"/>
                  </a:lnTo>
                  <a:cubicBezTo>
                    <a:pt x="1" y="118"/>
                    <a:pt x="1" y="203"/>
                    <a:pt x="1" y="304"/>
                  </a:cubicBezTo>
                  <a:cubicBezTo>
                    <a:pt x="17" y="356"/>
                    <a:pt x="17" y="421"/>
                    <a:pt x="1" y="473"/>
                  </a:cubicBezTo>
                  <a:cubicBezTo>
                    <a:pt x="1" y="490"/>
                    <a:pt x="1" y="506"/>
                    <a:pt x="17" y="522"/>
                  </a:cubicBezTo>
                  <a:cubicBezTo>
                    <a:pt x="17" y="558"/>
                    <a:pt x="17" y="574"/>
                    <a:pt x="1" y="607"/>
                  </a:cubicBezTo>
                  <a:lnTo>
                    <a:pt x="1" y="623"/>
                  </a:lnTo>
                  <a:lnTo>
                    <a:pt x="17" y="623"/>
                  </a:lnTo>
                  <a:cubicBezTo>
                    <a:pt x="33" y="591"/>
                    <a:pt x="33" y="558"/>
                    <a:pt x="33" y="522"/>
                  </a:cubicBezTo>
                  <a:lnTo>
                    <a:pt x="33" y="473"/>
                  </a:lnTo>
                  <a:lnTo>
                    <a:pt x="33" y="304"/>
                  </a:lnTo>
                  <a:cubicBezTo>
                    <a:pt x="33" y="203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841216" y="2484114"/>
              <a:ext cx="3377" cy="56615"/>
            </a:xfrm>
            <a:custGeom>
              <a:avLst/>
              <a:gdLst/>
              <a:ahLst/>
              <a:cxnLst/>
              <a:rect l="l" t="t" r="r" b="b"/>
              <a:pathLst>
                <a:path w="34" h="570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18"/>
                  </a:lnTo>
                  <a:cubicBezTo>
                    <a:pt x="17" y="319"/>
                    <a:pt x="17" y="436"/>
                    <a:pt x="1" y="553"/>
                  </a:cubicBezTo>
                  <a:lnTo>
                    <a:pt x="1" y="570"/>
                  </a:lnTo>
                  <a:cubicBezTo>
                    <a:pt x="17" y="570"/>
                    <a:pt x="17" y="553"/>
                    <a:pt x="17" y="553"/>
                  </a:cubicBezTo>
                  <a:cubicBezTo>
                    <a:pt x="33" y="436"/>
                    <a:pt x="33" y="335"/>
                    <a:pt x="33" y="218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1742487" y="2167864"/>
              <a:ext cx="140545" cy="277812"/>
            </a:xfrm>
            <a:custGeom>
              <a:avLst/>
              <a:gdLst/>
              <a:ahLst/>
              <a:cxnLst/>
              <a:rect l="l" t="t" r="r" b="b"/>
              <a:pathLst>
                <a:path w="1415" h="2797" extrusionOk="0">
                  <a:moveTo>
                    <a:pt x="53" y="1"/>
                  </a:moveTo>
                  <a:cubicBezTo>
                    <a:pt x="17" y="17"/>
                    <a:pt x="1" y="53"/>
                    <a:pt x="1" y="102"/>
                  </a:cubicBezTo>
                  <a:lnTo>
                    <a:pt x="1" y="692"/>
                  </a:lnTo>
                  <a:cubicBezTo>
                    <a:pt x="1" y="744"/>
                    <a:pt x="17" y="793"/>
                    <a:pt x="53" y="825"/>
                  </a:cubicBezTo>
                  <a:cubicBezTo>
                    <a:pt x="219" y="1079"/>
                    <a:pt x="389" y="1350"/>
                    <a:pt x="558" y="1600"/>
                  </a:cubicBezTo>
                  <a:cubicBezTo>
                    <a:pt x="692" y="1802"/>
                    <a:pt x="825" y="2004"/>
                    <a:pt x="962" y="2206"/>
                  </a:cubicBezTo>
                  <a:cubicBezTo>
                    <a:pt x="1027" y="2291"/>
                    <a:pt x="1080" y="2376"/>
                    <a:pt x="1144" y="2477"/>
                  </a:cubicBezTo>
                  <a:cubicBezTo>
                    <a:pt x="1197" y="2542"/>
                    <a:pt x="1229" y="2627"/>
                    <a:pt x="1282" y="2695"/>
                  </a:cubicBezTo>
                  <a:cubicBezTo>
                    <a:pt x="1298" y="2711"/>
                    <a:pt x="1298" y="2711"/>
                    <a:pt x="1298" y="2728"/>
                  </a:cubicBezTo>
                  <a:cubicBezTo>
                    <a:pt x="1314" y="2764"/>
                    <a:pt x="1346" y="2796"/>
                    <a:pt x="1399" y="2796"/>
                  </a:cubicBezTo>
                  <a:lnTo>
                    <a:pt x="1415" y="2796"/>
                  </a:lnTo>
                  <a:cubicBezTo>
                    <a:pt x="1415" y="2780"/>
                    <a:pt x="1399" y="2780"/>
                    <a:pt x="1399" y="2780"/>
                  </a:cubicBezTo>
                  <a:cubicBezTo>
                    <a:pt x="1366" y="2764"/>
                    <a:pt x="1346" y="2744"/>
                    <a:pt x="1330" y="2711"/>
                  </a:cubicBezTo>
                  <a:lnTo>
                    <a:pt x="1314" y="2695"/>
                  </a:lnTo>
                  <a:cubicBezTo>
                    <a:pt x="1265" y="2610"/>
                    <a:pt x="1213" y="2526"/>
                    <a:pt x="1164" y="2461"/>
                  </a:cubicBezTo>
                  <a:cubicBezTo>
                    <a:pt x="1096" y="2376"/>
                    <a:pt x="1043" y="2275"/>
                    <a:pt x="979" y="2190"/>
                  </a:cubicBezTo>
                  <a:cubicBezTo>
                    <a:pt x="861" y="1988"/>
                    <a:pt x="724" y="1786"/>
                    <a:pt x="591" y="1584"/>
                  </a:cubicBezTo>
                  <a:cubicBezTo>
                    <a:pt x="405" y="1330"/>
                    <a:pt x="235" y="1063"/>
                    <a:pt x="70" y="809"/>
                  </a:cubicBezTo>
                  <a:cubicBezTo>
                    <a:pt x="53" y="776"/>
                    <a:pt x="33" y="744"/>
                    <a:pt x="33" y="692"/>
                  </a:cubicBezTo>
                  <a:lnTo>
                    <a:pt x="33" y="102"/>
                  </a:lnTo>
                  <a:cubicBezTo>
                    <a:pt x="33" y="69"/>
                    <a:pt x="33" y="37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1137498" y="1972491"/>
              <a:ext cx="4867" cy="98828"/>
            </a:xfrm>
            <a:custGeom>
              <a:avLst/>
              <a:gdLst/>
              <a:ahLst/>
              <a:cxnLst/>
              <a:rect l="l" t="t" r="r" b="b"/>
              <a:pathLst>
                <a:path w="49" h="995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6" y="150"/>
                    <a:pt x="16" y="303"/>
                    <a:pt x="16" y="437"/>
                  </a:cubicBezTo>
                  <a:lnTo>
                    <a:pt x="16" y="691"/>
                  </a:lnTo>
                  <a:lnTo>
                    <a:pt x="16" y="792"/>
                  </a:lnTo>
                  <a:cubicBezTo>
                    <a:pt x="16" y="857"/>
                    <a:pt x="16" y="926"/>
                    <a:pt x="32" y="994"/>
                  </a:cubicBezTo>
                  <a:lnTo>
                    <a:pt x="49" y="994"/>
                  </a:lnTo>
                  <a:lnTo>
                    <a:pt x="49" y="974"/>
                  </a:lnTo>
                  <a:cubicBezTo>
                    <a:pt x="32" y="926"/>
                    <a:pt x="32" y="857"/>
                    <a:pt x="32" y="792"/>
                  </a:cubicBezTo>
                  <a:cubicBezTo>
                    <a:pt x="32" y="756"/>
                    <a:pt x="49" y="724"/>
                    <a:pt x="32" y="691"/>
                  </a:cubicBezTo>
                  <a:lnTo>
                    <a:pt x="32" y="437"/>
                  </a:lnTo>
                  <a:cubicBezTo>
                    <a:pt x="49" y="303"/>
                    <a:pt x="49" y="150"/>
                    <a:pt x="32" y="17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087339" y="1477356"/>
              <a:ext cx="4867" cy="63866"/>
            </a:xfrm>
            <a:custGeom>
              <a:avLst/>
              <a:gdLst/>
              <a:ahLst/>
              <a:cxnLst/>
              <a:rect l="l" t="t" r="r" b="b"/>
              <a:pathLst>
                <a:path w="49" h="643" extrusionOk="0">
                  <a:moveTo>
                    <a:pt x="16" y="0"/>
                  </a:moveTo>
                  <a:cubicBezTo>
                    <a:pt x="16" y="0"/>
                    <a:pt x="0" y="0"/>
                    <a:pt x="0" y="21"/>
                  </a:cubicBezTo>
                  <a:cubicBezTo>
                    <a:pt x="16" y="85"/>
                    <a:pt x="0" y="170"/>
                    <a:pt x="0" y="255"/>
                  </a:cubicBezTo>
                  <a:cubicBezTo>
                    <a:pt x="0" y="372"/>
                    <a:pt x="0" y="505"/>
                    <a:pt x="16" y="643"/>
                  </a:cubicBezTo>
                  <a:lnTo>
                    <a:pt x="49" y="643"/>
                  </a:lnTo>
                  <a:cubicBezTo>
                    <a:pt x="32" y="505"/>
                    <a:pt x="32" y="372"/>
                    <a:pt x="32" y="255"/>
                  </a:cubicBezTo>
                  <a:lnTo>
                    <a:pt x="32" y="21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1251026" y="2525831"/>
              <a:ext cx="162198" cy="183851"/>
            </a:xfrm>
            <a:custGeom>
              <a:avLst/>
              <a:gdLst/>
              <a:ahLst/>
              <a:cxnLst/>
              <a:rect l="l" t="t" r="r" b="b"/>
              <a:pathLst>
                <a:path w="1633" h="1851" extrusionOk="0">
                  <a:moveTo>
                    <a:pt x="1616" y="0"/>
                  </a:moveTo>
                  <a:cubicBezTo>
                    <a:pt x="1467" y="16"/>
                    <a:pt x="1346" y="85"/>
                    <a:pt x="1228" y="133"/>
                  </a:cubicBezTo>
                  <a:cubicBezTo>
                    <a:pt x="1180" y="150"/>
                    <a:pt x="1127" y="186"/>
                    <a:pt x="1063" y="202"/>
                  </a:cubicBezTo>
                  <a:cubicBezTo>
                    <a:pt x="942" y="251"/>
                    <a:pt x="808" y="303"/>
                    <a:pt x="691" y="372"/>
                  </a:cubicBezTo>
                  <a:cubicBezTo>
                    <a:pt x="505" y="436"/>
                    <a:pt x="303" y="521"/>
                    <a:pt x="101" y="606"/>
                  </a:cubicBezTo>
                  <a:cubicBezTo>
                    <a:pt x="33" y="638"/>
                    <a:pt x="0" y="675"/>
                    <a:pt x="0" y="756"/>
                  </a:cubicBezTo>
                  <a:cubicBezTo>
                    <a:pt x="17" y="1059"/>
                    <a:pt x="17" y="1362"/>
                    <a:pt x="0" y="1664"/>
                  </a:cubicBezTo>
                  <a:cubicBezTo>
                    <a:pt x="0" y="1701"/>
                    <a:pt x="0" y="1717"/>
                    <a:pt x="17" y="1733"/>
                  </a:cubicBezTo>
                  <a:cubicBezTo>
                    <a:pt x="17" y="1765"/>
                    <a:pt x="33" y="1802"/>
                    <a:pt x="0" y="1818"/>
                  </a:cubicBezTo>
                  <a:lnTo>
                    <a:pt x="17" y="1850"/>
                  </a:lnTo>
                  <a:lnTo>
                    <a:pt x="33" y="1850"/>
                  </a:lnTo>
                  <a:cubicBezTo>
                    <a:pt x="69" y="1802"/>
                    <a:pt x="53" y="1765"/>
                    <a:pt x="33" y="1717"/>
                  </a:cubicBezTo>
                  <a:lnTo>
                    <a:pt x="33" y="1664"/>
                  </a:lnTo>
                  <a:lnTo>
                    <a:pt x="33" y="756"/>
                  </a:lnTo>
                  <a:cubicBezTo>
                    <a:pt x="33" y="675"/>
                    <a:pt x="53" y="655"/>
                    <a:pt x="117" y="622"/>
                  </a:cubicBezTo>
                  <a:cubicBezTo>
                    <a:pt x="319" y="554"/>
                    <a:pt x="505" y="473"/>
                    <a:pt x="707" y="388"/>
                  </a:cubicBezTo>
                  <a:cubicBezTo>
                    <a:pt x="824" y="335"/>
                    <a:pt x="962" y="287"/>
                    <a:pt x="1079" y="234"/>
                  </a:cubicBezTo>
                  <a:cubicBezTo>
                    <a:pt x="1127" y="202"/>
                    <a:pt x="1180" y="186"/>
                    <a:pt x="1228" y="170"/>
                  </a:cubicBezTo>
                  <a:cubicBezTo>
                    <a:pt x="1346" y="101"/>
                    <a:pt x="1483" y="49"/>
                    <a:pt x="1616" y="16"/>
                  </a:cubicBezTo>
                  <a:cubicBezTo>
                    <a:pt x="1616" y="16"/>
                    <a:pt x="1632" y="16"/>
                    <a:pt x="16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1416701" y="3187832"/>
              <a:ext cx="85221" cy="80354"/>
            </a:xfrm>
            <a:custGeom>
              <a:avLst/>
              <a:gdLst/>
              <a:ahLst/>
              <a:cxnLst/>
              <a:rect l="l" t="t" r="r" b="b"/>
              <a:pathLst>
                <a:path w="858" h="809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33"/>
                    <a:pt x="1" y="33"/>
                    <a:pt x="17" y="33"/>
                  </a:cubicBezTo>
                  <a:cubicBezTo>
                    <a:pt x="49" y="33"/>
                    <a:pt x="82" y="49"/>
                    <a:pt x="118" y="85"/>
                  </a:cubicBezTo>
                  <a:cubicBezTo>
                    <a:pt x="219" y="170"/>
                    <a:pt x="320" y="271"/>
                    <a:pt x="421" y="372"/>
                  </a:cubicBezTo>
                  <a:cubicBezTo>
                    <a:pt x="538" y="489"/>
                    <a:pt x="671" y="623"/>
                    <a:pt x="809" y="740"/>
                  </a:cubicBezTo>
                  <a:cubicBezTo>
                    <a:pt x="825" y="740"/>
                    <a:pt x="825" y="756"/>
                    <a:pt x="825" y="776"/>
                  </a:cubicBezTo>
                  <a:cubicBezTo>
                    <a:pt x="841" y="776"/>
                    <a:pt x="841" y="792"/>
                    <a:pt x="841" y="792"/>
                  </a:cubicBezTo>
                  <a:lnTo>
                    <a:pt x="857" y="809"/>
                  </a:lnTo>
                  <a:lnTo>
                    <a:pt x="857" y="792"/>
                  </a:lnTo>
                  <a:lnTo>
                    <a:pt x="857" y="756"/>
                  </a:lnTo>
                  <a:cubicBezTo>
                    <a:pt x="857" y="740"/>
                    <a:pt x="841" y="724"/>
                    <a:pt x="825" y="708"/>
                  </a:cubicBezTo>
                  <a:cubicBezTo>
                    <a:pt x="687" y="607"/>
                    <a:pt x="554" y="473"/>
                    <a:pt x="437" y="352"/>
                  </a:cubicBezTo>
                  <a:cubicBezTo>
                    <a:pt x="336" y="251"/>
                    <a:pt x="235" y="150"/>
                    <a:pt x="134" y="69"/>
                  </a:cubicBezTo>
                  <a:cubicBezTo>
                    <a:pt x="102" y="33"/>
                    <a:pt x="65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574127" y="3057418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71"/>
                    <a:pt x="17" y="389"/>
                  </a:cubicBezTo>
                  <a:lnTo>
                    <a:pt x="17" y="607"/>
                  </a:lnTo>
                  <a:lnTo>
                    <a:pt x="17" y="809"/>
                  </a:lnTo>
                  <a:lnTo>
                    <a:pt x="17" y="910"/>
                  </a:lnTo>
                  <a:cubicBezTo>
                    <a:pt x="17" y="926"/>
                    <a:pt x="17" y="926"/>
                    <a:pt x="33" y="926"/>
                  </a:cubicBezTo>
                  <a:lnTo>
                    <a:pt x="33" y="910"/>
                  </a:lnTo>
                  <a:lnTo>
                    <a:pt x="33" y="809"/>
                  </a:lnTo>
                  <a:lnTo>
                    <a:pt x="33" y="607"/>
                  </a:lnTo>
                  <a:lnTo>
                    <a:pt x="33" y="389"/>
                  </a:lnTo>
                  <a:cubicBezTo>
                    <a:pt x="33" y="271"/>
                    <a:pt x="49" y="134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033505" y="2707993"/>
              <a:ext cx="5364" cy="85519"/>
            </a:xfrm>
            <a:custGeom>
              <a:avLst/>
              <a:gdLst/>
              <a:ahLst/>
              <a:cxnLst/>
              <a:rect l="l" t="t" r="r" b="b"/>
              <a:pathLst>
                <a:path w="54" h="861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69"/>
                    <a:pt x="37" y="101"/>
                    <a:pt x="37" y="154"/>
                  </a:cubicBezTo>
                  <a:lnTo>
                    <a:pt x="37" y="170"/>
                  </a:lnTo>
                  <a:lnTo>
                    <a:pt x="37" y="675"/>
                  </a:lnTo>
                  <a:lnTo>
                    <a:pt x="37" y="861"/>
                  </a:lnTo>
                  <a:lnTo>
                    <a:pt x="53" y="861"/>
                  </a:lnTo>
                  <a:lnTo>
                    <a:pt x="53" y="675"/>
                  </a:lnTo>
                  <a:lnTo>
                    <a:pt x="53" y="170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256191" y="1557611"/>
              <a:ext cx="160609" cy="88797"/>
            </a:xfrm>
            <a:custGeom>
              <a:avLst/>
              <a:gdLst/>
              <a:ahLst/>
              <a:cxnLst/>
              <a:rect l="l" t="t" r="r" b="b"/>
              <a:pathLst>
                <a:path w="1617" h="894" extrusionOk="0">
                  <a:moveTo>
                    <a:pt x="1580" y="0"/>
                  </a:moveTo>
                  <a:cubicBezTo>
                    <a:pt x="1548" y="0"/>
                    <a:pt x="1516" y="21"/>
                    <a:pt x="1479" y="37"/>
                  </a:cubicBezTo>
                  <a:cubicBezTo>
                    <a:pt x="1294" y="138"/>
                    <a:pt x="1092" y="239"/>
                    <a:pt x="910" y="340"/>
                  </a:cubicBezTo>
                  <a:cubicBezTo>
                    <a:pt x="671" y="473"/>
                    <a:pt x="437" y="606"/>
                    <a:pt x="203" y="707"/>
                  </a:cubicBezTo>
                  <a:cubicBezTo>
                    <a:pt x="203" y="728"/>
                    <a:pt x="183" y="728"/>
                    <a:pt x="166" y="744"/>
                  </a:cubicBezTo>
                  <a:cubicBezTo>
                    <a:pt x="102" y="760"/>
                    <a:pt x="17" y="792"/>
                    <a:pt x="1" y="877"/>
                  </a:cubicBezTo>
                  <a:lnTo>
                    <a:pt x="1" y="893"/>
                  </a:lnTo>
                  <a:lnTo>
                    <a:pt x="17" y="877"/>
                  </a:lnTo>
                  <a:cubicBezTo>
                    <a:pt x="33" y="808"/>
                    <a:pt x="118" y="776"/>
                    <a:pt x="166" y="760"/>
                  </a:cubicBezTo>
                  <a:cubicBezTo>
                    <a:pt x="183" y="760"/>
                    <a:pt x="203" y="744"/>
                    <a:pt x="219" y="744"/>
                  </a:cubicBezTo>
                  <a:cubicBezTo>
                    <a:pt x="453" y="627"/>
                    <a:pt x="688" y="489"/>
                    <a:pt x="926" y="372"/>
                  </a:cubicBezTo>
                  <a:cubicBezTo>
                    <a:pt x="1112" y="255"/>
                    <a:pt x="1294" y="154"/>
                    <a:pt x="1496" y="53"/>
                  </a:cubicBezTo>
                  <a:cubicBezTo>
                    <a:pt x="1532" y="37"/>
                    <a:pt x="1548" y="37"/>
                    <a:pt x="1580" y="37"/>
                  </a:cubicBezTo>
                  <a:lnTo>
                    <a:pt x="1597" y="37"/>
                  </a:lnTo>
                  <a:cubicBezTo>
                    <a:pt x="1617" y="37"/>
                    <a:pt x="1617" y="21"/>
                    <a:pt x="1617" y="21"/>
                  </a:cubicBezTo>
                  <a:cubicBezTo>
                    <a:pt x="1617" y="0"/>
                    <a:pt x="1617" y="0"/>
                    <a:pt x="15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923059" y="1994144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53" y="1"/>
                  </a:moveTo>
                  <a:cubicBezTo>
                    <a:pt x="17" y="17"/>
                    <a:pt x="17" y="33"/>
                    <a:pt x="17" y="69"/>
                  </a:cubicBezTo>
                  <a:lnTo>
                    <a:pt x="17" y="85"/>
                  </a:lnTo>
                  <a:cubicBezTo>
                    <a:pt x="1" y="102"/>
                    <a:pt x="1" y="118"/>
                    <a:pt x="1" y="134"/>
                  </a:cubicBezTo>
                  <a:lnTo>
                    <a:pt x="1" y="170"/>
                  </a:lnTo>
                  <a:cubicBezTo>
                    <a:pt x="1" y="825"/>
                    <a:pt x="17" y="841"/>
                    <a:pt x="356" y="1398"/>
                  </a:cubicBezTo>
                  <a:lnTo>
                    <a:pt x="372" y="1447"/>
                  </a:lnTo>
                  <a:cubicBezTo>
                    <a:pt x="607" y="1818"/>
                    <a:pt x="825" y="2222"/>
                    <a:pt x="1043" y="2594"/>
                  </a:cubicBezTo>
                  <a:cubicBezTo>
                    <a:pt x="1128" y="2727"/>
                    <a:pt x="1197" y="2861"/>
                    <a:pt x="1281" y="3014"/>
                  </a:cubicBezTo>
                  <a:cubicBezTo>
                    <a:pt x="1314" y="3063"/>
                    <a:pt x="1346" y="3115"/>
                    <a:pt x="1399" y="3147"/>
                  </a:cubicBezTo>
                  <a:lnTo>
                    <a:pt x="1415" y="3147"/>
                  </a:lnTo>
                  <a:lnTo>
                    <a:pt x="1415" y="3131"/>
                  </a:lnTo>
                  <a:cubicBezTo>
                    <a:pt x="1366" y="3099"/>
                    <a:pt x="1330" y="3046"/>
                    <a:pt x="1298" y="2998"/>
                  </a:cubicBezTo>
                  <a:cubicBezTo>
                    <a:pt x="1229" y="2861"/>
                    <a:pt x="1144" y="2727"/>
                    <a:pt x="1063" y="2574"/>
                  </a:cubicBezTo>
                  <a:cubicBezTo>
                    <a:pt x="841" y="2206"/>
                    <a:pt x="623" y="1802"/>
                    <a:pt x="389" y="1431"/>
                  </a:cubicBezTo>
                  <a:lnTo>
                    <a:pt x="372" y="1398"/>
                  </a:lnTo>
                  <a:cubicBezTo>
                    <a:pt x="33" y="841"/>
                    <a:pt x="33" y="825"/>
                    <a:pt x="33" y="170"/>
                  </a:cubicBezTo>
                  <a:lnTo>
                    <a:pt x="33" y="134"/>
                  </a:lnTo>
                  <a:lnTo>
                    <a:pt x="33" y="85"/>
                  </a:lnTo>
                  <a:lnTo>
                    <a:pt x="33" y="69"/>
                  </a:lnTo>
                  <a:cubicBezTo>
                    <a:pt x="53" y="49"/>
                    <a:pt x="53" y="33"/>
                    <a:pt x="69" y="33"/>
                  </a:cubicBezTo>
                  <a:lnTo>
                    <a:pt x="69" y="17"/>
                  </a:ln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521886" y="2474082"/>
              <a:ext cx="197458" cy="355981"/>
            </a:xfrm>
            <a:custGeom>
              <a:avLst/>
              <a:gdLst/>
              <a:ahLst/>
              <a:cxnLst/>
              <a:rect l="l" t="t" r="r" b="b"/>
              <a:pathLst>
                <a:path w="1988" h="3584" extrusionOk="0">
                  <a:moveTo>
                    <a:pt x="0" y="0"/>
                  </a:moveTo>
                  <a:cubicBezTo>
                    <a:pt x="0" y="133"/>
                    <a:pt x="69" y="202"/>
                    <a:pt x="154" y="287"/>
                  </a:cubicBezTo>
                  <a:lnTo>
                    <a:pt x="154" y="303"/>
                  </a:lnTo>
                  <a:cubicBezTo>
                    <a:pt x="234" y="388"/>
                    <a:pt x="303" y="469"/>
                    <a:pt x="372" y="570"/>
                  </a:cubicBezTo>
                  <a:cubicBezTo>
                    <a:pt x="404" y="622"/>
                    <a:pt x="436" y="671"/>
                    <a:pt x="489" y="723"/>
                  </a:cubicBezTo>
                  <a:cubicBezTo>
                    <a:pt x="606" y="873"/>
                    <a:pt x="723" y="1026"/>
                    <a:pt x="861" y="1176"/>
                  </a:cubicBezTo>
                  <a:cubicBezTo>
                    <a:pt x="1180" y="1580"/>
                    <a:pt x="1499" y="2004"/>
                    <a:pt x="1818" y="2408"/>
                  </a:cubicBezTo>
                  <a:cubicBezTo>
                    <a:pt x="1834" y="2424"/>
                    <a:pt x="1834" y="2440"/>
                    <a:pt x="1850" y="2456"/>
                  </a:cubicBezTo>
                  <a:cubicBezTo>
                    <a:pt x="1903" y="2509"/>
                    <a:pt x="1951" y="2573"/>
                    <a:pt x="1951" y="2658"/>
                  </a:cubicBezTo>
                  <a:lnTo>
                    <a:pt x="1951" y="3296"/>
                  </a:lnTo>
                  <a:lnTo>
                    <a:pt x="1951" y="3450"/>
                  </a:lnTo>
                  <a:cubicBezTo>
                    <a:pt x="1951" y="3498"/>
                    <a:pt x="1951" y="3535"/>
                    <a:pt x="1935" y="3567"/>
                  </a:cubicBezTo>
                  <a:cubicBezTo>
                    <a:pt x="1919" y="3567"/>
                    <a:pt x="1919" y="3583"/>
                    <a:pt x="1935" y="3583"/>
                  </a:cubicBezTo>
                  <a:lnTo>
                    <a:pt x="1951" y="3583"/>
                  </a:lnTo>
                  <a:cubicBezTo>
                    <a:pt x="1971" y="3535"/>
                    <a:pt x="1988" y="3498"/>
                    <a:pt x="1988" y="3450"/>
                  </a:cubicBezTo>
                  <a:lnTo>
                    <a:pt x="1988" y="3296"/>
                  </a:lnTo>
                  <a:cubicBezTo>
                    <a:pt x="1971" y="3094"/>
                    <a:pt x="1971" y="2876"/>
                    <a:pt x="1988" y="2658"/>
                  </a:cubicBezTo>
                  <a:cubicBezTo>
                    <a:pt x="1988" y="2557"/>
                    <a:pt x="1919" y="2488"/>
                    <a:pt x="1870" y="2440"/>
                  </a:cubicBezTo>
                  <a:cubicBezTo>
                    <a:pt x="1870" y="2424"/>
                    <a:pt x="1850" y="2408"/>
                    <a:pt x="1834" y="2387"/>
                  </a:cubicBezTo>
                  <a:cubicBezTo>
                    <a:pt x="1515" y="1984"/>
                    <a:pt x="1196" y="1563"/>
                    <a:pt x="877" y="1159"/>
                  </a:cubicBezTo>
                  <a:cubicBezTo>
                    <a:pt x="760" y="1010"/>
                    <a:pt x="622" y="856"/>
                    <a:pt x="505" y="707"/>
                  </a:cubicBezTo>
                  <a:cubicBezTo>
                    <a:pt x="473" y="654"/>
                    <a:pt x="420" y="606"/>
                    <a:pt x="388" y="553"/>
                  </a:cubicBezTo>
                  <a:cubicBezTo>
                    <a:pt x="319" y="452"/>
                    <a:pt x="255" y="368"/>
                    <a:pt x="170" y="287"/>
                  </a:cubicBezTo>
                  <a:lnTo>
                    <a:pt x="170" y="267"/>
                  </a:lnTo>
                  <a:cubicBezTo>
                    <a:pt x="101" y="186"/>
                    <a:pt x="32" y="117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849753" y="3127641"/>
              <a:ext cx="359656" cy="242452"/>
            </a:xfrm>
            <a:custGeom>
              <a:avLst/>
              <a:gdLst/>
              <a:ahLst/>
              <a:cxnLst/>
              <a:rect l="l" t="t" r="r" b="b"/>
              <a:pathLst>
                <a:path w="3621" h="2441" extrusionOk="0">
                  <a:moveTo>
                    <a:pt x="3588" y="33"/>
                  </a:moveTo>
                  <a:lnTo>
                    <a:pt x="3588" y="304"/>
                  </a:lnTo>
                  <a:lnTo>
                    <a:pt x="3588" y="1128"/>
                  </a:lnTo>
                  <a:cubicBezTo>
                    <a:pt x="3588" y="1180"/>
                    <a:pt x="3552" y="1196"/>
                    <a:pt x="3487" y="1213"/>
                  </a:cubicBezTo>
                  <a:cubicBezTo>
                    <a:pt x="3099" y="1346"/>
                    <a:pt x="2695" y="1463"/>
                    <a:pt x="2307" y="1600"/>
                  </a:cubicBezTo>
                  <a:cubicBezTo>
                    <a:pt x="2122" y="1665"/>
                    <a:pt x="1952" y="1718"/>
                    <a:pt x="1786" y="1766"/>
                  </a:cubicBezTo>
                  <a:cubicBezTo>
                    <a:pt x="1382" y="1903"/>
                    <a:pt x="994" y="2037"/>
                    <a:pt x="590" y="2170"/>
                  </a:cubicBezTo>
                  <a:lnTo>
                    <a:pt x="69" y="2340"/>
                  </a:lnTo>
                  <a:cubicBezTo>
                    <a:pt x="33" y="2170"/>
                    <a:pt x="33" y="2004"/>
                    <a:pt x="53" y="1835"/>
                  </a:cubicBezTo>
                  <a:lnTo>
                    <a:pt x="53" y="1564"/>
                  </a:lnTo>
                  <a:cubicBezTo>
                    <a:pt x="33" y="1261"/>
                    <a:pt x="33" y="1261"/>
                    <a:pt x="320" y="1160"/>
                  </a:cubicBezTo>
                  <a:lnTo>
                    <a:pt x="336" y="1160"/>
                  </a:lnTo>
                  <a:cubicBezTo>
                    <a:pt x="691" y="1043"/>
                    <a:pt x="1043" y="910"/>
                    <a:pt x="1398" y="792"/>
                  </a:cubicBezTo>
                  <a:cubicBezTo>
                    <a:pt x="2021" y="574"/>
                    <a:pt x="2643" y="336"/>
                    <a:pt x="3265" y="118"/>
                  </a:cubicBezTo>
                  <a:cubicBezTo>
                    <a:pt x="3301" y="118"/>
                    <a:pt x="3317" y="102"/>
                    <a:pt x="3350" y="102"/>
                  </a:cubicBezTo>
                  <a:cubicBezTo>
                    <a:pt x="3418" y="69"/>
                    <a:pt x="3503" y="33"/>
                    <a:pt x="3588" y="33"/>
                  </a:cubicBezTo>
                  <a:close/>
                  <a:moveTo>
                    <a:pt x="3604" y="1"/>
                  </a:moveTo>
                  <a:cubicBezTo>
                    <a:pt x="3503" y="1"/>
                    <a:pt x="3418" y="33"/>
                    <a:pt x="3333" y="69"/>
                  </a:cubicBezTo>
                  <a:cubicBezTo>
                    <a:pt x="3317" y="85"/>
                    <a:pt x="3285" y="85"/>
                    <a:pt x="3265" y="102"/>
                  </a:cubicBezTo>
                  <a:cubicBezTo>
                    <a:pt x="2643" y="320"/>
                    <a:pt x="2004" y="538"/>
                    <a:pt x="1398" y="756"/>
                  </a:cubicBezTo>
                  <a:cubicBezTo>
                    <a:pt x="1043" y="893"/>
                    <a:pt x="675" y="1011"/>
                    <a:pt x="320" y="1144"/>
                  </a:cubicBezTo>
                  <a:cubicBezTo>
                    <a:pt x="17" y="1245"/>
                    <a:pt x="17" y="1245"/>
                    <a:pt x="17" y="1564"/>
                  </a:cubicBezTo>
                  <a:lnTo>
                    <a:pt x="17" y="1835"/>
                  </a:lnTo>
                  <a:cubicBezTo>
                    <a:pt x="17" y="2004"/>
                    <a:pt x="1" y="2190"/>
                    <a:pt x="53" y="2356"/>
                  </a:cubicBezTo>
                  <a:cubicBezTo>
                    <a:pt x="53" y="2356"/>
                    <a:pt x="33" y="2372"/>
                    <a:pt x="17" y="2392"/>
                  </a:cubicBezTo>
                  <a:cubicBezTo>
                    <a:pt x="17" y="2408"/>
                    <a:pt x="17" y="2408"/>
                    <a:pt x="1" y="2408"/>
                  </a:cubicBezTo>
                  <a:cubicBezTo>
                    <a:pt x="1" y="2424"/>
                    <a:pt x="1" y="2424"/>
                    <a:pt x="17" y="2441"/>
                  </a:cubicBezTo>
                  <a:lnTo>
                    <a:pt x="33" y="2424"/>
                  </a:lnTo>
                  <a:cubicBezTo>
                    <a:pt x="33" y="2424"/>
                    <a:pt x="33" y="2408"/>
                    <a:pt x="53" y="2408"/>
                  </a:cubicBezTo>
                  <a:cubicBezTo>
                    <a:pt x="53" y="2392"/>
                    <a:pt x="69" y="2372"/>
                    <a:pt x="69" y="2372"/>
                  </a:cubicBezTo>
                  <a:lnTo>
                    <a:pt x="86" y="2372"/>
                  </a:lnTo>
                  <a:lnTo>
                    <a:pt x="607" y="2190"/>
                  </a:lnTo>
                  <a:cubicBezTo>
                    <a:pt x="994" y="2069"/>
                    <a:pt x="1398" y="1936"/>
                    <a:pt x="1786" y="1802"/>
                  </a:cubicBezTo>
                  <a:cubicBezTo>
                    <a:pt x="1972" y="1750"/>
                    <a:pt x="2138" y="1685"/>
                    <a:pt x="2307" y="1633"/>
                  </a:cubicBezTo>
                  <a:cubicBezTo>
                    <a:pt x="2695" y="1499"/>
                    <a:pt x="3099" y="1362"/>
                    <a:pt x="3503" y="1229"/>
                  </a:cubicBezTo>
                  <a:cubicBezTo>
                    <a:pt x="3552" y="1213"/>
                    <a:pt x="3604" y="1196"/>
                    <a:pt x="3620" y="1128"/>
                  </a:cubicBezTo>
                  <a:lnTo>
                    <a:pt x="3620" y="304"/>
                  </a:lnTo>
                  <a:lnTo>
                    <a:pt x="3620" y="17"/>
                  </a:lnTo>
                  <a:lnTo>
                    <a:pt x="36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1521886" y="2126147"/>
              <a:ext cx="202325" cy="414583"/>
            </a:xfrm>
            <a:custGeom>
              <a:avLst/>
              <a:gdLst/>
              <a:ahLst/>
              <a:cxnLst/>
              <a:rect l="l" t="t" r="r" b="b"/>
              <a:pathLst>
                <a:path w="2037" h="4174" extrusionOk="0">
                  <a:moveTo>
                    <a:pt x="16" y="1"/>
                  </a:moveTo>
                  <a:lnTo>
                    <a:pt x="0" y="17"/>
                  </a:lnTo>
                  <a:cubicBezTo>
                    <a:pt x="0" y="118"/>
                    <a:pt x="53" y="186"/>
                    <a:pt x="117" y="271"/>
                  </a:cubicBezTo>
                  <a:cubicBezTo>
                    <a:pt x="202" y="356"/>
                    <a:pt x="271" y="457"/>
                    <a:pt x="335" y="538"/>
                  </a:cubicBezTo>
                  <a:cubicBezTo>
                    <a:pt x="335" y="574"/>
                    <a:pt x="356" y="590"/>
                    <a:pt x="372" y="607"/>
                  </a:cubicBezTo>
                  <a:cubicBezTo>
                    <a:pt x="558" y="877"/>
                    <a:pt x="739" y="1144"/>
                    <a:pt x="925" y="1398"/>
                  </a:cubicBezTo>
                  <a:cubicBezTo>
                    <a:pt x="1244" y="1871"/>
                    <a:pt x="1584" y="2356"/>
                    <a:pt x="1919" y="2845"/>
                  </a:cubicBezTo>
                  <a:cubicBezTo>
                    <a:pt x="1971" y="2897"/>
                    <a:pt x="1988" y="2962"/>
                    <a:pt x="1988" y="3030"/>
                  </a:cubicBezTo>
                  <a:lnTo>
                    <a:pt x="1988" y="3333"/>
                  </a:lnTo>
                  <a:cubicBezTo>
                    <a:pt x="1988" y="3487"/>
                    <a:pt x="1988" y="3652"/>
                    <a:pt x="1971" y="3806"/>
                  </a:cubicBezTo>
                  <a:lnTo>
                    <a:pt x="1971" y="3854"/>
                  </a:lnTo>
                  <a:cubicBezTo>
                    <a:pt x="1971" y="3955"/>
                    <a:pt x="1971" y="4056"/>
                    <a:pt x="2004" y="4157"/>
                  </a:cubicBezTo>
                  <a:lnTo>
                    <a:pt x="2020" y="4174"/>
                  </a:lnTo>
                  <a:lnTo>
                    <a:pt x="2036" y="4157"/>
                  </a:lnTo>
                  <a:cubicBezTo>
                    <a:pt x="1988" y="4056"/>
                    <a:pt x="1988" y="3955"/>
                    <a:pt x="2004" y="3871"/>
                  </a:cubicBezTo>
                  <a:lnTo>
                    <a:pt x="2004" y="3806"/>
                  </a:lnTo>
                  <a:lnTo>
                    <a:pt x="2004" y="3333"/>
                  </a:lnTo>
                  <a:lnTo>
                    <a:pt x="2004" y="3030"/>
                  </a:lnTo>
                  <a:cubicBezTo>
                    <a:pt x="2004" y="2962"/>
                    <a:pt x="1988" y="2897"/>
                    <a:pt x="1935" y="2828"/>
                  </a:cubicBezTo>
                  <a:cubicBezTo>
                    <a:pt x="1600" y="2340"/>
                    <a:pt x="1265" y="1851"/>
                    <a:pt x="941" y="1398"/>
                  </a:cubicBezTo>
                  <a:cubicBezTo>
                    <a:pt x="760" y="1128"/>
                    <a:pt x="574" y="861"/>
                    <a:pt x="404" y="590"/>
                  </a:cubicBezTo>
                  <a:cubicBezTo>
                    <a:pt x="388" y="574"/>
                    <a:pt x="372" y="558"/>
                    <a:pt x="356" y="522"/>
                  </a:cubicBezTo>
                  <a:cubicBezTo>
                    <a:pt x="287" y="437"/>
                    <a:pt x="218" y="336"/>
                    <a:pt x="133" y="255"/>
                  </a:cubicBezTo>
                  <a:cubicBezTo>
                    <a:pt x="69" y="170"/>
                    <a:pt x="32" y="118"/>
                    <a:pt x="32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267912" y="2191602"/>
              <a:ext cx="143723" cy="158523"/>
            </a:xfrm>
            <a:custGeom>
              <a:avLst/>
              <a:gdLst/>
              <a:ahLst/>
              <a:cxnLst/>
              <a:rect l="l" t="t" r="r" b="b"/>
              <a:pathLst>
                <a:path w="1447" h="1596" extrusionOk="0">
                  <a:moveTo>
                    <a:pt x="1430" y="0"/>
                  </a:moveTo>
                  <a:cubicBezTo>
                    <a:pt x="1361" y="32"/>
                    <a:pt x="1313" y="49"/>
                    <a:pt x="1244" y="81"/>
                  </a:cubicBezTo>
                  <a:cubicBezTo>
                    <a:pt x="1127" y="133"/>
                    <a:pt x="994" y="202"/>
                    <a:pt x="856" y="251"/>
                  </a:cubicBezTo>
                  <a:cubicBezTo>
                    <a:pt x="772" y="303"/>
                    <a:pt x="691" y="335"/>
                    <a:pt x="590" y="384"/>
                  </a:cubicBezTo>
                  <a:cubicBezTo>
                    <a:pt x="436" y="453"/>
                    <a:pt x="267" y="537"/>
                    <a:pt x="117" y="606"/>
                  </a:cubicBezTo>
                  <a:cubicBezTo>
                    <a:pt x="16" y="655"/>
                    <a:pt x="0" y="707"/>
                    <a:pt x="0" y="788"/>
                  </a:cubicBezTo>
                  <a:lnTo>
                    <a:pt x="0" y="1111"/>
                  </a:lnTo>
                  <a:cubicBezTo>
                    <a:pt x="0" y="1260"/>
                    <a:pt x="0" y="1430"/>
                    <a:pt x="16" y="1580"/>
                  </a:cubicBezTo>
                  <a:cubicBezTo>
                    <a:pt x="16" y="1580"/>
                    <a:pt x="16" y="1596"/>
                    <a:pt x="32" y="1596"/>
                  </a:cubicBezTo>
                  <a:lnTo>
                    <a:pt x="32" y="1580"/>
                  </a:lnTo>
                  <a:cubicBezTo>
                    <a:pt x="16" y="1430"/>
                    <a:pt x="16" y="1260"/>
                    <a:pt x="32" y="1111"/>
                  </a:cubicBezTo>
                  <a:cubicBezTo>
                    <a:pt x="32" y="1010"/>
                    <a:pt x="32" y="909"/>
                    <a:pt x="16" y="788"/>
                  </a:cubicBezTo>
                  <a:cubicBezTo>
                    <a:pt x="16" y="723"/>
                    <a:pt x="32" y="671"/>
                    <a:pt x="117" y="622"/>
                  </a:cubicBezTo>
                  <a:cubicBezTo>
                    <a:pt x="287" y="554"/>
                    <a:pt x="452" y="485"/>
                    <a:pt x="606" y="404"/>
                  </a:cubicBezTo>
                  <a:cubicBezTo>
                    <a:pt x="691" y="368"/>
                    <a:pt x="772" y="319"/>
                    <a:pt x="873" y="283"/>
                  </a:cubicBezTo>
                  <a:cubicBezTo>
                    <a:pt x="994" y="218"/>
                    <a:pt x="1127" y="166"/>
                    <a:pt x="1260" y="101"/>
                  </a:cubicBezTo>
                  <a:cubicBezTo>
                    <a:pt x="1313" y="81"/>
                    <a:pt x="1378" y="49"/>
                    <a:pt x="1430" y="16"/>
                  </a:cubicBezTo>
                  <a:cubicBezTo>
                    <a:pt x="1446" y="16"/>
                    <a:pt x="1446" y="16"/>
                    <a:pt x="1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944712" y="3485608"/>
              <a:ext cx="6953" cy="55026"/>
            </a:xfrm>
            <a:custGeom>
              <a:avLst/>
              <a:gdLst/>
              <a:ahLst/>
              <a:cxnLst/>
              <a:rect l="l" t="t" r="r" b="b"/>
              <a:pathLst>
                <a:path w="70" h="554" extrusionOk="0">
                  <a:moveTo>
                    <a:pt x="37" y="0"/>
                  </a:moveTo>
                  <a:cubicBezTo>
                    <a:pt x="17" y="101"/>
                    <a:pt x="17" y="182"/>
                    <a:pt x="17" y="283"/>
                  </a:cubicBezTo>
                  <a:cubicBezTo>
                    <a:pt x="17" y="368"/>
                    <a:pt x="17" y="452"/>
                    <a:pt x="1" y="537"/>
                  </a:cubicBezTo>
                  <a:cubicBezTo>
                    <a:pt x="1" y="553"/>
                    <a:pt x="1" y="553"/>
                    <a:pt x="17" y="553"/>
                  </a:cubicBezTo>
                  <a:lnTo>
                    <a:pt x="37" y="553"/>
                  </a:lnTo>
                  <a:cubicBezTo>
                    <a:pt x="53" y="452"/>
                    <a:pt x="53" y="368"/>
                    <a:pt x="53" y="283"/>
                  </a:cubicBezTo>
                  <a:cubicBezTo>
                    <a:pt x="37" y="182"/>
                    <a:pt x="37" y="101"/>
                    <a:pt x="53" y="16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1815987" y="2282783"/>
              <a:ext cx="5264" cy="64164"/>
            </a:xfrm>
            <a:custGeom>
              <a:avLst/>
              <a:gdLst/>
              <a:ahLst/>
              <a:cxnLst/>
              <a:rect l="l" t="t" r="r" b="b"/>
              <a:pathLst>
                <a:path w="53" h="646" extrusionOk="0">
                  <a:moveTo>
                    <a:pt x="41" y="0"/>
                  </a:moveTo>
                  <a:cubicBezTo>
                    <a:pt x="37" y="0"/>
                    <a:pt x="37" y="7"/>
                    <a:pt x="37" y="7"/>
                  </a:cubicBezTo>
                  <a:cubicBezTo>
                    <a:pt x="20" y="108"/>
                    <a:pt x="20" y="209"/>
                    <a:pt x="20" y="310"/>
                  </a:cubicBezTo>
                  <a:lnTo>
                    <a:pt x="20" y="496"/>
                  </a:lnTo>
                  <a:lnTo>
                    <a:pt x="20" y="544"/>
                  </a:lnTo>
                  <a:cubicBezTo>
                    <a:pt x="20" y="577"/>
                    <a:pt x="20" y="597"/>
                    <a:pt x="0" y="629"/>
                  </a:cubicBezTo>
                  <a:cubicBezTo>
                    <a:pt x="0" y="629"/>
                    <a:pt x="0" y="645"/>
                    <a:pt x="20" y="645"/>
                  </a:cubicBezTo>
                  <a:lnTo>
                    <a:pt x="37" y="645"/>
                  </a:lnTo>
                  <a:cubicBezTo>
                    <a:pt x="53" y="613"/>
                    <a:pt x="53" y="577"/>
                    <a:pt x="53" y="544"/>
                  </a:cubicBezTo>
                  <a:lnTo>
                    <a:pt x="53" y="496"/>
                  </a:lnTo>
                  <a:lnTo>
                    <a:pt x="53" y="310"/>
                  </a:lnTo>
                  <a:cubicBezTo>
                    <a:pt x="37" y="209"/>
                    <a:pt x="37" y="108"/>
                    <a:pt x="53" y="7"/>
                  </a:cubicBezTo>
                  <a:cubicBezTo>
                    <a:pt x="47" y="2"/>
                    <a:pt x="44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500328" y="1019567"/>
              <a:ext cx="1402767" cy="1004772"/>
            </a:xfrm>
            <a:custGeom>
              <a:avLst/>
              <a:gdLst/>
              <a:ahLst/>
              <a:cxnLst/>
              <a:rect l="l" t="t" r="r" b="b"/>
              <a:pathLst>
                <a:path w="14123" h="10116" extrusionOk="0">
                  <a:moveTo>
                    <a:pt x="9174" y="0"/>
                  </a:moveTo>
                  <a:lnTo>
                    <a:pt x="8803" y="235"/>
                  </a:lnTo>
                  <a:cubicBezTo>
                    <a:pt x="8520" y="404"/>
                    <a:pt x="8249" y="590"/>
                    <a:pt x="7978" y="756"/>
                  </a:cubicBezTo>
                  <a:cubicBezTo>
                    <a:pt x="6985" y="1398"/>
                    <a:pt x="5975" y="2036"/>
                    <a:pt x="4985" y="2658"/>
                  </a:cubicBezTo>
                  <a:lnTo>
                    <a:pt x="4731" y="2828"/>
                  </a:lnTo>
                  <a:cubicBezTo>
                    <a:pt x="3854" y="3398"/>
                    <a:pt x="2981" y="3955"/>
                    <a:pt x="2105" y="4508"/>
                  </a:cubicBezTo>
                  <a:cubicBezTo>
                    <a:pt x="1733" y="4747"/>
                    <a:pt x="1349" y="4997"/>
                    <a:pt x="962" y="5236"/>
                  </a:cubicBezTo>
                  <a:cubicBezTo>
                    <a:pt x="659" y="5438"/>
                    <a:pt x="356" y="5640"/>
                    <a:pt x="53" y="5821"/>
                  </a:cubicBezTo>
                  <a:cubicBezTo>
                    <a:pt x="36" y="5842"/>
                    <a:pt x="36" y="5842"/>
                    <a:pt x="16" y="5842"/>
                  </a:cubicBezTo>
                  <a:lnTo>
                    <a:pt x="0" y="5842"/>
                  </a:lnTo>
                  <a:lnTo>
                    <a:pt x="0" y="5858"/>
                  </a:lnTo>
                  <a:cubicBezTo>
                    <a:pt x="0" y="5858"/>
                    <a:pt x="0" y="5874"/>
                    <a:pt x="16" y="5874"/>
                  </a:cubicBezTo>
                  <a:lnTo>
                    <a:pt x="36" y="5858"/>
                  </a:lnTo>
                  <a:lnTo>
                    <a:pt x="53" y="5858"/>
                  </a:lnTo>
                  <a:cubicBezTo>
                    <a:pt x="372" y="5656"/>
                    <a:pt x="675" y="5454"/>
                    <a:pt x="978" y="5268"/>
                  </a:cubicBezTo>
                  <a:cubicBezTo>
                    <a:pt x="1366" y="5013"/>
                    <a:pt x="1753" y="4763"/>
                    <a:pt x="2121" y="4529"/>
                  </a:cubicBezTo>
                  <a:cubicBezTo>
                    <a:pt x="2998" y="3971"/>
                    <a:pt x="3874" y="3418"/>
                    <a:pt x="4747" y="2860"/>
                  </a:cubicBezTo>
                  <a:lnTo>
                    <a:pt x="5001" y="2691"/>
                  </a:lnTo>
                  <a:cubicBezTo>
                    <a:pt x="5995" y="2052"/>
                    <a:pt x="6985" y="1414"/>
                    <a:pt x="7995" y="792"/>
                  </a:cubicBezTo>
                  <a:cubicBezTo>
                    <a:pt x="8265" y="606"/>
                    <a:pt x="8536" y="436"/>
                    <a:pt x="8823" y="251"/>
                  </a:cubicBezTo>
                  <a:lnTo>
                    <a:pt x="9174" y="33"/>
                  </a:lnTo>
                  <a:lnTo>
                    <a:pt x="9190" y="33"/>
                  </a:lnTo>
                  <a:cubicBezTo>
                    <a:pt x="9227" y="65"/>
                    <a:pt x="9243" y="65"/>
                    <a:pt x="9243" y="85"/>
                  </a:cubicBezTo>
                  <a:cubicBezTo>
                    <a:pt x="9207" y="166"/>
                    <a:pt x="9207" y="251"/>
                    <a:pt x="9207" y="319"/>
                  </a:cubicBezTo>
                  <a:lnTo>
                    <a:pt x="9207" y="420"/>
                  </a:lnTo>
                  <a:cubicBezTo>
                    <a:pt x="9207" y="505"/>
                    <a:pt x="9207" y="554"/>
                    <a:pt x="9259" y="638"/>
                  </a:cubicBezTo>
                  <a:cubicBezTo>
                    <a:pt x="9409" y="873"/>
                    <a:pt x="9578" y="1160"/>
                    <a:pt x="9748" y="1515"/>
                  </a:cubicBezTo>
                  <a:cubicBezTo>
                    <a:pt x="9764" y="1547"/>
                    <a:pt x="9796" y="1580"/>
                    <a:pt x="9812" y="1616"/>
                  </a:cubicBezTo>
                  <a:cubicBezTo>
                    <a:pt x="9897" y="1782"/>
                    <a:pt x="9982" y="1951"/>
                    <a:pt x="10067" y="2105"/>
                  </a:cubicBezTo>
                  <a:cubicBezTo>
                    <a:pt x="10136" y="2222"/>
                    <a:pt x="10200" y="2323"/>
                    <a:pt x="10253" y="2424"/>
                  </a:cubicBezTo>
                  <a:cubicBezTo>
                    <a:pt x="10338" y="2557"/>
                    <a:pt x="10402" y="2691"/>
                    <a:pt x="10487" y="2812"/>
                  </a:cubicBezTo>
                  <a:cubicBezTo>
                    <a:pt x="10620" y="3030"/>
                    <a:pt x="10742" y="3264"/>
                    <a:pt x="10859" y="3482"/>
                  </a:cubicBezTo>
                  <a:cubicBezTo>
                    <a:pt x="10923" y="3600"/>
                    <a:pt x="10992" y="3721"/>
                    <a:pt x="11061" y="3838"/>
                  </a:cubicBezTo>
                  <a:cubicBezTo>
                    <a:pt x="11194" y="4072"/>
                    <a:pt x="11327" y="4327"/>
                    <a:pt x="11465" y="4561"/>
                  </a:cubicBezTo>
                  <a:cubicBezTo>
                    <a:pt x="11598" y="4811"/>
                    <a:pt x="11752" y="5066"/>
                    <a:pt x="11885" y="5316"/>
                  </a:cubicBezTo>
                  <a:cubicBezTo>
                    <a:pt x="12071" y="5656"/>
                    <a:pt x="12236" y="5959"/>
                    <a:pt x="12406" y="6246"/>
                  </a:cubicBezTo>
                  <a:cubicBezTo>
                    <a:pt x="12422" y="6278"/>
                    <a:pt x="12438" y="6310"/>
                    <a:pt x="12458" y="6347"/>
                  </a:cubicBezTo>
                  <a:cubicBezTo>
                    <a:pt x="12507" y="6427"/>
                    <a:pt x="12576" y="6512"/>
                    <a:pt x="12559" y="6597"/>
                  </a:cubicBezTo>
                  <a:cubicBezTo>
                    <a:pt x="12539" y="6751"/>
                    <a:pt x="12539" y="6916"/>
                    <a:pt x="12539" y="7070"/>
                  </a:cubicBezTo>
                  <a:lnTo>
                    <a:pt x="12539" y="7373"/>
                  </a:lnTo>
                  <a:cubicBezTo>
                    <a:pt x="12539" y="7421"/>
                    <a:pt x="12539" y="7474"/>
                    <a:pt x="12559" y="7522"/>
                  </a:cubicBezTo>
                  <a:cubicBezTo>
                    <a:pt x="13012" y="8282"/>
                    <a:pt x="13468" y="9073"/>
                    <a:pt x="13921" y="9881"/>
                  </a:cubicBezTo>
                  <a:cubicBezTo>
                    <a:pt x="13921" y="9897"/>
                    <a:pt x="13937" y="9914"/>
                    <a:pt x="13937" y="9930"/>
                  </a:cubicBezTo>
                  <a:cubicBezTo>
                    <a:pt x="13990" y="9998"/>
                    <a:pt x="14022" y="10083"/>
                    <a:pt x="14107" y="10116"/>
                  </a:cubicBezTo>
                  <a:lnTo>
                    <a:pt x="14123" y="10116"/>
                  </a:lnTo>
                  <a:lnTo>
                    <a:pt x="14123" y="10099"/>
                  </a:lnTo>
                  <a:cubicBezTo>
                    <a:pt x="14038" y="10063"/>
                    <a:pt x="14006" y="9998"/>
                    <a:pt x="13973" y="9930"/>
                  </a:cubicBezTo>
                  <a:cubicBezTo>
                    <a:pt x="13953" y="9897"/>
                    <a:pt x="13953" y="9881"/>
                    <a:pt x="13937" y="9861"/>
                  </a:cubicBezTo>
                  <a:cubicBezTo>
                    <a:pt x="13485" y="9073"/>
                    <a:pt x="13028" y="8265"/>
                    <a:pt x="12592" y="7506"/>
                  </a:cubicBezTo>
                  <a:cubicBezTo>
                    <a:pt x="12559" y="7474"/>
                    <a:pt x="12559" y="7421"/>
                    <a:pt x="12559" y="7389"/>
                  </a:cubicBezTo>
                  <a:cubicBezTo>
                    <a:pt x="12576" y="7272"/>
                    <a:pt x="12576" y="7171"/>
                    <a:pt x="12559" y="7070"/>
                  </a:cubicBezTo>
                  <a:cubicBezTo>
                    <a:pt x="12559" y="6916"/>
                    <a:pt x="12559" y="6751"/>
                    <a:pt x="12576" y="6597"/>
                  </a:cubicBezTo>
                  <a:cubicBezTo>
                    <a:pt x="12592" y="6496"/>
                    <a:pt x="12539" y="6411"/>
                    <a:pt x="12491" y="6326"/>
                  </a:cubicBezTo>
                  <a:cubicBezTo>
                    <a:pt x="12458" y="6294"/>
                    <a:pt x="12438" y="6278"/>
                    <a:pt x="12422" y="6246"/>
                  </a:cubicBezTo>
                  <a:cubicBezTo>
                    <a:pt x="12256" y="5943"/>
                    <a:pt x="12103" y="5640"/>
                    <a:pt x="11917" y="5300"/>
                  </a:cubicBezTo>
                  <a:cubicBezTo>
                    <a:pt x="11768" y="5050"/>
                    <a:pt x="11630" y="4795"/>
                    <a:pt x="11481" y="4561"/>
                  </a:cubicBezTo>
                  <a:cubicBezTo>
                    <a:pt x="11348" y="4307"/>
                    <a:pt x="11210" y="4072"/>
                    <a:pt x="11077" y="3822"/>
                  </a:cubicBezTo>
                  <a:cubicBezTo>
                    <a:pt x="11008" y="3701"/>
                    <a:pt x="10944" y="3583"/>
                    <a:pt x="10891" y="3466"/>
                  </a:cubicBezTo>
                  <a:cubicBezTo>
                    <a:pt x="10758" y="3248"/>
                    <a:pt x="10641" y="3014"/>
                    <a:pt x="10503" y="2792"/>
                  </a:cubicBezTo>
                  <a:cubicBezTo>
                    <a:pt x="10418" y="2674"/>
                    <a:pt x="10354" y="2541"/>
                    <a:pt x="10285" y="2424"/>
                  </a:cubicBezTo>
                  <a:cubicBezTo>
                    <a:pt x="10216" y="2307"/>
                    <a:pt x="10168" y="2206"/>
                    <a:pt x="10099" y="2105"/>
                  </a:cubicBezTo>
                  <a:cubicBezTo>
                    <a:pt x="9998" y="1935"/>
                    <a:pt x="9913" y="1766"/>
                    <a:pt x="9833" y="1616"/>
                  </a:cubicBezTo>
                  <a:cubicBezTo>
                    <a:pt x="9812" y="1564"/>
                    <a:pt x="9796" y="1531"/>
                    <a:pt x="9780" y="1499"/>
                  </a:cubicBezTo>
                  <a:cubicBezTo>
                    <a:pt x="9594" y="1143"/>
                    <a:pt x="9445" y="873"/>
                    <a:pt x="9291" y="622"/>
                  </a:cubicBezTo>
                  <a:cubicBezTo>
                    <a:pt x="9243" y="554"/>
                    <a:pt x="9243" y="489"/>
                    <a:pt x="9243" y="420"/>
                  </a:cubicBezTo>
                  <a:lnTo>
                    <a:pt x="9243" y="319"/>
                  </a:lnTo>
                  <a:cubicBezTo>
                    <a:pt x="9227" y="235"/>
                    <a:pt x="9227" y="166"/>
                    <a:pt x="9259" y="101"/>
                  </a:cubicBezTo>
                  <a:cubicBezTo>
                    <a:pt x="9275" y="65"/>
                    <a:pt x="9243" y="33"/>
                    <a:pt x="9207" y="16"/>
                  </a:cubicBezTo>
                  <a:lnTo>
                    <a:pt x="9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1861279" y="2360057"/>
              <a:ext cx="4966" cy="53933"/>
            </a:xfrm>
            <a:custGeom>
              <a:avLst/>
              <a:gdLst/>
              <a:ahLst/>
              <a:cxnLst/>
              <a:rect l="l" t="t" r="r" b="b"/>
              <a:pathLst>
                <a:path w="50" h="543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lnTo>
                    <a:pt x="17" y="203"/>
                  </a:lnTo>
                  <a:cubicBezTo>
                    <a:pt x="17" y="324"/>
                    <a:pt x="33" y="425"/>
                    <a:pt x="17" y="526"/>
                  </a:cubicBezTo>
                  <a:cubicBezTo>
                    <a:pt x="1" y="542"/>
                    <a:pt x="17" y="542"/>
                    <a:pt x="17" y="542"/>
                  </a:cubicBezTo>
                  <a:lnTo>
                    <a:pt x="33" y="542"/>
                  </a:lnTo>
                  <a:cubicBezTo>
                    <a:pt x="49" y="425"/>
                    <a:pt x="49" y="324"/>
                    <a:pt x="49" y="203"/>
                  </a:cubicBezTo>
                  <a:lnTo>
                    <a:pt x="49" y="21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988610" y="1531091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67"/>
                  </a:lnTo>
                  <a:cubicBezTo>
                    <a:pt x="0" y="405"/>
                    <a:pt x="0" y="554"/>
                    <a:pt x="17" y="692"/>
                  </a:cubicBezTo>
                  <a:cubicBezTo>
                    <a:pt x="17" y="692"/>
                    <a:pt x="17" y="708"/>
                    <a:pt x="33" y="708"/>
                  </a:cubicBezTo>
                  <a:lnTo>
                    <a:pt x="33" y="692"/>
                  </a:lnTo>
                  <a:cubicBezTo>
                    <a:pt x="17" y="554"/>
                    <a:pt x="17" y="405"/>
                    <a:pt x="33" y="267"/>
                  </a:cubicBezTo>
                  <a:lnTo>
                    <a:pt x="33" y="17"/>
                  </a:ln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1291154" y="2077577"/>
              <a:ext cx="5264" cy="85618"/>
            </a:xfrm>
            <a:custGeom>
              <a:avLst/>
              <a:gdLst/>
              <a:ahLst/>
              <a:cxnLst/>
              <a:rect l="l" t="t" r="r" b="b"/>
              <a:pathLst>
                <a:path w="53" h="86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8"/>
                    <a:pt x="0" y="421"/>
                  </a:cubicBezTo>
                  <a:lnTo>
                    <a:pt x="0" y="692"/>
                  </a:lnTo>
                  <a:lnTo>
                    <a:pt x="0" y="724"/>
                  </a:lnTo>
                  <a:cubicBezTo>
                    <a:pt x="0" y="776"/>
                    <a:pt x="0" y="809"/>
                    <a:pt x="16" y="861"/>
                  </a:cubicBezTo>
                  <a:lnTo>
                    <a:pt x="33" y="861"/>
                  </a:lnTo>
                  <a:cubicBezTo>
                    <a:pt x="53" y="861"/>
                    <a:pt x="53" y="845"/>
                    <a:pt x="53" y="845"/>
                  </a:cubicBezTo>
                  <a:cubicBezTo>
                    <a:pt x="33" y="809"/>
                    <a:pt x="33" y="776"/>
                    <a:pt x="33" y="724"/>
                  </a:cubicBezTo>
                  <a:lnTo>
                    <a:pt x="33" y="692"/>
                  </a:lnTo>
                  <a:lnTo>
                    <a:pt x="33" y="441"/>
                  </a:lnTo>
                  <a:cubicBezTo>
                    <a:pt x="33" y="288"/>
                    <a:pt x="33" y="15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643857" y="2186338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1"/>
                  </a:moveTo>
                  <a:cubicBezTo>
                    <a:pt x="16" y="118"/>
                    <a:pt x="16" y="219"/>
                    <a:pt x="16" y="336"/>
                  </a:cubicBezTo>
                  <a:lnTo>
                    <a:pt x="16" y="538"/>
                  </a:lnTo>
                  <a:lnTo>
                    <a:pt x="16" y="574"/>
                  </a:lnTo>
                  <a:cubicBezTo>
                    <a:pt x="16" y="607"/>
                    <a:pt x="37" y="639"/>
                    <a:pt x="16" y="659"/>
                  </a:cubicBezTo>
                  <a:cubicBezTo>
                    <a:pt x="0" y="675"/>
                    <a:pt x="0" y="675"/>
                    <a:pt x="16" y="691"/>
                  </a:cubicBezTo>
                  <a:lnTo>
                    <a:pt x="37" y="675"/>
                  </a:lnTo>
                  <a:cubicBezTo>
                    <a:pt x="53" y="639"/>
                    <a:pt x="53" y="607"/>
                    <a:pt x="53" y="574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19"/>
                    <a:pt x="53" y="11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933186" y="2915383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21" y="134"/>
                    <a:pt x="21" y="267"/>
                    <a:pt x="21" y="388"/>
                  </a:cubicBezTo>
                  <a:lnTo>
                    <a:pt x="21" y="607"/>
                  </a:lnTo>
                  <a:lnTo>
                    <a:pt x="21" y="809"/>
                  </a:lnTo>
                  <a:lnTo>
                    <a:pt x="21" y="910"/>
                  </a:lnTo>
                  <a:cubicBezTo>
                    <a:pt x="21" y="926"/>
                    <a:pt x="21" y="926"/>
                    <a:pt x="37" y="926"/>
                  </a:cubicBezTo>
                  <a:lnTo>
                    <a:pt x="37" y="910"/>
                  </a:lnTo>
                  <a:lnTo>
                    <a:pt x="37" y="809"/>
                  </a:lnTo>
                  <a:cubicBezTo>
                    <a:pt x="37" y="740"/>
                    <a:pt x="53" y="671"/>
                    <a:pt x="37" y="607"/>
                  </a:cubicBezTo>
                  <a:lnTo>
                    <a:pt x="37" y="388"/>
                  </a:lnTo>
                  <a:cubicBezTo>
                    <a:pt x="53" y="267"/>
                    <a:pt x="53" y="134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1841216" y="2781394"/>
              <a:ext cx="4966" cy="53834"/>
            </a:xfrm>
            <a:custGeom>
              <a:avLst/>
              <a:gdLst/>
              <a:ahLst/>
              <a:cxnLst/>
              <a:rect l="l" t="t" r="r" b="b"/>
              <a:pathLst>
                <a:path w="50" h="542" extrusionOk="0">
                  <a:moveTo>
                    <a:pt x="33" y="0"/>
                  </a:moveTo>
                  <a:cubicBezTo>
                    <a:pt x="33" y="0"/>
                    <a:pt x="17" y="0"/>
                    <a:pt x="17" y="21"/>
                  </a:cubicBezTo>
                  <a:cubicBezTo>
                    <a:pt x="1" y="101"/>
                    <a:pt x="1" y="186"/>
                    <a:pt x="1" y="271"/>
                  </a:cubicBezTo>
                  <a:cubicBezTo>
                    <a:pt x="17" y="356"/>
                    <a:pt x="17" y="441"/>
                    <a:pt x="1" y="526"/>
                  </a:cubicBezTo>
                  <a:lnTo>
                    <a:pt x="1" y="542"/>
                  </a:lnTo>
                  <a:lnTo>
                    <a:pt x="17" y="542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1"/>
                    <a:pt x="49" y="21"/>
                  </a:cubicBezTo>
                  <a:cubicBezTo>
                    <a:pt x="49" y="21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861279" y="2515799"/>
              <a:ext cx="4966" cy="57013"/>
            </a:xfrm>
            <a:custGeom>
              <a:avLst/>
              <a:gdLst/>
              <a:ahLst/>
              <a:cxnLst/>
              <a:rect l="l" t="t" r="r" b="b"/>
              <a:pathLst>
                <a:path w="50" h="574" extrusionOk="0">
                  <a:moveTo>
                    <a:pt x="33" y="0"/>
                  </a:moveTo>
                  <a:lnTo>
                    <a:pt x="17" y="16"/>
                  </a:lnTo>
                  <a:lnTo>
                    <a:pt x="17" y="218"/>
                  </a:lnTo>
                  <a:cubicBezTo>
                    <a:pt x="17" y="335"/>
                    <a:pt x="33" y="436"/>
                    <a:pt x="17" y="554"/>
                  </a:cubicBezTo>
                  <a:cubicBezTo>
                    <a:pt x="1" y="554"/>
                    <a:pt x="17" y="574"/>
                    <a:pt x="17" y="574"/>
                  </a:cubicBezTo>
                  <a:cubicBezTo>
                    <a:pt x="33" y="574"/>
                    <a:pt x="33" y="574"/>
                    <a:pt x="33" y="554"/>
                  </a:cubicBezTo>
                  <a:cubicBezTo>
                    <a:pt x="49" y="453"/>
                    <a:pt x="49" y="335"/>
                    <a:pt x="49" y="218"/>
                  </a:cubicBezTo>
                  <a:lnTo>
                    <a:pt x="49" y="16"/>
                  </a:ln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1669085" y="1876941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55"/>
                    <a:pt x="17" y="272"/>
                    <a:pt x="17" y="405"/>
                  </a:cubicBezTo>
                  <a:lnTo>
                    <a:pt x="17" y="643"/>
                  </a:lnTo>
                  <a:lnTo>
                    <a:pt x="17" y="659"/>
                  </a:lnTo>
                  <a:lnTo>
                    <a:pt x="33" y="659"/>
                  </a:lnTo>
                  <a:lnTo>
                    <a:pt x="33" y="643"/>
                  </a:lnTo>
                  <a:lnTo>
                    <a:pt x="33" y="405"/>
                  </a:lnTo>
                  <a:cubicBezTo>
                    <a:pt x="33" y="272"/>
                    <a:pt x="33" y="15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1520197" y="2298277"/>
              <a:ext cx="200736" cy="374853"/>
            </a:xfrm>
            <a:custGeom>
              <a:avLst/>
              <a:gdLst/>
              <a:ahLst/>
              <a:cxnLst/>
              <a:rect l="l" t="t" r="r" b="b"/>
              <a:pathLst>
                <a:path w="2021" h="3774" extrusionOk="0">
                  <a:moveTo>
                    <a:pt x="1" y="1"/>
                  </a:moveTo>
                  <a:lnTo>
                    <a:pt x="1" y="17"/>
                  </a:lnTo>
                  <a:cubicBezTo>
                    <a:pt x="203" y="356"/>
                    <a:pt x="437" y="659"/>
                    <a:pt x="676" y="962"/>
                  </a:cubicBezTo>
                  <a:cubicBezTo>
                    <a:pt x="809" y="1148"/>
                    <a:pt x="942" y="1330"/>
                    <a:pt x="1059" y="1516"/>
                  </a:cubicBezTo>
                  <a:cubicBezTo>
                    <a:pt x="1330" y="1871"/>
                    <a:pt x="1601" y="2239"/>
                    <a:pt x="1887" y="2643"/>
                  </a:cubicBezTo>
                  <a:cubicBezTo>
                    <a:pt x="1952" y="2727"/>
                    <a:pt x="2005" y="2812"/>
                    <a:pt x="1988" y="2929"/>
                  </a:cubicBezTo>
                  <a:cubicBezTo>
                    <a:pt x="1968" y="3099"/>
                    <a:pt x="1988" y="3249"/>
                    <a:pt x="1988" y="3418"/>
                  </a:cubicBezTo>
                  <a:lnTo>
                    <a:pt x="1988" y="3604"/>
                  </a:lnTo>
                  <a:cubicBezTo>
                    <a:pt x="1988" y="3653"/>
                    <a:pt x="1988" y="3705"/>
                    <a:pt x="1952" y="3754"/>
                  </a:cubicBezTo>
                  <a:lnTo>
                    <a:pt x="1952" y="3774"/>
                  </a:lnTo>
                  <a:lnTo>
                    <a:pt x="1968" y="3774"/>
                  </a:lnTo>
                  <a:cubicBezTo>
                    <a:pt x="2005" y="3721"/>
                    <a:pt x="2005" y="3673"/>
                    <a:pt x="2005" y="3604"/>
                  </a:cubicBezTo>
                  <a:lnTo>
                    <a:pt x="2005" y="3418"/>
                  </a:lnTo>
                  <a:cubicBezTo>
                    <a:pt x="2005" y="3249"/>
                    <a:pt x="2005" y="3099"/>
                    <a:pt x="2021" y="2929"/>
                  </a:cubicBezTo>
                  <a:cubicBezTo>
                    <a:pt x="2021" y="2796"/>
                    <a:pt x="1968" y="2711"/>
                    <a:pt x="1920" y="2626"/>
                  </a:cubicBezTo>
                  <a:cubicBezTo>
                    <a:pt x="1617" y="2222"/>
                    <a:pt x="1346" y="1855"/>
                    <a:pt x="1096" y="1499"/>
                  </a:cubicBezTo>
                  <a:cubicBezTo>
                    <a:pt x="958" y="1314"/>
                    <a:pt x="825" y="1128"/>
                    <a:pt x="692" y="946"/>
                  </a:cubicBezTo>
                  <a:cubicBezTo>
                    <a:pt x="474" y="643"/>
                    <a:pt x="235" y="34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1675542" y="3672538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0" y="138"/>
                    <a:pt x="0" y="271"/>
                    <a:pt x="0" y="388"/>
                  </a:cubicBezTo>
                  <a:lnTo>
                    <a:pt x="0" y="606"/>
                  </a:lnTo>
                  <a:cubicBezTo>
                    <a:pt x="0" y="623"/>
                    <a:pt x="0" y="623"/>
                    <a:pt x="21" y="623"/>
                  </a:cubicBezTo>
                  <a:lnTo>
                    <a:pt x="37" y="606"/>
                  </a:lnTo>
                  <a:cubicBezTo>
                    <a:pt x="37" y="542"/>
                    <a:pt x="37" y="457"/>
                    <a:pt x="21" y="388"/>
                  </a:cubicBezTo>
                  <a:cubicBezTo>
                    <a:pt x="21" y="271"/>
                    <a:pt x="21" y="138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1518608" y="2639359"/>
              <a:ext cx="185539" cy="329461"/>
            </a:xfrm>
            <a:custGeom>
              <a:avLst/>
              <a:gdLst/>
              <a:ahLst/>
              <a:cxnLst/>
              <a:rect l="l" t="t" r="r" b="b"/>
              <a:pathLst>
                <a:path w="1868" h="3317" extrusionOk="0">
                  <a:moveTo>
                    <a:pt x="17" y="0"/>
                  </a:moveTo>
                  <a:lnTo>
                    <a:pt x="17" y="17"/>
                  </a:lnTo>
                  <a:cubicBezTo>
                    <a:pt x="17" y="37"/>
                    <a:pt x="17" y="53"/>
                    <a:pt x="33" y="53"/>
                  </a:cubicBezTo>
                  <a:cubicBezTo>
                    <a:pt x="49" y="138"/>
                    <a:pt x="65" y="202"/>
                    <a:pt x="49" y="303"/>
                  </a:cubicBezTo>
                  <a:cubicBezTo>
                    <a:pt x="1" y="404"/>
                    <a:pt x="86" y="473"/>
                    <a:pt x="134" y="521"/>
                  </a:cubicBezTo>
                  <a:cubicBezTo>
                    <a:pt x="166" y="558"/>
                    <a:pt x="187" y="574"/>
                    <a:pt x="203" y="590"/>
                  </a:cubicBezTo>
                  <a:cubicBezTo>
                    <a:pt x="368" y="808"/>
                    <a:pt x="554" y="1010"/>
                    <a:pt x="724" y="1228"/>
                  </a:cubicBezTo>
                  <a:cubicBezTo>
                    <a:pt x="1027" y="1600"/>
                    <a:pt x="1330" y="1972"/>
                    <a:pt x="1633" y="2339"/>
                  </a:cubicBezTo>
                  <a:cubicBezTo>
                    <a:pt x="1782" y="2509"/>
                    <a:pt x="1835" y="2663"/>
                    <a:pt x="1819" y="2828"/>
                  </a:cubicBezTo>
                  <a:cubicBezTo>
                    <a:pt x="1802" y="2913"/>
                    <a:pt x="1802" y="2998"/>
                    <a:pt x="1802" y="3083"/>
                  </a:cubicBezTo>
                  <a:cubicBezTo>
                    <a:pt x="1819" y="3115"/>
                    <a:pt x="1819" y="3147"/>
                    <a:pt x="1819" y="3184"/>
                  </a:cubicBezTo>
                  <a:lnTo>
                    <a:pt x="1819" y="3216"/>
                  </a:lnTo>
                  <a:cubicBezTo>
                    <a:pt x="1819" y="3248"/>
                    <a:pt x="1819" y="3285"/>
                    <a:pt x="1782" y="3301"/>
                  </a:cubicBezTo>
                  <a:lnTo>
                    <a:pt x="1782" y="3317"/>
                  </a:lnTo>
                  <a:lnTo>
                    <a:pt x="1802" y="3317"/>
                  </a:lnTo>
                  <a:cubicBezTo>
                    <a:pt x="1835" y="3285"/>
                    <a:pt x="1835" y="3248"/>
                    <a:pt x="1835" y="3216"/>
                  </a:cubicBezTo>
                  <a:lnTo>
                    <a:pt x="1835" y="3184"/>
                  </a:lnTo>
                  <a:lnTo>
                    <a:pt x="1835" y="3083"/>
                  </a:lnTo>
                  <a:lnTo>
                    <a:pt x="1835" y="2828"/>
                  </a:lnTo>
                  <a:cubicBezTo>
                    <a:pt x="1867" y="2610"/>
                    <a:pt x="1766" y="2461"/>
                    <a:pt x="1665" y="2323"/>
                  </a:cubicBezTo>
                  <a:cubicBezTo>
                    <a:pt x="1346" y="1956"/>
                    <a:pt x="1043" y="1584"/>
                    <a:pt x="740" y="1212"/>
                  </a:cubicBezTo>
                  <a:cubicBezTo>
                    <a:pt x="570" y="994"/>
                    <a:pt x="405" y="792"/>
                    <a:pt x="219" y="574"/>
                  </a:cubicBezTo>
                  <a:cubicBezTo>
                    <a:pt x="203" y="558"/>
                    <a:pt x="187" y="521"/>
                    <a:pt x="166" y="505"/>
                  </a:cubicBezTo>
                  <a:cubicBezTo>
                    <a:pt x="102" y="457"/>
                    <a:pt x="33" y="404"/>
                    <a:pt x="65" y="303"/>
                  </a:cubicBezTo>
                  <a:cubicBezTo>
                    <a:pt x="102" y="202"/>
                    <a:pt x="65" y="118"/>
                    <a:pt x="49" y="53"/>
                  </a:cubicBezTo>
                  <a:cubicBezTo>
                    <a:pt x="49" y="37"/>
                    <a:pt x="49" y="17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1792646" y="2718025"/>
              <a:ext cx="5364" cy="53437"/>
            </a:xfrm>
            <a:custGeom>
              <a:avLst/>
              <a:gdLst/>
              <a:ahLst/>
              <a:cxnLst/>
              <a:rect l="l" t="t" r="r" b="b"/>
              <a:pathLst>
                <a:path w="54" h="538" extrusionOk="0">
                  <a:moveTo>
                    <a:pt x="17" y="0"/>
                  </a:moveTo>
                  <a:cubicBezTo>
                    <a:pt x="1" y="85"/>
                    <a:pt x="1" y="186"/>
                    <a:pt x="17" y="271"/>
                  </a:cubicBezTo>
                  <a:cubicBezTo>
                    <a:pt x="17" y="356"/>
                    <a:pt x="17" y="436"/>
                    <a:pt x="1" y="521"/>
                  </a:cubicBezTo>
                  <a:lnTo>
                    <a:pt x="1" y="537"/>
                  </a:lnTo>
                  <a:lnTo>
                    <a:pt x="17" y="537"/>
                  </a:lnTo>
                  <a:lnTo>
                    <a:pt x="17" y="521"/>
                  </a:lnTo>
                  <a:cubicBezTo>
                    <a:pt x="33" y="436"/>
                    <a:pt x="33" y="356"/>
                    <a:pt x="33" y="271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1183982" y="2643332"/>
              <a:ext cx="6953" cy="86413"/>
            </a:xfrm>
            <a:custGeom>
              <a:avLst/>
              <a:gdLst/>
              <a:ahLst/>
              <a:cxnLst/>
              <a:rect l="l" t="t" r="r" b="b"/>
              <a:pathLst>
                <a:path w="70" h="870" extrusionOk="0">
                  <a:moveTo>
                    <a:pt x="23" y="1"/>
                  </a:moveTo>
                  <a:cubicBezTo>
                    <a:pt x="21" y="1"/>
                    <a:pt x="21" y="5"/>
                    <a:pt x="21" y="13"/>
                  </a:cubicBezTo>
                  <a:cubicBezTo>
                    <a:pt x="1" y="13"/>
                    <a:pt x="1" y="13"/>
                    <a:pt x="1" y="29"/>
                  </a:cubicBezTo>
                  <a:cubicBezTo>
                    <a:pt x="37" y="61"/>
                    <a:pt x="37" y="114"/>
                    <a:pt x="37" y="146"/>
                  </a:cubicBezTo>
                  <a:lnTo>
                    <a:pt x="37" y="179"/>
                  </a:lnTo>
                  <a:lnTo>
                    <a:pt x="37" y="417"/>
                  </a:lnTo>
                  <a:cubicBezTo>
                    <a:pt x="37" y="566"/>
                    <a:pt x="21" y="720"/>
                    <a:pt x="53" y="853"/>
                  </a:cubicBezTo>
                  <a:lnTo>
                    <a:pt x="53" y="869"/>
                  </a:lnTo>
                  <a:cubicBezTo>
                    <a:pt x="69" y="869"/>
                    <a:pt x="69" y="853"/>
                    <a:pt x="69" y="853"/>
                  </a:cubicBezTo>
                  <a:cubicBezTo>
                    <a:pt x="53" y="704"/>
                    <a:pt x="53" y="566"/>
                    <a:pt x="53" y="417"/>
                  </a:cubicBezTo>
                  <a:cubicBezTo>
                    <a:pt x="53" y="348"/>
                    <a:pt x="69" y="263"/>
                    <a:pt x="53" y="179"/>
                  </a:cubicBezTo>
                  <a:lnTo>
                    <a:pt x="53" y="146"/>
                  </a:lnTo>
                  <a:cubicBezTo>
                    <a:pt x="53" y="98"/>
                    <a:pt x="53" y="61"/>
                    <a:pt x="37" y="13"/>
                  </a:cubicBezTo>
                  <a:cubicBezTo>
                    <a:pt x="29" y="5"/>
                    <a:pt x="25" y="1"/>
                    <a:pt x="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888292" y="3099135"/>
              <a:ext cx="3278" cy="93663"/>
            </a:xfrm>
            <a:custGeom>
              <a:avLst/>
              <a:gdLst/>
              <a:ahLst/>
              <a:cxnLst/>
              <a:rect l="l" t="t" r="r" b="b"/>
              <a:pathLst>
                <a:path w="33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17" y="405"/>
                  </a:cubicBezTo>
                  <a:cubicBezTo>
                    <a:pt x="17" y="473"/>
                    <a:pt x="0" y="538"/>
                    <a:pt x="17" y="623"/>
                  </a:cubicBezTo>
                  <a:lnTo>
                    <a:pt x="17" y="825"/>
                  </a:lnTo>
                  <a:lnTo>
                    <a:pt x="17" y="926"/>
                  </a:lnTo>
                  <a:lnTo>
                    <a:pt x="17" y="942"/>
                  </a:lnTo>
                  <a:cubicBezTo>
                    <a:pt x="33" y="942"/>
                    <a:pt x="33" y="926"/>
                    <a:pt x="33" y="926"/>
                  </a:cubicBezTo>
                  <a:lnTo>
                    <a:pt x="33" y="825"/>
                  </a:lnTo>
                  <a:lnTo>
                    <a:pt x="33" y="607"/>
                  </a:lnTo>
                  <a:lnTo>
                    <a:pt x="33" y="405"/>
                  </a:lnTo>
                  <a:cubicBezTo>
                    <a:pt x="33" y="272"/>
                    <a:pt x="33" y="154"/>
                    <a:pt x="17" y="17"/>
                  </a:cubicBezTo>
                  <a:cubicBezTo>
                    <a:pt x="17" y="17"/>
                    <a:pt x="17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1262647" y="3431774"/>
              <a:ext cx="147398" cy="142134"/>
            </a:xfrm>
            <a:custGeom>
              <a:avLst/>
              <a:gdLst/>
              <a:ahLst/>
              <a:cxnLst/>
              <a:rect l="l" t="t" r="r" b="b"/>
              <a:pathLst>
                <a:path w="1484" h="1431" extrusionOk="0">
                  <a:moveTo>
                    <a:pt x="1467" y="1"/>
                  </a:moveTo>
                  <a:cubicBezTo>
                    <a:pt x="1063" y="118"/>
                    <a:pt x="659" y="239"/>
                    <a:pt x="271" y="356"/>
                  </a:cubicBezTo>
                  <a:lnTo>
                    <a:pt x="255" y="356"/>
                  </a:lnTo>
                  <a:cubicBezTo>
                    <a:pt x="239" y="372"/>
                    <a:pt x="202" y="372"/>
                    <a:pt x="186" y="372"/>
                  </a:cubicBezTo>
                  <a:cubicBezTo>
                    <a:pt x="118" y="389"/>
                    <a:pt x="69" y="389"/>
                    <a:pt x="37" y="457"/>
                  </a:cubicBezTo>
                  <a:cubicBezTo>
                    <a:pt x="0" y="506"/>
                    <a:pt x="0" y="574"/>
                    <a:pt x="0" y="643"/>
                  </a:cubicBezTo>
                  <a:cubicBezTo>
                    <a:pt x="0" y="659"/>
                    <a:pt x="17" y="692"/>
                    <a:pt x="17" y="708"/>
                  </a:cubicBezTo>
                  <a:cubicBezTo>
                    <a:pt x="17" y="793"/>
                    <a:pt x="17" y="861"/>
                    <a:pt x="0" y="946"/>
                  </a:cubicBezTo>
                  <a:cubicBezTo>
                    <a:pt x="0" y="1095"/>
                    <a:pt x="0" y="1265"/>
                    <a:pt x="17" y="1431"/>
                  </a:cubicBezTo>
                  <a:lnTo>
                    <a:pt x="53" y="1431"/>
                  </a:lnTo>
                  <a:cubicBezTo>
                    <a:pt x="37" y="1265"/>
                    <a:pt x="37" y="1095"/>
                    <a:pt x="37" y="946"/>
                  </a:cubicBezTo>
                  <a:lnTo>
                    <a:pt x="37" y="708"/>
                  </a:lnTo>
                  <a:lnTo>
                    <a:pt x="37" y="643"/>
                  </a:lnTo>
                  <a:cubicBezTo>
                    <a:pt x="17" y="574"/>
                    <a:pt x="17" y="506"/>
                    <a:pt x="53" y="457"/>
                  </a:cubicBezTo>
                  <a:cubicBezTo>
                    <a:pt x="85" y="421"/>
                    <a:pt x="138" y="405"/>
                    <a:pt x="186" y="405"/>
                  </a:cubicBezTo>
                  <a:cubicBezTo>
                    <a:pt x="219" y="389"/>
                    <a:pt x="239" y="389"/>
                    <a:pt x="255" y="389"/>
                  </a:cubicBezTo>
                  <a:cubicBezTo>
                    <a:pt x="271" y="389"/>
                    <a:pt x="271" y="372"/>
                    <a:pt x="271" y="372"/>
                  </a:cubicBezTo>
                  <a:cubicBezTo>
                    <a:pt x="675" y="255"/>
                    <a:pt x="1079" y="138"/>
                    <a:pt x="1467" y="17"/>
                  </a:cubicBezTo>
                  <a:cubicBezTo>
                    <a:pt x="1483" y="17"/>
                    <a:pt x="1483" y="17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1762550" y="3602315"/>
              <a:ext cx="5364" cy="67144"/>
            </a:xfrm>
            <a:custGeom>
              <a:avLst/>
              <a:gdLst/>
              <a:ahLst/>
              <a:cxnLst/>
              <a:rect l="l" t="t" r="r" b="b"/>
              <a:pathLst>
                <a:path w="54" h="676" extrusionOk="0">
                  <a:moveTo>
                    <a:pt x="33" y="1"/>
                  </a:moveTo>
                  <a:cubicBezTo>
                    <a:pt x="17" y="118"/>
                    <a:pt x="17" y="219"/>
                    <a:pt x="17" y="320"/>
                  </a:cubicBezTo>
                  <a:lnTo>
                    <a:pt x="17" y="522"/>
                  </a:lnTo>
                  <a:lnTo>
                    <a:pt x="17" y="574"/>
                  </a:lnTo>
                  <a:cubicBezTo>
                    <a:pt x="17" y="607"/>
                    <a:pt x="17" y="643"/>
                    <a:pt x="1" y="659"/>
                  </a:cubicBezTo>
                  <a:cubicBezTo>
                    <a:pt x="1" y="675"/>
                    <a:pt x="1" y="675"/>
                    <a:pt x="17" y="675"/>
                  </a:cubicBezTo>
                  <a:lnTo>
                    <a:pt x="33" y="675"/>
                  </a:lnTo>
                  <a:cubicBezTo>
                    <a:pt x="53" y="643"/>
                    <a:pt x="53" y="607"/>
                    <a:pt x="53" y="574"/>
                  </a:cubicBezTo>
                  <a:cubicBezTo>
                    <a:pt x="33" y="558"/>
                    <a:pt x="33" y="542"/>
                    <a:pt x="33" y="522"/>
                  </a:cubicBezTo>
                  <a:cubicBezTo>
                    <a:pt x="53" y="457"/>
                    <a:pt x="53" y="388"/>
                    <a:pt x="33" y="320"/>
                  </a:cubicBezTo>
                  <a:cubicBezTo>
                    <a:pt x="33" y="219"/>
                    <a:pt x="33" y="118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518608" y="2686340"/>
              <a:ext cx="220799" cy="331050"/>
            </a:xfrm>
            <a:custGeom>
              <a:avLst/>
              <a:gdLst/>
              <a:ahLst/>
              <a:cxnLst/>
              <a:rect l="l" t="t" r="r" b="b"/>
              <a:pathLst>
                <a:path w="2223" h="3333" extrusionOk="0">
                  <a:moveTo>
                    <a:pt x="65" y="0"/>
                  </a:moveTo>
                  <a:cubicBezTo>
                    <a:pt x="33" y="32"/>
                    <a:pt x="33" y="85"/>
                    <a:pt x="33" y="117"/>
                  </a:cubicBezTo>
                  <a:lnTo>
                    <a:pt x="33" y="133"/>
                  </a:lnTo>
                  <a:cubicBezTo>
                    <a:pt x="33" y="186"/>
                    <a:pt x="49" y="218"/>
                    <a:pt x="49" y="250"/>
                  </a:cubicBezTo>
                  <a:cubicBezTo>
                    <a:pt x="49" y="335"/>
                    <a:pt x="49" y="436"/>
                    <a:pt x="33" y="521"/>
                  </a:cubicBezTo>
                  <a:cubicBezTo>
                    <a:pt x="1" y="824"/>
                    <a:pt x="150" y="1010"/>
                    <a:pt x="304" y="1180"/>
                  </a:cubicBezTo>
                  <a:cubicBezTo>
                    <a:pt x="506" y="1382"/>
                    <a:pt x="692" y="1600"/>
                    <a:pt x="857" y="1818"/>
                  </a:cubicBezTo>
                  <a:cubicBezTo>
                    <a:pt x="942" y="1919"/>
                    <a:pt x="1027" y="2004"/>
                    <a:pt x="1096" y="2105"/>
                  </a:cubicBezTo>
                  <a:lnTo>
                    <a:pt x="1245" y="2270"/>
                  </a:lnTo>
                  <a:cubicBezTo>
                    <a:pt x="1500" y="2593"/>
                    <a:pt x="1782" y="2913"/>
                    <a:pt x="2037" y="3232"/>
                  </a:cubicBezTo>
                  <a:cubicBezTo>
                    <a:pt x="2053" y="3232"/>
                    <a:pt x="2053" y="3232"/>
                    <a:pt x="2069" y="3248"/>
                  </a:cubicBezTo>
                  <a:cubicBezTo>
                    <a:pt x="2105" y="3280"/>
                    <a:pt x="2138" y="3333"/>
                    <a:pt x="2206" y="3333"/>
                  </a:cubicBezTo>
                  <a:lnTo>
                    <a:pt x="2223" y="3333"/>
                  </a:lnTo>
                  <a:cubicBezTo>
                    <a:pt x="2223" y="3317"/>
                    <a:pt x="2206" y="3317"/>
                    <a:pt x="2206" y="3317"/>
                  </a:cubicBezTo>
                  <a:cubicBezTo>
                    <a:pt x="2154" y="3317"/>
                    <a:pt x="2122" y="3264"/>
                    <a:pt x="2085" y="3232"/>
                  </a:cubicBezTo>
                  <a:lnTo>
                    <a:pt x="2069" y="3216"/>
                  </a:lnTo>
                  <a:cubicBezTo>
                    <a:pt x="1802" y="2896"/>
                    <a:pt x="1532" y="2573"/>
                    <a:pt x="1261" y="2254"/>
                  </a:cubicBezTo>
                  <a:lnTo>
                    <a:pt x="1112" y="2089"/>
                  </a:lnTo>
                  <a:cubicBezTo>
                    <a:pt x="1043" y="1988"/>
                    <a:pt x="958" y="1903"/>
                    <a:pt x="873" y="1802"/>
                  </a:cubicBezTo>
                  <a:cubicBezTo>
                    <a:pt x="708" y="1584"/>
                    <a:pt x="522" y="1361"/>
                    <a:pt x="320" y="1159"/>
                  </a:cubicBezTo>
                  <a:cubicBezTo>
                    <a:pt x="118" y="941"/>
                    <a:pt x="33" y="755"/>
                    <a:pt x="65" y="521"/>
                  </a:cubicBezTo>
                  <a:lnTo>
                    <a:pt x="65" y="250"/>
                  </a:lnTo>
                  <a:lnTo>
                    <a:pt x="65" y="133"/>
                  </a:lnTo>
                  <a:lnTo>
                    <a:pt x="65" y="117"/>
                  </a:lnTo>
                  <a:cubicBezTo>
                    <a:pt x="65" y="85"/>
                    <a:pt x="65" y="48"/>
                    <a:pt x="86" y="32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1792646" y="2567547"/>
              <a:ext cx="5364" cy="55423"/>
            </a:xfrm>
            <a:custGeom>
              <a:avLst/>
              <a:gdLst/>
              <a:ahLst/>
              <a:cxnLst/>
              <a:rect l="l" t="t" r="r" b="b"/>
              <a:pathLst>
                <a:path w="54" h="558" extrusionOk="0">
                  <a:moveTo>
                    <a:pt x="17" y="0"/>
                  </a:moveTo>
                  <a:cubicBezTo>
                    <a:pt x="1" y="101"/>
                    <a:pt x="1" y="186"/>
                    <a:pt x="17" y="287"/>
                  </a:cubicBezTo>
                  <a:cubicBezTo>
                    <a:pt x="17" y="372"/>
                    <a:pt x="17" y="457"/>
                    <a:pt x="1" y="538"/>
                  </a:cubicBezTo>
                  <a:lnTo>
                    <a:pt x="1" y="558"/>
                  </a:lnTo>
                  <a:lnTo>
                    <a:pt x="17" y="558"/>
                  </a:lnTo>
                  <a:cubicBezTo>
                    <a:pt x="53" y="457"/>
                    <a:pt x="33" y="372"/>
                    <a:pt x="33" y="287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1734143" y="3258055"/>
              <a:ext cx="175805" cy="255663"/>
            </a:xfrm>
            <a:custGeom>
              <a:avLst/>
              <a:gdLst/>
              <a:ahLst/>
              <a:cxnLst/>
              <a:rect l="l" t="t" r="r" b="b"/>
              <a:pathLst>
                <a:path w="1770" h="2574" extrusionOk="0">
                  <a:moveTo>
                    <a:pt x="69" y="1"/>
                  </a:moveTo>
                  <a:cubicBezTo>
                    <a:pt x="36" y="33"/>
                    <a:pt x="36" y="85"/>
                    <a:pt x="36" y="118"/>
                  </a:cubicBezTo>
                  <a:lnTo>
                    <a:pt x="36" y="134"/>
                  </a:lnTo>
                  <a:lnTo>
                    <a:pt x="36" y="235"/>
                  </a:lnTo>
                  <a:lnTo>
                    <a:pt x="36" y="437"/>
                  </a:lnTo>
                  <a:cubicBezTo>
                    <a:pt x="0" y="655"/>
                    <a:pt x="69" y="825"/>
                    <a:pt x="255" y="994"/>
                  </a:cubicBezTo>
                  <a:cubicBezTo>
                    <a:pt x="505" y="1245"/>
                    <a:pt x="760" y="1499"/>
                    <a:pt x="994" y="1750"/>
                  </a:cubicBezTo>
                  <a:cubicBezTo>
                    <a:pt x="1095" y="1851"/>
                    <a:pt x="1196" y="1968"/>
                    <a:pt x="1297" y="2069"/>
                  </a:cubicBezTo>
                  <a:cubicBezTo>
                    <a:pt x="1349" y="2105"/>
                    <a:pt x="1382" y="2154"/>
                    <a:pt x="1414" y="2190"/>
                  </a:cubicBezTo>
                  <a:cubicBezTo>
                    <a:pt x="1499" y="2271"/>
                    <a:pt x="1584" y="2372"/>
                    <a:pt x="1668" y="2441"/>
                  </a:cubicBezTo>
                  <a:cubicBezTo>
                    <a:pt x="1701" y="2457"/>
                    <a:pt x="1701" y="2493"/>
                    <a:pt x="1717" y="2525"/>
                  </a:cubicBezTo>
                  <a:cubicBezTo>
                    <a:pt x="1717" y="2542"/>
                    <a:pt x="1717" y="2558"/>
                    <a:pt x="1733" y="2574"/>
                  </a:cubicBezTo>
                  <a:lnTo>
                    <a:pt x="1753" y="2574"/>
                  </a:lnTo>
                  <a:cubicBezTo>
                    <a:pt x="1769" y="2574"/>
                    <a:pt x="1769" y="2574"/>
                    <a:pt x="1753" y="2558"/>
                  </a:cubicBezTo>
                  <a:cubicBezTo>
                    <a:pt x="1753" y="2542"/>
                    <a:pt x="1753" y="2525"/>
                    <a:pt x="1733" y="2509"/>
                  </a:cubicBezTo>
                  <a:cubicBezTo>
                    <a:pt x="1733" y="2473"/>
                    <a:pt x="1717" y="2441"/>
                    <a:pt x="1685" y="2424"/>
                  </a:cubicBezTo>
                  <a:cubicBezTo>
                    <a:pt x="1600" y="2340"/>
                    <a:pt x="1515" y="2255"/>
                    <a:pt x="1450" y="2170"/>
                  </a:cubicBezTo>
                  <a:cubicBezTo>
                    <a:pt x="1398" y="2138"/>
                    <a:pt x="1366" y="2089"/>
                    <a:pt x="1329" y="2053"/>
                  </a:cubicBezTo>
                  <a:cubicBezTo>
                    <a:pt x="1212" y="1936"/>
                    <a:pt x="1111" y="1835"/>
                    <a:pt x="1010" y="1734"/>
                  </a:cubicBezTo>
                  <a:cubicBezTo>
                    <a:pt x="776" y="1483"/>
                    <a:pt x="521" y="1212"/>
                    <a:pt x="271" y="978"/>
                  </a:cubicBezTo>
                  <a:cubicBezTo>
                    <a:pt x="85" y="808"/>
                    <a:pt x="36" y="655"/>
                    <a:pt x="53" y="453"/>
                  </a:cubicBezTo>
                  <a:cubicBezTo>
                    <a:pt x="69" y="372"/>
                    <a:pt x="69" y="304"/>
                    <a:pt x="69" y="235"/>
                  </a:cubicBezTo>
                  <a:cubicBezTo>
                    <a:pt x="53" y="203"/>
                    <a:pt x="53" y="170"/>
                    <a:pt x="53" y="134"/>
                  </a:cubicBezTo>
                  <a:lnTo>
                    <a:pt x="53" y="118"/>
                  </a:lnTo>
                  <a:cubicBezTo>
                    <a:pt x="53" y="85"/>
                    <a:pt x="53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852932" y="1365417"/>
              <a:ext cx="363232" cy="326283"/>
            </a:xfrm>
            <a:custGeom>
              <a:avLst/>
              <a:gdLst/>
              <a:ahLst/>
              <a:cxnLst/>
              <a:rect l="l" t="t" r="r" b="b"/>
              <a:pathLst>
                <a:path w="3657" h="3285" extrusionOk="0">
                  <a:moveTo>
                    <a:pt x="3604" y="0"/>
                  </a:moveTo>
                  <a:lnTo>
                    <a:pt x="3604" y="17"/>
                  </a:lnTo>
                  <a:cubicBezTo>
                    <a:pt x="3621" y="37"/>
                    <a:pt x="3621" y="69"/>
                    <a:pt x="3621" y="101"/>
                  </a:cubicBezTo>
                  <a:lnTo>
                    <a:pt x="3621" y="138"/>
                  </a:lnTo>
                  <a:lnTo>
                    <a:pt x="3621" y="542"/>
                  </a:lnTo>
                  <a:lnTo>
                    <a:pt x="3621" y="962"/>
                  </a:lnTo>
                  <a:cubicBezTo>
                    <a:pt x="3621" y="1047"/>
                    <a:pt x="3604" y="1095"/>
                    <a:pt x="3520" y="1148"/>
                  </a:cubicBezTo>
                  <a:cubicBezTo>
                    <a:pt x="3051" y="1414"/>
                    <a:pt x="2578" y="1701"/>
                    <a:pt x="2122" y="1972"/>
                  </a:cubicBezTo>
                  <a:cubicBezTo>
                    <a:pt x="1770" y="2190"/>
                    <a:pt x="1383" y="2408"/>
                    <a:pt x="1011" y="2626"/>
                  </a:cubicBezTo>
                  <a:lnTo>
                    <a:pt x="760" y="2780"/>
                  </a:lnTo>
                  <a:cubicBezTo>
                    <a:pt x="542" y="2913"/>
                    <a:pt x="304" y="3067"/>
                    <a:pt x="70" y="3168"/>
                  </a:cubicBezTo>
                  <a:cubicBezTo>
                    <a:pt x="37" y="3200"/>
                    <a:pt x="1" y="3232"/>
                    <a:pt x="1" y="3269"/>
                  </a:cubicBezTo>
                  <a:cubicBezTo>
                    <a:pt x="1" y="3285"/>
                    <a:pt x="1" y="3285"/>
                    <a:pt x="21" y="3285"/>
                  </a:cubicBezTo>
                  <a:cubicBezTo>
                    <a:pt x="37" y="3248"/>
                    <a:pt x="54" y="3216"/>
                    <a:pt x="86" y="3200"/>
                  </a:cubicBezTo>
                  <a:cubicBezTo>
                    <a:pt x="324" y="3083"/>
                    <a:pt x="558" y="2945"/>
                    <a:pt x="777" y="2812"/>
                  </a:cubicBezTo>
                  <a:cubicBezTo>
                    <a:pt x="861" y="2764"/>
                    <a:pt x="946" y="2695"/>
                    <a:pt x="1031" y="2642"/>
                  </a:cubicBezTo>
                  <a:cubicBezTo>
                    <a:pt x="1399" y="2440"/>
                    <a:pt x="1770" y="2206"/>
                    <a:pt x="2142" y="1988"/>
                  </a:cubicBezTo>
                  <a:cubicBezTo>
                    <a:pt x="2594" y="1717"/>
                    <a:pt x="3067" y="1451"/>
                    <a:pt x="3536" y="1164"/>
                  </a:cubicBezTo>
                  <a:cubicBezTo>
                    <a:pt x="3637" y="1111"/>
                    <a:pt x="3657" y="1063"/>
                    <a:pt x="3657" y="962"/>
                  </a:cubicBezTo>
                  <a:lnTo>
                    <a:pt x="3657" y="542"/>
                  </a:lnTo>
                  <a:lnTo>
                    <a:pt x="3657" y="138"/>
                  </a:lnTo>
                  <a:lnTo>
                    <a:pt x="3657" y="101"/>
                  </a:lnTo>
                  <a:cubicBezTo>
                    <a:pt x="3657" y="69"/>
                    <a:pt x="3657" y="37"/>
                    <a:pt x="3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1523475" y="1786753"/>
              <a:ext cx="177394" cy="378031"/>
            </a:xfrm>
            <a:custGeom>
              <a:avLst/>
              <a:gdLst/>
              <a:ahLst/>
              <a:cxnLst/>
              <a:rect l="l" t="t" r="r" b="b"/>
              <a:pathLst>
                <a:path w="1786" h="3806" extrusionOk="0">
                  <a:moveTo>
                    <a:pt x="69" y="0"/>
                  </a:moveTo>
                  <a:cubicBezTo>
                    <a:pt x="53" y="0"/>
                    <a:pt x="53" y="16"/>
                    <a:pt x="53" y="16"/>
                  </a:cubicBezTo>
                  <a:cubicBezTo>
                    <a:pt x="0" y="202"/>
                    <a:pt x="16" y="339"/>
                    <a:pt x="117" y="473"/>
                  </a:cubicBezTo>
                  <a:cubicBezTo>
                    <a:pt x="271" y="691"/>
                    <a:pt x="420" y="925"/>
                    <a:pt x="558" y="1147"/>
                  </a:cubicBezTo>
                  <a:cubicBezTo>
                    <a:pt x="590" y="1212"/>
                    <a:pt x="622" y="1264"/>
                    <a:pt x="659" y="1313"/>
                  </a:cubicBezTo>
                  <a:cubicBezTo>
                    <a:pt x="776" y="1483"/>
                    <a:pt x="877" y="1668"/>
                    <a:pt x="994" y="1818"/>
                  </a:cubicBezTo>
                  <a:cubicBezTo>
                    <a:pt x="1026" y="1870"/>
                    <a:pt x="1063" y="1919"/>
                    <a:pt x="1095" y="1971"/>
                  </a:cubicBezTo>
                  <a:cubicBezTo>
                    <a:pt x="1196" y="2137"/>
                    <a:pt x="1297" y="2307"/>
                    <a:pt x="1414" y="2476"/>
                  </a:cubicBezTo>
                  <a:lnTo>
                    <a:pt x="1717" y="2929"/>
                  </a:lnTo>
                  <a:cubicBezTo>
                    <a:pt x="1733" y="2981"/>
                    <a:pt x="1753" y="3030"/>
                    <a:pt x="1753" y="3082"/>
                  </a:cubicBezTo>
                  <a:cubicBezTo>
                    <a:pt x="1770" y="3300"/>
                    <a:pt x="1770" y="3519"/>
                    <a:pt x="1770" y="3737"/>
                  </a:cubicBezTo>
                  <a:cubicBezTo>
                    <a:pt x="1770" y="3737"/>
                    <a:pt x="1753" y="3753"/>
                    <a:pt x="1753" y="3773"/>
                  </a:cubicBezTo>
                  <a:cubicBezTo>
                    <a:pt x="1733" y="3773"/>
                    <a:pt x="1733" y="3773"/>
                    <a:pt x="1733" y="3789"/>
                  </a:cubicBezTo>
                  <a:lnTo>
                    <a:pt x="1733" y="3805"/>
                  </a:lnTo>
                  <a:lnTo>
                    <a:pt x="1753" y="3805"/>
                  </a:lnTo>
                  <a:lnTo>
                    <a:pt x="1753" y="3789"/>
                  </a:lnTo>
                  <a:lnTo>
                    <a:pt x="1770" y="3773"/>
                  </a:lnTo>
                  <a:cubicBezTo>
                    <a:pt x="1786" y="3773"/>
                    <a:pt x="1786" y="3753"/>
                    <a:pt x="1786" y="3737"/>
                  </a:cubicBezTo>
                  <a:lnTo>
                    <a:pt x="1786" y="3082"/>
                  </a:lnTo>
                  <a:cubicBezTo>
                    <a:pt x="1786" y="3014"/>
                    <a:pt x="1770" y="2965"/>
                    <a:pt x="1733" y="2913"/>
                  </a:cubicBezTo>
                  <a:lnTo>
                    <a:pt x="1430" y="2460"/>
                  </a:lnTo>
                  <a:cubicBezTo>
                    <a:pt x="1329" y="2291"/>
                    <a:pt x="1212" y="2121"/>
                    <a:pt x="1111" y="1955"/>
                  </a:cubicBezTo>
                  <a:cubicBezTo>
                    <a:pt x="1079" y="1903"/>
                    <a:pt x="1047" y="1854"/>
                    <a:pt x="1010" y="1818"/>
                  </a:cubicBezTo>
                  <a:cubicBezTo>
                    <a:pt x="909" y="1652"/>
                    <a:pt x="792" y="1483"/>
                    <a:pt x="691" y="1313"/>
                  </a:cubicBezTo>
                  <a:cubicBezTo>
                    <a:pt x="659" y="1248"/>
                    <a:pt x="606" y="1196"/>
                    <a:pt x="574" y="1147"/>
                  </a:cubicBezTo>
                  <a:cubicBezTo>
                    <a:pt x="441" y="909"/>
                    <a:pt x="303" y="675"/>
                    <a:pt x="138" y="457"/>
                  </a:cubicBezTo>
                  <a:cubicBezTo>
                    <a:pt x="37" y="303"/>
                    <a:pt x="37" y="170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1792646" y="2244940"/>
              <a:ext cx="5364" cy="65058"/>
            </a:xfrm>
            <a:custGeom>
              <a:avLst/>
              <a:gdLst/>
              <a:ahLst/>
              <a:cxnLst/>
              <a:rect l="l" t="t" r="r" b="b"/>
              <a:pathLst>
                <a:path w="54" h="655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19"/>
                    <a:pt x="17" y="303"/>
                  </a:cubicBezTo>
                  <a:lnTo>
                    <a:pt x="17" y="505"/>
                  </a:lnTo>
                  <a:cubicBezTo>
                    <a:pt x="1" y="521"/>
                    <a:pt x="17" y="521"/>
                    <a:pt x="17" y="538"/>
                  </a:cubicBezTo>
                  <a:cubicBezTo>
                    <a:pt x="17" y="574"/>
                    <a:pt x="17" y="606"/>
                    <a:pt x="1" y="622"/>
                  </a:cubicBezTo>
                  <a:lnTo>
                    <a:pt x="1" y="639"/>
                  </a:lnTo>
                  <a:lnTo>
                    <a:pt x="17" y="655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505"/>
                  </a:lnTo>
                  <a:lnTo>
                    <a:pt x="33" y="303"/>
                  </a:lnTo>
                  <a:cubicBezTo>
                    <a:pt x="33" y="219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1133823" y="2833540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21" y="1"/>
                  </a:moveTo>
                  <a:cubicBezTo>
                    <a:pt x="21" y="17"/>
                    <a:pt x="1" y="17"/>
                    <a:pt x="1" y="17"/>
                  </a:cubicBezTo>
                  <a:cubicBezTo>
                    <a:pt x="37" y="182"/>
                    <a:pt x="21" y="336"/>
                    <a:pt x="21" y="485"/>
                  </a:cubicBezTo>
                  <a:lnTo>
                    <a:pt x="21" y="772"/>
                  </a:lnTo>
                  <a:lnTo>
                    <a:pt x="21" y="809"/>
                  </a:lnTo>
                  <a:cubicBezTo>
                    <a:pt x="21" y="857"/>
                    <a:pt x="21" y="889"/>
                    <a:pt x="53" y="942"/>
                  </a:cubicBezTo>
                  <a:lnTo>
                    <a:pt x="69" y="942"/>
                  </a:lnTo>
                  <a:lnTo>
                    <a:pt x="69" y="910"/>
                  </a:lnTo>
                  <a:cubicBezTo>
                    <a:pt x="53" y="889"/>
                    <a:pt x="53" y="857"/>
                    <a:pt x="53" y="809"/>
                  </a:cubicBezTo>
                  <a:lnTo>
                    <a:pt x="53" y="772"/>
                  </a:lnTo>
                  <a:lnTo>
                    <a:pt x="53" y="485"/>
                  </a:lnTo>
                  <a:cubicBezTo>
                    <a:pt x="53" y="336"/>
                    <a:pt x="53" y="166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1140676" y="1460868"/>
              <a:ext cx="5264" cy="53536"/>
            </a:xfrm>
            <a:custGeom>
              <a:avLst/>
              <a:gdLst/>
              <a:ahLst/>
              <a:cxnLst/>
              <a:rect l="l" t="t" r="r" b="b"/>
              <a:pathLst>
                <a:path w="53" h="53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86"/>
                    <a:pt x="17" y="166"/>
                    <a:pt x="0" y="235"/>
                  </a:cubicBezTo>
                  <a:cubicBezTo>
                    <a:pt x="0" y="336"/>
                    <a:pt x="0" y="437"/>
                    <a:pt x="17" y="538"/>
                  </a:cubicBezTo>
                  <a:lnTo>
                    <a:pt x="33" y="538"/>
                  </a:lnTo>
                  <a:cubicBezTo>
                    <a:pt x="53" y="538"/>
                    <a:pt x="53" y="538"/>
                    <a:pt x="53" y="522"/>
                  </a:cubicBezTo>
                  <a:cubicBezTo>
                    <a:pt x="17" y="437"/>
                    <a:pt x="33" y="336"/>
                    <a:pt x="33" y="235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574127" y="3373172"/>
              <a:ext cx="4867" cy="68733"/>
            </a:xfrm>
            <a:custGeom>
              <a:avLst/>
              <a:gdLst/>
              <a:ahLst/>
              <a:cxnLst/>
              <a:rect l="l" t="t" r="r" b="b"/>
              <a:pathLst>
                <a:path w="49" h="692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676"/>
                  </a:lnTo>
                  <a:cubicBezTo>
                    <a:pt x="17" y="692"/>
                    <a:pt x="17" y="692"/>
                    <a:pt x="33" y="692"/>
                  </a:cubicBezTo>
                  <a:lnTo>
                    <a:pt x="33" y="676"/>
                  </a:lnTo>
                  <a:lnTo>
                    <a:pt x="33" y="441"/>
                  </a:lnTo>
                  <a:cubicBezTo>
                    <a:pt x="33" y="288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1379851" y="2744842"/>
              <a:ext cx="6853" cy="85221"/>
            </a:xfrm>
            <a:custGeom>
              <a:avLst/>
              <a:gdLst/>
              <a:ahLst/>
              <a:cxnLst/>
              <a:rect l="l" t="t" r="r" b="b"/>
              <a:pathLst>
                <a:path w="69" h="858" extrusionOk="0">
                  <a:moveTo>
                    <a:pt x="0" y="1"/>
                  </a:moveTo>
                  <a:lnTo>
                    <a:pt x="0" y="187"/>
                  </a:lnTo>
                  <a:lnTo>
                    <a:pt x="0" y="671"/>
                  </a:lnTo>
                  <a:cubicBezTo>
                    <a:pt x="0" y="740"/>
                    <a:pt x="16" y="793"/>
                    <a:pt x="32" y="841"/>
                  </a:cubicBezTo>
                  <a:lnTo>
                    <a:pt x="49" y="857"/>
                  </a:lnTo>
                  <a:cubicBezTo>
                    <a:pt x="49" y="857"/>
                    <a:pt x="69" y="841"/>
                    <a:pt x="49" y="841"/>
                  </a:cubicBezTo>
                  <a:cubicBezTo>
                    <a:pt x="32" y="793"/>
                    <a:pt x="32" y="740"/>
                    <a:pt x="32" y="671"/>
                  </a:cubicBezTo>
                  <a:lnTo>
                    <a:pt x="32" y="187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1841216" y="3672538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38"/>
                    <a:pt x="1" y="271"/>
                    <a:pt x="1" y="388"/>
                  </a:cubicBezTo>
                  <a:cubicBezTo>
                    <a:pt x="17" y="457"/>
                    <a:pt x="17" y="542"/>
                    <a:pt x="1" y="606"/>
                  </a:cubicBezTo>
                  <a:cubicBezTo>
                    <a:pt x="1" y="623"/>
                    <a:pt x="17" y="623"/>
                    <a:pt x="17" y="623"/>
                  </a:cubicBezTo>
                  <a:cubicBezTo>
                    <a:pt x="33" y="623"/>
                    <a:pt x="33" y="623"/>
                    <a:pt x="33" y="606"/>
                  </a:cubicBezTo>
                  <a:lnTo>
                    <a:pt x="33" y="388"/>
                  </a:lnTo>
                  <a:cubicBezTo>
                    <a:pt x="33" y="271"/>
                    <a:pt x="33" y="13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1944712" y="3348341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37" y="0"/>
                  </a:moveTo>
                  <a:cubicBezTo>
                    <a:pt x="17" y="101"/>
                    <a:pt x="17" y="186"/>
                    <a:pt x="17" y="287"/>
                  </a:cubicBezTo>
                  <a:cubicBezTo>
                    <a:pt x="17" y="372"/>
                    <a:pt x="17" y="453"/>
                    <a:pt x="1" y="554"/>
                  </a:cubicBezTo>
                  <a:lnTo>
                    <a:pt x="17" y="574"/>
                  </a:lnTo>
                  <a:lnTo>
                    <a:pt x="37" y="554"/>
                  </a:lnTo>
                  <a:cubicBezTo>
                    <a:pt x="53" y="473"/>
                    <a:pt x="53" y="372"/>
                    <a:pt x="53" y="287"/>
                  </a:cubicBezTo>
                  <a:cubicBezTo>
                    <a:pt x="37" y="186"/>
                    <a:pt x="37" y="101"/>
                    <a:pt x="53" y="17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851343" y="2438723"/>
              <a:ext cx="356477" cy="264502"/>
            </a:xfrm>
            <a:custGeom>
              <a:avLst/>
              <a:gdLst/>
              <a:ahLst/>
              <a:cxnLst/>
              <a:rect l="l" t="t" r="r" b="b"/>
              <a:pathLst>
                <a:path w="3589" h="2663" extrusionOk="0">
                  <a:moveTo>
                    <a:pt x="3572" y="1"/>
                  </a:moveTo>
                  <a:cubicBezTo>
                    <a:pt x="3386" y="53"/>
                    <a:pt x="3200" y="154"/>
                    <a:pt x="3031" y="219"/>
                  </a:cubicBezTo>
                  <a:cubicBezTo>
                    <a:pt x="2946" y="271"/>
                    <a:pt x="2881" y="304"/>
                    <a:pt x="2796" y="340"/>
                  </a:cubicBezTo>
                  <a:cubicBezTo>
                    <a:pt x="2324" y="542"/>
                    <a:pt x="1835" y="776"/>
                    <a:pt x="1382" y="978"/>
                  </a:cubicBezTo>
                  <a:cubicBezTo>
                    <a:pt x="1229" y="1047"/>
                    <a:pt x="1079" y="1111"/>
                    <a:pt x="926" y="1180"/>
                  </a:cubicBezTo>
                  <a:cubicBezTo>
                    <a:pt x="623" y="1330"/>
                    <a:pt x="340" y="1451"/>
                    <a:pt x="86" y="1584"/>
                  </a:cubicBezTo>
                  <a:lnTo>
                    <a:pt x="70" y="1584"/>
                  </a:lnTo>
                  <a:cubicBezTo>
                    <a:pt x="37" y="1600"/>
                    <a:pt x="1" y="1616"/>
                    <a:pt x="1" y="1669"/>
                  </a:cubicBezTo>
                  <a:lnTo>
                    <a:pt x="1" y="2259"/>
                  </a:lnTo>
                  <a:lnTo>
                    <a:pt x="1" y="2594"/>
                  </a:lnTo>
                  <a:cubicBezTo>
                    <a:pt x="1" y="2610"/>
                    <a:pt x="17" y="2626"/>
                    <a:pt x="17" y="2626"/>
                  </a:cubicBezTo>
                  <a:lnTo>
                    <a:pt x="37" y="2642"/>
                  </a:lnTo>
                  <a:lnTo>
                    <a:pt x="37" y="2663"/>
                  </a:lnTo>
                  <a:lnTo>
                    <a:pt x="53" y="2663"/>
                  </a:lnTo>
                  <a:lnTo>
                    <a:pt x="53" y="2642"/>
                  </a:lnTo>
                  <a:lnTo>
                    <a:pt x="53" y="2626"/>
                  </a:lnTo>
                  <a:cubicBezTo>
                    <a:pt x="37" y="2610"/>
                    <a:pt x="37" y="2594"/>
                    <a:pt x="37" y="2594"/>
                  </a:cubicBezTo>
                  <a:lnTo>
                    <a:pt x="37" y="2259"/>
                  </a:lnTo>
                  <a:lnTo>
                    <a:pt x="37" y="1669"/>
                  </a:lnTo>
                  <a:cubicBezTo>
                    <a:pt x="17" y="1633"/>
                    <a:pt x="53" y="1616"/>
                    <a:pt x="70" y="1616"/>
                  </a:cubicBezTo>
                  <a:lnTo>
                    <a:pt x="86" y="1600"/>
                  </a:lnTo>
                  <a:cubicBezTo>
                    <a:pt x="356" y="1483"/>
                    <a:pt x="643" y="1350"/>
                    <a:pt x="946" y="1212"/>
                  </a:cubicBezTo>
                  <a:cubicBezTo>
                    <a:pt x="1096" y="1148"/>
                    <a:pt x="1249" y="1079"/>
                    <a:pt x="1382" y="1010"/>
                  </a:cubicBezTo>
                  <a:cubicBezTo>
                    <a:pt x="1855" y="792"/>
                    <a:pt x="2324" y="574"/>
                    <a:pt x="2812" y="356"/>
                  </a:cubicBezTo>
                  <a:cubicBezTo>
                    <a:pt x="2881" y="320"/>
                    <a:pt x="2966" y="287"/>
                    <a:pt x="3031" y="255"/>
                  </a:cubicBezTo>
                  <a:cubicBezTo>
                    <a:pt x="3216" y="170"/>
                    <a:pt x="3386" y="85"/>
                    <a:pt x="3572" y="17"/>
                  </a:cubicBezTo>
                  <a:cubicBezTo>
                    <a:pt x="3588" y="17"/>
                    <a:pt x="3588" y="17"/>
                    <a:pt x="35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852932" y="1525926"/>
              <a:ext cx="361245" cy="341181"/>
            </a:xfrm>
            <a:custGeom>
              <a:avLst/>
              <a:gdLst/>
              <a:ahLst/>
              <a:cxnLst/>
              <a:rect l="l" t="t" r="r" b="b"/>
              <a:pathLst>
                <a:path w="3637" h="3435" extrusionOk="0">
                  <a:moveTo>
                    <a:pt x="3604" y="0"/>
                  </a:moveTo>
                  <a:cubicBezTo>
                    <a:pt x="3588" y="69"/>
                    <a:pt x="3536" y="85"/>
                    <a:pt x="3471" y="117"/>
                  </a:cubicBezTo>
                  <a:cubicBezTo>
                    <a:pt x="3455" y="117"/>
                    <a:pt x="3435" y="138"/>
                    <a:pt x="3402" y="138"/>
                  </a:cubicBezTo>
                  <a:cubicBezTo>
                    <a:pt x="3152" y="303"/>
                    <a:pt x="2865" y="457"/>
                    <a:pt x="2594" y="590"/>
                  </a:cubicBezTo>
                  <a:cubicBezTo>
                    <a:pt x="2409" y="691"/>
                    <a:pt x="2223" y="792"/>
                    <a:pt x="2041" y="909"/>
                  </a:cubicBezTo>
                  <a:cubicBezTo>
                    <a:pt x="1787" y="1047"/>
                    <a:pt x="1516" y="1196"/>
                    <a:pt x="1282" y="1350"/>
                  </a:cubicBezTo>
                  <a:cubicBezTo>
                    <a:pt x="1096" y="1451"/>
                    <a:pt x="930" y="1552"/>
                    <a:pt x="744" y="1653"/>
                  </a:cubicBezTo>
                  <a:cubicBezTo>
                    <a:pt x="591" y="1733"/>
                    <a:pt x="389" y="1854"/>
                    <a:pt x="187" y="1955"/>
                  </a:cubicBezTo>
                  <a:cubicBezTo>
                    <a:pt x="54" y="2020"/>
                    <a:pt x="1" y="2105"/>
                    <a:pt x="21" y="2238"/>
                  </a:cubicBezTo>
                  <a:lnTo>
                    <a:pt x="21" y="2711"/>
                  </a:lnTo>
                  <a:cubicBezTo>
                    <a:pt x="21" y="2929"/>
                    <a:pt x="1" y="3131"/>
                    <a:pt x="37" y="3349"/>
                  </a:cubicBezTo>
                  <a:cubicBezTo>
                    <a:pt x="37" y="3369"/>
                    <a:pt x="21" y="3369"/>
                    <a:pt x="21" y="3386"/>
                  </a:cubicBezTo>
                  <a:cubicBezTo>
                    <a:pt x="21" y="3402"/>
                    <a:pt x="1" y="3402"/>
                    <a:pt x="1" y="3418"/>
                  </a:cubicBezTo>
                  <a:lnTo>
                    <a:pt x="1" y="3434"/>
                  </a:lnTo>
                  <a:lnTo>
                    <a:pt x="21" y="3434"/>
                  </a:lnTo>
                  <a:lnTo>
                    <a:pt x="21" y="3418"/>
                  </a:lnTo>
                  <a:cubicBezTo>
                    <a:pt x="37" y="3418"/>
                    <a:pt x="37" y="3402"/>
                    <a:pt x="37" y="3402"/>
                  </a:cubicBezTo>
                  <a:cubicBezTo>
                    <a:pt x="54" y="3386"/>
                    <a:pt x="70" y="3369"/>
                    <a:pt x="54" y="3349"/>
                  </a:cubicBezTo>
                  <a:cubicBezTo>
                    <a:pt x="37" y="3131"/>
                    <a:pt x="37" y="2929"/>
                    <a:pt x="37" y="2711"/>
                  </a:cubicBezTo>
                  <a:cubicBezTo>
                    <a:pt x="37" y="2561"/>
                    <a:pt x="54" y="2392"/>
                    <a:pt x="37" y="2238"/>
                  </a:cubicBezTo>
                  <a:cubicBezTo>
                    <a:pt x="37" y="2121"/>
                    <a:pt x="70" y="2036"/>
                    <a:pt x="187" y="1988"/>
                  </a:cubicBezTo>
                  <a:cubicBezTo>
                    <a:pt x="405" y="1871"/>
                    <a:pt x="591" y="1770"/>
                    <a:pt x="760" y="1669"/>
                  </a:cubicBezTo>
                  <a:cubicBezTo>
                    <a:pt x="946" y="1568"/>
                    <a:pt x="1112" y="1467"/>
                    <a:pt x="1282" y="1366"/>
                  </a:cubicBezTo>
                  <a:cubicBezTo>
                    <a:pt x="1536" y="1228"/>
                    <a:pt x="1787" y="1079"/>
                    <a:pt x="2057" y="925"/>
                  </a:cubicBezTo>
                  <a:cubicBezTo>
                    <a:pt x="2243" y="824"/>
                    <a:pt x="2425" y="723"/>
                    <a:pt x="2611" y="622"/>
                  </a:cubicBezTo>
                  <a:cubicBezTo>
                    <a:pt x="2881" y="473"/>
                    <a:pt x="3152" y="319"/>
                    <a:pt x="3419" y="170"/>
                  </a:cubicBezTo>
                  <a:cubicBezTo>
                    <a:pt x="3435" y="154"/>
                    <a:pt x="3471" y="154"/>
                    <a:pt x="3487" y="138"/>
                  </a:cubicBezTo>
                  <a:cubicBezTo>
                    <a:pt x="3536" y="117"/>
                    <a:pt x="3604" y="85"/>
                    <a:pt x="3637" y="16"/>
                  </a:cubicBezTo>
                  <a:cubicBezTo>
                    <a:pt x="3637" y="0"/>
                    <a:pt x="3637" y="0"/>
                    <a:pt x="3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794827" y="1795097"/>
              <a:ext cx="4867" cy="93663"/>
            </a:xfrm>
            <a:custGeom>
              <a:avLst/>
              <a:gdLst/>
              <a:ahLst/>
              <a:cxnLst/>
              <a:rect l="l" t="t" r="r" b="b"/>
              <a:pathLst>
                <a:path w="49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55"/>
                    <a:pt x="0" y="373"/>
                  </a:cubicBezTo>
                  <a:lnTo>
                    <a:pt x="0" y="591"/>
                  </a:lnTo>
                  <a:cubicBezTo>
                    <a:pt x="16" y="623"/>
                    <a:pt x="0" y="659"/>
                    <a:pt x="0" y="708"/>
                  </a:cubicBezTo>
                  <a:cubicBezTo>
                    <a:pt x="0" y="777"/>
                    <a:pt x="0" y="861"/>
                    <a:pt x="16" y="926"/>
                  </a:cubicBezTo>
                  <a:lnTo>
                    <a:pt x="33" y="942"/>
                  </a:lnTo>
                  <a:lnTo>
                    <a:pt x="49" y="926"/>
                  </a:lnTo>
                  <a:cubicBezTo>
                    <a:pt x="33" y="841"/>
                    <a:pt x="33" y="777"/>
                    <a:pt x="33" y="708"/>
                  </a:cubicBezTo>
                  <a:lnTo>
                    <a:pt x="33" y="591"/>
                  </a:lnTo>
                  <a:lnTo>
                    <a:pt x="33" y="373"/>
                  </a:lnTo>
                  <a:cubicBezTo>
                    <a:pt x="33" y="255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1202457" y="3670253"/>
              <a:ext cx="3675" cy="64164"/>
            </a:xfrm>
            <a:custGeom>
              <a:avLst/>
              <a:gdLst/>
              <a:ahLst/>
              <a:cxnLst/>
              <a:rect l="l" t="t" r="r" b="b"/>
              <a:pathLst>
                <a:path w="37" h="646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41"/>
                    <a:pt x="17" y="278"/>
                    <a:pt x="1" y="395"/>
                  </a:cubicBezTo>
                  <a:lnTo>
                    <a:pt x="1" y="629"/>
                  </a:lnTo>
                  <a:cubicBezTo>
                    <a:pt x="1" y="646"/>
                    <a:pt x="17" y="646"/>
                    <a:pt x="17" y="646"/>
                  </a:cubicBezTo>
                  <a:cubicBezTo>
                    <a:pt x="37" y="646"/>
                    <a:pt x="37" y="646"/>
                    <a:pt x="37" y="629"/>
                  </a:cubicBezTo>
                  <a:lnTo>
                    <a:pt x="37" y="395"/>
                  </a:lnTo>
                  <a:cubicBezTo>
                    <a:pt x="37" y="278"/>
                    <a:pt x="37" y="141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574127" y="2452330"/>
              <a:ext cx="4867" cy="51947"/>
            </a:xfrm>
            <a:custGeom>
              <a:avLst/>
              <a:gdLst/>
              <a:ahLst/>
              <a:cxnLst/>
              <a:rect l="l" t="t" r="r" b="b"/>
              <a:pathLst>
                <a:path w="49" h="52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183"/>
                  </a:lnTo>
                  <a:cubicBezTo>
                    <a:pt x="17" y="304"/>
                    <a:pt x="0" y="405"/>
                    <a:pt x="33" y="506"/>
                  </a:cubicBezTo>
                  <a:lnTo>
                    <a:pt x="33" y="522"/>
                  </a:lnTo>
                  <a:cubicBezTo>
                    <a:pt x="49" y="522"/>
                    <a:pt x="49" y="506"/>
                    <a:pt x="49" y="506"/>
                  </a:cubicBezTo>
                  <a:cubicBezTo>
                    <a:pt x="33" y="405"/>
                    <a:pt x="33" y="304"/>
                    <a:pt x="33" y="183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137498" y="2153064"/>
              <a:ext cx="4867" cy="86711"/>
            </a:xfrm>
            <a:custGeom>
              <a:avLst/>
              <a:gdLst/>
              <a:ahLst/>
              <a:cxnLst/>
              <a:rect l="l" t="t" r="r" b="b"/>
              <a:pathLst>
                <a:path w="49" h="873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202"/>
                    <a:pt x="16" y="368"/>
                    <a:pt x="16" y="538"/>
                  </a:cubicBezTo>
                  <a:lnTo>
                    <a:pt x="16" y="857"/>
                  </a:lnTo>
                  <a:cubicBezTo>
                    <a:pt x="16" y="857"/>
                    <a:pt x="16" y="873"/>
                    <a:pt x="32" y="873"/>
                  </a:cubicBezTo>
                  <a:lnTo>
                    <a:pt x="32" y="857"/>
                  </a:lnTo>
                  <a:lnTo>
                    <a:pt x="32" y="538"/>
                  </a:lnTo>
                  <a:cubicBezTo>
                    <a:pt x="49" y="368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1383029" y="2226465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55"/>
                  </a:lnTo>
                  <a:cubicBezTo>
                    <a:pt x="0" y="388"/>
                    <a:pt x="0" y="538"/>
                    <a:pt x="17" y="675"/>
                  </a:cubicBezTo>
                  <a:cubicBezTo>
                    <a:pt x="17" y="675"/>
                    <a:pt x="17" y="691"/>
                    <a:pt x="37" y="691"/>
                  </a:cubicBezTo>
                  <a:lnTo>
                    <a:pt x="37" y="675"/>
                  </a:lnTo>
                  <a:cubicBezTo>
                    <a:pt x="17" y="538"/>
                    <a:pt x="17" y="388"/>
                    <a:pt x="37" y="255"/>
                  </a:cubicBezTo>
                  <a:lnTo>
                    <a:pt x="37" y="17"/>
                  </a:ln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1520197" y="1957195"/>
              <a:ext cx="204014" cy="429879"/>
            </a:xfrm>
            <a:custGeom>
              <a:avLst/>
              <a:gdLst/>
              <a:ahLst/>
              <a:cxnLst/>
              <a:rect l="l" t="t" r="r" b="b"/>
              <a:pathLst>
                <a:path w="2054" h="4328" extrusionOk="0">
                  <a:moveTo>
                    <a:pt x="17" y="1"/>
                  </a:moveTo>
                  <a:lnTo>
                    <a:pt x="1" y="17"/>
                  </a:lnTo>
                  <a:lnTo>
                    <a:pt x="1" y="37"/>
                  </a:lnTo>
                  <a:cubicBezTo>
                    <a:pt x="70" y="86"/>
                    <a:pt x="86" y="154"/>
                    <a:pt x="70" y="239"/>
                  </a:cubicBezTo>
                  <a:cubicBezTo>
                    <a:pt x="49" y="272"/>
                    <a:pt x="49" y="304"/>
                    <a:pt x="49" y="340"/>
                  </a:cubicBezTo>
                  <a:cubicBezTo>
                    <a:pt x="70" y="506"/>
                    <a:pt x="49" y="676"/>
                    <a:pt x="49" y="845"/>
                  </a:cubicBezTo>
                  <a:cubicBezTo>
                    <a:pt x="33" y="979"/>
                    <a:pt x="33" y="1112"/>
                    <a:pt x="33" y="1249"/>
                  </a:cubicBezTo>
                  <a:cubicBezTo>
                    <a:pt x="33" y="1314"/>
                    <a:pt x="49" y="1382"/>
                    <a:pt x="102" y="1451"/>
                  </a:cubicBezTo>
                  <a:lnTo>
                    <a:pt x="118" y="1467"/>
                  </a:lnTo>
                  <a:cubicBezTo>
                    <a:pt x="474" y="1972"/>
                    <a:pt x="825" y="2493"/>
                    <a:pt x="1197" y="3015"/>
                  </a:cubicBezTo>
                  <a:cubicBezTo>
                    <a:pt x="1298" y="3168"/>
                    <a:pt x="1383" y="3318"/>
                    <a:pt x="1484" y="3451"/>
                  </a:cubicBezTo>
                  <a:cubicBezTo>
                    <a:pt x="1585" y="3604"/>
                    <a:pt x="1686" y="3774"/>
                    <a:pt x="1803" y="3923"/>
                  </a:cubicBezTo>
                  <a:cubicBezTo>
                    <a:pt x="1819" y="3956"/>
                    <a:pt x="1851" y="3976"/>
                    <a:pt x="1867" y="4008"/>
                  </a:cubicBezTo>
                  <a:cubicBezTo>
                    <a:pt x="1936" y="4109"/>
                    <a:pt x="2021" y="4194"/>
                    <a:pt x="2021" y="4311"/>
                  </a:cubicBezTo>
                  <a:cubicBezTo>
                    <a:pt x="2021" y="4327"/>
                    <a:pt x="2037" y="4327"/>
                    <a:pt x="2037" y="4327"/>
                  </a:cubicBezTo>
                  <a:cubicBezTo>
                    <a:pt x="2053" y="4327"/>
                    <a:pt x="2053" y="4327"/>
                    <a:pt x="2053" y="4311"/>
                  </a:cubicBezTo>
                  <a:cubicBezTo>
                    <a:pt x="2037" y="4178"/>
                    <a:pt x="1968" y="4093"/>
                    <a:pt x="1887" y="3992"/>
                  </a:cubicBezTo>
                  <a:cubicBezTo>
                    <a:pt x="1867" y="3956"/>
                    <a:pt x="1835" y="3940"/>
                    <a:pt x="1819" y="3907"/>
                  </a:cubicBezTo>
                  <a:cubicBezTo>
                    <a:pt x="1718" y="3754"/>
                    <a:pt x="1617" y="3588"/>
                    <a:pt x="1516" y="3435"/>
                  </a:cubicBezTo>
                  <a:cubicBezTo>
                    <a:pt x="1415" y="3301"/>
                    <a:pt x="1314" y="3148"/>
                    <a:pt x="1213" y="2998"/>
                  </a:cubicBezTo>
                  <a:cubicBezTo>
                    <a:pt x="857" y="2477"/>
                    <a:pt x="490" y="1956"/>
                    <a:pt x="134" y="1451"/>
                  </a:cubicBezTo>
                  <a:lnTo>
                    <a:pt x="118" y="1431"/>
                  </a:lnTo>
                  <a:cubicBezTo>
                    <a:pt x="86" y="1382"/>
                    <a:pt x="70" y="1330"/>
                    <a:pt x="70" y="1249"/>
                  </a:cubicBezTo>
                  <a:cubicBezTo>
                    <a:pt x="49" y="1112"/>
                    <a:pt x="70" y="979"/>
                    <a:pt x="70" y="845"/>
                  </a:cubicBezTo>
                  <a:cubicBezTo>
                    <a:pt x="86" y="676"/>
                    <a:pt x="102" y="506"/>
                    <a:pt x="86" y="320"/>
                  </a:cubicBezTo>
                  <a:lnTo>
                    <a:pt x="86" y="255"/>
                  </a:lnTo>
                  <a:cubicBezTo>
                    <a:pt x="118" y="154"/>
                    <a:pt x="102" y="70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246160" y="3435449"/>
              <a:ext cx="168654" cy="148491"/>
            </a:xfrm>
            <a:custGeom>
              <a:avLst/>
              <a:gdLst/>
              <a:ahLst/>
              <a:cxnLst/>
              <a:rect l="l" t="t" r="r" b="b"/>
              <a:pathLst>
                <a:path w="1698" h="1495" extrusionOk="0">
                  <a:moveTo>
                    <a:pt x="1698" y="0"/>
                  </a:moveTo>
                  <a:cubicBezTo>
                    <a:pt x="1681" y="0"/>
                    <a:pt x="1681" y="0"/>
                    <a:pt x="1681" y="16"/>
                  </a:cubicBezTo>
                  <a:cubicBezTo>
                    <a:pt x="1649" y="117"/>
                    <a:pt x="1665" y="218"/>
                    <a:pt x="1665" y="319"/>
                  </a:cubicBezTo>
                  <a:lnTo>
                    <a:pt x="1665" y="485"/>
                  </a:lnTo>
                  <a:lnTo>
                    <a:pt x="1665" y="788"/>
                  </a:lnTo>
                  <a:cubicBezTo>
                    <a:pt x="1665" y="909"/>
                    <a:pt x="1649" y="974"/>
                    <a:pt x="1516" y="1010"/>
                  </a:cubicBezTo>
                  <a:cubicBezTo>
                    <a:pt x="1245" y="1075"/>
                    <a:pt x="991" y="1159"/>
                    <a:pt x="740" y="1244"/>
                  </a:cubicBezTo>
                  <a:cubicBezTo>
                    <a:pt x="587" y="1277"/>
                    <a:pt x="437" y="1329"/>
                    <a:pt x="284" y="1378"/>
                  </a:cubicBezTo>
                  <a:cubicBezTo>
                    <a:pt x="203" y="1394"/>
                    <a:pt x="118" y="1430"/>
                    <a:pt x="17" y="1479"/>
                  </a:cubicBezTo>
                  <a:cubicBezTo>
                    <a:pt x="1" y="1479"/>
                    <a:pt x="1" y="1479"/>
                    <a:pt x="1" y="1495"/>
                  </a:cubicBezTo>
                  <a:lnTo>
                    <a:pt x="17" y="1495"/>
                  </a:lnTo>
                  <a:cubicBezTo>
                    <a:pt x="134" y="1462"/>
                    <a:pt x="219" y="1430"/>
                    <a:pt x="304" y="1394"/>
                  </a:cubicBezTo>
                  <a:cubicBezTo>
                    <a:pt x="453" y="1361"/>
                    <a:pt x="607" y="1313"/>
                    <a:pt x="756" y="1260"/>
                  </a:cubicBezTo>
                  <a:cubicBezTo>
                    <a:pt x="991" y="1176"/>
                    <a:pt x="1261" y="1091"/>
                    <a:pt x="1516" y="1026"/>
                  </a:cubicBezTo>
                  <a:cubicBezTo>
                    <a:pt x="1681" y="990"/>
                    <a:pt x="1698" y="909"/>
                    <a:pt x="1681" y="788"/>
                  </a:cubicBezTo>
                  <a:lnTo>
                    <a:pt x="1681" y="485"/>
                  </a:lnTo>
                  <a:cubicBezTo>
                    <a:pt x="1698" y="436"/>
                    <a:pt x="1681" y="368"/>
                    <a:pt x="1681" y="319"/>
                  </a:cubicBezTo>
                  <a:cubicBezTo>
                    <a:pt x="1681" y="218"/>
                    <a:pt x="1681" y="117"/>
                    <a:pt x="1698" y="16"/>
                  </a:cubicBezTo>
                  <a:lnTo>
                    <a:pt x="16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1254205" y="1805427"/>
              <a:ext cx="164184" cy="218912"/>
            </a:xfrm>
            <a:custGeom>
              <a:avLst/>
              <a:gdLst/>
              <a:ahLst/>
              <a:cxnLst/>
              <a:rect l="l" t="t" r="r" b="b"/>
              <a:pathLst>
                <a:path w="1653" h="2204" extrusionOk="0">
                  <a:moveTo>
                    <a:pt x="1557" y="1"/>
                  </a:moveTo>
                  <a:cubicBezTo>
                    <a:pt x="1522" y="1"/>
                    <a:pt x="1485" y="25"/>
                    <a:pt x="1451" y="50"/>
                  </a:cubicBezTo>
                  <a:lnTo>
                    <a:pt x="1435" y="50"/>
                  </a:lnTo>
                  <a:cubicBezTo>
                    <a:pt x="994" y="285"/>
                    <a:pt x="542" y="503"/>
                    <a:pt x="122" y="721"/>
                  </a:cubicBezTo>
                  <a:cubicBezTo>
                    <a:pt x="37" y="757"/>
                    <a:pt x="21" y="806"/>
                    <a:pt x="21" y="907"/>
                  </a:cubicBezTo>
                  <a:cubicBezTo>
                    <a:pt x="21" y="1262"/>
                    <a:pt x="1" y="1614"/>
                    <a:pt x="1" y="1949"/>
                  </a:cubicBezTo>
                  <a:lnTo>
                    <a:pt x="1" y="2034"/>
                  </a:lnTo>
                  <a:cubicBezTo>
                    <a:pt x="21" y="2086"/>
                    <a:pt x="21" y="2135"/>
                    <a:pt x="1" y="2187"/>
                  </a:cubicBezTo>
                  <a:lnTo>
                    <a:pt x="1" y="2204"/>
                  </a:lnTo>
                  <a:lnTo>
                    <a:pt x="21" y="2204"/>
                  </a:lnTo>
                  <a:cubicBezTo>
                    <a:pt x="37" y="2151"/>
                    <a:pt x="37" y="2086"/>
                    <a:pt x="37" y="2034"/>
                  </a:cubicBezTo>
                  <a:cubicBezTo>
                    <a:pt x="37" y="2018"/>
                    <a:pt x="21" y="1985"/>
                    <a:pt x="21" y="1949"/>
                  </a:cubicBezTo>
                  <a:cubicBezTo>
                    <a:pt x="37" y="1614"/>
                    <a:pt x="37" y="1262"/>
                    <a:pt x="37" y="907"/>
                  </a:cubicBezTo>
                  <a:cubicBezTo>
                    <a:pt x="37" y="822"/>
                    <a:pt x="69" y="790"/>
                    <a:pt x="122" y="757"/>
                  </a:cubicBezTo>
                  <a:cubicBezTo>
                    <a:pt x="558" y="535"/>
                    <a:pt x="1011" y="301"/>
                    <a:pt x="1451" y="67"/>
                  </a:cubicBezTo>
                  <a:cubicBezTo>
                    <a:pt x="1504" y="53"/>
                    <a:pt x="1538" y="26"/>
                    <a:pt x="1567" y="26"/>
                  </a:cubicBezTo>
                  <a:cubicBezTo>
                    <a:pt x="1573" y="26"/>
                    <a:pt x="1579" y="27"/>
                    <a:pt x="1584" y="30"/>
                  </a:cubicBezTo>
                  <a:cubicBezTo>
                    <a:pt x="1600" y="200"/>
                    <a:pt x="1584" y="370"/>
                    <a:pt x="1584" y="519"/>
                  </a:cubicBezTo>
                  <a:cubicBezTo>
                    <a:pt x="1568" y="806"/>
                    <a:pt x="1568" y="1093"/>
                    <a:pt x="1617" y="1379"/>
                  </a:cubicBezTo>
                  <a:cubicBezTo>
                    <a:pt x="1617" y="1379"/>
                    <a:pt x="1626" y="1387"/>
                    <a:pt x="1631" y="1387"/>
                  </a:cubicBezTo>
                  <a:cubicBezTo>
                    <a:pt x="1634" y="1387"/>
                    <a:pt x="1637" y="1385"/>
                    <a:pt x="1637" y="1379"/>
                  </a:cubicBezTo>
                  <a:lnTo>
                    <a:pt x="1653" y="1379"/>
                  </a:lnTo>
                  <a:cubicBezTo>
                    <a:pt x="1600" y="1093"/>
                    <a:pt x="1600" y="806"/>
                    <a:pt x="1617" y="519"/>
                  </a:cubicBezTo>
                  <a:lnTo>
                    <a:pt x="1617" y="30"/>
                  </a:lnTo>
                  <a:lnTo>
                    <a:pt x="1600" y="14"/>
                  </a:lnTo>
                  <a:cubicBezTo>
                    <a:pt x="1586" y="5"/>
                    <a:pt x="1572" y="1"/>
                    <a:pt x="1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87655" y="2773349"/>
              <a:ext cx="133691" cy="158622"/>
            </a:xfrm>
            <a:custGeom>
              <a:avLst/>
              <a:gdLst/>
              <a:ahLst/>
              <a:cxnLst/>
              <a:rect l="l" t="t" r="r" b="b"/>
              <a:pathLst>
                <a:path w="1346" h="1597" extrusionOk="0">
                  <a:moveTo>
                    <a:pt x="1314" y="1"/>
                  </a:moveTo>
                  <a:lnTo>
                    <a:pt x="1297" y="17"/>
                  </a:lnTo>
                  <a:cubicBezTo>
                    <a:pt x="1281" y="49"/>
                    <a:pt x="1297" y="102"/>
                    <a:pt x="1297" y="134"/>
                  </a:cubicBezTo>
                  <a:cubicBezTo>
                    <a:pt x="1314" y="182"/>
                    <a:pt x="1314" y="235"/>
                    <a:pt x="1281" y="267"/>
                  </a:cubicBezTo>
                  <a:cubicBezTo>
                    <a:pt x="1229" y="304"/>
                    <a:pt x="1180" y="320"/>
                    <a:pt x="1112" y="336"/>
                  </a:cubicBezTo>
                  <a:cubicBezTo>
                    <a:pt x="1095" y="352"/>
                    <a:pt x="1059" y="352"/>
                    <a:pt x="1043" y="368"/>
                  </a:cubicBezTo>
                  <a:cubicBezTo>
                    <a:pt x="756" y="485"/>
                    <a:pt x="453" y="623"/>
                    <a:pt x="118" y="740"/>
                  </a:cubicBezTo>
                  <a:cubicBezTo>
                    <a:pt x="33" y="772"/>
                    <a:pt x="1" y="825"/>
                    <a:pt x="1" y="926"/>
                  </a:cubicBezTo>
                  <a:lnTo>
                    <a:pt x="1" y="1192"/>
                  </a:lnTo>
                  <a:cubicBezTo>
                    <a:pt x="1" y="1330"/>
                    <a:pt x="1" y="1447"/>
                    <a:pt x="17" y="1580"/>
                  </a:cubicBezTo>
                  <a:cubicBezTo>
                    <a:pt x="17" y="1596"/>
                    <a:pt x="17" y="1596"/>
                    <a:pt x="33" y="1596"/>
                  </a:cubicBezTo>
                  <a:cubicBezTo>
                    <a:pt x="33" y="1596"/>
                    <a:pt x="49" y="1596"/>
                    <a:pt x="49" y="1580"/>
                  </a:cubicBezTo>
                  <a:cubicBezTo>
                    <a:pt x="33" y="1447"/>
                    <a:pt x="33" y="1314"/>
                    <a:pt x="33" y="1192"/>
                  </a:cubicBezTo>
                  <a:lnTo>
                    <a:pt x="33" y="926"/>
                  </a:lnTo>
                  <a:cubicBezTo>
                    <a:pt x="17" y="841"/>
                    <a:pt x="49" y="809"/>
                    <a:pt x="134" y="772"/>
                  </a:cubicBezTo>
                  <a:cubicBezTo>
                    <a:pt x="453" y="639"/>
                    <a:pt x="756" y="522"/>
                    <a:pt x="1043" y="384"/>
                  </a:cubicBezTo>
                  <a:cubicBezTo>
                    <a:pt x="1079" y="384"/>
                    <a:pt x="1095" y="368"/>
                    <a:pt x="1128" y="352"/>
                  </a:cubicBezTo>
                  <a:cubicBezTo>
                    <a:pt x="1180" y="336"/>
                    <a:pt x="1245" y="320"/>
                    <a:pt x="1297" y="283"/>
                  </a:cubicBezTo>
                  <a:cubicBezTo>
                    <a:pt x="1346" y="235"/>
                    <a:pt x="1330" y="182"/>
                    <a:pt x="1330" y="134"/>
                  </a:cubicBezTo>
                  <a:cubicBezTo>
                    <a:pt x="1314" y="102"/>
                    <a:pt x="1314" y="49"/>
                    <a:pt x="1330" y="17"/>
                  </a:cubicBezTo>
                  <a:lnTo>
                    <a:pt x="13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1254205" y="1988979"/>
              <a:ext cx="164184" cy="195869"/>
            </a:xfrm>
            <a:custGeom>
              <a:avLst/>
              <a:gdLst/>
              <a:ahLst/>
              <a:cxnLst/>
              <a:rect l="l" t="t" r="r" b="b"/>
              <a:pathLst>
                <a:path w="1653" h="1972" extrusionOk="0">
                  <a:moveTo>
                    <a:pt x="1637" y="0"/>
                  </a:moveTo>
                  <a:lnTo>
                    <a:pt x="1350" y="137"/>
                  </a:lnTo>
                  <a:cubicBezTo>
                    <a:pt x="1132" y="255"/>
                    <a:pt x="910" y="356"/>
                    <a:pt x="675" y="473"/>
                  </a:cubicBezTo>
                  <a:cubicBezTo>
                    <a:pt x="627" y="505"/>
                    <a:pt x="558" y="541"/>
                    <a:pt x="489" y="574"/>
                  </a:cubicBezTo>
                  <a:cubicBezTo>
                    <a:pt x="372" y="642"/>
                    <a:pt x="239" y="707"/>
                    <a:pt x="102" y="760"/>
                  </a:cubicBezTo>
                  <a:cubicBezTo>
                    <a:pt x="21" y="808"/>
                    <a:pt x="1" y="844"/>
                    <a:pt x="1" y="929"/>
                  </a:cubicBezTo>
                  <a:lnTo>
                    <a:pt x="1" y="1551"/>
                  </a:lnTo>
                  <a:lnTo>
                    <a:pt x="1" y="1818"/>
                  </a:lnTo>
                  <a:lnTo>
                    <a:pt x="1" y="1854"/>
                  </a:lnTo>
                  <a:cubicBezTo>
                    <a:pt x="1" y="1887"/>
                    <a:pt x="1" y="1919"/>
                    <a:pt x="21" y="1971"/>
                  </a:cubicBezTo>
                  <a:lnTo>
                    <a:pt x="37" y="1971"/>
                  </a:lnTo>
                  <a:cubicBezTo>
                    <a:pt x="53" y="1971"/>
                    <a:pt x="53" y="1955"/>
                    <a:pt x="53" y="1955"/>
                  </a:cubicBezTo>
                  <a:cubicBezTo>
                    <a:pt x="21" y="1919"/>
                    <a:pt x="21" y="1887"/>
                    <a:pt x="21" y="1854"/>
                  </a:cubicBezTo>
                  <a:lnTo>
                    <a:pt x="21" y="1818"/>
                  </a:lnTo>
                  <a:lnTo>
                    <a:pt x="21" y="1551"/>
                  </a:lnTo>
                  <a:cubicBezTo>
                    <a:pt x="37" y="1349"/>
                    <a:pt x="37" y="1131"/>
                    <a:pt x="21" y="929"/>
                  </a:cubicBezTo>
                  <a:cubicBezTo>
                    <a:pt x="21" y="861"/>
                    <a:pt x="37" y="828"/>
                    <a:pt x="122" y="792"/>
                  </a:cubicBezTo>
                  <a:cubicBezTo>
                    <a:pt x="239" y="727"/>
                    <a:pt x="372" y="659"/>
                    <a:pt x="506" y="590"/>
                  </a:cubicBezTo>
                  <a:cubicBezTo>
                    <a:pt x="574" y="558"/>
                    <a:pt x="627" y="525"/>
                    <a:pt x="691" y="489"/>
                  </a:cubicBezTo>
                  <a:cubicBezTo>
                    <a:pt x="910" y="388"/>
                    <a:pt x="1132" y="271"/>
                    <a:pt x="1366" y="170"/>
                  </a:cubicBezTo>
                  <a:lnTo>
                    <a:pt x="1637" y="20"/>
                  </a:lnTo>
                  <a:cubicBezTo>
                    <a:pt x="1653" y="20"/>
                    <a:pt x="1653" y="20"/>
                    <a:pt x="1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1819563" y="3348341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01"/>
                    <a:pt x="1" y="202"/>
                    <a:pt x="17" y="287"/>
                  </a:cubicBezTo>
                  <a:lnTo>
                    <a:pt x="17" y="473"/>
                  </a:lnTo>
                  <a:lnTo>
                    <a:pt x="17" y="522"/>
                  </a:lnTo>
                  <a:cubicBezTo>
                    <a:pt x="17" y="538"/>
                    <a:pt x="17" y="574"/>
                    <a:pt x="1" y="606"/>
                  </a:cubicBezTo>
                  <a:lnTo>
                    <a:pt x="1" y="623"/>
                  </a:lnTo>
                  <a:lnTo>
                    <a:pt x="17" y="623"/>
                  </a:lnTo>
                  <a:lnTo>
                    <a:pt x="17" y="606"/>
                  </a:lnTo>
                  <a:cubicBezTo>
                    <a:pt x="49" y="574"/>
                    <a:pt x="33" y="538"/>
                    <a:pt x="33" y="505"/>
                  </a:cubicBezTo>
                  <a:lnTo>
                    <a:pt x="33" y="473"/>
                  </a:lnTo>
                  <a:lnTo>
                    <a:pt x="33" y="287"/>
                  </a:lnTo>
                  <a:cubicBezTo>
                    <a:pt x="33" y="202"/>
                    <a:pt x="33" y="101"/>
                    <a:pt x="49" y="17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1087339" y="3024144"/>
              <a:ext cx="6456" cy="91975"/>
            </a:xfrm>
            <a:custGeom>
              <a:avLst/>
              <a:gdLst/>
              <a:ahLst/>
              <a:cxnLst/>
              <a:rect l="l" t="t" r="r" b="b"/>
              <a:pathLst>
                <a:path w="65" h="926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cubicBezTo>
                    <a:pt x="32" y="166"/>
                    <a:pt x="16" y="320"/>
                    <a:pt x="16" y="469"/>
                  </a:cubicBezTo>
                  <a:lnTo>
                    <a:pt x="16" y="740"/>
                  </a:lnTo>
                  <a:lnTo>
                    <a:pt x="16" y="756"/>
                  </a:lnTo>
                  <a:cubicBezTo>
                    <a:pt x="16" y="808"/>
                    <a:pt x="16" y="873"/>
                    <a:pt x="49" y="926"/>
                  </a:cubicBezTo>
                  <a:lnTo>
                    <a:pt x="65" y="926"/>
                  </a:lnTo>
                  <a:lnTo>
                    <a:pt x="65" y="909"/>
                  </a:lnTo>
                  <a:cubicBezTo>
                    <a:pt x="49" y="857"/>
                    <a:pt x="49" y="808"/>
                    <a:pt x="49" y="756"/>
                  </a:cubicBezTo>
                  <a:lnTo>
                    <a:pt x="49" y="740"/>
                  </a:lnTo>
                  <a:lnTo>
                    <a:pt x="49" y="469"/>
                  </a:lnTo>
                  <a:cubicBezTo>
                    <a:pt x="49" y="320"/>
                    <a:pt x="49" y="166"/>
                    <a:pt x="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1815987" y="2602808"/>
              <a:ext cx="5264" cy="55125"/>
            </a:xfrm>
            <a:custGeom>
              <a:avLst/>
              <a:gdLst/>
              <a:ahLst/>
              <a:cxnLst/>
              <a:rect l="l" t="t" r="r" b="b"/>
              <a:pathLst>
                <a:path w="53" h="555" extrusionOk="0">
                  <a:moveTo>
                    <a:pt x="37" y="1"/>
                  </a:moveTo>
                  <a:cubicBezTo>
                    <a:pt x="20" y="102"/>
                    <a:pt x="20" y="183"/>
                    <a:pt x="20" y="267"/>
                  </a:cubicBezTo>
                  <a:cubicBezTo>
                    <a:pt x="20" y="368"/>
                    <a:pt x="20" y="453"/>
                    <a:pt x="0" y="538"/>
                  </a:cubicBezTo>
                  <a:cubicBezTo>
                    <a:pt x="0" y="554"/>
                    <a:pt x="0" y="554"/>
                    <a:pt x="20" y="554"/>
                  </a:cubicBezTo>
                  <a:lnTo>
                    <a:pt x="37" y="554"/>
                  </a:lnTo>
                  <a:cubicBezTo>
                    <a:pt x="53" y="453"/>
                    <a:pt x="53" y="368"/>
                    <a:pt x="53" y="267"/>
                  </a:cubicBezTo>
                  <a:cubicBezTo>
                    <a:pt x="37" y="183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1792646" y="2407038"/>
              <a:ext cx="5364" cy="63469"/>
            </a:xfrm>
            <a:custGeom>
              <a:avLst/>
              <a:gdLst/>
              <a:ahLst/>
              <a:cxnLst/>
              <a:rect l="l" t="t" r="r" b="b"/>
              <a:pathLst>
                <a:path w="54" h="639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02"/>
                    <a:pt x="17" y="303"/>
                  </a:cubicBezTo>
                  <a:lnTo>
                    <a:pt x="17" y="489"/>
                  </a:lnTo>
                  <a:cubicBezTo>
                    <a:pt x="1" y="505"/>
                    <a:pt x="17" y="522"/>
                    <a:pt x="17" y="538"/>
                  </a:cubicBezTo>
                  <a:cubicBezTo>
                    <a:pt x="17" y="558"/>
                    <a:pt x="17" y="590"/>
                    <a:pt x="1" y="623"/>
                  </a:cubicBezTo>
                  <a:lnTo>
                    <a:pt x="1" y="639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489"/>
                  </a:lnTo>
                  <a:lnTo>
                    <a:pt x="33" y="303"/>
                  </a:lnTo>
                  <a:cubicBezTo>
                    <a:pt x="33" y="202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1583666" y="1741759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1"/>
                  </a:moveTo>
                  <a:cubicBezTo>
                    <a:pt x="37" y="1"/>
                    <a:pt x="16" y="1"/>
                    <a:pt x="16" y="17"/>
                  </a:cubicBezTo>
                  <a:cubicBezTo>
                    <a:pt x="0" y="134"/>
                    <a:pt x="0" y="251"/>
                    <a:pt x="0" y="368"/>
                  </a:cubicBezTo>
                  <a:cubicBezTo>
                    <a:pt x="0" y="453"/>
                    <a:pt x="16" y="522"/>
                    <a:pt x="0" y="590"/>
                  </a:cubicBezTo>
                  <a:cubicBezTo>
                    <a:pt x="0" y="607"/>
                    <a:pt x="16" y="607"/>
                    <a:pt x="16" y="607"/>
                  </a:cubicBezTo>
                  <a:cubicBezTo>
                    <a:pt x="37" y="607"/>
                    <a:pt x="37" y="607"/>
                    <a:pt x="37" y="590"/>
                  </a:cubicBezTo>
                  <a:lnTo>
                    <a:pt x="37" y="368"/>
                  </a:lnTo>
                  <a:cubicBezTo>
                    <a:pt x="37" y="251"/>
                    <a:pt x="37" y="13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1970040" y="2671044"/>
              <a:ext cx="4867" cy="53834"/>
            </a:xfrm>
            <a:custGeom>
              <a:avLst/>
              <a:gdLst/>
              <a:ahLst/>
              <a:cxnLst/>
              <a:rect l="l" t="t" r="r" b="b"/>
              <a:pathLst>
                <a:path w="49" h="542" extrusionOk="0">
                  <a:moveTo>
                    <a:pt x="33" y="1"/>
                  </a:moveTo>
                  <a:lnTo>
                    <a:pt x="17" y="21"/>
                  </a:lnTo>
                  <a:cubicBezTo>
                    <a:pt x="0" y="102"/>
                    <a:pt x="0" y="186"/>
                    <a:pt x="17" y="271"/>
                  </a:cubicBezTo>
                  <a:cubicBezTo>
                    <a:pt x="17" y="356"/>
                    <a:pt x="17" y="441"/>
                    <a:pt x="0" y="526"/>
                  </a:cubicBezTo>
                  <a:lnTo>
                    <a:pt x="0" y="542"/>
                  </a:lnTo>
                  <a:lnTo>
                    <a:pt x="17" y="542"/>
                  </a:lnTo>
                  <a:lnTo>
                    <a:pt x="17" y="526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1841216" y="3517293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17"/>
                    <a:pt x="1" y="218"/>
                    <a:pt x="1" y="319"/>
                  </a:cubicBezTo>
                  <a:cubicBezTo>
                    <a:pt x="17" y="388"/>
                    <a:pt x="17" y="453"/>
                    <a:pt x="1" y="521"/>
                  </a:cubicBezTo>
                  <a:cubicBezTo>
                    <a:pt x="1" y="537"/>
                    <a:pt x="1" y="554"/>
                    <a:pt x="17" y="570"/>
                  </a:cubicBezTo>
                  <a:cubicBezTo>
                    <a:pt x="17" y="606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1518608" y="2522553"/>
              <a:ext cx="202325" cy="324296"/>
            </a:xfrm>
            <a:custGeom>
              <a:avLst/>
              <a:gdLst/>
              <a:ahLst/>
              <a:cxnLst/>
              <a:rect l="l" t="t" r="r" b="b"/>
              <a:pathLst>
                <a:path w="2037" h="3265" extrusionOk="0">
                  <a:moveTo>
                    <a:pt x="86" y="1"/>
                  </a:moveTo>
                  <a:cubicBezTo>
                    <a:pt x="49" y="17"/>
                    <a:pt x="33" y="65"/>
                    <a:pt x="33" y="118"/>
                  </a:cubicBezTo>
                  <a:cubicBezTo>
                    <a:pt x="49" y="166"/>
                    <a:pt x="49" y="219"/>
                    <a:pt x="33" y="251"/>
                  </a:cubicBezTo>
                  <a:cubicBezTo>
                    <a:pt x="1" y="570"/>
                    <a:pt x="102" y="825"/>
                    <a:pt x="336" y="1112"/>
                  </a:cubicBezTo>
                  <a:cubicBezTo>
                    <a:pt x="623" y="1431"/>
                    <a:pt x="894" y="1782"/>
                    <a:pt x="1160" y="2138"/>
                  </a:cubicBezTo>
                  <a:cubicBezTo>
                    <a:pt x="1229" y="2223"/>
                    <a:pt x="1298" y="2303"/>
                    <a:pt x="1362" y="2404"/>
                  </a:cubicBezTo>
                  <a:cubicBezTo>
                    <a:pt x="1415" y="2457"/>
                    <a:pt x="1447" y="2505"/>
                    <a:pt x="1500" y="2558"/>
                  </a:cubicBezTo>
                  <a:cubicBezTo>
                    <a:pt x="1633" y="2744"/>
                    <a:pt x="1782" y="2930"/>
                    <a:pt x="1952" y="3095"/>
                  </a:cubicBezTo>
                  <a:cubicBezTo>
                    <a:pt x="1968" y="3111"/>
                    <a:pt x="1984" y="3148"/>
                    <a:pt x="1984" y="3180"/>
                  </a:cubicBezTo>
                  <a:cubicBezTo>
                    <a:pt x="1984" y="3196"/>
                    <a:pt x="2004" y="3233"/>
                    <a:pt x="2021" y="3249"/>
                  </a:cubicBezTo>
                  <a:lnTo>
                    <a:pt x="2021" y="3265"/>
                  </a:lnTo>
                  <a:lnTo>
                    <a:pt x="2037" y="3265"/>
                  </a:lnTo>
                  <a:lnTo>
                    <a:pt x="2037" y="3233"/>
                  </a:lnTo>
                  <a:cubicBezTo>
                    <a:pt x="2021" y="3212"/>
                    <a:pt x="2021" y="3196"/>
                    <a:pt x="2021" y="3164"/>
                  </a:cubicBezTo>
                  <a:cubicBezTo>
                    <a:pt x="2004" y="3132"/>
                    <a:pt x="2004" y="3095"/>
                    <a:pt x="1968" y="3079"/>
                  </a:cubicBezTo>
                  <a:cubicBezTo>
                    <a:pt x="1802" y="2909"/>
                    <a:pt x="1649" y="2728"/>
                    <a:pt x="1516" y="2542"/>
                  </a:cubicBezTo>
                  <a:cubicBezTo>
                    <a:pt x="1479" y="2489"/>
                    <a:pt x="1431" y="2441"/>
                    <a:pt x="1399" y="2388"/>
                  </a:cubicBezTo>
                  <a:cubicBezTo>
                    <a:pt x="1314" y="2287"/>
                    <a:pt x="1245" y="2202"/>
                    <a:pt x="1176" y="2122"/>
                  </a:cubicBezTo>
                  <a:cubicBezTo>
                    <a:pt x="910" y="1766"/>
                    <a:pt x="639" y="1415"/>
                    <a:pt x="352" y="1075"/>
                  </a:cubicBezTo>
                  <a:cubicBezTo>
                    <a:pt x="118" y="825"/>
                    <a:pt x="33" y="570"/>
                    <a:pt x="65" y="267"/>
                  </a:cubicBezTo>
                  <a:lnTo>
                    <a:pt x="65" y="118"/>
                  </a:lnTo>
                  <a:cubicBezTo>
                    <a:pt x="65" y="65"/>
                    <a:pt x="65" y="33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1794334" y="3321424"/>
              <a:ext cx="6853" cy="63965"/>
            </a:xfrm>
            <a:custGeom>
              <a:avLst/>
              <a:gdLst/>
              <a:ahLst/>
              <a:cxnLst/>
              <a:rect l="l" t="t" r="r" b="b"/>
              <a:pathLst>
                <a:path w="69" h="644" extrusionOk="0">
                  <a:moveTo>
                    <a:pt x="36" y="1"/>
                  </a:moveTo>
                  <a:cubicBezTo>
                    <a:pt x="16" y="102"/>
                    <a:pt x="16" y="203"/>
                    <a:pt x="16" y="288"/>
                  </a:cubicBezTo>
                  <a:lnTo>
                    <a:pt x="16" y="473"/>
                  </a:lnTo>
                  <a:lnTo>
                    <a:pt x="16" y="522"/>
                  </a:lnTo>
                  <a:cubicBezTo>
                    <a:pt x="16" y="558"/>
                    <a:pt x="16" y="591"/>
                    <a:pt x="0" y="607"/>
                  </a:cubicBezTo>
                  <a:cubicBezTo>
                    <a:pt x="0" y="623"/>
                    <a:pt x="0" y="623"/>
                    <a:pt x="16" y="623"/>
                  </a:cubicBezTo>
                  <a:lnTo>
                    <a:pt x="16" y="643"/>
                  </a:lnTo>
                  <a:lnTo>
                    <a:pt x="36" y="623"/>
                  </a:lnTo>
                  <a:cubicBezTo>
                    <a:pt x="53" y="591"/>
                    <a:pt x="53" y="558"/>
                    <a:pt x="53" y="522"/>
                  </a:cubicBezTo>
                  <a:lnTo>
                    <a:pt x="53" y="473"/>
                  </a:lnTo>
                  <a:lnTo>
                    <a:pt x="53" y="288"/>
                  </a:lnTo>
                  <a:cubicBezTo>
                    <a:pt x="53" y="203"/>
                    <a:pt x="36" y="102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1185969" y="2299866"/>
              <a:ext cx="4966" cy="85618"/>
            </a:xfrm>
            <a:custGeom>
              <a:avLst/>
              <a:gdLst/>
              <a:ahLst/>
              <a:cxnLst/>
              <a:rect l="l" t="t" r="r" b="b"/>
              <a:pathLst>
                <a:path w="50" h="862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76"/>
                    <a:pt x="17" y="829"/>
                    <a:pt x="33" y="861"/>
                  </a:cubicBezTo>
                  <a:lnTo>
                    <a:pt x="49" y="861"/>
                  </a:lnTo>
                  <a:lnTo>
                    <a:pt x="49" y="845"/>
                  </a:lnTo>
                  <a:cubicBezTo>
                    <a:pt x="33" y="809"/>
                    <a:pt x="33" y="776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1528640" y="1482521"/>
              <a:ext cx="175507" cy="338003"/>
            </a:xfrm>
            <a:custGeom>
              <a:avLst/>
              <a:gdLst/>
              <a:ahLst/>
              <a:cxnLst/>
              <a:rect l="l" t="t" r="r" b="b"/>
              <a:pathLst>
                <a:path w="1767" h="3403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cubicBezTo>
                    <a:pt x="49" y="33"/>
                    <a:pt x="65" y="70"/>
                    <a:pt x="86" y="102"/>
                  </a:cubicBezTo>
                  <a:lnTo>
                    <a:pt x="86" y="118"/>
                  </a:lnTo>
                  <a:cubicBezTo>
                    <a:pt x="267" y="453"/>
                    <a:pt x="437" y="724"/>
                    <a:pt x="591" y="995"/>
                  </a:cubicBezTo>
                  <a:cubicBezTo>
                    <a:pt x="756" y="1261"/>
                    <a:pt x="926" y="1532"/>
                    <a:pt x="1075" y="1787"/>
                  </a:cubicBezTo>
                  <a:cubicBezTo>
                    <a:pt x="1245" y="2090"/>
                    <a:pt x="1431" y="2392"/>
                    <a:pt x="1601" y="2675"/>
                  </a:cubicBezTo>
                  <a:cubicBezTo>
                    <a:pt x="1734" y="2897"/>
                    <a:pt x="1734" y="3116"/>
                    <a:pt x="1681" y="3382"/>
                  </a:cubicBezTo>
                  <a:cubicBezTo>
                    <a:pt x="1665" y="3382"/>
                    <a:pt x="1681" y="3382"/>
                    <a:pt x="1681" y="3402"/>
                  </a:cubicBezTo>
                  <a:cubicBezTo>
                    <a:pt x="1701" y="3402"/>
                    <a:pt x="1701" y="3382"/>
                    <a:pt x="1701" y="3382"/>
                  </a:cubicBezTo>
                  <a:cubicBezTo>
                    <a:pt x="1766" y="3116"/>
                    <a:pt x="1766" y="2897"/>
                    <a:pt x="1633" y="2675"/>
                  </a:cubicBezTo>
                  <a:cubicBezTo>
                    <a:pt x="1447" y="2372"/>
                    <a:pt x="1261" y="2069"/>
                    <a:pt x="1096" y="1766"/>
                  </a:cubicBezTo>
                  <a:cubicBezTo>
                    <a:pt x="942" y="1516"/>
                    <a:pt x="772" y="1245"/>
                    <a:pt x="623" y="979"/>
                  </a:cubicBezTo>
                  <a:cubicBezTo>
                    <a:pt x="453" y="708"/>
                    <a:pt x="304" y="437"/>
                    <a:pt x="118" y="102"/>
                  </a:cubicBezTo>
                  <a:lnTo>
                    <a:pt x="102" y="86"/>
                  </a:lnTo>
                  <a:cubicBezTo>
                    <a:pt x="86" y="49"/>
                    <a:pt x="65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1381440" y="2383796"/>
              <a:ext cx="5264" cy="91975"/>
            </a:xfrm>
            <a:custGeom>
              <a:avLst/>
              <a:gdLst/>
              <a:ahLst/>
              <a:cxnLst/>
              <a:rect l="l" t="t" r="r" b="b"/>
              <a:pathLst>
                <a:path w="53" h="926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6" y="166"/>
                    <a:pt x="16" y="319"/>
                    <a:pt x="16" y="469"/>
                  </a:cubicBezTo>
                  <a:lnTo>
                    <a:pt x="16" y="756"/>
                  </a:lnTo>
                  <a:lnTo>
                    <a:pt x="16" y="857"/>
                  </a:lnTo>
                  <a:cubicBezTo>
                    <a:pt x="33" y="873"/>
                    <a:pt x="33" y="893"/>
                    <a:pt x="33" y="909"/>
                  </a:cubicBezTo>
                  <a:cubicBezTo>
                    <a:pt x="33" y="925"/>
                    <a:pt x="33" y="925"/>
                    <a:pt x="53" y="925"/>
                  </a:cubicBezTo>
                  <a:lnTo>
                    <a:pt x="53" y="909"/>
                  </a:lnTo>
                  <a:lnTo>
                    <a:pt x="53" y="857"/>
                  </a:lnTo>
                  <a:lnTo>
                    <a:pt x="53" y="756"/>
                  </a:lnTo>
                  <a:cubicBezTo>
                    <a:pt x="33" y="655"/>
                    <a:pt x="33" y="554"/>
                    <a:pt x="53" y="469"/>
                  </a:cubicBezTo>
                  <a:cubicBezTo>
                    <a:pt x="53" y="319"/>
                    <a:pt x="53" y="166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1841216" y="2634492"/>
              <a:ext cx="4966" cy="56715"/>
            </a:xfrm>
            <a:custGeom>
              <a:avLst/>
              <a:gdLst/>
              <a:ahLst/>
              <a:cxnLst/>
              <a:rect l="l" t="t" r="r" b="b"/>
              <a:pathLst>
                <a:path w="50" h="571" extrusionOk="0">
                  <a:moveTo>
                    <a:pt x="17" y="1"/>
                  </a:moveTo>
                  <a:cubicBezTo>
                    <a:pt x="1" y="102"/>
                    <a:pt x="1" y="187"/>
                    <a:pt x="1" y="288"/>
                  </a:cubicBezTo>
                  <a:cubicBezTo>
                    <a:pt x="17" y="369"/>
                    <a:pt x="17" y="453"/>
                    <a:pt x="1" y="554"/>
                  </a:cubicBez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cubicBezTo>
                    <a:pt x="33" y="470"/>
                    <a:pt x="33" y="369"/>
                    <a:pt x="33" y="288"/>
                  </a:cubicBezTo>
                  <a:cubicBezTo>
                    <a:pt x="33" y="187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1379851" y="2915383"/>
              <a:ext cx="4867" cy="96842"/>
            </a:xfrm>
            <a:custGeom>
              <a:avLst/>
              <a:gdLst/>
              <a:ahLst/>
              <a:cxnLst/>
              <a:rect l="l" t="t" r="r" b="b"/>
              <a:pathLst>
                <a:path w="49" h="975" extrusionOk="0">
                  <a:moveTo>
                    <a:pt x="0" y="1"/>
                  </a:moveTo>
                  <a:cubicBezTo>
                    <a:pt x="16" y="166"/>
                    <a:pt x="0" y="336"/>
                    <a:pt x="0" y="506"/>
                  </a:cubicBezTo>
                  <a:lnTo>
                    <a:pt x="0" y="809"/>
                  </a:lnTo>
                  <a:cubicBezTo>
                    <a:pt x="0" y="841"/>
                    <a:pt x="16" y="873"/>
                    <a:pt x="16" y="910"/>
                  </a:cubicBezTo>
                  <a:lnTo>
                    <a:pt x="16" y="958"/>
                  </a:lnTo>
                  <a:cubicBezTo>
                    <a:pt x="16" y="974"/>
                    <a:pt x="32" y="974"/>
                    <a:pt x="32" y="974"/>
                  </a:cubicBezTo>
                  <a:cubicBezTo>
                    <a:pt x="32" y="974"/>
                    <a:pt x="49" y="974"/>
                    <a:pt x="49" y="958"/>
                  </a:cubicBezTo>
                  <a:cubicBezTo>
                    <a:pt x="49" y="942"/>
                    <a:pt x="49" y="926"/>
                    <a:pt x="32" y="910"/>
                  </a:cubicBezTo>
                  <a:lnTo>
                    <a:pt x="32" y="809"/>
                  </a:lnTo>
                  <a:lnTo>
                    <a:pt x="32" y="506"/>
                  </a:lnTo>
                  <a:cubicBezTo>
                    <a:pt x="32" y="336"/>
                    <a:pt x="32" y="166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851343" y="2604397"/>
              <a:ext cx="358067" cy="265794"/>
            </a:xfrm>
            <a:custGeom>
              <a:avLst/>
              <a:gdLst/>
              <a:ahLst/>
              <a:cxnLst/>
              <a:rect l="l" t="t" r="r" b="b"/>
              <a:pathLst>
                <a:path w="3605" h="2676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572" y="49"/>
                    <a:pt x="3552" y="66"/>
                    <a:pt x="3503" y="86"/>
                  </a:cubicBezTo>
                  <a:cubicBezTo>
                    <a:pt x="2982" y="304"/>
                    <a:pt x="2441" y="538"/>
                    <a:pt x="1936" y="756"/>
                  </a:cubicBezTo>
                  <a:cubicBezTo>
                    <a:pt x="1617" y="894"/>
                    <a:pt x="1298" y="1027"/>
                    <a:pt x="978" y="1160"/>
                  </a:cubicBezTo>
                  <a:cubicBezTo>
                    <a:pt x="744" y="1277"/>
                    <a:pt x="441" y="1399"/>
                    <a:pt x="138" y="1516"/>
                  </a:cubicBezTo>
                  <a:cubicBezTo>
                    <a:pt x="37" y="1548"/>
                    <a:pt x="1" y="1601"/>
                    <a:pt x="1" y="1702"/>
                  </a:cubicBezTo>
                  <a:lnTo>
                    <a:pt x="1" y="2489"/>
                  </a:lnTo>
                  <a:cubicBezTo>
                    <a:pt x="1" y="2510"/>
                    <a:pt x="1" y="2526"/>
                    <a:pt x="17" y="2558"/>
                  </a:cubicBezTo>
                  <a:cubicBezTo>
                    <a:pt x="17" y="2590"/>
                    <a:pt x="37" y="2627"/>
                    <a:pt x="1" y="2659"/>
                  </a:cubicBezTo>
                  <a:lnTo>
                    <a:pt x="1" y="2675"/>
                  </a:lnTo>
                  <a:lnTo>
                    <a:pt x="37" y="2675"/>
                  </a:lnTo>
                  <a:cubicBezTo>
                    <a:pt x="53" y="2627"/>
                    <a:pt x="53" y="2590"/>
                    <a:pt x="37" y="2542"/>
                  </a:cubicBezTo>
                  <a:cubicBezTo>
                    <a:pt x="37" y="2526"/>
                    <a:pt x="17" y="2510"/>
                    <a:pt x="17" y="2489"/>
                  </a:cubicBezTo>
                  <a:cubicBezTo>
                    <a:pt x="37" y="2239"/>
                    <a:pt x="37" y="1984"/>
                    <a:pt x="37" y="1702"/>
                  </a:cubicBezTo>
                  <a:cubicBezTo>
                    <a:pt x="17" y="1617"/>
                    <a:pt x="53" y="1564"/>
                    <a:pt x="138" y="1532"/>
                  </a:cubicBezTo>
                  <a:cubicBezTo>
                    <a:pt x="457" y="1415"/>
                    <a:pt x="744" y="1298"/>
                    <a:pt x="995" y="1197"/>
                  </a:cubicBezTo>
                  <a:cubicBezTo>
                    <a:pt x="1314" y="1059"/>
                    <a:pt x="1617" y="926"/>
                    <a:pt x="1936" y="793"/>
                  </a:cubicBezTo>
                  <a:cubicBezTo>
                    <a:pt x="2461" y="554"/>
                    <a:pt x="2982" y="336"/>
                    <a:pt x="3503" y="118"/>
                  </a:cubicBezTo>
                  <a:lnTo>
                    <a:pt x="3519" y="102"/>
                  </a:lnTo>
                  <a:cubicBezTo>
                    <a:pt x="3572" y="86"/>
                    <a:pt x="3604" y="66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1615351" y="2475672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0"/>
                  </a:moveTo>
                  <a:lnTo>
                    <a:pt x="21" y="16"/>
                  </a:lnTo>
                  <a:cubicBezTo>
                    <a:pt x="0" y="101"/>
                    <a:pt x="0" y="186"/>
                    <a:pt x="21" y="287"/>
                  </a:cubicBezTo>
                  <a:lnTo>
                    <a:pt x="21" y="453"/>
                  </a:lnTo>
                  <a:lnTo>
                    <a:pt x="21" y="489"/>
                  </a:lnTo>
                  <a:cubicBezTo>
                    <a:pt x="21" y="521"/>
                    <a:pt x="21" y="554"/>
                    <a:pt x="0" y="590"/>
                  </a:cubicBezTo>
                  <a:lnTo>
                    <a:pt x="0" y="606"/>
                  </a:lnTo>
                  <a:lnTo>
                    <a:pt x="21" y="606"/>
                  </a:lnTo>
                  <a:cubicBezTo>
                    <a:pt x="53" y="574"/>
                    <a:pt x="37" y="521"/>
                    <a:pt x="37" y="489"/>
                  </a:cubicBezTo>
                  <a:lnTo>
                    <a:pt x="37" y="453"/>
                  </a:lnTo>
                  <a:lnTo>
                    <a:pt x="37" y="287"/>
                  </a:lnTo>
                  <a:cubicBezTo>
                    <a:pt x="37" y="202"/>
                    <a:pt x="37" y="101"/>
                    <a:pt x="53" y="16"/>
                  </a:cubicBezTo>
                  <a:cubicBezTo>
                    <a:pt x="53" y="16"/>
                    <a:pt x="53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1859690" y="3393236"/>
              <a:ext cx="4867" cy="63965"/>
            </a:xfrm>
            <a:custGeom>
              <a:avLst/>
              <a:gdLst/>
              <a:ahLst/>
              <a:cxnLst/>
              <a:rect l="l" t="t" r="r" b="b"/>
              <a:pathLst>
                <a:path w="49" h="644" extrusionOk="0">
                  <a:moveTo>
                    <a:pt x="33" y="1"/>
                  </a:moveTo>
                  <a:lnTo>
                    <a:pt x="33" y="21"/>
                  </a:lnTo>
                  <a:cubicBezTo>
                    <a:pt x="1" y="122"/>
                    <a:pt x="17" y="203"/>
                    <a:pt x="17" y="304"/>
                  </a:cubicBezTo>
                  <a:lnTo>
                    <a:pt x="17" y="474"/>
                  </a:lnTo>
                  <a:lnTo>
                    <a:pt x="17" y="526"/>
                  </a:lnTo>
                  <a:cubicBezTo>
                    <a:pt x="17" y="558"/>
                    <a:pt x="17" y="591"/>
                    <a:pt x="1" y="627"/>
                  </a:cubicBezTo>
                  <a:lnTo>
                    <a:pt x="1" y="643"/>
                  </a:lnTo>
                  <a:lnTo>
                    <a:pt x="17" y="643"/>
                  </a:lnTo>
                  <a:lnTo>
                    <a:pt x="17" y="627"/>
                  </a:lnTo>
                  <a:cubicBezTo>
                    <a:pt x="33" y="591"/>
                    <a:pt x="33" y="558"/>
                    <a:pt x="33" y="526"/>
                  </a:cubicBezTo>
                  <a:lnTo>
                    <a:pt x="33" y="474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1521886" y="3197864"/>
              <a:ext cx="197458" cy="279401"/>
            </a:xfrm>
            <a:custGeom>
              <a:avLst/>
              <a:gdLst/>
              <a:ahLst/>
              <a:cxnLst/>
              <a:rect l="l" t="t" r="r" b="b"/>
              <a:pathLst>
                <a:path w="1988" h="2813" extrusionOk="0">
                  <a:moveTo>
                    <a:pt x="32" y="1"/>
                  </a:moveTo>
                  <a:cubicBezTo>
                    <a:pt x="32" y="1"/>
                    <a:pt x="16" y="1"/>
                    <a:pt x="16" y="17"/>
                  </a:cubicBezTo>
                  <a:cubicBezTo>
                    <a:pt x="0" y="186"/>
                    <a:pt x="0" y="372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26"/>
                    <a:pt x="69" y="958"/>
                  </a:cubicBezTo>
                  <a:lnTo>
                    <a:pt x="85" y="978"/>
                  </a:lnTo>
                  <a:cubicBezTo>
                    <a:pt x="590" y="1447"/>
                    <a:pt x="1111" y="1936"/>
                    <a:pt x="1616" y="2424"/>
                  </a:cubicBezTo>
                  <a:cubicBezTo>
                    <a:pt x="1632" y="2441"/>
                    <a:pt x="1669" y="2473"/>
                    <a:pt x="1685" y="2493"/>
                  </a:cubicBezTo>
                  <a:cubicBezTo>
                    <a:pt x="1733" y="2542"/>
                    <a:pt x="1786" y="2594"/>
                    <a:pt x="1834" y="2626"/>
                  </a:cubicBezTo>
                  <a:cubicBezTo>
                    <a:pt x="1887" y="2675"/>
                    <a:pt x="1935" y="2727"/>
                    <a:pt x="1951" y="2796"/>
                  </a:cubicBezTo>
                  <a:lnTo>
                    <a:pt x="1971" y="2812"/>
                  </a:lnTo>
                  <a:lnTo>
                    <a:pt x="1988" y="2796"/>
                  </a:lnTo>
                  <a:cubicBezTo>
                    <a:pt x="1951" y="2711"/>
                    <a:pt x="1919" y="2659"/>
                    <a:pt x="1850" y="2610"/>
                  </a:cubicBezTo>
                  <a:cubicBezTo>
                    <a:pt x="1802" y="2558"/>
                    <a:pt x="1749" y="2509"/>
                    <a:pt x="1701" y="2473"/>
                  </a:cubicBezTo>
                  <a:cubicBezTo>
                    <a:pt x="1685" y="2441"/>
                    <a:pt x="1648" y="2424"/>
                    <a:pt x="1632" y="2408"/>
                  </a:cubicBezTo>
                  <a:cubicBezTo>
                    <a:pt x="1127" y="1919"/>
                    <a:pt x="606" y="1431"/>
                    <a:pt x="101" y="942"/>
                  </a:cubicBezTo>
                  <a:lnTo>
                    <a:pt x="85" y="942"/>
                  </a:lnTo>
                  <a:cubicBezTo>
                    <a:pt x="69" y="910"/>
                    <a:pt x="32" y="893"/>
                    <a:pt x="32" y="857"/>
                  </a:cubicBezTo>
                  <a:lnTo>
                    <a:pt x="32" y="538"/>
                  </a:lnTo>
                  <a:cubicBezTo>
                    <a:pt x="32" y="372"/>
                    <a:pt x="32" y="186"/>
                    <a:pt x="53" y="17"/>
                  </a:cubicBezTo>
                  <a:cubicBezTo>
                    <a:pt x="53" y="1"/>
                    <a:pt x="53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1737719" y="2749709"/>
              <a:ext cx="172230" cy="316251"/>
            </a:xfrm>
            <a:custGeom>
              <a:avLst/>
              <a:gdLst/>
              <a:ahLst/>
              <a:cxnLst/>
              <a:rect l="l" t="t" r="r" b="b"/>
              <a:pathLst>
                <a:path w="1734" h="3184" extrusionOk="0">
                  <a:moveTo>
                    <a:pt x="17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7" y="138"/>
                    <a:pt x="81" y="218"/>
                    <a:pt x="166" y="303"/>
                  </a:cubicBezTo>
                  <a:cubicBezTo>
                    <a:pt x="182" y="319"/>
                    <a:pt x="202" y="356"/>
                    <a:pt x="219" y="372"/>
                  </a:cubicBezTo>
                  <a:cubicBezTo>
                    <a:pt x="453" y="675"/>
                    <a:pt x="687" y="962"/>
                    <a:pt x="909" y="1265"/>
                  </a:cubicBezTo>
                  <a:lnTo>
                    <a:pt x="1229" y="1669"/>
                  </a:lnTo>
                  <a:cubicBezTo>
                    <a:pt x="1277" y="1717"/>
                    <a:pt x="1313" y="1786"/>
                    <a:pt x="1362" y="1834"/>
                  </a:cubicBezTo>
                  <a:cubicBezTo>
                    <a:pt x="1447" y="1955"/>
                    <a:pt x="1532" y="2056"/>
                    <a:pt x="1616" y="2174"/>
                  </a:cubicBezTo>
                  <a:cubicBezTo>
                    <a:pt x="1697" y="2275"/>
                    <a:pt x="1681" y="2376"/>
                    <a:pt x="1681" y="2493"/>
                  </a:cubicBezTo>
                  <a:cubicBezTo>
                    <a:pt x="1681" y="2561"/>
                    <a:pt x="1665" y="2610"/>
                    <a:pt x="1681" y="2679"/>
                  </a:cubicBezTo>
                  <a:cubicBezTo>
                    <a:pt x="1697" y="2844"/>
                    <a:pt x="1717" y="3014"/>
                    <a:pt x="1649" y="3167"/>
                  </a:cubicBezTo>
                  <a:lnTo>
                    <a:pt x="1649" y="3184"/>
                  </a:lnTo>
                  <a:lnTo>
                    <a:pt x="1665" y="3184"/>
                  </a:lnTo>
                  <a:cubicBezTo>
                    <a:pt x="1733" y="3014"/>
                    <a:pt x="1733" y="2844"/>
                    <a:pt x="1697" y="2679"/>
                  </a:cubicBezTo>
                  <a:lnTo>
                    <a:pt x="1697" y="2493"/>
                  </a:lnTo>
                  <a:cubicBezTo>
                    <a:pt x="1717" y="2376"/>
                    <a:pt x="1717" y="2258"/>
                    <a:pt x="1649" y="2157"/>
                  </a:cubicBezTo>
                  <a:cubicBezTo>
                    <a:pt x="1564" y="2036"/>
                    <a:pt x="1463" y="1935"/>
                    <a:pt x="1378" y="1818"/>
                  </a:cubicBezTo>
                  <a:cubicBezTo>
                    <a:pt x="1346" y="1770"/>
                    <a:pt x="1293" y="1701"/>
                    <a:pt x="1245" y="1653"/>
                  </a:cubicBezTo>
                  <a:lnTo>
                    <a:pt x="942" y="1249"/>
                  </a:lnTo>
                  <a:cubicBezTo>
                    <a:pt x="707" y="962"/>
                    <a:pt x="469" y="659"/>
                    <a:pt x="235" y="356"/>
                  </a:cubicBezTo>
                  <a:cubicBezTo>
                    <a:pt x="219" y="340"/>
                    <a:pt x="202" y="303"/>
                    <a:pt x="182" y="287"/>
                  </a:cubicBezTo>
                  <a:cubicBezTo>
                    <a:pt x="118" y="202"/>
                    <a:pt x="33" y="11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1765828" y="3289044"/>
              <a:ext cx="5264" cy="67839"/>
            </a:xfrm>
            <a:custGeom>
              <a:avLst/>
              <a:gdLst/>
              <a:ahLst/>
              <a:cxnLst/>
              <a:rect l="l" t="t" r="r" b="b"/>
              <a:pathLst>
                <a:path w="53" h="683" extrusionOk="0">
                  <a:moveTo>
                    <a:pt x="32" y="1"/>
                  </a:moveTo>
                  <a:cubicBezTo>
                    <a:pt x="28" y="1"/>
                    <a:pt x="20" y="8"/>
                    <a:pt x="20" y="8"/>
                  </a:cubicBezTo>
                  <a:cubicBezTo>
                    <a:pt x="0" y="109"/>
                    <a:pt x="0" y="226"/>
                    <a:pt x="20" y="327"/>
                  </a:cubicBezTo>
                  <a:cubicBezTo>
                    <a:pt x="20" y="395"/>
                    <a:pt x="20" y="464"/>
                    <a:pt x="0" y="529"/>
                  </a:cubicBezTo>
                  <a:cubicBezTo>
                    <a:pt x="0" y="545"/>
                    <a:pt x="0" y="565"/>
                    <a:pt x="20" y="565"/>
                  </a:cubicBezTo>
                  <a:cubicBezTo>
                    <a:pt x="20" y="597"/>
                    <a:pt x="20" y="630"/>
                    <a:pt x="0" y="646"/>
                  </a:cubicBezTo>
                  <a:lnTo>
                    <a:pt x="0" y="682"/>
                  </a:lnTo>
                  <a:lnTo>
                    <a:pt x="20" y="682"/>
                  </a:lnTo>
                  <a:lnTo>
                    <a:pt x="20" y="666"/>
                  </a:lnTo>
                  <a:cubicBezTo>
                    <a:pt x="37" y="630"/>
                    <a:pt x="37" y="597"/>
                    <a:pt x="37" y="565"/>
                  </a:cubicBezTo>
                  <a:lnTo>
                    <a:pt x="37" y="529"/>
                  </a:lnTo>
                  <a:lnTo>
                    <a:pt x="37" y="327"/>
                  </a:lnTo>
                  <a:cubicBezTo>
                    <a:pt x="37" y="226"/>
                    <a:pt x="37" y="125"/>
                    <a:pt x="53" y="8"/>
                  </a:cubicBezTo>
                  <a:lnTo>
                    <a:pt x="37" y="8"/>
                  </a:lnTo>
                  <a:cubicBezTo>
                    <a:pt x="37" y="2"/>
                    <a:pt x="35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1861279" y="2666276"/>
              <a:ext cx="6953" cy="51848"/>
            </a:xfrm>
            <a:custGeom>
              <a:avLst/>
              <a:gdLst/>
              <a:ahLst/>
              <a:cxnLst/>
              <a:rect l="l" t="t" r="r" b="b"/>
              <a:pathLst>
                <a:path w="70" h="522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01"/>
                    <a:pt x="17" y="186"/>
                    <a:pt x="17" y="250"/>
                  </a:cubicBezTo>
                  <a:cubicBezTo>
                    <a:pt x="17" y="335"/>
                    <a:pt x="33" y="420"/>
                    <a:pt x="17" y="505"/>
                  </a:cubicBezTo>
                  <a:cubicBezTo>
                    <a:pt x="1" y="505"/>
                    <a:pt x="17" y="505"/>
                    <a:pt x="17" y="521"/>
                  </a:cubicBezTo>
                  <a:lnTo>
                    <a:pt x="33" y="505"/>
                  </a:lnTo>
                  <a:cubicBezTo>
                    <a:pt x="49" y="420"/>
                    <a:pt x="49" y="335"/>
                    <a:pt x="49" y="250"/>
                  </a:cubicBezTo>
                  <a:cubicBezTo>
                    <a:pt x="49" y="186"/>
                    <a:pt x="49" y="101"/>
                    <a:pt x="69" y="16"/>
                  </a:cubicBezTo>
                  <a:cubicBezTo>
                    <a:pt x="69" y="16"/>
                    <a:pt x="69" y="0"/>
                    <a:pt x="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852932" y="1711664"/>
              <a:ext cx="359656" cy="334328"/>
            </a:xfrm>
            <a:custGeom>
              <a:avLst/>
              <a:gdLst/>
              <a:ahLst/>
              <a:cxnLst/>
              <a:rect l="l" t="t" r="r" b="b"/>
              <a:pathLst>
                <a:path w="3621" h="3366" extrusionOk="0">
                  <a:moveTo>
                    <a:pt x="3604" y="1"/>
                  </a:moveTo>
                  <a:cubicBezTo>
                    <a:pt x="3588" y="1"/>
                    <a:pt x="3588" y="17"/>
                    <a:pt x="3588" y="33"/>
                  </a:cubicBezTo>
                  <a:cubicBezTo>
                    <a:pt x="3572" y="49"/>
                    <a:pt x="3572" y="49"/>
                    <a:pt x="3556" y="65"/>
                  </a:cubicBezTo>
                  <a:cubicBezTo>
                    <a:pt x="2461" y="655"/>
                    <a:pt x="1467" y="1176"/>
                    <a:pt x="526" y="1701"/>
                  </a:cubicBezTo>
                  <a:cubicBezTo>
                    <a:pt x="490" y="1718"/>
                    <a:pt x="441" y="1750"/>
                    <a:pt x="405" y="1766"/>
                  </a:cubicBezTo>
                  <a:cubicBezTo>
                    <a:pt x="304" y="1819"/>
                    <a:pt x="203" y="1867"/>
                    <a:pt x="102" y="1936"/>
                  </a:cubicBezTo>
                  <a:cubicBezTo>
                    <a:pt x="37" y="1968"/>
                    <a:pt x="21" y="2004"/>
                    <a:pt x="21" y="2069"/>
                  </a:cubicBezTo>
                  <a:lnTo>
                    <a:pt x="21" y="2558"/>
                  </a:lnTo>
                  <a:cubicBezTo>
                    <a:pt x="21" y="2792"/>
                    <a:pt x="1" y="3047"/>
                    <a:pt x="21" y="3281"/>
                  </a:cubicBezTo>
                  <a:lnTo>
                    <a:pt x="21" y="3333"/>
                  </a:lnTo>
                  <a:cubicBezTo>
                    <a:pt x="1" y="3333"/>
                    <a:pt x="1" y="3350"/>
                    <a:pt x="1" y="3350"/>
                  </a:cubicBezTo>
                  <a:lnTo>
                    <a:pt x="1" y="3366"/>
                  </a:lnTo>
                  <a:lnTo>
                    <a:pt x="21" y="3366"/>
                  </a:lnTo>
                  <a:cubicBezTo>
                    <a:pt x="37" y="3350"/>
                    <a:pt x="37" y="3350"/>
                    <a:pt x="37" y="3333"/>
                  </a:cubicBezTo>
                  <a:cubicBezTo>
                    <a:pt x="54" y="3317"/>
                    <a:pt x="54" y="3297"/>
                    <a:pt x="54" y="3281"/>
                  </a:cubicBezTo>
                  <a:cubicBezTo>
                    <a:pt x="37" y="3047"/>
                    <a:pt x="37" y="2792"/>
                    <a:pt x="37" y="2558"/>
                  </a:cubicBezTo>
                  <a:lnTo>
                    <a:pt x="37" y="2069"/>
                  </a:lnTo>
                  <a:cubicBezTo>
                    <a:pt x="37" y="2020"/>
                    <a:pt x="54" y="1984"/>
                    <a:pt x="122" y="1952"/>
                  </a:cubicBezTo>
                  <a:cubicBezTo>
                    <a:pt x="203" y="1903"/>
                    <a:pt x="324" y="1835"/>
                    <a:pt x="425" y="1782"/>
                  </a:cubicBezTo>
                  <a:cubicBezTo>
                    <a:pt x="457" y="1766"/>
                    <a:pt x="490" y="1750"/>
                    <a:pt x="542" y="1718"/>
                  </a:cubicBezTo>
                  <a:cubicBezTo>
                    <a:pt x="1467" y="1213"/>
                    <a:pt x="2461" y="671"/>
                    <a:pt x="3556" y="85"/>
                  </a:cubicBezTo>
                  <a:cubicBezTo>
                    <a:pt x="3588" y="65"/>
                    <a:pt x="3604" y="49"/>
                    <a:pt x="3604" y="33"/>
                  </a:cubicBezTo>
                  <a:cubicBezTo>
                    <a:pt x="3604" y="33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794827" y="215147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6"/>
                    <a:pt x="16" y="319"/>
                    <a:pt x="0" y="485"/>
                  </a:cubicBezTo>
                  <a:lnTo>
                    <a:pt x="0" y="772"/>
                  </a:lnTo>
                  <a:lnTo>
                    <a:pt x="0" y="808"/>
                  </a:lnTo>
                  <a:cubicBezTo>
                    <a:pt x="0" y="840"/>
                    <a:pt x="0" y="889"/>
                    <a:pt x="16" y="925"/>
                  </a:cubicBezTo>
                  <a:lnTo>
                    <a:pt x="33" y="925"/>
                  </a:lnTo>
                  <a:cubicBezTo>
                    <a:pt x="49" y="925"/>
                    <a:pt x="49" y="925"/>
                    <a:pt x="49" y="909"/>
                  </a:cubicBezTo>
                  <a:cubicBezTo>
                    <a:pt x="33" y="873"/>
                    <a:pt x="33" y="840"/>
                    <a:pt x="33" y="808"/>
                  </a:cubicBezTo>
                  <a:lnTo>
                    <a:pt x="33" y="772"/>
                  </a:lnTo>
                  <a:lnTo>
                    <a:pt x="33" y="485"/>
                  </a:lnTo>
                  <a:cubicBezTo>
                    <a:pt x="33" y="319"/>
                    <a:pt x="33" y="166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751024" y="2336815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0"/>
                    <a:pt x="17" y="303"/>
                    <a:pt x="17" y="437"/>
                  </a:cubicBezTo>
                  <a:lnTo>
                    <a:pt x="17" y="691"/>
                  </a:lnTo>
                  <a:lnTo>
                    <a:pt x="17" y="808"/>
                  </a:lnTo>
                  <a:lnTo>
                    <a:pt x="17" y="861"/>
                  </a:lnTo>
                  <a:lnTo>
                    <a:pt x="17" y="877"/>
                  </a:lnTo>
                  <a:cubicBezTo>
                    <a:pt x="37" y="877"/>
                    <a:pt x="37" y="861"/>
                    <a:pt x="37" y="861"/>
                  </a:cubicBezTo>
                  <a:lnTo>
                    <a:pt x="37" y="808"/>
                  </a:lnTo>
                  <a:lnTo>
                    <a:pt x="37" y="691"/>
                  </a:lnTo>
                  <a:lnTo>
                    <a:pt x="37" y="437"/>
                  </a:lnTo>
                  <a:cubicBezTo>
                    <a:pt x="37" y="303"/>
                    <a:pt x="53" y="154"/>
                    <a:pt x="17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1944712" y="2636181"/>
              <a:ext cx="6953" cy="57013"/>
            </a:xfrm>
            <a:custGeom>
              <a:avLst/>
              <a:gdLst/>
              <a:ahLst/>
              <a:cxnLst/>
              <a:rect l="l" t="t" r="r" b="b"/>
              <a:pathLst>
                <a:path w="70" h="574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01"/>
                    <a:pt x="17" y="202"/>
                    <a:pt x="17" y="287"/>
                  </a:cubicBezTo>
                  <a:cubicBezTo>
                    <a:pt x="17" y="388"/>
                    <a:pt x="17" y="473"/>
                    <a:pt x="1" y="553"/>
                  </a:cubicBezTo>
                  <a:cubicBezTo>
                    <a:pt x="1" y="574"/>
                    <a:pt x="1" y="574"/>
                    <a:pt x="17" y="574"/>
                  </a:cubicBezTo>
                  <a:lnTo>
                    <a:pt x="37" y="574"/>
                  </a:lnTo>
                  <a:cubicBezTo>
                    <a:pt x="53" y="473"/>
                    <a:pt x="53" y="388"/>
                    <a:pt x="53" y="287"/>
                  </a:cubicBezTo>
                  <a:cubicBezTo>
                    <a:pt x="37" y="202"/>
                    <a:pt x="37" y="117"/>
                    <a:pt x="53" y="16"/>
                  </a:cubicBezTo>
                  <a:cubicBezTo>
                    <a:pt x="70" y="16"/>
                    <a:pt x="53" y="16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1416701" y="2831553"/>
              <a:ext cx="85221" cy="92372"/>
            </a:xfrm>
            <a:custGeom>
              <a:avLst/>
              <a:gdLst/>
              <a:ahLst/>
              <a:cxnLst/>
              <a:rect l="l" t="t" r="r" b="b"/>
              <a:pathLst>
                <a:path w="858" h="930" extrusionOk="0">
                  <a:moveTo>
                    <a:pt x="17" y="0"/>
                  </a:moveTo>
                  <a:cubicBezTo>
                    <a:pt x="1" y="0"/>
                    <a:pt x="1" y="0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65" y="53"/>
                    <a:pt x="102" y="69"/>
                  </a:cubicBezTo>
                  <a:cubicBezTo>
                    <a:pt x="102" y="69"/>
                    <a:pt x="102" y="85"/>
                    <a:pt x="118" y="85"/>
                  </a:cubicBezTo>
                  <a:cubicBezTo>
                    <a:pt x="251" y="223"/>
                    <a:pt x="384" y="372"/>
                    <a:pt x="506" y="526"/>
                  </a:cubicBezTo>
                  <a:lnTo>
                    <a:pt x="522" y="542"/>
                  </a:lnTo>
                  <a:lnTo>
                    <a:pt x="623" y="643"/>
                  </a:lnTo>
                  <a:cubicBezTo>
                    <a:pt x="708" y="728"/>
                    <a:pt x="788" y="808"/>
                    <a:pt x="825" y="930"/>
                  </a:cubicBezTo>
                  <a:lnTo>
                    <a:pt x="841" y="930"/>
                  </a:lnTo>
                  <a:cubicBezTo>
                    <a:pt x="841" y="930"/>
                    <a:pt x="857" y="930"/>
                    <a:pt x="857" y="909"/>
                  </a:cubicBezTo>
                  <a:cubicBezTo>
                    <a:pt x="825" y="792"/>
                    <a:pt x="724" y="707"/>
                    <a:pt x="639" y="627"/>
                  </a:cubicBezTo>
                  <a:cubicBezTo>
                    <a:pt x="607" y="590"/>
                    <a:pt x="570" y="558"/>
                    <a:pt x="538" y="526"/>
                  </a:cubicBezTo>
                  <a:lnTo>
                    <a:pt x="538" y="505"/>
                  </a:lnTo>
                  <a:cubicBezTo>
                    <a:pt x="405" y="356"/>
                    <a:pt x="267" y="202"/>
                    <a:pt x="134" y="69"/>
                  </a:cubicBezTo>
                  <a:cubicBezTo>
                    <a:pt x="118" y="69"/>
                    <a:pt x="118" y="53"/>
                    <a:pt x="118" y="53"/>
                  </a:cubicBezTo>
                  <a:cubicBezTo>
                    <a:pt x="82" y="21"/>
                    <a:pt x="65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1336446" y="2930282"/>
              <a:ext cx="4966" cy="98729"/>
            </a:xfrm>
            <a:custGeom>
              <a:avLst/>
              <a:gdLst/>
              <a:ahLst/>
              <a:cxnLst/>
              <a:rect l="l" t="t" r="r" b="b"/>
              <a:pathLst>
                <a:path w="50" h="99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37"/>
                    <a:pt x="17" y="255"/>
                    <a:pt x="17" y="372"/>
                  </a:cubicBezTo>
                  <a:lnTo>
                    <a:pt x="17" y="558"/>
                  </a:lnTo>
                  <a:lnTo>
                    <a:pt x="17" y="844"/>
                  </a:lnTo>
                  <a:lnTo>
                    <a:pt x="17" y="978"/>
                  </a:lnTo>
                  <a:lnTo>
                    <a:pt x="17" y="994"/>
                  </a:lnTo>
                  <a:cubicBezTo>
                    <a:pt x="33" y="994"/>
                    <a:pt x="33" y="978"/>
                    <a:pt x="33" y="978"/>
                  </a:cubicBezTo>
                  <a:lnTo>
                    <a:pt x="33" y="844"/>
                  </a:lnTo>
                  <a:lnTo>
                    <a:pt x="33" y="558"/>
                  </a:lnTo>
                  <a:lnTo>
                    <a:pt x="33" y="372"/>
                  </a:lnTo>
                  <a:cubicBezTo>
                    <a:pt x="33" y="255"/>
                    <a:pt x="49" y="13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1815987" y="2443987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287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37"/>
                    <a:pt x="20" y="570"/>
                    <a:pt x="0" y="606"/>
                  </a:cubicBezTo>
                  <a:lnTo>
                    <a:pt x="20" y="622"/>
                  </a:lnTo>
                  <a:lnTo>
                    <a:pt x="37" y="606"/>
                  </a:lnTo>
                  <a:cubicBezTo>
                    <a:pt x="53" y="570"/>
                    <a:pt x="53" y="537"/>
                    <a:pt x="53" y="505"/>
                  </a:cubicBezTo>
                  <a:lnTo>
                    <a:pt x="53" y="469"/>
                  </a:lnTo>
                  <a:lnTo>
                    <a:pt x="53" y="287"/>
                  </a:lnTo>
                  <a:cubicBezTo>
                    <a:pt x="37" y="202"/>
                    <a:pt x="37" y="10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1336446" y="275328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cubicBezTo>
                    <a:pt x="17" y="522"/>
                    <a:pt x="1" y="607"/>
                    <a:pt x="17" y="687"/>
                  </a:cubicBezTo>
                  <a:lnTo>
                    <a:pt x="17" y="756"/>
                  </a:lnTo>
                  <a:cubicBezTo>
                    <a:pt x="17" y="809"/>
                    <a:pt x="1" y="857"/>
                    <a:pt x="33" y="910"/>
                  </a:cubicBezTo>
                  <a:lnTo>
                    <a:pt x="33" y="926"/>
                  </a:lnTo>
                  <a:lnTo>
                    <a:pt x="49" y="926"/>
                  </a:lnTo>
                  <a:lnTo>
                    <a:pt x="49" y="910"/>
                  </a:lnTo>
                  <a:cubicBezTo>
                    <a:pt x="33" y="857"/>
                    <a:pt x="33" y="809"/>
                    <a:pt x="33" y="756"/>
                  </a:cubicBezTo>
                  <a:lnTo>
                    <a:pt x="33" y="687"/>
                  </a:lnTo>
                  <a:lnTo>
                    <a:pt x="33" y="437"/>
                  </a:lnTo>
                  <a:cubicBezTo>
                    <a:pt x="33" y="304"/>
                    <a:pt x="49" y="150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852932" y="1203318"/>
              <a:ext cx="359656" cy="324296"/>
            </a:xfrm>
            <a:custGeom>
              <a:avLst/>
              <a:gdLst/>
              <a:ahLst/>
              <a:cxnLst/>
              <a:rect l="l" t="t" r="r" b="b"/>
              <a:pathLst>
                <a:path w="3621" h="3265" extrusionOk="0">
                  <a:moveTo>
                    <a:pt x="3604" y="0"/>
                  </a:moveTo>
                  <a:cubicBezTo>
                    <a:pt x="3471" y="85"/>
                    <a:pt x="3334" y="170"/>
                    <a:pt x="3200" y="255"/>
                  </a:cubicBezTo>
                  <a:cubicBezTo>
                    <a:pt x="2914" y="421"/>
                    <a:pt x="2611" y="606"/>
                    <a:pt x="2324" y="792"/>
                  </a:cubicBezTo>
                  <a:cubicBezTo>
                    <a:pt x="1904" y="1043"/>
                    <a:pt x="1484" y="1313"/>
                    <a:pt x="1063" y="1568"/>
                  </a:cubicBezTo>
                  <a:cubicBezTo>
                    <a:pt x="744" y="1770"/>
                    <a:pt x="441" y="1952"/>
                    <a:pt x="122" y="2154"/>
                  </a:cubicBezTo>
                  <a:cubicBezTo>
                    <a:pt x="54" y="2206"/>
                    <a:pt x="21" y="2238"/>
                    <a:pt x="21" y="2356"/>
                  </a:cubicBezTo>
                  <a:cubicBezTo>
                    <a:pt x="37" y="2525"/>
                    <a:pt x="21" y="2711"/>
                    <a:pt x="21" y="2881"/>
                  </a:cubicBezTo>
                  <a:lnTo>
                    <a:pt x="21" y="3115"/>
                  </a:lnTo>
                  <a:lnTo>
                    <a:pt x="21" y="3131"/>
                  </a:lnTo>
                  <a:cubicBezTo>
                    <a:pt x="21" y="3184"/>
                    <a:pt x="1" y="3216"/>
                    <a:pt x="54" y="3248"/>
                  </a:cubicBezTo>
                  <a:lnTo>
                    <a:pt x="54" y="3264"/>
                  </a:lnTo>
                  <a:lnTo>
                    <a:pt x="70" y="3248"/>
                  </a:lnTo>
                  <a:lnTo>
                    <a:pt x="70" y="3232"/>
                  </a:lnTo>
                  <a:cubicBezTo>
                    <a:pt x="37" y="3216"/>
                    <a:pt x="37" y="3184"/>
                    <a:pt x="37" y="3131"/>
                  </a:cubicBezTo>
                  <a:lnTo>
                    <a:pt x="37" y="3115"/>
                  </a:lnTo>
                  <a:cubicBezTo>
                    <a:pt x="37" y="3030"/>
                    <a:pt x="54" y="2961"/>
                    <a:pt x="54" y="2881"/>
                  </a:cubicBezTo>
                  <a:lnTo>
                    <a:pt x="54" y="2356"/>
                  </a:lnTo>
                  <a:cubicBezTo>
                    <a:pt x="37" y="2255"/>
                    <a:pt x="70" y="2222"/>
                    <a:pt x="138" y="2174"/>
                  </a:cubicBezTo>
                  <a:cubicBezTo>
                    <a:pt x="457" y="1988"/>
                    <a:pt x="760" y="1786"/>
                    <a:pt x="1080" y="1600"/>
                  </a:cubicBezTo>
                  <a:cubicBezTo>
                    <a:pt x="1500" y="1329"/>
                    <a:pt x="1904" y="1079"/>
                    <a:pt x="2324" y="808"/>
                  </a:cubicBezTo>
                  <a:cubicBezTo>
                    <a:pt x="2627" y="622"/>
                    <a:pt x="2930" y="457"/>
                    <a:pt x="3217" y="271"/>
                  </a:cubicBezTo>
                  <a:cubicBezTo>
                    <a:pt x="3354" y="186"/>
                    <a:pt x="3487" y="101"/>
                    <a:pt x="3621" y="33"/>
                  </a:cubicBezTo>
                  <a:lnTo>
                    <a:pt x="3621" y="17"/>
                  </a:lnTo>
                  <a:cubicBezTo>
                    <a:pt x="3621" y="0"/>
                    <a:pt x="3604" y="0"/>
                    <a:pt x="3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2024967" y="3573809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70"/>
                    <a:pt x="17" y="255"/>
                  </a:cubicBezTo>
                  <a:cubicBezTo>
                    <a:pt x="17" y="340"/>
                    <a:pt x="37" y="425"/>
                    <a:pt x="1" y="490"/>
                  </a:cubicBezTo>
                  <a:cubicBezTo>
                    <a:pt x="1" y="506"/>
                    <a:pt x="17" y="506"/>
                    <a:pt x="17" y="506"/>
                  </a:cubicBezTo>
                  <a:lnTo>
                    <a:pt x="37" y="506"/>
                  </a:lnTo>
                  <a:cubicBezTo>
                    <a:pt x="53" y="425"/>
                    <a:pt x="53" y="340"/>
                    <a:pt x="53" y="255"/>
                  </a:cubicBezTo>
                  <a:cubicBezTo>
                    <a:pt x="53" y="170"/>
                    <a:pt x="37" y="86"/>
                    <a:pt x="70" y="21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706130" y="2213255"/>
              <a:ext cx="3278" cy="66647"/>
            </a:xfrm>
            <a:custGeom>
              <a:avLst/>
              <a:gdLst/>
              <a:ahLst/>
              <a:cxnLst/>
              <a:rect l="l" t="t" r="r" b="b"/>
              <a:pathLst>
                <a:path w="33" h="671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lnTo>
                    <a:pt x="0" y="655"/>
                  </a:lnTo>
                  <a:cubicBezTo>
                    <a:pt x="0" y="671"/>
                    <a:pt x="17" y="671"/>
                    <a:pt x="17" y="671"/>
                  </a:cubicBezTo>
                  <a:cubicBezTo>
                    <a:pt x="33" y="671"/>
                    <a:pt x="33" y="671"/>
                    <a:pt x="33" y="655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794827" y="1663094"/>
              <a:ext cx="6456" cy="55125"/>
            </a:xfrm>
            <a:custGeom>
              <a:avLst/>
              <a:gdLst/>
              <a:ahLst/>
              <a:cxnLst/>
              <a:rect l="l" t="t" r="r" b="b"/>
              <a:pathLst>
                <a:path w="65" h="555" extrusionOk="0">
                  <a:moveTo>
                    <a:pt x="16" y="1"/>
                  </a:moveTo>
                  <a:lnTo>
                    <a:pt x="16" y="102"/>
                  </a:lnTo>
                  <a:cubicBezTo>
                    <a:pt x="16" y="150"/>
                    <a:pt x="16" y="219"/>
                    <a:pt x="0" y="288"/>
                  </a:cubicBezTo>
                  <a:cubicBezTo>
                    <a:pt x="0" y="389"/>
                    <a:pt x="16" y="473"/>
                    <a:pt x="33" y="554"/>
                  </a:cubicBezTo>
                  <a:lnTo>
                    <a:pt x="49" y="554"/>
                  </a:lnTo>
                  <a:cubicBezTo>
                    <a:pt x="49" y="554"/>
                    <a:pt x="65" y="554"/>
                    <a:pt x="65" y="538"/>
                  </a:cubicBezTo>
                  <a:cubicBezTo>
                    <a:pt x="33" y="473"/>
                    <a:pt x="33" y="389"/>
                    <a:pt x="33" y="288"/>
                  </a:cubicBezTo>
                  <a:cubicBezTo>
                    <a:pt x="33" y="219"/>
                    <a:pt x="33" y="171"/>
                    <a:pt x="49" y="102"/>
                  </a:cubicBezTo>
                  <a:lnTo>
                    <a:pt x="49" y="17"/>
                  </a:lnTo>
                  <a:cubicBezTo>
                    <a:pt x="49" y="1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1815987" y="2121379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303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54"/>
                    <a:pt x="20" y="570"/>
                    <a:pt x="0" y="606"/>
                  </a:cubicBezTo>
                  <a:cubicBezTo>
                    <a:pt x="0" y="606"/>
                    <a:pt x="0" y="622"/>
                    <a:pt x="20" y="622"/>
                  </a:cubicBezTo>
                  <a:lnTo>
                    <a:pt x="37" y="622"/>
                  </a:lnTo>
                  <a:cubicBezTo>
                    <a:pt x="53" y="586"/>
                    <a:pt x="53" y="554"/>
                    <a:pt x="53" y="521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527051" y="2657834"/>
              <a:ext cx="192293" cy="336314"/>
            </a:xfrm>
            <a:custGeom>
              <a:avLst/>
              <a:gdLst/>
              <a:ahLst/>
              <a:cxnLst/>
              <a:rect l="l" t="t" r="r" b="b"/>
              <a:pathLst>
                <a:path w="1936" h="3386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33"/>
                  </a:lnTo>
                  <a:cubicBezTo>
                    <a:pt x="49" y="69"/>
                    <a:pt x="102" y="117"/>
                    <a:pt x="134" y="170"/>
                  </a:cubicBezTo>
                  <a:cubicBezTo>
                    <a:pt x="687" y="840"/>
                    <a:pt x="1261" y="1531"/>
                    <a:pt x="1818" y="2206"/>
                  </a:cubicBezTo>
                  <a:cubicBezTo>
                    <a:pt x="1883" y="2291"/>
                    <a:pt x="1899" y="2376"/>
                    <a:pt x="1899" y="2456"/>
                  </a:cubicBezTo>
                  <a:lnTo>
                    <a:pt x="1899" y="3030"/>
                  </a:lnTo>
                  <a:lnTo>
                    <a:pt x="1899" y="3216"/>
                  </a:lnTo>
                  <a:lnTo>
                    <a:pt x="1899" y="3232"/>
                  </a:lnTo>
                  <a:cubicBezTo>
                    <a:pt x="1899" y="3284"/>
                    <a:pt x="1899" y="3317"/>
                    <a:pt x="1883" y="3365"/>
                  </a:cubicBezTo>
                  <a:cubicBezTo>
                    <a:pt x="1867" y="3365"/>
                    <a:pt x="1867" y="3385"/>
                    <a:pt x="1883" y="3385"/>
                  </a:cubicBezTo>
                  <a:lnTo>
                    <a:pt x="1899" y="3385"/>
                  </a:lnTo>
                  <a:cubicBezTo>
                    <a:pt x="1936" y="3333"/>
                    <a:pt x="1936" y="3284"/>
                    <a:pt x="1936" y="3232"/>
                  </a:cubicBezTo>
                  <a:lnTo>
                    <a:pt x="1936" y="3216"/>
                  </a:lnTo>
                  <a:lnTo>
                    <a:pt x="1936" y="3014"/>
                  </a:lnTo>
                  <a:cubicBezTo>
                    <a:pt x="1919" y="2844"/>
                    <a:pt x="1919" y="2642"/>
                    <a:pt x="1936" y="2456"/>
                  </a:cubicBezTo>
                  <a:cubicBezTo>
                    <a:pt x="1936" y="2355"/>
                    <a:pt x="1899" y="2275"/>
                    <a:pt x="1835" y="2190"/>
                  </a:cubicBezTo>
                  <a:cubicBezTo>
                    <a:pt x="1277" y="1515"/>
                    <a:pt x="708" y="824"/>
                    <a:pt x="150" y="134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1923059" y="2242655"/>
              <a:ext cx="147398" cy="360252"/>
            </a:xfrm>
            <a:custGeom>
              <a:avLst/>
              <a:gdLst/>
              <a:ahLst/>
              <a:cxnLst/>
              <a:rect l="l" t="t" r="r" b="b"/>
              <a:pathLst>
                <a:path w="1484" h="3627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69" y="225"/>
                    <a:pt x="187" y="411"/>
                    <a:pt x="304" y="597"/>
                  </a:cubicBezTo>
                  <a:cubicBezTo>
                    <a:pt x="356" y="678"/>
                    <a:pt x="421" y="763"/>
                    <a:pt x="473" y="847"/>
                  </a:cubicBezTo>
                  <a:cubicBezTo>
                    <a:pt x="724" y="1284"/>
                    <a:pt x="995" y="1724"/>
                    <a:pt x="1245" y="2144"/>
                  </a:cubicBezTo>
                  <a:lnTo>
                    <a:pt x="1399" y="2395"/>
                  </a:lnTo>
                  <a:cubicBezTo>
                    <a:pt x="1415" y="2431"/>
                    <a:pt x="1431" y="2447"/>
                    <a:pt x="1431" y="2479"/>
                  </a:cubicBezTo>
                  <a:lnTo>
                    <a:pt x="1431" y="2698"/>
                  </a:lnTo>
                  <a:cubicBezTo>
                    <a:pt x="1431" y="2883"/>
                    <a:pt x="1431" y="3069"/>
                    <a:pt x="1415" y="3255"/>
                  </a:cubicBezTo>
                  <a:cubicBezTo>
                    <a:pt x="1415" y="3356"/>
                    <a:pt x="1415" y="3473"/>
                    <a:pt x="1447" y="3607"/>
                  </a:cubicBezTo>
                  <a:lnTo>
                    <a:pt x="1467" y="3627"/>
                  </a:lnTo>
                  <a:lnTo>
                    <a:pt x="1483" y="3607"/>
                  </a:lnTo>
                  <a:cubicBezTo>
                    <a:pt x="1447" y="3473"/>
                    <a:pt x="1431" y="3356"/>
                    <a:pt x="1447" y="3255"/>
                  </a:cubicBezTo>
                  <a:cubicBezTo>
                    <a:pt x="1467" y="3069"/>
                    <a:pt x="1467" y="2883"/>
                    <a:pt x="1447" y="2698"/>
                  </a:cubicBezTo>
                  <a:lnTo>
                    <a:pt x="1447" y="2479"/>
                  </a:lnTo>
                  <a:cubicBezTo>
                    <a:pt x="1447" y="2447"/>
                    <a:pt x="1447" y="2415"/>
                    <a:pt x="1431" y="2379"/>
                  </a:cubicBezTo>
                  <a:lnTo>
                    <a:pt x="1281" y="2128"/>
                  </a:lnTo>
                  <a:cubicBezTo>
                    <a:pt x="1011" y="1708"/>
                    <a:pt x="740" y="1268"/>
                    <a:pt x="490" y="847"/>
                  </a:cubicBezTo>
                  <a:cubicBezTo>
                    <a:pt x="437" y="746"/>
                    <a:pt x="389" y="662"/>
                    <a:pt x="320" y="577"/>
                  </a:cubicBezTo>
                  <a:cubicBezTo>
                    <a:pt x="203" y="395"/>
                    <a:pt x="86" y="209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1185969" y="2472394"/>
              <a:ext cx="4966" cy="85221"/>
            </a:xfrm>
            <a:custGeom>
              <a:avLst/>
              <a:gdLst/>
              <a:ahLst/>
              <a:cxnLst/>
              <a:rect l="l" t="t" r="r" b="b"/>
              <a:pathLst>
                <a:path w="50" h="858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lnTo>
                    <a:pt x="17" y="688"/>
                  </a:lnTo>
                  <a:lnTo>
                    <a:pt x="17" y="740"/>
                  </a:lnTo>
                  <a:cubicBezTo>
                    <a:pt x="17" y="772"/>
                    <a:pt x="17" y="809"/>
                    <a:pt x="33" y="857"/>
                  </a:cubicBezTo>
                  <a:lnTo>
                    <a:pt x="49" y="857"/>
                  </a:lnTo>
                  <a:lnTo>
                    <a:pt x="49" y="841"/>
                  </a:lnTo>
                  <a:cubicBezTo>
                    <a:pt x="33" y="809"/>
                    <a:pt x="33" y="772"/>
                    <a:pt x="33" y="740"/>
                  </a:cubicBezTo>
                  <a:lnTo>
                    <a:pt x="33" y="688"/>
                  </a:lnTo>
                  <a:lnTo>
                    <a:pt x="33" y="437"/>
                  </a:lnTo>
                  <a:cubicBezTo>
                    <a:pt x="33" y="304"/>
                    <a:pt x="49" y="150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794334" y="3477166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6" y="0"/>
                  </a:moveTo>
                  <a:cubicBezTo>
                    <a:pt x="36" y="0"/>
                    <a:pt x="16" y="0"/>
                    <a:pt x="16" y="16"/>
                  </a:cubicBezTo>
                  <a:lnTo>
                    <a:pt x="16" y="235"/>
                  </a:lnTo>
                  <a:cubicBezTo>
                    <a:pt x="16" y="352"/>
                    <a:pt x="16" y="469"/>
                    <a:pt x="0" y="590"/>
                  </a:cubicBezTo>
                  <a:cubicBezTo>
                    <a:pt x="0" y="606"/>
                    <a:pt x="16" y="606"/>
                    <a:pt x="16" y="606"/>
                  </a:cubicBezTo>
                  <a:cubicBezTo>
                    <a:pt x="36" y="606"/>
                    <a:pt x="36" y="606"/>
                    <a:pt x="36" y="590"/>
                  </a:cubicBezTo>
                  <a:cubicBezTo>
                    <a:pt x="53" y="469"/>
                    <a:pt x="53" y="352"/>
                    <a:pt x="53" y="235"/>
                  </a:cubicBezTo>
                  <a:lnTo>
                    <a:pt x="53" y="16"/>
                  </a:lnTo>
                  <a:cubicBezTo>
                    <a:pt x="53" y="0"/>
                    <a:pt x="36" y="0"/>
                    <a:pt x="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1521886" y="3366816"/>
              <a:ext cx="190605" cy="257252"/>
            </a:xfrm>
            <a:custGeom>
              <a:avLst/>
              <a:gdLst/>
              <a:ahLst/>
              <a:cxnLst/>
              <a:rect l="l" t="t" r="r" b="b"/>
              <a:pathLst>
                <a:path w="1919" h="2590" extrusionOk="0">
                  <a:moveTo>
                    <a:pt x="32" y="0"/>
                  </a:moveTo>
                  <a:cubicBezTo>
                    <a:pt x="32" y="0"/>
                    <a:pt x="16" y="0"/>
                    <a:pt x="16" y="16"/>
                  </a:cubicBezTo>
                  <a:cubicBezTo>
                    <a:pt x="0" y="186"/>
                    <a:pt x="0" y="368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09"/>
                    <a:pt x="53" y="942"/>
                  </a:cubicBezTo>
                  <a:lnTo>
                    <a:pt x="69" y="942"/>
                  </a:lnTo>
                  <a:cubicBezTo>
                    <a:pt x="218" y="1075"/>
                    <a:pt x="356" y="1212"/>
                    <a:pt x="505" y="1346"/>
                  </a:cubicBezTo>
                  <a:cubicBezTo>
                    <a:pt x="909" y="1717"/>
                    <a:pt x="1313" y="2105"/>
                    <a:pt x="1733" y="2456"/>
                  </a:cubicBezTo>
                  <a:cubicBezTo>
                    <a:pt x="1749" y="2473"/>
                    <a:pt x="1769" y="2489"/>
                    <a:pt x="1786" y="2509"/>
                  </a:cubicBezTo>
                  <a:cubicBezTo>
                    <a:pt x="1818" y="2541"/>
                    <a:pt x="1850" y="2590"/>
                    <a:pt x="1919" y="2590"/>
                  </a:cubicBezTo>
                  <a:lnTo>
                    <a:pt x="1919" y="2574"/>
                  </a:lnTo>
                  <a:cubicBezTo>
                    <a:pt x="1850" y="2574"/>
                    <a:pt x="1834" y="2541"/>
                    <a:pt x="1802" y="2489"/>
                  </a:cubicBezTo>
                  <a:cubicBezTo>
                    <a:pt x="1786" y="2473"/>
                    <a:pt x="1786" y="2456"/>
                    <a:pt x="1749" y="2440"/>
                  </a:cubicBezTo>
                  <a:cubicBezTo>
                    <a:pt x="1329" y="2085"/>
                    <a:pt x="925" y="1701"/>
                    <a:pt x="521" y="1329"/>
                  </a:cubicBezTo>
                  <a:cubicBezTo>
                    <a:pt x="372" y="1196"/>
                    <a:pt x="234" y="1059"/>
                    <a:pt x="85" y="925"/>
                  </a:cubicBezTo>
                  <a:lnTo>
                    <a:pt x="69" y="909"/>
                  </a:lnTo>
                  <a:cubicBezTo>
                    <a:pt x="53" y="893"/>
                    <a:pt x="32" y="873"/>
                    <a:pt x="32" y="857"/>
                  </a:cubicBezTo>
                  <a:lnTo>
                    <a:pt x="32" y="538"/>
                  </a:lnTo>
                  <a:cubicBezTo>
                    <a:pt x="32" y="368"/>
                    <a:pt x="32" y="186"/>
                    <a:pt x="53" y="16"/>
                  </a:cubicBezTo>
                  <a:cubicBezTo>
                    <a:pt x="53" y="16"/>
                    <a:pt x="53" y="0"/>
                    <a:pt x="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869817" y="2805033"/>
              <a:ext cx="334328" cy="225666"/>
            </a:xfrm>
            <a:custGeom>
              <a:avLst/>
              <a:gdLst/>
              <a:ahLst/>
              <a:cxnLst/>
              <a:rect l="l" t="t" r="r" b="b"/>
              <a:pathLst>
                <a:path w="3366" h="2272" extrusionOk="0">
                  <a:moveTo>
                    <a:pt x="3350" y="1"/>
                  </a:moveTo>
                  <a:cubicBezTo>
                    <a:pt x="3216" y="33"/>
                    <a:pt x="3083" y="86"/>
                    <a:pt x="2946" y="134"/>
                  </a:cubicBezTo>
                  <a:cubicBezTo>
                    <a:pt x="2881" y="166"/>
                    <a:pt x="2828" y="187"/>
                    <a:pt x="2760" y="219"/>
                  </a:cubicBezTo>
                  <a:cubicBezTo>
                    <a:pt x="2493" y="320"/>
                    <a:pt x="2222" y="421"/>
                    <a:pt x="1972" y="538"/>
                  </a:cubicBezTo>
                  <a:cubicBezTo>
                    <a:pt x="1851" y="570"/>
                    <a:pt x="1750" y="623"/>
                    <a:pt x="1649" y="655"/>
                  </a:cubicBezTo>
                  <a:cubicBezTo>
                    <a:pt x="1516" y="708"/>
                    <a:pt x="1398" y="756"/>
                    <a:pt x="1265" y="809"/>
                  </a:cubicBezTo>
                  <a:cubicBezTo>
                    <a:pt x="1063" y="894"/>
                    <a:pt x="861" y="974"/>
                    <a:pt x="639" y="1059"/>
                  </a:cubicBezTo>
                  <a:cubicBezTo>
                    <a:pt x="473" y="1128"/>
                    <a:pt x="320" y="1197"/>
                    <a:pt x="154" y="1245"/>
                  </a:cubicBezTo>
                  <a:cubicBezTo>
                    <a:pt x="33" y="1277"/>
                    <a:pt x="1" y="1346"/>
                    <a:pt x="1" y="1447"/>
                  </a:cubicBezTo>
                  <a:lnTo>
                    <a:pt x="1" y="1903"/>
                  </a:lnTo>
                  <a:lnTo>
                    <a:pt x="1" y="2122"/>
                  </a:lnTo>
                  <a:lnTo>
                    <a:pt x="1" y="2138"/>
                  </a:lnTo>
                  <a:cubicBezTo>
                    <a:pt x="1" y="2186"/>
                    <a:pt x="1" y="2223"/>
                    <a:pt x="33" y="2255"/>
                  </a:cubicBezTo>
                  <a:lnTo>
                    <a:pt x="53" y="2271"/>
                  </a:lnTo>
                  <a:lnTo>
                    <a:pt x="53" y="2255"/>
                  </a:lnTo>
                  <a:lnTo>
                    <a:pt x="53" y="2239"/>
                  </a:lnTo>
                  <a:cubicBezTo>
                    <a:pt x="33" y="2223"/>
                    <a:pt x="33" y="2186"/>
                    <a:pt x="33" y="2138"/>
                  </a:cubicBezTo>
                  <a:lnTo>
                    <a:pt x="33" y="2122"/>
                  </a:lnTo>
                  <a:lnTo>
                    <a:pt x="33" y="1903"/>
                  </a:lnTo>
                  <a:lnTo>
                    <a:pt x="33" y="1447"/>
                  </a:lnTo>
                  <a:cubicBezTo>
                    <a:pt x="33" y="1346"/>
                    <a:pt x="53" y="1314"/>
                    <a:pt x="154" y="1277"/>
                  </a:cubicBezTo>
                  <a:cubicBezTo>
                    <a:pt x="320" y="1229"/>
                    <a:pt x="489" y="1160"/>
                    <a:pt x="659" y="1096"/>
                  </a:cubicBezTo>
                  <a:lnTo>
                    <a:pt x="659" y="1075"/>
                  </a:lnTo>
                  <a:cubicBezTo>
                    <a:pt x="861" y="995"/>
                    <a:pt x="1079" y="926"/>
                    <a:pt x="1281" y="841"/>
                  </a:cubicBezTo>
                  <a:cubicBezTo>
                    <a:pt x="1398" y="793"/>
                    <a:pt x="1532" y="740"/>
                    <a:pt x="1669" y="692"/>
                  </a:cubicBezTo>
                  <a:cubicBezTo>
                    <a:pt x="1770" y="639"/>
                    <a:pt x="1871" y="607"/>
                    <a:pt x="1972" y="554"/>
                  </a:cubicBezTo>
                  <a:cubicBezTo>
                    <a:pt x="2239" y="453"/>
                    <a:pt x="2509" y="336"/>
                    <a:pt x="2760" y="235"/>
                  </a:cubicBezTo>
                  <a:cubicBezTo>
                    <a:pt x="2828" y="219"/>
                    <a:pt x="2897" y="187"/>
                    <a:pt x="2946" y="166"/>
                  </a:cubicBezTo>
                  <a:cubicBezTo>
                    <a:pt x="3083" y="102"/>
                    <a:pt x="3216" y="49"/>
                    <a:pt x="3366" y="17"/>
                  </a:cubicBezTo>
                  <a:lnTo>
                    <a:pt x="33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183982" y="2985606"/>
              <a:ext cx="5364" cy="98828"/>
            </a:xfrm>
            <a:custGeom>
              <a:avLst/>
              <a:gdLst/>
              <a:ahLst/>
              <a:cxnLst/>
              <a:rect l="l" t="t" r="r" b="b"/>
              <a:pathLst>
                <a:path w="54" h="995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41"/>
                  </a:lnTo>
                  <a:lnTo>
                    <a:pt x="1" y="873"/>
                  </a:lnTo>
                  <a:cubicBezTo>
                    <a:pt x="1" y="910"/>
                    <a:pt x="1" y="942"/>
                    <a:pt x="21" y="974"/>
                  </a:cubicBezTo>
                  <a:lnTo>
                    <a:pt x="37" y="994"/>
                  </a:lnTo>
                  <a:cubicBezTo>
                    <a:pt x="37" y="974"/>
                    <a:pt x="53" y="974"/>
                    <a:pt x="37" y="974"/>
                  </a:cubicBezTo>
                  <a:lnTo>
                    <a:pt x="37" y="873"/>
                  </a:lnTo>
                  <a:lnTo>
                    <a:pt x="37" y="841"/>
                  </a:lnTo>
                  <a:lnTo>
                    <a:pt x="37" y="219"/>
                  </a:lnTo>
                  <a:lnTo>
                    <a:pt x="37" y="17"/>
                  </a:ln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613761" y="3460280"/>
              <a:ext cx="3675" cy="67144"/>
            </a:xfrm>
            <a:custGeom>
              <a:avLst/>
              <a:gdLst/>
              <a:ahLst/>
              <a:cxnLst/>
              <a:rect l="l" t="t" r="r" b="b"/>
              <a:pathLst>
                <a:path w="37" h="67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675"/>
                  </a:lnTo>
                  <a:lnTo>
                    <a:pt x="37" y="675"/>
                  </a:lnTo>
                  <a:lnTo>
                    <a:pt x="37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1411536" y="3363141"/>
              <a:ext cx="6853" cy="55523"/>
            </a:xfrm>
            <a:custGeom>
              <a:avLst/>
              <a:gdLst/>
              <a:ahLst/>
              <a:cxnLst/>
              <a:rect l="l" t="t" r="r" b="b"/>
              <a:pathLst>
                <a:path w="69" h="559" extrusionOk="0">
                  <a:moveTo>
                    <a:pt x="33" y="1"/>
                  </a:moveTo>
                  <a:cubicBezTo>
                    <a:pt x="16" y="86"/>
                    <a:pt x="16" y="171"/>
                    <a:pt x="16" y="255"/>
                  </a:cubicBezTo>
                  <a:cubicBezTo>
                    <a:pt x="16" y="304"/>
                    <a:pt x="33" y="356"/>
                    <a:pt x="16" y="405"/>
                  </a:cubicBezTo>
                  <a:lnTo>
                    <a:pt x="16" y="441"/>
                  </a:lnTo>
                  <a:cubicBezTo>
                    <a:pt x="16" y="474"/>
                    <a:pt x="33" y="506"/>
                    <a:pt x="0" y="542"/>
                  </a:cubicBezTo>
                  <a:cubicBezTo>
                    <a:pt x="0" y="558"/>
                    <a:pt x="0" y="558"/>
                    <a:pt x="16" y="558"/>
                  </a:cubicBezTo>
                  <a:lnTo>
                    <a:pt x="33" y="558"/>
                  </a:lnTo>
                  <a:cubicBezTo>
                    <a:pt x="53" y="526"/>
                    <a:pt x="53" y="474"/>
                    <a:pt x="53" y="441"/>
                  </a:cubicBezTo>
                  <a:lnTo>
                    <a:pt x="53" y="405"/>
                  </a:lnTo>
                  <a:lnTo>
                    <a:pt x="53" y="255"/>
                  </a:lnTo>
                  <a:cubicBezTo>
                    <a:pt x="53" y="171"/>
                    <a:pt x="5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1841216" y="2935447"/>
              <a:ext cx="4966" cy="50258"/>
            </a:xfrm>
            <a:custGeom>
              <a:avLst/>
              <a:gdLst/>
              <a:ahLst/>
              <a:cxnLst/>
              <a:rect l="l" t="t" r="r" b="b"/>
              <a:pathLst>
                <a:path w="50" h="506" extrusionOk="0">
                  <a:moveTo>
                    <a:pt x="17" y="1"/>
                  </a:moveTo>
                  <a:cubicBezTo>
                    <a:pt x="1" y="85"/>
                    <a:pt x="1" y="166"/>
                    <a:pt x="1" y="251"/>
                  </a:cubicBezTo>
                  <a:cubicBezTo>
                    <a:pt x="17" y="336"/>
                    <a:pt x="17" y="405"/>
                    <a:pt x="1" y="489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33" y="421"/>
                    <a:pt x="33" y="336"/>
                    <a:pt x="33" y="251"/>
                  </a:cubicBezTo>
                  <a:cubicBezTo>
                    <a:pt x="33" y="166"/>
                    <a:pt x="33" y="85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1384619" y="2031093"/>
              <a:ext cx="3675" cy="91975"/>
            </a:xfrm>
            <a:custGeom>
              <a:avLst/>
              <a:gdLst/>
              <a:ahLst/>
              <a:cxnLst/>
              <a:rect l="l" t="t" r="r" b="b"/>
              <a:pathLst>
                <a:path w="37" h="926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50"/>
                    <a:pt x="21" y="283"/>
                    <a:pt x="21" y="404"/>
                  </a:cubicBezTo>
                  <a:cubicBezTo>
                    <a:pt x="1" y="485"/>
                    <a:pt x="1" y="554"/>
                    <a:pt x="21" y="622"/>
                  </a:cubicBezTo>
                  <a:lnTo>
                    <a:pt x="21" y="824"/>
                  </a:lnTo>
                  <a:lnTo>
                    <a:pt x="21" y="909"/>
                  </a:lnTo>
                  <a:lnTo>
                    <a:pt x="21" y="925"/>
                  </a:lnTo>
                  <a:cubicBezTo>
                    <a:pt x="37" y="925"/>
                    <a:pt x="37" y="925"/>
                    <a:pt x="37" y="909"/>
                  </a:cubicBezTo>
                  <a:lnTo>
                    <a:pt x="37" y="824"/>
                  </a:lnTo>
                  <a:lnTo>
                    <a:pt x="37" y="622"/>
                  </a:lnTo>
                  <a:lnTo>
                    <a:pt x="37" y="420"/>
                  </a:lnTo>
                  <a:cubicBezTo>
                    <a:pt x="37" y="283"/>
                    <a:pt x="37" y="150"/>
                    <a:pt x="21" y="16"/>
                  </a:cubicBezTo>
                  <a:cubicBezTo>
                    <a:pt x="21" y="16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1444810" y="1521059"/>
              <a:ext cx="2086" cy="61879"/>
            </a:xfrm>
            <a:custGeom>
              <a:avLst/>
              <a:gdLst/>
              <a:ahLst/>
              <a:cxnLst/>
              <a:rect l="l" t="t" r="r" b="b"/>
              <a:pathLst>
                <a:path w="21" h="623" extrusionOk="0">
                  <a:moveTo>
                    <a:pt x="1" y="1"/>
                  </a:moveTo>
                  <a:lnTo>
                    <a:pt x="1" y="607"/>
                  </a:lnTo>
                  <a:cubicBezTo>
                    <a:pt x="1" y="607"/>
                    <a:pt x="1" y="623"/>
                    <a:pt x="21" y="623"/>
                  </a:cubicBezTo>
                  <a:lnTo>
                    <a:pt x="21" y="607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1740897" y="2133000"/>
              <a:ext cx="162198" cy="344360"/>
            </a:xfrm>
            <a:custGeom>
              <a:avLst/>
              <a:gdLst/>
              <a:ahLst/>
              <a:cxnLst/>
              <a:rect l="l" t="t" r="r" b="b"/>
              <a:pathLst>
                <a:path w="1633" h="3467" extrusionOk="0">
                  <a:moveTo>
                    <a:pt x="69" y="0"/>
                  </a:moveTo>
                  <a:cubicBezTo>
                    <a:pt x="49" y="0"/>
                    <a:pt x="49" y="16"/>
                    <a:pt x="49" y="16"/>
                  </a:cubicBezTo>
                  <a:cubicBezTo>
                    <a:pt x="1" y="150"/>
                    <a:pt x="17" y="267"/>
                    <a:pt x="118" y="404"/>
                  </a:cubicBezTo>
                  <a:cubicBezTo>
                    <a:pt x="251" y="590"/>
                    <a:pt x="389" y="792"/>
                    <a:pt x="506" y="994"/>
                  </a:cubicBezTo>
                  <a:cubicBezTo>
                    <a:pt x="554" y="1075"/>
                    <a:pt x="623" y="1160"/>
                    <a:pt x="675" y="1245"/>
                  </a:cubicBezTo>
                  <a:lnTo>
                    <a:pt x="825" y="1499"/>
                  </a:lnTo>
                  <a:cubicBezTo>
                    <a:pt x="1027" y="1782"/>
                    <a:pt x="1213" y="2069"/>
                    <a:pt x="1399" y="2372"/>
                  </a:cubicBezTo>
                  <a:cubicBezTo>
                    <a:pt x="1431" y="2424"/>
                    <a:pt x="1447" y="2456"/>
                    <a:pt x="1431" y="2525"/>
                  </a:cubicBezTo>
                  <a:lnTo>
                    <a:pt x="1431" y="2812"/>
                  </a:lnTo>
                  <a:cubicBezTo>
                    <a:pt x="1431" y="2913"/>
                    <a:pt x="1431" y="3030"/>
                    <a:pt x="1415" y="3147"/>
                  </a:cubicBezTo>
                  <a:cubicBezTo>
                    <a:pt x="1399" y="3264"/>
                    <a:pt x="1483" y="3398"/>
                    <a:pt x="1617" y="3466"/>
                  </a:cubicBezTo>
                  <a:lnTo>
                    <a:pt x="1633" y="3466"/>
                  </a:lnTo>
                  <a:lnTo>
                    <a:pt x="1633" y="3450"/>
                  </a:lnTo>
                  <a:lnTo>
                    <a:pt x="1633" y="3434"/>
                  </a:lnTo>
                  <a:cubicBezTo>
                    <a:pt x="1516" y="3382"/>
                    <a:pt x="1431" y="3264"/>
                    <a:pt x="1447" y="3147"/>
                  </a:cubicBezTo>
                  <a:cubicBezTo>
                    <a:pt x="1463" y="3030"/>
                    <a:pt x="1463" y="2913"/>
                    <a:pt x="1463" y="2812"/>
                  </a:cubicBezTo>
                  <a:cubicBezTo>
                    <a:pt x="1463" y="2711"/>
                    <a:pt x="1447" y="2626"/>
                    <a:pt x="1463" y="2525"/>
                  </a:cubicBezTo>
                  <a:cubicBezTo>
                    <a:pt x="1463" y="2456"/>
                    <a:pt x="1447" y="2408"/>
                    <a:pt x="1415" y="2355"/>
                  </a:cubicBezTo>
                  <a:cubicBezTo>
                    <a:pt x="1229" y="2052"/>
                    <a:pt x="1043" y="1766"/>
                    <a:pt x="857" y="1479"/>
                  </a:cubicBezTo>
                  <a:lnTo>
                    <a:pt x="692" y="1228"/>
                  </a:lnTo>
                  <a:cubicBezTo>
                    <a:pt x="639" y="1144"/>
                    <a:pt x="591" y="1059"/>
                    <a:pt x="538" y="974"/>
                  </a:cubicBezTo>
                  <a:cubicBezTo>
                    <a:pt x="405" y="792"/>
                    <a:pt x="271" y="570"/>
                    <a:pt x="134" y="388"/>
                  </a:cubicBezTo>
                  <a:cubicBezTo>
                    <a:pt x="49" y="251"/>
                    <a:pt x="17" y="150"/>
                    <a:pt x="69" y="33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852932" y="2087609"/>
              <a:ext cx="359656" cy="282580"/>
            </a:xfrm>
            <a:custGeom>
              <a:avLst/>
              <a:gdLst/>
              <a:ahLst/>
              <a:cxnLst/>
              <a:rect l="l" t="t" r="r" b="b"/>
              <a:pathLst>
                <a:path w="3621" h="2845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cubicBezTo>
                    <a:pt x="3572" y="37"/>
                    <a:pt x="3572" y="53"/>
                    <a:pt x="3556" y="69"/>
                  </a:cubicBezTo>
                  <a:cubicBezTo>
                    <a:pt x="2998" y="320"/>
                    <a:pt x="2425" y="607"/>
                    <a:pt x="1920" y="861"/>
                  </a:cubicBezTo>
                  <a:cubicBezTo>
                    <a:pt x="1718" y="946"/>
                    <a:pt x="1536" y="1047"/>
                    <a:pt x="1334" y="1148"/>
                  </a:cubicBezTo>
                  <a:cubicBezTo>
                    <a:pt x="946" y="1330"/>
                    <a:pt x="558" y="1532"/>
                    <a:pt x="155" y="1718"/>
                  </a:cubicBezTo>
                  <a:cubicBezTo>
                    <a:pt x="37" y="1770"/>
                    <a:pt x="1" y="1855"/>
                    <a:pt x="1" y="1972"/>
                  </a:cubicBezTo>
                  <a:lnTo>
                    <a:pt x="1" y="2461"/>
                  </a:lnTo>
                  <a:lnTo>
                    <a:pt x="1" y="2711"/>
                  </a:lnTo>
                  <a:lnTo>
                    <a:pt x="1" y="2728"/>
                  </a:lnTo>
                  <a:cubicBezTo>
                    <a:pt x="1" y="2780"/>
                    <a:pt x="1" y="2812"/>
                    <a:pt x="37" y="2845"/>
                  </a:cubicBezTo>
                  <a:lnTo>
                    <a:pt x="54" y="2845"/>
                  </a:lnTo>
                  <a:lnTo>
                    <a:pt x="54" y="2829"/>
                  </a:lnTo>
                  <a:cubicBezTo>
                    <a:pt x="21" y="2812"/>
                    <a:pt x="21" y="2780"/>
                    <a:pt x="21" y="2728"/>
                  </a:cubicBezTo>
                  <a:lnTo>
                    <a:pt x="21" y="2711"/>
                  </a:lnTo>
                  <a:cubicBezTo>
                    <a:pt x="21" y="2627"/>
                    <a:pt x="37" y="2542"/>
                    <a:pt x="37" y="2461"/>
                  </a:cubicBezTo>
                  <a:cubicBezTo>
                    <a:pt x="37" y="2307"/>
                    <a:pt x="37" y="2138"/>
                    <a:pt x="21" y="1972"/>
                  </a:cubicBezTo>
                  <a:cubicBezTo>
                    <a:pt x="21" y="1855"/>
                    <a:pt x="54" y="1786"/>
                    <a:pt x="171" y="1734"/>
                  </a:cubicBezTo>
                  <a:cubicBezTo>
                    <a:pt x="558" y="1552"/>
                    <a:pt x="962" y="1350"/>
                    <a:pt x="1350" y="1164"/>
                  </a:cubicBezTo>
                  <a:cubicBezTo>
                    <a:pt x="1536" y="1063"/>
                    <a:pt x="1738" y="978"/>
                    <a:pt x="1920" y="877"/>
                  </a:cubicBezTo>
                  <a:cubicBezTo>
                    <a:pt x="2425" y="643"/>
                    <a:pt x="2998" y="356"/>
                    <a:pt x="3556" y="86"/>
                  </a:cubicBezTo>
                  <a:cubicBezTo>
                    <a:pt x="3588" y="69"/>
                    <a:pt x="3604" y="53"/>
                    <a:pt x="3604" y="37"/>
                  </a:cubicBezTo>
                  <a:cubicBezTo>
                    <a:pt x="3604" y="17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610678" y="3202731"/>
              <a:ext cx="3675" cy="87108"/>
            </a:xfrm>
            <a:custGeom>
              <a:avLst/>
              <a:gdLst/>
              <a:ahLst/>
              <a:cxnLst/>
              <a:rect l="l" t="t" r="r" b="b"/>
              <a:pathLst>
                <a:path w="37" h="877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86"/>
                    <a:pt x="16" y="372"/>
                    <a:pt x="0" y="541"/>
                  </a:cubicBezTo>
                  <a:lnTo>
                    <a:pt x="0" y="861"/>
                  </a:lnTo>
                  <a:lnTo>
                    <a:pt x="16" y="877"/>
                  </a:lnTo>
                  <a:cubicBezTo>
                    <a:pt x="36" y="877"/>
                    <a:pt x="36" y="861"/>
                    <a:pt x="36" y="861"/>
                  </a:cubicBezTo>
                  <a:lnTo>
                    <a:pt x="36" y="541"/>
                  </a:lnTo>
                  <a:cubicBezTo>
                    <a:pt x="36" y="372"/>
                    <a:pt x="36" y="186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645446" y="2022650"/>
              <a:ext cx="3675" cy="58701"/>
            </a:xfrm>
            <a:custGeom>
              <a:avLst/>
              <a:gdLst/>
              <a:ahLst/>
              <a:cxnLst/>
              <a:rect l="l" t="t" r="r" b="b"/>
              <a:pathLst>
                <a:path w="37" h="591" extrusionOk="0">
                  <a:moveTo>
                    <a:pt x="21" y="0"/>
                  </a:moveTo>
                  <a:cubicBezTo>
                    <a:pt x="21" y="0"/>
                    <a:pt x="0" y="0"/>
                    <a:pt x="0" y="17"/>
                  </a:cubicBezTo>
                  <a:lnTo>
                    <a:pt x="0" y="570"/>
                  </a:lnTo>
                  <a:cubicBezTo>
                    <a:pt x="0" y="590"/>
                    <a:pt x="21" y="590"/>
                    <a:pt x="21" y="590"/>
                  </a:cubicBezTo>
                  <a:cubicBezTo>
                    <a:pt x="21" y="590"/>
                    <a:pt x="37" y="590"/>
                    <a:pt x="37" y="570"/>
                  </a:cubicBezTo>
                  <a:lnTo>
                    <a:pt x="37" y="17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852932" y="1908725"/>
              <a:ext cx="356477" cy="314662"/>
            </a:xfrm>
            <a:custGeom>
              <a:avLst/>
              <a:gdLst/>
              <a:ahLst/>
              <a:cxnLst/>
              <a:rect l="l" t="t" r="r" b="b"/>
              <a:pathLst>
                <a:path w="3589" h="3168" extrusionOk="0">
                  <a:moveTo>
                    <a:pt x="3556" y="0"/>
                  </a:moveTo>
                  <a:cubicBezTo>
                    <a:pt x="3402" y="85"/>
                    <a:pt x="3253" y="170"/>
                    <a:pt x="3083" y="255"/>
                  </a:cubicBezTo>
                  <a:cubicBezTo>
                    <a:pt x="2748" y="424"/>
                    <a:pt x="2392" y="606"/>
                    <a:pt x="2041" y="792"/>
                  </a:cubicBezTo>
                  <a:cubicBezTo>
                    <a:pt x="1819" y="909"/>
                    <a:pt x="1601" y="1010"/>
                    <a:pt x="1399" y="1131"/>
                  </a:cubicBezTo>
                  <a:cubicBezTo>
                    <a:pt x="979" y="1349"/>
                    <a:pt x="542" y="1568"/>
                    <a:pt x="122" y="1786"/>
                  </a:cubicBezTo>
                  <a:cubicBezTo>
                    <a:pt x="21" y="1838"/>
                    <a:pt x="21" y="1887"/>
                    <a:pt x="21" y="1971"/>
                  </a:cubicBezTo>
                  <a:cubicBezTo>
                    <a:pt x="1" y="2089"/>
                    <a:pt x="21" y="2222"/>
                    <a:pt x="21" y="2343"/>
                  </a:cubicBezTo>
                  <a:cubicBezTo>
                    <a:pt x="21" y="2545"/>
                    <a:pt x="21" y="2763"/>
                    <a:pt x="1" y="2981"/>
                  </a:cubicBezTo>
                  <a:cubicBezTo>
                    <a:pt x="1" y="2998"/>
                    <a:pt x="1" y="3030"/>
                    <a:pt x="21" y="3050"/>
                  </a:cubicBezTo>
                  <a:cubicBezTo>
                    <a:pt x="21" y="3082"/>
                    <a:pt x="37" y="3115"/>
                    <a:pt x="1" y="3151"/>
                  </a:cubicBezTo>
                  <a:lnTo>
                    <a:pt x="1" y="3167"/>
                  </a:lnTo>
                  <a:lnTo>
                    <a:pt x="21" y="3167"/>
                  </a:lnTo>
                  <a:cubicBezTo>
                    <a:pt x="70" y="3115"/>
                    <a:pt x="54" y="3082"/>
                    <a:pt x="37" y="3030"/>
                  </a:cubicBezTo>
                  <a:cubicBezTo>
                    <a:pt x="37" y="3014"/>
                    <a:pt x="21" y="2998"/>
                    <a:pt x="37" y="2981"/>
                  </a:cubicBezTo>
                  <a:cubicBezTo>
                    <a:pt x="54" y="2763"/>
                    <a:pt x="37" y="2545"/>
                    <a:pt x="37" y="2343"/>
                  </a:cubicBezTo>
                  <a:lnTo>
                    <a:pt x="37" y="1971"/>
                  </a:lnTo>
                  <a:cubicBezTo>
                    <a:pt x="37" y="1887"/>
                    <a:pt x="54" y="1854"/>
                    <a:pt x="122" y="1818"/>
                  </a:cubicBezTo>
                  <a:cubicBezTo>
                    <a:pt x="558" y="1600"/>
                    <a:pt x="979" y="1366"/>
                    <a:pt x="1399" y="1147"/>
                  </a:cubicBezTo>
                  <a:cubicBezTo>
                    <a:pt x="1617" y="1046"/>
                    <a:pt x="1839" y="929"/>
                    <a:pt x="2041" y="808"/>
                  </a:cubicBezTo>
                  <a:cubicBezTo>
                    <a:pt x="2392" y="642"/>
                    <a:pt x="2764" y="457"/>
                    <a:pt x="3099" y="271"/>
                  </a:cubicBezTo>
                  <a:cubicBezTo>
                    <a:pt x="3253" y="186"/>
                    <a:pt x="3419" y="121"/>
                    <a:pt x="3572" y="36"/>
                  </a:cubicBezTo>
                  <a:cubicBezTo>
                    <a:pt x="3588" y="36"/>
                    <a:pt x="3588" y="20"/>
                    <a:pt x="3572" y="20"/>
                  </a:cubicBezTo>
                  <a:cubicBezTo>
                    <a:pt x="3572" y="0"/>
                    <a:pt x="3572" y="0"/>
                    <a:pt x="3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1740897" y="1942396"/>
              <a:ext cx="169051" cy="401372"/>
            </a:xfrm>
            <a:custGeom>
              <a:avLst/>
              <a:gdLst/>
              <a:ahLst/>
              <a:cxnLst/>
              <a:rect l="l" t="t" r="r" b="b"/>
              <a:pathLst>
                <a:path w="1702" h="4041" extrusionOk="0">
                  <a:moveTo>
                    <a:pt x="1" y="0"/>
                  </a:moveTo>
                  <a:cubicBezTo>
                    <a:pt x="1" y="134"/>
                    <a:pt x="69" y="219"/>
                    <a:pt x="134" y="303"/>
                  </a:cubicBezTo>
                  <a:cubicBezTo>
                    <a:pt x="134" y="320"/>
                    <a:pt x="150" y="336"/>
                    <a:pt x="150" y="336"/>
                  </a:cubicBezTo>
                  <a:cubicBezTo>
                    <a:pt x="304" y="554"/>
                    <a:pt x="437" y="792"/>
                    <a:pt x="607" y="1059"/>
                  </a:cubicBezTo>
                  <a:cubicBezTo>
                    <a:pt x="776" y="1346"/>
                    <a:pt x="942" y="1616"/>
                    <a:pt x="1112" y="1883"/>
                  </a:cubicBezTo>
                  <a:cubicBezTo>
                    <a:pt x="1261" y="2154"/>
                    <a:pt x="1431" y="2440"/>
                    <a:pt x="1600" y="2711"/>
                  </a:cubicBezTo>
                  <a:cubicBezTo>
                    <a:pt x="1633" y="2776"/>
                    <a:pt x="1649" y="2828"/>
                    <a:pt x="1649" y="2893"/>
                  </a:cubicBezTo>
                  <a:lnTo>
                    <a:pt x="1649" y="3164"/>
                  </a:lnTo>
                  <a:cubicBezTo>
                    <a:pt x="1649" y="3317"/>
                    <a:pt x="1665" y="3483"/>
                    <a:pt x="1649" y="3652"/>
                  </a:cubicBezTo>
                  <a:cubicBezTo>
                    <a:pt x="1633" y="3802"/>
                    <a:pt x="1649" y="3923"/>
                    <a:pt x="1685" y="4040"/>
                  </a:cubicBezTo>
                  <a:lnTo>
                    <a:pt x="1701" y="4040"/>
                  </a:lnTo>
                  <a:lnTo>
                    <a:pt x="1701" y="4024"/>
                  </a:lnTo>
                  <a:cubicBezTo>
                    <a:pt x="1665" y="3923"/>
                    <a:pt x="1665" y="3802"/>
                    <a:pt x="1665" y="3652"/>
                  </a:cubicBezTo>
                  <a:cubicBezTo>
                    <a:pt x="1685" y="3483"/>
                    <a:pt x="1685" y="3317"/>
                    <a:pt x="1685" y="3164"/>
                  </a:cubicBezTo>
                  <a:lnTo>
                    <a:pt x="1685" y="2893"/>
                  </a:lnTo>
                  <a:cubicBezTo>
                    <a:pt x="1685" y="2828"/>
                    <a:pt x="1665" y="2760"/>
                    <a:pt x="1633" y="2711"/>
                  </a:cubicBezTo>
                  <a:cubicBezTo>
                    <a:pt x="1463" y="2424"/>
                    <a:pt x="1298" y="2137"/>
                    <a:pt x="1128" y="1867"/>
                  </a:cubicBezTo>
                  <a:cubicBezTo>
                    <a:pt x="958" y="1600"/>
                    <a:pt x="809" y="1330"/>
                    <a:pt x="639" y="1059"/>
                  </a:cubicBezTo>
                  <a:cubicBezTo>
                    <a:pt x="473" y="772"/>
                    <a:pt x="320" y="538"/>
                    <a:pt x="170" y="320"/>
                  </a:cubicBezTo>
                  <a:cubicBezTo>
                    <a:pt x="170" y="320"/>
                    <a:pt x="150" y="303"/>
                    <a:pt x="150" y="287"/>
                  </a:cubicBezTo>
                  <a:cubicBezTo>
                    <a:pt x="86" y="202"/>
                    <a:pt x="33" y="118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1859690" y="3537357"/>
              <a:ext cx="4867" cy="66647"/>
            </a:xfrm>
            <a:custGeom>
              <a:avLst/>
              <a:gdLst/>
              <a:ahLst/>
              <a:cxnLst/>
              <a:rect l="l" t="t" r="r" b="b"/>
              <a:pathLst>
                <a:path w="49" h="671" extrusionOk="0">
                  <a:moveTo>
                    <a:pt x="33" y="0"/>
                  </a:moveTo>
                  <a:lnTo>
                    <a:pt x="33" y="16"/>
                  </a:lnTo>
                  <a:cubicBezTo>
                    <a:pt x="1" y="117"/>
                    <a:pt x="17" y="218"/>
                    <a:pt x="17" y="319"/>
                  </a:cubicBezTo>
                  <a:lnTo>
                    <a:pt x="17" y="505"/>
                  </a:lnTo>
                  <a:lnTo>
                    <a:pt x="17" y="554"/>
                  </a:lnTo>
                  <a:cubicBezTo>
                    <a:pt x="17" y="590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590"/>
                    <a:pt x="33" y="554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1139087" y="1609756"/>
              <a:ext cx="3278" cy="90386"/>
            </a:xfrm>
            <a:custGeom>
              <a:avLst/>
              <a:gdLst/>
              <a:ahLst/>
              <a:cxnLst/>
              <a:rect l="l" t="t" r="r" b="b"/>
              <a:pathLst>
                <a:path w="33" h="910" extrusionOk="0">
                  <a:moveTo>
                    <a:pt x="0" y="1"/>
                  </a:moveTo>
                  <a:lnTo>
                    <a:pt x="0" y="336"/>
                  </a:lnTo>
                  <a:cubicBezTo>
                    <a:pt x="0" y="522"/>
                    <a:pt x="0" y="708"/>
                    <a:pt x="16" y="889"/>
                  </a:cubicBezTo>
                  <a:lnTo>
                    <a:pt x="16" y="910"/>
                  </a:lnTo>
                  <a:lnTo>
                    <a:pt x="33" y="910"/>
                  </a:lnTo>
                  <a:lnTo>
                    <a:pt x="33" y="889"/>
                  </a:lnTo>
                  <a:cubicBezTo>
                    <a:pt x="16" y="708"/>
                    <a:pt x="16" y="522"/>
                    <a:pt x="16" y="336"/>
                  </a:cubicBezTo>
                  <a:cubicBezTo>
                    <a:pt x="33" y="235"/>
                    <a:pt x="33" y="118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1841216" y="3227959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186"/>
                    <a:pt x="1" y="287"/>
                  </a:cubicBezTo>
                  <a:cubicBezTo>
                    <a:pt x="17" y="336"/>
                    <a:pt x="17" y="388"/>
                    <a:pt x="1" y="453"/>
                  </a:cubicBezTo>
                  <a:cubicBezTo>
                    <a:pt x="1" y="473"/>
                    <a:pt x="1" y="489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53"/>
                  </a:lnTo>
                  <a:lnTo>
                    <a:pt x="33" y="287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938451" y="2074399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808"/>
                  </a:lnTo>
                  <a:cubicBezTo>
                    <a:pt x="17" y="857"/>
                    <a:pt x="17" y="909"/>
                    <a:pt x="33" y="958"/>
                  </a:cubicBezTo>
                  <a:lnTo>
                    <a:pt x="49" y="978"/>
                  </a:lnTo>
                  <a:cubicBezTo>
                    <a:pt x="49" y="978"/>
                    <a:pt x="69" y="958"/>
                    <a:pt x="49" y="958"/>
                  </a:cubicBezTo>
                  <a:cubicBezTo>
                    <a:pt x="33" y="909"/>
                    <a:pt x="33" y="857"/>
                    <a:pt x="49" y="808"/>
                  </a:cubicBezTo>
                  <a:lnTo>
                    <a:pt x="49" y="724"/>
                  </a:lnTo>
                  <a:cubicBezTo>
                    <a:pt x="33" y="639"/>
                    <a:pt x="49" y="554"/>
                    <a:pt x="49" y="453"/>
                  </a:cubicBezTo>
                  <a:cubicBezTo>
                    <a:pt x="49" y="320"/>
                    <a:pt x="49" y="17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1944712" y="2784970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66"/>
                    <a:pt x="17" y="251"/>
                  </a:cubicBezTo>
                  <a:cubicBezTo>
                    <a:pt x="17" y="336"/>
                    <a:pt x="17" y="421"/>
                    <a:pt x="1" y="490"/>
                  </a:cubicBezTo>
                  <a:cubicBezTo>
                    <a:pt x="1" y="506"/>
                    <a:pt x="1" y="506"/>
                    <a:pt x="17" y="506"/>
                  </a:cubicBezTo>
                  <a:lnTo>
                    <a:pt x="37" y="506"/>
                  </a:lnTo>
                  <a:cubicBezTo>
                    <a:pt x="53" y="421"/>
                    <a:pt x="53" y="336"/>
                    <a:pt x="53" y="251"/>
                  </a:cubicBezTo>
                  <a:cubicBezTo>
                    <a:pt x="37" y="166"/>
                    <a:pt x="37" y="86"/>
                    <a:pt x="53" y="17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1792646" y="2086020"/>
              <a:ext cx="5364" cy="57112"/>
            </a:xfrm>
            <a:custGeom>
              <a:avLst/>
              <a:gdLst/>
              <a:ahLst/>
              <a:cxnLst/>
              <a:rect l="l" t="t" r="r" b="b"/>
              <a:pathLst>
                <a:path w="54" h="575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85"/>
                    <a:pt x="1" y="154"/>
                    <a:pt x="17" y="219"/>
                  </a:cubicBezTo>
                  <a:cubicBezTo>
                    <a:pt x="17" y="336"/>
                    <a:pt x="17" y="457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lnTo>
                    <a:pt x="17" y="558"/>
                  </a:lnTo>
                  <a:cubicBezTo>
                    <a:pt x="53" y="457"/>
                    <a:pt x="33" y="336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1765828" y="3146115"/>
              <a:ext cx="3675" cy="60290"/>
            </a:xfrm>
            <a:custGeom>
              <a:avLst/>
              <a:gdLst/>
              <a:ahLst/>
              <a:cxnLst/>
              <a:rect l="l" t="t" r="r" b="b"/>
              <a:pathLst>
                <a:path w="37" h="607" extrusionOk="0">
                  <a:moveTo>
                    <a:pt x="20" y="0"/>
                  </a:moveTo>
                  <a:lnTo>
                    <a:pt x="20" y="17"/>
                  </a:lnTo>
                  <a:cubicBezTo>
                    <a:pt x="0" y="85"/>
                    <a:pt x="0" y="166"/>
                    <a:pt x="20" y="235"/>
                  </a:cubicBezTo>
                  <a:cubicBezTo>
                    <a:pt x="20" y="352"/>
                    <a:pt x="20" y="469"/>
                    <a:pt x="0" y="590"/>
                  </a:cubicBezTo>
                  <a:lnTo>
                    <a:pt x="0" y="606"/>
                  </a:lnTo>
                  <a:lnTo>
                    <a:pt x="20" y="606"/>
                  </a:lnTo>
                  <a:lnTo>
                    <a:pt x="20" y="590"/>
                  </a:lnTo>
                  <a:cubicBezTo>
                    <a:pt x="37" y="469"/>
                    <a:pt x="37" y="352"/>
                    <a:pt x="37" y="235"/>
                  </a:cubicBezTo>
                  <a:lnTo>
                    <a:pt x="37" y="17"/>
                  </a:lnTo>
                  <a:cubicBezTo>
                    <a:pt x="37" y="17"/>
                    <a:pt x="37" y="0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1521886" y="2146211"/>
              <a:ext cx="180573" cy="342771"/>
            </a:xfrm>
            <a:custGeom>
              <a:avLst/>
              <a:gdLst/>
              <a:ahLst/>
              <a:cxnLst/>
              <a:rect l="l" t="t" r="r" b="b"/>
              <a:pathLst>
                <a:path w="1818" h="3451" extrusionOk="0">
                  <a:moveTo>
                    <a:pt x="53" y="1"/>
                  </a:moveTo>
                  <a:cubicBezTo>
                    <a:pt x="53" y="1"/>
                    <a:pt x="53" y="17"/>
                    <a:pt x="32" y="17"/>
                  </a:cubicBezTo>
                  <a:cubicBezTo>
                    <a:pt x="16" y="170"/>
                    <a:pt x="0" y="304"/>
                    <a:pt x="133" y="437"/>
                  </a:cubicBezTo>
                  <a:cubicBezTo>
                    <a:pt x="271" y="590"/>
                    <a:pt x="372" y="760"/>
                    <a:pt x="489" y="910"/>
                  </a:cubicBezTo>
                  <a:cubicBezTo>
                    <a:pt x="521" y="994"/>
                    <a:pt x="574" y="1063"/>
                    <a:pt x="638" y="1144"/>
                  </a:cubicBezTo>
                  <a:cubicBezTo>
                    <a:pt x="877" y="1483"/>
                    <a:pt x="1111" y="1835"/>
                    <a:pt x="1366" y="2174"/>
                  </a:cubicBezTo>
                  <a:lnTo>
                    <a:pt x="1382" y="2190"/>
                  </a:lnTo>
                  <a:cubicBezTo>
                    <a:pt x="1430" y="2275"/>
                    <a:pt x="1483" y="2340"/>
                    <a:pt x="1547" y="2424"/>
                  </a:cubicBezTo>
                  <a:cubicBezTo>
                    <a:pt x="1600" y="2509"/>
                    <a:pt x="1648" y="2578"/>
                    <a:pt x="1717" y="2659"/>
                  </a:cubicBezTo>
                  <a:lnTo>
                    <a:pt x="1717" y="2679"/>
                  </a:lnTo>
                  <a:cubicBezTo>
                    <a:pt x="1733" y="2711"/>
                    <a:pt x="1769" y="2727"/>
                    <a:pt x="1769" y="2744"/>
                  </a:cubicBezTo>
                  <a:lnTo>
                    <a:pt x="1769" y="2828"/>
                  </a:lnTo>
                  <a:cubicBezTo>
                    <a:pt x="1786" y="3030"/>
                    <a:pt x="1802" y="3232"/>
                    <a:pt x="1749" y="3434"/>
                  </a:cubicBezTo>
                  <a:cubicBezTo>
                    <a:pt x="1749" y="3450"/>
                    <a:pt x="1749" y="3450"/>
                    <a:pt x="1769" y="3450"/>
                  </a:cubicBezTo>
                  <a:lnTo>
                    <a:pt x="1786" y="3450"/>
                  </a:lnTo>
                  <a:cubicBezTo>
                    <a:pt x="1818" y="3232"/>
                    <a:pt x="1802" y="3030"/>
                    <a:pt x="1802" y="2828"/>
                  </a:cubicBezTo>
                  <a:cubicBezTo>
                    <a:pt x="1786" y="2796"/>
                    <a:pt x="1786" y="2780"/>
                    <a:pt x="1786" y="2744"/>
                  </a:cubicBezTo>
                  <a:cubicBezTo>
                    <a:pt x="1786" y="2727"/>
                    <a:pt x="1769" y="2695"/>
                    <a:pt x="1749" y="2659"/>
                  </a:cubicBezTo>
                  <a:lnTo>
                    <a:pt x="1733" y="2643"/>
                  </a:lnTo>
                  <a:cubicBezTo>
                    <a:pt x="1685" y="2578"/>
                    <a:pt x="1616" y="2493"/>
                    <a:pt x="1568" y="2408"/>
                  </a:cubicBezTo>
                  <a:cubicBezTo>
                    <a:pt x="1515" y="2323"/>
                    <a:pt x="1446" y="2255"/>
                    <a:pt x="1398" y="2174"/>
                  </a:cubicBezTo>
                  <a:lnTo>
                    <a:pt x="1382" y="2154"/>
                  </a:lnTo>
                  <a:cubicBezTo>
                    <a:pt x="1143" y="1818"/>
                    <a:pt x="893" y="1467"/>
                    <a:pt x="659" y="1128"/>
                  </a:cubicBezTo>
                  <a:cubicBezTo>
                    <a:pt x="606" y="1043"/>
                    <a:pt x="558" y="978"/>
                    <a:pt x="505" y="893"/>
                  </a:cubicBezTo>
                  <a:cubicBezTo>
                    <a:pt x="404" y="740"/>
                    <a:pt x="287" y="574"/>
                    <a:pt x="154" y="421"/>
                  </a:cubicBezTo>
                  <a:cubicBezTo>
                    <a:pt x="32" y="287"/>
                    <a:pt x="32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1087339" y="2684651"/>
              <a:ext cx="6456" cy="86810"/>
            </a:xfrm>
            <a:custGeom>
              <a:avLst/>
              <a:gdLst/>
              <a:ahLst/>
              <a:cxnLst/>
              <a:rect l="l" t="t" r="r" b="b"/>
              <a:pathLst>
                <a:path w="65" h="874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150"/>
                    <a:pt x="16" y="304"/>
                    <a:pt x="16" y="437"/>
                  </a:cubicBezTo>
                  <a:lnTo>
                    <a:pt x="16" y="692"/>
                  </a:lnTo>
                  <a:cubicBezTo>
                    <a:pt x="16" y="740"/>
                    <a:pt x="16" y="772"/>
                    <a:pt x="32" y="809"/>
                  </a:cubicBezTo>
                  <a:lnTo>
                    <a:pt x="32" y="857"/>
                  </a:lnTo>
                  <a:cubicBezTo>
                    <a:pt x="32" y="857"/>
                    <a:pt x="32" y="873"/>
                    <a:pt x="49" y="873"/>
                  </a:cubicBezTo>
                  <a:lnTo>
                    <a:pt x="65" y="857"/>
                  </a:lnTo>
                  <a:cubicBezTo>
                    <a:pt x="49" y="841"/>
                    <a:pt x="49" y="825"/>
                    <a:pt x="49" y="809"/>
                  </a:cubicBezTo>
                  <a:lnTo>
                    <a:pt x="49" y="692"/>
                  </a:lnTo>
                  <a:lnTo>
                    <a:pt x="49" y="437"/>
                  </a:lnTo>
                  <a:cubicBezTo>
                    <a:pt x="49" y="304"/>
                    <a:pt x="49" y="150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1737719" y="3411710"/>
              <a:ext cx="170640" cy="244439"/>
            </a:xfrm>
            <a:custGeom>
              <a:avLst/>
              <a:gdLst/>
              <a:ahLst/>
              <a:cxnLst/>
              <a:rect l="l" t="t" r="r" b="b"/>
              <a:pathLst>
                <a:path w="1718" h="2461" extrusionOk="0">
                  <a:moveTo>
                    <a:pt x="33" y="1"/>
                  </a:moveTo>
                  <a:cubicBezTo>
                    <a:pt x="17" y="1"/>
                    <a:pt x="17" y="17"/>
                    <a:pt x="17" y="17"/>
                  </a:cubicBezTo>
                  <a:cubicBezTo>
                    <a:pt x="0" y="170"/>
                    <a:pt x="0" y="340"/>
                    <a:pt x="0" y="490"/>
                  </a:cubicBezTo>
                  <a:lnTo>
                    <a:pt x="0" y="776"/>
                  </a:lnTo>
                  <a:cubicBezTo>
                    <a:pt x="0" y="825"/>
                    <a:pt x="17" y="845"/>
                    <a:pt x="49" y="861"/>
                  </a:cubicBezTo>
                  <a:cubicBezTo>
                    <a:pt x="49" y="861"/>
                    <a:pt x="65" y="861"/>
                    <a:pt x="65" y="877"/>
                  </a:cubicBezTo>
                  <a:cubicBezTo>
                    <a:pt x="352" y="1128"/>
                    <a:pt x="639" y="1398"/>
                    <a:pt x="926" y="1685"/>
                  </a:cubicBezTo>
                  <a:cubicBezTo>
                    <a:pt x="990" y="1754"/>
                    <a:pt x="1059" y="1819"/>
                    <a:pt x="1128" y="1887"/>
                  </a:cubicBezTo>
                  <a:cubicBezTo>
                    <a:pt x="1293" y="2037"/>
                    <a:pt x="1447" y="2190"/>
                    <a:pt x="1616" y="2340"/>
                  </a:cubicBezTo>
                  <a:cubicBezTo>
                    <a:pt x="1649" y="2376"/>
                    <a:pt x="1665" y="2408"/>
                    <a:pt x="1681" y="2461"/>
                  </a:cubicBezTo>
                  <a:lnTo>
                    <a:pt x="1697" y="2461"/>
                  </a:lnTo>
                  <a:cubicBezTo>
                    <a:pt x="1717" y="2461"/>
                    <a:pt x="1717" y="2461"/>
                    <a:pt x="1717" y="2441"/>
                  </a:cubicBezTo>
                  <a:cubicBezTo>
                    <a:pt x="1697" y="2408"/>
                    <a:pt x="1665" y="2360"/>
                    <a:pt x="1632" y="2324"/>
                  </a:cubicBezTo>
                  <a:cubicBezTo>
                    <a:pt x="1463" y="2174"/>
                    <a:pt x="1313" y="2021"/>
                    <a:pt x="1144" y="1871"/>
                  </a:cubicBezTo>
                  <a:cubicBezTo>
                    <a:pt x="1075" y="1802"/>
                    <a:pt x="1010" y="1734"/>
                    <a:pt x="942" y="1669"/>
                  </a:cubicBezTo>
                  <a:cubicBezTo>
                    <a:pt x="655" y="1382"/>
                    <a:pt x="368" y="1112"/>
                    <a:pt x="81" y="845"/>
                  </a:cubicBezTo>
                  <a:cubicBezTo>
                    <a:pt x="81" y="845"/>
                    <a:pt x="65" y="845"/>
                    <a:pt x="65" y="825"/>
                  </a:cubicBezTo>
                  <a:cubicBezTo>
                    <a:pt x="33" y="809"/>
                    <a:pt x="17" y="809"/>
                    <a:pt x="17" y="776"/>
                  </a:cubicBezTo>
                  <a:cubicBezTo>
                    <a:pt x="33" y="692"/>
                    <a:pt x="33" y="591"/>
                    <a:pt x="17" y="490"/>
                  </a:cubicBezTo>
                  <a:cubicBezTo>
                    <a:pt x="17" y="340"/>
                    <a:pt x="17" y="18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1923059" y="2985606"/>
              <a:ext cx="147398" cy="279401"/>
            </a:xfrm>
            <a:custGeom>
              <a:avLst/>
              <a:gdLst/>
              <a:ahLst/>
              <a:cxnLst/>
              <a:rect l="l" t="t" r="r" b="b"/>
              <a:pathLst>
                <a:path w="1484" h="281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66"/>
                    <a:pt x="102" y="267"/>
                    <a:pt x="187" y="368"/>
                  </a:cubicBezTo>
                  <a:cubicBezTo>
                    <a:pt x="219" y="405"/>
                    <a:pt x="255" y="437"/>
                    <a:pt x="288" y="489"/>
                  </a:cubicBezTo>
                  <a:cubicBezTo>
                    <a:pt x="574" y="857"/>
                    <a:pt x="861" y="1229"/>
                    <a:pt x="1144" y="1580"/>
                  </a:cubicBezTo>
                  <a:cubicBezTo>
                    <a:pt x="1229" y="1681"/>
                    <a:pt x="1314" y="1782"/>
                    <a:pt x="1399" y="1883"/>
                  </a:cubicBezTo>
                  <a:cubicBezTo>
                    <a:pt x="1431" y="1952"/>
                    <a:pt x="1447" y="2020"/>
                    <a:pt x="1447" y="2105"/>
                  </a:cubicBezTo>
                  <a:cubicBezTo>
                    <a:pt x="1431" y="2222"/>
                    <a:pt x="1431" y="2356"/>
                    <a:pt x="1431" y="2473"/>
                  </a:cubicBezTo>
                  <a:cubicBezTo>
                    <a:pt x="1431" y="2525"/>
                    <a:pt x="1447" y="2590"/>
                    <a:pt x="1431" y="2643"/>
                  </a:cubicBezTo>
                  <a:cubicBezTo>
                    <a:pt x="1431" y="2659"/>
                    <a:pt x="1447" y="2675"/>
                    <a:pt x="1447" y="2675"/>
                  </a:cubicBezTo>
                  <a:cubicBezTo>
                    <a:pt x="1447" y="2727"/>
                    <a:pt x="1447" y="2760"/>
                    <a:pt x="1415" y="2792"/>
                  </a:cubicBezTo>
                  <a:lnTo>
                    <a:pt x="1415" y="2812"/>
                  </a:lnTo>
                  <a:lnTo>
                    <a:pt x="1431" y="2812"/>
                  </a:lnTo>
                  <a:cubicBezTo>
                    <a:pt x="1467" y="2776"/>
                    <a:pt x="1467" y="2727"/>
                    <a:pt x="1467" y="2675"/>
                  </a:cubicBezTo>
                  <a:lnTo>
                    <a:pt x="1467" y="2643"/>
                  </a:lnTo>
                  <a:lnTo>
                    <a:pt x="1467" y="2473"/>
                  </a:lnTo>
                  <a:lnTo>
                    <a:pt x="1467" y="2105"/>
                  </a:lnTo>
                  <a:cubicBezTo>
                    <a:pt x="1483" y="2020"/>
                    <a:pt x="1467" y="1952"/>
                    <a:pt x="1415" y="1867"/>
                  </a:cubicBezTo>
                  <a:cubicBezTo>
                    <a:pt x="1330" y="1766"/>
                    <a:pt x="1245" y="1665"/>
                    <a:pt x="1164" y="1564"/>
                  </a:cubicBezTo>
                  <a:cubicBezTo>
                    <a:pt x="877" y="1213"/>
                    <a:pt x="591" y="841"/>
                    <a:pt x="304" y="469"/>
                  </a:cubicBezTo>
                  <a:cubicBezTo>
                    <a:pt x="271" y="421"/>
                    <a:pt x="235" y="388"/>
                    <a:pt x="219" y="352"/>
                  </a:cubicBezTo>
                  <a:cubicBezTo>
                    <a:pt x="118" y="251"/>
                    <a:pt x="33" y="15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1088928" y="3528914"/>
              <a:ext cx="4867" cy="97140"/>
            </a:xfrm>
            <a:custGeom>
              <a:avLst/>
              <a:gdLst/>
              <a:ahLst/>
              <a:cxnLst/>
              <a:rect l="l" t="t" r="r" b="b"/>
              <a:pathLst>
                <a:path w="49" h="97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70"/>
                    <a:pt x="16" y="319"/>
                    <a:pt x="16" y="453"/>
                  </a:cubicBezTo>
                  <a:lnTo>
                    <a:pt x="16" y="740"/>
                  </a:lnTo>
                  <a:lnTo>
                    <a:pt x="16" y="808"/>
                  </a:lnTo>
                  <a:cubicBezTo>
                    <a:pt x="16" y="857"/>
                    <a:pt x="16" y="909"/>
                    <a:pt x="33" y="958"/>
                  </a:cubicBezTo>
                  <a:lnTo>
                    <a:pt x="49" y="978"/>
                  </a:lnTo>
                  <a:lnTo>
                    <a:pt x="49" y="958"/>
                  </a:lnTo>
                  <a:cubicBezTo>
                    <a:pt x="33" y="909"/>
                    <a:pt x="33" y="857"/>
                    <a:pt x="49" y="808"/>
                  </a:cubicBezTo>
                  <a:lnTo>
                    <a:pt x="49" y="740"/>
                  </a:lnTo>
                  <a:cubicBezTo>
                    <a:pt x="33" y="639"/>
                    <a:pt x="33" y="554"/>
                    <a:pt x="49" y="453"/>
                  </a:cubicBezTo>
                  <a:cubicBezTo>
                    <a:pt x="49" y="319"/>
                    <a:pt x="49" y="170"/>
                    <a:pt x="33" y="16"/>
                  </a:cubicBez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702554" y="2373764"/>
              <a:ext cx="5264" cy="66647"/>
            </a:xfrm>
            <a:custGeom>
              <a:avLst/>
              <a:gdLst/>
              <a:ahLst/>
              <a:cxnLst/>
              <a:rect l="l" t="t" r="r" b="b"/>
              <a:pathLst>
                <a:path w="53" h="671" extrusionOk="0">
                  <a:moveTo>
                    <a:pt x="36" y="0"/>
                  </a:moveTo>
                  <a:cubicBezTo>
                    <a:pt x="20" y="0"/>
                    <a:pt x="20" y="16"/>
                    <a:pt x="20" y="16"/>
                  </a:cubicBezTo>
                  <a:lnTo>
                    <a:pt x="20" y="267"/>
                  </a:lnTo>
                  <a:cubicBezTo>
                    <a:pt x="20" y="388"/>
                    <a:pt x="0" y="537"/>
                    <a:pt x="36" y="671"/>
                  </a:cubicBezTo>
                  <a:lnTo>
                    <a:pt x="53" y="671"/>
                  </a:lnTo>
                  <a:lnTo>
                    <a:pt x="53" y="655"/>
                  </a:lnTo>
                  <a:cubicBezTo>
                    <a:pt x="36" y="521"/>
                    <a:pt x="36" y="388"/>
                    <a:pt x="36" y="267"/>
                  </a:cubicBezTo>
                  <a:cubicBezTo>
                    <a:pt x="36" y="186"/>
                    <a:pt x="53" y="101"/>
                    <a:pt x="36" y="16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1521886" y="1412398"/>
              <a:ext cx="203914" cy="463053"/>
            </a:xfrm>
            <a:custGeom>
              <a:avLst/>
              <a:gdLst/>
              <a:ahLst/>
              <a:cxnLst/>
              <a:rect l="l" t="t" r="r" b="b"/>
              <a:pathLst>
                <a:path w="2053" h="4662" extrusionOk="0">
                  <a:moveTo>
                    <a:pt x="16" y="0"/>
                  </a:moveTo>
                  <a:cubicBezTo>
                    <a:pt x="16" y="16"/>
                    <a:pt x="0" y="16"/>
                    <a:pt x="0" y="16"/>
                  </a:cubicBezTo>
                  <a:cubicBezTo>
                    <a:pt x="32" y="117"/>
                    <a:pt x="53" y="218"/>
                    <a:pt x="32" y="303"/>
                  </a:cubicBezTo>
                  <a:lnTo>
                    <a:pt x="32" y="925"/>
                  </a:lnTo>
                  <a:lnTo>
                    <a:pt x="32" y="1244"/>
                  </a:lnTo>
                  <a:cubicBezTo>
                    <a:pt x="32" y="1297"/>
                    <a:pt x="53" y="1345"/>
                    <a:pt x="85" y="1382"/>
                  </a:cubicBezTo>
                  <a:cubicBezTo>
                    <a:pt x="170" y="1531"/>
                    <a:pt x="271" y="1701"/>
                    <a:pt x="372" y="1866"/>
                  </a:cubicBezTo>
                  <a:cubicBezTo>
                    <a:pt x="505" y="2089"/>
                    <a:pt x="659" y="2323"/>
                    <a:pt x="792" y="2557"/>
                  </a:cubicBezTo>
                  <a:cubicBezTo>
                    <a:pt x="893" y="2727"/>
                    <a:pt x="994" y="2897"/>
                    <a:pt x="1079" y="3046"/>
                  </a:cubicBezTo>
                  <a:cubicBezTo>
                    <a:pt x="1265" y="3365"/>
                    <a:pt x="1467" y="3704"/>
                    <a:pt x="1669" y="4007"/>
                  </a:cubicBezTo>
                  <a:cubicBezTo>
                    <a:pt x="1701" y="4056"/>
                    <a:pt x="1733" y="4125"/>
                    <a:pt x="1749" y="4173"/>
                  </a:cubicBezTo>
                  <a:cubicBezTo>
                    <a:pt x="1818" y="4290"/>
                    <a:pt x="1887" y="4411"/>
                    <a:pt x="1988" y="4512"/>
                  </a:cubicBezTo>
                  <a:cubicBezTo>
                    <a:pt x="2004" y="4529"/>
                    <a:pt x="2004" y="4561"/>
                    <a:pt x="2004" y="4593"/>
                  </a:cubicBezTo>
                  <a:cubicBezTo>
                    <a:pt x="2020" y="4613"/>
                    <a:pt x="2020" y="4630"/>
                    <a:pt x="2020" y="4646"/>
                  </a:cubicBezTo>
                  <a:lnTo>
                    <a:pt x="2036" y="4662"/>
                  </a:lnTo>
                  <a:lnTo>
                    <a:pt x="2036" y="4646"/>
                  </a:lnTo>
                  <a:lnTo>
                    <a:pt x="2052" y="4646"/>
                  </a:lnTo>
                  <a:cubicBezTo>
                    <a:pt x="2036" y="4630"/>
                    <a:pt x="2036" y="4613"/>
                    <a:pt x="2036" y="4593"/>
                  </a:cubicBezTo>
                  <a:cubicBezTo>
                    <a:pt x="2036" y="4545"/>
                    <a:pt x="2020" y="4512"/>
                    <a:pt x="2004" y="4476"/>
                  </a:cubicBezTo>
                  <a:cubicBezTo>
                    <a:pt x="1903" y="4391"/>
                    <a:pt x="1834" y="4274"/>
                    <a:pt x="1786" y="4157"/>
                  </a:cubicBezTo>
                  <a:cubicBezTo>
                    <a:pt x="1749" y="4108"/>
                    <a:pt x="1717" y="4056"/>
                    <a:pt x="1685" y="3987"/>
                  </a:cubicBezTo>
                  <a:cubicBezTo>
                    <a:pt x="1483" y="3684"/>
                    <a:pt x="1297" y="3349"/>
                    <a:pt x="1111" y="3030"/>
                  </a:cubicBezTo>
                  <a:cubicBezTo>
                    <a:pt x="1010" y="2876"/>
                    <a:pt x="909" y="2711"/>
                    <a:pt x="808" y="2541"/>
                  </a:cubicBezTo>
                  <a:cubicBezTo>
                    <a:pt x="675" y="2307"/>
                    <a:pt x="537" y="2068"/>
                    <a:pt x="388" y="1850"/>
                  </a:cubicBezTo>
                  <a:cubicBezTo>
                    <a:pt x="303" y="1685"/>
                    <a:pt x="202" y="1531"/>
                    <a:pt x="101" y="1361"/>
                  </a:cubicBezTo>
                  <a:cubicBezTo>
                    <a:pt x="85" y="1329"/>
                    <a:pt x="69" y="1297"/>
                    <a:pt x="69" y="1244"/>
                  </a:cubicBezTo>
                  <a:lnTo>
                    <a:pt x="69" y="925"/>
                  </a:lnTo>
                  <a:cubicBezTo>
                    <a:pt x="53" y="723"/>
                    <a:pt x="53" y="505"/>
                    <a:pt x="69" y="303"/>
                  </a:cubicBezTo>
                  <a:cubicBezTo>
                    <a:pt x="69" y="202"/>
                    <a:pt x="69" y="117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1617337" y="2151475"/>
              <a:ext cx="1689" cy="56615"/>
            </a:xfrm>
            <a:custGeom>
              <a:avLst/>
              <a:gdLst/>
              <a:ahLst/>
              <a:cxnLst/>
              <a:rect l="l" t="t" r="r" b="b"/>
              <a:pathLst>
                <a:path w="17" h="570" extrusionOk="0">
                  <a:moveTo>
                    <a:pt x="1" y="0"/>
                  </a:moveTo>
                  <a:lnTo>
                    <a:pt x="1" y="16"/>
                  </a:lnTo>
                  <a:lnTo>
                    <a:pt x="1" y="554"/>
                  </a:ln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lnTo>
                    <a:pt x="17" y="16"/>
                  </a:lnTo>
                  <a:cubicBezTo>
                    <a:pt x="17" y="0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1336446" y="2402171"/>
              <a:ext cx="6555" cy="92074"/>
            </a:xfrm>
            <a:custGeom>
              <a:avLst/>
              <a:gdLst/>
              <a:ahLst/>
              <a:cxnLst/>
              <a:rect l="l" t="t" r="r" b="b"/>
              <a:pathLst>
                <a:path w="66" h="927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33"/>
                    <a:pt x="17" y="49"/>
                    <a:pt x="17" y="66"/>
                  </a:cubicBezTo>
                  <a:cubicBezTo>
                    <a:pt x="33" y="82"/>
                    <a:pt x="33" y="82"/>
                    <a:pt x="33" y="102"/>
                  </a:cubicBezTo>
                  <a:lnTo>
                    <a:pt x="33" y="304"/>
                  </a:lnTo>
                  <a:cubicBezTo>
                    <a:pt x="17" y="506"/>
                    <a:pt x="17" y="708"/>
                    <a:pt x="33" y="910"/>
                  </a:cubicBezTo>
                  <a:lnTo>
                    <a:pt x="49" y="926"/>
                  </a:lnTo>
                  <a:lnTo>
                    <a:pt x="65" y="910"/>
                  </a:lnTo>
                  <a:cubicBezTo>
                    <a:pt x="33" y="708"/>
                    <a:pt x="49" y="506"/>
                    <a:pt x="49" y="304"/>
                  </a:cubicBezTo>
                  <a:lnTo>
                    <a:pt x="49" y="102"/>
                  </a:lnTo>
                  <a:lnTo>
                    <a:pt x="49" y="49"/>
                  </a:lnTo>
                  <a:cubicBezTo>
                    <a:pt x="33" y="33"/>
                    <a:pt x="33" y="33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1185969" y="2127736"/>
              <a:ext cx="4966" cy="87207"/>
            </a:xfrm>
            <a:custGeom>
              <a:avLst/>
              <a:gdLst/>
              <a:ahLst/>
              <a:cxnLst/>
              <a:rect l="l" t="t" r="r" b="b"/>
              <a:pathLst>
                <a:path w="50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70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93"/>
                    <a:pt x="17" y="825"/>
                    <a:pt x="33" y="861"/>
                  </a:cubicBezTo>
                  <a:lnTo>
                    <a:pt x="33" y="877"/>
                  </a:lnTo>
                  <a:lnTo>
                    <a:pt x="49" y="877"/>
                  </a:lnTo>
                  <a:lnTo>
                    <a:pt x="49" y="845"/>
                  </a:lnTo>
                  <a:cubicBezTo>
                    <a:pt x="33" y="825"/>
                    <a:pt x="33" y="793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669181" y="1928788"/>
              <a:ext cx="147398" cy="210668"/>
            </a:xfrm>
            <a:custGeom>
              <a:avLst/>
              <a:gdLst/>
              <a:ahLst/>
              <a:cxnLst/>
              <a:rect l="l" t="t" r="r" b="b"/>
              <a:pathLst>
                <a:path w="1484" h="2121" extrusionOk="0">
                  <a:moveTo>
                    <a:pt x="1467" y="0"/>
                  </a:moveTo>
                  <a:cubicBezTo>
                    <a:pt x="1346" y="85"/>
                    <a:pt x="1213" y="137"/>
                    <a:pt x="1096" y="202"/>
                  </a:cubicBezTo>
                  <a:cubicBezTo>
                    <a:pt x="1027" y="238"/>
                    <a:pt x="942" y="271"/>
                    <a:pt x="877" y="323"/>
                  </a:cubicBezTo>
                  <a:cubicBezTo>
                    <a:pt x="639" y="457"/>
                    <a:pt x="389" y="574"/>
                    <a:pt x="170" y="707"/>
                  </a:cubicBezTo>
                  <a:lnTo>
                    <a:pt x="102" y="743"/>
                  </a:lnTo>
                  <a:cubicBezTo>
                    <a:pt x="53" y="760"/>
                    <a:pt x="17" y="792"/>
                    <a:pt x="17" y="861"/>
                  </a:cubicBezTo>
                  <a:cubicBezTo>
                    <a:pt x="33" y="994"/>
                    <a:pt x="33" y="1131"/>
                    <a:pt x="33" y="1265"/>
                  </a:cubicBezTo>
                  <a:cubicBezTo>
                    <a:pt x="17" y="1515"/>
                    <a:pt x="17" y="1786"/>
                    <a:pt x="33" y="2040"/>
                  </a:cubicBezTo>
                  <a:cubicBezTo>
                    <a:pt x="33" y="2072"/>
                    <a:pt x="17" y="2072"/>
                    <a:pt x="17" y="2089"/>
                  </a:cubicBezTo>
                  <a:lnTo>
                    <a:pt x="1" y="2105"/>
                  </a:lnTo>
                  <a:lnTo>
                    <a:pt x="1" y="2121"/>
                  </a:lnTo>
                  <a:lnTo>
                    <a:pt x="17" y="2121"/>
                  </a:lnTo>
                  <a:lnTo>
                    <a:pt x="33" y="2105"/>
                  </a:lnTo>
                  <a:cubicBezTo>
                    <a:pt x="53" y="2089"/>
                    <a:pt x="53" y="2072"/>
                    <a:pt x="53" y="2040"/>
                  </a:cubicBezTo>
                  <a:lnTo>
                    <a:pt x="53" y="1265"/>
                  </a:lnTo>
                  <a:lnTo>
                    <a:pt x="53" y="861"/>
                  </a:lnTo>
                  <a:cubicBezTo>
                    <a:pt x="53" y="808"/>
                    <a:pt x="70" y="792"/>
                    <a:pt x="118" y="760"/>
                  </a:cubicBezTo>
                  <a:lnTo>
                    <a:pt x="170" y="727"/>
                  </a:lnTo>
                  <a:cubicBezTo>
                    <a:pt x="405" y="606"/>
                    <a:pt x="659" y="473"/>
                    <a:pt x="877" y="339"/>
                  </a:cubicBezTo>
                  <a:cubicBezTo>
                    <a:pt x="962" y="303"/>
                    <a:pt x="1027" y="271"/>
                    <a:pt x="1112" y="222"/>
                  </a:cubicBezTo>
                  <a:cubicBezTo>
                    <a:pt x="1229" y="170"/>
                    <a:pt x="1366" y="101"/>
                    <a:pt x="1483" y="20"/>
                  </a:cubicBezTo>
                  <a:lnTo>
                    <a:pt x="14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409946" y="2295993"/>
              <a:ext cx="10131" cy="74196"/>
            </a:xfrm>
            <a:custGeom>
              <a:avLst/>
              <a:gdLst/>
              <a:ahLst/>
              <a:cxnLst/>
              <a:rect l="l" t="t" r="r" b="b"/>
              <a:pathLst>
                <a:path w="102" h="747" extrusionOk="0">
                  <a:moveTo>
                    <a:pt x="81" y="0"/>
                  </a:moveTo>
                  <a:cubicBezTo>
                    <a:pt x="76" y="0"/>
                    <a:pt x="69" y="7"/>
                    <a:pt x="69" y="7"/>
                  </a:cubicBezTo>
                  <a:cubicBezTo>
                    <a:pt x="16" y="125"/>
                    <a:pt x="32" y="242"/>
                    <a:pt x="32" y="363"/>
                  </a:cubicBezTo>
                  <a:lnTo>
                    <a:pt x="32" y="496"/>
                  </a:lnTo>
                  <a:cubicBezTo>
                    <a:pt x="32" y="529"/>
                    <a:pt x="32" y="565"/>
                    <a:pt x="16" y="597"/>
                  </a:cubicBezTo>
                  <a:cubicBezTo>
                    <a:pt x="16" y="646"/>
                    <a:pt x="0" y="698"/>
                    <a:pt x="16" y="747"/>
                  </a:cubicBezTo>
                  <a:lnTo>
                    <a:pt x="32" y="747"/>
                  </a:lnTo>
                  <a:lnTo>
                    <a:pt x="32" y="731"/>
                  </a:lnTo>
                  <a:cubicBezTo>
                    <a:pt x="16" y="698"/>
                    <a:pt x="32" y="646"/>
                    <a:pt x="49" y="597"/>
                  </a:cubicBezTo>
                  <a:cubicBezTo>
                    <a:pt x="49" y="565"/>
                    <a:pt x="69" y="529"/>
                    <a:pt x="69" y="496"/>
                  </a:cubicBezTo>
                  <a:lnTo>
                    <a:pt x="69" y="363"/>
                  </a:lnTo>
                  <a:cubicBezTo>
                    <a:pt x="49" y="242"/>
                    <a:pt x="49" y="125"/>
                    <a:pt x="101" y="24"/>
                  </a:cubicBezTo>
                  <a:cubicBezTo>
                    <a:pt x="101" y="7"/>
                    <a:pt x="101" y="7"/>
                    <a:pt x="85" y="7"/>
                  </a:cubicBezTo>
                  <a:cubicBezTo>
                    <a:pt x="85" y="2"/>
                    <a:pt x="83" y="0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819563" y="3202731"/>
              <a:ext cx="4966" cy="62277"/>
            </a:xfrm>
            <a:custGeom>
              <a:avLst/>
              <a:gdLst/>
              <a:ahLst/>
              <a:cxnLst/>
              <a:rect l="l" t="t" r="r" b="b"/>
              <a:pathLst>
                <a:path w="50" h="627" extrusionOk="0">
                  <a:moveTo>
                    <a:pt x="33" y="0"/>
                  </a:moveTo>
                  <a:lnTo>
                    <a:pt x="17" y="20"/>
                  </a:ln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525"/>
                  </a:lnTo>
                  <a:cubicBezTo>
                    <a:pt x="17" y="558"/>
                    <a:pt x="17" y="574"/>
                    <a:pt x="1" y="606"/>
                  </a:cubicBezTo>
                  <a:lnTo>
                    <a:pt x="1" y="626"/>
                  </a:lnTo>
                  <a:lnTo>
                    <a:pt x="17" y="626"/>
                  </a:lnTo>
                  <a:cubicBezTo>
                    <a:pt x="49" y="590"/>
                    <a:pt x="33" y="558"/>
                    <a:pt x="33" y="525"/>
                  </a:cubicBezTo>
                  <a:lnTo>
                    <a:pt x="33" y="473"/>
                  </a:lnTo>
                  <a:lnTo>
                    <a:pt x="33" y="303"/>
                  </a:lnTo>
                  <a:cubicBezTo>
                    <a:pt x="33" y="202"/>
                    <a:pt x="33" y="121"/>
                    <a:pt x="49" y="20"/>
                  </a:cubicBezTo>
                  <a:cubicBezTo>
                    <a:pt x="49" y="20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1521886" y="1283573"/>
              <a:ext cx="203914" cy="446665"/>
            </a:xfrm>
            <a:custGeom>
              <a:avLst/>
              <a:gdLst/>
              <a:ahLst/>
              <a:cxnLst/>
              <a:rect l="l" t="t" r="r" b="b"/>
              <a:pathLst>
                <a:path w="2053" h="4497" extrusionOk="0">
                  <a:moveTo>
                    <a:pt x="53" y="0"/>
                  </a:moveTo>
                  <a:cubicBezTo>
                    <a:pt x="0" y="33"/>
                    <a:pt x="16" y="85"/>
                    <a:pt x="32" y="134"/>
                  </a:cubicBezTo>
                  <a:lnTo>
                    <a:pt x="32" y="186"/>
                  </a:lnTo>
                  <a:lnTo>
                    <a:pt x="32" y="437"/>
                  </a:lnTo>
                  <a:lnTo>
                    <a:pt x="32" y="760"/>
                  </a:lnTo>
                  <a:cubicBezTo>
                    <a:pt x="16" y="925"/>
                    <a:pt x="101" y="1063"/>
                    <a:pt x="170" y="1180"/>
                  </a:cubicBezTo>
                  <a:cubicBezTo>
                    <a:pt x="186" y="1196"/>
                    <a:pt x="202" y="1228"/>
                    <a:pt x="218" y="1265"/>
                  </a:cubicBezTo>
                  <a:cubicBezTo>
                    <a:pt x="707" y="2121"/>
                    <a:pt x="1228" y="3046"/>
                    <a:pt x="1870" y="4141"/>
                  </a:cubicBezTo>
                  <a:cubicBezTo>
                    <a:pt x="1887" y="4173"/>
                    <a:pt x="1903" y="4194"/>
                    <a:pt x="1919" y="4226"/>
                  </a:cubicBezTo>
                  <a:cubicBezTo>
                    <a:pt x="1971" y="4311"/>
                    <a:pt x="2020" y="4375"/>
                    <a:pt x="2036" y="4476"/>
                  </a:cubicBezTo>
                  <a:cubicBezTo>
                    <a:pt x="2036" y="4496"/>
                    <a:pt x="2036" y="4496"/>
                    <a:pt x="2052" y="4496"/>
                  </a:cubicBezTo>
                  <a:lnTo>
                    <a:pt x="2052" y="4476"/>
                  </a:lnTo>
                  <a:cubicBezTo>
                    <a:pt x="2052" y="4375"/>
                    <a:pt x="2004" y="4294"/>
                    <a:pt x="1951" y="4210"/>
                  </a:cubicBezTo>
                  <a:cubicBezTo>
                    <a:pt x="1935" y="4194"/>
                    <a:pt x="1919" y="4157"/>
                    <a:pt x="1903" y="4141"/>
                  </a:cubicBezTo>
                  <a:cubicBezTo>
                    <a:pt x="1265" y="3030"/>
                    <a:pt x="723" y="2105"/>
                    <a:pt x="234" y="1245"/>
                  </a:cubicBezTo>
                  <a:cubicBezTo>
                    <a:pt x="218" y="1212"/>
                    <a:pt x="202" y="1196"/>
                    <a:pt x="186" y="1164"/>
                  </a:cubicBezTo>
                  <a:cubicBezTo>
                    <a:pt x="117" y="1043"/>
                    <a:pt x="53" y="925"/>
                    <a:pt x="53" y="760"/>
                  </a:cubicBezTo>
                  <a:cubicBezTo>
                    <a:pt x="69" y="659"/>
                    <a:pt x="69" y="538"/>
                    <a:pt x="69" y="437"/>
                  </a:cubicBezTo>
                  <a:lnTo>
                    <a:pt x="69" y="186"/>
                  </a:lnTo>
                  <a:cubicBezTo>
                    <a:pt x="69" y="170"/>
                    <a:pt x="53" y="134"/>
                    <a:pt x="53" y="117"/>
                  </a:cubicBezTo>
                  <a:cubicBezTo>
                    <a:pt x="32" y="85"/>
                    <a:pt x="32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1841216" y="2161507"/>
              <a:ext cx="4966" cy="60290"/>
            </a:xfrm>
            <a:custGeom>
              <a:avLst/>
              <a:gdLst/>
              <a:ahLst/>
              <a:cxnLst/>
              <a:rect l="l" t="t" r="r" b="b"/>
              <a:pathLst>
                <a:path w="50" h="607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cubicBezTo>
                    <a:pt x="17" y="335"/>
                    <a:pt x="17" y="384"/>
                    <a:pt x="1" y="453"/>
                  </a:cubicBezTo>
                  <a:cubicBezTo>
                    <a:pt x="1" y="469"/>
                    <a:pt x="1" y="485"/>
                    <a:pt x="17" y="485"/>
                  </a:cubicBezTo>
                  <a:cubicBezTo>
                    <a:pt x="17" y="521"/>
                    <a:pt x="17" y="554"/>
                    <a:pt x="1" y="570"/>
                  </a:cubicBezTo>
                  <a:lnTo>
                    <a:pt x="1" y="586"/>
                  </a:lnTo>
                  <a:lnTo>
                    <a:pt x="1" y="606"/>
                  </a:lnTo>
                  <a:lnTo>
                    <a:pt x="17" y="586"/>
                  </a:lnTo>
                  <a:cubicBezTo>
                    <a:pt x="33" y="554"/>
                    <a:pt x="33" y="521"/>
                    <a:pt x="33" y="485"/>
                  </a:cubicBezTo>
                  <a:lnTo>
                    <a:pt x="33" y="453"/>
                  </a:lnTo>
                  <a:lnTo>
                    <a:pt x="33" y="283"/>
                  </a:lnTo>
                  <a:cubicBezTo>
                    <a:pt x="33" y="202"/>
                    <a:pt x="33" y="101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1530229" y="1639852"/>
              <a:ext cx="170640" cy="351213"/>
            </a:xfrm>
            <a:custGeom>
              <a:avLst/>
              <a:gdLst/>
              <a:ahLst/>
              <a:cxnLst/>
              <a:rect l="l" t="t" r="r" b="b"/>
              <a:pathLst>
                <a:path w="1718" h="3536" extrusionOk="0">
                  <a:moveTo>
                    <a:pt x="1" y="1"/>
                  </a:moveTo>
                  <a:lnTo>
                    <a:pt x="1" y="17"/>
                  </a:lnTo>
                  <a:cubicBezTo>
                    <a:pt x="86" y="102"/>
                    <a:pt x="134" y="182"/>
                    <a:pt x="187" y="283"/>
                  </a:cubicBezTo>
                  <a:cubicBezTo>
                    <a:pt x="203" y="320"/>
                    <a:pt x="219" y="352"/>
                    <a:pt x="251" y="384"/>
                  </a:cubicBezTo>
                  <a:cubicBezTo>
                    <a:pt x="405" y="639"/>
                    <a:pt x="554" y="909"/>
                    <a:pt x="708" y="1160"/>
                  </a:cubicBezTo>
                  <a:cubicBezTo>
                    <a:pt x="793" y="1313"/>
                    <a:pt x="878" y="1447"/>
                    <a:pt x="958" y="1580"/>
                  </a:cubicBezTo>
                  <a:cubicBezTo>
                    <a:pt x="1197" y="1984"/>
                    <a:pt x="1431" y="2356"/>
                    <a:pt x="1649" y="2727"/>
                  </a:cubicBezTo>
                  <a:cubicBezTo>
                    <a:pt x="1665" y="2727"/>
                    <a:pt x="1665" y="2743"/>
                    <a:pt x="1665" y="2743"/>
                  </a:cubicBezTo>
                  <a:cubicBezTo>
                    <a:pt x="1685" y="2760"/>
                    <a:pt x="1702" y="2776"/>
                    <a:pt x="1702" y="2792"/>
                  </a:cubicBezTo>
                  <a:lnTo>
                    <a:pt x="1702" y="3010"/>
                  </a:lnTo>
                  <a:lnTo>
                    <a:pt x="1702" y="3467"/>
                  </a:lnTo>
                  <a:cubicBezTo>
                    <a:pt x="1702" y="3483"/>
                    <a:pt x="1685" y="3483"/>
                    <a:pt x="1685" y="3483"/>
                  </a:cubicBezTo>
                  <a:lnTo>
                    <a:pt x="1665" y="3499"/>
                  </a:lnTo>
                  <a:lnTo>
                    <a:pt x="1665" y="3515"/>
                  </a:lnTo>
                  <a:lnTo>
                    <a:pt x="1685" y="3535"/>
                  </a:lnTo>
                  <a:lnTo>
                    <a:pt x="1685" y="3515"/>
                  </a:lnTo>
                  <a:lnTo>
                    <a:pt x="1702" y="3499"/>
                  </a:lnTo>
                  <a:cubicBezTo>
                    <a:pt x="1702" y="3499"/>
                    <a:pt x="1718" y="3483"/>
                    <a:pt x="1718" y="3467"/>
                  </a:cubicBezTo>
                  <a:lnTo>
                    <a:pt x="1718" y="3010"/>
                  </a:lnTo>
                  <a:lnTo>
                    <a:pt x="1718" y="2792"/>
                  </a:lnTo>
                  <a:cubicBezTo>
                    <a:pt x="1718" y="2760"/>
                    <a:pt x="1702" y="2743"/>
                    <a:pt x="1685" y="2727"/>
                  </a:cubicBezTo>
                  <a:lnTo>
                    <a:pt x="1685" y="2707"/>
                  </a:lnTo>
                  <a:cubicBezTo>
                    <a:pt x="1463" y="2356"/>
                    <a:pt x="1229" y="1968"/>
                    <a:pt x="995" y="1580"/>
                  </a:cubicBezTo>
                  <a:cubicBezTo>
                    <a:pt x="910" y="1431"/>
                    <a:pt x="825" y="1293"/>
                    <a:pt x="740" y="1160"/>
                  </a:cubicBezTo>
                  <a:cubicBezTo>
                    <a:pt x="591" y="889"/>
                    <a:pt x="437" y="639"/>
                    <a:pt x="272" y="368"/>
                  </a:cubicBezTo>
                  <a:cubicBezTo>
                    <a:pt x="251" y="336"/>
                    <a:pt x="235" y="304"/>
                    <a:pt x="203" y="267"/>
                  </a:cubicBezTo>
                  <a:cubicBezTo>
                    <a:pt x="150" y="166"/>
                    <a:pt x="102" y="8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987021" y="1690011"/>
              <a:ext cx="6456" cy="96842"/>
            </a:xfrm>
            <a:custGeom>
              <a:avLst/>
              <a:gdLst/>
              <a:ahLst/>
              <a:cxnLst/>
              <a:rect l="l" t="t" r="r" b="b"/>
              <a:pathLst>
                <a:path w="65" h="975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66"/>
                    <a:pt x="16" y="336"/>
                    <a:pt x="16" y="505"/>
                  </a:cubicBezTo>
                  <a:lnTo>
                    <a:pt x="16" y="808"/>
                  </a:lnTo>
                  <a:lnTo>
                    <a:pt x="16" y="841"/>
                  </a:lnTo>
                  <a:cubicBezTo>
                    <a:pt x="16" y="873"/>
                    <a:pt x="16" y="926"/>
                    <a:pt x="49" y="958"/>
                  </a:cubicBezTo>
                  <a:lnTo>
                    <a:pt x="49" y="974"/>
                  </a:lnTo>
                  <a:lnTo>
                    <a:pt x="65" y="958"/>
                  </a:lnTo>
                  <a:lnTo>
                    <a:pt x="65" y="942"/>
                  </a:lnTo>
                  <a:cubicBezTo>
                    <a:pt x="33" y="909"/>
                    <a:pt x="33" y="873"/>
                    <a:pt x="49" y="841"/>
                  </a:cubicBezTo>
                  <a:lnTo>
                    <a:pt x="49" y="808"/>
                  </a:lnTo>
                  <a:cubicBezTo>
                    <a:pt x="33" y="707"/>
                    <a:pt x="33" y="606"/>
                    <a:pt x="49" y="505"/>
                  </a:cubicBezTo>
                  <a:cubicBezTo>
                    <a:pt x="49" y="336"/>
                    <a:pt x="49" y="166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1035591" y="320948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54"/>
                    <a:pt x="16" y="288"/>
                    <a:pt x="16" y="405"/>
                  </a:cubicBezTo>
                  <a:lnTo>
                    <a:pt x="16" y="623"/>
                  </a:lnTo>
                  <a:lnTo>
                    <a:pt x="16" y="825"/>
                  </a:lnTo>
                  <a:lnTo>
                    <a:pt x="16" y="910"/>
                  </a:lnTo>
                  <a:cubicBezTo>
                    <a:pt x="16" y="910"/>
                    <a:pt x="16" y="926"/>
                    <a:pt x="32" y="926"/>
                  </a:cubicBezTo>
                  <a:lnTo>
                    <a:pt x="32" y="910"/>
                  </a:lnTo>
                  <a:lnTo>
                    <a:pt x="32" y="825"/>
                  </a:lnTo>
                  <a:cubicBezTo>
                    <a:pt x="32" y="760"/>
                    <a:pt x="49" y="692"/>
                    <a:pt x="32" y="623"/>
                  </a:cubicBezTo>
                  <a:lnTo>
                    <a:pt x="32" y="405"/>
                  </a:lnTo>
                  <a:cubicBezTo>
                    <a:pt x="49" y="288"/>
                    <a:pt x="49" y="154"/>
                    <a:pt x="32" y="17"/>
                  </a:cubicBezTo>
                  <a:cubicBezTo>
                    <a:pt x="32" y="1"/>
                    <a:pt x="16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1792646" y="2873667"/>
              <a:ext cx="5364" cy="50258"/>
            </a:xfrm>
            <a:custGeom>
              <a:avLst/>
              <a:gdLst/>
              <a:ahLst/>
              <a:cxnLst/>
              <a:rect l="l" t="t" r="r" b="b"/>
              <a:pathLst>
                <a:path w="54" h="506" extrusionOk="0">
                  <a:moveTo>
                    <a:pt x="17" y="1"/>
                  </a:moveTo>
                  <a:cubicBezTo>
                    <a:pt x="1" y="81"/>
                    <a:pt x="1" y="166"/>
                    <a:pt x="17" y="251"/>
                  </a:cubicBezTo>
                  <a:cubicBezTo>
                    <a:pt x="17" y="336"/>
                    <a:pt x="17" y="421"/>
                    <a:pt x="1" y="485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53" y="421"/>
                    <a:pt x="33" y="336"/>
                    <a:pt x="33" y="251"/>
                  </a:cubicBezTo>
                  <a:cubicBezTo>
                    <a:pt x="33" y="166"/>
                    <a:pt x="33" y="81"/>
                    <a:pt x="53" y="17"/>
                  </a:cubicBezTo>
                  <a:cubicBezTo>
                    <a:pt x="53" y="1"/>
                    <a:pt x="53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936861" y="2276624"/>
              <a:ext cx="4867" cy="55423"/>
            </a:xfrm>
            <a:custGeom>
              <a:avLst/>
              <a:gdLst/>
              <a:ahLst/>
              <a:cxnLst/>
              <a:rect l="l" t="t" r="r" b="b"/>
              <a:pathLst>
                <a:path w="49" h="558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85"/>
                    <a:pt x="16" y="154"/>
                    <a:pt x="0" y="219"/>
                  </a:cubicBezTo>
                  <a:cubicBezTo>
                    <a:pt x="0" y="320"/>
                    <a:pt x="0" y="437"/>
                    <a:pt x="16" y="558"/>
                  </a:cubicBezTo>
                  <a:lnTo>
                    <a:pt x="33" y="558"/>
                  </a:lnTo>
                  <a:cubicBezTo>
                    <a:pt x="49" y="558"/>
                    <a:pt x="49" y="558"/>
                    <a:pt x="49" y="538"/>
                  </a:cubicBezTo>
                  <a:cubicBezTo>
                    <a:pt x="33" y="437"/>
                    <a:pt x="33" y="320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1819563" y="3495640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17"/>
                    <a:pt x="1" y="218"/>
                    <a:pt x="17" y="335"/>
                  </a:cubicBezTo>
                  <a:lnTo>
                    <a:pt x="17" y="521"/>
                  </a:lnTo>
                  <a:lnTo>
                    <a:pt x="17" y="570"/>
                  </a:lnTo>
                  <a:cubicBezTo>
                    <a:pt x="17" y="606"/>
                    <a:pt x="17" y="638"/>
                    <a:pt x="1" y="654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49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35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608990" y="2243351"/>
              <a:ext cx="5364" cy="85122"/>
            </a:xfrm>
            <a:custGeom>
              <a:avLst/>
              <a:gdLst/>
              <a:ahLst/>
              <a:cxnLst/>
              <a:rect l="l" t="t" r="r" b="b"/>
              <a:pathLst>
                <a:path w="54" h="857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50"/>
                    <a:pt x="17" y="303"/>
                    <a:pt x="17" y="437"/>
                  </a:cubicBezTo>
                  <a:cubicBezTo>
                    <a:pt x="17" y="521"/>
                    <a:pt x="1" y="606"/>
                    <a:pt x="17" y="671"/>
                  </a:cubicBezTo>
                  <a:lnTo>
                    <a:pt x="17" y="792"/>
                  </a:lnTo>
                  <a:lnTo>
                    <a:pt x="17" y="840"/>
                  </a:lnTo>
                  <a:lnTo>
                    <a:pt x="17" y="857"/>
                  </a:lnTo>
                  <a:cubicBezTo>
                    <a:pt x="33" y="857"/>
                    <a:pt x="33" y="840"/>
                    <a:pt x="33" y="840"/>
                  </a:cubicBezTo>
                  <a:lnTo>
                    <a:pt x="33" y="792"/>
                  </a:lnTo>
                  <a:lnTo>
                    <a:pt x="33" y="671"/>
                  </a:lnTo>
                  <a:lnTo>
                    <a:pt x="33" y="437"/>
                  </a:lnTo>
                  <a:cubicBezTo>
                    <a:pt x="33" y="303"/>
                    <a:pt x="53" y="150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851343" y="2955511"/>
              <a:ext cx="354789" cy="250895"/>
            </a:xfrm>
            <a:custGeom>
              <a:avLst/>
              <a:gdLst/>
              <a:ahLst/>
              <a:cxnLst/>
              <a:rect l="l" t="t" r="r" b="b"/>
              <a:pathLst>
                <a:path w="3572" h="2526" extrusionOk="0">
                  <a:moveTo>
                    <a:pt x="3552" y="1"/>
                  </a:moveTo>
                  <a:cubicBezTo>
                    <a:pt x="2946" y="219"/>
                    <a:pt x="2340" y="437"/>
                    <a:pt x="1887" y="623"/>
                  </a:cubicBezTo>
                  <a:cubicBezTo>
                    <a:pt x="1532" y="756"/>
                    <a:pt x="1148" y="893"/>
                    <a:pt x="793" y="1027"/>
                  </a:cubicBezTo>
                  <a:cubicBezTo>
                    <a:pt x="643" y="1075"/>
                    <a:pt x="506" y="1128"/>
                    <a:pt x="356" y="1176"/>
                  </a:cubicBezTo>
                  <a:cubicBezTo>
                    <a:pt x="271" y="1213"/>
                    <a:pt x="171" y="1245"/>
                    <a:pt x="86" y="1277"/>
                  </a:cubicBezTo>
                  <a:cubicBezTo>
                    <a:pt x="37" y="1297"/>
                    <a:pt x="1" y="1346"/>
                    <a:pt x="1" y="1415"/>
                  </a:cubicBezTo>
                  <a:lnTo>
                    <a:pt x="1" y="2105"/>
                  </a:lnTo>
                  <a:lnTo>
                    <a:pt x="1" y="2441"/>
                  </a:lnTo>
                  <a:cubicBezTo>
                    <a:pt x="1" y="2457"/>
                    <a:pt x="1" y="2473"/>
                    <a:pt x="17" y="2489"/>
                  </a:cubicBezTo>
                  <a:lnTo>
                    <a:pt x="17" y="2509"/>
                  </a:lnTo>
                  <a:cubicBezTo>
                    <a:pt x="17" y="2509"/>
                    <a:pt x="17" y="2525"/>
                    <a:pt x="37" y="2525"/>
                  </a:cubicBezTo>
                  <a:cubicBezTo>
                    <a:pt x="37" y="2525"/>
                    <a:pt x="53" y="2509"/>
                    <a:pt x="37" y="2509"/>
                  </a:cubicBezTo>
                  <a:lnTo>
                    <a:pt x="37" y="2473"/>
                  </a:lnTo>
                  <a:lnTo>
                    <a:pt x="37" y="2441"/>
                  </a:lnTo>
                  <a:lnTo>
                    <a:pt x="37" y="2105"/>
                  </a:lnTo>
                  <a:lnTo>
                    <a:pt x="37" y="1415"/>
                  </a:lnTo>
                  <a:cubicBezTo>
                    <a:pt x="37" y="1346"/>
                    <a:pt x="53" y="1330"/>
                    <a:pt x="102" y="1297"/>
                  </a:cubicBezTo>
                  <a:cubicBezTo>
                    <a:pt x="187" y="1277"/>
                    <a:pt x="271" y="1245"/>
                    <a:pt x="372" y="1213"/>
                  </a:cubicBezTo>
                  <a:cubicBezTo>
                    <a:pt x="522" y="1160"/>
                    <a:pt x="659" y="1112"/>
                    <a:pt x="809" y="1043"/>
                  </a:cubicBezTo>
                  <a:cubicBezTo>
                    <a:pt x="1164" y="926"/>
                    <a:pt x="1532" y="772"/>
                    <a:pt x="1904" y="639"/>
                  </a:cubicBezTo>
                  <a:cubicBezTo>
                    <a:pt x="2360" y="469"/>
                    <a:pt x="2946" y="235"/>
                    <a:pt x="3572" y="17"/>
                  </a:cubicBezTo>
                  <a:lnTo>
                    <a:pt x="35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1841216" y="3077482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203"/>
                    <a:pt x="1" y="288"/>
                  </a:cubicBezTo>
                  <a:cubicBezTo>
                    <a:pt x="17" y="352"/>
                    <a:pt x="17" y="405"/>
                    <a:pt x="1" y="473"/>
                  </a:cubicBezTo>
                  <a:cubicBezTo>
                    <a:pt x="1" y="490"/>
                    <a:pt x="1" y="506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73"/>
                  </a:lnTo>
                  <a:lnTo>
                    <a:pt x="33" y="288"/>
                  </a:lnTo>
                  <a:cubicBezTo>
                    <a:pt x="33" y="203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1670675" y="2714747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7"/>
                    <a:pt x="17" y="267"/>
                  </a:cubicBezTo>
                  <a:cubicBezTo>
                    <a:pt x="17" y="320"/>
                    <a:pt x="33" y="368"/>
                    <a:pt x="17" y="437"/>
                  </a:cubicBezTo>
                  <a:lnTo>
                    <a:pt x="17" y="490"/>
                  </a:lnTo>
                  <a:cubicBezTo>
                    <a:pt x="17" y="522"/>
                    <a:pt x="33" y="538"/>
                    <a:pt x="17" y="570"/>
                  </a:cubicBezTo>
                  <a:cubicBezTo>
                    <a:pt x="1" y="570"/>
                    <a:pt x="17" y="591"/>
                    <a:pt x="17" y="591"/>
                  </a:cubicBezTo>
                  <a:lnTo>
                    <a:pt x="33" y="591"/>
                  </a:lnTo>
                  <a:cubicBezTo>
                    <a:pt x="49" y="554"/>
                    <a:pt x="49" y="522"/>
                    <a:pt x="49" y="469"/>
                  </a:cubicBezTo>
                  <a:lnTo>
                    <a:pt x="49" y="437"/>
                  </a:lnTo>
                  <a:lnTo>
                    <a:pt x="49" y="267"/>
                  </a:lnTo>
                  <a:cubicBezTo>
                    <a:pt x="49" y="187"/>
                    <a:pt x="49" y="102"/>
                    <a:pt x="70" y="17"/>
                  </a:cubicBezTo>
                  <a:cubicBezTo>
                    <a:pt x="70" y="17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687655" y="1785065"/>
              <a:ext cx="125348" cy="165873"/>
            </a:xfrm>
            <a:custGeom>
              <a:avLst/>
              <a:gdLst/>
              <a:ahLst/>
              <a:cxnLst/>
              <a:rect l="l" t="t" r="r" b="b"/>
              <a:pathLst>
                <a:path w="1262" h="1670" extrusionOk="0">
                  <a:moveTo>
                    <a:pt x="1245" y="1"/>
                  </a:moveTo>
                  <a:cubicBezTo>
                    <a:pt x="1180" y="33"/>
                    <a:pt x="1128" y="70"/>
                    <a:pt x="1059" y="86"/>
                  </a:cubicBezTo>
                  <a:cubicBezTo>
                    <a:pt x="926" y="171"/>
                    <a:pt x="792" y="235"/>
                    <a:pt x="655" y="304"/>
                  </a:cubicBezTo>
                  <a:lnTo>
                    <a:pt x="405" y="457"/>
                  </a:lnTo>
                  <a:cubicBezTo>
                    <a:pt x="304" y="522"/>
                    <a:pt x="203" y="575"/>
                    <a:pt x="102" y="623"/>
                  </a:cubicBezTo>
                  <a:lnTo>
                    <a:pt x="85" y="639"/>
                  </a:lnTo>
                  <a:cubicBezTo>
                    <a:pt x="49" y="659"/>
                    <a:pt x="1" y="692"/>
                    <a:pt x="1" y="740"/>
                  </a:cubicBezTo>
                  <a:lnTo>
                    <a:pt x="1" y="1063"/>
                  </a:lnTo>
                  <a:cubicBezTo>
                    <a:pt x="1" y="1265"/>
                    <a:pt x="1" y="1467"/>
                    <a:pt x="17" y="1669"/>
                  </a:cubicBezTo>
                  <a:lnTo>
                    <a:pt x="33" y="1669"/>
                  </a:lnTo>
                  <a:cubicBezTo>
                    <a:pt x="33" y="1669"/>
                    <a:pt x="49" y="1669"/>
                    <a:pt x="49" y="1649"/>
                  </a:cubicBezTo>
                  <a:cubicBezTo>
                    <a:pt x="17" y="1467"/>
                    <a:pt x="33" y="1265"/>
                    <a:pt x="33" y="1063"/>
                  </a:cubicBezTo>
                  <a:lnTo>
                    <a:pt x="33" y="740"/>
                  </a:lnTo>
                  <a:cubicBezTo>
                    <a:pt x="33" y="708"/>
                    <a:pt x="49" y="692"/>
                    <a:pt x="102" y="659"/>
                  </a:cubicBezTo>
                  <a:lnTo>
                    <a:pt x="118" y="659"/>
                  </a:lnTo>
                  <a:cubicBezTo>
                    <a:pt x="219" y="607"/>
                    <a:pt x="320" y="538"/>
                    <a:pt x="421" y="490"/>
                  </a:cubicBezTo>
                  <a:lnTo>
                    <a:pt x="675" y="336"/>
                  </a:lnTo>
                  <a:cubicBezTo>
                    <a:pt x="809" y="255"/>
                    <a:pt x="942" y="187"/>
                    <a:pt x="1079" y="118"/>
                  </a:cubicBezTo>
                  <a:cubicBezTo>
                    <a:pt x="1128" y="86"/>
                    <a:pt x="1196" y="53"/>
                    <a:pt x="1245" y="17"/>
                  </a:cubicBezTo>
                  <a:cubicBezTo>
                    <a:pt x="1261" y="17"/>
                    <a:pt x="1261" y="17"/>
                    <a:pt x="12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1528640" y="2005765"/>
              <a:ext cx="177096" cy="327971"/>
            </a:xfrm>
            <a:custGeom>
              <a:avLst/>
              <a:gdLst/>
              <a:ahLst/>
              <a:cxnLst/>
              <a:rect l="l" t="t" r="r" b="b"/>
              <a:pathLst>
                <a:path w="1783" h="3302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17"/>
                    <a:pt x="17" y="33"/>
                    <a:pt x="17" y="33"/>
                  </a:cubicBezTo>
                  <a:cubicBezTo>
                    <a:pt x="65" y="53"/>
                    <a:pt x="102" y="102"/>
                    <a:pt x="118" y="154"/>
                  </a:cubicBezTo>
                  <a:lnTo>
                    <a:pt x="134" y="154"/>
                  </a:lnTo>
                  <a:cubicBezTo>
                    <a:pt x="288" y="421"/>
                    <a:pt x="453" y="675"/>
                    <a:pt x="607" y="893"/>
                  </a:cubicBezTo>
                  <a:cubicBezTo>
                    <a:pt x="708" y="1027"/>
                    <a:pt x="793" y="1164"/>
                    <a:pt x="873" y="1281"/>
                  </a:cubicBezTo>
                  <a:cubicBezTo>
                    <a:pt x="1043" y="1532"/>
                    <a:pt x="1213" y="1802"/>
                    <a:pt x="1399" y="2037"/>
                  </a:cubicBezTo>
                  <a:cubicBezTo>
                    <a:pt x="1665" y="2376"/>
                    <a:pt x="1766" y="2728"/>
                    <a:pt x="1718" y="3115"/>
                  </a:cubicBezTo>
                  <a:cubicBezTo>
                    <a:pt x="1701" y="3131"/>
                    <a:pt x="1718" y="3148"/>
                    <a:pt x="1718" y="3164"/>
                  </a:cubicBezTo>
                  <a:cubicBezTo>
                    <a:pt x="1718" y="3216"/>
                    <a:pt x="1718" y="3249"/>
                    <a:pt x="1681" y="3285"/>
                  </a:cubicBezTo>
                  <a:lnTo>
                    <a:pt x="1681" y="3301"/>
                  </a:lnTo>
                  <a:lnTo>
                    <a:pt x="1701" y="3301"/>
                  </a:lnTo>
                  <a:cubicBezTo>
                    <a:pt x="1734" y="3249"/>
                    <a:pt x="1734" y="3216"/>
                    <a:pt x="1734" y="3164"/>
                  </a:cubicBezTo>
                  <a:lnTo>
                    <a:pt x="1734" y="3115"/>
                  </a:lnTo>
                  <a:cubicBezTo>
                    <a:pt x="1782" y="2711"/>
                    <a:pt x="1681" y="2356"/>
                    <a:pt x="1415" y="2021"/>
                  </a:cubicBezTo>
                  <a:cubicBezTo>
                    <a:pt x="1229" y="1786"/>
                    <a:pt x="1059" y="1516"/>
                    <a:pt x="894" y="1281"/>
                  </a:cubicBezTo>
                  <a:cubicBezTo>
                    <a:pt x="809" y="1144"/>
                    <a:pt x="724" y="1011"/>
                    <a:pt x="639" y="877"/>
                  </a:cubicBezTo>
                  <a:cubicBezTo>
                    <a:pt x="469" y="659"/>
                    <a:pt x="304" y="405"/>
                    <a:pt x="150" y="154"/>
                  </a:cubicBezTo>
                  <a:lnTo>
                    <a:pt x="150" y="134"/>
                  </a:lnTo>
                  <a:cubicBezTo>
                    <a:pt x="118" y="86"/>
                    <a:pt x="86" y="33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1247848" y="3051558"/>
              <a:ext cx="168952" cy="186532"/>
            </a:xfrm>
            <a:custGeom>
              <a:avLst/>
              <a:gdLst/>
              <a:ahLst/>
              <a:cxnLst/>
              <a:rect l="l" t="t" r="r" b="b"/>
              <a:pathLst>
                <a:path w="1701" h="1878" extrusionOk="0">
                  <a:moveTo>
                    <a:pt x="1686" y="0"/>
                  </a:moveTo>
                  <a:cubicBezTo>
                    <a:pt x="1683" y="0"/>
                    <a:pt x="1681" y="2"/>
                    <a:pt x="1681" y="7"/>
                  </a:cubicBezTo>
                  <a:lnTo>
                    <a:pt x="1313" y="128"/>
                  </a:lnTo>
                  <a:cubicBezTo>
                    <a:pt x="994" y="246"/>
                    <a:pt x="671" y="363"/>
                    <a:pt x="351" y="480"/>
                  </a:cubicBezTo>
                  <a:cubicBezTo>
                    <a:pt x="267" y="512"/>
                    <a:pt x="186" y="532"/>
                    <a:pt x="85" y="565"/>
                  </a:cubicBezTo>
                  <a:cubicBezTo>
                    <a:pt x="49" y="581"/>
                    <a:pt x="0" y="597"/>
                    <a:pt x="16" y="682"/>
                  </a:cubicBezTo>
                  <a:lnTo>
                    <a:pt x="16" y="1118"/>
                  </a:lnTo>
                  <a:cubicBezTo>
                    <a:pt x="16" y="1340"/>
                    <a:pt x="0" y="1575"/>
                    <a:pt x="16" y="1793"/>
                  </a:cubicBezTo>
                  <a:lnTo>
                    <a:pt x="16" y="1825"/>
                  </a:lnTo>
                  <a:cubicBezTo>
                    <a:pt x="0" y="1845"/>
                    <a:pt x="0" y="1845"/>
                    <a:pt x="0" y="1861"/>
                  </a:cubicBezTo>
                  <a:lnTo>
                    <a:pt x="0" y="1878"/>
                  </a:lnTo>
                  <a:lnTo>
                    <a:pt x="16" y="1878"/>
                  </a:lnTo>
                  <a:lnTo>
                    <a:pt x="16" y="1861"/>
                  </a:lnTo>
                  <a:cubicBezTo>
                    <a:pt x="32" y="1861"/>
                    <a:pt x="32" y="1861"/>
                    <a:pt x="32" y="1845"/>
                  </a:cubicBezTo>
                  <a:cubicBezTo>
                    <a:pt x="49" y="1825"/>
                    <a:pt x="49" y="1809"/>
                    <a:pt x="49" y="1793"/>
                  </a:cubicBezTo>
                  <a:cubicBezTo>
                    <a:pt x="32" y="1575"/>
                    <a:pt x="32" y="1340"/>
                    <a:pt x="32" y="1118"/>
                  </a:cubicBezTo>
                  <a:lnTo>
                    <a:pt x="32" y="682"/>
                  </a:lnTo>
                  <a:cubicBezTo>
                    <a:pt x="32" y="633"/>
                    <a:pt x="49" y="613"/>
                    <a:pt x="101" y="597"/>
                  </a:cubicBezTo>
                  <a:cubicBezTo>
                    <a:pt x="186" y="565"/>
                    <a:pt x="267" y="532"/>
                    <a:pt x="368" y="496"/>
                  </a:cubicBezTo>
                  <a:cubicBezTo>
                    <a:pt x="691" y="379"/>
                    <a:pt x="994" y="278"/>
                    <a:pt x="1313" y="161"/>
                  </a:cubicBezTo>
                  <a:lnTo>
                    <a:pt x="1681" y="27"/>
                  </a:lnTo>
                  <a:cubicBezTo>
                    <a:pt x="1701" y="27"/>
                    <a:pt x="1701" y="7"/>
                    <a:pt x="1701" y="7"/>
                  </a:cubicBezTo>
                  <a:cubicBezTo>
                    <a:pt x="1701" y="7"/>
                    <a:pt x="1692" y="0"/>
                    <a:pt x="1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1928324" y="2122969"/>
              <a:ext cx="142134" cy="331150"/>
            </a:xfrm>
            <a:custGeom>
              <a:avLst/>
              <a:gdLst/>
              <a:ahLst/>
              <a:cxnLst/>
              <a:rect l="l" t="t" r="r" b="b"/>
              <a:pathLst>
                <a:path w="1431" h="3334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85"/>
                    <a:pt x="134" y="166"/>
                    <a:pt x="182" y="267"/>
                  </a:cubicBezTo>
                  <a:cubicBezTo>
                    <a:pt x="202" y="303"/>
                    <a:pt x="218" y="336"/>
                    <a:pt x="235" y="368"/>
                  </a:cubicBezTo>
                  <a:cubicBezTo>
                    <a:pt x="469" y="756"/>
                    <a:pt x="687" y="1144"/>
                    <a:pt x="909" y="1515"/>
                  </a:cubicBezTo>
                  <a:cubicBezTo>
                    <a:pt x="1043" y="1749"/>
                    <a:pt x="1176" y="1968"/>
                    <a:pt x="1313" y="2206"/>
                  </a:cubicBezTo>
                  <a:cubicBezTo>
                    <a:pt x="1362" y="2287"/>
                    <a:pt x="1378" y="2372"/>
                    <a:pt x="1378" y="2440"/>
                  </a:cubicBezTo>
                  <a:cubicBezTo>
                    <a:pt x="1362" y="2525"/>
                    <a:pt x="1362" y="2626"/>
                    <a:pt x="1378" y="2711"/>
                  </a:cubicBezTo>
                  <a:cubicBezTo>
                    <a:pt x="1378" y="2828"/>
                    <a:pt x="1378" y="2961"/>
                    <a:pt x="1346" y="3095"/>
                  </a:cubicBezTo>
                  <a:cubicBezTo>
                    <a:pt x="1346" y="3147"/>
                    <a:pt x="1362" y="3196"/>
                    <a:pt x="1378" y="3248"/>
                  </a:cubicBezTo>
                  <a:cubicBezTo>
                    <a:pt x="1394" y="3281"/>
                    <a:pt x="1394" y="3297"/>
                    <a:pt x="1394" y="3333"/>
                  </a:cubicBezTo>
                  <a:lnTo>
                    <a:pt x="1414" y="3333"/>
                  </a:lnTo>
                  <a:cubicBezTo>
                    <a:pt x="1430" y="3333"/>
                    <a:pt x="1430" y="3333"/>
                    <a:pt x="1430" y="3317"/>
                  </a:cubicBezTo>
                  <a:cubicBezTo>
                    <a:pt x="1430" y="3297"/>
                    <a:pt x="1414" y="3264"/>
                    <a:pt x="1414" y="3248"/>
                  </a:cubicBezTo>
                  <a:cubicBezTo>
                    <a:pt x="1378" y="3196"/>
                    <a:pt x="1362" y="3147"/>
                    <a:pt x="1378" y="3095"/>
                  </a:cubicBezTo>
                  <a:cubicBezTo>
                    <a:pt x="1394" y="2961"/>
                    <a:pt x="1394" y="2828"/>
                    <a:pt x="1394" y="2691"/>
                  </a:cubicBezTo>
                  <a:lnTo>
                    <a:pt x="1394" y="2440"/>
                  </a:lnTo>
                  <a:cubicBezTo>
                    <a:pt x="1414" y="2355"/>
                    <a:pt x="1378" y="2287"/>
                    <a:pt x="1329" y="2186"/>
                  </a:cubicBezTo>
                  <a:cubicBezTo>
                    <a:pt x="1192" y="1968"/>
                    <a:pt x="1059" y="1733"/>
                    <a:pt x="925" y="1499"/>
                  </a:cubicBezTo>
                  <a:cubicBezTo>
                    <a:pt x="707" y="1127"/>
                    <a:pt x="485" y="740"/>
                    <a:pt x="267" y="352"/>
                  </a:cubicBezTo>
                  <a:cubicBezTo>
                    <a:pt x="235" y="319"/>
                    <a:pt x="218" y="287"/>
                    <a:pt x="202" y="251"/>
                  </a:cubicBezTo>
                  <a:cubicBezTo>
                    <a:pt x="166" y="166"/>
                    <a:pt x="117" y="65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1923059" y="3136084"/>
              <a:ext cx="148988" cy="282580"/>
            </a:xfrm>
            <a:custGeom>
              <a:avLst/>
              <a:gdLst/>
              <a:ahLst/>
              <a:cxnLst/>
              <a:rect l="l" t="t" r="r" b="b"/>
              <a:pathLst>
                <a:path w="1500" h="2845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34"/>
                    <a:pt x="86" y="219"/>
                    <a:pt x="154" y="287"/>
                  </a:cubicBezTo>
                  <a:cubicBezTo>
                    <a:pt x="187" y="320"/>
                    <a:pt x="219" y="336"/>
                    <a:pt x="255" y="368"/>
                  </a:cubicBezTo>
                  <a:cubicBezTo>
                    <a:pt x="506" y="691"/>
                    <a:pt x="776" y="1027"/>
                    <a:pt x="1027" y="1330"/>
                  </a:cubicBezTo>
                  <a:cubicBezTo>
                    <a:pt x="1144" y="1479"/>
                    <a:pt x="1265" y="1616"/>
                    <a:pt x="1382" y="1750"/>
                  </a:cubicBezTo>
                  <a:cubicBezTo>
                    <a:pt x="1415" y="1802"/>
                    <a:pt x="1447" y="1867"/>
                    <a:pt x="1447" y="1935"/>
                  </a:cubicBezTo>
                  <a:cubicBezTo>
                    <a:pt x="1431" y="2053"/>
                    <a:pt x="1431" y="2170"/>
                    <a:pt x="1431" y="2287"/>
                  </a:cubicBezTo>
                  <a:lnTo>
                    <a:pt x="1431" y="2558"/>
                  </a:lnTo>
                  <a:lnTo>
                    <a:pt x="1431" y="2574"/>
                  </a:lnTo>
                  <a:cubicBezTo>
                    <a:pt x="1447" y="2590"/>
                    <a:pt x="1447" y="2610"/>
                    <a:pt x="1431" y="2626"/>
                  </a:cubicBezTo>
                  <a:cubicBezTo>
                    <a:pt x="1399" y="2711"/>
                    <a:pt x="1415" y="2776"/>
                    <a:pt x="1483" y="2828"/>
                  </a:cubicBezTo>
                  <a:lnTo>
                    <a:pt x="1500" y="2844"/>
                  </a:lnTo>
                  <a:lnTo>
                    <a:pt x="1500" y="2828"/>
                  </a:lnTo>
                  <a:lnTo>
                    <a:pt x="1500" y="2812"/>
                  </a:lnTo>
                  <a:cubicBezTo>
                    <a:pt x="1431" y="2776"/>
                    <a:pt x="1415" y="2711"/>
                    <a:pt x="1447" y="2642"/>
                  </a:cubicBezTo>
                  <a:cubicBezTo>
                    <a:pt x="1467" y="2610"/>
                    <a:pt x="1467" y="2590"/>
                    <a:pt x="1467" y="2574"/>
                  </a:cubicBezTo>
                  <a:lnTo>
                    <a:pt x="1467" y="2558"/>
                  </a:lnTo>
                  <a:lnTo>
                    <a:pt x="1467" y="2287"/>
                  </a:lnTo>
                  <a:lnTo>
                    <a:pt x="1467" y="1935"/>
                  </a:lnTo>
                  <a:cubicBezTo>
                    <a:pt x="1467" y="1867"/>
                    <a:pt x="1447" y="1802"/>
                    <a:pt x="1399" y="1734"/>
                  </a:cubicBezTo>
                  <a:cubicBezTo>
                    <a:pt x="1281" y="1600"/>
                    <a:pt x="1164" y="1463"/>
                    <a:pt x="1043" y="1313"/>
                  </a:cubicBezTo>
                  <a:cubicBezTo>
                    <a:pt x="793" y="1010"/>
                    <a:pt x="522" y="671"/>
                    <a:pt x="271" y="352"/>
                  </a:cubicBezTo>
                  <a:cubicBezTo>
                    <a:pt x="235" y="320"/>
                    <a:pt x="203" y="287"/>
                    <a:pt x="187" y="267"/>
                  </a:cubicBezTo>
                  <a:cubicBezTo>
                    <a:pt x="102" y="202"/>
                    <a:pt x="33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1033505" y="3042221"/>
              <a:ext cx="6953" cy="97140"/>
            </a:xfrm>
            <a:custGeom>
              <a:avLst/>
              <a:gdLst/>
              <a:ahLst/>
              <a:cxnLst/>
              <a:rect l="l" t="t" r="r" b="b"/>
              <a:pathLst>
                <a:path w="70" h="978" extrusionOk="0">
                  <a:moveTo>
                    <a:pt x="21" y="0"/>
                  </a:moveTo>
                  <a:cubicBezTo>
                    <a:pt x="1" y="0"/>
                    <a:pt x="1" y="20"/>
                    <a:pt x="1" y="20"/>
                  </a:cubicBezTo>
                  <a:cubicBezTo>
                    <a:pt x="21" y="69"/>
                    <a:pt x="37" y="121"/>
                    <a:pt x="37" y="186"/>
                  </a:cubicBezTo>
                  <a:lnTo>
                    <a:pt x="37" y="760"/>
                  </a:lnTo>
                  <a:lnTo>
                    <a:pt x="37" y="962"/>
                  </a:lnTo>
                  <a:cubicBezTo>
                    <a:pt x="37" y="962"/>
                    <a:pt x="37" y="978"/>
                    <a:pt x="53" y="978"/>
                  </a:cubicBezTo>
                  <a:lnTo>
                    <a:pt x="53" y="962"/>
                  </a:lnTo>
                  <a:lnTo>
                    <a:pt x="53" y="760"/>
                  </a:lnTo>
                  <a:lnTo>
                    <a:pt x="53" y="186"/>
                  </a:lnTo>
                  <a:cubicBezTo>
                    <a:pt x="70" y="121"/>
                    <a:pt x="53" y="69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1413125" y="1368993"/>
              <a:ext cx="5264" cy="50258"/>
            </a:xfrm>
            <a:custGeom>
              <a:avLst/>
              <a:gdLst/>
              <a:ahLst/>
              <a:cxnLst/>
              <a:rect l="l" t="t" r="r" b="b"/>
              <a:pathLst>
                <a:path w="53" h="506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0" y="118"/>
                    <a:pt x="0" y="219"/>
                    <a:pt x="0" y="320"/>
                  </a:cubicBezTo>
                  <a:cubicBezTo>
                    <a:pt x="17" y="368"/>
                    <a:pt x="17" y="437"/>
                    <a:pt x="0" y="506"/>
                  </a:cubicBezTo>
                  <a:lnTo>
                    <a:pt x="37" y="506"/>
                  </a:lnTo>
                  <a:lnTo>
                    <a:pt x="37" y="320"/>
                  </a:lnTo>
                  <a:cubicBezTo>
                    <a:pt x="37" y="219"/>
                    <a:pt x="37" y="118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1553570" y="2057513"/>
              <a:ext cx="5264" cy="67144"/>
            </a:xfrm>
            <a:custGeom>
              <a:avLst/>
              <a:gdLst/>
              <a:ahLst/>
              <a:cxnLst/>
              <a:rect l="l" t="t" r="r" b="b"/>
              <a:pathLst>
                <a:path w="53" h="676" extrusionOk="0">
                  <a:moveTo>
                    <a:pt x="16" y="1"/>
                  </a:moveTo>
                  <a:cubicBezTo>
                    <a:pt x="0" y="86"/>
                    <a:pt x="16" y="171"/>
                    <a:pt x="16" y="255"/>
                  </a:cubicBezTo>
                  <a:cubicBezTo>
                    <a:pt x="16" y="389"/>
                    <a:pt x="16" y="522"/>
                    <a:pt x="0" y="659"/>
                  </a:cubicBezTo>
                  <a:cubicBezTo>
                    <a:pt x="0" y="659"/>
                    <a:pt x="0" y="675"/>
                    <a:pt x="16" y="675"/>
                  </a:cubicBezTo>
                  <a:lnTo>
                    <a:pt x="16" y="659"/>
                  </a:ln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1861279" y="2196370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6"/>
                    <a:pt x="17" y="287"/>
                  </a:cubicBezTo>
                  <a:lnTo>
                    <a:pt x="17" y="457"/>
                  </a:lnTo>
                  <a:lnTo>
                    <a:pt x="17" y="489"/>
                  </a:lnTo>
                  <a:cubicBezTo>
                    <a:pt x="33" y="522"/>
                    <a:pt x="33" y="558"/>
                    <a:pt x="17" y="574"/>
                  </a:cubicBezTo>
                  <a:cubicBezTo>
                    <a:pt x="1" y="590"/>
                    <a:pt x="1" y="590"/>
                    <a:pt x="17" y="590"/>
                  </a:cubicBezTo>
                  <a:lnTo>
                    <a:pt x="33" y="590"/>
                  </a:lnTo>
                  <a:cubicBezTo>
                    <a:pt x="49" y="558"/>
                    <a:pt x="49" y="522"/>
                    <a:pt x="49" y="489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186"/>
                    <a:pt x="49" y="102"/>
                    <a:pt x="69" y="17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74127" y="3217927"/>
              <a:ext cx="4867" cy="55125"/>
            </a:xfrm>
            <a:custGeom>
              <a:avLst/>
              <a:gdLst/>
              <a:ahLst/>
              <a:cxnLst/>
              <a:rect l="l" t="t" r="r" b="b"/>
              <a:pathLst>
                <a:path w="49" h="555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18"/>
                    <a:pt x="17" y="235"/>
                    <a:pt x="17" y="336"/>
                  </a:cubicBezTo>
                  <a:lnTo>
                    <a:pt x="17" y="538"/>
                  </a:lnTo>
                  <a:cubicBezTo>
                    <a:pt x="17" y="554"/>
                    <a:pt x="17" y="554"/>
                    <a:pt x="33" y="554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49" y="11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527146" y="3349930"/>
              <a:ext cx="108860" cy="41816"/>
            </a:xfrm>
            <a:custGeom>
              <a:avLst/>
              <a:gdLst/>
              <a:ahLst/>
              <a:cxnLst/>
              <a:rect l="l" t="t" r="r" b="b"/>
              <a:pathLst>
                <a:path w="1096" h="421" extrusionOk="0">
                  <a:moveTo>
                    <a:pt x="1079" y="1"/>
                  </a:moveTo>
                  <a:cubicBezTo>
                    <a:pt x="942" y="33"/>
                    <a:pt x="825" y="69"/>
                    <a:pt x="724" y="118"/>
                  </a:cubicBezTo>
                  <a:cubicBezTo>
                    <a:pt x="675" y="134"/>
                    <a:pt x="623" y="154"/>
                    <a:pt x="574" y="170"/>
                  </a:cubicBezTo>
                  <a:cubicBezTo>
                    <a:pt x="522" y="186"/>
                    <a:pt x="473" y="203"/>
                    <a:pt x="421" y="219"/>
                  </a:cubicBezTo>
                  <a:cubicBezTo>
                    <a:pt x="271" y="271"/>
                    <a:pt x="134" y="320"/>
                    <a:pt x="1" y="388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150" y="336"/>
                    <a:pt x="288" y="304"/>
                    <a:pt x="421" y="255"/>
                  </a:cubicBezTo>
                  <a:cubicBezTo>
                    <a:pt x="473" y="235"/>
                    <a:pt x="522" y="219"/>
                    <a:pt x="591" y="203"/>
                  </a:cubicBezTo>
                  <a:cubicBezTo>
                    <a:pt x="639" y="186"/>
                    <a:pt x="675" y="170"/>
                    <a:pt x="724" y="154"/>
                  </a:cubicBezTo>
                  <a:cubicBezTo>
                    <a:pt x="841" y="102"/>
                    <a:pt x="958" y="53"/>
                    <a:pt x="1079" y="33"/>
                  </a:cubicBezTo>
                  <a:cubicBezTo>
                    <a:pt x="1096" y="33"/>
                    <a:pt x="1096" y="33"/>
                    <a:pt x="1096" y="17"/>
                  </a:cubicBezTo>
                  <a:lnTo>
                    <a:pt x="10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1530229" y="1434050"/>
              <a:ext cx="193982" cy="424614"/>
            </a:xfrm>
            <a:custGeom>
              <a:avLst/>
              <a:gdLst/>
              <a:ahLst/>
              <a:cxnLst/>
              <a:rect l="l" t="t" r="r" b="b"/>
              <a:pathLst>
                <a:path w="1953" h="4275" extrusionOk="0">
                  <a:moveTo>
                    <a:pt x="1" y="0"/>
                  </a:moveTo>
                  <a:lnTo>
                    <a:pt x="1" y="16"/>
                  </a:lnTo>
                  <a:cubicBezTo>
                    <a:pt x="102" y="117"/>
                    <a:pt x="150" y="234"/>
                    <a:pt x="219" y="356"/>
                  </a:cubicBezTo>
                  <a:cubicBezTo>
                    <a:pt x="251" y="404"/>
                    <a:pt x="272" y="457"/>
                    <a:pt x="304" y="505"/>
                  </a:cubicBezTo>
                  <a:cubicBezTo>
                    <a:pt x="825" y="1382"/>
                    <a:pt x="1330" y="2254"/>
                    <a:pt x="1718" y="2929"/>
                  </a:cubicBezTo>
                  <a:cubicBezTo>
                    <a:pt x="1750" y="2981"/>
                    <a:pt x="1766" y="3014"/>
                    <a:pt x="1803" y="3062"/>
                  </a:cubicBezTo>
                  <a:cubicBezTo>
                    <a:pt x="1835" y="3131"/>
                    <a:pt x="1867" y="3183"/>
                    <a:pt x="1904" y="3248"/>
                  </a:cubicBezTo>
                  <a:cubicBezTo>
                    <a:pt x="1904" y="3264"/>
                    <a:pt x="1920" y="3301"/>
                    <a:pt x="1920" y="3333"/>
                  </a:cubicBezTo>
                  <a:lnTo>
                    <a:pt x="1920" y="3838"/>
                  </a:lnTo>
                  <a:lnTo>
                    <a:pt x="1920" y="4157"/>
                  </a:lnTo>
                  <a:cubicBezTo>
                    <a:pt x="1920" y="4193"/>
                    <a:pt x="1920" y="4210"/>
                    <a:pt x="1904" y="4226"/>
                  </a:cubicBezTo>
                  <a:lnTo>
                    <a:pt x="1904" y="4258"/>
                  </a:lnTo>
                  <a:lnTo>
                    <a:pt x="1904" y="4274"/>
                  </a:lnTo>
                  <a:lnTo>
                    <a:pt x="1920" y="4258"/>
                  </a:lnTo>
                  <a:lnTo>
                    <a:pt x="1936" y="4242"/>
                  </a:lnTo>
                  <a:cubicBezTo>
                    <a:pt x="1936" y="4210"/>
                    <a:pt x="1952" y="4193"/>
                    <a:pt x="1952" y="4157"/>
                  </a:cubicBezTo>
                  <a:lnTo>
                    <a:pt x="1952" y="3838"/>
                  </a:lnTo>
                  <a:lnTo>
                    <a:pt x="1952" y="3349"/>
                  </a:lnTo>
                  <a:cubicBezTo>
                    <a:pt x="1952" y="3301"/>
                    <a:pt x="1936" y="3248"/>
                    <a:pt x="1920" y="3232"/>
                  </a:cubicBezTo>
                  <a:cubicBezTo>
                    <a:pt x="1887" y="3163"/>
                    <a:pt x="1851" y="3115"/>
                    <a:pt x="1819" y="3046"/>
                  </a:cubicBezTo>
                  <a:cubicBezTo>
                    <a:pt x="1803" y="3014"/>
                    <a:pt x="1766" y="2961"/>
                    <a:pt x="1750" y="2913"/>
                  </a:cubicBezTo>
                  <a:cubicBezTo>
                    <a:pt x="1362" y="2254"/>
                    <a:pt x="841" y="1366"/>
                    <a:pt x="320" y="489"/>
                  </a:cubicBezTo>
                  <a:cubicBezTo>
                    <a:pt x="304" y="436"/>
                    <a:pt x="272" y="388"/>
                    <a:pt x="251" y="335"/>
                  </a:cubicBezTo>
                  <a:cubicBezTo>
                    <a:pt x="187" y="218"/>
                    <a:pt x="118" y="101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1643857" y="2679487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7"/>
                  </a:cubicBezTo>
                  <a:cubicBezTo>
                    <a:pt x="16" y="101"/>
                    <a:pt x="16" y="202"/>
                    <a:pt x="16" y="303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58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58"/>
                    <a:pt x="53" y="521"/>
                  </a:cubicBezTo>
                  <a:lnTo>
                    <a:pt x="53" y="473"/>
                  </a:lnTo>
                  <a:lnTo>
                    <a:pt x="53" y="303"/>
                  </a:lnTo>
                  <a:cubicBezTo>
                    <a:pt x="53" y="202"/>
                    <a:pt x="53" y="117"/>
                    <a:pt x="69" y="17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1252616" y="3179787"/>
              <a:ext cx="165773" cy="75189"/>
            </a:xfrm>
            <a:custGeom>
              <a:avLst/>
              <a:gdLst/>
              <a:ahLst/>
              <a:cxnLst/>
              <a:rect l="l" t="t" r="r" b="b"/>
              <a:pathLst>
                <a:path w="1669" h="757" extrusionOk="0">
                  <a:moveTo>
                    <a:pt x="1571" y="1"/>
                  </a:moveTo>
                  <a:cubicBezTo>
                    <a:pt x="1551" y="1"/>
                    <a:pt x="1525" y="5"/>
                    <a:pt x="1499" y="13"/>
                  </a:cubicBezTo>
                  <a:cubicBezTo>
                    <a:pt x="1249" y="82"/>
                    <a:pt x="994" y="166"/>
                    <a:pt x="760" y="251"/>
                  </a:cubicBezTo>
                  <a:lnTo>
                    <a:pt x="303" y="401"/>
                  </a:lnTo>
                  <a:cubicBezTo>
                    <a:pt x="239" y="417"/>
                    <a:pt x="170" y="433"/>
                    <a:pt x="101" y="469"/>
                  </a:cubicBezTo>
                  <a:lnTo>
                    <a:pt x="17" y="486"/>
                  </a:lnTo>
                  <a:lnTo>
                    <a:pt x="1" y="502"/>
                  </a:lnTo>
                  <a:cubicBezTo>
                    <a:pt x="1" y="518"/>
                    <a:pt x="17" y="518"/>
                    <a:pt x="17" y="518"/>
                  </a:cubicBezTo>
                  <a:lnTo>
                    <a:pt x="118" y="486"/>
                  </a:lnTo>
                  <a:cubicBezTo>
                    <a:pt x="186" y="469"/>
                    <a:pt x="255" y="453"/>
                    <a:pt x="320" y="417"/>
                  </a:cubicBezTo>
                  <a:cubicBezTo>
                    <a:pt x="473" y="368"/>
                    <a:pt x="606" y="332"/>
                    <a:pt x="760" y="284"/>
                  </a:cubicBezTo>
                  <a:cubicBezTo>
                    <a:pt x="1010" y="199"/>
                    <a:pt x="1265" y="114"/>
                    <a:pt x="1499" y="29"/>
                  </a:cubicBezTo>
                  <a:cubicBezTo>
                    <a:pt x="1514" y="24"/>
                    <a:pt x="1528" y="22"/>
                    <a:pt x="1540" y="22"/>
                  </a:cubicBezTo>
                  <a:cubicBezTo>
                    <a:pt x="1570" y="22"/>
                    <a:pt x="1593" y="35"/>
                    <a:pt x="1616" y="49"/>
                  </a:cubicBezTo>
                  <a:cubicBezTo>
                    <a:pt x="1633" y="65"/>
                    <a:pt x="1633" y="82"/>
                    <a:pt x="1633" y="114"/>
                  </a:cubicBezTo>
                  <a:cubicBezTo>
                    <a:pt x="1633" y="267"/>
                    <a:pt x="1616" y="417"/>
                    <a:pt x="1600" y="554"/>
                  </a:cubicBezTo>
                  <a:cubicBezTo>
                    <a:pt x="1600" y="619"/>
                    <a:pt x="1584" y="671"/>
                    <a:pt x="1584" y="736"/>
                  </a:cubicBezTo>
                  <a:cubicBezTo>
                    <a:pt x="1584" y="736"/>
                    <a:pt x="1584" y="756"/>
                    <a:pt x="1600" y="756"/>
                  </a:cubicBezTo>
                  <a:lnTo>
                    <a:pt x="1616" y="736"/>
                  </a:lnTo>
                  <a:cubicBezTo>
                    <a:pt x="1616" y="671"/>
                    <a:pt x="1616" y="619"/>
                    <a:pt x="1633" y="554"/>
                  </a:cubicBezTo>
                  <a:cubicBezTo>
                    <a:pt x="1633" y="417"/>
                    <a:pt x="1653" y="267"/>
                    <a:pt x="1669" y="114"/>
                  </a:cubicBezTo>
                  <a:cubicBezTo>
                    <a:pt x="1669" y="82"/>
                    <a:pt x="1653" y="49"/>
                    <a:pt x="1616" y="13"/>
                  </a:cubicBezTo>
                  <a:cubicBezTo>
                    <a:pt x="1608" y="5"/>
                    <a:pt x="1592" y="1"/>
                    <a:pt x="1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1132234" y="3515704"/>
              <a:ext cx="5364" cy="96743"/>
            </a:xfrm>
            <a:custGeom>
              <a:avLst/>
              <a:gdLst/>
              <a:ahLst/>
              <a:cxnLst/>
              <a:rect l="l" t="t" r="r" b="b"/>
              <a:pathLst>
                <a:path w="54" h="97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66"/>
                    <a:pt x="17" y="303"/>
                    <a:pt x="17" y="452"/>
                  </a:cubicBezTo>
                  <a:cubicBezTo>
                    <a:pt x="17" y="537"/>
                    <a:pt x="1" y="622"/>
                    <a:pt x="17" y="723"/>
                  </a:cubicBezTo>
                  <a:lnTo>
                    <a:pt x="17" y="788"/>
                  </a:lnTo>
                  <a:cubicBezTo>
                    <a:pt x="1" y="856"/>
                    <a:pt x="1" y="909"/>
                    <a:pt x="37" y="957"/>
                  </a:cubicBezTo>
                  <a:lnTo>
                    <a:pt x="37" y="974"/>
                  </a:lnTo>
                  <a:cubicBezTo>
                    <a:pt x="53" y="974"/>
                    <a:pt x="53" y="957"/>
                    <a:pt x="53" y="957"/>
                  </a:cubicBezTo>
                  <a:cubicBezTo>
                    <a:pt x="37" y="909"/>
                    <a:pt x="37" y="856"/>
                    <a:pt x="37" y="788"/>
                  </a:cubicBezTo>
                  <a:lnTo>
                    <a:pt x="37" y="723"/>
                  </a:lnTo>
                  <a:lnTo>
                    <a:pt x="37" y="452"/>
                  </a:lnTo>
                  <a:cubicBezTo>
                    <a:pt x="37" y="303"/>
                    <a:pt x="53" y="149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1523475" y="3701044"/>
              <a:ext cx="50258" cy="33373"/>
            </a:xfrm>
            <a:custGeom>
              <a:avLst/>
              <a:gdLst/>
              <a:ahLst/>
              <a:cxnLst/>
              <a:rect l="l" t="t" r="r" b="b"/>
              <a:pathLst>
                <a:path w="506" h="336" extrusionOk="0">
                  <a:moveTo>
                    <a:pt x="0" y="0"/>
                  </a:moveTo>
                  <a:cubicBezTo>
                    <a:pt x="0" y="17"/>
                    <a:pt x="0" y="17"/>
                    <a:pt x="16" y="17"/>
                  </a:cubicBezTo>
                  <a:cubicBezTo>
                    <a:pt x="101" y="69"/>
                    <a:pt x="186" y="134"/>
                    <a:pt x="255" y="202"/>
                  </a:cubicBezTo>
                  <a:cubicBezTo>
                    <a:pt x="287" y="235"/>
                    <a:pt x="340" y="271"/>
                    <a:pt x="372" y="303"/>
                  </a:cubicBezTo>
                  <a:cubicBezTo>
                    <a:pt x="404" y="319"/>
                    <a:pt x="441" y="336"/>
                    <a:pt x="489" y="336"/>
                  </a:cubicBezTo>
                  <a:cubicBezTo>
                    <a:pt x="505" y="336"/>
                    <a:pt x="505" y="336"/>
                    <a:pt x="505" y="319"/>
                  </a:cubicBezTo>
                  <a:cubicBezTo>
                    <a:pt x="505" y="319"/>
                    <a:pt x="505" y="303"/>
                    <a:pt x="489" y="303"/>
                  </a:cubicBezTo>
                  <a:cubicBezTo>
                    <a:pt x="457" y="303"/>
                    <a:pt x="420" y="303"/>
                    <a:pt x="388" y="271"/>
                  </a:cubicBezTo>
                  <a:cubicBezTo>
                    <a:pt x="356" y="255"/>
                    <a:pt x="303" y="202"/>
                    <a:pt x="271" y="170"/>
                  </a:cubicBezTo>
                  <a:cubicBezTo>
                    <a:pt x="202" y="101"/>
                    <a:pt x="117" y="33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700865" y="3038944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lnTo>
                    <a:pt x="1" y="17"/>
                  </a:lnTo>
                  <a:lnTo>
                    <a:pt x="1" y="219"/>
                  </a:lnTo>
                  <a:cubicBezTo>
                    <a:pt x="1" y="336"/>
                    <a:pt x="1" y="457"/>
                    <a:pt x="17" y="575"/>
                  </a:cubicBezTo>
                  <a:cubicBezTo>
                    <a:pt x="17" y="575"/>
                    <a:pt x="17" y="591"/>
                    <a:pt x="37" y="591"/>
                  </a:cubicBezTo>
                  <a:lnTo>
                    <a:pt x="53" y="575"/>
                  </a:lnTo>
                  <a:cubicBezTo>
                    <a:pt x="17" y="457"/>
                    <a:pt x="37" y="336"/>
                    <a:pt x="37" y="219"/>
                  </a:cubicBezTo>
                  <a:lnTo>
                    <a:pt x="37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1342902" y="1323700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271"/>
                  </a:lnTo>
                  <a:cubicBezTo>
                    <a:pt x="0" y="404"/>
                    <a:pt x="0" y="538"/>
                    <a:pt x="17" y="675"/>
                  </a:cubicBezTo>
                  <a:lnTo>
                    <a:pt x="17" y="691"/>
                  </a:lnTo>
                  <a:lnTo>
                    <a:pt x="37" y="691"/>
                  </a:lnTo>
                  <a:lnTo>
                    <a:pt x="37" y="675"/>
                  </a:lnTo>
                  <a:cubicBezTo>
                    <a:pt x="17" y="538"/>
                    <a:pt x="17" y="404"/>
                    <a:pt x="17" y="271"/>
                  </a:cubicBezTo>
                  <a:cubicBezTo>
                    <a:pt x="37" y="186"/>
                    <a:pt x="37" y="101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851343" y="2776527"/>
              <a:ext cx="356477" cy="262516"/>
            </a:xfrm>
            <a:custGeom>
              <a:avLst/>
              <a:gdLst/>
              <a:ahLst/>
              <a:cxnLst/>
              <a:rect l="l" t="t" r="r" b="b"/>
              <a:pathLst>
                <a:path w="3589" h="2643" extrusionOk="0">
                  <a:moveTo>
                    <a:pt x="3552" y="1"/>
                  </a:moveTo>
                  <a:lnTo>
                    <a:pt x="3552" y="33"/>
                  </a:lnTo>
                  <a:cubicBezTo>
                    <a:pt x="3552" y="49"/>
                    <a:pt x="3552" y="70"/>
                    <a:pt x="3519" y="70"/>
                  </a:cubicBezTo>
                  <a:cubicBezTo>
                    <a:pt x="2663" y="405"/>
                    <a:pt x="1887" y="708"/>
                    <a:pt x="1128" y="1011"/>
                  </a:cubicBezTo>
                  <a:cubicBezTo>
                    <a:pt x="978" y="1080"/>
                    <a:pt x="809" y="1144"/>
                    <a:pt x="643" y="1197"/>
                  </a:cubicBezTo>
                  <a:cubicBezTo>
                    <a:pt x="473" y="1261"/>
                    <a:pt x="288" y="1346"/>
                    <a:pt x="102" y="1415"/>
                  </a:cubicBezTo>
                  <a:cubicBezTo>
                    <a:pt x="37" y="1447"/>
                    <a:pt x="1" y="1463"/>
                    <a:pt x="1" y="1532"/>
                  </a:cubicBezTo>
                  <a:lnTo>
                    <a:pt x="1" y="2611"/>
                  </a:lnTo>
                  <a:cubicBezTo>
                    <a:pt x="1" y="2611"/>
                    <a:pt x="1" y="2627"/>
                    <a:pt x="17" y="2627"/>
                  </a:cubicBezTo>
                  <a:lnTo>
                    <a:pt x="17" y="2643"/>
                  </a:lnTo>
                  <a:lnTo>
                    <a:pt x="37" y="2643"/>
                  </a:lnTo>
                  <a:cubicBezTo>
                    <a:pt x="37" y="2643"/>
                    <a:pt x="53" y="2627"/>
                    <a:pt x="37" y="2627"/>
                  </a:cubicBezTo>
                  <a:lnTo>
                    <a:pt x="37" y="2611"/>
                  </a:lnTo>
                  <a:lnTo>
                    <a:pt x="37" y="1532"/>
                  </a:lnTo>
                  <a:cubicBezTo>
                    <a:pt x="37" y="1484"/>
                    <a:pt x="53" y="1463"/>
                    <a:pt x="118" y="1431"/>
                  </a:cubicBezTo>
                  <a:cubicBezTo>
                    <a:pt x="288" y="1362"/>
                    <a:pt x="473" y="1298"/>
                    <a:pt x="659" y="1229"/>
                  </a:cubicBezTo>
                  <a:cubicBezTo>
                    <a:pt x="809" y="1160"/>
                    <a:pt x="978" y="1096"/>
                    <a:pt x="1148" y="1027"/>
                  </a:cubicBezTo>
                  <a:cubicBezTo>
                    <a:pt x="1904" y="724"/>
                    <a:pt x="2679" y="421"/>
                    <a:pt x="3536" y="102"/>
                  </a:cubicBezTo>
                  <a:cubicBezTo>
                    <a:pt x="3588" y="86"/>
                    <a:pt x="3588" y="49"/>
                    <a:pt x="3588" y="33"/>
                  </a:cubicBezTo>
                  <a:lnTo>
                    <a:pt x="3588" y="17"/>
                  </a:lnTo>
                  <a:cubicBezTo>
                    <a:pt x="3588" y="17"/>
                    <a:pt x="3588" y="1"/>
                    <a:pt x="3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981756" y="2562680"/>
              <a:ext cx="6953" cy="85221"/>
            </a:xfrm>
            <a:custGeom>
              <a:avLst/>
              <a:gdLst/>
              <a:ahLst/>
              <a:cxnLst/>
              <a:rect l="l" t="t" r="r" b="b"/>
              <a:pathLst>
                <a:path w="70" h="858" extrusionOk="0">
                  <a:moveTo>
                    <a:pt x="37" y="1"/>
                  </a:moveTo>
                  <a:cubicBezTo>
                    <a:pt x="17" y="1"/>
                    <a:pt x="17" y="17"/>
                    <a:pt x="17" y="17"/>
                  </a:cubicBezTo>
                  <a:lnTo>
                    <a:pt x="17" y="203"/>
                  </a:lnTo>
                  <a:lnTo>
                    <a:pt x="17" y="708"/>
                  </a:lnTo>
                  <a:lnTo>
                    <a:pt x="17" y="740"/>
                  </a:lnTo>
                  <a:cubicBezTo>
                    <a:pt x="17" y="772"/>
                    <a:pt x="1" y="825"/>
                    <a:pt x="53" y="857"/>
                  </a:cubicBezTo>
                  <a:lnTo>
                    <a:pt x="69" y="857"/>
                  </a:lnTo>
                  <a:lnTo>
                    <a:pt x="69" y="825"/>
                  </a:lnTo>
                  <a:cubicBezTo>
                    <a:pt x="37" y="809"/>
                    <a:pt x="37" y="772"/>
                    <a:pt x="37" y="740"/>
                  </a:cubicBezTo>
                  <a:lnTo>
                    <a:pt x="37" y="708"/>
                  </a:lnTo>
                  <a:lnTo>
                    <a:pt x="37" y="203"/>
                  </a:ln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1413125" y="2468818"/>
              <a:ext cx="5264" cy="55423"/>
            </a:xfrm>
            <a:custGeom>
              <a:avLst/>
              <a:gdLst/>
              <a:ahLst/>
              <a:cxnLst/>
              <a:rect l="l" t="t" r="r" b="b"/>
              <a:pathLst>
                <a:path w="53" h="55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202"/>
                    <a:pt x="0" y="372"/>
                    <a:pt x="17" y="542"/>
                  </a:cubicBezTo>
                  <a:cubicBezTo>
                    <a:pt x="17" y="558"/>
                    <a:pt x="37" y="558"/>
                    <a:pt x="37" y="558"/>
                  </a:cubicBezTo>
                  <a:cubicBezTo>
                    <a:pt x="53" y="558"/>
                    <a:pt x="53" y="558"/>
                    <a:pt x="53" y="542"/>
                  </a:cubicBezTo>
                  <a:cubicBezTo>
                    <a:pt x="17" y="372"/>
                    <a:pt x="17" y="2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1520197" y="2997227"/>
              <a:ext cx="183950" cy="291022"/>
            </a:xfrm>
            <a:custGeom>
              <a:avLst/>
              <a:gdLst/>
              <a:ahLst/>
              <a:cxnLst/>
              <a:rect l="l" t="t" r="r" b="b"/>
              <a:pathLst>
                <a:path w="1852" h="2930" extrusionOk="0">
                  <a:moveTo>
                    <a:pt x="70" y="1"/>
                  </a:moveTo>
                  <a:cubicBezTo>
                    <a:pt x="70" y="1"/>
                    <a:pt x="49" y="1"/>
                    <a:pt x="49" y="17"/>
                  </a:cubicBezTo>
                  <a:cubicBezTo>
                    <a:pt x="1" y="134"/>
                    <a:pt x="1" y="251"/>
                    <a:pt x="134" y="372"/>
                  </a:cubicBezTo>
                  <a:cubicBezTo>
                    <a:pt x="336" y="574"/>
                    <a:pt x="538" y="793"/>
                    <a:pt x="724" y="1011"/>
                  </a:cubicBezTo>
                  <a:cubicBezTo>
                    <a:pt x="825" y="1096"/>
                    <a:pt x="910" y="1197"/>
                    <a:pt x="995" y="1281"/>
                  </a:cubicBezTo>
                  <a:cubicBezTo>
                    <a:pt x="1043" y="1346"/>
                    <a:pt x="1096" y="1415"/>
                    <a:pt x="1160" y="1463"/>
                  </a:cubicBezTo>
                  <a:cubicBezTo>
                    <a:pt x="1298" y="1617"/>
                    <a:pt x="1431" y="1786"/>
                    <a:pt x="1585" y="1920"/>
                  </a:cubicBezTo>
                  <a:cubicBezTo>
                    <a:pt x="1750" y="2069"/>
                    <a:pt x="1819" y="2239"/>
                    <a:pt x="1803" y="2509"/>
                  </a:cubicBezTo>
                  <a:cubicBezTo>
                    <a:pt x="1786" y="2558"/>
                    <a:pt x="1786" y="2610"/>
                    <a:pt x="1803" y="2659"/>
                  </a:cubicBezTo>
                  <a:cubicBezTo>
                    <a:pt x="1803" y="2744"/>
                    <a:pt x="1803" y="2829"/>
                    <a:pt x="1766" y="2913"/>
                  </a:cubicBezTo>
                  <a:lnTo>
                    <a:pt x="1766" y="2930"/>
                  </a:lnTo>
                  <a:lnTo>
                    <a:pt x="1786" y="2930"/>
                  </a:lnTo>
                  <a:cubicBezTo>
                    <a:pt x="1835" y="2829"/>
                    <a:pt x="1819" y="2744"/>
                    <a:pt x="1819" y="2659"/>
                  </a:cubicBezTo>
                  <a:lnTo>
                    <a:pt x="1819" y="2509"/>
                  </a:lnTo>
                  <a:cubicBezTo>
                    <a:pt x="1851" y="2239"/>
                    <a:pt x="1786" y="2053"/>
                    <a:pt x="1601" y="1903"/>
                  </a:cubicBezTo>
                  <a:cubicBezTo>
                    <a:pt x="1447" y="1766"/>
                    <a:pt x="1314" y="1600"/>
                    <a:pt x="1181" y="1447"/>
                  </a:cubicBezTo>
                  <a:cubicBezTo>
                    <a:pt x="1128" y="1398"/>
                    <a:pt x="1059" y="1330"/>
                    <a:pt x="1011" y="1261"/>
                  </a:cubicBezTo>
                  <a:cubicBezTo>
                    <a:pt x="926" y="1180"/>
                    <a:pt x="841" y="1079"/>
                    <a:pt x="756" y="995"/>
                  </a:cubicBezTo>
                  <a:cubicBezTo>
                    <a:pt x="554" y="776"/>
                    <a:pt x="352" y="554"/>
                    <a:pt x="150" y="352"/>
                  </a:cubicBezTo>
                  <a:cubicBezTo>
                    <a:pt x="33" y="235"/>
                    <a:pt x="33" y="134"/>
                    <a:pt x="86" y="17"/>
                  </a:cubicBezTo>
                  <a:cubicBezTo>
                    <a:pt x="86" y="17"/>
                    <a:pt x="70" y="17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1583666" y="3100823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16" y="0"/>
                  </a:moveTo>
                  <a:lnTo>
                    <a:pt x="0" y="16"/>
                  </a:lnTo>
                  <a:lnTo>
                    <a:pt x="0" y="606"/>
                  </a:lnTo>
                  <a:cubicBezTo>
                    <a:pt x="0" y="622"/>
                    <a:pt x="16" y="622"/>
                    <a:pt x="16" y="622"/>
                  </a:cubicBezTo>
                  <a:cubicBezTo>
                    <a:pt x="37" y="622"/>
                    <a:pt x="37" y="622"/>
                    <a:pt x="37" y="606"/>
                  </a:cubicBezTo>
                  <a:lnTo>
                    <a:pt x="37" y="16"/>
                  </a:lnTo>
                  <a:cubicBezTo>
                    <a:pt x="37" y="16"/>
                    <a:pt x="37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1859690" y="3252890"/>
              <a:ext cx="4867" cy="57013"/>
            </a:xfrm>
            <a:custGeom>
              <a:avLst/>
              <a:gdLst/>
              <a:ahLst/>
              <a:cxnLst/>
              <a:rect l="l" t="t" r="r" b="b"/>
              <a:pathLst>
                <a:path w="49" h="574" extrusionOk="0">
                  <a:moveTo>
                    <a:pt x="33" y="0"/>
                  </a:moveTo>
                  <a:cubicBezTo>
                    <a:pt x="1" y="101"/>
                    <a:pt x="17" y="186"/>
                    <a:pt x="17" y="271"/>
                  </a:cubicBezTo>
                  <a:lnTo>
                    <a:pt x="17" y="424"/>
                  </a:lnTo>
                  <a:lnTo>
                    <a:pt x="17" y="473"/>
                  </a:lnTo>
                  <a:cubicBezTo>
                    <a:pt x="17" y="505"/>
                    <a:pt x="17" y="541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cubicBezTo>
                    <a:pt x="49" y="541"/>
                    <a:pt x="33" y="505"/>
                    <a:pt x="33" y="473"/>
                  </a:cubicBezTo>
                  <a:lnTo>
                    <a:pt x="33" y="440"/>
                  </a:lnTo>
                  <a:lnTo>
                    <a:pt x="33" y="271"/>
                  </a:lnTo>
                  <a:cubicBezTo>
                    <a:pt x="33" y="186"/>
                    <a:pt x="33" y="101"/>
                    <a:pt x="49" y="20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1520197" y="2983123"/>
              <a:ext cx="197557" cy="319926"/>
            </a:xfrm>
            <a:custGeom>
              <a:avLst/>
              <a:gdLst/>
              <a:ahLst/>
              <a:cxnLst/>
              <a:rect l="l" t="t" r="r" b="b"/>
              <a:pathLst>
                <a:path w="1989" h="3221" extrusionOk="0">
                  <a:moveTo>
                    <a:pt x="12" y="0"/>
                  </a:moveTo>
                  <a:cubicBezTo>
                    <a:pt x="10" y="0"/>
                    <a:pt x="6" y="3"/>
                    <a:pt x="1" y="9"/>
                  </a:cubicBezTo>
                  <a:lnTo>
                    <a:pt x="1" y="26"/>
                  </a:lnTo>
                  <a:cubicBezTo>
                    <a:pt x="1" y="26"/>
                    <a:pt x="1" y="42"/>
                    <a:pt x="17" y="58"/>
                  </a:cubicBezTo>
                  <a:cubicBezTo>
                    <a:pt x="17" y="90"/>
                    <a:pt x="33" y="143"/>
                    <a:pt x="49" y="159"/>
                  </a:cubicBezTo>
                  <a:cubicBezTo>
                    <a:pt x="235" y="292"/>
                    <a:pt x="389" y="478"/>
                    <a:pt x="522" y="632"/>
                  </a:cubicBezTo>
                  <a:cubicBezTo>
                    <a:pt x="607" y="716"/>
                    <a:pt x="676" y="797"/>
                    <a:pt x="740" y="882"/>
                  </a:cubicBezTo>
                  <a:cubicBezTo>
                    <a:pt x="995" y="1137"/>
                    <a:pt x="1245" y="1423"/>
                    <a:pt x="1484" y="1674"/>
                  </a:cubicBezTo>
                  <a:cubicBezTo>
                    <a:pt x="1617" y="1827"/>
                    <a:pt x="1750" y="1961"/>
                    <a:pt x="1887" y="2094"/>
                  </a:cubicBezTo>
                  <a:cubicBezTo>
                    <a:pt x="1920" y="2146"/>
                    <a:pt x="1952" y="2195"/>
                    <a:pt x="1952" y="2264"/>
                  </a:cubicBezTo>
                  <a:lnTo>
                    <a:pt x="1952" y="3120"/>
                  </a:lnTo>
                  <a:cubicBezTo>
                    <a:pt x="1952" y="3156"/>
                    <a:pt x="1952" y="3173"/>
                    <a:pt x="1936" y="3189"/>
                  </a:cubicBezTo>
                  <a:lnTo>
                    <a:pt x="1936" y="3205"/>
                  </a:lnTo>
                  <a:lnTo>
                    <a:pt x="1936" y="3221"/>
                  </a:lnTo>
                  <a:lnTo>
                    <a:pt x="1952" y="3205"/>
                  </a:lnTo>
                  <a:cubicBezTo>
                    <a:pt x="1968" y="3189"/>
                    <a:pt x="1988" y="3156"/>
                    <a:pt x="1988" y="3120"/>
                  </a:cubicBezTo>
                  <a:lnTo>
                    <a:pt x="1988" y="2264"/>
                  </a:lnTo>
                  <a:cubicBezTo>
                    <a:pt x="1988" y="2195"/>
                    <a:pt x="1936" y="2130"/>
                    <a:pt x="1904" y="2078"/>
                  </a:cubicBezTo>
                  <a:cubicBezTo>
                    <a:pt x="1766" y="1944"/>
                    <a:pt x="1633" y="1807"/>
                    <a:pt x="1516" y="1658"/>
                  </a:cubicBezTo>
                  <a:cubicBezTo>
                    <a:pt x="1261" y="1387"/>
                    <a:pt x="1011" y="1120"/>
                    <a:pt x="756" y="850"/>
                  </a:cubicBezTo>
                  <a:cubicBezTo>
                    <a:pt x="692" y="781"/>
                    <a:pt x="623" y="696"/>
                    <a:pt x="554" y="615"/>
                  </a:cubicBezTo>
                  <a:cubicBezTo>
                    <a:pt x="405" y="462"/>
                    <a:pt x="251" y="276"/>
                    <a:pt x="70" y="143"/>
                  </a:cubicBezTo>
                  <a:cubicBezTo>
                    <a:pt x="49" y="127"/>
                    <a:pt x="49" y="90"/>
                    <a:pt x="33" y="58"/>
                  </a:cubicBezTo>
                  <a:cubicBezTo>
                    <a:pt x="33" y="42"/>
                    <a:pt x="33" y="26"/>
                    <a:pt x="17" y="9"/>
                  </a:cubicBezTo>
                  <a:cubicBezTo>
                    <a:pt x="17" y="9"/>
                    <a:pt x="17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608990" y="190067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50"/>
                    <a:pt x="17" y="303"/>
                    <a:pt x="17" y="453"/>
                  </a:cubicBezTo>
                  <a:cubicBezTo>
                    <a:pt x="17" y="538"/>
                    <a:pt x="1" y="639"/>
                    <a:pt x="17" y="723"/>
                  </a:cubicBezTo>
                  <a:lnTo>
                    <a:pt x="17" y="772"/>
                  </a:lnTo>
                  <a:cubicBezTo>
                    <a:pt x="1" y="824"/>
                    <a:pt x="1" y="857"/>
                    <a:pt x="17" y="909"/>
                  </a:cubicBezTo>
                  <a:lnTo>
                    <a:pt x="53" y="909"/>
                  </a:lnTo>
                  <a:lnTo>
                    <a:pt x="53" y="889"/>
                  </a:lnTo>
                  <a:cubicBezTo>
                    <a:pt x="33" y="857"/>
                    <a:pt x="33" y="824"/>
                    <a:pt x="33" y="772"/>
                  </a:cubicBezTo>
                  <a:lnTo>
                    <a:pt x="33" y="723"/>
                  </a:lnTo>
                  <a:lnTo>
                    <a:pt x="33" y="453"/>
                  </a:lnTo>
                  <a:cubicBezTo>
                    <a:pt x="33" y="303"/>
                    <a:pt x="33" y="15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518703" y="2535863"/>
              <a:ext cx="120481" cy="165376"/>
            </a:xfrm>
            <a:custGeom>
              <a:avLst/>
              <a:gdLst/>
              <a:ahLst/>
              <a:cxnLst/>
              <a:rect l="l" t="t" r="r" b="b"/>
              <a:pathLst>
                <a:path w="1213" h="1665" extrusionOk="0">
                  <a:moveTo>
                    <a:pt x="1181" y="0"/>
                  </a:moveTo>
                  <a:lnTo>
                    <a:pt x="1164" y="16"/>
                  </a:lnTo>
                  <a:lnTo>
                    <a:pt x="1164" y="32"/>
                  </a:lnTo>
                  <a:cubicBezTo>
                    <a:pt x="1197" y="49"/>
                    <a:pt x="1197" y="69"/>
                    <a:pt x="1197" y="101"/>
                  </a:cubicBezTo>
                  <a:lnTo>
                    <a:pt x="1197" y="117"/>
                  </a:lnTo>
                  <a:lnTo>
                    <a:pt x="1197" y="352"/>
                  </a:lnTo>
                  <a:lnTo>
                    <a:pt x="1197" y="994"/>
                  </a:lnTo>
                  <a:cubicBezTo>
                    <a:pt x="1197" y="1059"/>
                    <a:pt x="1181" y="1095"/>
                    <a:pt x="1112" y="1127"/>
                  </a:cubicBezTo>
                  <a:cubicBezTo>
                    <a:pt x="825" y="1244"/>
                    <a:pt x="558" y="1382"/>
                    <a:pt x="304" y="1499"/>
                  </a:cubicBezTo>
                  <a:cubicBezTo>
                    <a:pt x="203" y="1547"/>
                    <a:pt x="102" y="1600"/>
                    <a:pt x="1" y="1632"/>
                  </a:cubicBezTo>
                  <a:lnTo>
                    <a:pt x="1" y="1648"/>
                  </a:lnTo>
                  <a:lnTo>
                    <a:pt x="17" y="1664"/>
                  </a:lnTo>
                  <a:cubicBezTo>
                    <a:pt x="118" y="1616"/>
                    <a:pt x="219" y="1563"/>
                    <a:pt x="304" y="1531"/>
                  </a:cubicBezTo>
                  <a:cubicBezTo>
                    <a:pt x="575" y="1398"/>
                    <a:pt x="841" y="1281"/>
                    <a:pt x="1112" y="1160"/>
                  </a:cubicBezTo>
                  <a:cubicBezTo>
                    <a:pt x="1197" y="1111"/>
                    <a:pt x="1213" y="1079"/>
                    <a:pt x="1213" y="994"/>
                  </a:cubicBezTo>
                  <a:lnTo>
                    <a:pt x="1213" y="352"/>
                  </a:lnTo>
                  <a:lnTo>
                    <a:pt x="1213" y="117"/>
                  </a:lnTo>
                  <a:lnTo>
                    <a:pt x="1213" y="101"/>
                  </a:lnTo>
                  <a:cubicBezTo>
                    <a:pt x="1213" y="69"/>
                    <a:pt x="1213" y="32"/>
                    <a:pt x="1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1133823" y="33430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" y="1"/>
                  </a:moveTo>
                  <a:lnTo>
                    <a:pt x="1" y="21"/>
                  </a:lnTo>
                  <a:cubicBezTo>
                    <a:pt x="21" y="203"/>
                    <a:pt x="21" y="405"/>
                    <a:pt x="1" y="591"/>
                  </a:cubicBezTo>
                  <a:lnTo>
                    <a:pt x="1" y="744"/>
                  </a:lnTo>
                  <a:lnTo>
                    <a:pt x="1" y="777"/>
                  </a:lnTo>
                  <a:lnTo>
                    <a:pt x="1" y="979"/>
                  </a:lnTo>
                  <a:lnTo>
                    <a:pt x="21" y="979"/>
                  </a:lnTo>
                  <a:cubicBezTo>
                    <a:pt x="37" y="979"/>
                    <a:pt x="37" y="979"/>
                    <a:pt x="37" y="962"/>
                  </a:cubicBezTo>
                  <a:lnTo>
                    <a:pt x="37" y="777"/>
                  </a:lnTo>
                  <a:lnTo>
                    <a:pt x="37" y="744"/>
                  </a:lnTo>
                  <a:lnTo>
                    <a:pt x="37" y="591"/>
                  </a:lnTo>
                  <a:cubicBezTo>
                    <a:pt x="37" y="405"/>
                    <a:pt x="53" y="203"/>
                    <a:pt x="21" y="21"/>
                  </a:cubicBezTo>
                  <a:cubicBezTo>
                    <a:pt x="21" y="21"/>
                    <a:pt x="2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875081" y="3647707"/>
              <a:ext cx="332739" cy="87207"/>
            </a:xfrm>
            <a:custGeom>
              <a:avLst/>
              <a:gdLst/>
              <a:ahLst/>
              <a:cxnLst/>
              <a:rect l="l" t="t" r="r" b="b"/>
              <a:pathLst>
                <a:path w="3350" h="878" extrusionOk="0">
                  <a:moveTo>
                    <a:pt x="3297" y="0"/>
                  </a:moveTo>
                  <a:cubicBezTo>
                    <a:pt x="3147" y="32"/>
                    <a:pt x="2994" y="85"/>
                    <a:pt x="2860" y="117"/>
                  </a:cubicBezTo>
                  <a:cubicBezTo>
                    <a:pt x="2525" y="218"/>
                    <a:pt x="2186" y="303"/>
                    <a:pt x="1834" y="404"/>
                  </a:cubicBezTo>
                  <a:cubicBezTo>
                    <a:pt x="1665" y="453"/>
                    <a:pt x="1479" y="505"/>
                    <a:pt x="1293" y="554"/>
                  </a:cubicBezTo>
                  <a:cubicBezTo>
                    <a:pt x="1059" y="622"/>
                    <a:pt x="788" y="691"/>
                    <a:pt x="537" y="755"/>
                  </a:cubicBezTo>
                  <a:cubicBezTo>
                    <a:pt x="505" y="772"/>
                    <a:pt x="469" y="772"/>
                    <a:pt x="436" y="792"/>
                  </a:cubicBezTo>
                  <a:cubicBezTo>
                    <a:pt x="334" y="817"/>
                    <a:pt x="229" y="851"/>
                    <a:pt x="119" y="851"/>
                  </a:cubicBezTo>
                  <a:cubicBezTo>
                    <a:pt x="85" y="851"/>
                    <a:pt x="51" y="848"/>
                    <a:pt x="16" y="840"/>
                  </a:cubicBezTo>
                  <a:lnTo>
                    <a:pt x="16" y="856"/>
                  </a:lnTo>
                  <a:cubicBezTo>
                    <a:pt x="0" y="873"/>
                    <a:pt x="16" y="873"/>
                    <a:pt x="16" y="873"/>
                  </a:cubicBezTo>
                  <a:lnTo>
                    <a:pt x="117" y="873"/>
                  </a:lnTo>
                  <a:cubicBezTo>
                    <a:pt x="234" y="873"/>
                    <a:pt x="335" y="840"/>
                    <a:pt x="453" y="808"/>
                  </a:cubicBezTo>
                  <a:cubicBezTo>
                    <a:pt x="485" y="808"/>
                    <a:pt x="521" y="792"/>
                    <a:pt x="554" y="772"/>
                  </a:cubicBezTo>
                  <a:cubicBezTo>
                    <a:pt x="808" y="707"/>
                    <a:pt x="1059" y="638"/>
                    <a:pt x="1313" y="570"/>
                  </a:cubicBezTo>
                  <a:cubicBezTo>
                    <a:pt x="1495" y="521"/>
                    <a:pt x="1665" y="469"/>
                    <a:pt x="1850" y="420"/>
                  </a:cubicBezTo>
                  <a:cubicBezTo>
                    <a:pt x="2186" y="335"/>
                    <a:pt x="2525" y="234"/>
                    <a:pt x="2860" y="150"/>
                  </a:cubicBezTo>
                  <a:cubicBezTo>
                    <a:pt x="3010" y="101"/>
                    <a:pt x="3147" y="65"/>
                    <a:pt x="3297" y="16"/>
                  </a:cubicBezTo>
                  <a:cubicBezTo>
                    <a:pt x="3313" y="101"/>
                    <a:pt x="3313" y="150"/>
                    <a:pt x="3297" y="202"/>
                  </a:cubicBezTo>
                  <a:cubicBezTo>
                    <a:pt x="3147" y="234"/>
                    <a:pt x="3010" y="287"/>
                    <a:pt x="2893" y="319"/>
                  </a:cubicBezTo>
                  <a:cubicBezTo>
                    <a:pt x="2775" y="352"/>
                    <a:pt x="2674" y="388"/>
                    <a:pt x="2557" y="404"/>
                  </a:cubicBezTo>
                  <a:cubicBezTo>
                    <a:pt x="2424" y="453"/>
                    <a:pt x="2287" y="489"/>
                    <a:pt x="2169" y="521"/>
                  </a:cubicBezTo>
                  <a:cubicBezTo>
                    <a:pt x="1951" y="590"/>
                    <a:pt x="1733" y="638"/>
                    <a:pt x="1515" y="691"/>
                  </a:cubicBezTo>
                  <a:cubicBezTo>
                    <a:pt x="1446" y="707"/>
                    <a:pt x="1362" y="739"/>
                    <a:pt x="1293" y="772"/>
                  </a:cubicBezTo>
                  <a:cubicBezTo>
                    <a:pt x="1177" y="812"/>
                    <a:pt x="1058" y="851"/>
                    <a:pt x="941" y="851"/>
                  </a:cubicBezTo>
                  <a:cubicBezTo>
                    <a:pt x="908" y="851"/>
                    <a:pt x="874" y="848"/>
                    <a:pt x="840" y="840"/>
                  </a:cubicBezTo>
                  <a:cubicBezTo>
                    <a:pt x="824" y="840"/>
                    <a:pt x="824" y="856"/>
                    <a:pt x="824" y="856"/>
                  </a:cubicBezTo>
                  <a:lnTo>
                    <a:pt x="824" y="873"/>
                  </a:lnTo>
                  <a:cubicBezTo>
                    <a:pt x="852" y="876"/>
                    <a:pt x="880" y="877"/>
                    <a:pt x="906" y="877"/>
                  </a:cubicBezTo>
                  <a:cubicBezTo>
                    <a:pt x="1055" y="877"/>
                    <a:pt x="1183" y="833"/>
                    <a:pt x="1313" y="792"/>
                  </a:cubicBezTo>
                  <a:cubicBezTo>
                    <a:pt x="1378" y="772"/>
                    <a:pt x="1446" y="739"/>
                    <a:pt x="1531" y="723"/>
                  </a:cubicBezTo>
                  <a:cubicBezTo>
                    <a:pt x="1749" y="671"/>
                    <a:pt x="1951" y="606"/>
                    <a:pt x="2169" y="554"/>
                  </a:cubicBezTo>
                  <a:cubicBezTo>
                    <a:pt x="2303" y="505"/>
                    <a:pt x="2440" y="469"/>
                    <a:pt x="2557" y="436"/>
                  </a:cubicBezTo>
                  <a:cubicBezTo>
                    <a:pt x="2674" y="404"/>
                    <a:pt x="2792" y="368"/>
                    <a:pt x="2893" y="335"/>
                  </a:cubicBezTo>
                  <a:cubicBezTo>
                    <a:pt x="3030" y="303"/>
                    <a:pt x="3163" y="267"/>
                    <a:pt x="3297" y="234"/>
                  </a:cubicBezTo>
                  <a:lnTo>
                    <a:pt x="3313" y="218"/>
                  </a:lnTo>
                  <a:cubicBezTo>
                    <a:pt x="3349" y="166"/>
                    <a:pt x="3333" y="85"/>
                    <a:pt x="33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888292" y="2930282"/>
              <a:ext cx="3278" cy="55423"/>
            </a:xfrm>
            <a:custGeom>
              <a:avLst/>
              <a:gdLst/>
              <a:ahLst/>
              <a:cxnLst/>
              <a:rect l="l" t="t" r="r" b="b"/>
              <a:pathLst>
                <a:path w="33" h="55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7"/>
                    <a:pt x="17" y="238"/>
                    <a:pt x="17" y="356"/>
                  </a:cubicBezTo>
                  <a:cubicBezTo>
                    <a:pt x="0" y="404"/>
                    <a:pt x="0" y="473"/>
                    <a:pt x="17" y="541"/>
                  </a:cubicBezTo>
                  <a:lnTo>
                    <a:pt x="17" y="558"/>
                  </a:lnTo>
                  <a:cubicBezTo>
                    <a:pt x="33" y="558"/>
                    <a:pt x="33" y="558"/>
                    <a:pt x="33" y="541"/>
                  </a:cubicBezTo>
                  <a:lnTo>
                    <a:pt x="33" y="356"/>
                  </a:lnTo>
                  <a:cubicBezTo>
                    <a:pt x="33" y="238"/>
                    <a:pt x="33" y="117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1252616" y="3001896"/>
              <a:ext cx="160609" cy="57211"/>
            </a:xfrm>
            <a:custGeom>
              <a:avLst/>
              <a:gdLst/>
              <a:ahLst/>
              <a:cxnLst/>
              <a:rect l="l" t="t" r="r" b="b"/>
              <a:pathLst>
                <a:path w="1617" h="576" extrusionOk="0">
                  <a:moveTo>
                    <a:pt x="1560" y="1"/>
                  </a:moveTo>
                  <a:cubicBezTo>
                    <a:pt x="1537" y="1"/>
                    <a:pt x="1518" y="11"/>
                    <a:pt x="1499" y="22"/>
                  </a:cubicBezTo>
                  <a:cubicBezTo>
                    <a:pt x="1483" y="22"/>
                    <a:pt x="1483" y="22"/>
                    <a:pt x="1467" y="39"/>
                  </a:cubicBezTo>
                  <a:cubicBezTo>
                    <a:pt x="1148" y="140"/>
                    <a:pt x="825" y="273"/>
                    <a:pt x="505" y="390"/>
                  </a:cubicBezTo>
                  <a:cubicBezTo>
                    <a:pt x="372" y="443"/>
                    <a:pt x="239" y="491"/>
                    <a:pt x="85" y="544"/>
                  </a:cubicBezTo>
                  <a:lnTo>
                    <a:pt x="37" y="544"/>
                  </a:lnTo>
                  <a:cubicBezTo>
                    <a:pt x="37" y="560"/>
                    <a:pt x="17" y="560"/>
                    <a:pt x="17" y="560"/>
                  </a:cubicBezTo>
                  <a:cubicBezTo>
                    <a:pt x="1" y="560"/>
                    <a:pt x="1" y="560"/>
                    <a:pt x="1" y="576"/>
                  </a:cubicBezTo>
                  <a:lnTo>
                    <a:pt x="53" y="576"/>
                  </a:lnTo>
                  <a:cubicBezTo>
                    <a:pt x="69" y="576"/>
                    <a:pt x="85" y="576"/>
                    <a:pt x="101" y="560"/>
                  </a:cubicBezTo>
                  <a:cubicBezTo>
                    <a:pt x="239" y="507"/>
                    <a:pt x="388" y="459"/>
                    <a:pt x="522" y="406"/>
                  </a:cubicBezTo>
                  <a:cubicBezTo>
                    <a:pt x="845" y="289"/>
                    <a:pt x="1164" y="172"/>
                    <a:pt x="1483" y="55"/>
                  </a:cubicBezTo>
                  <a:cubicBezTo>
                    <a:pt x="1483" y="55"/>
                    <a:pt x="1499" y="55"/>
                    <a:pt x="1515" y="39"/>
                  </a:cubicBezTo>
                  <a:cubicBezTo>
                    <a:pt x="1523" y="31"/>
                    <a:pt x="1537" y="26"/>
                    <a:pt x="1552" y="26"/>
                  </a:cubicBezTo>
                  <a:cubicBezTo>
                    <a:pt x="1567" y="26"/>
                    <a:pt x="1584" y="31"/>
                    <a:pt x="1600" y="39"/>
                  </a:cubicBezTo>
                  <a:lnTo>
                    <a:pt x="1616" y="39"/>
                  </a:lnTo>
                  <a:lnTo>
                    <a:pt x="1616" y="22"/>
                  </a:lnTo>
                  <a:cubicBezTo>
                    <a:pt x="1595" y="7"/>
                    <a:pt x="1577" y="1"/>
                    <a:pt x="1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1553570" y="3069039"/>
              <a:ext cx="5264" cy="65554"/>
            </a:xfrm>
            <a:custGeom>
              <a:avLst/>
              <a:gdLst/>
              <a:ahLst/>
              <a:cxnLst/>
              <a:rect l="l" t="t" r="r" b="b"/>
              <a:pathLst>
                <a:path w="53" h="660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lnTo>
                    <a:pt x="16" y="255"/>
                  </a:lnTo>
                  <a:cubicBezTo>
                    <a:pt x="16" y="389"/>
                    <a:pt x="16" y="522"/>
                    <a:pt x="0" y="639"/>
                  </a:cubicBezTo>
                  <a:cubicBezTo>
                    <a:pt x="0" y="659"/>
                    <a:pt x="0" y="659"/>
                    <a:pt x="16" y="659"/>
                  </a:cubicBez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1739308" y="2282783"/>
              <a:ext cx="169051" cy="350220"/>
            </a:xfrm>
            <a:custGeom>
              <a:avLst/>
              <a:gdLst/>
              <a:ahLst/>
              <a:cxnLst/>
              <a:rect l="l" t="t" r="r" b="b"/>
              <a:pathLst>
                <a:path w="1702" h="3526" extrusionOk="0">
                  <a:moveTo>
                    <a:pt x="28" y="0"/>
                  </a:moveTo>
                  <a:cubicBezTo>
                    <a:pt x="26" y="0"/>
                    <a:pt x="22" y="2"/>
                    <a:pt x="17" y="7"/>
                  </a:cubicBezTo>
                  <a:cubicBezTo>
                    <a:pt x="17" y="7"/>
                    <a:pt x="1" y="7"/>
                    <a:pt x="1" y="23"/>
                  </a:cubicBezTo>
                  <a:cubicBezTo>
                    <a:pt x="49" y="209"/>
                    <a:pt x="166" y="359"/>
                    <a:pt x="287" y="496"/>
                  </a:cubicBezTo>
                  <a:cubicBezTo>
                    <a:pt x="336" y="561"/>
                    <a:pt x="388" y="629"/>
                    <a:pt x="437" y="698"/>
                  </a:cubicBezTo>
                  <a:cubicBezTo>
                    <a:pt x="691" y="1102"/>
                    <a:pt x="958" y="1506"/>
                    <a:pt x="1229" y="1890"/>
                  </a:cubicBezTo>
                  <a:cubicBezTo>
                    <a:pt x="1362" y="2075"/>
                    <a:pt x="1479" y="2277"/>
                    <a:pt x="1616" y="2463"/>
                  </a:cubicBezTo>
                  <a:cubicBezTo>
                    <a:pt x="1649" y="2516"/>
                    <a:pt x="1665" y="2580"/>
                    <a:pt x="1665" y="2665"/>
                  </a:cubicBezTo>
                  <a:cubicBezTo>
                    <a:pt x="1649" y="2782"/>
                    <a:pt x="1649" y="2900"/>
                    <a:pt x="1665" y="3001"/>
                  </a:cubicBezTo>
                  <a:cubicBezTo>
                    <a:pt x="1665" y="3122"/>
                    <a:pt x="1665" y="3239"/>
                    <a:pt x="1649" y="3356"/>
                  </a:cubicBezTo>
                  <a:lnTo>
                    <a:pt x="1649" y="3388"/>
                  </a:lnTo>
                  <a:cubicBezTo>
                    <a:pt x="1649" y="3425"/>
                    <a:pt x="1649" y="3473"/>
                    <a:pt x="1616" y="3506"/>
                  </a:cubicBezTo>
                  <a:lnTo>
                    <a:pt x="1616" y="3526"/>
                  </a:lnTo>
                  <a:lnTo>
                    <a:pt x="1633" y="3526"/>
                  </a:lnTo>
                  <a:cubicBezTo>
                    <a:pt x="1681" y="3473"/>
                    <a:pt x="1681" y="3425"/>
                    <a:pt x="1681" y="3388"/>
                  </a:cubicBezTo>
                  <a:lnTo>
                    <a:pt x="1681" y="3356"/>
                  </a:lnTo>
                  <a:cubicBezTo>
                    <a:pt x="1701" y="3239"/>
                    <a:pt x="1681" y="3122"/>
                    <a:pt x="1681" y="3001"/>
                  </a:cubicBezTo>
                  <a:lnTo>
                    <a:pt x="1681" y="2681"/>
                  </a:lnTo>
                  <a:cubicBezTo>
                    <a:pt x="1701" y="2580"/>
                    <a:pt x="1681" y="2516"/>
                    <a:pt x="1633" y="2447"/>
                  </a:cubicBezTo>
                  <a:cubicBezTo>
                    <a:pt x="1516" y="2261"/>
                    <a:pt x="1378" y="2075"/>
                    <a:pt x="1245" y="1890"/>
                  </a:cubicBezTo>
                  <a:cubicBezTo>
                    <a:pt x="994" y="1486"/>
                    <a:pt x="708" y="1102"/>
                    <a:pt x="453" y="698"/>
                  </a:cubicBezTo>
                  <a:cubicBezTo>
                    <a:pt x="405" y="613"/>
                    <a:pt x="352" y="544"/>
                    <a:pt x="304" y="476"/>
                  </a:cubicBezTo>
                  <a:cubicBezTo>
                    <a:pt x="186" y="342"/>
                    <a:pt x="85" y="193"/>
                    <a:pt x="33" y="7"/>
                  </a:cubicBezTo>
                  <a:cubicBezTo>
                    <a:pt x="33" y="7"/>
                    <a:pt x="33" y="0"/>
                    <a:pt x="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1643857" y="2515799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53"/>
                  </a:lnTo>
                  <a:lnTo>
                    <a:pt x="16" y="505"/>
                  </a:lnTo>
                  <a:cubicBezTo>
                    <a:pt x="16" y="537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37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889881" y="2438723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17" y="138"/>
                    <a:pt x="17" y="255"/>
                    <a:pt x="17" y="372"/>
                  </a:cubicBezTo>
                  <a:lnTo>
                    <a:pt x="17" y="574"/>
                  </a:lnTo>
                  <a:cubicBezTo>
                    <a:pt x="17" y="590"/>
                    <a:pt x="33" y="590"/>
                    <a:pt x="33" y="590"/>
                  </a:cubicBezTo>
                  <a:cubicBezTo>
                    <a:pt x="33" y="590"/>
                    <a:pt x="53" y="590"/>
                    <a:pt x="53" y="574"/>
                  </a:cubicBezTo>
                  <a:lnTo>
                    <a:pt x="53" y="372"/>
                  </a:lnTo>
                  <a:cubicBezTo>
                    <a:pt x="53" y="255"/>
                    <a:pt x="53" y="13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1523475" y="1582839"/>
              <a:ext cx="200736" cy="443089"/>
            </a:xfrm>
            <a:custGeom>
              <a:avLst/>
              <a:gdLst/>
              <a:ahLst/>
              <a:cxnLst/>
              <a:rect l="l" t="t" r="r" b="b"/>
              <a:pathLst>
                <a:path w="2021" h="4461" extrusionOk="0">
                  <a:moveTo>
                    <a:pt x="0" y="1"/>
                  </a:moveTo>
                  <a:cubicBezTo>
                    <a:pt x="0" y="134"/>
                    <a:pt x="69" y="219"/>
                    <a:pt x="117" y="304"/>
                  </a:cubicBezTo>
                  <a:cubicBezTo>
                    <a:pt x="154" y="336"/>
                    <a:pt x="170" y="352"/>
                    <a:pt x="186" y="389"/>
                  </a:cubicBezTo>
                  <a:cubicBezTo>
                    <a:pt x="723" y="1281"/>
                    <a:pt x="1265" y="2170"/>
                    <a:pt x="1802" y="3031"/>
                  </a:cubicBezTo>
                  <a:lnTo>
                    <a:pt x="1935" y="3265"/>
                  </a:lnTo>
                  <a:cubicBezTo>
                    <a:pt x="1972" y="3334"/>
                    <a:pt x="1988" y="3382"/>
                    <a:pt x="1988" y="3435"/>
                  </a:cubicBezTo>
                  <a:lnTo>
                    <a:pt x="1988" y="4311"/>
                  </a:lnTo>
                  <a:cubicBezTo>
                    <a:pt x="1988" y="4360"/>
                    <a:pt x="1988" y="4412"/>
                    <a:pt x="1955" y="4445"/>
                  </a:cubicBezTo>
                  <a:lnTo>
                    <a:pt x="1955" y="4461"/>
                  </a:lnTo>
                  <a:lnTo>
                    <a:pt x="1972" y="4461"/>
                  </a:lnTo>
                  <a:cubicBezTo>
                    <a:pt x="2004" y="4412"/>
                    <a:pt x="2020" y="4360"/>
                    <a:pt x="2020" y="4311"/>
                  </a:cubicBezTo>
                  <a:lnTo>
                    <a:pt x="2020" y="3435"/>
                  </a:lnTo>
                  <a:cubicBezTo>
                    <a:pt x="2020" y="3366"/>
                    <a:pt x="2004" y="3317"/>
                    <a:pt x="1972" y="3249"/>
                  </a:cubicBezTo>
                  <a:lnTo>
                    <a:pt x="1818" y="3015"/>
                  </a:lnTo>
                  <a:cubicBezTo>
                    <a:pt x="1281" y="2154"/>
                    <a:pt x="744" y="1261"/>
                    <a:pt x="202" y="373"/>
                  </a:cubicBezTo>
                  <a:cubicBezTo>
                    <a:pt x="186" y="336"/>
                    <a:pt x="170" y="320"/>
                    <a:pt x="154" y="288"/>
                  </a:cubicBezTo>
                  <a:cubicBezTo>
                    <a:pt x="85" y="203"/>
                    <a:pt x="16" y="118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702554" y="2527420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20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20" y="154"/>
                    <a:pt x="20" y="303"/>
                    <a:pt x="20" y="437"/>
                  </a:cubicBezTo>
                  <a:lnTo>
                    <a:pt x="20" y="691"/>
                  </a:lnTo>
                  <a:lnTo>
                    <a:pt x="20" y="792"/>
                  </a:lnTo>
                  <a:cubicBezTo>
                    <a:pt x="20" y="808"/>
                    <a:pt x="36" y="824"/>
                    <a:pt x="36" y="841"/>
                  </a:cubicBezTo>
                  <a:lnTo>
                    <a:pt x="36" y="861"/>
                  </a:lnTo>
                  <a:cubicBezTo>
                    <a:pt x="53" y="861"/>
                    <a:pt x="53" y="861"/>
                    <a:pt x="53" y="841"/>
                  </a:cubicBezTo>
                  <a:lnTo>
                    <a:pt x="53" y="792"/>
                  </a:lnTo>
                  <a:cubicBezTo>
                    <a:pt x="53" y="760"/>
                    <a:pt x="36" y="723"/>
                    <a:pt x="36" y="691"/>
                  </a:cubicBezTo>
                  <a:lnTo>
                    <a:pt x="36" y="437"/>
                  </a:lnTo>
                  <a:cubicBezTo>
                    <a:pt x="53" y="303"/>
                    <a:pt x="53" y="154"/>
                    <a:pt x="36" y="16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1246160" y="3416975"/>
              <a:ext cx="257351" cy="197061"/>
            </a:xfrm>
            <a:custGeom>
              <a:avLst/>
              <a:gdLst/>
              <a:ahLst/>
              <a:cxnLst/>
              <a:rect l="l" t="t" r="r" b="b"/>
              <a:pathLst>
                <a:path w="2591" h="1984" extrusionOk="0">
                  <a:moveTo>
                    <a:pt x="1665" y="0"/>
                  </a:moveTo>
                  <a:lnTo>
                    <a:pt x="17" y="489"/>
                  </a:lnTo>
                  <a:lnTo>
                    <a:pt x="1" y="489"/>
                  </a:lnTo>
                  <a:lnTo>
                    <a:pt x="1" y="942"/>
                  </a:lnTo>
                  <a:cubicBezTo>
                    <a:pt x="1" y="1176"/>
                    <a:pt x="1" y="1414"/>
                    <a:pt x="17" y="1648"/>
                  </a:cubicBezTo>
                  <a:lnTo>
                    <a:pt x="33" y="1648"/>
                  </a:lnTo>
                  <a:cubicBezTo>
                    <a:pt x="17" y="1414"/>
                    <a:pt x="17" y="1176"/>
                    <a:pt x="33" y="942"/>
                  </a:cubicBezTo>
                  <a:lnTo>
                    <a:pt x="33" y="505"/>
                  </a:lnTo>
                  <a:lnTo>
                    <a:pt x="1665" y="16"/>
                  </a:lnTo>
                  <a:cubicBezTo>
                    <a:pt x="1681" y="49"/>
                    <a:pt x="1665" y="65"/>
                    <a:pt x="1665" y="85"/>
                  </a:cubicBezTo>
                  <a:cubicBezTo>
                    <a:pt x="1649" y="117"/>
                    <a:pt x="1633" y="134"/>
                    <a:pt x="1649" y="166"/>
                  </a:cubicBezTo>
                  <a:cubicBezTo>
                    <a:pt x="1799" y="267"/>
                    <a:pt x="1952" y="404"/>
                    <a:pt x="2085" y="521"/>
                  </a:cubicBezTo>
                  <a:cubicBezTo>
                    <a:pt x="2122" y="570"/>
                    <a:pt x="2170" y="606"/>
                    <a:pt x="2223" y="655"/>
                  </a:cubicBezTo>
                  <a:cubicBezTo>
                    <a:pt x="2255" y="691"/>
                    <a:pt x="2271" y="723"/>
                    <a:pt x="2271" y="772"/>
                  </a:cubicBezTo>
                  <a:cubicBezTo>
                    <a:pt x="2255" y="909"/>
                    <a:pt x="2255" y="1043"/>
                    <a:pt x="2255" y="1176"/>
                  </a:cubicBezTo>
                  <a:lnTo>
                    <a:pt x="2255" y="1515"/>
                  </a:lnTo>
                  <a:cubicBezTo>
                    <a:pt x="2239" y="1632"/>
                    <a:pt x="2271" y="1681"/>
                    <a:pt x="2356" y="1749"/>
                  </a:cubicBezTo>
                  <a:cubicBezTo>
                    <a:pt x="2372" y="1766"/>
                    <a:pt x="2404" y="1782"/>
                    <a:pt x="2425" y="1802"/>
                  </a:cubicBezTo>
                  <a:cubicBezTo>
                    <a:pt x="2489" y="1834"/>
                    <a:pt x="2558" y="1883"/>
                    <a:pt x="2574" y="1968"/>
                  </a:cubicBezTo>
                  <a:lnTo>
                    <a:pt x="2574" y="1984"/>
                  </a:lnTo>
                  <a:cubicBezTo>
                    <a:pt x="2590" y="1984"/>
                    <a:pt x="2590" y="1968"/>
                    <a:pt x="2590" y="1968"/>
                  </a:cubicBezTo>
                  <a:cubicBezTo>
                    <a:pt x="2574" y="1867"/>
                    <a:pt x="2505" y="1818"/>
                    <a:pt x="2441" y="1766"/>
                  </a:cubicBezTo>
                  <a:cubicBezTo>
                    <a:pt x="2404" y="1766"/>
                    <a:pt x="2388" y="1749"/>
                    <a:pt x="2372" y="1733"/>
                  </a:cubicBezTo>
                  <a:cubicBezTo>
                    <a:pt x="2287" y="1665"/>
                    <a:pt x="2271" y="1616"/>
                    <a:pt x="2271" y="1531"/>
                  </a:cubicBezTo>
                  <a:cubicBezTo>
                    <a:pt x="2287" y="1414"/>
                    <a:pt x="2287" y="1277"/>
                    <a:pt x="2287" y="1176"/>
                  </a:cubicBezTo>
                  <a:cubicBezTo>
                    <a:pt x="2287" y="1043"/>
                    <a:pt x="2287" y="909"/>
                    <a:pt x="2303" y="772"/>
                  </a:cubicBezTo>
                  <a:cubicBezTo>
                    <a:pt x="2303" y="723"/>
                    <a:pt x="2287" y="671"/>
                    <a:pt x="2239" y="639"/>
                  </a:cubicBezTo>
                  <a:cubicBezTo>
                    <a:pt x="2186" y="590"/>
                    <a:pt x="2138" y="554"/>
                    <a:pt x="2101" y="505"/>
                  </a:cubicBezTo>
                  <a:cubicBezTo>
                    <a:pt x="1968" y="388"/>
                    <a:pt x="1835" y="251"/>
                    <a:pt x="1665" y="150"/>
                  </a:cubicBezTo>
                  <a:cubicBezTo>
                    <a:pt x="1665" y="134"/>
                    <a:pt x="1665" y="117"/>
                    <a:pt x="1681" y="101"/>
                  </a:cubicBezTo>
                  <a:cubicBezTo>
                    <a:pt x="1698" y="85"/>
                    <a:pt x="1718" y="49"/>
                    <a:pt x="16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1289565" y="1711664"/>
              <a:ext cx="8443" cy="95253"/>
            </a:xfrm>
            <a:custGeom>
              <a:avLst/>
              <a:gdLst/>
              <a:ahLst/>
              <a:cxnLst/>
              <a:rect l="l" t="t" r="r" b="b"/>
              <a:pathLst>
                <a:path w="85" h="959" extrusionOk="0">
                  <a:moveTo>
                    <a:pt x="49" y="1"/>
                  </a:moveTo>
                  <a:cubicBezTo>
                    <a:pt x="16" y="287"/>
                    <a:pt x="0" y="623"/>
                    <a:pt x="49" y="958"/>
                  </a:cubicBezTo>
                  <a:lnTo>
                    <a:pt x="69" y="958"/>
                  </a:lnTo>
                  <a:cubicBezTo>
                    <a:pt x="69" y="958"/>
                    <a:pt x="85" y="958"/>
                    <a:pt x="85" y="942"/>
                  </a:cubicBezTo>
                  <a:cubicBezTo>
                    <a:pt x="16" y="623"/>
                    <a:pt x="49" y="287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1765828" y="2207991"/>
              <a:ext cx="5264" cy="55523"/>
            </a:xfrm>
            <a:custGeom>
              <a:avLst/>
              <a:gdLst/>
              <a:ahLst/>
              <a:cxnLst/>
              <a:rect l="l" t="t" r="r" b="b"/>
              <a:pathLst>
                <a:path w="53" h="559" extrusionOk="0">
                  <a:moveTo>
                    <a:pt x="37" y="1"/>
                  </a:moveTo>
                  <a:lnTo>
                    <a:pt x="20" y="17"/>
                  </a:lnTo>
                  <a:cubicBezTo>
                    <a:pt x="0" y="138"/>
                    <a:pt x="0" y="239"/>
                    <a:pt x="20" y="356"/>
                  </a:cubicBezTo>
                  <a:lnTo>
                    <a:pt x="20" y="542"/>
                  </a:lnTo>
                  <a:cubicBezTo>
                    <a:pt x="0" y="558"/>
                    <a:pt x="20" y="558"/>
                    <a:pt x="20" y="558"/>
                  </a:cubicBezTo>
                  <a:lnTo>
                    <a:pt x="37" y="558"/>
                  </a:lnTo>
                  <a:lnTo>
                    <a:pt x="37" y="356"/>
                  </a:lnTo>
                  <a:cubicBezTo>
                    <a:pt x="37" y="239"/>
                    <a:pt x="37" y="138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1520197" y="3027323"/>
              <a:ext cx="199147" cy="291022"/>
            </a:xfrm>
            <a:custGeom>
              <a:avLst/>
              <a:gdLst/>
              <a:ahLst/>
              <a:cxnLst/>
              <a:rect l="l" t="t" r="r" b="b"/>
              <a:pathLst>
                <a:path w="2005" h="2930" extrusionOk="0">
                  <a:moveTo>
                    <a:pt x="49" y="1"/>
                  </a:moveTo>
                  <a:cubicBezTo>
                    <a:pt x="17" y="33"/>
                    <a:pt x="17" y="69"/>
                    <a:pt x="17" y="102"/>
                  </a:cubicBezTo>
                  <a:lnTo>
                    <a:pt x="17" y="288"/>
                  </a:lnTo>
                  <a:lnTo>
                    <a:pt x="17" y="453"/>
                  </a:lnTo>
                  <a:cubicBezTo>
                    <a:pt x="1" y="591"/>
                    <a:pt x="1" y="724"/>
                    <a:pt x="33" y="841"/>
                  </a:cubicBezTo>
                  <a:cubicBezTo>
                    <a:pt x="86" y="958"/>
                    <a:pt x="203" y="1059"/>
                    <a:pt x="304" y="1160"/>
                  </a:cubicBezTo>
                  <a:cubicBezTo>
                    <a:pt x="352" y="1196"/>
                    <a:pt x="389" y="1245"/>
                    <a:pt x="437" y="1281"/>
                  </a:cubicBezTo>
                  <a:cubicBezTo>
                    <a:pt x="724" y="1584"/>
                    <a:pt x="1027" y="1903"/>
                    <a:pt x="1330" y="2206"/>
                  </a:cubicBezTo>
                  <a:lnTo>
                    <a:pt x="1665" y="2542"/>
                  </a:lnTo>
                  <a:cubicBezTo>
                    <a:pt x="1686" y="2574"/>
                    <a:pt x="1718" y="2610"/>
                    <a:pt x="1750" y="2627"/>
                  </a:cubicBezTo>
                  <a:cubicBezTo>
                    <a:pt x="1851" y="2728"/>
                    <a:pt x="1936" y="2796"/>
                    <a:pt x="1968" y="2930"/>
                  </a:cubicBezTo>
                  <a:lnTo>
                    <a:pt x="1988" y="2930"/>
                  </a:lnTo>
                  <a:cubicBezTo>
                    <a:pt x="1988" y="2930"/>
                    <a:pt x="2005" y="2930"/>
                    <a:pt x="2005" y="2913"/>
                  </a:cubicBezTo>
                  <a:cubicBezTo>
                    <a:pt x="1952" y="2776"/>
                    <a:pt x="1851" y="2695"/>
                    <a:pt x="1766" y="2610"/>
                  </a:cubicBezTo>
                  <a:cubicBezTo>
                    <a:pt x="1734" y="2594"/>
                    <a:pt x="1718" y="2558"/>
                    <a:pt x="1686" y="2526"/>
                  </a:cubicBezTo>
                  <a:lnTo>
                    <a:pt x="1346" y="2190"/>
                  </a:lnTo>
                  <a:cubicBezTo>
                    <a:pt x="1043" y="1887"/>
                    <a:pt x="756" y="1564"/>
                    <a:pt x="453" y="1261"/>
                  </a:cubicBezTo>
                  <a:cubicBezTo>
                    <a:pt x="421" y="1213"/>
                    <a:pt x="373" y="1180"/>
                    <a:pt x="320" y="1144"/>
                  </a:cubicBezTo>
                  <a:cubicBezTo>
                    <a:pt x="219" y="1043"/>
                    <a:pt x="118" y="942"/>
                    <a:pt x="70" y="825"/>
                  </a:cubicBezTo>
                  <a:cubicBezTo>
                    <a:pt x="17" y="724"/>
                    <a:pt x="33" y="591"/>
                    <a:pt x="33" y="453"/>
                  </a:cubicBezTo>
                  <a:cubicBezTo>
                    <a:pt x="49" y="405"/>
                    <a:pt x="49" y="336"/>
                    <a:pt x="49" y="288"/>
                  </a:cubicBezTo>
                  <a:lnTo>
                    <a:pt x="49" y="102"/>
                  </a:lnTo>
                  <a:cubicBezTo>
                    <a:pt x="49" y="69"/>
                    <a:pt x="49" y="3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608990" y="207439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34"/>
                    <a:pt x="17" y="251"/>
                    <a:pt x="17" y="372"/>
                  </a:cubicBezTo>
                  <a:cubicBezTo>
                    <a:pt x="17" y="453"/>
                    <a:pt x="1" y="538"/>
                    <a:pt x="17" y="606"/>
                  </a:cubicBezTo>
                  <a:lnTo>
                    <a:pt x="17" y="707"/>
                  </a:lnTo>
                  <a:cubicBezTo>
                    <a:pt x="1" y="776"/>
                    <a:pt x="1" y="841"/>
                    <a:pt x="17" y="893"/>
                  </a:cubicBezTo>
                  <a:lnTo>
                    <a:pt x="33" y="909"/>
                  </a:lnTo>
                  <a:cubicBezTo>
                    <a:pt x="53" y="909"/>
                    <a:pt x="53" y="893"/>
                    <a:pt x="53" y="893"/>
                  </a:cubicBezTo>
                  <a:cubicBezTo>
                    <a:pt x="33" y="825"/>
                    <a:pt x="33" y="776"/>
                    <a:pt x="33" y="707"/>
                  </a:cubicBezTo>
                  <a:lnTo>
                    <a:pt x="33" y="606"/>
                  </a:lnTo>
                  <a:lnTo>
                    <a:pt x="33" y="372"/>
                  </a:lnTo>
                  <a:cubicBezTo>
                    <a:pt x="33" y="251"/>
                    <a:pt x="33" y="134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1254205" y="1746626"/>
              <a:ext cx="159019" cy="83930"/>
            </a:xfrm>
            <a:custGeom>
              <a:avLst/>
              <a:gdLst/>
              <a:ahLst/>
              <a:cxnLst/>
              <a:rect l="l" t="t" r="r" b="b"/>
              <a:pathLst>
                <a:path w="1601" h="845" extrusionOk="0">
                  <a:moveTo>
                    <a:pt x="1584" y="0"/>
                  </a:moveTo>
                  <a:cubicBezTo>
                    <a:pt x="1467" y="16"/>
                    <a:pt x="1366" y="85"/>
                    <a:pt x="1265" y="137"/>
                  </a:cubicBezTo>
                  <a:cubicBezTo>
                    <a:pt x="1233" y="170"/>
                    <a:pt x="1180" y="186"/>
                    <a:pt x="1148" y="218"/>
                  </a:cubicBezTo>
                  <a:cubicBezTo>
                    <a:pt x="877" y="356"/>
                    <a:pt x="590" y="505"/>
                    <a:pt x="324" y="642"/>
                  </a:cubicBezTo>
                  <a:cubicBezTo>
                    <a:pt x="223" y="707"/>
                    <a:pt x="122" y="760"/>
                    <a:pt x="1" y="824"/>
                  </a:cubicBezTo>
                  <a:lnTo>
                    <a:pt x="1" y="844"/>
                  </a:lnTo>
                  <a:lnTo>
                    <a:pt x="21" y="844"/>
                  </a:lnTo>
                  <a:cubicBezTo>
                    <a:pt x="122" y="776"/>
                    <a:pt x="239" y="723"/>
                    <a:pt x="340" y="675"/>
                  </a:cubicBezTo>
                  <a:cubicBezTo>
                    <a:pt x="607" y="521"/>
                    <a:pt x="877" y="372"/>
                    <a:pt x="1164" y="238"/>
                  </a:cubicBezTo>
                  <a:cubicBezTo>
                    <a:pt x="1196" y="218"/>
                    <a:pt x="1249" y="186"/>
                    <a:pt x="1281" y="170"/>
                  </a:cubicBezTo>
                  <a:cubicBezTo>
                    <a:pt x="1366" y="101"/>
                    <a:pt x="1467" y="53"/>
                    <a:pt x="1584" y="36"/>
                  </a:cubicBezTo>
                  <a:lnTo>
                    <a:pt x="1600" y="16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848164" y="3480344"/>
              <a:ext cx="354392" cy="223978"/>
            </a:xfrm>
            <a:custGeom>
              <a:avLst/>
              <a:gdLst/>
              <a:ahLst/>
              <a:cxnLst/>
              <a:rect l="l" t="t" r="r" b="b"/>
              <a:pathLst>
                <a:path w="3568" h="2255" extrusionOk="0">
                  <a:moveTo>
                    <a:pt x="3568" y="1"/>
                  </a:moveTo>
                  <a:cubicBezTo>
                    <a:pt x="3467" y="1"/>
                    <a:pt x="3382" y="17"/>
                    <a:pt x="3301" y="53"/>
                  </a:cubicBezTo>
                  <a:cubicBezTo>
                    <a:pt x="3281" y="53"/>
                    <a:pt x="3248" y="69"/>
                    <a:pt x="3216" y="85"/>
                  </a:cubicBezTo>
                  <a:cubicBezTo>
                    <a:pt x="2828" y="186"/>
                    <a:pt x="2440" y="304"/>
                    <a:pt x="2053" y="421"/>
                  </a:cubicBezTo>
                  <a:cubicBezTo>
                    <a:pt x="1786" y="505"/>
                    <a:pt x="1515" y="590"/>
                    <a:pt x="1245" y="675"/>
                  </a:cubicBezTo>
                  <a:cubicBezTo>
                    <a:pt x="1079" y="724"/>
                    <a:pt x="893" y="776"/>
                    <a:pt x="724" y="825"/>
                  </a:cubicBezTo>
                  <a:lnTo>
                    <a:pt x="170" y="978"/>
                  </a:lnTo>
                  <a:cubicBezTo>
                    <a:pt x="85" y="1010"/>
                    <a:pt x="1" y="1043"/>
                    <a:pt x="1" y="1164"/>
                  </a:cubicBezTo>
                  <a:cubicBezTo>
                    <a:pt x="17" y="1313"/>
                    <a:pt x="17" y="1447"/>
                    <a:pt x="1" y="1584"/>
                  </a:cubicBezTo>
                  <a:cubicBezTo>
                    <a:pt x="1" y="1802"/>
                    <a:pt x="1" y="2004"/>
                    <a:pt x="17" y="2222"/>
                  </a:cubicBezTo>
                  <a:lnTo>
                    <a:pt x="17" y="2239"/>
                  </a:lnTo>
                  <a:cubicBezTo>
                    <a:pt x="1" y="2255"/>
                    <a:pt x="17" y="2255"/>
                    <a:pt x="17" y="2255"/>
                  </a:cubicBezTo>
                  <a:lnTo>
                    <a:pt x="33" y="2255"/>
                  </a:lnTo>
                  <a:lnTo>
                    <a:pt x="33" y="2239"/>
                  </a:lnTo>
                  <a:cubicBezTo>
                    <a:pt x="49" y="2239"/>
                    <a:pt x="49" y="2239"/>
                    <a:pt x="49" y="2222"/>
                  </a:cubicBezTo>
                  <a:cubicBezTo>
                    <a:pt x="33" y="2004"/>
                    <a:pt x="33" y="1802"/>
                    <a:pt x="33" y="1584"/>
                  </a:cubicBezTo>
                  <a:lnTo>
                    <a:pt x="33" y="1164"/>
                  </a:lnTo>
                  <a:cubicBezTo>
                    <a:pt x="33" y="1063"/>
                    <a:pt x="102" y="1027"/>
                    <a:pt x="170" y="1010"/>
                  </a:cubicBezTo>
                  <a:cubicBezTo>
                    <a:pt x="352" y="962"/>
                    <a:pt x="538" y="893"/>
                    <a:pt x="724" y="841"/>
                  </a:cubicBezTo>
                  <a:cubicBezTo>
                    <a:pt x="893" y="792"/>
                    <a:pt x="1079" y="740"/>
                    <a:pt x="1261" y="691"/>
                  </a:cubicBezTo>
                  <a:cubicBezTo>
                    <a:pt x="1515" y="606"/>
                    <a:pt x="1786" y="538"/>
                    <a:pt x="2053" y="457"/>
                  </a:cubicBezTo>
                  <a:cubicBezTo>
                    <a:pt x="2440" y="336"/>
                    <a:pt x="2844" y="219"/>
                    <a:pt x="3232" y="102"/>
                  </a:cubicBezTo>
                  <a:cubicBezTo>
                    <a:pt x="3248" y="102"/>
                    <a:pt x="3281" y="85"/>
                    <a:pt x="3317" y="69"/>
                  </a:cubicBezTo>
                  <a:cubicBezTo>
                    <a:pt x="3402" y="53"/>
                    <a:pt x="3467" y="17"/>
                    <a:pt x="3568" y="17"/>
                  </a:cubicBezTo>
                  <a:lnTo>
                    <a:pt x="35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1416701" y="3540138"/>
              <a:ext cx="53536" cy="37446"/>
            </a:xfrm>
            <a:custGeom>
              <a:avLst/>
              <a:gdLst/>
              <a:ahLst/>
              <a:cxnLst/>
              <a:rect l="l" t="t" r="r" b="b"/>
              <a:pathLst>
                <a:path w="539" h="377" extrusionOk="0">
                  <a:moveTo>
                    <a:pt x="42" y="0"/>
                  </a:moveTo>
                  <a:cubicBezTo>
                    <a:pt x="34" y="0"/>
                    <a:pt x="26" y="2"/>
                    <a:pt x="17" y="4"/>
                  </a:cubicBezTo>
                  <a:cubicBezTo>
                    <a:pt x="1" y="4"/>
                    <a:pt x="1" y="4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82" y="37"/>
                    <a:pt x="118" y="73"/>
                  </a:cubicBezTo>
                  <a:lnTo>
                    <a:pt x="134" y="89"/>
                  </a:lnTo>
                  <a:cubicBezTo>
                    <a:pt x="183" y="122"/>
                    <a:pt x="219" y="158"/>
                    <a:pt x="251" y="190"/>
                  </a:cubicBezTo>
                  <a:cubicBezTo>
                    <a:pt x="336" y="259"/>
                    <a:pt x="421" y="340"/>
                    <a:pt x="522" y="376"/>
                  </a:cubicBezTo>
                  <a:lnTo>
                    <a:pt x="538" y="376"/>
                  </a:lnTo>
                  <a:lnTo>
                    <a:pt x="538" y="360"/>
                  </a:lnTo>
                  <a:cubicBezTo>
                    <a:pt x="437" y="307"/>
                    <a:pt x="352" y="239"/>
                    <a:pt x="267" y="174"/>
                  </a:cubicBezTo>
                  <a:cubicBezTo>
                    <a:pt x="235" y="138"/>
                    <a:pt x="203" y="105"/>
                    <a:pt x="150" y="73"/>
                  </a:cubicBezTo>
                  <a:cubicBezTo>
                    <a:pt x="150" y="57"/>
                    <a:pt x="134" y="57"/>
                    <a:pt x="134" y="57"/>
                  </a:cubicBezTo>
                  <a:cubicBezTo>
                    <a:pt x="108" y="27"/>
                    <a:pt x="78" y="0"/>
                    <a:pt x="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1670675" y="2550662"/>
              <a:ext cx="6953" cy="62277"/>
            </a:xfrm>
            <a:custGeom>
              <a:avLst/>
              <a:gdLst/>
              <a:ahLst/>
              <a:cxnLst/>
              <a:rect l="l" t="t" r="r" b="b"/>
              <a:pathLst>
                <a:path w="70" h="627" extrusionOk="0">
                  <a:moveTo>
                    <a:pt x="49" y="1"/>
                  </a:moveTo>
                  <a:cubicBezTo>
                    <a:pt x="49" y="1"/>
                    <a:pt x="33" y="1"/>
                    <a:pt x="33" y="21"/>
                  </a:cubicBezTo>
                  <a:cubicBezTo>
                    <a:pt x="17" y="102"/>
                    <a:pt x="17" y="203"/>
                    <a:pt x="17" y="287"/>
                  </a:cubicBezTo>
                  <a:cubicBezTo>
                    <a:pt x="17" y="340"/>
                    <a:pt x="33" y="405"/>
                    <a:pt x="17" y="457"/>
                  </a:cubicBezTo>
                  <a:lnTo>
                    <a:pt x="17" y="506"/>
                  </a:lnTo>
                  <a:cubicBezTo>
                    <a:pt x="33" y="542"/>
                    <a:pt x="33" y="574"/>
                    <a:pt x="17" y="607"/>
                  </a:cubicBezTo>
                  <a:cubicBezTo>
                    <a:pt x="1" y="607"/>
                    <a:pt x="17" y="627"/>
                    <a:pt x="17" y="627"/>
                  </a:cubicBezTo>
                  <a:lnTo>
                    <a:pt x="33" y="627"/>
                  </a:lnTo>
                  <a:cubicBezTo>
                    <a:pt x="49" y="574"/>
                    <a:pt x="49" y="542"/>
                    <a:pt x="49" y="506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203"/>
                    <a:pt x="49" y="102"/>
                    <a:pt x="70" y="21"/>
                  </a:cubicBezTo>
                  <a:cubicBezTo>
                    <a:pt x="70" y="21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1291154" y="2253382"/>
              <a:ext cx="5264" cy="83532"/>
            </a:xfrm>
            <a:custGeom>
              <a:avLst/>
              <a:gdLst/>
              <a:ahLst/>
              <a:cxnLst/>
              <a:rect l="l" t="t" r="r" b="b"/>
              <a:pathLst>
                <a:path w="53" h="841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50"/>
                    <a:pt x="16" y="303"/>
                    <a:pt x="0" y="436"/>
                  </a:cubicBezTo>
                  <a:lnTo>
                    <a:pt x="0" y="691"/>
                  </a:lnTo>
                  <a:lnTo>
                    <a:pt x="0" y="723"/>
                  </a:lnTo>
                  <a:cubicBezTo>
                    <a:pt x="0" y="756"/>
                    <a:pt x="0" y="808"/>
                    <a:pt x="16" y="840"/>
                  </a:cubicBezTo>
                  <a:lnTo>
                    <a:pt x="33" y="840"/>
                  </a:lnTo>
                  <a:cubicBezTo>
                    <a:pt x="53" y="840"/>
                    <a:pt x="53" y="840"/>
                    <a:pt x="53" y="824"/>
                  </a:cubicBezTo>
                  <a:cubicBezTo>
                    <a:pt x="33" y="792"/>
                    <a:pt x="33" y="756"/>
                    <a:pt x="33" y="723"/>
                  </a:cubicBezTo>
                  <a:lnTo>
                    <a:pt x="33" y="691"/>
                  </a:lnTo>
                  <a:lnTo>
                    <a:pt x="33" y="436"/>
                  </a:lnTo>
                  <a:cubicBezTo>
                    <a:pt x="33" y="287"/>
                    <a:pt x="33" y="150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2080390" y="2978753"/>
              <a:ext cx="8542" cy="50258"/>
            </a:xfrm>
            <a:custGeom>
              <a:avLst/>
              <a:gdLst/>
              <a:ahLst/>
              <a:cxnLst/>
              <a:rect l="l" t="t" r="r" b="b"/>
              <a:pathLst>
                <a:path w="86" h="506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70"/>
                    <a:pt x="33" y="134"/>
                    <a:pt x="33" y="203"/>
                  </a:cubicBezTo>
                  <a:lnTo>
                    <a:pt x="33" y="304"/>
                  </a:lnTo>
                  <a:lnTo>
                    <a:pt x="33" y="356"/>
                  </a:lnTo>
                  <a:cubicBezTo>
                    <a:pt x="33" y="405"/>
                    <a:pt x="33" y="457"/>
                    <a:pt x="0" y="490"/>
                  </a:cubicBezTo>
                  <a:cubicBezTo>
                    <a:pt x="0" y="490"/>
                    <a:pt x="0" y="506"/>
                    <a:pt x="17" y="506"/>
                  </a:cubicBezTo>
                  <a:lnTo>
                    <a:pt x="33" y="506"/>
                  </a:lnTo>
                  <a:cubicBezTo>
                    <a:pt x="49" y="457"/>
                    <a:pt x="49" y="405"/>
                    <a:pt x="49" y="356"/>
                  </a:cubicBezTo>
                  <a:cubicBezTo>
                    <a:pt x="49" y="336"/>
                    <a:pt x="49" y="320"/>
                    <a:pt x="65" y="304"/>
                  </a:cubicBezTo>
                  <a:cubicBezTo>
                    <a:pt x="65" y="272"/>
                    <a:pt x="65" y="235"/>
                    <a:pt x="49" y="203"/>
                  </a:cubicBezTo>
                  <a:cubicBezTo>
                    <a:pt x="49" y="134"/>
                    <a:pt x="49" y="86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1180804" y="3677008"/>
              <a:ext cx="3278" cy="57410"/>
            </a:xfrm>
            <a:custGeom>
              <a:avLst/>
              <a:gdLst/>
              <a:ahLst/>
              <a:cxnLst/>
              <a:rect l="l" t="t" r="r" b="b"/>
              <a:pathLst>
                <a:path w="33" h="578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7" y="125"/>
                    <a:pt x="17" y="242"/>
                    <a:pt x="17" y="360"/>
                  </a:cubicBezTo>
                  <a:cubicBezTo>
                    <a:pt x="0" y="428"/>
                    <a:pt x="0" y="497"/>
                    <a:pt x="17" y="561"/>
                  </a:cubicBezTo>
                  <a:lnTo>
                    <a:pt x="17" y="578"/>
                  </a:lnTo>
                  <a:cubicBezTo>
                    <a:pt x="33" y="578"/>
                    <a:pt x="33" y="578"/>
                    <a:pt x="33" y="561"/>
                  </a:cubicBezTo>
                  <a:lnTo>
                    <a:pt x="33" y="360"/>
                  </a:lnTo>
                  <a:cubicBezTo>
                    <a:pt x="33" y="242"/>
                    <a:pt x="33" y="12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1287876" y="2948657"/>
              <a:ext cx="4966" cy="97239"/>
            </a:xfrm>
            <a:custGeom>
              <a:avLst/>
              <a:gdLst/>
              <a:ahLst/>
              <a:cxnLst/>
              <a:rect l="l" t="t" r="r" b="b"/>
              <a:pathLst>
                <a:path w="50" h="979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72"/>
                    <a:pt x="17" y="389"/>
                  </a:cubicBezTo>
                  <a:lnTo>
                    <a:pt x="17" y="575"/>
                  </a:lnTo>
                  <a:lnTo>
                    <a:pt x="17" y="841"/>
                  </a:lnTo>
                  <a:lnTo>
                    <a:pt x="17" y="962"/>
                  </a:lnTo>
                  <a:cubicBezTo>
                    <a:pt x="17" y="979"/>
                    <a:pt x="17" y="979"/>
                    <a:pt x="33" y="979"/>
                  </a:cubicBezTo>
                  <a:lnTo>
                    <a:pt x="33" y="962"/>
                  </a:lnTo>
                  <a:lnTo>
                    <a:pt x="33" y="841"/>
                  </a:lnTo>
                  <a:lnTo>
                    <a:pt x="33" y="575"/>
                  </a:lnTo>
                  <a:lnTo>
                    <a:pt x="33" y="389"/>
                  </a:lnTo>
                  <a:cubicBezTo>
                    <a:pt x="49" y="272"/>
                    <a:pt x="49" y="134"/>
                    <a:pt x="33" y="17"/>
                  </a:cubicBezTo>
                  <a:cubicBezTo>
                    <a:pt x="17" y="17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2010167" y="3553745"/>
              <a:ext cx="4867" cy="55523"/>
            </a:xfrm>
            <a:custGeom>
              <a:avLst/>
              <a:gdLst/>
              <a:ahLst/>
              <a:cxnLst/>
              <a:rect l="l" t="t" r="r" b="b"/>
              <a:pathLst>
                <a:path w="49" h="559" extrusionOk="0">
                  <a:moveTo>
                    <a:pt x="33" y="1"/>
                  </a:moveTo>
                  <a:cubicBezTo>
                    <a:pt x="33" y="1"/>
                    <a:pt x="33" y="21"/>
                    <a:pt x="17" y="21"/>
                  </a:cubicBezTo>
                  <a:cubicBezTo>
                    <a:pt x="0" y="102"/>
                    <a:pt x="0" y="187"/>
                    <a:pt x="17" y="288"/>
                  </a:cubicBezTo>
                  <a:cubicBezTo>
                    <a:pt x="17" y="372"/>
                    <a:pt x="17" y="457"/>
                    <a:pt x="0" y="542"/>
                  </a:cubicBezTo>
                  <a:lnTo>
                    <a:pt x="0" y="558"/>
                  </a:lnTo>
                  <a:lnTo>
                    <a:pt x="17" y="558"/>
                  </a:lnTo>
                  <a:lnTo>
                    <a:pt x="17" y="542"/>
                  </a:lnTo>
                  <a:cubicBezTo>
                    <a:pt x="49" y="457"/>
                    <a:pt x="33" y="372"/>
                    <a:pt x="33" y="271"/>
                  </a:cubicBezTo>
                  <a:cubicBezTo>
                    <a:pt x="33" y="203"/>
                    <a:pt x="33" y="102"/>
                    <a:pt x="49" y="2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1033505" y="2539041"/>
              <a:ext cx="8542" cy="83930"/>
            </a:xfrm>
            <a:custGeom>
              <a:avLst/>
              <a:gdLst/>
              <a:ahLst/>
              <a:cxnLst/>
              <a:rect l="l" t="t" r="r" b="b"/>
              <a:pathLst>
                <a:path w="86" h="845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cubicBezTo>
                    <a:pt x="37" y="53"/>
                    <a:pt x="37" y="101"/>
                    <a:pt x="37" y="154"/>
                  </a:cubicBezTo>
                  <a:lnTo>
                    <a:pt x="37" y="707"/>
                  </a:lnTo>
                  <a:lnTo>
                    <a:pt x="37" y="724"/>
                  </a:lnTo>
                  <a:cubicBezTo>
                    <a:pt x="37" y="760"/>
                    <a:pt x="37" y="808"/>
                    <a:pt x="70" y="845"/>
                  </a:cubicBezTo>
                  <a:lnTo>
                    <a:pt x="86" y="845"/>
                  </a:lnTo>
                  <a:lnTo>
                    <a:pt x="86" y="825"/>
                  </a:lnTo>
                  <a:cubicBezTo>
                    <a:pt x="53" y="792"/>
                    <a:pt x="53" y="760"/>
                    <a:pt x="53" y="724"/>
                  </a:cubicBezTo>
                  <a:lnTo>
                    <a:pt x="53" y="707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1923059" y="2555926"/>
              <a:ext cx="145809" cy="305822"/>
            </a:xfrm>
            <a:custGeom>
              <a:avLst/>
              <a:gdLst/>
              <a:ahLst/>
              <a:cxnLst/>
              <a:rect l="l" t="t" r="r" b="b"/>
              <a:pathLst>
                <a:path w="1468" h="3079" extrusionOk="0">
                  <a:moveTo>
                    <a:pt x="17" y="0"/>
                  </a:moveTo>
                  <a:lnTo>
                    <a:pt x="1" y="16"/>
                  </a:lnTo>
                  <a:cubicBezTo>
                    <a:pt x="1" y="117"/>
                    <a:pt x="69" y="186"/>
                    <a:pt x="118" y="251"/>
                  </a:cubicBezTo>
                  <a:cubicBezTo>
                    <a:pt x="134" y="271"/>
                    <a:pt x="134" y="287"/>
                    <a:pt x="154" y="303"/>
                  </a:cubicBezTo>
                  <a:cubicBezTo>
                    <a:pt x="288" y="489"/>
                    <a:pt x="405" y="675"/>
                    <a:pt x="522" y="857"/>
                  </a:cubicBezTo>
                  <a:cubicBezTo>
                    <a:pt x="591" y="958"/>
                    <a:pt x="659" y="1059"/>
                    <a:pt x="724" y="1160"/>
                  </a:cubicBezTo>
                  <a:cubicBezTo>
                    <a:pt x="962" y="1499"/>
                    <a:pt x="1164" y="1818"/>
                    <a:pt x="1382" y="2121"/>
                  </a:cubicBezTo>
                  <a:cubicBezTo>
                    <a:pt x="1415" y="2169"/>
                    <a:pt x="1431" y="2222"/>
                    <a:pt x="1431" y="2307"/>
                  </a:cubicBezTo>
                  <a:lnTo>
                    <a:pt x="1431" y="2541"/>
                  </a:lnTo>
                  <a:cubicBezTo>
                    <a:pt x="1431" y="2711"/>
                    <a:pt x="1415" y="2876"/>
                    <a:pt x="1431" y="3030"/>
                  </a:cubicBezTo>
                  <a:lnTo>
                    <a:pt x="1431" y="3046"/>
                  </a:lnTo>
                  <a:lnTo>
                    <a:pt x="1415" y="3062"/>
                  </a:lnTo>
                  <a:lnTo>
                    <a:pt x="1415" y="3078"/>
                  </a:lnTo>
                  <a:lnTo>
                    <a:pt x="1431" y="3078"/>
                  </a:lnTo>
                  <a:lnTo>
                    <a:pt x="1447" y="3062"/>
                  </a:lnTo>
                  <a:cubicBezTo>
                    <a:pt x="1447" y="3062"/>
                    <a:pt x="1467" y="3046"/>
                    <a:pt x="1467" y="3030"/>
                  </a:cubicBezTo>
                  <a:cubicBezTo>
                    <a:pt x="1447" y="2860"/>
                    <a:pt x="1447" y="2711"/>
                    <a:pt x="1447" y="2541"/>
                  </a:cubicBezTo>
                  <a:lnTo>
                    <a:pt x="1447" y="2307"/>
                  </a:lnTo>
                  <a:cubicBezTo>
                    <a:pt x="1447" y="2222"/>
                    <a:pt x="1431" y="2153"/>
                    <a:pt x="1399" y="2105"/>
                  </a:cubicBezTo>
                  <a:cubicBezTo>
                    <a:pt x="1197" y="1802"/>
                    <a:pt x="978" y="1483"/>
                    <a:pt x="740" y="1143"/>
                  </a:cubicBezTo>
                  <a:cubicBezTo>
                    <a:pt x="675" y="1042"/>
                    <a:pt x="623" y="941"/>
                    <a:pt x="558" y="840"/>
                  </a:cubicBezTo>
                  <a:cubicBezTo>
                    <a:pt x="421" y="675"/>
                    <a:pt x="304" y="473"/>
                    <a:pt x="187" y="303"/>
                  </a:cubicBezTo>
                  <a:cubicBezTo>
                    <a:pt x="170" y="271"/>
                    <a:pt x="154" y="251"/>
                    <a:pt x="134" y="234"/>
                  </a:cubicBezTo>
                  <a:cubicBezTo>
                    <a:pt x="86" y="170"/>
                    <a:pt x="33" y="101"/>
                    <a:pt x="33" y="16"/>
                  </a:cubicBezTo>
                  <a:cubicBezTo>
                    <a:pt x="33" y="16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2095190" y="3522061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70"/>
                    <a:pt x="17" y="255"/>
                  </a:cubicBezTo>
                  <a:cubicBezTo>
                    <a:pt x="17" y="320"/>
                    <a:pt x="17" y="405"/>
                    <a:pt x="1" y="473"/>
                  </a:cubicBezTo>
                  <a:cubicBezTo>
                    <a:pt x="1" y="489"/>
                    <a:pt x="1" y="489"/>
                    <a:pt x="17" y="489"/>
                  </a:cubicBezTo>
                  <a:lnTo>
                    <a:pt x="37" y="473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37" y="170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408258" y="2731235"/>
              <a:ext cx="6555" cy="90386"/>
            </a:xfrm>
            <a:custGeom>
              <a:avLst/>
              <a:gdLst/>
              <a:ahLst/>
              <a:cxnLst/>
              <a:rect l="l" t="t" r="r" b="b"/>
              <a:pathLst>
                <a:path w="66" h="910" extrusionOk="0">
                  <a:moveTo>
                    <a:pt x="66" y="0"/>
                  </a:moveTo>
                  <a:cubicBezTo>
                    <a:pt x="49" y="0"/>
                    <a:pt x="49" y="21"/>
                    <a:pt x="49" y="21"/>
                  </a:cubicBezTo>
                  <a:cubicBezTo>
                    <a:pt x="17" y="170"/>
                    <a:pt x="33" y="324"/>
                    <a:pt x="33" y="473"/>
                  </a:cubicBezTo>
                  <a:lnTo>
                    <a:pt x="33" y="728"/>
                  </a:lnTo>
                  <a:lnTo>
                    <a:pt x="33" y="744"/>
                  </a:lnTo>
                  <a:cubicBezTo>
                    <a:pt x="33" y="792"/>
                    <a:pt x="33" y="845"/>
                    <a:pt x="1" y="893"/>
                  </a:cubicBezTo>
                  <a:cubicBezTo>
                    <a:pt x="1" y="893"/>
                    <a:pt x="1" y="909"/>
                    <a:pt x="17" y="909"/>
                  </a:cubicBezTo>
                  <a:lnTo>
                    <a:pt x="33" y="909"/>
                  </a:lnTo>
                  <a:cubicBezTo>
                    <a:pt x="49" y="861"/>
                    <a:pt x="49" y="808"/>
                    <a:pt x="49" y="744"/>
                  </a:cubicBezTo>
                  <a:lnTo>
                    <a:pt x="49" y="728"/>
                  </a:lnTo>
                  <a:cubicBezTo>
                    <a:pt x="66" y="643"/>
                    <a:pt x="49" y="558"/>
                    <a:pt x="49" y="473"/>
                  </a:cubicBezTo>
                  <a:cubicBezTo>
                    <a:pt x="49" y="324"/>
                    <a:pt x="49" y="170"/>
                    <a:pt x="66" y="21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247848" y="2874561"/>
              <a:ext cx="168952" cy="191399"/>
            </a:xfrm>
            <a:custGeom>
              <a:avLst/>
              <a:gdLst/>
              <a:ahLst/>
              <a:cxnLst/>
              <a:rect l="l" t="t" r="r" b="b"/>
              <a:pathLst>
                <a:path w="1701" h="1927" extrusionOk="0">
                  <a:moveTo>
                    <a:pt x="1686" y="1"/>
                  </a:moveTo>
                  <a:cubicBezTo>
                    <a:pt x="1683" y="1"/>
                    <a:pt x="1681" y="2"/>
                    <a:pt x="1681" y="8"/>
                  </a:cubicBezTo>
                  <a:cubicBezTo>
                    <a:pt x="1479" y="93"/>
                    <a:pt x="1277" y="173"/>
                    <a:pt x="1075" y="242"/>
                  </a:cubicBezTo>
                  <a:cubicBezTo>
                    <a:pt x="974" y="274"/>
                    <a:pt x="873" y="311"/>
                    <a:pt x="772" y="343"/>
                  </a:cubicBezTo>
                  <a:cubicBezTo>
                    <a:pt x="570" y="428"/>
                    <a:pt x="351" y="513"/>
                    <a:pt x="117" y="597"/>
                  </a:cubicBezTo>
                  <a:cubicBezTo>
                    <a:pt x="32" y="614"/>
                    <a:pt x="0" y="662"/>
                    <a:pt x="16" y="763"/>
                  </a:cubicBezTo>
                  <a:lnTo>
                    <a:pt x="16" y="1183"/>
                  </a:lnTo>
                  <a:cubicBezTo>
                    <a:pt x="0" y="1405"/>
                    <a:pt x="0" y="1624"/>
                    <a:pt x="32" y="1858"/>
                  </a:cubicBezTo>
                  <a:cubicBezTo>
                    <a:pt x="32" y="1858"/>
                    <a:pt x="32" y="1874"/>
                    <a:pt x="16" y="1890"/>
                  </a:cubicBezTo>
                  <a:lnTo>
                    <a:pt x="0" y="1910"/>
                  </a:lnTo>
                  <a:lnTo>
                    <a:pt x="0" y="1927"/>
                  </a:lnTo>
                  <a:lnTo>
                    <a:pt x="16" y="1927"/>
                  </a:lnTo>
                  <a:lnTo>
                    <a:pt x="32" y="1910"/>
                  </a:lnTo>
                  <a:cubicBezTo>
                    <a:pt x="49" y="1890"/>
                    <a:pt x="65" y="1874"/>
                    <a:pt x="65" y="1842"/>
                  </a:cubicBezTo>
                  <a:cubicBezTo>
                    <a:pt x="32" y="1624"/>
                    <a:pt x="32" y="1405"/>
                    <a:pt x="32" y="1183"/>
                  </a:cubicBezTo>
                  <a:cubicBezTo>
                    <a:pt x="32" y="1050"/>
                    <a:pt x="49" y="900"/>
                    <a:pt x="32" y="747"/>
                  </a:cubicBezTo>
                  <a:cubicBezTo>
                    <a:pt x="32" y="678"/>
                    <a:pt x="49" y="646"/>
                    <a:pt x="117" y="614"/>
                  </a:cubicBezTo>
                  <a:cubicBezTo>
                    <a:pt x="368" y="529"/>
                    <a:pt x="590" y="460"/>
                    <a:pt x="792" y="375"/>
                  </a:cubicBezTo>
                  <a:cubicBezTo>
                    <a:pt x="873" y="343"/>
                    <a:pt x="974" y="311"/>
                    <a:pt x="1075" y="258"/>
                  </a:cubicBezTo>
                  <a:cubicBezTo>
                    <a:pt x="1277" y="194"/>
                    <a:pt x="1499" y="109"/>
                    <a:pt x="1701" y="24"/>
                  </a:cubicBezTo>
                  <a:lnTo>
                    <a:pt x="1701" y="8"/>
                  </a:lnTo>
                  <a:cubicBezTo>
                    <a:pt x="1701" y="8"/>
                    <a:pt x="1692" y="1"/>
                    <a:pt x="1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521886" y="2350026"/>
              <a:ext cx="200636" cy="343168"/>
            </a:xfrm>
            <a:custGeom>
              <a:avLst/>
              <a:gdLst/>
              <a:ahLst/>
              <a:cxnLst/>
              <a:rect l="l" t="t" r="r" b="b"/>
              <a:pathLst>
                <a:path w="2020" h="3455" extrusionOk="0">
                  <a:moveTo>
                    <a:pt x="53" y="1"/>
                  </a:moveTo>
                  <a:cubicBezTo>
                    <a:pt x="32" y="21"/>
                    <a:pt x="0" y="53"/>
                    <a:pt x="0" y="86"/>
                  </a:cubicBezTo>
                  <a:lnTo>
                    <a:pt x="0" y="223"/>
                  </a:lnTo>
                  <a:lnTo>
                    <a:pt x="0" y="728"/>
                  </a:lnTo>
                  <a:cubicBezTo>
                    <a:pt x="0" y="793"/>
                    <a:pt x="53" y="845"/>
                    <a:pt x="85" y="894"/>
                  </a:cubicBezTo>
                  <a:cubicBezTo>
                    <a:pt x="101" y="910"/>
                    <a:pt x="117" y="930"/>
                    <a:pt x="117" y="930"/>
                  </a:cubicBezTo>
                  <a:cubicBezTo>
                    <a:pt x="335" y="1233"/>
                    <a:pt x="574" y="1516"/>
                    <a:pt x="792" y="1802"/>
                  </a:cubicBezTo>
                  <a:cubicBezTo>
                    <a:pt x="1010" y="2089"/>
                    <a:pt x="1244" y="2392"/>
                    <a:pt x="1467" y="2679"/>
                  </a:cubicBezTo>
                  <a:cubicBezTo>
                    <a:pt x="1499" y="2728"/>
                    <a:pt x="1547" y="2780"/>
                    <a:pt x="1584" y="2829"/>
                  </a:cubicBezTo>
                  <a:cubicBezTo>
                    <a:pt x="1701" y="2982"/>
                    <a:pt x="1802" y="3132"/>
                    <a:pt x="1935" y="3285"/>
                  </a:cubicBezTo>
                  <a:cubicBezTo>
                    <a:pt x="1971" y="3301"/>
                    <a:pt x="1971" y="3334"/>
                    <a:pt x="1988" y="3386"/>
                  </a:cubicBezTo>
                  <a:lnTo>
                    <a:pt x="1988" y="3455"/>
                  </a:lnTo>
                  <a:lnTo>
                    <a:pt x="2004" y="3455"/>
                  </a:lnTo>
                  <a:cubicBezTo>
                    <a:pt x="2020" y="3455"/>
                    <a:pt x="2020" y="3455"/>
                    <a:pt x="2020" y="3434"/>
                  </a:cubicBezTo>
                  <a:cubicBezTo>
                    <a:pt x="2020" y="3418"/>
                    <a:pt x="2004" y="3402"/>
                    <a:pt x="2004" y="3386"/>
                  </a:cubicBezTo>
                  <a:cubicBezTo>
                    <a:pt x="2004" y="3334"/>
                    <a:pt x="1988" y="3285"/>
                    <a:pt x="1951" y="3269"/>
                  </a:cubicBezTo>
                  <a:cubicBezTo>
                    <a:pt x="1834" y="3115"/>
                    <a:pt x="1717" y="2966"/>
                    <a:pt x="1600" y="2812"/>
                  </a:cubicBezTo>
                  <a:cubicBezTo>
                    <a:pt x="1568" y="2764"/>
                    <a:pt x="1531" y="2711"/>
                    <a:pt x="1483" y="2663"/>
                  </a:cubicBezTo>
                  <a:cubicBezTo>
                    <a:pt x="1265" y="2376"/>
                    <a:pt x="1042" y="2073"/>
                    <a:pt x="824" y="1786"/>
                  </a:cubicBezTo>
                  <a:cubicBezTo>
                    <a:pt x="590" y="1499"/>
                    <a:pt x="372" y="1213"/>
                    <a:pt x="133" y="910"/>
                  </a:cubicBezTo>
                  <a:cubicBezTo>
                    <a:pt x="133" y="910"/>
                    <a:pt x="117" y="894"/>
                    <a:pt x="117" y="877"/>
                  </a:cubicBezTo>
                  <a:cubicBezTo>
                    <a:pt x="69" y="845"/>
                    <a:pt x="32" y="793"/>
                    <a:pt x="32" y="728"/>
                  </a:cubicBezTo>
                  <a:lnTo>
                    <a:pt x="32" y="223"/>
                  </a:lnTo>
                  <a:lnTo>
                    <a:pt x="32" y="86"/>
                  </a:lnTo>
                  <a:cubicBezTo>
                    <a:pt x="32" y="69"/>
                    <a:pt x="53" y="37"/>
                    <a:pt x="69" y="21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610678" y="2896909"/>
              <a:ext cx="1689" cy="57112"/>
            </a:xfrm>
            <a:custGeom>
              <a:avLst/>
              <a:gdLst/>
              <a:ahLst/>
              <a:cxnLst/>
              <a:rect l="l" t="t" r="r" b="b"/>
              <a:pathLst>
                <a:path w="17" h="575" extrusionOk="0">
                  <a:moveTo>
                    <a:pt x="0" y="1"/>
                  </a:moveTo>
                  <a:lnTo>
                    <a:pt x="0" y="17"/>
                  </a:lnTo>
                  <a:lnTo>
                    <a:pt x="0" y="554"/>
                  </a:lnTo>
                  <a:lnTo>
                    <a:pt x="0" y="574"/>
                  </a:lnTo>
                  <a:cubicBezTo>
                    <a:pt x="16" y="574"/>
                    <a:pt x="16" y="554"/>
                    <a:pt x="16" y="554"/>
                  </a:cubicBezTo>
                  <a:lnTo>
                    <a:pt x="16" y="17"/>
                  </a:lnTo>
                  <a:cubicBezTo>
                    <a:pt x="16" y="17"/>
                    <a:pt x="16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742487" y="1791918"/>
              <a:ext cx="167462" cy="394519"/>
            </a:xfrm>
            <a:custGeom>
              <a:avLst/>
              <a:gdLst/>
              <a:ahLst/>
              <a:cxnLst/>
              <a:rect l="l" t="t" r="r" b="b"/>
              <a:pathLst>
                <a:path w="1686" h="397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" y="134"/>
                    <a:pt x="70" y="235"/>
                    <a:pt x="134" y="320"/>
                  </a:cubicBezTo>
                  <a:cubicBezTo>
                    <a:pt x="171" y="352"/>
                    <a:pt x="187" y="388"/>
                    <a:pt x="203" y="437"/>
                  </a:cubicBezTo>
                  <a:cubicBezTo>
                    <a:pt x="474" y="893"/>
                    <a:pt x="740" y="1362"/>
                    <a:pt x="1011" y="1818"/>
                  </a:cubicBezTo>
                  <a:cubicBezTo>
                    <a:pt x="1128" y="2004"/>
                    <a:pt x="1245" y="2206"/>
                    <a:pt x="1346" y="2388"/>
                  </a:cubicBezTo>
                  <a:cubicBezTo>
                    <a:pt x="1383" y="2441"/>
                    <a:pt x="1399" y="2489"/>
                    <a:pt x="1431" y="2525"/>
                  </a:cubicBezTo>
                  <a:cubicBezTo>
                    <a:pt x="1467" y="2610"/>
                    <a:pt x="1516" y="2691"/>
                    <a:pt x="1568" y="2760"/>
                  </a:cubicBezTo>
                  <a:cubicBezTo>
                    <a:pt x="1617" y="2845"/>
                    <a:pt x="1633" y="2929"/>
                    <a:pt x="1633" y="3030"/>
                  </a:cubicBezTo>
                  <a:lnTo>
                    <a:pt x="1633" y="3281"/>
                  </a:lnTo>
                  <a:cubicBezTo>
                    <a:pt x="1633" y="3434"/>
                    <a:pt x="1649" y="3584"/>
                    <a:pt x="1617" y="3721"/>
                  </a:cubicBezTo>
                  <a:cubicBezTo>
                    <a:pt x="1601" y="3770"/>
                    <a:pt x="1617" y="3838"/>
                    <a:pt x="1649" y="3887"/>
                  </a:cubicBezTo>
                  <a:cubicBezTo>
                    <a:pt x="1649" y="3903"/>
                    <a:pt x="1649" y="3939"/>
                    <a:pt x="1669" y="3955"/>
                  </a:cubicBezTo>
                  <a:cubicBezTo>
                    <a:pt x="1669" y="3955"/>
                    <a:pt x="1669" y="3972"/>
                    <a:pt x="1685" y="3972"/>
                  </a:cubicBezTo>
                  <a:lnTo>
                    <a:pt x="1685" y="3955"/>
                  </a:lnTo>
                  <a:cubicBezTo>
                    <a:pt x="1685" y="3923"/>
                    <a:pt x="1669" y="3903"/>
                    <a:pt x="1669" y="3871"/>
                  </a:cubicBezTo>
                  <a:cubicBezTo>
                    <a:pt x="1649" y="3822"/>
                    <a:pt x="1633" y="3770"/>
                    <a:pt x="1633" y="3721"/>
                  </a:cubicBezTo>
                  <a:cubicBezTo>
                    <a:pt x="1669" y="3584"/>
                    <a:pt x="1669" y="3434"/>
                    <a:pt x="1669" y="3281"/>
                  </a:cubicBezTo>
                  <a:cubicBezTo>
                    <a:pt x="1669" y="3196"/>
                    <a:pt x="1649" y="3115"/>
                    <a:pt x="1669" y="3030"/>
                  </a:cubicBezTo>
                  <a:cubicBezTo>
                    <a:pt x="1669" y="2913"/>
                    <a:pt x="1649" y="2828"/>
                    <a:pt x="1584" y="2744"/>
                  </a:cubicBezTo>
                  <a:cubicBezTo>
                    <a:pt x="1532" y="2675"/>
                    <a:pt x="1500" y="2590"/>
                    <a:pt x="1447" y="2525"/>
                  </a:cubicBezTo>
                  <a:cubicBezTo>
                    <a:pt x="1431" y="2473"/>
                    <a:pt x="1399" y="2424"/>
                    <a:pt x="1383" y="2372"/>
                  </a:cubicBezTo>
                  <a:cubicBezTo>
                    <a:pt x="1265" y="2186"/>
                    <a:pt x="1144" y="1984"/>
                    <a:pt x="1043" y="1802"/>
                  </a:cubicBezTo>
                  <a:cubicBezTo>
                    <a:pt x="777" y="1346"/>
                    <a:pt x="490" y="873"/>
                    <a:pt x="235" y="421"/>
                  </a:cubicBezTo>
                  <a:cubicBezTo>
                    <a:pt x="203" y="388"/>
                    <a:pt x="187" y="336"/>
                    <a:pt x="154" y="304"/>
                  </a:cubicBezTo>
                  <a:cubicBezTo>
                    <a:pt x="86" y="219"/>
                    <a:pt x="17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553570" y="2226465"/>
              <a:ext cx="5264" cy="63469"/>
            </a:xfrm>
            <a:custGeom>
              <a:avLst/>
              <a:gdLst/>
              <a:ahLst/>
              <a:cxnLst/>
              <a:rect l="l" t="t" r="r" b="b"/>
              <a:pathLst>
                <a:path w="53" h="639" extrusionOk="0">
                  <a:moveTo>
                    <a:pt x="37" y="1"/>
                  </a:moveTo>
                  <a:cubicBezTo>
                    <a:pt x="0" y="102"/>
                    <a:pt x="16" y="203"/>
                    <a:pt x="16" y="304"/>
                  </a:cubicBezTo>
                  <a:lnTo>
                    <a:pt x="16" y="489"/>
                  </a:lnTo>
                  <a:lnTo>
                    <a:pt x="16" y="538"/>
                  </a:lnTo>
                  <a:cubicBezTo>
                    <a:pt x="16" y="574"/>
                    <a:pt x="16" y="607"/>
                    <a:pt x="0" y="623"/>
                  </a:cubicBezTo>
                  <a:lnTo>
                    <a:pt x="0" y="639"/>
                  </a:lnTo>
                  <a:lnTo>
                    <a:pt x="16" y="639"/>
                  </a:lnTo>
                  <a:cubicBezTo>
                    <a:pt x="53" y="607"/>
                    <a:pt x="37" y="574"/>
                    <a:pt x="37" y="538"/>
                  </a:cubicBezTo>
                  <a:lnTo>
                    <a:pt x="37" y="506"/>
                  </a:lnTo>
                  <a:lnTo>
                    <a:pt x="37" y="304"/>
                  </a:lnTo>
                  <a:cubicBezTo>
                    <a:pt x="37" y="203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643857" y="2355290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38"/>
                    <a:pt x="37" y="574"/>
                    <a:pt x="16" y="606"/>
                  </a:cubicBezTo>
                  <a:cubicBezTo>
                    <a:pt x="0" y="606"/>
                    <a:pt x="0" y="606"/>
                    <a:pt x="16" y="622"/>
                  </a:cubicBezTo>
                  <a:lnTo>
                    <a:pt x="37" y="606"/>
                  </a:lnTo>
                  <a:cubicBezTo>
                    <a:pt x="53" y="574"/>
                    <a:pt x="53" y="538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869817" y="2978753"/>
              <a:ext cx="334328" cy="219210"/>
            </a:xfrm>
            <a:custGeom>
              <a:avLst/>
              <a:gdLst/>
              <a:ahLst/>
              <a:cxnLst/>
              <a:rect l="l" t="t" r="r" b="b"/>
              <a:pathLst>
                <a:path w="3366" h="2207" extrusionOk="0">
                  <a:moveTo>
                    <a:pt x="3350" y="1"/>
                  </a:moveTo>
                  <a:cubicBezTo>
                    <a:pt x="3200" y="33"/>
                    <a:pt x="3063" y="86"/>
                    <a:pt x="2929" y="154"/>
                  </a:cubicBezTo>
                  <a:cubicBezTo>
                    <a:pt x="2881" y="171"/>
                    <a:pt x="2828" y="187"/>
                    <a:pt x="2780" y="203"/>
                  </a:cubicBezTo>
                  <a:cubicBezTo>
                    <a:pt x="2392" y="356"/>
                    <a:pt x="2004" y="490"/>
                    <a:pt x="1633" y="639"/>
                  </a:cubicBezTo>
                  <a:cubicBezTo>
                    <a:pt x="1415" y="724"/>
                    <a:pt x="1180" y="809"/>
                    <a:pt x="962" y="894"/>
                  </a:cubicBezTo>
                  <a:cubicBezTo>
                    <a:pt x="792" y="962"/>
                    <a:pt x="623" y="1011"/>
                    <a:pt x="473" y="1080"/>
                  </a:cubicBezTo>
                  <a:cubicBezTo>
                    <a:pt x="356" y="1128"/>
                    <a:pt x="235" y="1164"/>
                    <a:pt x="118" y="1213"/>
                  </a:cubicBezTo>
                  <a:cubicBezTo>
                    <a:pt x="33" y="1245"/>
                    <a:pt x="1" y="1298"/>
                    <a:pt x="1" y="1383"/>
                  </a:cubicBezTo>
                  <a:cubicBezTo>
                    <a:pt x="17" y="1568"/>
                    <a:pt x="1" y="1734"/>
                    <a:pt x="1" y="1920"/>
                  </a:cubicBezTo>
                  <a:lnTo>
                    <a:pt x="1" y="2053"/>
                  </a:lnTo>
                  <a:cubicBezTo>
                    <a:pt x="1" y="2106"/>
                    <a:pt x="1" y="2154"/>
                    <a:pt x="33" y="2207"/>
                  </a:cubicBezTo>
                  <a:lnTo>
                    <a:pt x="53" y="2207"/>
                  </a:lnTo>
                  <a:cubicBezTo>
                    <a:pt x="69" y="2207"/>
                    <a:pt x="69" y="2190"/>
                    <a:pt x="53" y="2190"/>
                  </a:cubicBezTo>
                  <a:cubicBezTo>
                    <a:pt x="33" y="2138"/>
                    <a:pt x="33" y="2106"/>
                    <a:pt x="33" y="2053"/>
                  </a:cubicBezTo>
                  <a:lnTo>
                    <a:pt x="33" y="1920"/>
                  </a:lnTo>
                  <a:lnTo>
                    <a:pt x="33" y="1383"/>
                  </a:lnTo>
                  <a:cubicBezTo>
                    <a:pt x="33" y="1298"/>
                    <a:pt x="53" y="1265"/>
                    <a:pt x="134" y="1229"/>
                  </a:cubicBezTo>
                  <a:cubicBezTo>
                    <a:pt x="255" y="1197"/>
                    <a:pt x="356" y="1144"/>
                    <a:pt x="473" y="1112"/>
                  </a:cubicBezTo>
                  <a:cubicBezTo>
                    <a:pt x="639" y="1043"/>
                    <a:pt x="809" y="979"/>
                    <a:pt x="978" y="926"/>
                  </a:cubicBezTo>
                  <a:cubicBezTo>
                    <a:pt x="1196" y="841"/>
                    <a:pt x="1415" y="740"/>
                    <a:pt x="1649" y="659"/>
                  </a:cubicBezTo>
                  <a:cubicBezTo>
                    <a:pt x="2020" y="522"/>
                    <a:pt x="2408" y="373"/>
                    <a:pt x="2780" y="235"/>
                  </a:cubicBezTo>
                  <a:cubicBezTo>
                    <a:pt x="2828" y="219"/>
                    <a:pt x="2897" y="187"/>
                    <a:pt x="2946" y="171"/>
                  </a:cubicBezTo>
                  <a:cubicBezTo>
                    <a:pt x="3083" y="118"/>
                    <a:pt x="3216" y="53"/>
                    <a:pt x="3366" y="33"/>
                  </a:cubicBezTo>
                  <a:lnTo>
                    <a:pt x="3366" y="17"/>
                  </a:lnTo>
                  <a:cubicBezTo>
                    <a:pt x="3366" y="1"/>
                    <a:pt x="3366" y="1"/>
                    <a:pt x="3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257880" y="1238579"/>
              <a:ext cx="160509" cy="204014"/>
            </a:xfrm>
            <a:custGeom>
              <a:avLst/>
              <a:gdLst/>
              <a:ahLst/>
              <a:cxnLst/>
              <a:rect l="l" t="t" r="r" b="b"/>
              <a:pathLst>
                <a:path w="1616" h="2054" extrusionOk="0">
                  <a:moveTo>
                    <a:pt x="1600" y="1"/>
                  </a:moveTo>
                  <a:lnTo>
                    <a:pt x="1277" y="183"/>
                  </a:lnTo>
                  <a:cubicBezTo>
                    <a:pt x="994" y="352"/>
                    <a:pt x="707" y="522"/>
                    <a:pt x="436" y="688"/>
                  </a:cubicBezTo>
                  <a:cubicBezTo>
                    <a:pt x="388" y="724"/>
                    <a:pt x="351" y="740"/>
                    <a:pt x="319" y="772"/>
                  </a:cubicBezTo>
                  <a:cubicBezTo>
                    <a:pt x="250" y="809"/>
                    <a:pt x="186" y="857"/>
                    <a:pt x="101" y="890"/>
                  </a:cubicBezTo>
                  <a:cubicBezTo>
                    <a:pt x="32" y="926"/>
                    <a:pt x="0" y="974"/>
                    <a:pt x="0" y="1043"/>
                  </a:cubicBezTo>
                  <a:lnTo>
                    <a:pt x="0" y="1968"/>
                  </a:lnTo>
                  <a:cubicBezTo>
                    <a:pt x="0" y="1984"/>
                    <a:pt x="16" y="2001"/>
                    <a:pt x="16" y="2021"/>
                  </a:cubicBezTo>
                  <a:cubicBezTo>
                    <a:pt x="32" y="2037"/>
                    <a:pt x="32" y="2037"/>
                    <a:pt x="32" y="2053"/>
                  </a:cubicBezTo>
                  <a:lnTo>
                    <a:pt x="48" y="2053"/>
                  </a:lnTo>
                  <a:cubicBezTo>
                    <a:pt x="48" y="2053"/>
                    <a:pt x="65" y="2037"/>
                    <a:pt x="48" y="2037"/>
                  </a:cubicBezTo>
                  <a:lnTo>
                    <a:pt x="48" y="2021"/>
                  </a:lnTo>
                  <a:cubicBezTo>
                    <a:pt x="32" y="2001"/>
                    <a:pt x="32" y="1984"/>
                    <a:pt x="32" y="1968"/>
                  </a:cubicBezTo>
                  <a:lnTo>
                    <a:pt x="32" y="1043"/>
                  </a:lnTo>
                  <a:cubicBezTo>
                    <a:pt x="32" y="974"/>
                    <a:pt x="48" y="942"/>
                    <a:pt x="117" y="910"/>
                  </a:cubicBezTo>
                  <a:cubicBezTo>
                    <a:pt x="186" y="873"/>
                    <a:pt x="250" y="841"/>
                    <a:pt x="319" y="789"/>
                  </a:cubicBezTo>
                  <a:cubicBezTo>
                    <a:pt x="368" y="756"/>
                    <a:pt x="404" y="740"/>
                    <a:pt x="436" y="708"/>
                  </a:cubicBezTo>
                  <a:cubicBezTo>
                    <a:pt x="723" y="538"/>
                    <a:pt x="1010" y="385"/>
                    <a:pt x="1297" y="219"/>
                  </a:cubicBezTo>
                  <a:lnTo>
                    <a:pt x="1600" y="33"/>
                  </a:lnTo>
                  <a:cubicBezTo>
                    <a:pt x="1616" y="17"/>
                    <a:pt x="1616" y="17"/>
                    <a:pt x="16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871406" y="1393923"/>
              <a:ext cx="339592" cy="280891"/>
            </a:xfrm>
            <a:custGeom>
              <a:avLst/>
              <a:gdLst/>
              <a:ahLst/>
              <a:cxnLst/>
              <a:rect l="l" t="t" r="r" b="b"/>
              <a:pathLst>
                <a:path w="3419" h="2828" extrusionOk="0">
                  <a:moveTo>
                    <a:pt x="3402" y="0"/>
                  </a:moveTo>
                  <a:cubicBezTo>
                    <a:pt x="3233" y="69"/>
                    <a:pt x="3083" y="170"/>
                    <a:pt x="2930" y="255"/>
                  </a:cubicBezTo>
                  <a:cubicBezTo>
                    <a:pt x="2881" y="303"/>
                    <a:pt x="2812" y="336"/>
                    <a:pt x="2764" y="372"/>
                  </a:cubicBezTo>
                  <a:cubicBezTo>
                    <a:pt x="2174" y="707"/>
                    <a:pt x="1601" y="1042"/>
                    <a:pt x="1047" y="1382"/>
                  </a:cubicBezTo>
                  <a:lnTo>
                    <a:pt x="623" y="1632"/>
                  </a:lnTo>
                  <a:cubicBezTo>
                    <a:pt x="558" y="1669"/>
                    <a:pt x="490" y="1701"/>
                    <a:pt x="421" y="1733"/>
                  </a:cubicBezTo>
                  <a:cubicBezTo>
                    <a:pt x="320" y="1802"/>
                    <a:pt x="203" y="1887"/>
                    <a:pt x="69" y="1951"/>
                  </a:cubicBezTo>
                  <a:cubicBezTo>
                    <a:pt x="37" y="1972"/>
                    <a:pt x="1" y="1988"/>
                    <a:pt x="1" y="2036"/>
                  </a:cubicBezTo>
                  <a:lnTo>
                    <a:pt x="1" y="2323"/>
                  </a:lnTo>
                  <a:cubicBezTo>
                    <a:pt x="1" y="2493"/>
                    <a:pt x="1" y="2658"/>
                    <a:pt x="17" y="2812"/>
                  </a:cubicBezTo>
                  <a:cubicBezTo>
                    <a:pt x="17" y="2828"/>
                    <a:pt x="17" y="2828"/>
                    <a:pt x="37" y="2828"/>
                  </a:cubicBezTo>
                  <a:lnTo>
                    <a:pt x="53" y="2812"/>
                  </a:lnTo>
                  <a:cubicBezTo>
                    <a:pt x="17" y="2658"/>
                    <a:pt x="37" y="2493"/>
                    <a:pt x="37" y="2323"/>
                  </a:cubicBezTo>
                  <a:lnTo>
                    <a:pt x="37" y="2036"/>
                  </a:lnTo>
                  <a:cubicBezTo>
                    <a:pt x="37" y="2004"/>
                    <a:pt x="53" y="1988"/>
                    <a:pt x="86" y="1972"/>
                  </a:cubicBezTo>
                  <a:cubicBezTo>
                    <a:pt x="203" y="1903"/>
                    <a:pt x="320" y="1834"/>
                    <a:pt x="441" y="1770"/>
                  </a:cubicBezTo>
                  <a:cubicBezTo>
                    <a:pt x="506" y="1717"/>
                    <a:pt x="574" y="1685"/>
                    <a:pt x="623" y="1648"/>
                  </a:cubicBezTo>
                  <a:lnTo>
                    <a:pt x="1047" y="1398"/>
                  </a:lnTo>
                  <a:cubicBezTo>
                    <a:pt x="1617" y="1079"/>
                    <a:pt x="2190" y="723"/>
                    <a:pt x="2764" y="388"/>
                  </a:cubicBezTo>
                  <a:cubicBezTo>
                    <a:pt x="2829" y="356"/>
                    <a:pt x="2897" y="319"/>
                    <a:pt x="2946" y="287"/>
                  </a:cubicBezTo>
                  <a:cubicBezTo>
                    <a:pt x="3099" y="186"/>
                    <a:pt x="3249" y="101"/>
                    <a:pt x="3418" y="33"/>
                  </a:cubicBezTo>
                  <a:lnTo>
                    <a:pt x="3418" y="16"/>
                  </a:lnTo>
                  <a:cubicBezTo>
                    <a:pt x="3418" y="0"/>
                    <a:pt x="3402" y="0"/>
                    <a:pt x="3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936861" y="2418659"/>
              <a:ext cx="4867" cy="83930"/>
            </a:xfrm>
            <a:custGeom>
              <a:avLst/>
              <a:gdLst/>
              <a:ahLst/>
              <a:cxnLst/>
              <a:rect l="l" t="t" r="r" b="b"/>
              <a:pathLst>
                <a:path w="49" h="845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7"/>
                    <a:pt x="0" y="421"/>
                  </a:cubicBezTo>
                  <a:lnTo>
                    <a:pt x="0" y="691"/>
                  </a:lnTo>
                  <a:cubicBezTo>
                    <a:pt x="16" y="691"/>
                    <a:pt x="0" y="707"/>
                    <a:pt x="0" y="724"/>
                  </a:cubicBezTo>
                  <a:cubicBezTo>
                    <a:pt x="0" y="760"/>
                    <a:pt x="0" y="808"/>
                    <a:pt x="33" y="845"/>
                  </a:cubicBezTo>
                  <a:lnTo>
                    <a:pt x="49" y="845"/>
                  </a:lnTo>
                  <a:lnTo>
                    <a:pt x="49" y="825"/>
                  </a:lnTo>
                  <a:cubicBezTo>
                    <a:pt x="33" y="792"/>
                    <a:pt x="33" y="760"/>
                    <a:pt x="33" y="724"/>
                  </a:cubicBezTo>
                  <a:lnTo>
                    <a:pt x="33" y="691"/>
                  </a:lnTo>
                  <a:lnTo>
                    <a:pt x="33" y="421"/>
                  </a:lnTo>
                  <a:cubicBezTo>
                    <a:pt x="33" y="287"/>
                    <a:pt x="33" y="15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687655" y="2637770"/>
              <a:ext cx="127335" cy="135678"/>
            </a:xfrm>
            <a:custGeom>
              <a:avLst/>
              <a:gdLst/>
              <a:ahLst/>
              <a:cxnLst/>
              <a:rect l="l" t="t" r="r" b="b"/>
              <a:pathLst>
                <a:path w="1282" h="1366" extrusionOk="0">
                  <a:moveTo>
                    <a:pt x="1261" y="0"/>
                  </a:moveTo>
                  <a:cubicBezTo>
                    <a:pt x="1128" y="53"/>
                    <a:pt x="978" y="117"/>
                    <a:pt x="841" y="186"/>
                  </a:cubicBezTo>
                  <a:cubicBezTo>
                    <a:pt x="740" y="235"/>
                    <a:pt x="639" y="271"/>
                    <a:pt x="538" y="319"/>
                  </a:cubicBezTo>
                  <a:cubicBezTo>
                    <a:pt x="421" y="356"/>
                    <a:pt x="304" y="420"/>
                    <a:pt x="203" y="473"/>
                  </a:cubicBezTo>
                  <a:cubicBezTo>
                    <a:pt x="170" y="489"/>
                    <a:pt x="150" y="489"/>
                    <a:pt x="118" y="505"/>
                  </a:cubicBezTo>
                  <a:lnTo>
                    <a:pt x="102" y="505"/>
                  </a:lnTo>
                  <a:cubicBezTo>
                    <a:pt x="69" y="537"/>
                    <a:pt x="1" y="558"/>
                    <a:pt x="1" y="622"/>
                  </a:cubicBezTo>
                  <a:lnTo>
                    <a:pt x="1" y="877"/>
                  </a:lnTo>
                  <a:cubicBezTo>
                    <a:pt x="1" y="1026"/>
                    <a:pt x="1" y="1196"/>
                    <a:pt x="17" y="1366"/>
                  </a:cubicBezTo>
                  <a:lnTo>
                    <a:pt x="33" y="1366"/>
                  </a:lnTo>
                  <a:cubicBezTo>
                    <a:pt x="33" y="1366"/>
                    <a:pt x="49" y="1366"/>
                    <a:pt x="49" y="1345"/>
                  </a:cubicBezTo>
                  <a:cubicBezTo>
                    <a:pt x="17" y="1196"/>
                    <a:pt x="33" y="1026"/>
                    <a:pt x="33" y="877"/>
                  </a:cubicBezTo>
                  <a:lnTo>
                    <a:pt x="33" y="622"/>
                  </a:lnTo>
                  <a:cubicBezTo>
                    <a:pt x="33" y="574"/>
                    <a:pt x="69" y="558"/>
                    <a:pt x="118" y="537"/>
                  </a:cubicBezTo>
                  <a:lnTo>
                    <a:pt x="134" y="521"/>
                  </a:lnTo>
                  <a:cubicBezTo>
                    <a:pt x="150" y="521"/>
                    <a:pt x="186" y="505"/>
                    <a:pt x="219" y="489"/>
                  </a:cubicBezTo>
                  <a:cubicBezTo>
                    <a:pt x="320" y="437"/>
                    <a:pt x="437" y="388"/>
                    <a:pt x="554" y="336"/>
                  </a:cubicBezTo>
                  <a:cubicBezTo>
                    <a:pt x="655" y="303"/>
                    <a:pt x="756" y="255"/>
                    <a:pt x="857" y="202"/>
                  </a:cubicBezTo>
                  <a:cubicBezTo>
                    <a:pt x="994" y="134"/>
                    <a:pt x="1128" y="69"/>
                    <a:pt x="1281" y="33"/>
                  </a:cubicBezTo>
                  <a:lnTo>
                    <a:pt x="1281" y="16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540455" y="3329867"/>
              <a:ext cx="97140" cy="33373"/>
            </a:xfrm>
            <a:custGeom>
              <a:avLst/>
              <a:gdLst/>
              <a:ahLst/>
              <a:cxnLst/>
              <a:rect l="l" t="t" r="r" b="b"/>
              <a:pathLst>
                <a:path w="978" h="336" extrusionOk="0">
                  <a:moveTo>
                    <a:pt x="962" y="1"/>
                  </a:moveTo>
                  <a:cubicBezTo>
                    <a:pt x="776" y="53"/>
                    <a:pt x="606" y="118"/>
                    <a:pt x="440" y="186"/>
                  </a:cubicBezTo>
                  <a:cubicBezTo>
                    <a:pt x="356" y="203"/>
                    <a:pt x="271" y="235"/>
                    <a:pt x="202" y="271"/>
                  </a:cubicBezTo>
                  <a:cubicBezTo>
                    <a:pt x="186" y="271"/>
                    <a:pt x="170" y="271"/>
                    <a:pt x="154" y="287"/>
                  </a:cubicBezTo>
                  <a:cubicBezTo>
                    <a:pt x="101" y="304"/>
                    <a:pt x="69" y="320"/>
                    <a:pt x="16" y="320"/>
                  </a:cubicBezTo>
                  <a:cubicBezTo>
                    <a:pt x="0" y="320"/>
                    <a:pt x="0" y="320"/>
                    <a:pt x="0" y="336"/>
                  </a:cubicBezTo>
                  <a:lnTo>
                    <a:pt x="16" y="336"/>
                  </a:lnTo>
                  <a:cubicBezTo>
                    <a:pt x="69" y="336"/>
                    <a:pt x="117" y="320"/>
                    <a:pt x="154" y="304"/>
                  </a:cubicBezTo>
                  <a:cubicBezTo>
                    <a:pt x="170" y="304"/>
                    <a:pt x="186" y="304"/>
                    <a:pt x="202" y="287"/>
                  </a:cubicBezTo>
                  <a:cubicBezTo>
                    <a:pt x="287" y="271"/>
                    <a:pt x="372" y="235"/>
                    <a:pt x="440" y="203"/>
                  </a:cubicBezTo>
                  <a:cubicBezTo>
                    <a:pt x="606" y="134"/>
                    <a:pt x="792" y="69"/>
                    <a:pt x="962" y="33"/>
                  </a:cubicBezTo>
                  <a:cubicBezTo>
                    <a:pt x="978" y="33"/>
                    <a:pt x="978" y="17"/>
                    <a:pt x="978" y="17"/>
                  </a:cubicBezTo>
                  <a:cubicBezTo>
                    <a:pt x="978" y="17"/>
                    <a:pt x="978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413125" y="1562080"/>
              <a:ext cx="5264" cy="47775"/>
            </a:xfrm>
            <a:custGeom>
              <a:avLst/>
              <a:gdLst/>
              <a:ahLst/>
              <a:cxnLst/>
              <a:rect l="l" t="t" r="r" b="b"/>
              <a:pathLst>
                <a:path w="53" h="481" extrusionOk="0">
                  <a:moveTo>
                    <a:pt x="31" y="1"/>
                  </a:moveTo>
                  <a:cubicBezTo>
                    <a:pt x="26" y="1"/>
                    <a:pt x="17" y="8"/>
                    <a:pt x="17" y="8"/>
                  </a:cubicBezTo>
                  <a:cubicBezTo>
                    <a:pt x="0" y="109"/>
                    <a:pt x="0" y="210"/>
                    <a:pt x="0" y="311"/>
                  </a:cubicBezTo>
                  <a:cubicBezTo>
                    <a:pt x="0" y="359"/>
                    <a:pt x="17" y="412"/>
                    <a:pt x="0" y="481"/>
                  </a:cubicBezTo>
                  <a:lnTo>
                    <a:pt x="37" y="481"/>
                  </a:lnTo>
                  <a:lnTo>
                    <a:pt x="37" y="311"/>
                  </a:lnTo>
                  <a:cubicBezTo>
                    <a:pt x="37" y="210"/>
                    <a:pt x="37" y="109"/>
                    <a:pt x="53" y="8"/>
                  </a:cubicBezTo>
                  <a:lnTo>
                    <a:pt x="37" y="8"/>
                  </a:lnTo>
                  <a:cubicBezTo>
                    <a:pt x="37" y="3"/>
                    <a:pt x="34" y="1"/>
                    <a:pt x="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583666" y="1928788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0" y="0"/>
                  </a:moveTo>
                  <a:lnTo>
                    <a:pt x="0" y="558"/>
                  </a:lnTo>
                  <a:lnTo>
                    <a:pt x="37" y="55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891470" y="2106083"/>
              <a:ext cx="5364" cy="88797"/>
            </a:xfrm>
            <a:custGeom>
              <a:avLst/>
              <a:gdLst/>
              <a:ahLst/>
              <a:cxnLst/>
              <a:rect l="l" t="t" r="r" b="b"/>
              <a:pathLst>
                <a:path w="54" h="894" extrusionOk="0">
                  <a:moveTo>
                    <a:pt x="1" y="1"/>
                  </a:moveTo>
                  <a:lnTo>
                    <a:pt x="1" y="203"/>
                  </a:lnTo>
                  <a:lnTo>
                    <a:pt x="1" y="760"/>
                  </a:lnTo>
                  <a:lnTo>
                    <a:pt x="1" y="776"/>
                  </a:lnTo>
                  <a:cubicBezTo>
                    <a:pt x="1" y="809"/>
                    <a:pt x="1" y="861"/>
                    <a:pt x="17" y="893"/>
                  </a:cubicBezTo>
                  <a:lnTo>
                    <a:pt x="37" y="893"/>
                  </a:lnTo>
                  <a:cubicBezTo>
                    <a:pt x="53" y="893"/>
                    <a:pt x="53" y="893"/>
                    <a:pt x="37" y="877"/>
                  </a:cubicBezTo>
                  <a:lnTo>
                    <a:pt x="37" y="776"/>
                  </a:lnTo>
                  <a:lnTo>
                    <a:pt x="37" y="760"/>
                  </a:lnTo>
                  <a:lnTo>
                    <a:pt x="37" y="203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815987" y="1976564"/>
              <a:ext cx="5264" cy="42610"/>
            </a:xfrm>
            <a:custGeom>
              <a:avLst/>
              <a:gdLst/>
              <a:ahLst/>
              <a:cxnLst/>
              <a:rect l="l" t="t" r="r" b="b"/>
              <a:pathLst>
                <a:path w="53" h="429" extrusionOk="0">
                  <a:moveTo>
                    <a:pt x="41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20" y="77"/>
                    <a:pt x="20" y="145"/>
                    <a:pt x="20" y="210"/>
                  </a:cubicBezTo>
                  <a:cubicBezTo>
                    <a:pt x="20" y="279"/>
                    <a:pt x="20" y="347"/>
                    <a:pt x="0" y="412"/>
                  </a:cubicBezTo>
                  <a:cubicBezTo>
                    <a:pt x="0" y="428"/>
                    <a:pt x="0" y="428"/>
                    <a:pt x="20" y="428"/>
                  </a:cubicBezTo>
                  <a:lnTo>
                    <a:pt x="37" y="428"/>
                  </a:lnTo>
                  <a:cubicBezTo>
                    <a:pt x="53" y="363"/>
                    <a:pt x="53" y="279"/>
                    <a:pt x="53" y="210"/>
                  </a:cubicBezTo>
                  <a:cubicBezTo>
                    <a:pt x="37" y="145"/>
                    <a:pt x="37" y="77"/>
                    <a:pt x="53" y="24"/>
                  </a:cubicBezTo>
                  <a:lnTo>
                    <a:pt x="53" y="8"/>
                  </a:lnTo>
                  <a:cubicBezTo>
                    <a:pt x="47" y="3"/>
                    <a:pt x="44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182393" y="33282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7" y="134"/>
                    <a:pt x="17" y="251"/>
                    <a:pt x="17" y="372"/>
                  </a:cubicBezTo>
                  <a:lnTo>
                    <a:pt x="17" y="574"/>
                  </a:lnTo>
                  <a:lnTo>
                    <a:pt x="17" y="841"/>
                  </a:lnTo>
                  <a:lnTo>
                    <a:pt x="17" y="958"/>
                  </a:lnTo>
                  <a:lnTo>
                    <a:pt x="37" y="978"/>
                  </a:lnTo>
                  <a:lnTo>
                    <a:pt x="53" y="958"/>
                  </a:lnTo>
                  <a:lnTo>
                    <a:pt x="53" y="841"/>
                  </a:lnTo>
                  <a:lnTo>
                    <a:pt x="53" y="574"/>
                  </a:lnTo>
                  <a:lnTo>
                    <a:pt x="53" y="372"/>
                  </a:lnTo>
                  <a:cubicBezTo>
                    <a:pt x="53" y="251"/>
                    <a:pt x="53" y="134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3059" y="2398595"/>
              <a:ext cx="145809" cy="324693"/>
            </a:xfrm>
            <a:custGeom>
              <a:avLst/>
              <a:gdLst/>
              <a:ahLst/>
              <a:cxnLst/>
              <a:rect l="l" t="t" r="r" b="b"/>
              <a:pathLst>
                <a:path w="1468" h="3269" extrusionOk="0">
                  <a:moveTo>
                    <a:pt x="1" y="1"/>
                  </a:moveTo>
                  <a:cubicBezTo>
                    <a:pt x="1" y="118"/>
                    <a:pt x="53" y="203"/>
                    <a:pt x="118" y="287"/>
                  </a:cubicBezTo>
                  <a:cubicBezTo>
                    <a:pt x="134" y="304"/>
                    <a:pt x="154" y="340"/>
                    <a:pt x="170" y="372"/>
                  </a:cubicBezTo>
                  <a:cubicBezTo>
                    <a:pt x="558" y="978"/>
                    <a:pt x="978" y="1633"/>
                    <a:pt x="1399" y="2291"/>
                  </a:cubicBezTo>
                  <a:cubicBezTo>
                    <a:pt x="1415" y="2323"/>
                    <a:pt x="1431" y="2376"/>
                    <a:pt x="1431" y="2408"/>
                  </a:cubicBezTo>
                  <a:lnTo>
                    <a:pt x="1431" y="2695"/>
                  </a:lnTo>
                  <a:cubicBezTo>
                    <a:pt x="1431" y="2845"/>
                    <a:pt x="1415" y="2982"/>
                    <a:pt x="1431" y="3131"/>
                  </a:cubicBezTo>
                  <a:cubicBezTo>
                    <a:pt x="1447" y="3147"/>
                    <a:pt x="1431" y="3184"/>
                    <a:pt x="1415" y="3200"/>
                  </a:cubicBezTo>
                  <a:cubicBezTo>
                    <a:pt x="1415" y="3216"/>
                    <a:pt x="1399" y="3232"/>
                    <a:pt x="1399" y="3248"/>
                  </a:cubicBezTo>
                  <a:cubicBezTo>
                    <a:pt x="1399" y="3248"/>
                    <a:pt x="1399" y="3269"/>
                    <a:pt x="1415" y="3269"/>
                  </a:cubicBezTo>
                  <a:lnTo>
                    <a:pt x="1431" y="3248"/>
                  </a:lnTo>
                  <a:cubicBezTo>
                    <a:pt x="1431" y="3248"/>
                    <a:pt x="1431" y="3232"/>
                    <a:pt x="1447" y="3216"/>
                  </a:cubicBezTo>
                  <a:cubicBezTo>
                    <a:pt x="1447" y="3184"/>
                    <a:pt x="1467" y="3147"/>
                    <a:pt x="1467" y="3131"/>
                  </a:cubicBezTo>
                  <a:cubicBezTo>
                    <a:pt x="1447" y="2982"/>
                    <a:pt x="1447" y="2845"/>
                    <a:pt x="1447" y="2695"/>
                  </a:cubicBezTo>
                  <a:lnTo>
                    <a:pt x="1447" y="2408"/>
                  </a:lnTo>
                  <a:cubicBezTo>
                    <a:pt x="1447" y="2360"/>
                    <a:pt x="1447" y="2323"/>
                    <a:pt x="1415" y="2275"/>
                  </a:cubicBezTo>
                  <a:cubicBezTo>
                    <a:pt x="995" y="1616"/>
                    <a:pt x="591" y="962"/>
                    <a:pt x="203" y="356"/>
                  </a:cubicBezTo>
                  <a:cubicBezTo>
                    <a:pt x="187" y="320"/>
                    <a:pt x="154" y="287"/>
                    <a:pt x="134" y="271"/>
                  </a:cubicBezTo>
                  <a:cubicBezTo>
                    <a:pt x="86" y="186"/>
                    <a:pt x="17" y="118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53791" y="2945479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5"/>
                    <a:pt x="17" y="166"/>
                    <a:pt x="17" y="251"/>
                  </a:cubicBezTo>
                  <a:cubicBezTo>
                    <a:pt x="17" y="320"/>
                    <a:pt x="33" y="405"/>
                    <a:pt x="17" y="469"/>
                  </a:cubicBezTo>
                  <a:cubicBezTo>
                    <a:pt x="1" y="469"/>
                    <a:pt x="17" y="489"/>
                    <a:pt x="17" y="489"/>
                  </a:cubicBezTo>
                  <a:lnTo>
                    <a:pt x="33" y="469"/>
                  </a:lnTo>
                  <a:cubicBezTo>
                    <a:pt x="53" y="405"/>
                    <a:pt x="53" y="320"/>
                    <a:pt x="53" y="235"/>
                  </a:cubicBezTo>
                  <a:cubicBezTo>
                    <a:pt x="53" y="166"/>
                    <a:pt x="33" y="85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491790" y="1230236"/>
              <a:ext cx="8443" cy="102007"/>
            </a:xfrm>
            <a:custGeom>
              <a:avLst/>
              <a:gdLst/>
              <a:ahLst/>
              <a:cxnLst/>
              <a:rect l="l" t="t" r="r" b="b"/>
              <a:pathLst>
                <a:path w="85" h="1027" extrusionOk="0">
                  <a:moveTo>
                    <a:pt x="53" y="0"/>
                  </a:moveTo>
                  <a:cubicBezTo>
                    <a:pt x="16" y="32"/>
                    <a:pt x="32" y="85"/>
                    <a:pt x="32" y="117"/>
                  </a:cubicBezTo>
                  <a:lnTo>
                    <a:pt x="32" y="150"/>
                  </a:lnTo>
                  <a:lnTo>
                    <a:pt x="32" y="420"/>
                  </a:lnTo>
                  <a:cubicBezTo>
                    <a:pt x="53" y="553"/>
                    <a:pt x="53" y="691"/>
                    <a:pt x="16" y="824"/>
                  </a:cubicBezTo>
                  <a:cubicBezTo>
                    <a:pt x="0" y="873"/>
                    <a:pt x="16" y="925"/>
                    <a:pt x="32" y="957"/>
                  </a:cubicBezTo>
                  <a:cubicBezTo>
                    <a:pt x="53" y="974"/>
                    <a:pt x="53" y="1010"/>
                    <a:pt x="53" y="1026"/>
                  </a:cubicBezTo>
                  <a:lnTo>
                    <a:pt x="69" y="1026"/>
                  </a:lnTo>
                  <a:cubicBezTo>
                    <a:pt x="85" y="1026"/>
                    <a:pt x="85" y="1026"/>
                    <a:pt x="85" y="1010"/>
                  </a:cubicBezTo>
                  <a:cubicBezTo>
                    <a:pt x="69" y="994"/>
                    <a:pt x="69" y="974"/>
                    <a:pt x="69" y="957"/>
                  </a:cubicBezTo>
                  <a:cubicBezTo>
                    <a:pt x="53" y="909"/>
                    <a:pt x="32" y="873"/>
                    <a:pt x="53" y="840"/>
                  </a:cubicBezTo>
                  <a:cubicBezTo>
                    <a:pt x="69" y="691"/>
                    <a:pt x="69" y="553"/>
                    <a:pt x="69" y="420"/>
                  </a:cubicBezTo>
                  <a:lnTo>
                    <a:pt x="69" y="150"/>
                  </a:lnTo>
                  <a:lnTo>
                    <a:pt x="69" y="101"/>
                  </a:lnTo>
                  <a:cubicBezTo>
                    <a:pt x="53" y="65"/>
                    <a:pt x="53" y="49"/>
                    <a:pt x="69" y="32"/>
                  </a:cubicBezTo>
                  <a:lnTo>
                    <a:pt x="85" y="16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734143" y="3369994"/>
              <a:ext cx="174216" cy="276124"/>
            </a:xfrm>
            <a:custGeom>
              <a:avLst/>
              <a:gdLst/>
              <a:ahLst/>
              <a:cxnLst/>
              <a:rect l="l" t="t" r="r" b="b"/>
              <a:pathLst>
                <a:path w="1754" h="278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6" y="118"/>
                    <a:pt x="101" y="186"/>
                    <a:pt x="186" y="255"/>
                  </a:cubicBezTo>
                  <a:cubicBezTo>
                    <a:pt x="218" y="271"/>
                    <a:pt x="238" y="304"/>
                    <a:pt x="271" y="320"/>
                  </a:cubicBezTo>
                  <a:cubicBezTo>
                    <a:pt x="622" y="691"/>
                    <a:pt x="978" y="1043"/>
                    <a:pt x="1329" y="1398"/>
                  </a:cubicBezTo>
                  <a:lnTo>
                    <a:pt x="1632" y="1701"/>
                  </a:lnTo>
                  <a:cubicBezTo>
                    <a:pt x="1632" y="1717"/>
                    <a:pt x="1652" y="1717"/>
                    <a:pt x="1652" y="1717"/>
                  </a:cubicBezTo>
                  <a:cubicBezTo>
                    <a:pt x="1685" y="1770"/>
                    <a:pt x="1733" y="1802"/>
                    <a:pt x="1717" y="1851"/>
                  </a:cubicBezTo>
                  <a:cubicBezTo>
                    <a:pt x="1701" y="2020"/>
                    <a:pt x="1701" y="2174"/>
                    <a:pt x="1701" y="2340"/>
                  </a:cubicBezTo>
                  <a:cubicBezTo>
                    <a:pt x="1701" y="2424"/>
                    <a:pt x="1717" y="2525"/>
                    <a:pt x="1701" y="2610"/>
                  </a:cubicBezTo>
                  <a:lnTo>
                    <a:pt x="1701" y="2643"/>
                  </a:lnTo>
                  <a:cubicBezTo>
                    <a:pt x="1701" y="2679"/>
                    <a:pt x="1701" y="2727"/>
                    <a:pt x="1685" y="2760"/>
                  </a:cubicBezTo>
                  <a:lnTo>
                    <a:pt x="1685" y="2780"/>
                  </a:lnTo>
                  <a:lnTo>
                    <a:pt x="1701" y="2780"/>
                  </a:lnTo>
                  <a:cubicBezTo>
                    <a:pt x="1733" y="2727"/>
                    <a:pt x="1733" y="2679"/>
                    <a:pt x="1733" y="2643"/>
                  </a:cubicBezTo>
                  <a:lnTo>
                    <a:pt x="1733" y="2610"/>
                  </a:lnTo>
                  <a:lnTo>
                    <a:pt x="1733" y="2340"/>
                  </a:lnTo>
                  <a:cubicBezTo>
                    <a:pt x="1733" y="2174"/>
                    <a:pt x="1733" y="2020"/>
                    <a:pt x="1753" y="1871"/>
                  </a:cubicBezTo>
                  <a:cubicBezTo>
                    <a:pt x="1753" y="1786"/>
                    <a:pt x="1717" y="1750"/>
                    <a:pt x="1668" y="1701"/>
                  </a:cubicBezTo>
                  <a:cubicBezTo>
                    <a:pt x="1668" y="1701"/>
                    <a:pt x="1652" y="1701"/>
                    <a:pt x="1652" y="1685"/>
                  </a:cubicBezTo>
                  <a:lnTo>
                    <a:pt x="1349" y="1382"/>
                  </a:lnTo>
                  <a:cubicBezTo>
                    <a:pt x="994" y="1027"/>
                    <a:pt x="642" y="675"/>
                    <a:pt x="287" y="304"/>
                  </a:cubicBezTo>
                  <a:cubicBezTo>
                    <a:pt x="255" y="287"/>
                    <a:pt x="238" y="255"/>
                    <a:pt x="202" y="235"/>
                  </a:cubicBezTo>
                  <a:cubicBezTo>
                    <a:pt x="117" y="170"/>
                    <a:pt x="53" y="102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2153791" y="3463459"/>
              <a:ext cx="6953" cy="43902"/>
            </a:xfrm>
            <a:custGeom>
              <a:avLst/>
              <a:gdLst/>
              <a:ahLst/>
              <a:cxnLst/>
              <a:rect l="l" t="t" r="r" b="b"/>
              <a:pathLst>
                <a:path w="70" h="442" extrusionOk="0">
                  <a:moveTo>
                    <a:pt x="33" y="1"/>
                  </a:moveTo>
                  <a:cubicBezTo>
                    <a:pt x="17" y="86"/>
                    <a:pt x="17" y="154"/>
                    <a:pt x="17" y="223"/>
                  </a:cubicBezTo>
                  <a:cubicBezTo>
                    <a:pt x="17" y="288"/>
                    <a:pt x="33" y="356"/>
                    <a:pt x="17" y="425"/>
                  </a:cubicBezTo>
                  <a:cubicBezTo>
                    <a:pt x="1" y="425"/>
                    <a:pt x="17" y="425"/>
                    <a:pt x="17" y="441"/>
                  </a:cubicBezTo>
                  <a:lnTo>
                    <a:pt x="33" y="425"/>
                  </a:lnTo>
                  <a:cubicBezTo>
                    <a:pt x="53" y="356"/>
                    <a:pt x="53" y="288"/>
                    <a:pt x="53" y="223"/>
                  </a:cubicBezTo>
                  <a:cubicBezTo>
                    <a:pt x="53" y="154"/>
                    <a:pt x="3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1249437" y="2701835"/>
              <a:ext cx="250796" cy="206795"/>
            </a:xfrm>
            <a:custGeom>
              <a:avLst/>
              <a:gdLst/>
              <a:ahLst/>
              <a:cxnLst/>
              <a:rect l="l" t="t" r="r" b="b"/>
              <a:pathLst>
                <a:path w="2525" h="2082" extrusionOk="0">
                  <a:moveTo>
                    <a:pt x="1632" y="1"/>
                  </a:moveTo>
                  <a:cubicBezTo>
                    <a:pt x="1597" y="1"/>
                    <a:pt x="1558" y="11"/>
                    <a:pt x="1515" y="30"/>
                  </a:cubicBezTo>
                  <a:lnTo>
                    <a:pt x="1244" y="131"/>
                  </a:lnTo>
                  <a:cubicBezTo>
                    <a:pt x="877" y="280"/>
                    <a:pt x="489" y="434"/>
                    <a:pt x="101" y="583"/>
                  </a:cubicBezTo>
                  <a:lnTo>
                    <a:pt x="85" y="583"/>
                  </a:lnTo>
                  <a:cubicBezTo>
                    <a:pt x="49" y="599"/>
                    <a:pt x="16" y="620"/>
                    <a:pt x="16" y="668"/>
                  </a:cubicBezTo>
                  <a:cubicBezTo>
                    <a:pt x="0" y="1056"/>
                    <a:pt x="0" y="1428"/>
                    <a:pt x="16" y="1795"/>
                  </a:cubicBezTo>
                  <a:lnTo>
                    <a:pt x="33" y="1811"/>
                  </a:lnTo>
                  <a:lnTo>
                    <a:pt x="49" y="1795"/>
                  </a:lnTo>
                  <a:cubicBezTo>
                    <a:pt x="16" y="1428"/>
                    <a:pt x="33" y="1056"/>
                    <a:pt x="49" y="668"/>
                  </a:cubicBezTo>
                  <a:cubicBezTo>
                    <a:pt x="49" y="636"/>
                    <a:pt x="69" y="636"/>
                    <a:pt x="101" y="620"/>
                  </a:cubicBezTo>
                  <a:cubicBezTo>
                    <a:pt x="489" y="466"/>
                    <a:pt x="877" y="317"/>
                    <a:pt x="1244" y="163"/>
                  </a:cubicBezTo>
                  <a:lnTo>
                    <a:pt x="1531" y="46"/>
                  </a:lnTo>
                  <a:cubicBezTo>
                    <a:pt x="1563" y="36"/>
                    <a:pt x="1593" y="31"/>
                    <a:pt x="1621" y="31"/>
                  </a:cubicBezTo>
                  <a:cubicBezTo>
                    <a:pt x="1684" y="31"/>
                    <a:pt x="1739" y="56"/>
                    <a:pt x="1786" y="115"/>
                  </a:cubicBezTo>
                  <a:cubicBezTo>
                    <a:pt x="2036" y="397"/>
                    <a:pt x="2238" y="636"/>
                    <a:pt x="2424" y="854"/>
                  </a:cubicBezTo>
                  <a:cubicBezTo>
                    <a:pt x="2472" y="902"/>
                    <a:pt x="2493" y="955"/>
                    <a:pt x="2493" y="1040"/>
                  </a:cubicBezTo>
                  <a:lnTo>
                    <a:pt x="2493" y="1630"/>
                  </a:lnTo>
                  <a:lnTo>
                    <a:pt x="2493" y="1933"/>
                  </a:lnTo>
                  <a:lnTo>
                    <a:pt x="2493" y="1949"/>
                  </a:lnTo>
                  <a:cubicBezTo>
                    <a:pt x="2493" y="1997"/>
                    <a:pt x="2493" y="2034"/>
                    <a:pt x="2472" y="2050"/>
                  </a:cubicBezTo>
                  <a:lnTo>
                    <a:pt x="2472" y="2066"/>
                  </a:lnTo>
                  <a:lnTo>
                    <a:pt x="2472" y="2082"/>
                  </a:lnTo>
                  <a:lnTo>
                    <a:pt x="2493" y="2066"/>
                  </a:lnTo>
                  <a:cubicBezTo>
                    <a:pt x="2525" y="2034"/>
                    <a:pt x="2525" y="1997"/>
                    <a:pt x="2525" y="1949"/>
                  </a:cubicBezTo>
                  <a:lnTo>
                    <a:pt x="2525" y="1933"/>
                  </a:lnTo>
                  <a:lnTo>
                    <a:pt x="2525" y="1630"/>
                  </a:lnTo>
                  <a:lnTo>
                    <a:pt x="2525" y="1040"/>
                  </a:lnTo>
                  <a:cubicBezTo>
                    <a:pt x="2525" y="955"/>
                    <a:pt x="2509" y="886"/>
                    <a:pt x="2456" y="838"/>
                  </a:cubicBezTo>
                  <a:cubicBezTo>
                    <a:pt x="2254" y="620"/>
                    <a:pt x="2052" y="381"/>
                    <a:pt x="1802" y="94"/>
                  </a:cubicBezTo>
                  <a:cubicBezTo>
                    <a:pt x="1748" y="31"/>
                    <a:pt x="1694" y="1"/>
                    <a:pt x="1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2081979" y="2792518"/>
              <a:ext cx="100418" cy="244935"/>
            </a:xfrm>
            <a:custGeom>
              <a:avLst/>
              <a:gdLst/>
              <a:ahLst/>
              <a:cxnLst/>
              <a:rect l="l" t="t" r="r" b="b"/>
              <a:pathLst>
                <a:path w="1011" h="2466" extrusionOk="0">
                  <a:moveTo>
                    <a:pt x="21" y="1"/>
                  </a:moveTo>
                  <a:cubicBezTo>
                    <a:pt x="18" y="1"/>
                    <a:pt x="17" y="3"/>
                    <a:pt x="17" y="10"/>
                  </a:cubicBezTo>
                  <a:cubicBezTo>
                    <a:pt x="1" y="10"/>
                    <a:pt x="1" y="10"/>
                    <a:pt x="1" y="26"/>
                  </a:cubicBezTo>
                  <a:cubicBezTo>
                    <a:pt x="49" y="228"/>
                    <a:pt x="33" y="430"/>
                    <a:pt x="17" y="648"/>
                  </a:cubicBezTo>
                  <a:lnTo>
                    <a:pt x="17" y="834"/>
                  </a:lnTo>
                  <a:cubicBezTo>
                    <a:pt x="1" y="1020"/>
                    <a:pt x="49" y="1185"/>
                    <a:pt x="186" y="1355"/>
                  </a:cubicBezTo>
                  <a:cubicBezTo>
                    <a:pt x="336" y="1557"/>
                    <a:pt x="489" y="1775"/>
                    <a:pt x="639" y="1993"/>
                  </a:cubicBezTo>
                  <a:cubicBezTo>
                    <a:pt x="707" y="2110"/>
                    <a:pt x="792" y="2231"/>
                    <a:pt x="877" y="2349"/>
                  </a:cubicBezTo>
                  <a:cubicBezTo>
                    <a:pt x="877" y="2349"/>
                    <a:pt x="877" y="2365"/>
                    <a:pt x="893" y="2381"/>
                  </a:cubicBezTo>
                  <a:cubicBezTo>
                    <a:pt x="909" y="2413"/>
                    <a:pt x="926" y="2450"/>
                    <a:pt x="994" y="2466"/>
                  </a:cubicBezTo>
                  <a:cubicBezTo>
                    <a:pt x="994" y="2466"/>
                    <a:pt x="994" y="2450"/>
                    <a:pt x="1010" y="2450"/>
                  </a:cubicBezTo>
                  <a:cubicBezTo>
                    <a:pt x="1010" y="2433"/>
                    <a:pt x="994" y="2433"/>
                    <a:pt x="994" y="2433"/>
                  </a:cubicBezTo>
                  <a:cubicBezTo>
                    <a:pt x="942" y="2433"/>
                    <a:pt x="926" y="2397"/>
                    <a:pt x="909" y="2365"/>
                  </a:cubicBezTo>
                  <a:cubicBezTo>
                    <a:pt x="909" y="2349"/>
                    <a:pt x="893" y="2349"/>
                    <a:pt x="893" y="2332"/>
                  </a:cubicBezTo>
                  <a:cubicBezTo>
                    <a:pt x="808" y="2211"/>
                    <a:pt x="740" y="2094"/>
                    <a:pt x="655" y="1977"/>
                  </a:cubicBezTo>
                  <a:cubicBezTo>
                    <a:pt x="505" y="1775"/>
                    <a:pt x="352" y="1541"/>
                    <a:pt x="202" y="1339"/>
                  </a:cubicBezTo>
                  <a:cubicBezTo>
                    <a:pt x="85" y="1169"/>
                    <a:pt x="33" y="1020"/>
                    <a:pt x="33" y="834"/>
                  </a:cubicBezTo>
                  <a:cubicBezTo>
                    <a:pt x="33" y="765"/>
                    <a:pt x="49" y="717"/>
                    <a:pt x="49" y="648"/>
                  </a:cubicBezTo>
                  <a:cubicBezTo>
                    <a:pt x="69" y="430"/>
                    <a:pt x="69" y="228"/>
                    <a:pt x="33" y="10"/>
                  </a:cubicBezTo>
                  <a:cubicBezTo>
                    <a:pt x="33" y="10"/>
                    <a:pt x="26" y="1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520197" y="2816654"/>
              <a:ext cx="199147" cy="346048"/>
            </a:xfrm>
            <a:custGeom>
              <a:avLst/>
              <a:gdLst/>
              <a:ahLst/>
              <a:cxnLst/>
              <a:rect l="l" t="t" r="r" b="b"/>
              <a:pathLst>
                <a:path w="2005" h="3484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102"/>
                    <a:pt x="49" y="150"/>
                    <a:pt x="118" y="187"/>
                  </a:cubicBezTo>
                  <a:cubicBezTo>
                    <a:pt x="134" y="203"/>
                    <a:pt x="150" y="219"/>
                    <a:pt x="171" y="235"/>
                  </a:cubicBezTo>
                  <a:cubicBezTo>
                    <a:pt x="272" y="373"/>
                    <a:pt x="389" y="490"/>
                    <a:pt x="490" y="607"/>
                  </a:cubicBezTo>
                  <a:cubicBezTo>
                    <a:pt x="538" y="655"/>
                    <a:pt x="575" y="708"/>
                    <a:pt x="623" y="756"/>
                  </a:cubicBezTo>
                  <a:cubicBezTo>
                    <a:pt x="724" y="878"/>
                    <a:pt x="825" y="995"/>
                    <a:pt x="910" y="1096"/>
                  </a:cubicBezTo>
                  <a:cubicBezTo>
                    <a:pt x="1213" y="1431"/>
                    <a:pt x="1516" y="1786"/>
                    <a:pt x="1803" y="2138"/>
                  </a:cubicBezTo>
                  <a:cubicBezTo>
                    <a:pt x="1819" y="2154"/>
                    <a:pt x="1835" y="2170"/>
                    <a:pt x="1867" y="2190"/>
                  </a:cubicBezTo>
                  <a:cubicBezTo>
                    <a:pt x="1920" y="2239"/>
                    <a:pt x="1968" y="2308"/>
                    <a:pt x="1968" y="2392"/>
                  </a:cubicBezTo>
                  <a:lnTo>
                    <a:pt x="1968" y="2760"/>
                  </a:lnTo>
                  <a:cubicBezTo>
                    <a:pt x="1968" y="2962"/>
                    <a:pt x="1988" y="3180"/>
                    <a:pt x="1936" y="3382"/>
                  </a:cubicBezTo>
                  <a:cubicBezTo>
                    <a:pt x="1936" y="3418"/>
                    <a:pt x="1936" y="3451"/>
                    <a:pt x="1968" y="3483"/>
                  </a:cubicBezTo>
                  <a:lnTo>
                    <a:pt x="1988" y="3483"/>
                  </a:lnTo>
                  <a:cubicBezTo>
                    <a:pt x="2005" y="3467"/>
                    <a:pt x="2005" y="3467"/>
                    <a:pt x="1988" y="3467"/>
                  </a:cubicBezTo>
                  <a:cubicBezTo>
                    <a:pt x="1968" y="3451"/>
                    <a:pt x="1968" y="3418"/>
                    <a:pt x="1968" y="3382"/>
                  </a:cubicBezTo>
                  <a:cubicBezTo>
                    <a:pt x="2005" y="3180"/>
                    <a:pt x="2005" y="2962"/>
                    <a:pt x="2005" y="2760"/>
                  </a:cubicBezTo>
                  <a:cubicBezTo>
                    <a:pt x="1988" y="2643"/>
                    <a:pt x="1988" y="2526"/>
                    <a:pt x="2005" y="2392"/>
                  </a:cubicBezTo>
                  <a:cubicBezTo>
                    <a:pt x="2005" y="2291"/>
                    <a:pt x="1936" y="2223"/>
                    <a:pt x="1887" y="2170"/>
                  </a:cubicBezTo>
                  <a:cubicBezTo>
                    <a:pt x="1867" y="2154"/>
                    <a:pt x="1835" y="2138"/>
                    <a:pt x="1835" y="2122"/>
                  </a:cubicBezTo>
                  <a:cubicBezTo>
                    <a:pt x="1532" y="1766"/>
                    <a:pt x="1229" y="1415"/>
                    <a:pt x="942" y="1080"/>
                  </a:cubicBezTo>
                  <a:cubicBezTo>
                    <a:pt x="841" y="979"/>
                    <a:pt x="740" y="857"/>
                    <a:pt x="639" y="740"/>
                  </a:cubicBezTo>
                  <a:cubicBezTo>
                    <a:pt x="591" y="692"/>
                    <a:pt x="554" y="639"/>
                    <a:pt x="506" y="591"/>
                  </a:cubicBezTo>
                  <a:cubicBezTo>
                    <a:pt x="405" y="474"/>
                    <a:pt x="288" y="336"/>
                    <a:pt x="187" y="219"/>
                  </a:cubicBezTo>
                  <a:cubicBezTo>
                    <a:pt x="171" y="203"/>
                    <a:pt x="150" y="187"/>
                    <a:pt x="134" y="171"/>
                  </a:cubicBezTo>
                  <a:cubicBezTo>
                    <a:pt x="86" y="118"/>
                    <a:pt x="33" y="86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1384619" y="1708088"/>
              <a:ext cx="5364" cy="46981"/>
            </a:xfrm>
            <a:custGeom>
              <a:avLst/>
              <a:gdLst/>
              <a:ahLst/>
              <a:cxnLst/>
              <a:rect l="l" t="t" r="r" b="b"/>
              <a:pathLst>
                <a:path w="54" h="473" extrusionOk="0">
                  <a:moveTo>
                    <a:pt x="21" y="0"/>
                  </a:moveTo>
                  <a:lnTo>
                    <a:pt x="21" y="20"/>
                  </a:lnTo>
                  <a:lnTo>
                    <a:pt x="21" y="186"/>
                  </a:lnTo>
                  <a:cubicBezTo>
                    <a:pt x="1" y="271"/>
                    <a:pt x="1" y="372"/>
                    <a:pt x="21" y="457"/>
                  </a:cubicBezTo>
                  <a:cubicBezTo>
                    <a:pt x="21" y="473"/>
                    <a:pt x="37" y="473"/>
                    <a:pt x="37" y="473"/>
                  </a:cubicBezTo>
                  <a:cubicBezTo>
                    <a:pt x="53" y="473"/>
                    <a:pt x="53" y="473"/>
                    <a:pt x="53" y="457"/>
                  </a:cubicBezTo>
                  <a:cubicBezTo>
                    <a:pt x="37" y="372"/>
                    <a:pt x="37" y="271"/>
                    <a:pt x="37" y="186"/>
                  </a:cubicBezTo>
                  <a:lnTo>
                    <a:pt x="37" y="20"/>
                  </a:lnTo>
                  <a:cubicBezTo>
                    <a:pt x="37" y="0"/>
                    <a:pt x="37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2095190" y="3649296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37" y="0"/>
                  </a:moveTo>
                  <a:cubicBezTo>
                    <a:pt x="17" y="85"/>
                    <a:pt x="17" y="170"/>
                    <a:pt x="17" y="235"/>
                  </a:cubicBezTo>
                  <a:cubicBezTo>
                    <a:pt x="17" y="319"/>
                    <a:pt x="17" y="388"/>
                    <a:pt x="1" y="473"/>
                  </a:cubicBezTo>
                  <a:lnTo>
                    <a:pt x="17" y="489"/>
                  </a:lnTo>
                  <a:lnTo>
                    <a:pt x="37" y="473"/>
                  </a:lnTo>
                  <a:cubicBezTo>
                    <a:pt x="53" y="388"/>
                    <a:pt x="53" y="319"/>
                    <a:pt x="53" y="235"/>
                  </a:cubicBezTo>
                  <a:cubicBezTo>
                    <a:pt x="37" y="170"/>
                    <a:pt x="37" y="85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852932" y="1198452"/>
              <a:ext cx="364920" cy="337606"/>
            </a:xfrm>
            <a:custGeom>
              <a:avLst/>
              <a:gdLst/>
              <a:ahLst/>
              <a:cxnLst/>
              <a:rect l="l" t="t" r="r" b="b"/>
              <a:pathLst>
                <a:path w="3674" h="3399" extrusionOk="0">
                  <a:moveTo>
                    <a:pt x="3637" y="1"/>
                  </a:moveTo>
                  <a:cubicBezTo>
                    <a:pt x="3621" y="1"/>
                    <a:pt x="3621" y="1"/>
                    <a:pt x="3621" y="17"/>
                  </a:cubicBezTo>
                  <a:lnTo>
                    <a:pt x="3621" y="251"/>
                  </a:lnTo>
                  <a:cubicBezTo>
                    <a:pt x="3621" y="421"/>
                    <a:pt x="3604" y="607"/>
                    <a:pt x="3621" y="789"/>
                  </a:cubicBezTo>
                  <a:cubicBezTo>
                    <a:pt x="3657" y="1043"/>
                    <a:pt x="3572" y="1193"/>
                    <a:pt x="3318" y="1330"/>
                  </a:cubicBezTo>
                  <a:cubicBezTo>
                    <a:pt x="2562" y="1782"/>
                    <a:pt x="1787" y="2255"/>
                    <a:pt x="1031" y="2728"/>
                  </a:cubicBezTo>
                  <a:cubicBezTo>
                    <a:pt x="760" y="2893"/>
                    <a:pt x="474" y="3063"/>
                    <a:pt x="187" y="3249"/>
                  </a:cubicBezTo>
                  <a:cubicBezTo>
                    <a:pt x="171" y="3249"/>
                    <a:pt x="138" y="3265"/>
                    <a:pt x="122" y="3265"/>
                  </a:cubicBezTo>
                  <a:cubicBezTo>
                    <a:pt x="70" y="3281"/>
                    <a:pt x="21" y="3313"/>
                    <a:pt x="1" y="3382"/>
                  </a:cubicBezTo>
                  <a:cubicBezTo>
                    <a:pt x="1" y="3398"/>
                    <a:pt x="1" y="3398"/>
                    <a:pt x="21" y="3398"/>
                  </a:cubicBezTo>
                  <a:cubicBezTo>
                    <a:pt x="37" y="3334"/>
                    <a:pt x="86" y="3313"/>
                    <a:pt x="138" y="3297"/>
                  </a:cubicBezTo>
                  <a:cubicBezTo>
                    <a:pt x="155" y="3281"/>
                    <a:pt x="171" y="3281"/>
                    <a:pt x="203" y="3265"/>
                  </a:cubicBezTo>
                  <a:cubicBezTo>
                    <a:pt x="474" y="3095"/>
                    <a:pt x="760" y="2909"/>
                    <a:pt x="1047" y="2744"/>
                  </a:cubicBezTo>
                  <a:cubicBezTo>
                    <a:pt x="1803" y="2287"/>
                    <a:pt x="2562" y="1799"/>
                    <a:pt x="3334" y="1362"/>
                  </a:cubicBezTo>
                  <a:cubicBezTo>
                    <a:pt x="3588" y="1213"/>
                    <a:pt x="3673" y="1059"/>
                    <a:pt x="3657" y="772"/>
                  </a:cubicBezTo>
                  <a:cubicBezTo>
                    <a:pt x="3637" y="607"/>
                    <a:pt x="3637" y="421"/>
                    <a:pt x="3637" y="251"/>
                  </a:cubicBezTo>
                  <a:cubicBezTo>
                    <a:pt x="3637" y="167"/>
                    <a:pt x="3657" y="82"/>
                    <a:pt x="3657" y="17"/>
                  </a:cubicBezTo>
                  <a:cubicBezTo>
                    <a:pt x="3657" y="1"/>
                    <a:pt x="3637" y="1"/>
                    <a:pt x="3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515525" y="3648104"/>
              <a:ext cx="122070" cy="86313"/>
            </a:xfrm>
            <a:custGeom>
              <a:avLst/>
              <a:gdLst/>
              <a:ahLst/>
              <a:cxnLst/>
              <a:rect l="l" t="t" r="r" b="b"/>
              <a:pathLst>
                <a:path w="1229" h="869" extrusionOk="0">
                  <a:moveTo>
                    <a:pt x="1174" y="0"/>
                  </a:moveTo>
                  <a:cubicBezTo>
                    <a:pt x="1157" y="0"/>
                    <a:pt x="1136" y="4"/>
                    <a:pt x="1112" y="12"/>
                  </a:cubicBezTo>
                  <a:cubicBezTo>
                    <a:pt x="893" y="81"/>
                    <a:pt x="671" y="146"/>
                    <a:pt x="453" y="214"/>
                  </a:cubicBezTo>
                  <a:cubicBezTo>
                    <a:pt x="336" y="247"/>
                    <a:pt x="219" y="283"/>
                    <a:pt x="85" y="315"/>
                  </a:cubicBezTo>
                  <a:cubicBezTo>
                    <a:pt x="65" y="331"/>
                    <a:pt x="65" y="331"/>
                    <a:pt x="49" y="331"/>
                  </a:cubicBezTo>
                  <a:lnTo>
                    <a:pt x="17" y="331"/>
                  </a:lnTo>
                  <a:cubicBezTo>
                    <a:pt x="17" y="331"/>
                    <a:pt x="1" y="331"/>
                    <a:pt x="1" y="348"/>
                  </a:cubicBezTo>
                  <a:cubicBezTo>
                    <a:pt x="11" y="348"/>
                    <a:pt x="15" y="355"/>
                    <a:pt x="16" y="355"/>
                  </a:cubicBezTo>
                  <a:cubicBezTo>
                    <a:pt x="17" y="355"/>
                    <a:pt x="17" y="353"/>
                    <a:pt x="17" y="348"/>
                  </a:cubicBezTo>
                  <a:lnTo>
                    <a:pt x="85" y="348"/>
                  </a:lnTo>
                  <a:cubicBezTo>
                    <a:pt x="219" y="315"/>
                    <a:pt x="352" y="263"/>
                    <a:pt x="469" y="230"/>
                  </a:cubicBezTo>
                  <a:cubicBezTo>
                    <a:pt x="691" y="182"/>
                    <a:pt x="910" y="113"/>
                    <a:pt x="1112" y="45"/>
                  </a:cubicBezTo>
                  <a:cubicBezTo>
                    <a:pt x="1160" y="28"/>
                    <a:pt x="1176" y="28"/>
                    <a:pt x="1196" y="28"/>
                  </a:cubicBezTo>
                  <a:cubicBezTo>
                    <a:pt x="1213" y="45"/>
                    <a:pt x="1213" y="61"/>
                    <a:pt x="1213" y="97"/>
                  </a:cubicBezTo>
                  <a:lnTo>
                    <a:pt x="1213" y="634"/>
                  </a:lnTo>
                  <a:lnTo>
                    <a:pt x="1213" y="852"/>
                  </a:lnTo>
                  <a:cubicBezTo>
                    <a:pt x="1213" y="869"/>
                    <a:pt x="1213" y="869"/>
                    <a:pt x="1229" y="869"/>
                  </a:cubicBezTo>
                  <a:lnTo>
                    <a:pt x="1229" y="852"/>
                  </a:lnTo>
                  <a:lnTo>
                    <a:pt x="1229" y="634"/>
                  </a:lnTo>
                  <a:lnTo>
                    <a:pt x="1229" y="97"/>
                  </a:lnTo>
                  <a:cubicBezTo>
                    <a:pt x="1229" y="45"/>
                    <a:pt x="1229" y="28"/>
                    <a:pt x="1213" y="12"/>
                  </a:cubicBezTo>
                  <a:cubicBezTo>
                    <a:pt x="1204" y="4"/>
                    <a:pt x="1191" y="0"/>
                    <a:pt x="1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789563" y="3296593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" y="0"/>
                  </a:moveTo>
                  <a:lnTo>
                    <a:pt x="1" y="186"/>
                  </a:lnTo>
                  <a:lnTo>
                    <a:pt x="1" y="671"/>
                  </a:lnTo>
                  <a:lnTo>
                    <a:pt x="1" y="707"/>
                  </a:lnTo>
                  <a:cubicBezTo>
                    <a:pt x="1" y="740"/>
                    <a:pt x="1" y="792"/>
                    <a:pt x="17" y="824"/>
                  </a:cubicBezTo>
                  <a:lnTo>
                    <a:pt x="33" y="824"/>
                  </a:lnTo>
                  <a:cubicBezTo>
                    <a:pt x="53" y="824"/>
                    <a:pt x="53" y="824"/>
                    <a:pt x="33" y="808"/>
                  </a:cubicBezTo>
                  <a:lnTo>
                    <a:pt x="33" y="707"/>
                  </a:lnTo>
                  <a:lnTo>
                    <a:pt x="33" y="671"/>
                  </a:lnTo>
                  <a:lnTo>
                    <a:pt x="33" y="186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697687" y="3647707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01"/>
                    <a:pt x="17" y="186"/>
                    <a:pt x="17" y="251"/>
                  </a:cubicBezTo>
                  <a:cubicBezTo>
                    <a:pt x="17" y="303"/>
                    <a:pt x="1" y="352"/>
                    <a:pt x="17" y="404"/>
                  </a:cubicBezTo>
                  <a:lnTo>
                    <a:pt x="17" y="420"/>
                  </a:lnTo>
                  <a:cubicBezTo>
                    <a:pt x="33" y="420"/>
                    <a:pt x="33" y="404"/>
                    <a:pt x="33" y="404"/>
                  </a:cubicBezTo>
                  <a:lnTo>
                    <a:pt x="33" y="251"/>
                  </a:lnTo>
                  <a:cubicBezTo>
                    <a:pt x="33" y="166"/>
                    <a:pt x="33" y="85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1409946" y="1288738"/>
              <a:ext cx="83532" cy="192293"/>
            </a:xfrm>
            <a:custGeom>
              <a:avLst/>
              <a:gdLst/>
              <a:ahLst/>
              <a:cxnLst/>
              <a:rect l="l" t="t" r="r" b="b"/>
              <a:pathLst>
                <a:path w="841" h="1936" extrusionOk="0">
                  <a:moveTo>
                    <a:pt x="32" y="1"/>
                  </a:moveTo>
                  <a:cubicBezTo>
                    <a:pt x="0" y="235"/>
                    <a:pt x="16" y="453"/>
                    <a:pt x="16" y="671"/>
                  </a:cubicBezTo>
                  <a:lnTo>
                    <a:pt x="16" y="708"/>
                  </a:lnTo>
                  <a:cubicBezTo>
                    <a:pt x="16" y="756"/>
                    <a:pt x="49" y="772"/>
                    <a:pt x="69" y="789"/>
                  </a:cubicBezTo>
                  <a:cubicBezTo>
                    <a:pt x="186" y="890"/>
                    <a:pt x="271" y="1043"/>
                    <a:pt x="335" y="1176"/>
                  </a:cubicBezTo>
                  <a:cubicBezTo>
                    <a:pt x="388" y="1277"/>
                    <a:pt x="452" y="1378"/>
                    <a:pt x="521" y="1463"/>
                  </a:cubicBezTo>
                  <a:cubicBezTo>
                    <a:pt x="574" y="1516"/>
                    <a:pt x="606" y="1597"/>
                    <a:pt x="638" y="1665"/>
                  </a:cubicBezTo>
                  <a:cubicBezTo>
                    <a:pt x="691" y="1766"/>
                    <a:pt x="739" y="1867"/>
                    <a:pt x="824" y="1936"/>
                  </a:cubicBezTo>
                  <a:lnTo>
                    <a:pt x="840" y="1936"/>
                  </a:lnTo>
                  <a:lnTo>
                    <a:pt x="840" y="1920"/>
                  </a:lnTo>
                  <a:cubicBezTo>
                    <a:pt x="755" y="1851"/>
                    <a:pt x="707" y="1750"/>
                    <a:pt x="654" y="1649"/>
                  </a:cubicBezTo>
                  <a:cubicBezTo>
                    <a:pt x="622" y="1580"/>
                    <a:pt x="590" y="1516"/>
                    <a:pt x="537" y="1447"/>
                  </a:cubicBezTo>
                  <a:cubicBezTo>
                    <a:pt x="473" y="1362"/>
                    <a:pt x="420" y="1261"/>
                    <a:pt x="372" y="1160"/>
                  </a:cubicBezTo>
                  <a:cubicBezTo>
                    <a:pt x="287" y="1027"/>
                    <a:pt x="202" y="873"/>
                    <a:pt x="85" y="772"/>
                  </a:cubicBezTo>
                  <a:cubicBezTo>
                    <a:pt x="69" y="756"/>
                    <a:pt x="49" y="740"/>
                    <a:pt x="49" y="708"/>
                  </a:cubicBezTo>
                  <a:lnTo>
                    <a:pt x="49" y="671"/>
                  </a:lnTo>
                  <a:cubicBezTo>
                    <a:pt x="32" y="453"/>
                    <a:pt x="32" y="235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1520197" y="3167073"/>
              <a:ext cx="180672" cy="281686"/>
            </a:xfrm>
            <a:custGeom>
              <a:avLst/>
              <a:gdLst/>
              <a:ahLst/>
              <a:cxnLst/>
              <a:rect l="l" t="t" r="r" b="b"/>
              <a:pathLst>
                <a:path w="1819" h="2836" extrusionOk="0">
                  <a:moveTo>
                    <a:pt x="64" y="0"/>
                  </a:moveTo>
                  <a:cubicBezTo>
                    <a:pt x="58" y="0"/>
                    <a:pt x="49" y="8"/>
                    <a:pt x="49" y="8"/>
                  </a:cubicBezTo>
                  <a:cubicBezTo>
                    <a:pt x="1" y="157"/>
                    <a:pt x="1" y="258"/>
                    <a:pt x="150" y="379"/>
                  </a:cubicBezTo>
                  <a:cubicBezTo>
                    <a:pt x="352" y="561"/>
                    <a:pt x="538" y="747"/>
                    <a:pt x="724" y="949"/>
                  </a:cubicBezTo>
                  <a:cubicBezTo>
                    <a:pt x="793" y="1018"/>
                    <a:pt x="857" y="1086"/>
                    <a:pt x="926" y="1151"/>
                  </a:cubicBezTo>
                  <a:cubicBezTo>
                    <a:pt x="1027" y="1252"/>
                    <a:pt x="1128" y="1353"/>
                    <a:pt x="1213" y="1454"/>
                  </a:cubicBezTo>
                  <a:cubicBezTo>
                    <a:pt x="1399" y="1623"/>
                    <a:pt x="1564" y="1809"/>
                    <a:pt x="1750" y="1975"/>
                  </a:cubicBezTo>
                  <a:cubicBezTo>
                    <a:pt x="1786" y="2011"/>
                    <a:pt x="1803" y="2027"/>
                    <a:pt x="1803" y="2060"/>
                  </a:cubicBezTo>
                  <a:lnTo>
                    <a:pt x="1803" y="2751"/>
                  </a:lnTo>
                  <a:cubicBezTo>
                    <a:pt x="1803" y="2767"/>
                    <a:pt x="1786" y="2783"/>
                    <a:pt x="1786" y="2803"/>
                  </a:cubicBezTo>
                  <a:cubicBezTo>
                    <a:pt x="1766" y="2803"/>
                    <a:pt x="1766" y="2819"/>
                    <a:pt x="1766" y="2819"/>
                  </a:cubicBezTo>
                  <a:lnTo>
                    <a:pt x="1766" y="2835"/>
                  </a:lnTo>
                  <a:lnTo>
                    <a:pt x="1803" y="2835"/>
                  </a:lnTo>
                  <a:lnTo>
                    <a:pt x="1803" y="2819"/>
                  </a:lnTo>
                  <a:cubicBezTo>
                    <a:pt x="1819" y="2803"/>
                    <a:pt x="1819" y="2767"/>
                    <a:pt x="1819" y="2751"/>
                  </a:cubicBezTo>
                  <a:lnTo>
                    <a:pt x="1819" y="2060"/>
                  </a:lnTo>
                  <a:cubicBezTo>
                    <a:pt x="1819" y="2027"/>
                    <a:pt x="1803" y="1995"/>
                    <a:pt x="1766" y="1959"/>
                  </a:cubicBezTo>
                  <a:cubicBezTo>
                    <a:pt x="1585" y="1793"/>
                    <a:pt x="1415" y="1607"/>
                    <a:pt x="1245" y="1422"/>
                  </a:cubicBezTo>
                  <a:cubicBezTo>
                    <a:pt x="1144" y="1337"/>
                    <a:pt x="1043" y="1236"/>
                    <a:pt x="958" y="1135"/>
                  </a:cubicBezTo>
                  <a:cubicBezTo>
                    <a:pt x="878" y="1066"/>
                    <a:pt x="809" y="1001"/>
                    <a:pt x="740" y="933"/>
                  </a:cubicBezTo>
                  <a:cubicBezTo>
                    <a:pt x="554" y="731"/>
                    <a:pt x="373" y="529"/>
                    <a:pt x="171" y="359"/>
                  </a:cubicBezTo>
                  <a:cubicBezTo>
                    <a:pt x="33" y="242"/>
                    <a:pt x="33" y="157"/>
                    <a:pt x="86" y="24"/>
                  </a:cubicBezTo>
                  <a:cubicBezTo>
                    <a:pt x="86" y="8"/>
                    <a:pt x="70" y="8"/>
                    <a:pt x="70" y="8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1133823" y="3004081"/>
              <a:ext cx="6953" cy="96743"/>
            </a:xfrm>
            <a:custGeom>
              <a:avLst/>
              <a:gdLst/>
              <a:ahLst/>
              <a:cxnLst/>
              <a:rect l="l" t="t" r="r" b="b"/>
              <a:pathLst>
                <a:path w="70" h="974" extrusionOk="0">
                  <a:moveTo>
                    <a:pt x="1" y="0"/>
                  </a:moveTo>
                  <a:lnTo>
                    <a:pt x="1" y="17"/>
                  </a:lnTo>
                  <a:cubicBezTo>
                    <a:pt x="21" y="81"/>
                    <a:pt x="21" y="150"/>
                    <a:pt x="21" y="202"/>
                  </a:cubicBezTo>
                  <a:lnTo>
                    <a:pt x="21" y="788"/>
                  </a:lnTo>
                  <a:lnTo>
                    <a:pt x="21" y="825"/>
                  </a:lnTo>
                  <a:lnTo>
                    <a:pt x="21" y="857"/>
                  </a:lnTo>
                  <a:cubicBezTo>
                    <a:pt x="21" y="889"/>
                    <a:pt x="21" y="942"/>
                    <a:pt x="53" y="974"/>
                  </a:cubicBezTo>
                  <a:lnTo>
                    <a:pt x="69" y="974"/>
                  </a:lnTo>
                  <a:lnTo>
                    <a:pt x="69" y="958"/>
                  </a:lnTo>
                  <a:cubicBezTo>
                    <a:pt x="53" y="926"/>
                    <a:pt x="53" y="889"/>
                    <a:pt x="53" y="857"/>
                  </a:cubicBezTo>
                  <a:lnTo>
                    <a:pt x="53" y="825"/>
                  </a:lnTo>
                  <a:lnTo>
                    <a:pt x="53" y="788"/>
                  </a:lnTo>
                  <a:lnTo>
                    <a:pt x="53" y="202"/>
                  </a:lnTo>
                  <a:cubicBezTo>
                    <a:pt x="53" y="150"/>
                    <a:pt x="53" y="81"/>
                    <a:pt x="21" y="17"/>
                  </a:cubicBezTo>
                  <a:cubicBezTo>
                    <a:pt x="21" y="0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2028642" y="2900187"/>
              <a:ext cx="4867" cy="48570"/>
            </a:xfrm>
            <a:custGeom>
              <a:avLst/>
              <a:gdLst/>
              <a:ahLst/>
              <a:cxnLst/>
              <a:rect l="l" t="t" r="r" b="b"/>
              <a:pathLst>
                <a:path w="49" h="489" extrusionOk="0">
                  <a:moveTo>
                    <a:pt x="33" y="0"/>
                  </a:moveTo>
                  <a:cubicBezTo>
                    <a:pt x="0" y="85"/>
                    <a:pt x="16" y="170"/>
                    <a:pt x="16" y="239"/>
                  </a:cubicBezTo>
                  <a:cubicBezTo>
                    <a:pt x="16" y="319"/>
                    <a:pt x="16" y="388"/>
                    <a:pt x="0" y="473"/>
                  </a:cubicBezTo>
                  <a:cubicBezTo>
                    <a:pt x="0" y="473"/>
                    <a:pt x="0" y="489"/>
                    <a:pt x="16" y="489"/>
                  </a:cubicBezTo>
                  <a:lnTo>
                    <a:pt x="33" y="473"/>
                  </a:lnTo>
                  <a:cubicBezTo>
                    <a:pt x="49" y="388"/>
                    <a:pt x="49" y="319"/>
                    <a:pt x="33" y="239"/>
                  </a:cubicBezTo>
                  <a:cubicBezTo>
                    <a:pt x="33" y="170"/>
                    <a:pt x="33" y="85"/>
                    <a:pt x="49" y="16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1525064" y="1604591"/>
              <a:ext cx="200736" cy="444678"/>
            </a:xfrm>
            <a:custGeom>
              <a:avLst/>
              <a:gdLst/>
              <a:ahLst/>
              <a:cxnLst/>
              <a:rect l="l" t="t" r="r" b="b"/>
              <a:pathLst>
                <a:path w="2021" h="4477" extrusionOk="0">
                  <a:moveTo>
                    <a:pt x="37" y="0"/>
                  </a:moveTo>
                  <a:cubicBezTo>
                    <a:pt x="0" y="53"/>
                    <a:pt x="0" y="85"/>
                    <a:pt x="0" y="133"/>
                  </a:cubicBezTo>
                  <a:lnTo>
                    <a:pt x="0" y="170"/>
                  </a:lnTo>
                  <a:lnTo>
                    <a:pt x="0" y="707"/>
                  </a:lnTo>
                  <a:lnTo>
                    <a:pt x="0" y="1127"/>
                  </a:lnTo>
                  <a:cubicBezTo>
                    <a:pt x="0" y="1196"/>
                    <a:pt x="21" y="1244"/>
                    <a:pt x="53" y="1313"/>
                  </a:cubicBezTo>
                  <a:cubicBezTo>
                    <a:pt x="154" y="1466"/>
                    <a:pt x="255" y="1616"/>
                    <a:pt x="340" y="1769"/>
                  </a:cubicBezTo>
                  <a:cubicBezTo>
                    <a:pt x="526" y="2052"/>
                    <a:pt x="691" y="2339"/>
                    <a:pt x="877" y="2626"/>
                  </a:cubicBezTo>
                  <a:cubicBezTo>
                    <a:pt x="994" y="2796"/>
                    <a:pt x="1111" y="2981"/>
                    <a:pt x="1212" y="3163"/>
                  </a:cubicBezTo>
                  <a:cubicBezTo>
                    <a:pt x="1350" y="3365"/>
                    <a:pt x="1467" y="3587"/>
                    <a:pt x="1600" y="3769"/>
                  </a:cubicBezTo>
                  <a:cubicBezTo>
                    <a:pt x="1637" y="3822"/>
                    <a:pt x="1669" y="3870"/>
                    <a:pt x="1685" y="3923"/>
                  </a:cubicBezTo>
                  <a:cubicBezTo>
                    <a:pt x="1754" y="4040"/>
                    <a:pt x="1818" y="4157"/>
                    <a:pt x="1919" y="4242"/>
                  </a:cubicBezTo>
                  <a:cubicBezTo>
                    <a:pt x="1972" y="4294"/>
                    <a:pt x="1988" y="4395"/>
                    <a:pt x="1972" y="4460"/>
                  </a:cubicBezTo>
                  <a:cubicBezTo>
                    <a:pt x="1972" y="4460"/>
                    <a:pt x="1972" y="4476"/>
                    <a:pt x="1988" y="4476"/>
                  </a:cubicBezTo>
                  <a:cubicBezTo>
                    <a:pt x="1988" y="4476"/>
                    <a:pt x="2004" y="4476"/>
                    <a:pt x="2004" y="4460"/>
                  </a:cubicBezTo>
                  <a:cubicBezTo>
                    <a:pt x="2020" y="4359"/>
                    <a:pt x="1988" y="4274"/>
                    <a:pt x="1939" y="4226"/>
                  </a:cubicBezTo>
                  <a:cubicBezTo>
                    <a:pt x="1838" y="4141"/>
                    <a:pt x="1770" y="4024"/>
                    <a:pt x="1717" y="3923"/>
                  </a:cubicBezTo>
                  <a:cubicBezTo>
                    <a:pt x="1685" y="3870"/>
                    <a:pt x="1653" y="3805"/>
                    <a:pt x="1616" y="3769"/>
                  </a:cubicBezTo>
                  <a:cubicBezTo>
                    <a:pt x="1499" y="3567"/>
                    <a:pt x="1366" y="3349"/>
                    <a:pt x="1249" y="3147"/>
                  </a:cubicBezTo>
                  <a:cubicBezTo>
                    <a:pt x="1132" y="2981"/>
                    <a:pt x="1031" y="2779"/>
                    <a:pt x="909" y="2610"/>
                  </a:cubicBezTo>
                  <a:cubicBezTo>
                    <a:pt x="728" y="2323"/>
                    <a:pt x="542" y="2036"/>
                    <a:pt x="372" y="1749"/>
                  </a:cubicBezTo>
                  <a:cubicBezTo>
                    <a:pt x="271" y="1600"/>
                    <a:pt x="170" y="1446"/>
                    <a:pt x="85" y="1297"/>
                  </a:cubicBezTo>
                  <a:cubicBezTo>
                    <a:pt x="37" y="1244"/>
                    <a:pt x="37" y="1196"/>
                    <a:pt x="37" y="1127"/>
                  </a:cubicBezTo>
                  <a:lnTo>
                    <a:pt x="37" y="707"/>
                  </a:lnTo>
                  <a:lnTo>
                    <a:pt x="37" y="170"/>
                  </a:lnTo>
                  <a:lnTo>
                    <a:pt x="37" y="133"/>
                  </a:lnTo>
                  <a:cubicBezTo>
                    <a:pt x="21" y="101"/>
                    <a:pt x="21" y="53"/>
                    <a:pt x="53" y="3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849753" y="2262918"/>
              <a:ext cx="364423" cy="279799"/>
            </a:xfrm>
            <a:custGeom>
              <a:avLst/>
              <a:gdLst/>
              <a:ahLst/>
              <a:cxnLst/>
              <a:rect l="l" t="t" r="r" b="b"/>
              <a:pathLst>
                <a:path w="3669" h="2817" extrusionOk="0">
                  <a:moveTo>
                    <a:pt x="3583" y="1"/>
                  </a:moveTo>
                  <a:cubicBezTo>
                    <a:pt x="3529" y="1"/>
                    <a:pt x="3480" y="27"/>
                    <a:pt x="3451" y="54"/>
                  </a:cubicBezTo>
                  <a:cubicBezTo>
                    <a:pt x="3434" y="54"/>
                    <a:pt x="3418" y="70"/>
                    <a:pt x="3386" y="90"/>
                  </a:cubicBezTo>
                  <a:cubicBezTo>
                    <a:pt x="2493" y="510"/>
                    <a:pt x="1568" y="946"/>
                    <a:pt x="675" y="1367"/>
                  </a:cubicBezTo>
                  <a:lnTo>
                    <a:pt x="372" y="1520"/>
                  </a:lnTo>
                  <a:cubicBezTo>
                    <a:pt x="356" y="1520"/>
                    <a:pt x="356" y="1520"/>
                    <a:pt x="356" y="1536"/>
                  </a:cubicBezTo>
                  <a:lnTo>
                    <a:pt x="336" y="1536"/>
                  </a:lnTo>
                  <a:cubicBezTo>
                    <a:pt x="102" y="1585"/>
                    <a:pt x="1" y="1722"/>
                    <a:pt x="33" y="1989"/>
                  </a:cubicBezTo>
                  <a:lnTo>
                    <a:pt x="33" y="2461"/>
                  </a:lnTo>
                  <a:cubicBezTo>
                    <a:pt x="17" y="2530"/>
                    <a:pt x="17" y="2595"/>
                    <a:pt x="17" y="2663"/>
                  </a:cubicBezTo>
                  <a:lnTo>
                    <a:pt x="17" y="2696"/>
                  </a:lnTo>
                  <a:cubicBezTo>
                    <a:pt x="17" y="2732"/>
                    <a:pt x="17" y="2780"/>
                    <a:pt x="33" y="2817"/>
                  </a:cubicBezTo>
                  <a:lnTo>
                    <a:pt x="53" y="2817"/>
                  </a:lnTo>
                  <a:cubicBezTo>
                    <a:pt x="53" y="2817"/>
                    <a:pt x="69" y="2797"/>
                    <a:pt x="53" y="2797"/>
                  </a:cubicBezTo>
                  <a:cubicBezTo>
                    <a:pt x="33" y="2764"/>
                    <a:pt x="53" y="2732"/>
                    <a:pt x="53" y="2696"/>
                  </a:cubicBezTo>
                  <a:lnTo>
                    <a:pt x="53" y="2663"/>
                  </a:lnTo>
                  <a:lnTo>
                    <a:pt x="53" y="2461"/>
                  </a:lnTo>
                  <a:cubicBezTo>
                    <a:pt x="69" y="2312"/>
                    <a:pt x="69" y="2142"/>
                    <a:pt x="53" y="1989"/>
                  </a:cubicBezTo>
                  <a:cubicBezTo>
                    <a:pt x="33" y="1738"/>
                    <a:pt x="118" y="1605"/>
                    <a:pt x="336" y="1569"/>
                  </a:cubicBezTo>
                  <a:lnTo>
                    <a:pt x="372" y="1536"/>
                  </a:lnTo>
                  <a:lnTo>
                    <a:pt x="691" y="1383"/>
                  </a:lnTo>
                  <a:cubicBezTo>
                    <a:pt x="1584" y="963"/>
                    <a:pt x="2493" y="526"/>
                    <a:pt x="3402" y="106"/>
                  </a:cubicBezTo>
                  <a:cubicBezTo>
                    <a:pt x="3418" y="90"/>
                    <a:pt x="3434" y="90"/>
                    <a:pt x="3451" y="70"/>
                  </a:cubicBezTo>
                  <a:cubicBezTo>
                    <a:pt x="3503" y="38"/>
                    <a:pt x="3552" y="21"/>
                    <a:pt x="3604" y="21"/>
                  </a:cubicBezTo>
                  <a:cubicBezTo>
                    <a:pt x="3636" y="207"/>
                    <a:pt x="3636" y="223"/>
                    <a:pt x="3467" y="292"/>
                  </a:cubicBezTo>
                  <a:cubicBezTo>
                    <a:pt x="3350" y="357"/>
                    <a:pt x="3216" y="409"/>
                    <a:pt x="3083" y="474"/>
                  </a:cubicBezTo>
                  <a:cubicBezTo>
                    <a:pt x="2946" y="542"/>
                    <a:pt x="2796" y="611"/>
                    <a:pt x="2659" y="676"/>
                  </a:cubicBezTo>
                  <a:cubicBezTo>
                    <a:pt x="2542" y="728"/>
                    <a:pt x="2408" y="797"/>
                    <a:pt x="2291" y="862"/>
                  </a:cubicBezTo>
                  <a:cubicBezTo>
                    <a:pt x="2138" y="930"/>
                    <a:pt x="1988" y="1015"/>
                    <a:pt x="1835" y="1080"/>
                  </a:cubicBezTo>
                  <a:cubicBezTo>
                    <a:pt x="1516" y="1233"/>
                    <a:pt x="1196" y="1383"/>
                    <a:pt x="877" y="1520"/>
                  </a:cubicBezTo>
                  <a:cubicBezTo>
                    <a:pt x="691" y="1621"/>
                    <a:pt x="489" y="1706"/>
                    <a:pt x="304" y="1787"/>
                  </a:cubicBezTo>
                  <a:cubicBezTo>
                    <a:pt x="235" y="1823"/>
                    <a:pt x="203" y="1872"/>
                    <a:pt x="203" y="1956"/>
                  </a:cubicBezTo>
                  <a:lnTo>
                    <a:pt x="203" y="2259"/>
                  </a:lnTo>
                  <a:lnTo>
                    <a:pt x="203" y="2514"/>
                  </a:lnTo>
                  <a:lnTo>
                    <a:pt x="203" y="2562"/>
                  </a:lnTo>
                  <a:cubicBezTo>
                    <a:pt x="203" y="2615"/>
                    <a:pt x="203" y="2663"/>
                    <a:pt x="235" y="2716"/>
                  </a:cubicBezTo>
                  <a:lnTo>
                    <a:pt x="255" y="2716"/>
                  </a:lnTo>
                  <a:lnTo>
                    <a:pt x="255" y="2696"/>
                  </a:lnTo>
                  <a:cubicBezTo>
                    <a:pt x="219" y="2663"/>
                    <a:pt x="235" y="2615"/>
                    <a:pt x="235" y="2562"/>
                  </a:cubicBezTo>
                  <a:lnTo>
                    <a:pt x="235" y="2514"/>
                  </a:lnTo>
                  <a:lnTo>
                    <a:pt x="235" y="2259"/>
                  </a:lnTo>
                  <a:lnTo>
                    <a:pt x="235" y="1956"/>
                  </a:lnTo>
                  <a:cubicBezTo>
                    <a:pt x="235" y="1888"/>
                    <a:pt x="255" y="1839"/>
                    <a:pt x="304" y="1823"/>
                  </a:cubicBezTo>
                  <a:cubicBezTo>
                    <a:pt x="506" y="1722"/>
                    <a:pt x="691" y="1637"/>
                    <a:pt x="893" y="1552"/>
                  </a:cubicBezTo>
                  <a:cubicBezTo>
                    <a:pt x="1213" y="1403"/>
                    <a:pt x="1532" y="1249"/>
                    <a:pt x="1851" y="1100"/>
                  </a:cubicBezTo>
                  <a:cubicBezTo>
                    <a:pt x="2004" y="1031"/>
                    <a:pt x="2154" y="946"/>
                    <a:pt x="2307" y="878"/>
                  </a:cubicBezTo>
                  <a:cubicBezTo>
                    <a:pt x="2424" y="813"/>
                    <a:pt x="2542" y="761"/>
                    <a:pt x="2679" y="696"/>
                  </a:cubicBezTo>
                  <a:cubicBezTo>
                    <a:pt x="2812" y="627"/>
                    <a:pt x="2962" y="559"/>
                    <a:pt x="3099" y="494"/>
                  </a:cubicBezTo>
                  <a:cubicBezTo>
                    <a:pt x="3216" y="441"/>
                    <a:pt x="3350" y="373"/>
                    <a:pt x="3487" y="324"/>
                  </a:cubicBezTo>
                  <a:cubicBezTo>
                    <a:pt x="3653" y="240"/>
                    <a:pt x="3669" y="223"/>
                    <a:pt x="3620" y="21"/>
                  </a:cubicBezTo>
                  <a:lnTo>
                    <a:pt x="3620" y="5"/>
                  </a:lnTo>
                  <a:cubicBezTo>
                    <a:pt x="3608" y="2"/>
                    <a:pt x="3595" y="1"/>
                    <a:pt x="3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51024" y="2042714"/>
              <a:ext cx="5364" cy="46583"/>
            </a:xfrm>
            <a:custGeom>
              <a:avLst/>
              <a:gdLst/>
              <a:ahLst/>
              <a:cxnLst/>
              <a:rect l="l" t="t" r="r" b="b"/>
              <a:pathLst>
                <a:path w="54" h="469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66"/>
                    <a:pt x="1" y="320"/>
                    <a:pt x="37" y="453"/>
                  </a:cubicBezTo>
                  <a:lnTo>
                    <a:pt x="37" y="469"/>
                  </a:lnTo>
                  <a:cubicBezTo>
                    <a:pt x="53" y="469"/>
                    <a:pt x="53" y="453"/>
                    <a:pt x="53" y="453"/>
                  </a:cubicBezTo>
                  <a:cubicBezTo>
                    <a:pt x="37" y="320"/>
                    <a:pt x="37" y="166"/>
                    <a:pt x="53" y="17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2006592" y="2873667"/>
              <a:ext cx="5264" cy="48272"/>
            </a:xfrm>
            <a:custGeom>
              <a:avLst/>
              <a:gdLst/>
              <a:ahLst/>
              <a:cxnLst/>
              <a:rect l="l" t="t" r="r" b="b"/>
              <a:pathLst>
                <a:path w="53" h="486" extrusionOk="0">
                  <a:moveTo>
                    <a:pt x="36" y="1"/>
                  </a:moveTo>
                  <a:cubicBezTo>
                    <a:pt x="20" y="81"/>
                    <a:pt x="20" y="166"/>
                    <a:pt x="20" y="235"/>
                  </a:cubicBezTo>
                  <a:cubicBezTo>
                    <a:pt x="20" y="320"/>
                    <a:pt x="20" y="384"/>
                    <a:pt x="0" y="469"/>
                  </a:cubicBezTo>
                  <a:lnTo>
                    <a:pt x="20" y="485"/>
                  </a:lnTo>
                  <a:lnTo>
                    <a:pt x="36" y="469"/>
                  </a:lnTo>
                  <a:cubicBezTo>
                    <a:pt x="53" y="384"/>
                    <a:pt x="53" y="320"/>
                    <a:pt x="53" y="235"/>
                  </a:cubicBezTo>
                  <a:cubicBezTo>
                    <a:pt x="36" y="166"/>
                    <a:pt x="36" y="81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672458" y="1751791"/>
              <a:ext cx="144121" cy="207192"/>
            </a:xfrm>
            <a:custGeom>
              <a:avLst/>
              <a:gdLst/>
              <a:ahLst/>
              <a:cxnLst/>
              <a:rect l="l" t="t" r="r" b="b"/>
              <a:pathLst>
                <a:path w="1451" h="2086" extrusionOk="0">
                  <a:moveTo>
                    <a:pt x="1434" y="1"/>
                  </a:moveTo>
                  <a:cubicBezTo>
                    <a:pt x="1414" y="33"/>
                    <a:pt x="1398" y="33"/>
                    <a:pt x="1366" y="49"/>
                  </a:cubicBezTo>
                  <a:cubicBezTo>
                    <a:pt x="1349" y="49"/>
                    <a:pt x="1333" y="65"/>
                    <a:pt x="1333" y="65"/>
                  </a:cubicBezTo>
                  <a:cubicBezTo>
                    <a:pt x="1131" y="186"/>
                    <a:pt x="909" y="304"/>
                    <a:pt x="707" y="421"/>
                  </a:cubicBezTo>
                  <a:cubicBezTo>
                    <a:pt x="505" y="538"/>
                    <a:pt x="287" y="671"/>
                    <a:pt x="69" y="792"/>
                  </a:cubicBezTo>
                  <a:cubicBezTo>
                    <a:pt x="20" y="809"/>
                    <a:pt x="0" y="825"/>
                    <a:pt x="0" y="893"/>
                  </a:cubicBezTo>
                  <a:lnTo>
                    <a:pt x="0" y="1362"/>
                  </a:lnTo>
                  <a:lnTo>
                    <a:pt x="0" y="2037"/>
                  </a:lnTo>
                  <a:cubicBezTo>
                    <a:pt x="0" y="2053"/>
                    <a:pt x="0" y="2053"/>
                    <a:pt x="20" y="2069"/>
                  </a:cubicBezTo>
                  <a:lnTo>
                    <a:pt x="20" y="2085"/>
                  </a:lnTo>
                  <a:lnTo>
                    <a:pt x="37" y="2085"/>
                  </a:lnTo>
                  <a:cubicBezTo>
                    <a:pt x="53" y="2085"/>
                    <a:pt x="53" y="2069"/>
                    <a:pt x="53" y="2069"/>
                  </a:cubicBezTo>
                  <a:lnTo>
                    <a:pt x="37" y="2053"/>
                  </a:lnTo>
                  <a:lnTo>
                    <a:pt x="20" y="2037"/>
                  </a:lnTo>
                  <a:lnTo>
                    <a:pt x="20" y="1362"/>
                  </a:lnTo>
                  <a:lnTo>
                    <a:pt x="20" y="893"/>
                  </a:lnTo>
                  <a:cubicBezTo>
                    <a:pt x="20" y="841"/>
                    <a:pt x="37" y="841"/>
                    <a:pt x="69" y="825"/>
                  </a:cubicBezTo>
                  <a:lnTo>
                    <a:pt x="85" y="809"/>
                  </a:lnTo>
                  <a:cubicBezTo>
                    <a:pt x="287" y="691"/>
                    <a:pt x="505" y="570"/>
                    <a:pt x="727" y="437"/>
                  </a:cubicBezTo>
                  <a:cubicBezTo>
                    <a:pt x="929" y="320"/>
                    <a:pt x="1131" y="203"/>
                    <a:pt x="1333" y="85"/>
                  </a:cubicBezTo>
                  <a:lnTo>
                    <a:pt x="1382" y="85"/>
                  </a:lnTo>
                  <a:cubicBezTo>
                    <a:pt x="1398" y="65"/>
                    <a:pt x="1434" y="49"/>
                    <a:pt x="1450" y="17"/>
                  </a:cubicBezTo>
                  <a:lnTo>
                    <a:pt x="1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1521886" y="1766690"/>
              <a:ext cx="202325" cy="429779"/>
            </a:xfrm>
            <a:custGeom>
              <a:avLst/>
              <a:gdLst/>
              <a:ahLst/>
              <a:cxnLst/>
              <a:rect l="l" t="t" r="r" b="b"/>
              <a:pathLst>
                <a:path w="2037" h="4327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117"/>
                    <a:pt x="69" y="186"/>
                    <a:pt x="117" y="271"/>
                  </a:cubicBezTo>
                  <a:cubicBezTo>
                    <a:pt x="133" y="287"/>
                    <a:pt x="154" y="303"/>
                    <a:pt x="170" y="339"/>
                  </a:cubicBezTo>
                  <a:cubicBezTo>
                    <a:pt x="319" y="574"/>
                    <a:pt x="473" y="808"/>
                    <a:pt x="622" y="1046"/>
                  </a:cubicBezTo>
                  <a:cubicBezTo>
                    <a:pt x="962" y="1567"/>
                    <a:pt x="1313" y="2121"/>
                    <a:pt x="1648" y="2642"/>
                  </a:cubicBezTo>
                  <a:cubicBezTo>
                    <a:pt x="1685" y="2711"/>
                    <a:pt x="1717" y="2763"/>
                    <a:pt x="1749" y="2812"/>
                  </a:cubicBezTo>
                  <a:cubicBezTo>
                    <a:pt x="1850" y="2929"/>
                    <a:pt x="1935" y="3066"/>
                    <a:pt x="1971" y="3216"/>
                  </a:cubicBezTo>
                  <a:cubicBezTo>
                    <a:pt x="2004" y="3349"/>
                    <a:pt x="1988" y="3486"/>
                    <a:pt x="1988" y="3636"/>
                  </a:cubicBezTo>
                  <a:lnTo>
                    <a:pt x="1988" y="3789"/>
                  </a:lnTo>
                  <a:cubicBezTo>
                    <a:pt x="1971" y="3838"/>
                    <a:pt x="1988" y="3906"/>
                    <a:pt x="1988" y="3955"/>
                  </a:cubicBezTo>
                  <a:cubicBezTo>
                    <a:pt x="1988" y="4076"/>
                    <a:pt x="1988" y="4193"/>
                    <a:pt x="1971" y="4310"/>
                  </a:cubicBezTo>
                  <a:lnTo>
                    <a:pt x="1971" y="4327"/>
                  </a:lnTo>
                  <a:lnTo>
                    <a:pt x="1988" y="4327"/>
                  </a:lnTo>
                  <a:lnTo>
                    <a:pt x="1988" y="4310"/>
                  </a:lnTo>
                  <a:cubicBezTo>
                    <a:pt x="2020" y="4193"/>
                    <a:pt x="2004" y="4076"/>
                    <a:pt x="2004" y="3955"/>
                  </a:cubicBezTo>
                  <a:lnTo>
                    <a:pt x="2004" y="3789"/>
                  </a:lnTo>
                  <a:cubicBezTo>
                    <a:pt x="2004" y="3737"/>
                    <a:pt x="2004" y="3688"/>
                    <a:pt x="2020" y="3636"/>
                  </a:cubicBezTo>
                  <a:cubicBezTo>
                    <a:pt x="2020" y="3486"/>
                    <a:pt x="2036" y="3349"/>
                    <a:pt x="2004" y="3200"/>
                  </a:cubicBezTo>
                  <a:cubicBezTo>
                    <a:pt x="1971" y="3046"/>
                    <a:pt x="1870" y="2929"/>
                    <a:pt x="1769" y="2796"/>
                  </a:cubicBezTo>
                  <a:cubicBezTo>
                    <a:pt x="1733" y="2743"/>
                    <a:pt x="1701" y="2695"/>
                    <a:pt x="1669" y="2642"/>
                  </a:cubicBezTo>
                  <a:cubicBezTo>
                    <a:pt x="1329" y="2105"/>
                    <a:pt x="978" y="1567"/>
                    <a:pt x="659" y="1046"/>
                  </a:cubicBezTo>
                  <a:cubicBezTo>
                    <a:pt x="505" y="792"/>
                    <a:pt x="356" y="558"/>
                    <a:pt x="202" y="319"/>
                  </a:cubicBezTo>
                  <a:cubicBezTo>
                    <a:pt x="186" y="303"/>
                    <a:pt x="154" y="271"/>
                    <a:pt x="133" y="255"/>
                  </a:cubicBezTo>
                  <a:cubicBezTo>
                    <a:pt x="85" y="170"/>
                    <a:pt x="32" y="117"/>
                    <a:pt x="32" y="16"/>
                  </a:cubicBez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1411536" y="2376943"/>
              <a:ext cx="90386" cy="195869"/>
            </a:xfrm>
            <a:custGeom>
              <a:avLst/>
              <a:gdLst/>
              <a:ahLst/>
              <a:cxnLst/>
              <a:rect l="l" t="t" r="r" b="b"/>
              <a:pathLst>
                <a:path w="910" h="1972" extrusionOk="0">
                  <a:moveTo>
                    <a:pt x="33" y="0"/>
                  </a:moveTo>
                  <a:cubicBezTo>
                    <a:pt x="0" y="33"/>
                    <a:pt x="0" y="85"/>
                    <a:pt x="0" y="118"/>
                  </a:cubicBezTo>
                  <a:lnTo>
                    <a:pt x="0" y="154"/>
                  </a:lnTo>
                  <a:lnTo>
                    <a:pt x="0" y="675"/>
                  </a:lnTo>
                  <a:cubicBezTo>
                    <a:pt x="0" y="792"/>
                    <a:pt x="0" y="893"/>
                    <a:pt x="134" y="994"/>
                  </a:cubicBezTo>
                  <a:cubicBezTo>
                    <a:pt x="218" y="1043"/>
                    <a:pt x="271" y="1127"/>
                    <a:pt x="336" y="1212"/>
                  </a:cubicBezTo>
                  <a:cubicBezTo>
                    <a:pt x="372" y="1265"/>
                    <a:pt x="404" y="1313"/>
                    <a:pt x="457" y="1346"/>
                  </a:cubicBezTo>
                  <a:cubicBezTo>
                    <a:pt x="505" y="1414"/>
                    <a:pt x="558" y="1483"/>
                    <a:pt x="590" y="1548"/>
                  </a:cubicBezTo>
                  <a:cubicBezTo>
                    <a:pt x="659" y="1632"/>
                    <a:pt x="739" y="1733"/>
                    <a:pt x="824" y="1818"/>
                  </a:cubicBezTo>
                  <a:cubicBezTo>
                    <a:pt x="840" y="1834"/>
                    <a:pt x="861" y="1871"/>
                    <a:pt x="861" y="1903"/>
                  </a:cubicBezTo>
                  <a:cubicBezTo>
                    <a:pt x="861" y="1919"/>
                    <a:pt x="877" y="1935"/>
                    <a:pt x="877" y="1952"/>
                  </a:cubicBezTo>
                  <a:lnTo>
                    <a:pt x="893" y="1972"/>
                  </a:lnTo>
                  <a:lnTo>
                    <a:pt x="909" y="1952"/>
                  </a:lnTo>
                  <a:cubicBezTo>
                    <a:pt x="893" y="1935"/>
                    <a:pt x="893" y="1919"/>
                    <a:pt x="893" y="1903"/>
                  </a:cubicBezTo>
                  <a:cubicBezTo>
                    <a:pt x="877" y="1871"/>
                    <a:pt x="877" y="1818"/>
                    <a:pt x="840" y="1802"/>
                  </a:cubicBezTo>
                  <a:cubicBezTo>
                    <a:pt x="760" y="1717"/>
                    <a:pt x="691" y="1616"/>
                    <a:pt x="622" y="1531"/>
                  </a:cubicBezTo>
                  <a:cubicBezTo>
                    <a:pt x="574" y="1467"/>
                    <a:pt x="521" y="1398"/>
                    <a:pt x="473" y="1329"/>
                  </a:cubicBezTo>
                  <a:cubicBezTo>
                    <a:pt x="420" y="1297"/>
                    <a:pt x="388" y="1245"/>
                    <a:pt x="356" y="1196"/>
                  </a:cubicBezTo>
                  <a:cubicBezTo>
                    <a:pt x="287" y="1111"/>
                    <a:pt x="235" y="1027"/>
                    <a:pt x="154" y="962"/>
                  </a:cubicBezTo>
                  <a:cubicBezTo>
                    <a:pt x="16" y="893"/>
                    <a:pt x="16" y="792"/>
                    <a:pt x="16" y="675"/>
                  </a:cubicBezTo>
                  <a:lnTo>
                    <a:pt x="16" y="154"/>
                  </a:lnTo>
                  <a:lnTo>
                    <a:pt x="16" y="118"/>
                  </a:lnTo>
                  <a:cubicBezTo>
                    <a:pt x="16" y="85"/>
                    <a:pt x="16" y="53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1334459" y="3102412"/>
              <a:ext cx="5364" cy="97140"/>
            </a:xfrm>
            <a:custGeom>
              <a:avLst/>
              <a:gdLst/>
              <a:ahLst/>
              <a:cxnLst/>
              <a:rect l="l" t="t" r="r" b="b"/>
              <a:pathLst>
                <a:path w="54" h="978" extrusionOk="0">
                  <a:moveTo>
                    <a:pt x="37" y="0"/>
                  </a:moveTo>
                  <a:cubicBezTo>
                    <a:pt x="21" y="0"/>
                    <a:pt x="21" y="0"/>
                    <a:pt x="21" y="20"/>
                  </a:cubicBezTo>
                  <a:lnTo>
                    <a:pt x="21" y="222"/>
                  </a:lnTo>
                  <a:cubicBezTo>
                    <a:pt x="1" y="424"/>
                    <a:pt x="1" y="626"/>
                    <a:pt x="1" y="828"/>
                  </a:cubicBezTo>
                  <a:lnTo>
                    <a:pt x="1" y="844"/>
                  </a:lnTo>
                  <a:cubicBezTo>
                    <a:pt x="1" y="893"/>
                    <a:pt x="1" y="929"/>
                    <a:pt x="21" y="962"/>
                  </a:cubicBezTo>
                  <a:lnTo>
                    <a:pt x="37" y="978"/>
                  </a:lnTo>
                  <a:cubicBezTo>
                    <a:pt x="37" y="962"/>
                    <a:pt x="53" y="962"/>
                    <a:pt x="37" y="962"/>
                  </a:cubicBezTo>
                  <a:cubicBezTo>
                    <a:pt x="21" y="929"/>
                    <a:pt x="37" y="893"/>
                    <a:pt x="37" y="861"/>
                  </a:cubicBezTo>
                  <a:lnTo>
                    <a:pt x="37" y="828"/>
                  </a:lnTo>
                  <a:lnTo>
                    <a:pt x="37" y="222"/>
                  </a:lnTo>
                  <a:lnTo>
                    <a:pt x="37" y="2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2083569" y="3192699"/>
              <a:ext cx="103596" cy="158920"/>
            </a:xfrm>
            <a:custGeom>
              <a:avLst/>
              <a:gdLst/>
              <a:ahLst/>
              <a:cxnLst/>
              <a:rect l="l" t="t" r="r" b="b"/>
              <a:pathLst>
                <a:path w="1043" h="1600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17" y="154"/>
                    <a:pt x="69" y="202"/>
                  </a:cubicBezTo>
                  <a:cubicBezTo>
                    <a:pt x="118" y="255"/>
                    <a:pt x="170" y="303"/>
                    <a:pt x="203" y="356"/>
                  </a:cubicBezTo>
                  <a:cubicBezTo>
                    <a:pt x="287" y="457"/>
                    <a:pt x="356" y="541"/>
                    <a:pt x="421" y="642"/>
                  </a:cubicBezTo>
                  <a:cubicBezTo>
                    <a:pt x="574" y="844"/>
                    <a:pt x="740" y="1046"/>
                    <a:pt x="893" y="1232"/>
                  </a:cubicBezTo>
                  <a:cubicBezTo>
                    <a:pt x="994" y="1349"/>
                    <a:pt x="1027" y="1450"/>
                    <a:pt x="978" y="1584"/>
                  </a:cubicBezTo>
                  <a:lnTo>
                    <a:pt x="978" y="1600"/>
                  </a:lnTo>
                  <a:lnTo>
                    <a:pt x="994" y="1600"/>
                  </a:lnTo>
                  <a:cubicBezTo>
                    <a:pt x="1043" y="1450"/>
                    <a:pt x="1027" y="1349"/>
                    <a:pt x="926" y="1212"/>
                  </a:cubicBezTo>
                  <a:cubicBezTo>
                    <a:pt x="760" y="1030"/>
                    <a:pt x="590" y="828"/>
                    <a:pt x="437" y="626"/>
                  </a:cubicBezTo>
                  <a:cubicBezTo>
                    <a:pt x="372" y="525"/>
                    <a:pt x="304" y="440"/>
                    <a:pt x="219" y="339"/>
                  </a:cubicBezTo>
                  <a:cubicBezTo>
                    <a:pt x="186" y="287"/>
                    <a:pt x="134" y="238"/>
                    <a:pt x="85" y="186"/>
                  </a:cubicBezTo>
                  <a:cubicBezTo>
                    <a:pt x="33" y="154"/>
                    <a:pt x="17" y="85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1923059" y="3323013"/>
              <a:ext cx="147398" cy="229242"/>
            </a:xfrm>
            <a:custGeom>
              <a:avLst/>
              <a:gdLst/>
              <a:ahLst/>
              <a:cxnLst/>
              <a:rect l="l" t="t" r="r" b="b"/>
              <a:pathLst>
                <a:path w="1484" h="2308" extrusionOk="0">
                  <a:moveTo>
                    <a:pt x="53" y="1"/>
                  </a:moveTo>
                  <a:lnTo>
                    <a:pt x="33" y="21"/>
                  </a:lnTo>
                  <a:cubicBezTo>
                    <a:pt x="17" y="102"/>
                    <a:pt x="17" y="187"/>
                    <a:pt x="17" y="272"/>
                  </a:cubicBezTo>
                  <a:cubicBezTo>
                    <a:pt x="17" y="340"/>
                    <a:pt x="33" y="405"/>
                    <a:pt x="17" y="474"/>
                  </a:cubicBezTo>
                  <a:cubicBezTo>
                    <a:pt x="1" y="607"/>
                    <a:pt x="53" y="708"/>
                    <a:pt x="154" y="829"/>
                  </a:cubicBezTo>
                  <a:cubicBezTo>
                    <a:pt x="457" y="1148"/>
                    <a:pt x="740" y="1467"/>
                    <a:pt x="1063" y="1819"/>
                  </a:cubicBezTo>
                  <a:cubicBezTo>
                    <a:pt x="1096" y="1855"/>
                    <a:pt x="1144" y="1888"/>
                    <a:pt x="1180" y="1940"/>
                  </a:cubicBezTo>
                  <a:cubicBezTo>
                    <a:pt x="1245" y="2005"/>
                    <a:pt x="1314" y="2073"/>
                    <a:pt x="1366" y="2158"/>
                  </a:cubicBezTo>
                  <a:cubicBezTo>
                    <a:pt x="1415" y="2207"/>
                    <a:pt x="1431" y="2259"/>
                    <a:pt x="1447" y="2291"/>
                  </a:cubicBezTo>
                  <a:lnTo>
                    <a:pt x="1467" y="2308"/>
                  </a:lnTo>
                  <a:cubicBezTo>
                    <a:pt x="1483" y="2308"/>
                    <a:pt x="1483" y="2291"/>
                    <a:pt x="1483" y="2291"/>
                  </a:cubicBezTo>
                  <a:cubicBezTo>
                    <a:pt x="1467" y="2243"/>
                    <a:pt x="1431" y="2190"/>
                    <a:pt x="1382" y="2142"/>
                  </a:cubicBezTo>
                  <a:cubicBezTo>
                    <a:pt x="1330" y="2057"/>
                    <a:pt x="1265" y="1989"/>
                    <a:pt x="1197" y="1920"/>
                  </a:cubicBezTo>
                  <a:cubicBezTo>
                    <a:pt x="1164" y="1871"/>
                    <a:pt x="1112" y="1839"/>
                    <a:pt x="1079" y="1803"/>
                  </a:cubicBezTo>
                  <a:cubicBezTo>
                    <a:pt x="776" y="1451"/>
                    <a:pt x="473" y="1132"/>
                    <a:pt x="187" y="809"/>
                  </a:cubicBezTo>
                  <a:cubicBezTo>
                    <a:pt x="69" y="692"/>
                    <a:pt x="33" y="591"/>
                    <a:pt x="53" y="474"/>
                  </a:cubicBezTo>
                  <a:lnTo>
                    <a:pt x="53" y="272"/>
                  </a:lnTo>
                  <a:cubicBezTo>
                    <a:pt x="53" y="187"/>
                    <a:pt x="53" y="102"/>
                    <a:pt x="69" y="21"/>
                  </a:cubicBezTo>
                  <a:cubicBezTo>
                    <a:pt x="69" y="21"/>
                    <a:pt x="53" y="2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1132234" y="3172635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17" y="0"/>
                  </a:moveTo>
                  <a:cubicBezTo>
                    <a:pt x="1" y="36"/>
                    <a:pt x="17" y="53"/>
                    <a:pt x="17" y="69"/>
                  </a:cubicBezTo>
                  <a:cubicBezTo>
                    <a:pt x="37" y="69"/>
                    <a:pt x="37" y="85"/>
                    <a:pt x="37" y="101"/>
                  </a:cubicBezTo>
                  <a:lnTo>
                    <a:pt x="37" y="271"/>
                  </a:lnTo>
                  <a:cubicBezTo>
                    <a:pt x="17" y="489"/>
                    <a:pt x="17" y="727"/>
                    <a:pt x="37" y="945"/>
                  </a:cubicBezTo>
                  <a:lnTo>
                    <a:pt x="53" y="962"/>
                  </a:lnTo>
                  <a:cubicBezTo>
                    <a:pt x="69" y="962"/>
                    <a:pt x="69" y="945"/>
                    <a:pt x="69" y="945"/>
                  </a:cubicBezTo>
                  <a:cubicBezTo>
                    <a:pt x="53" y="707"/>
                    <a:pt x="53" y="489"/>
                    <a:pt x="53" y="271"/>
                  </a:cubicBezTo>
                  <a:lnTo>
                    <a:pt x="53" y="101"/>
                  </a:lnTo>
                  <a:lnTo>
                    <a:pt x="53" y="53"/>
                  </a:lnTo>
                  <a:cubicBezTo>
                    <a:pt x="37" y="36"/>
                    <a:pt x="37" y="20"/>
                    <a:pt x="37" y="2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1734143" y="3706209"/>
              <a:ext cx="21752" cy="28208"/>
            </a:xfrm>
            <a:custGeom>
              <a:avLst/>
              <a:gdLst/>
              <a:ahLst/>
              <a:cxnLst/>
              <a:rect l="l" t="t" r="r" b="b"/>
              <a:pathLst>
                <a:path w="219" h="284" extrusionOk="0">
                  <a:moveTo>
                    <a:pt x="53" y="1"/>
                  </a:moveTo>
                  <a:lnTo>
                    <a:pt x="36" y="17"/>
                  </a:lnTo>
                  <a:cubicBezTo>
                    <a:pt x="0" y="102"/>
                    <a:pt x="16" y="183"/>
                    <a:pt x="53" y="267"/>
                  </a:cubicBezTo>
                  <a:lnTo>
                    <a:pt x="69" y="284"/>
                  </a:lnTo>
                  <a:lnTo>
                    <a:pt x="202" y="284"/>
                  </a:lnTo>
                  <a:cubicBezTo>
                    <a:pt x="218" y="284"/>
                    <a:pt x="218" y="284"/>
                    <a:pt x="218" y="267"/>
                  </a:cubicBezTo>
                  <a:cubicBezTo>
                    <a:pt x="218" y="267"/>
                    <a:pt x="218" y="251"/>
                    <a:pt x="202" y="251"/>
                  </a:cubicBezTo>
                  <a:lnTo>
                    <a:pt x="69" y="251"/>
                  </a:lnTo>
                  <a:cubicBezTo>
                    <a:pt x="53" y="183"/>
                    <a:pt x="36" y="102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1520197" y="3343077"/>
              <a:ext cx="182261" cy="266191"/>
            </a:xfrm>
            <a:custGeom>
              <a:avLst/>
              <a:gdLst/>
              <a:ahLst/>
              <a:cxnLst/>
              <a:rect l="l" t="t" r="r" b="b"/>
              <a:pathLst>
                <a:path w="1835" h="2680" extrusionOk="0">
                  <a:moveTo>
                    <a:pt x="33" y="1"/>
                  </a:moveTo>
                  <a:cubicBezTo>
                    <a:pt x="17" y="122"/>
                    <a:pt x="1" y="223"/>
                    <a:pt x="134" y="288"/>
                  </a:cubicBezTo>
                  <a:cubicBezTo>
                    <a:pt x="203" y="340"/>
                    <a:pt x="272" y="405"/>
                    <a:pt x="320" y="457"/>
                  </a:cubicBezTo>
                  <a:cubicBezTo>
                    <a:pt x="352" y="490"/>
                    <a:pt x="389" y="526"/>
                    <a:pt x="405" y="542"/>
                  </a:cubicBezTo>
                  <a:lnTo>
                    <a:pt x="692" y="829"/>
                  </a:lnTo>
                  <a:cubicBezTo>
                    <a:pt x="1027" y="1148"/>
                    <a:pt x="1383" y="1484"/>
                    <a:pt x="1734" y="1819"/>
                  </a:cubicBezTo>
                  <a:cubicBezTo>
                    <a:pt x="1766" y="1839"/>
                    <a:pt x="1803" y="1871"/>
                    <a:pt x="1786" y="1904"/>
                  </a:cubicBezTo>
                  <a:cubicBezTo>
                    <a:pt x="1786" y="1988"/>
                    <a:pt x="1786" y="2073"/>
                    <a:pt x="1803" y="2174"/>
                  </a:cubicBezTo>
                  <a:cubicBezTo>
                    <a:pt x="1803" y="2324"/>
                    <a:pt x="1803" y="2510"/>
                    <a:pt x="1786" y="2663"/>
                  </a:cubicBezTo>
                  <a:lnTo>
                    <a:pt x="1786" y="2679"/>
                  </a:lnTo>
                  <a:lnTo>
                    <a:pt x="1803" y="2679"/>
                  </a:lnTo>
                  <a:cubicBezTo>
                    <a:pt x="1835" y="2510"/>
                    <a:pt x="1819" y="2324"/>
                    <a:pt x="1819" y="2174"/>
                  </a:cubicBezTo>
                  <a:lnTo>
                    <a:pt x="1819" y="1904"/>
                  </a:lnTo>
                  <a:cubicBezTo>
                    <a:pt x="1819" y="1855"/>
                    <a:pt x="1786" y="1839"/>
                    <a:pt x="1750" y="1803"/>
                  </a:cubicBezTo>
                  <a:lnTo>
                    <a:pt x="1750" y="1787"/>
                  </a:lnTo>
                  <a:cubicBezTo>
                    <a:pt x="1399" y="1467"/>
                    <a:pt x="1059" y="1132"/>
                    <a:pt x="708" y="809"/>
                  </a:cubicBezTo>
                  <a:lnTo>
                    <a:pt x="421" y="526"/>
                  </a:lnTo>
                  <a:cubicBezTo>
                    <a:pt x="405" y="506"/>
                    <a:pt x="373" y="474"/>
                    <a:pt x="352" y="441"/>
                  </a:cubicBezTo>
                  <a:cubicBezTo>
                    <a:pt x="288" y="389"/>
                    <a:pt x="219" y="324"/>
                    <a:pt x="150" y="272"/>
                  </a:cubicBezTo>
                  <a:cubicBezTo>
                    <a:pt x="33" y="203"/>
                    <a:pt x="33" y="122"/>
                    <a:pt x="70" y="21"/>
                  </a:cubicBezTo>
                  <a:cubicBezTo>
                    <a:pt x="70" y="1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1413125" y="3610758"/>
              <a:ext cx="60290" cy="123660"/>
            </a:xfrm>
            <a:custGeom>
              <a:avLst/>
              <a:gdLst/>
              <a:ahLst/>
              <a:cxnLst/>
              <a:rect l="l" t="t" r="r" b="b"/>
              <a:pathLst>
                <a:path w="607" h="1245" extrusionOk="0">
                  <a:moveTo>
                    <a:pt x="17" y="0"/>
                  </a:moveTo>
                  <a:cubicBezTo>
                    <a:pt x="0" y="0"/>
                    <a:pt x="0" y="0"/>
                    <a:pt x="0" y="17"/>
                  </a:cubicBezTo>
                  <a:lnTo>
                    <a:pt x="0" y="33"/>
                  </a:lnTo>
                  <a:cubicBezTo>
                    <a:pt x="101" y="69"/>
                    <a:pt x="186" y="134"/>
                    <a:pt x="271" y="202"/>
                  </a:cubicBezTo>
                  <a:cubicBezTo>
                    <a:pt x="320" y="255"/>
                    <a:pt x="372" y="303"/>
                    <a:pt x="441" y="336"/>
                  </a:cubicBezTo>
                  <a:cubicBezTo>
                    <a:pt x="542" y="404"/>
                    <a:pt x="590" y="505"/>
                    <a:pt x="574" y="659"/>
                  </a:cubicBezTo>
                  <a:lnTo>
                    <a:pt x="574" y="909"/>
                  </a:lnTo>
                  <a:cubicBezTo>
                    <a:pt x="574" y="1010"/>
                    <a:pt x="574" y="1127"/>
                    <a:pt x="558" y="1228"/>
                  </a:cubicBezTo>
                  <a:cubicBezTo>
                    <a:pt x="558" y="1245"/>
                    <a:pt x="574" y="1245"/>
                    <a:pt x="574" y="1245"/>
                  </a:cubicBezTo>
                  <a:cubicBezTo>
                    <a:pt x="574" y="1245"/>
                    <a:pt x="590" y="1245"/>
                    <a:pt x="590" y="1228"/>
                  </a:cubicBezTo>
                  <a:cubicBezTo>
                    <a:pt x="606" y="1127"/>
                    <a:pt x="606" y="1010"/>
                    <a:pt x="606" y="909"/>
                  </a:cubicBezTo>
                  <a:cubicBezTo>
                    <a:pt x="606" y="825"/>
                    <a:pt x="590" y="740"/>
                    <a:pt x="606" y="675"/>
                  </a:cubicBezTo>
                  <a:cubicBezTo>
                    <a:pt x="606" y="505"/>
                    <a:pt x="574" y="388"/>
                    <a:pt x="441" y="320"/>
                  </a:cubicBezTo>
                  <a:cubicBezTo>
                    <a:pt x="388" y="287"/>
                    <a:pt x="340" y="235"/>
                    <a:pt x="287" y="186"/>
                  </a:cubicBezTo>
                  <a:cubicBezTo>
                    <a:pt x="202" y="118"/>
                    <a:pt x="118" y="33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06130" y="2031093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0"/>
                  </a:moveTo>
                  <a:cubicBezTo>
                    <a:pt x="17" y="101"/>
                    <a:pt x="0" y="218"/>
                    <a:pt x="0" y="303"/>
                  </a:cubicBezTo>
                  <a:cubicBezTo>
                    <a:pt x="0" y="469"/>
                    <a:pt x="0" y="655"/>
                    <a:pt x="17" y="824"/>
                  </a:cubicBezTo>
                  <a:lnTo>
                    <a:pt x="49" y="824"/>
                  </a:lnTo>
                  <a:cubicBezTo>
                    <a:pt x="33" y="655"/>
                    <a:pt x="33" y="469"/>
                    <a:pt x="33" y="319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1923059" y="3281297"/>
              <a:ext cx="147398" cy="259338"/>
            </a:xfrm>
            <a:custGeom>
              <a:avLst/>
              <a:gdLst/>
              <a:ahLst/>
              <a:cxnLst/>
              <a:rect l="l" t="t" r="r" b="b"/>
              <a:pathLst>
                <a:path w="1484" h="2611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8"/>
                    <a:pt x="86" y="203"/>
                    <a:pt x="170" y="272"/>
                  </a:cubicBezTo>
                  <a:cubicBezTo>
                    <a:pt x="203" y="288"/>
                    <a:pt x="235" y="320"/>
                    <a:pt x="255" y="356"/>
                  </a:cubicBezTo>
                  <a:lnTo>
                    <a:pt x="304" y="421"/>
                  </a:lnTo>
                  <a:cubicBezTo>
                    <a:pt x="607" y="776"/>
                    <a:pt x="910" y="1164"/>
                    <a:pt x="1245" y="1500"/>
                  </a:cubicBezTo>
                  <a:cubicBezTo>
                    <a:pt x="1399" y="1653"/>
                    <a:pt x="1467" y="1819"/>
                    <a:pt x="1447" y="2057"/>
                  </a:cubicBezTo>
                  <a:cubicBezTo>
                    <a:pt x="1431" y="2122"/>
                    <a:pt x="1431" y="2190"/>
                    <a:pt x="1447" y="2259"/>
                  </a:cubicBezTo>
                  <a:cubicBezTo>
                    <a:pt x="1447" y="2376"/>
                    <a:pt x="1447" y="2477"/>
                    <a:pt x="1415" y="2594"/>
                  </a:cubicBezTo>
                  <a:lnTo>
                    <a:pt x="1415" y="2610"/>
                  </a:lnTo>
                  <a:lnTo>
                    <a:pt x="1431" y="2610"/>
                  </a:lnTo>
                  <a:lnTo>
                    <a:pt x="1431" y="2594"/>
                  </a:lnTo>
                  <a:cubicBezTo>
                    <a:pt x="1483" y="2493"/>
                    <a:pt x="1467" y="2376"/>
                    <a:pt x="1467" y="2259"/>
                  </a:cubicBezTo>
                  <a:lnTo>
                    <a:pt x="1467" y="2073"/>
                  </a:lnTo>
                  <a:cubicBezTo>
                    <a:pt x="1483" y="1819"/>
                    <a:pt x="1431" y="1653"/>
                    <a:pt x="1265" y="1483"/>
                  </a:cubicBezTo>
                  <a:cubicBezTo>
                    <a:pt x="942" y="1148"/>
                    <a:pt x="623" y="760"/>
                    <a:pt x="336" y="405"/>
                  </a:cubicBezTo>
                  <a:lnTo>
                    <a:pt x="271" y="340"/>
                  </a:lnTo>
                  <a:cubicBezTo>
                    <a:pt x="255" y="304"/>
                    <a:pt x="219" y="272"/>
                    <a:pt x="187" y="255"/>
                  </a:cubicBezTo>
                  <a:cubicBezTo>
                    <a:pt x="118" y="187"/>
                    <a:pt x="33" y="118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575716" y="2096052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1"/>
                  </a:moveTo>
                  <a:cubicBezTo>
                    <a:pt x="17" y="1"/>
                    <a:pt x="1" y="1"/>
                    <a:pt x="17" y="17"/>
                  </a:cubicBezTo>
                  <a:cubicBezTo>
                    <a:pt x="33" y="170"/>
                    <a:pt x="33" y="304"/>
                    <a:pt x="17" y="457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65" y="893"/>
                    <a:pt x="65" y="877"/>
                    <a:pt x="65" y="877"/>
                  </a:cubicBezTo>
                  <a:cubicBezTo>
                    <a:pt x="49" y="841"/>
                    <a:pt x="49" y="809"/>
                    <a:pt x="49" y="776"/>
                  </a:cubicBezTo>
                  <a:lnTo>
                    <a:pt x="49" y="724"/>
                  </a:lnTo>
                  <a:lnTo>
                    <a:pt x="49" y="457"/>
                  </a:ln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2080390" y="3346752"/>
              <a:ext cx="106774" cy="193882"/>
            </a:xfrm>
            <a:custGeom>
              <a:avLst/>
              <a:gdLst/>
              <a:ahLst/>
              <a:cxnLst/>
              <a:rect l="l" t="t" r="r" b="b"/>
              <a:pathLst>
                <a:path w="1075" h="1952" extrusionOk="0">
                  <a:moveTo>
                    <a:pt x="85" y="0"/>
                  </a:moveTo>
                  <a:cubicBezTo>
                    <a:pt x="65" y="0"/>
                    <a:pt x="65" y="0"/>
                    <a:pt x="65" y="16"/>
                  </a:cubicBezTo>
                  <a:cubicBezTo>
                    <a:pt x="49" y="16"/>
                    <a:pt x="49" y="16"/>
                    <a:pt x="49" y="33"/>
                  </a:cubicBezTo>
                  <a:cubicBezTo>
                    <a:pt x="49" y="49"/>
                    <a:pt x="33" y="65"/>
                    <a:pt x="33" y="85"/>
                  </a:cubicBezTo>
                  <a:cubicBezTo>
                    <a:pt x="0" y="186"/>
                    <a:pt x="65" y="251"/>
                    <a:pt x="134" y="319"/>
                  </a:cubicBezTo>
                  <a:cubicBezTo>
                    <a:pt x="150" y="336"/>
                    <a:pt x="166" y="336"/>
                    <a:pt x="166" y="352"/>
                  </a:cubicBezTo>
                  <a:cubicBezTo>
                    <a:pt x="287" y="489"/>
                    <a:pt x="388" y="622"/>
                    <a:pt x="489" y="756"/>
                  </a:cubicBezTo>
                  <a:cubicBezTo>
                    <a:pt x="655" y="942"/>
                    <a:pt x="808" y="1160"/>
                    <a:pt x="994" y="1329"/>
                  </a:cubicBezTo>
                  <a:cubicBezTo>
                    <a:pt x="1010" y="1362"/>
                    <a:pt x="1026" y="1378"/>
                    <a:pt x="1026" y="1398"/>
                  </a:cubicBezTo>
                  <a:lnTo>
                    <a:pt x="1026" y="1580"/>
                  </a:lnTo>
                  <a:cubicBezTo>
                    <a:pt x="1043" y="1701"/>
                    <a:pt x="1043" y="1834"/>
                    <a:pt x="1010" y="1935"/>
                  </a:cubicBezTo>
                  <a:lnTo>
                    <a:pt x="1010" y="1951"/>
                  </a:lnTo>
                  <a:lnTo>
                    <a:pt x="1026" y="1951"/>
                  </a:lnTo>
                  <a:cubicBezTo>
                    <a:pt x="1075" y="1834"/>
                    <a:pt x="1059" y="1701"/>
                    <a:pt x="1059" y="1580"/>
                  </a:cubicBezTo>
                  <a:lnTo>
                    <a:pt x="1059" y="1398"/>
                  </a:lnTo>
                  <a:cubicBezTo>
                    <a:pt x="1059" y="1362"/>
                    <a:pt x="1026" y="1329"/>
                    <a:pt x="1010" y="1313"/>
                  </a:cubicBezTo>
                  <a:cubicBezTo>
                    <a:pt x="824" y="1144"/>
                    <a:pt x="671" y="925"/>
                    <a:pt x="521" y="740"/>
                  </a:cubicBezTo>
                  <a:cubicBezTo>
                    <a:pt x="404" y="606"/>
                    <a:pt x="303" y="469"/>
                    <a:pt x="186" y="336"/>
                  </a:cubicBezTo>
                  <a:cubicBezTo>
                    <a:pt x="186" y="319"/>
                    <a:pt x="166" y="303"/>
                    <a:pt x="150" y="303"/>
                  </a:cubicBezTo>
                  <a:cubicBezTo>
                    <a:pt x="85" y="235"/>
                    <a:pt x="33" y="186"/>
                    <a:pt x="65" y="85"/>
                  </a:cubicBezTo>
                  <a:cubicBezTo>
                    <a:pt x="65" y="65"/>
                    <a:pt x="65" y="49"/>
                    <a:pt x="85" y="33"/>
                  </a:cubicBezTo>
                  <a:lnTo>
                    <a:pt x="85" y="16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1284300" y="3470312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cubicBezTo>
                    <a:pt x="21" y="154"/>
                    <a:pt x="21" y="304"/>
                    <a:pt x="21" y="457"/>
                  </a:cubicBezTo>
                  <a:lnTo>
                    <a:pt x="21" y="724"/>
                  </a:lnTo>
                  <a:lnTo>
                    <a:pt x="21" y="792"/>
                  </a:lnTo>
                  <a:cubicBezTo>
                    <a:pt x="21" y="861"/>
                    <a:pt x="21" y="909"/>
                    <a:pt x="37" y="962"/>
                  </a:cubicBezTo>
                  <a:lnTo>
                    <a:pt x="53" y="978"/>
                  </a:lnTo>
                  <a:cubicBezTo>
                    <a:pt x="53" y="962"/>
                    <a:pt x="69" y="962"/>
                    <a:pt x="53" y="962"/>
                  </a:cubicBezTo>
                  <a:cubicBezTo>
                    <a:pt x="37" y="909"/>
                    <a:pt x="53" y="861"/>
                    <a:pt x="53" y="808"/>
                  </a:cubicBezTo>
                  <a:lnTo>
                    <a:pt x="53" y="724"/>
                  </a:lnTo>
                  <a:lnTo>
                    <a:pt x="53" y="457"/>
                  </a:lnTo>
                  <a:cubicBezTo>
                    <a:pt x="53" y="304"/>
                    <a:pt x="53" y="154"/>
                    <a:pt x="37" y="17"/>
                  </a:cubicBez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1993282" y="3543713"/>
              <a:ext cx="5364" cy="45491"/>
            </a:xfrm>
            <a:custGeom>
              <a:avLst/>
              <a:gdLst/>
              <a:ahLst/>
              <a:cxnLst/>
              <a:rect l="l" t="t" r="r" b="b"/>
              <a:pathLst>
                <a:path w="54" h="458" extrusionOk="0">
                  <a:moveTo>
                    <a:pt x="33" y="1"/>
                  </a:moveTo>
                  <a:cubicBezTo>
                    <a:pt x="17" y="1"/>
                    <a:pt x="17" y="1"/>
                    <a:pt x="17" y="21"/>
                  </a:cubicBezTo>
                  <a:lnTo>
                    <a:pt x="17" y="187"/>
                  </a:lnTo>
                  <a:cubicBezTo>
                    <a:pt x="17" y="271"/>
                    <a:pt x="17" y="356"/>
                    <a:pt x="1" y="441"/>
                  </a:cubicBezTo>
                  <a:cubicBezTo>
                    <a:pt x="1" y="457"/>
                    <a:pt x="1" y="457"/>
                    <a:pt x="17" y="457"/>
                  </a:cubicBezTo>
                  <a:lnTo>
                    <a:pt x="33" y="457"/>
                  </a:lnTo>
                  <a:cubicBezTo>
                    <a:pt x="53" y="356"/>
                    <a:pt x="53" y="271"/>
                    <a:pt x="53" y="170"/>
                  </a:cubicBezTo>
                  <a:cubicBezTo>
                    <a:pt x="33" y="122"/>
                    <a:pt x="33" y="69"/>
                    <a:pt x="53" y="21"/>
                  </a:cubicBezTo>
                  <a:cubicBezTo>
                    <a:pt x="53" y="1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985431" y="1870584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219"/>
                  </a:lnTo>
                  <a:lnTo>
                    <a:pt x="0" y="808"/>
                  </a:lnTo>
                  <a:lnTo>
                    <a:pt x="0" y="841"/>
                  </a:lnTo>
                  <a:cubicBezTo>
                    <a:pt x="0" y="873"/>
                    <a:pt x="0" y="925"/>
                    <a:pt x="16" y="958"/>
                  </a:cubicBezTo>
                  <a:lnTo>
                    <a:pt x="32" y="958"/>
                  </a:lnTo>
                  <a:cubicBezTo>
                    <a:pt x="49" y="958"/>
                    <a:pt x="49" y="942"/>
                    <a:pt x="49" y="942"/>
                  </a:cubicBezTo>
                  <a:cubicBezTo>
                    <a:pt x="32" y="909"/>
                    <a:pt x="32" y="873"/>
                    <a:pt x="32" y="857"/>
                  </a:cubicBezTo>
                  <a:lnTo>
                    <a:pt x="32" y="808"/>
                  </a:lnTo>
                  <a:lnTo>
                    <a:pt x="32" y="219"/>
                  </a:lnTo>
                  <a:lnTo>
                    <a:pt x="32" y="17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1744175" y="1813571"/>
              <a:ext cx="138856" cy="312675"/>
            </a:xfrm>
            <a:custGeom>
              <a:avLst/>
              <a:gdLst/>
              <a:ahLst/>
              <a:cxnLst/>
              <a:rect l="l" t="t" r="r" b="b"/>
              <a:pathLst>
                <a:path w="1398" h="3148" extrusionOk="0">
                  <a:moveTo>
                    <a:pt x="16" y="1"/>
                  </a:moveTo>
                  <a:lnTo>
                    <a:pt x="16" y="437"/>
                  </a:lnTo>
                  <a:lnTo>
                    <a:pt x="16" y="776"/>
                  </a:lnTo>
                  <a:cubicBezTo>
                    <a:pt x="0" y="893"/>
                    <a:pt x="36" y="1011"/>
                    <a:pt x="101" y="1112"/>
                  </a:cubicBezTo>
                  <a:cubicBezTo>
                    <a:pt x="303" y="1415"/>
                    <a:pt x="489" y="1750"/>
                    <a:pt x="675" y="2069"/>
                  </a:cubicBezTo>
                  <a:cubicBezTo>
                    <a:pt x="743" y="2190"/>
                    <a:pt x="808" y="2291"/>
                    <a:pt x="877" y="2408"/>
                  </a:cubicBezTo>
                  <a:cubicBezTo>
                    <a:pt x="925" y="2493"/>
                    <a:pt x="978" y="2574"/>
                    <a:pt x="1026" y="2659"/>
                  </a:cubicBezTo>
                  <a:cubicBezTo>
                    <a:pt x="1111" y="2776"/>
                    <a:pt x="1180" y="2897"/>
                    <a:pt x="1248" y="3030"/>
                  </a:cubicBezTo>
                  <a:cubicBezTo>
                    <a:pt x="1281" y="3079"/>
                    <a:pt x="1313" y="3131"/>
                    <a:pt x="1366" y="3148"/>
                  </a:cubicBezTo>
                  <a:lnTo>
                    <a:pt x="1382" y="3148"/>
                  </a:lnTo>
                  <a:cubicBezTo>
                    <a:pt x="1398" y="3148"/>
                    <a:pt x="1382" y="3131"/>
                    <a:pt x="1382" y="3131"/>
                  </a:cubicBezTo>
                  <a:cubicBezTo>
                    <a:pt x="1329" y="3115"/>
                    <a:pt x="1313" y="3063"/>
                    <a:pt x="1281" y="3014"/>
                  </a:cubicBezTo>
                  <a:cubicBezTo>
                    <a:pt x="1212" y="2897"/>
                    <a:pt x="1127" y="2760"/>
                    <a:pt x="1046" y="2643"/>
                  </a:cubicBezTo>
                  <a:cubicBezTo>
                    <a:pt x="994" y="2558"/>
                    <a:pt x="945" y="2473"/>
                    <a:pt x="909" y="2392"/>
                  </a:cubicBezTo>
                  <a:cubicBezTo>
                    <a:pt x="844" y="2271"/>
                    <a:pt x="776" y="2170"/>
                    <a:pt x="707" y="2053"/>
                  </a:cubicBezTo>
                  <a:cubicBezTo>
                    <a:pt x="521" y="1734"/>
                    <a:pt x="319" y="1415"/>
                    <a:pt x="117" y="1095"/>
                  </a:cubicBezTo>
                  <a:cubicBezTo>
                    <a:pt x="53" y="994"/>
                    <a:pt x="36" y="893"/>
                    <a:pt x="36" y="776"/>
                  </a:cubicBezTo>
                  <a:cubicBezTo>
                    <a:pt x="53" y="655"/>
                    <a:pt x="53" y="538"/>
                    <a:pt x="36" y="437"/>
                  </a:cubicBezTo>
                  <a:cubicBezTo>
                    <a:pt x="36" y="288"/>
                    <a:pt x="36" y="150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2095190" y="3390952"/>
              <a:ext cx="5364" cy="47775"/>
            </a:xfrm>
            <a:custGeom>
              <a:avLst/>
              <a:gdLst/>
              <a:ahLst/>
              <a:cxnLst/>
              <a:rect l="l" t="t" r="r" b="b"/>
              <a:pathLst>
                <a:path w="54" h="481" extrusionOk="0">
                  <a:moveTo>
                    <a:pt x="42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17" y="93"/>
                    <a:pt x="17" y="161"/>
                    <a:pt x="17" y="246"/>
                  </a:cubicBezTo>
                  <a:cubicBezTo>
                    <a:pt x="17" y="311"/>
                    <a:pt x="17" y="396"/>
                    <a:pt x="1" y="464"/>
                  </a:cubicBezTo>
                  <a:cubicBezTo>
                    <a:pt x="1" y="480"/>
                    <a:pt x="1" y="480"/>
                    <a:pt x="17" y="480"/>
                  </a:cubicBezTo>
                  <a:lnTo>
                    <a:pt x="37" y="480"/>
                  </a:lnTo>
                  <a:cubicBezTo>
                    <a:pt x="53" y="396"/>
                    <a:pt x="53" y="327"/>
                    <a:pt x="53" y="246"/>
                  </a:cubicBezTo>
                  <a:cubicBezTo>
                    <a:pt x="37" y="177"/>
                    <a:pt x="37" y="93"/>
                    <a:pt x="53" y="24"/>
                  </a:cubicBezTo>
                  <a:lnTo>
                    <a:pt x="53" y="8"/>
                  </a:lnTo>
                  <a:cubicBezTo>
                    <a:pt x="48" y="2"/>
                    <a:pt x="44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2028642" y="3037355"/>
              <a:ext cx="4867" cy="40227"/>
            </a:xfrm>
            <a:custGeom>
              <a:avLst/>
              <a:gdLst/>
              <a:ahLst/>
              <a:cxnLst/>
              <a:rect l="l" t="t" r="r" b="b"/>
              <a:pathLst>
                <a:path w="49" h="405" extrusionOk="0">
                  <a:moveTo>
                    <a:pt x="33" y="1"/>
                  </a:moveTo>
                  <a:cubicBezTo>
                    <a:pt x="0" y="69"/>
                    <a:pt x="16" y="134"/>
                    <a:pt x="16" y="203"/>
                  </a:cubicBezTo>
                  <a:cubicBezTo>
                    <a:pt x="16" y="271"/>
                    <a:pt x="16" y="336"/>
                    <a:pt x="0" y="389"/>
                  </a:cubicBezTo>
                  <a:cubicBezTo>
                    <a:pt x="0" y="405"/>
                    <a:pt x="0" y="405"/>
                    <a:pt x="16" y="405"/>
                  </a:cubicBezTo>
                  <a:lnTo>
                    <a:pt x="33" y="405"/>
                  </a:lnTo>
                  <a:cubicBezTo>
                    <a:pt x="49" y="336"/>
                    <a:pt x="49" y="271"/>
                    <a:pt x="33" y="203"/>
                  </a:cubicBezTo>
                  <a:cubicBezTo>
                    <a:pt x="33" y="134"/>
                    <a:pt x="33" y="69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983346" y="2729646"/>
              <a:ext cx="3774" cy="83930"/>
            </a:xfrm>
            <a:custGeom>
              <a:avLst/>
              <a:gdLst/>
              <a:ahLst/>
              <a:cxnLst/>
              <a:rect l="l" t="t" r="r" b="b"/>
              <a:pathLst>
                <a:path w="38" h="845" extrusionOk="0">
                  <a:moveTo>
                    <a:pt x="21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186"/>
                  </a:lnTo>
                  <a:lnTo>
                    <a:pt x="1" y="691"/>
                  </a:lnTo>
                  <a:lnTo>
                    <a:pt x="1" y="723"/>
                  </a:lnTo>
                  <a:cubicBezTo>
                    <a:pt x="1" y="760"/>
                    <a:pt x="1" y="792"/>
                    <a:pt x="21" y="824"/>
                  </a:cubicBezTo>
                  <a:lnTo>
                    <a:pt x="21" y="845"/>
                  </a:lnTo>
                  <a:lnTo>
                    <a:pt x="37" y="824"/>
                  </a:lnTo>
                  <a:lnTo>
                    <a:pt x="37" y="808"/>
                  </a:lnTo>
                  <a:cubicBezTo>
                    <a:pt x="21" y="792"/>
                    <a:pt x="21" y="760"/>
                    <a:pt x="21" y="723"/>
                  </a:cubicBezTo>
                  <a:lnTo>
                    <a:pt x="21" y="691"/>
                  </a:lnTo>
                  <a:lnTo>
                    <a:pt x="21" y="18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1520197" y="2861649"/>
              <a:ext cx="193982" cy="291022"/>
            </a:xfrm>
            <a:custGeom>
              <a:avLst/>
              <a:gdLst/>
              <a:ahLst/>
              <a:cxnLst/>
              <a:rect l="l" t="t" r="r" b="b"/>
              <a:pathLst>
                <a:path w="1953" h="2930" extrusionOk="0">
                  <a:moveTo>
                    <a:pt x="49" y="0"/>
                  </a:moveTo>
                  <a:cubicBezTo>
                    <a:pt x="17" y="37"/>
                    <a:pt x="17" y="69"/>
                    <a:pt x="17" y="122"/>
                  </a:cubicBezTo>
                  <a:lnTo>
                    <a:pt x="17" y="138"/>
                  </a:lnTo>
                  <a:cubicBezTo>
                    <a:pt x="17" y="186"/>
                    <a:pt x="17" y="223"/>
                    <a:pt x="33" y="271"/>
                  </a:cubicBezTo>
                  <a:cubicBezTo>
                    <a:pt x="33" y="356"/>
                    <a:pt x="33" y="441"/>
                    <a:pt x="17" y="526"/>
                  </a:cubicBezTo>
                  <a:cubicBezTo>
                    <a:pt x="1" y="744"/>
                    <a:pt x="70" y="929"/>
                    <a:pt x="251" y="1095"/>
                  </a:cubicBezTo>
                  <a:cubicBezTo>
                    <a:pt x="421" y="1265"/>
                    <a:pt x="591" y="1451"/>
                    <a:pt x="740" y="1636"/>
                  </a:cubicBezTo>
                  <a:cubicBezTo>
                    <a:pt x="878" y="1786"/>
                    <a:pt x="995" y="1939"/>
                    <a:pt x="1144" y="2073"/>
                  </a:cubicBezTo>
                  <a:cubicBezTo>
                    <a:pt x="1245" y="2190"/>
                    <a:pt x="1330" y="2291"/>
                    <a:pt x="1431" y="2392"/>
                  </a:cubicBezTo>
                  <a:cubicBezTo>
                    <a:pt x="1585" y="2578"/>
                    <a:pt x="1750" y="2763"/>
                    <a:pt x="1936" y="2913"/>
                  </a:cubicBezTo>
                  <a:lnTo>
                    <a:pt x="1936" y="2929"/>
                  </a:lnTo>
                  <a:lnTo>
                    <a:pt x="1952" y="2913"/>
                  </a:lnTo>
                  <a:lnTo>
                    <a:pt x="1952" y="2897"/>
                  </a:lnTo>
                  <a:cubicBezTo>
                    <a:pt x="1766" y="2747"/>
                    <a:pt x="1601" y="2562"/>
                    <a:pt x="1447" y="2376"/>
                  </a:cubicBezTo>
                  <a:cubicBezTo>
                    <a:pt x="1346" y="2275"/>
                    <a:pt x="1261" y="2158"/>
                    <a:pt x="1160" y="2057"/>
                  </a:cubicBezTo>
                  <a:cubicBezTo>
                    <a:pt x="1027" y="1919"/>
                    <a:pt x="894" y="1770"/>
                    <a:pt x="756" y="1616"/>
                  </a:cubicBezTo>
                  <a:cubicBezTo>
                    <a:pt x="607" y="1434"/>
                    <a:pt x="437" y="1249"/>
                    <a:pt x="272" y="1079"/>
                  </a:cubicBezTo>
                  <a:cubicBezTo>
                    <a:pt x="86" y="909"/>
                    <a:pt x="33" y="744"/>
                    <a:pt x="49" y="526"/>
                  </a:cubicBezTo>
                  <a:lnTo>
                    <a:pt x="49" y="271"/>
                  </a:lnTo>
                  <a:lnTo>
                    <a:pt x="49" y="138"/>
                  </a:lnTo>
                  <a:lnTo>
                    <a:pt x="49" y="122"/>
                  </a:lnTo>
                  <a:cubicBezTo>
                    <a:pt x="49" y="69"/>
                    <a:pt x="49" y="37"/>
                    <a:pt x="70" y="21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74445" y="1964049"/>
              <a:ext cx="143723" cy="172230"/>
            </a:xfrm>
            <a:custGeom>
              <a:avLst/>
              <a:gdLst/>
              <a:ahLst/>
              <a:cxnLst/>
              <a:rect l="l" t="t" r="r" b="b"/>
              <a:pathLst>
                <a:path w="1447" h="1734" extrusionOk="0">
                  <a:moveTo>
                    <a:pt x="1394" y="1"/>
                  </a:moveTo>
                  <a:cubicBezTo>
                    <a:pt x="1414" y="170"/>
                    <a:pt x="1414" y="336"/>
                    <a:pt x="1414" y="506"/>
                  </a:cubicBezTo>
                  <a:cubicBezTo>
                    <a:pt x="1414" y="607"/>
                    <a:pt x="1394" y="708"/>
                    <a:pt x="1414" y="809"/>
                  </a:cubicBezTo>
                  <a:lnTo>
                    <a:pt x="1414" y="841"/>
                  </a:lnTo>
                  <a:cubicBezTo>
                    <a:pt x="1414" y="877"/>
                    <a:pt x="1414" y="926"/>
                    <a:pt x="1430" y="978"/>
                  </a:cubicBezTo>
                  <a:lnTo>
                    <a:pt x="17" y="1717"/>
                  </a:lnTo>
                  <a:cubicBezTo>
                    <a:pt x="0" y="1717"/>
                    <a:pt x="0" y="1717"/>
                    <a:pt x="0" y="1734"/>
                  </a:cubicBezTo>
                  <a:lnTo>
                    <a:pt x="17" y="1734"/>
                  </a:lnTo>
                  <a:lnTo>
                    <a:pt x="1447" y="994"/>
                  </a:lnTo>
                  <a:lnTo>
                    <a:pt x="1447" y="978"/>
                  </a:lnTo>
                  <a:cubicBezTo>
                    <a:pt x="1430" y="926"/>
                    <a:pt x="1430" y="877"/>
                    <a:pt x="1430" y="841"/>
                  </a:cubicBezTo>
                  <a:lnTo>
                    <a:pt x="1430" y="809"/>
                  </a:lnTo>
                  <a:lnTo>
                    <a:pt x="1430" y="506"/>
                  </a:lnTo>
                  <a:cubicBezTo>
                    <a:pt x="1430" y="336"/>
                    <a:pt x="1447" y="170"/>
                    <a:pt x="14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1087339" y="2343669"/>
              <a:ext cx="6456" cy="88697"/>
            </a:xfrm>
            <a:custGeom>
              <a:avLst/>
              <a:gdLst/>
              <a:ahLst/>
              <a:cxnLst/>
              <a:rect l="l" t="t" r="r" b="b"/>
              <a:pathLst>
                <a:path w="65" h="893" extrusionOk="0">
                  <a:moveTo>
                    <a:pt x="16" y="0"/>
                  </a:moveTo>
                  <a:lnTo>
                    <a:pt x="0" y="16"/>
                  </a:lnTo>
                  <a:lnTo>
                    <a:pt x="0" y="202"/>
                  </a:lnTo>
                  <a:lnTo>
                    <a:pt x="0" y="707"/>
                  </a:lnTo>
                  <a:cubicBezTo>
                    <a:pt x="0" y="772"/>
                    <a:pt x="16" y="840"/>
                    <a:pt x="32" y="893"/>
                  </a:cubicBezTo>
                  <a:lnTo>
                    <a:pt x="49" y="893"/>
                  </a:lnTo>
                  <a:cubicBezTo>
                    <a:pt x="49" y="893"/>
                    <a:pt x="65" y="893"/>
                    <a:pt x="49" y="873"/>
                  </a:cubicBezTo>
                  <a:cubicBezTo>
                    <a:pt x="32" y="824"/>
                    <a:pt x="32" y="772"/>
                    <a:pt x="32" y="707"/>
                  </a:cubicBezTo>
                  <a:lnTo>
                    <a:pt x="32" y="202"/>
                  </a:lnTo>
                  <a:lnTo>
                    <a:pt x="32" y="16"/>
                  </a:ln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86066" y="3261630"/>
              <a:ext cx="138956" cy="151769"/>
            </a:xfrm>
            <a:custGeom>
              <a:avLst/>
              <a:gdLst/>
              <a:ahLst/>
              <a:cxnLst/>
              <a:rect l="l" t="t" r="r" b="b"/>
              <a:pathLst>
                <a:path w="1399" h="1528" extrusionOk="0">
                  <a:moveTo>
                    <a:pt x="1354" y="1"/>
                  </a:moveTo>
                  <a:cubicBezTo>
                    <a:pt x="1350" y="1"/>
                    <a:pt x="1346" y="5"/>
                    <a:pt x="1346" y="13"/>
                  </a:cubicBezTo>
                  <a:cubicBezTo>
                    <a:pt x="1330" y="49"/>
                    <a:pt x="1330" y="98"/>
                    <a:pt x="1346" y="134"/>
                  </a:cubicBezTo>
                  <a:cubicBezTo>
                    <a:pt x="1346" y="183"/>
                    <a:pt x="1362" y="215"/>
                    <a:pt x="1313" y="235"/>
                  </a:cubicBezTo>
                  <a:cubicBezTo>
                    <a:pt x="1277" y="268"/>
                    <a:pt x="1229" y="268"/>
                    <a:pt x="1176" y="284"/>
                  </a:cubicBezTo>
                  <a:cubicBezTo>
                    <a:pt x="1160" y="284"/>
                    <a:pt x="1128" y="300"/>
                    <a:pt x="1095" y="300"/>
                  </a:cubicBezTo>
                  <a:cubicBezTo>
                    <a:pt x="974" y="352"/>
                    <a:pt x="857" y="385"/>
                    <a:pt x="740" y="437"/>
                  </a:cubicBezTo>
                  <a:cubicBezTo>
                    <a:pt x="554" y="486"/>
                    <a:pt x="368" y="571"/>
                    <a:pt x="186" y="619"/>
                  </a:cubicBezTo>
                  <a:cubicBezTo>
                    <a:pt x="49" y="671"/>
                    <a:pt x="0" y="740"/>
                    <a:pt x="17" y="857"/>
                  </a:cubicBezTo>
                  <a:lnTo>
                    <a:pt x="17" y="1209"/>
                  </a:lnTo>
                  <a:lnTo>
                    <a:pt x="17" y="1378"/>
                  </a:lnTo>
                  <a:lnTo>
                    <a:pt x="17" y="1411"/>
                  </a:lnTo>
                  <a:cubicBezTo>
                    <a:pt x="17" y="1447"/>
                    <a:pt x="17" y="1496"/>
                    <a:pt x="49" y="1528"/>
                  </a:cubicBezTo>
                  <a:lnTo>
                    <a:pt x="65" y="1528"/>
                  </a:lnTo>
                  <a:lnTo>
                    <a:pt x="65" y="1512"/>
                  </a:lnTo>
                  <a:cubicBezTo>
                    <a:pt x="33" y="1479"/>
                    <a:pt x="49" y="1447"/>
                    <a:pt x="49" y="1411"/>
                  </a:cubicBezTo>
                  <a:lnTo>
                    <a:pt x="49" y="1378"/>
                  </a:lnTo>
                  <a:lnTo>
                    <a:pt x="49" y="1209"/>
                  </a:lnTo>
                  <a:lnTo>
                    <a:pt x="49" y="857"/>
                  </a:lnTo>
                  <a:cubicBezTo>
                    <a:pt x="33" y="740"/>
                    <a:pt x="65" y="688"/>
                    <a:pt x="186" y="655"/>
                  </a:cubicBezTo>
                  <a:cubicBezTo>
                    <a:pt x="368" y="587"/>
                    <a:pt x="570" y="518"/>
                    <a:pt x="756" y="453"/>
                  </a:cubicBezTo>
                  <a:cubicBezTo>
                    <a:pt x="873" y="417"/>
                    <a:pt x="994" y="369"/>
                    <a:pt x="1111" y="336"/>
                  </a:cubicBezTo>
                  <a:cubicBezTo>
                    <a:pt x="1128" y="316"/>
                    <a:pt x="1160" y="316"/>
                    <a:pt x="1196" y="300"/>
                  </a:cubicBezTo>
                  <a:cubicBezTo>
                    <a:pt x="1245" y="300"/>
                    <a:pt x="1297" y="284"/>
                    <a:pt x="1330" y="251"/>
                  </a:cubicBezTo>
                  <a:cubicBezTo>
                    <a:pt x="1398" y="215"/>
                    <a:pt x="1378" y="167"/>
                    <a:pt x="1362" y="114"/>
                  </a:cubicBezTo>
                  <a:cubicBezTo>
                    <a:pt x="1362" y="82"/>
                    <a:pt x="1346" y="49"/>
                    <a:pt x="1362" y="33"/>
                  </a:cubicBezTo>
                  <a:cubicBezTo>
                    <a:pt x="1378" y="13"/>
                    <a:pt x="1362" y="13"/>
                    <a:pt x="1362" y="13"/>
                  </a:cubicBezTo>
                  <a:cubicBezTo>
                    <a:pt x="1362" y="5"/>
                    <a:pt x="1358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1792646" y="3020569"/>
              <a:ext cx="5364" cy="48570"/>
            </a:xfrm>
            <a:custGeom>
              <a:avLst/>
              <a:gdLst/>
              <a:ahLst/>
              <a:cxnLst/>
              <a:rect l="l" t="t" r="r" b="b"/>
              <a:pathLst>
                <a:path w="54" h="489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489"/>
                  </a:lnTo>
                  <a:cubicBezTo>
                    <a:pt x="33" y="489"/>
                    <a:pt x="33" y="489"/>
                    <a:pt x="33" y="473"/>
                  </a:cubicBezTo>
                  <a:lnTo>
                    <a:pt x="33" y="303"/>
                  </a:lnTo>
                  <a:cubicBezTo>
                    <a:pt x="33" y="202"/>
                    <a:pt x="33" y="117"/>
                    <a:pt x="53" y="16"/>
                  </a:cubicBezTo>
                  <a:cubicBezTo>
                    <a:pt x="53" y="16"/>
                    <a:pt x="53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1416701" y="3234813"/>
              <a:ext cx="85221" cy="195472"/>
            </a:xfrm>
            <a:custGeom>
              <a:avLst/>
              <a:gdLst/>
              <a:ahLst/>
              <a:cxnLst/>
              <a:rect l="l" t="t" r="r" b="b"/>
              <a:pathLst>
                <a:path w="858" h="1968" extrusionOk="0">
                  <a:moveTo>
                    <a:pt x="1" y="0"/>
                  </a:moveTo>
                  <a:lnTo>
                    <a:pt x="1" y="16"/>
                  </a:lnTo>
                  <a:cubicBezTo>
                    <a:pt x="65" y="81"/>
                    <a:pt x="134" y="134"/>
                    <a:pt x="203" y="202"/>
                  </a:cubicBezTo>
                  <a:cubicBezTo>
                    <a:pt x="368" y="352"/>
                    <a:pt x="538" y="521"/>
                    <a:pt x="708" y="671"/>
                  </a:cubicBezTo>
                  <a:cubicBezTo>
                    <a:pt x="788" y="756"/>
                    <a:pt x="825" y="841"/>
                    <a:pt x="825" y="958"/>
                  </a:cubicBezTo>
                  <a:lnTo>
                    <a:pt x="825" y="1547"/>
                  </a:lnTo>
                  <a:lnTo>
                    <a:pt x="825" y="1818"/>
                  </a:lnTo>
                  <a:lnTo>
                    <a:pt x="825" y="1850"/>
                  </a:lnTo>
                  <a:cubicBezTo>
                    <a:pt x="825" y="1883"/>
                    <a:pt x="825" y="1919"/>
                    <a:pt x="809" y="1935"/>
                  </a:cubicBezTo>
                  <a:lnTo>
                    <a:pt x="809" y="1968"/>
                  </a:lnTo>
                  <a:lnTo>
                    <a:pt x="825" y="1968"/>
                  </a:lnTo>
                  <a:cubicBezTo>
                    <a:pt x="857" y="1919"/>
                    <a:pt x="857" y="1883"/>
                    <a:pt x="857" y="1850"/>
                  </a:cubicBezTo>
                  <a:lnTo>
                    <a:pt x="857" y="1818"/>
                  </a:lnTo>
                  <a:cubicBezTo>
                    <a:pt x="857" y="1733"/>
                    <a:pt x="857" y="1632"/>
                    <a:pt x="841" y="1547"/>
                  </a:cubicBezTo>
                  <a:cubicBezTo>
                    <a:pt x="841" y="1345"/>
                    <a:pt x="841" y="1143"/>
                    <a:pt x="857" y="958"/>
                  </a:cubicBezTo>
                  <a:cubicBezTo>
                    <a:pt x="857" y="824"/>
                    <a:pt x="825" y="740"/>
                    <a:pt x="724" y="655"/>
                  </a:cubicBezTo>
                  <a:cubicBezTo>
                    <a:pt x="554" y="505"/>
                    <a:pt x="384" y="336"/>
                    <a:pt x="219" y="182"/>
                  </a:cubicBezTo>
                  <a:cubicBezTo>
                    <a:pt x="150" y="117"/>
                    <a:pt x="82" y="65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871406" y="1559597"/>
              <a:ext cx="338003" cy="289036"/>
            </a:xfrm>
            <a:custGeom>
              <a:avLst/>
              <a:gdLst/>
              <a:ahLst/>
              <a:cxnLst/>
              <a:rect l="l" t="t" r="r" b="b"/>
              <a:pathLst>
                <a:path w="3403" h="2910" extrusionOk="0">
                  <a:moveTo>
                    <a:pt x="3386" y="1"/>
                  </a:moveTo>
                  <a:cubicBezTo>
                    <a:pt x="3184" y="118"/>
                    <a:pt x="2966" y="235"/>
                    <a:pt x="2764" y="352"/>
                  </a:cubicBezTo>
                  <a:cubicBezTo>
                    <a:pt x="2461" y="522"/>
                    <a:pt x="2138" y="687"/>
                    <a:pt x="1855" y="873"/>
                  </a:cubicBezTo>
                  <a:cubicBezTo>
                    <a:pt x="1399" y="1144"/>
                    <a:pt x="946" y="1394"/>
                    <a:pt x="490" y="1633"/>
                  </a:cubicBezTo>
                  <a:cubicBezTo>
                    <a:pt x="372" y="1697"/>
                    <a:pt x="239" y="1782"/>
                    <a:pt x="102" y="1851"/>
                  </a:cubicBezTo>
                  <a:cubicBezTo>
                    <a:pt x="37" y="1883"/>
                    <a:pt x="1" y="1919"/>
                    <a:pt x="1" y="2020"/>
                  </a:cubicBezTo>
                  <a:lnTo>
                    <a:pt x="1" y="2643"/>
                  </a:lnTo>
                  <a:lnTo>
                    <a:pt x="1" y="2760"/>
                  </a:lnTo>
                  <a:cubicBezTo>
                    <a:pt x="1" y="2808"/>
                    <a:pt x="1" y="2861"/>
                    <a:pt x="37" y="2909"/>
                  </a:cubicBezTo>
                  <a:lnTo>
                    <a:pt x="53" y="2909"/>
                  </a:lnTo>
                  <a:lnTo>
                    <a:pt x="53" y="2893"/>
                  </a:lnTo>
                  <a:cubicBezTo>
                    <a:pt x="37" y="2861"/>
                    <a:pt x="37" y="2808"/>
                    <a:pt x="37" y="2760"/>
                  </a:cubicBezTo>
                  <a:lnTo>
                    <a:pt x="37" y="2643"/>
                  </a:lnTo>
                  <a:lnTo>
                    <a:pt x="37" y="2000"/>
                  </a:lnTo>
                  <a:cubicBezTo>
                    <a:pt x="17" y="1936"/>
                    <a:pt x="53" y="1899"/>
                    <a:pt x="118" y="1867"/>
                  </a:cubicBezTo>
                  <a:cubicBezTo>
                    <a:pt x="255" y="1798"/>
                    <a:pt x="372" y="1734"/>
                    <a:pt x="506" y="1649"/>
                  </a:cubicBezTo>
                  <a:cubicBezTo>
                    <a:pt x="962" y="1415"/>
                    <a:pt x="1415" y="1160"/>
                    <a:pt x="1855" y="889"/>
                  </a:cubicBezTo>
                  <a:cubicBezTo>
                    <a:pt x="2158" y="724"/>
                    <a:pt x="2477" y="538"/>
                    <a:pt x="2780" y="384"/>
                  </a:cubicBezTo>
                  <a:cubicBezTo>
                    <a:pt x="2982" y="267"/>
                    <a:pt x="3200" y="150"/>
                    <a:pt x="3402" y="17"/>
                  </a:cubicBezTo>
                  <a:lnTo>
                    <a:pt x="34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2165412" y="2963953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01"/>
                    <a:pt x="17" y="182"/>
                    <a:pt x="17" y="251"/>
                  </a:cubicBezTo>
                  <a:lnTo>
                    <a:pt x="17" y="404"/>
                  </a:lnTo>
                  <a:lnTo>
                    <a:pt x="37" y="404"/>
                  </a:lnTo>
                  <a:lnTo>
                    <a:pt x="37" y="251"/>
                  </a:lnTo>
                  <a:cubicBezTo>
                    <a:pt x="37" y="182"/>
                    <a:pt x="37" y="101"/>
                    <a:pt x="53" y="17"/>
                  </a:cubicBezTo>
                  <a:cubicBezTo>
                    <a:pt x="53" y="17"/>
                    <a:pt x="53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1287876" y="2772455"/>
              <a:ext cx="4966" cy="94458"/>
            </a:xfrm>
            <a:custGeom>
              <a:avLst/>
              <a:gdLst/>
              <a:ahLst/>
              <a:cxnLst/>
              <a:rect l="l" t="t" r="r" b="b"/>
              <a:pathLst>
                <a:path w="50" h="951" extrusionOk="0">
                  <a:moveTo>
                    <a:pt x="18" y="1"/>
                  </a:moveTo>
                  <a:cubicBezTo>
                    <a:pt x="17" y="1"/>
                    <a:pt x="17" y="3"/>
                    <a:pt x="17" y="10"/>
                  </a:cubicBezTo>
                  <a:lnTo>
                    <a:pt x="1" y="10"/>
                  </a:lnTo>
                  <a:cubicBezTo>
                    <a:pt x="17" y="143"/>
                    <a:pt x="17" y="260"/>
                    <a:pt x="17" y="377"/>
                  </a:cubicBezTo>
                  <a:lnTo>
                    <a:pt x="17" y="579"/>
                  </a:lnTo>
                  <a:lnTo>
                    <a:pt x="17" y="834"/>
                  </a:lnTo>
                  <a:lnTo>
                    <a:pt x="17" y="951"/>
                  </a:lnTo>
                  <a:lnTo>
                    <a:pt x="33" y="951"/>
                  </a:lnTo>
                  <a:lnTo>
                    <a:pt x="33" y="834"/>
                  </a:lnTo>
                  <a:lnTo>
                    <a:pt x="33" y="579"/>
                  </a:lnTo>
                  <a:lnTo>
                    <a:pt x="33" y="377"/>
                  </a:lnTo>
                  <a:cubicBezTo>
                    <a:pt x="49" y="260"/>
                    <a:pt x="49" y="143"/>
                    <a:pt x="33" y="10"/>
                  </a:cubicBezTo>
                  <a:cubicBezTo>
                    <a:pt x="23" y="10"/>
                    <a:pt x="19" y="1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791152" y="2485704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33"/>
                    <a:pt x="17" y="251"/>
                    <a:pt x="17" y="372"/>
                  </a:cubicBezTo>
                  <a:lnTo>
                    <a:pt x="17" y="606"/>
                  </a:lnTo>
                  <a:lnTo>
                    <a:pt x="17" y="675"/>
                  </a:lnTo>
                  <a:cubicBezTo>
                    <a:pt x="17" y="707"/>
                    <a:pt x="1" y="756"/>
                    <a:pt x="37" y="808"/>
                  </a:cubicBezTo>
                  <a:lnTo>
                    <a:pt x="37" y="824"/>
                  </a:lnTo>
                  <a:lnTo>
                    <a:pt x="53" y="824"/>
                  </a:lnTo>
                  <a:lnTo>
                    <a:pt x="53" y="808"/>
                  </a:lnTo>
                  <a:cubicBezTo>
                    <a:pt x="37" y="756"/>
                    <a:pt x="37" y="707"/>
                    <a:pt x="37" y="675"/>
                  </a:cubicBezTo>
                  <a:lnTo>
                    <a:pt x="37" y="606"/>
                  </a:lnTo>
                  <a:lnTo>
                    <a:pt x="37" y="372"/>
                  </a:lnTo>
                  <a:cubicBezTo>
                    <a:pt x="37" y="251"/>
                    <a:pt x="53" y="133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2120518" y="3672538"/>
              <a:ext cx="4867" cy="48669"/>
            </a:xfrm>
            <a:custGeom>
              <a:avLst/>
              <a:gdLst/>
              <a:ahLst/>
              <a:cxnLst/>
              <a:rect l="l" t="t" r="r" b="b"/>
              <a:pathLst>
                <a:path w="49" h="490" extrusionOk="0">
                  <a:moveTo>
                    <a:pt x="33" y="1"/>
                  </a:moveTo>
                  <a:cubicBezTo>
                    <a:pt x="33" y="1"/>
                    <a:pt x="16" y="1"/>
                    <a:pt x="16" y="17"/>
                  </a:cubicBezTo>
                  <a:cubicBezTo>
                    <a:pt x="0" y="85"/>
                    <a:pt x="0" y="170"/>
                    <a:pt x="0" y="255"/>
                  </a:cubicBezTo>
                  <a:cubicBezTo>
                    <a:pt x="16" y="320"/>
                    <a:pt x="16" y="405"/>
                    <a:pt x="0" y="473"/>
                  </a:cubicBezTo>
                  <a:lnTo>
                    <a:pt x="0" y="489"/>
                  </a:lnTo>
                  <a:lnTo>
                    <a:pt x="16" y="473"/>
                  </a:lnTo>
                  <a:cubicBezTo>
                    <a:pt x="33" y="405"/>
                    <a:pt x="33" y="320"/>
                    <a:pt x="33" y="255"/>
                  </a:cubicBezTo>
                  <a:cubicBezTo>
                    <a:pt x="33" y="170"/>
                    <a:pt x="33" y="8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1734143" y="3547786"/>
              <a:ext cx="157331" cy="186632"/>
            </a:xfrm>
            <a:custGeom>
              <a:avLst/>
              <a:gdLst/>
              <a:ahLst/>
              <a:cxnLst/>
              <a:rect l="l" t="t" r="r" b="b"/>
              <a:pathLst>
                <a:path w="1584" h="1879" extrusionOk="0">
                  <a:moveTo>
                    <a:pt x="71" y="0"/>
                  </a:moveTo>
                  <a:cubicBezTo>
                    <a:pt x="69" y="0"/>
                    <a:pt x="69" y="4"/>
                    <a:pt x="69" y="12"/>
                  </a:cubicBezTo>
                  <a:cubicBezTo>
                    <a:pt x="0" y="113"/>
                    <a:pt x="16" y="198"/>
                    <a:pt x="137" y="283"/>
                  </a:cubicBezTo>
                  <a:cubicBezTo>
                    <a:pt x="303" y="432"/>
                    <a:pt x="473" y="602"/>
                    <a:pt x="642" y="768"/>
                  </a:cubicBezTo>
                  <a:cubicBezTo>
                    <a:pt x="675" y="804"/>
                    <a:pt x="707" y="836"/>
                    <a:pt x="760" y="869"/>
                  </a:cubicBezTo>
                  <a:cubicBezTo>
                    <a:pt x="792" y="921"/>
                    <a:pt x="824" y="954"/>
                    <a:pt x="877" y="990"/>
                  </a:cubicBezTo>
                  <a:cubicBezTo>
                    <a:pt x="1079" y="1192"/>
                    <a:pt x="1281" y="1394"/>
                    <a:pt x="1499" y="1576"/>
                  </a:cubicBezTo>
                  <a:cubicBezTo>
                    <a:pt x="1551" y="1628"/>
                    <a:pt x="1551" y="1697"/>
                    <a:pt x="1551" y="1761"/>
                  </a:cubicBezTo>
                  <a:cubicBezTo>
                    <a:pt x="1551" y="1798"/>
                    <a:pt x="1531" y="1830"/>
                    <a:pt x="1551" y="1862"/>
                  </a:cubicBezTo>
                  <a:cubicBezTo>
                    <a:pt x="1551" y="1879"/>
                    <a:pt x="1551" y="1879"/>
                    <a:pt x="1568" y="1879"/>
                  </a:cubicBezTo>
                  <a:lnTo>
                    <a:pt x="1568" y="1862"/>
                  </a:lnTo>
                  <a:lnTo>
                    <a:pt x="1568" y="1761"/>
                  </a:lnTo>
                  <a:cubicBezTo>
                    <a:pt x="1584" y="1697"/>
                    <a:pt x="1584" y="1628"/>
                    <a:pt x="1515" y="1560"/>
                  </a:cubicBezTo>
                  <a:cubicBezTo>
                    <a:pt x="1297" y="1374"/>
                    <a:pt x="1095" y="1172"/>
                    <a:pt x="893" y="970"/>
                  </a:cubicBezTo>
                  <a:cubicBezTo>
                    <a:pt x="844" y="937"/>
                    <a:pt x="808" y="905"/>
                    <a:pt x="776" y="853"/>
                  </a:cubicBezTo>
                  <a:cubicBezTo>
                    <a:pt x="743" y="820"/>
                    <a:pt x="691" y="788"/>
                    <a:pt x="659" y="752"/>
                  </a:cubicBezTo>
                  <a:cubicBezTo>
                    <a:pt x="489" y="586"/>
                    <a:pt x="319" y="416"/>
                    <a:pt x="154" y="263"/>
                  </a:cubicBezTo>
                  <a:cubicBezTo>
                    <a:pt x="53" y="182"/>
                    <a:pt x="36" y="113"/>
                    <a:pt x="85" y="28"/>
                  </a:cubicBezTo>
                  <a:lnTo>
                    <a:pt x="85" y="12"/>
                  </a:lnTo>
                  <a:cubicBezTo>
                    <a:pt x="77" y="4"/>
                    <a:pt x="73" y="0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754699" y="1826881"/>
              <a:ext cx="3278" cy="88697"/>
            </a:xfrm>
            <a:custGeom>
              <a:avLst/>
              <a:gdLst/>
              <a:ahLst/>
              <a:cxnLst/>
              <a:rect l="l" t="t" r="r" b="b"/>
              <a:pathLst>
                <a:path w="33" h="893" extrusionOk="0">
                  <a:moveTo>
                    <a:pt x="0" y="0"/>
                  </a:moveTo>
                  <a:lnTo>
                    <a:pt x="0" y="877"/>
                  </a:lnTo>
                  <a:lnTo>
                    <a:pt x="16" y="893"/>
                  </a:lnTo>
                  <a:cubicBezTo>
                    <a:pt x="33" y="893"/>
                    <a:pt x="33" y="877"/>
                    <a:pt x="33" y="877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2096779" y="2860059"/>
              <a:ext cx="3774" cy="45392"/>
            </a:xfrm>
            <a:custGeom>
              <a:avLst/>
              <a:gdLst/>
              <a:ahLst/>
              <a:cxnLst/>
              <a:rect l="l" t="t" r="r" b="b"/>
              <a:pathLst>
                <a:path w="38" h="457" extrusionOk="0">
                  <a:moveTo>
                    <a:pt x="21" y="0"/>
                  </a:moveTo>
                  <a:cubicBezTo>
                    <a:pt x="1" y="101"/>
                    <a:pt x="1" y="186"/>
                    <a:pt x="1" y="287"/>
                  </a:cubicBezTo>
                  <a:lnTo>
                    <a:pt x="1" y="441"/>
                  </a:lnTo>
                  <a:cubicBezTo>
                    <a:pt x="1" y="457"/>
                    <a:pt x="1" y="457"/>
                    <a:pt x="21" y="457"/>
                  </a:cubicBezTo>
                  <a:cubicBezTo>
                    <a:pt x="21" y="457"/>
                    <a:pt x="37" y="457"/>
                    <a:pt x="37" y="441"/>
                  </a:cubicBezTo>
                  <a:lnTo>
                    <a:pt x="37" y="287"/>
                  </a:lnTo>
                  <a:cubicBezTo>
                    <a:pt x="21" y="186"/>
                    <a:pt x="21" y="101"/>
                    <a:pt x="37" y="16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1246160" y="3533682"/>
              <a:ext cx="172230" cy="200736"/>
            </a:xfrm>
            <a:custGeom>
              <a:avLst/>
              <a:gdLst/>
              <a:ahLst/>
              <a:cxnLst/>
              <a:rect l="l" t="t" r="r" b="b"/>
              <a:pathLst>
                <a:path w="1734" h="2021" extrusionOk="0">
                  <a:moveTo>
                    <a:pt x="1649" y="1"/>
                  </a:moveTo>
                  <a:lnTo>
                    <a:pt x="1649" y="21"/>
                  </a:lnTo>
                  <a:cubicBezTo>
                    <a:pt x="1665" y="21"/>
                    <a:pt x="1665" y="37"/>
                    <a:pt x="1681" y="37"/>
                  </a:cubicBezTo>
                  <a:cubicBezTo>
                    <a:pt x="1698" y="53"/>
                    <a:pt x="1698" y="69"/>
                    <a:pt x="1698" y="86"/>
                  </a:cubicBezTo>
                  <a:cubicBezTo>
                    <a:pt x="1681" y="187"/>
                    <a:pt x="1681" y="271"/>
                    <a:pt x="1681" y="372"/>
                  </a:cubicBezTo>
                  <a:cubicBezTo>
                    <a:pt x="1681" y="389"/>
                    <a:pt x="1698" y="425"/>
                    <a:pt x="1698" y="457"/>
                  </a:cubicBezTo>
                  <a:cubicBezTo>
                    <a:pt x="1698" y="542"/>
                    <a:pt x="1665" y="574"/>
                    <a:pt x="1597" y="591"/>
                  </a:cubicBezTo>
                  <a:cubicBezTo>
                    <a:pt x="1447" y="627"/>
                    <a:pt x="1314" y="675"/>
                    <a:pt x="1160" y="708"/>
                  </a:cubicBezTo>
                  <a:cubicBezTo>
                    <a:pt x="825" y="793"/>
                    <a:pt x="486" y="894"/>
                    <a:pt x="150" y="978"/>
                  </a:cubicBezTo>
                  <a:cubicBezTo>
                    <a:pt x="33" y="1011"/>
                    <a:pt x="1" y="1047"/>
                    <a:pt x="1" y="1164"/>
                  </a:cubicBezTo>
                  <a:lnTo>
                    <a:pt x="1" y="1770"/>
                  </a:lnTo>
                  <a:lnTo>
                    <a:pt x="1" y="2004"/>
                  </a:lnTo>
                  <a:cubicBezTo>
                    <a:pt x="1" y="2021"/>
                    <a:pt x="1" y="2021"/>
                    <a:pt x="17" y="2021"/>
                  </a:cubicBezTo>
                  <a:cubicBezTo>
                    <a:pt x="17" y="2021"/>
                    <a:pt x="33" y="2021"/>
                    <a:pt x="33" y="2004"/>
                  </a:cubicBezTo>
                  <a:lnTo>
                    <a:pt x="33" y="1770"/>
                  </a:lnTo>
                  <a:lnTo>
                    <a:pt x="33" y="1164"/>
                  </a:lnTo>
                  <a:cubicBezTo>
                    <a:pt x="17" y="1063"/>
                    <a:pt x="49" y="1031"/>
                    <a:pt x="150" y="1011"/>
                  </a:cubicBezTo>
                  <a:cubicBezTo>
                    <a:pt x="486" y="910"/>
                    <a:pt x="841" y="829"/>
                    <a:pt x="1176" y="728"/>
                  </a:cubicBezTo>
                  <a:cubicBezTo>
                    <a:pt x="1314" y="692"/>
                    <a:pt x="1463" y="659"/>
                    <a:pt x="1597" y="627"/>
                  </a:cubicBezTo>
                  <a:cubicBezTo>
                    <a:pt x="1681" y="591"/>
                    <a:pt x="1718" y="542"/>
                    <a:pt x="1718" y="457"/>
                  </a:cubicBezTo>
                  <a:lnTo>
                    <a:pt x="1718" y="372"/>
                  </a:lnTo>
                  <a:cubicBezTo>
                    <a:pt x="1718" y="271"/>
                    <a:pt x="1718" y="187"/>
                    <a:pt x="1734" y="86"/>
                  </a:cubicBezTo>
                  <a:cubicBezTo>
                    <a:pt x="1734" y="53"/>
                    <a:pt x="1718" y="37"/>
                    <a:pt x="1698" y="21"/>
                  </a:cubicBezTo>
                  <a:cubicBezTo>
                    <a:pt x="1681" y="21"/>
                    <a:pt x="1681" y="1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1923059" y="2704715"/>
              <a:ext cx="145809" cy="294201"/>
            </a:xfrm>
            <a:custGeom>
              <a:avLst/>
              <a:gdLst/>
              <a:ahLst/>
              <a:cxnLst/>
              <a:rect l="l" t="t" r="r" b="b"/>
              <a:pathLst>
                <a:path w="1468" h="2962" extrusionOk="0">
                  <a:moveTo>
                    <a:pt x="1" y="1"/>
                  </a:moveTo>
                  <a:lnTo>
                    <a:pt x="1" y="17"/>
                  </a:lnTo>
                  <a:cubicBezTo>
                    <a:pt x="33" y="166"/>
                    <a:pt x="134" y="304"/>
                    <a:pt x="235" y="437"/>
                  </a:cubicBezTo>
                  <a:cubicBezTo>
                    <a:pt x="288" y="490"/>
                    <a:pt x="336" y="538"/>
                    <a:pt x="372" y="607"/>
                  </a:cubicBezTo>
                  <a:cubicBezTo>
                    <a:pt x="607" y="942"/>
                    <a:pt x="841" y="1277"/>
                    <a:pt x="1079" y="1617"/>
                  </a:cubicBezTo>
                  <a:cubicBezTo>
                    <a:pt x="1180" y="1766"/>
                    <a:pt x="1281" y="1904"/>
                    <a:pt x="1382" y="2053"/>
                  </a:cubicBezTo>
                  <a:cubicBezTo>
                    <a:pt x="1415" y="2106"/>
                    <a:pt x="1431" y="2154"/>
                    <a:pt x="1431" y="2207"/>
                  </a:cubicBezTo>
                  <a:cubicBezTo>
                    <a:pt x="1447" y="2457"/>
                    <a:pt x="1447" y="2691"/>
                    <a:pt x="1431" y="2893"/>
                  </a:cubicBezTo>
                  <a:lnTo>
                    <a:pt x="1431" y="2930"/>
                  </a:lnTo>
                  <a:cubicBezTo>
                    <a:pt x="1415" y="2930"/>
                    <a:pt x="1415" y="2946"/>
                    <a:pt x="1415" y="2946"/>
                  </a:cubicBezTo>
                  <a:lnTo>
                    <a:pt x="1415" y="2962"/>
                  </a:lnTo>
                  <a:lnTo>
                    <a:pt x="1431" y="2962"/>
                  </a:lnTo>
                  <a:lnTo>
                    <a:pt x="1447" y="2946"/>
                  </a:lnTo>
                  <a:cubicBezTo>
                    <a:pt x="1447" y="2930"/>
                    <a:pt x="1467" y="2913"/>
                    <a:pt x="1467" y="2893"/>
                  </a:cubicBezTo>
                  <a:lnTo>
                    <a:pt x="1467" y="2207"/>
                  </a:lnTo>
                  <a:cubicBezTo>
                    <a:pt x="1467" y="2154"/>
                    <a:pt x="1447" y="2085"/>
                    <a:pt x="1415" y="2037"/>
                  </a:cubicBezTo>
                  <a:cubicBezTo>
                    <a:pt x="1314" y="1883"/>
                    <a:pt x="1197" y="1750"/>
                    <a:pt x="1096" y="1601"/>
                  </a:cubicBezTo>
                  <a:cubicBezTo>
                    <a:pt x="861" y="1261"/>
                    <a:pt x="623" y="926"/>
                    <a:pt x="405" y="591"/>
                  </a:cubicBezTo>
                  <a:cubicBezTo>
                    <a:pt x="356" y="522"/>
                    <a:pt x="304" y="469"/>
                    <a:pt x="271" y="421"/>
                  </a:cubicBezTo>
                  <a:cubicBezTo>
                    <a:pt x="170" y="288"/>
                    <a:pt x="69" y="166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1264237" y="3075098"/>
              <a:ext cx="150577" cy="149782"/>
            </a:xfrm>
            <a:custGeom>
              <a:avLst/>
              <a:gdLst/>
              <a:ahLst/>
              <a:cxnLst/>
              <a:rect l="l" t="t" r="r" b="b"/>
              <a:pathLst>
                <a:path w="1516" h="1508" extrusionOk="0">
                  <a:moveTo>
                    <a:pt x="1429" y="0"/>
                  </a:moveTo>
                  <a:cubicBezTo>
                    <a:pt x="1403" y="0"/>
                    <a:pt x="1374" y="9"/>
                    <a:pt x="1350" y="25"/>
                  </a:cubicBezTo>
                  <a:lnTo>
                    <a:pt x="893" y="174"/>
                  </a:lnTo>
                  <a:lnTo>
                    <a:pt x="659" y="259"/>
                  </a:lnTo>
                  <a:cubicBezTo>
                    <a:pt x="607" y="275"/>
                    <a:pt x="558" y="295"/>
                    <a:pt x="506" y="328"/>
                  </a:cubicBezTo>
                  <a:cubicBezTo>
                    <a:pt x="388" y="360"/>
                    <a:pt x="271" y="413"/>
                    <a:pt x="138" y="445"/>
                  </a:cubicBezTo>
                  <a:cubicBezTo>
                    <a:pt x="21" y="477"/>
                    <a:pt x="1" y="546"/>
                    <a:pt x="1" y="647"/>
                  </a:cubicBezTo>
                  <a:lnTo>
                    <a:pt x="1" y="1119"/>
                  </a:lnTo>
                  <a:lnTo>
                    <a:pt x="1" y="1370"/>
                  </a:lnTo>
                  <a:cubicBezTo>
                    <a:pt x="1" y="1406"/>
                    <a:pt x="21" y="1422"/>
                    <a:pt x="21" y="1455"/>
                  </a:cubicBezTo>
                  <a:lnTo>
                    <a:pt x="21" y="1487"/>
                  </a:lnTo>
                  <a:cubicBezTo>
                    <a:pt x="21" y="1507"/>
                    <a:pt x="37" y="1507"/>
                    <a:pt x="37" y="1507"/>
                  </a:cubicBezTo>
                  <a:cubicBezTo>
                    <a:pt x="37" y="1507"/>
                    <a:pt x="53" y="1507"/>
                    <a:pt x="53" y="1487"/>
                  </a:cubicBezTo>
                  <a:cubicBezTo>
                    <a:pt x="53" y="1471"/>
                    <a:pt x="37" y="1471"/>
                    <a:pt x="37" y="1455"/>
                  </a:cubicBezTo>
                  <a:lnTo>
                    <a:pt x="37" y="1370"/>
                  </a:lnTo>
                  <a:lnTo>
                    <a:pt x="37" y="1119"/>
                  </a:lnTo>
                  <a:lnTo>
                    <a:pt x="37" y="647"/>
                  </a:lnTo>
                  <a:cubicBezTo>
                    <a:pt x="37" y="546"/>
                    <a:pt x="53" y="497"/>
                    <a:pt x="138" y="477"/>
                  </a:cubicBezTo>
                  <a:cubicBezTo>
                    <a:pt x="271" y="445"/>
                    <a:pt x="405" y="396"/>
                    <a:pt x="526" y="344"/>
                  </a:cubicBezTo>
                  <a:cubicBezTo>
                    <a:pt x="574" y="328"/>
                    <a:pt x="627" y="312"/>
                    <a:pt x="675" y="295"/>
                  </a:cubicBezTo>
                  <a:lnTo>
                    <a:pt x="910" y="211"/>
                  </a:lnTo>
                  <a:cubicBezTo>
                    <a:pt x="1047" y="158"/>
                    <a:pt x="1196" y="93"/>
                    <a:pt x="1350" y="41"/>
                  </a:cubicBezTo>
                  <a:cubicBezTo>
                    <a:pt x="1374" y="33"/>
                    <a:pt x="1399" y="29"/>
                    <a:pt x="1421" y="29"/>
                  </a:cubicBezTo>
                  <a:cubicBezTo>
                    <a:pt x="1442" y="29"/>
                    <a:pt x="1459" y="33"/>
                    <a:pt x="1467" y="41"/>
                  </a:cubicBezTo>
                  <a:cubicBezTo>
                    <a:pt x="1483" y="57"/>
                    <a:pt x="1499" y="73"/>
                    <a:pt x="1499" y="93"/>
                  </a:cubicBezTo>
                  <a:cubicBezTo>
                    <a:pt x="1467" y="275"/>
                    <a:pt x="1483" y="445"/>
                    <a:pt x="1483" y="631"/>
                  </a:cubicBezTo>
                  <a:lnTo>
                    <a:pt x="1483" y="917"/>
                  </a:lnTo>
                  <a:cubicBezTo>
                    <a:pt x="1483" y="966"/>
                    <a:pt x="1467" y="1018"/>
                    <a:pt x="1451" y="1051"/>
                  </a:cubicBezTo>
                  <a:cubicBezTo>
                    <a:pt x="1451" y="1067"/>
                    <a:pt x="1451" y="1067"/>
                    <a:pt x="1467" y="1067"/>
                  </a:cubicBezTo>
                  <a:lnTo>
                    <a:pt x="1483" y="1067"/>
                  </a:lnTo>
                  <a:cubicBezTo>
                    <a:pt x="1499" y="1018"/>
                    <a:pt x="1499" y="966"/>
                    <a:pt x="1499" y="934"/>
                  </a:cubicBezTo>
                  <a:cubicBezTo>
                    <a:pt x="1516" y="833"/>
                    <a:pt x="1499" y="715"/>
                    <a:pt x="1499" y="631"/>
                  </a:cubicBezTo>
                  <a:cubicBezTo>
                    <a:pt x="1499" y="445"/>
                    <a:pt x="1499" y="275"/>
                    <a:pt x="1516" y="110"/>
                  </a:cubicBezTo>
                  <a:cubicBezTo>
                    <a:pt x="1516" y="57"/>
                    <a:pt x="1499" y="41"/>
                    <a:pt x="1483" y="25"/>
                  </a:cubicBezTo>
                  <a:cubicBezTo>
                    <a:pt x="1475" y="9"/>
                    <a:pt x="1454" y="0"/>
                    <a:pt x="14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1266223" y="2368699"/>
              <a:ext cx="212357" cy="158821"/>
            </a:xfrm>
            <a:custGeom>
              <a:avLst/>
              <a:gdLst/>
              <a:ahLst/>
              <a:cxnLst/>
              <a:rect l="l" t="t" r="r" b="b"/>
              <a:pathLst>
                <a:path w="2138" h="1599" extrusionOk="0">
                  <a:moveTo>
                    <a:pt x="1439" y="1"/>
                  </a:moveTo>
                  <a:cubicBezTo>
                    <a:pt x="1420" y="1"/>
                    <a:pt x="1401" y="8"/>
                    <a:pt x="1378" y="15"/>
                  </a:cubicBezTo>
                  <a:cubicBezTo>
                    <a:pt x="942" y="237"/>
                    <a:pt x="570" y="403"/>
                    <a:pt x="219" y="540"/>
                  </a:cubicBezTo>
                  <a:cubicBezTo>
                    <a:pt x="33" y="621"/>
                    <a:pt x="1" y="722"/>
                    <a:pt x="17" y="891"/>
                  </a:cubicBezTo>
                  <a:lnTo>
                    <a:pt x="17" y="1178"/>
                  </a:lnTo>
                  <a:cubicBezTo>
                    <a:pt x="17" y="1295"/>
                    <a:pt x="17" y="1429"/>
                    <a:pt x="33" y="1550"/>
                  </a:cubicBezTo>
                  <a:cubicBezTo>
                    <a:pt x="33" y="1566"/>
                    <a:pt x="33" y="1566"/>
                    <a:pt x="49" y="1566"/>
                  </a:cubicBezTo>
                  <a:lnTo>
                    <a:pt x="49" y="1550"/>
                  </a:lnTo>
                  <a:cubicBezTo>
                    <a:pt x="33" y="1429"/>
                    <a:pt x="33" y="1295"/>
                    <a:pt x="49" y="1178"/>
                  </a:cubicBezTo>
                  <a:cubicBezTo>
                    <a:pt x="49" y="1077"/>
                    <a:pt x="49" y="976"/>
                    <a:pt x="33" y="891"/>
                  </a:cubicBezTo>
                  <a:cubicBezTo>
                    <a:pt x="33" y="722"/>
                    <a:pt x="49" y="641"/>
                    <a:pt x="235" y="572"/>
                  </a:cubicBezTo>
                  <a:cubicBezTo>
                    <a:pt x="570" y="419"/>
                    <a:pt x="958" y="253"/>
                    <a:pt x="1378" y="51"/>
                  </a:cubicBezTo>
                  <a:cubicBezTo>
                    <a:pt x="1402" y="35"/>
                    <a:pt x="1422" y="26"/>
                    <a:pt x="1439" y="26"/>
                  </a:cubicBezTo>
                  <a:cubicBezTo>
                    <a:pt x="1460" y="26"/>
                    <a:pt x="1478" y="39"/>
                    <a:pt x="1496" y="67"/>
                  </a:cubicBezTo>
                  <a:cubicBezTo>
                    <a:pt x="1597" y="184"/>
                    <a:pt x="1698" y="318"/>
                    <a:pt x="1799" y="439"/>
                  </a:cubicBezTo>
                  <a:cubicBezTo>
                    <a:pt x="2101" y="807"/>
                    <a:pt x="2101" y="807"/>
                    <a:pt x="2085" y="1279"/>
                  </a:cubicBezTo>
                  <a:cubicBezTo>
                    <a:pt x="2085" y="1311"/>
                    <a:pt x="2101" y="1348"/>
                    <a:pt x="2101" y="1364"/>
                  </a:cubicBezTo>
                  <a:cubicBezTo>
                    <a:pt x="2101" y="1449"/>
                    <a:pt x="2101" y="1513"/>
                    <a:pt x="2069" y="1582"/>
                  </a:cubicBezTo>
                  <a:lnTo>
                    <a:pt x="2069" y="1598"/>
                  </a:lnTo>
                  <a:lnTo>
                    <a:pt x="2085" y="1598"/>
                  </a:lnTo>
                  <a:cubicBezTo>
                    <a:pt x="2138" y="1513"/>
                    <a:pt x="2138" y="1449"/>
                    <a:pt x="2122" y="1364"/>
                  </a:cubicBezTo>
                  <a:lnTo>
                    <a:pt x="2122" y="1279"/>
                  </a:lnTo>
                  <a:cubicBezTo>
                    <a:pt x="2122" y="790"/>
                    <a:pt x="2122" y="790"/>
                    <a:pt x="1835" y="419"/>
                  </a:cubicBezTo>
                  <a:lnTo>
                    <a:pt x="1819" y="419"/>
                  </a:lnTo>
                  <a:cubicBezTo>
                    <a:pt x="1718" y="302"/>
                    <a:pt x="1617" y="168"/>
                    <a:pt x="1516" y="51"/>
                  </a:cubicBezTo>
                  <a:cubicBezTo>
                    <a:pt x="1486" y="12"/>
                    <a:pt x="1463" y="1"/>
                    <a:pt x="14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2167002" y="3477166"/>
              <a:ext cx="6953" cy="44994"/>
            </a:xfrm>
            <a:custGeom>
              <a:avLst/>
              <a:gdLst/>
              <a:ahLst/>
              <a:cxnLst/>
              <a:rect l="l" t="t" r="r" b="b"/>
              <a:pathLst>
                <a:path w="70" h="45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85"/>
                    <a:pt x="21" y="150"/>
                    <a:pt x="21" y="235"/>
                  </a:cubicBezTo>
                  <a:cubicBezTo>
                    <a:pt x="21" y="303"/>
                    <a:pt x="37" y="368"/>
                    <a:pt x="21" y="437"/>
                  </a:cubicBezTo>
                  <a:cubicBezTo>
                    <a:pt x="1" y="453"/>
                    <a:pt x="21" y="453"/>
                    <a:pt x="21" y="453"/>
                  </a:cubicBezTo>
                  <a:lnTo>
                    <a:pt x="37" y="453"/>
                  </a:lnTo>
                  <a:cubicBezTo>
                    <a:pt x="53" y="368"/>
                    <a:pt x="53" y="303"/>
                    <a:pt x="53" y="235"/>
                  </a:cubicBezTo>
                  <a:cubicBezTo>
                    <a:pt x="53" y="150"/>
                    <a:pt x="53" y="85"/>
                    <a:pt x="70" y="16"/>
                  </a:cubicBezTo>
                  <a:cubicBezTo>
                    <a:pt x="70" y="0"/>
                    <a:pt x="70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574127" y="3528914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86"/>
                    <a:pt x="17" y="352"/>
                    <a:pt x="17" y="521"/>
                  </a:cubicBezTo>
                  <a:lnTo>
                    <a:pt x="17" y="808"/>
                  </a:lnTo>
                  <a:cubicBezTo>
                    <a:pt x="17" y="824"/>
                    <a:pt x="17" y="824"/>
                    <a:pt x="33" y="824"/>
                  </a:cubicBezTo>
                  <a:lnTo>
                    <a:pt x="33" y="808"/>
                  </a:lnTo>
                  <a:lnTo>
                    <a:pt x="33" y="521"/>
                  </a:lnTo>
                  <a:cubicBezTo>
                    <a:pt x="33" y="352"/>
                    <a:pt x="49" y="186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985431" y="2051157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17"/>
                    <a:pt x="0" y="235"/>
                    <a:pt x="0" y="352"/>
                  </a:cubicBezTo>
                  <a:lnTo>
                    <a:pt x="0" y="570"/>
                  </a:lnTo>
                  <a:cubicBezTo>
                    <a:pt x="16" y="622"/>
                    <a:pt x="0" y="655"/>
                    <a:pt x="0" y="707"/>
                  </a:cubicBezTo>
                  <a:cubicBezTo>
                    <a:pt x="0" y="788"/>
                    <a:pt x="0" y="857"/>
                    <a:pt x="16" y="941"/>
                  </a:cubicBezTo>
                  <a:lnTo>
                    <a:pt x="32" y="958"/>
                  </a:lnTo>
                  <a:cubicBezTo>
                    <a:pt x="49" y="958"/>
                    <a:pt x="49" y="941"/>
                    <a:pt x="49" y="941"/>
                  </a:cubicBezTo>
                  <a:cubicBezTo>
                    <a:pt x="32" y="857"/>
                    <a:pt x="32" y="772"/>
                    <a:pt x="32" y="707"/>
                  </a:cubicBezTo>
                  <a:lnTo>
                    <a:pt x="32" y="570"/>
                  </a:lnTo>
                  <a:lnTo>
                    <a:pt x="32" y="352"/>
                  </a:lnTo>
                  <a:cubicBezTo>
                    <a:pt x="32" y="235"/>
                    <a:pt x="32" y="117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1520197" y="3152572"/>
              <a:ext cx="197557" cy="310987"/>
            </a:xfrm>
            <a:custGeom>
              <a:avLst/>
              <a:gdLst/>
              <a:ahLst/>
              <a:cxnLst/>
              <a:rect l="l" t="t" r="r" b="b"/>
              <a:pathLst>
                <a:path w="1989" h="313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70" y="137"/>
                    <a:pt x="118" y="186"/>
                  </a:cubicBezTo>
                  <a:cubicBezTo>
                    <a:pt x="134" y="202"/>
                    <a:pt x="150" y="222"/>
                    <a:pt x="171" y="238"/>
                  </a:cubicBezTo>
                  <a:cubicBezTo>
                    <a:pt x="272" y="323"/>
                    <a:pt x="352" y="424"/>
                    <a:pt x="453" y="525"/>
                  </a:cubicBezTo>
                  <a:cubicBezTo>
                    <a:pt x="554" y="642"/>
                    <a:pt x="676" y="760"/>
                    <a:pt x="793" y="877"/>
                  </a:cubicBezTo>
                  <a:cubicBezTo>
                    <a:pt x="1160" y="1248"/>
                    <a:pt x="1516" y="1600"/>
                    <a:pt x="1867" y="1955"/>
                  </a:cubicBezTo>
                  <a:cubicBezTo>
                    <a:pt x="1936" y="2020"/>
                    <a:pt x="1952" y="2072"/>
                    <a:pt x="1952" y="2173"/>
                  </a:cubicBezTo>
                  <a:cubicBezTo>
                    <a:pt x="1952" y="2424"/>
                    <a:pt x="1952" y="2695"/>
                    <a:pt x="1936" y="3014"/>
                  </a:cubicBezTo>
                  <a:cubicBezTo>
                    <a:pt x="1936" y="3050"/>
                    <a:pt x="1936" y="3066"/>
                    <a:pt x="1920" y="3099"/>
                  </a:cubicBezTo>
                  <a:lnTo>
                    <a:pt x="1920" y="3115"/>
                  </a:lnTo>
                  <a:lnTo>
                    <a:pt x="1920" y="3131"/>
                  </a:lnTo>
                  <a:lnTo>
                    <a:pt x="1936" y="3131"/>
                  </a:lnTo>
                  <a:lnTo>
                    <a:pt x="1936" y="3115"/>
                  </a:lnTo>
                  <a:lnTo>
                    <a:pt x="1952" y="3115"/>
                  </a:lnTo>
                  <a:cubicBezTo>
                    <a:pt x="1952" y="3082"/>
                    <a:pt x="1968" y="3050"/>
                    <a:pt x="1968" y="3014"/>
                  </a:cubicBezTo>
                  <a:cubicBezTo>
                    <a:pt x="1968" y="2695"/>
                    <a:pt x="1968" y="2424"/>
                    <a:pt x="1988" y="2173"/>
                  </a:cubicBezTo>
                  <a:cubicBezTo>
                    <a:pt x="1988" y="2072"/>
                    <a:pt x="1952" y="2004"/>
                    <a:pt x="1887" y="1939"/>
                  </a:cubicBezTo>
                  <a:cubicBezTo>
                    <a:pt x="1532" y="1584"/>
                    <a:pt x="1181" y="1232"/>
                    <a:pt x="809" y="844"/>
                  </a:cubicBezTo>
                  <a:cubicBezTo>
                    <a:pt x="692" y="743"/>
                    <a:pt x="575" y="606"/>
                    <a:pt x="474" y="505"/>
                  </a:cubicBezTo>
                  <a:cubicBezTo>
                    <a:pt x="373" y="404"/>
                    <a:pt x="288" y="303"/>
                    <a:pt x="203" y="222"/>
                  </a:cubicBezTo>
                  <a:cubicBezTo>
                    <a:pt x="171" y="202"/>
                    <a:pt x="150" y="186"/>
                    <a:pt x="134" y="170"/>
                  </a:cubicBezTo>
                  <a:cubicBezTo>
                    <a:pt x="86" y="121"/>
                    <a:pt x="33" y="85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2095190" y="3127641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50"/>
                    <a:pt x="17" y="203"/>
                  </a:cubicBezTo>
                  <a:cubicBezTo>
                    <a:pt x="17" y="271"/>
                    <a:pt x="17" y="336"/>
                    <a:pt x="1" y="388"/>
                  </a:cubicBezTo>
                  <a:cubicBezTo>
                    <a:pt x="1" y="405"/>
                    <a:pt x="1" y="405"/>
                    <a:pt x="17" y="405"/>
                  </a:cubicBezTo>
                  <a:lnTo>
                    <a:pt x="37" y="405"/>
                  </a:lnTo>
                  <a:cubicBezTo>
                    <a:pt x="53" y="336"/>
                    <a:pt x="53" y="271"/>
                    <a:pt x="53" y="203"/>
                  </a:cubicBezTo>
                  <a:cubicBezTo>
                    <a:pt x="37" y="134"/>
                    <a:pt x="37" y="85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2080390" y="3607579"/>
              <a:ext cx="98828" cy="126838"/>
            </a:xfrm>
            <a:custGeom>
              <a:avLst/>
              <a:gdLst/>
              <a:ahLst/>
              <a:cxnLst/>
              <a:rect l="l" t="t" r="r" b="b"/>
              <a:pathLst>
                <a:path w="995" h="1277" extrusionOk="0">
                  <a:moveTo>
                    <a:pt x="65" y="0"/>
                  </a:moveTo>
                  <a:cubicBezTo>
                    <a:pt x="0" y="101"/>
                    <a:pt x="17" y="186"/>
                    <a:pt x="85" y="251"/>
                  </a:cubicBezTo>
                  <a:cubicBezTo>
                    <a:pt x="186" y="335"/>
                    <a:pt x="287" y="453"/>
                    <a:pt x="368" y="554"/>
                  </a:cubicBezTo>
                  <a:lnTo>
                    <a:pt x="521" y="707"/>
                  </a:lnTo>
                  <a:lnTo>
                    <a:pt x="554" y="739"/>
                  </a:lnTo>
                  <a:cubicBezTo>
                    <a:pt x="707" y="893"/>
                    <a:pt x="857" y="1042"/>
                    <a:pt x="925" y="1260"/>
                  </a:cubicBezTo>
                  <a:lnTo>
                    <a:pt x="942" y="1277"/>
                  </a:lnTo>
                  <a:lnTo>
                    <a:pt x="974" y="1277"/>
                  </a:lnTo>
                  <a:cubicBezTo>
                    <a:pt x="994" y="1277"/>
                    <a:pt x="994" y="1260"/>
                    <a:pt x="994" y="1260"/>
                  </a:cubicBezTo>
                  <a:cubicBezTo>
                    <a:pt x="994" y="1244"/>
                    <a:pt x="974" y="1244"/>
                    <a:pt x="974" y="1244"/>
                  </a:cubicBezTo>
                  <a:lnTo>
                    <a:pt x="958" y="1244"/>
                  </a:lnTo>
                  <a:lnTo>
                    <a:pt x="958" y="1260"/>
                  </a:lnTo>
                  <a:lnTo>
                    <a:pt x="942" y="1244"/>
                  </a:lnTo>
                  <a:cubicBezTo>
                    <a:pt x="873" y="1026"/>
                    <a:pt x="723" y="873"/>
                    <a:pt x="570" y="723"/>
                  </a:cubicBezTo>
                  <a:lnTo>
                    <a:pt x="538" y="691"/>
                  </a:lnTo>
                  <a:cubicBezTo>
                    <a:pt x="489" y="638"/>
                    <a:pt x="437" y="590"/>
                    <a:pt x="404" y="537"/>
                  </a:cubicBezTo>
                  <a:cubicBezTo>
                    <a:pt x="303" y="420"/>
                    <a:pt x="202" y="319"/>
                    <a:pt x="101" y="218"/>
                  </a:cubicBezTo>
                  <a:cubicBezTo>
                    <a:pt x="33" y="166"/>
                    <a:pt x="49" y="85"/>
                    <a:pt x="85" y="16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1411536" y="1420741"/>
              <a:ext cx="63469" cy="217224"/>
            </a:xfrm>
            <a:custGeom>
              <a:avLst/>
              <a:gdLst/>
              <a:ahLst/>
              <a:cxnLst/>
              <a:rect l="l" t="t" r="r" b="b"/>
              <a:pathLst>
                <a:path w="639" h="2187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6" y="187"/>
                    <a:pt x="0" y="320"/>
                    <a:pt x="0" y="469"/>
                  </a:cubicBezTo>
                  <a:lnTo>
                    <a:pt x="0" y="1197"/>
                  </a:lnTo>
                  <a:cubicBezTo>
                    <a:pt x="0" y="1298"/>
                    <a:pt x="33" y="1378"/>
                    <a:pt x="117" y="1463"/>
                  </a:cubicBezTo>
                  <a:cubicBezTo>
                    <a:pt x="202" y="1548"/>
                    <a:pt x="271" y="1665"/>
                    <a:pt x="319" y="1766"/>
                  </a:cubicBezTo>
                  <a:cubicBezTo>
                    <a:pt x="356" y="1819"/>
                    <a:pt x="388" y="1867"/>
                    <a:pt x="420" y="1920"/>
                  </a:cubicBezTo>
                  <a:cubicBezTo>
                    <a:pt x="436" y="1936"/>
                    <a:pt x="457" y="1968"/>
                    <a:pt x="473" y="1984"/>
                  </a:cubicBezTo>
                  <a:cubicBezTo>
                    <a:pt x="505" y="2069"/>
                    <a:pt x="558" y="2138"/>
                    <a:pt x="622" y="2186"/>
                  </a:cubicBezTo>
                  <a:lnTo>
                    <a:pt x="638" y="2186"/>
                  </a:lnTo>
                  <a:lnTo>
                    <a:pt x="638" y="2170"/>
                  </a:lnTo>
                  <a:cubicBezTo>
                    <a:pt x="574" y="2122"/>
                    <a:pt x="521" y="2053"/>
                    <a:pt x="489" y="1984"/>
                  </a:cubicBezTo>
                  <a:cubicBezTo>
                    <a:pt x="473" y="1952"/>
                    <a:pt x="457" y="1920"/>
                    <a:pt x="436" y="1904"/>
                  </a:cubicBezTo>
                  <a:cubicBezTo>
                    <a:pt x="404" y="1851"/>
                    <a:pt x="388" y="1803"/>
                    <a:pt x="356" y="1750"/>
                  </a:cubicBezTo>
                  <a:cubicBezTo>
                    <a:pt x="287" y="1649"/>
                    <a:pt x="218" y="1532"/>
                    <a:pt x="134" y="1447"/>
                  </a:cubicBezTo>
                  <a:cubicBezTo>
                    <a:pt x="53" y="1362"/>
                    <a:pt x="16" y="1298"/>
                    <a:pt x="16" y="1197"/>
                  </a:cubicBezTo>
                  <a:lnTo>
                    <a:pt x="16" y="469"/>
                  </a:lnTo>
                  <a:cubicBezTo>
                    <a:pt x="16" y="320"/>
                    <a:pt x="33" y="187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480264" y="2855193"/>
              <a:ext cx="160609" cy="163787"/>
            </a:xfrm>
            <a:custGeom>
              <a:avLst/>
              <a:gdLst/>
              <a:ahLst/>
              <a:cxnLst/>
              <a:rect l="l" t="t" r="r" b="b"/>
              <a:pathLst>
                <a:path w="1617" h="1649" extrusionOk="0">
                  <a:moveTo>
                    <a:pt x="1551" y="1"/>
                  </a:moveTo>
                  <a:lnTo>
                    <a:pt x="1551" y="33"/>
                  </a:lnTo>
                  <a:cubicBezTo>
                    <a:pt x="1600" y="86"/>
                    <a:pt x="1584" y="150"/>
                    <a:pt x="1584" y="219"/>
                  </a:cubicBezTo>
                  <a:cubicBezTo>
                    <a:pt x="1568" y="267"/>
                    <a:pt x="1568" y="304"/>
                    <a:pt x="1568" y="336"/>
                  </a:cubicBezTo>
                  <a:cubicBezTo>
                    <a:pt x="1584" y="453"/>
                    <a:pt x="1584" y="591"/>
                    <a:pt x="1584" y="708"/>
                  </a:cubicBezTo>
                  <a:lnTo>
                    <a:pt x="1584" y="893"/>
                  </a:lnTo>
                  <a:cubicBezTo>
                    <a:pt x="1584" y="958"/>
                    <a:pt x="1551" y="1011"/>
                    <a:pt x="1499" y="1027"/>
                  </a:cubicBezTo>
                  <a:cubicBezTo>
                    <a:pt x="1095" y="1196"/>
                    <a:pt x="707" y="1346"/>
                    <a:pt x="303" y="1499"/>
                  </a:cubicBezTo>
                  <a:lnTo>
                    <a:pt x="0" y="1633"/>
                  </a:lnTo>
                  <a:lnTo>
                    <a:pt x="0" y="1649"/>
                  </a:lnTo>
                  <a:lnTo>
                    <a:pt x="16" y="1649"/>
                  </a:lnTo>
                  <a:lnTo>
                    <a:pt x="319" y="1532"/>
                  </a:lnTo>
                  <a:cubicBezTo>
                    <a:pt x="707" y="1378"/>
                    <a:pt x="1111" y="1213"/>
                    <a:pt x="1499" y="1059"/>
                  </a:cubicBezTo>
                  <a:cubicBezTo>
                    <a:pt x="1568" y="1027"/>
                    <a:pt x="1600" y="974"/>
                    <a:pt x="1600" y="893"/>
                  </a:cubicBezTo>
                  <a:lnTo>
                    <a:pt x="1600" y="708"/>
                  </a:lnTo>
                  <a:cubicBezTo>
                    <a:pt x="1616" y="591"/>
                    <a:pt x="1616" y="453"/>
                    <a:pt x="1600" y="336"/>
                  </a:cubicBezTo>
                  <a:lnTo>
                    <a:pt x="1600" y="219"/>
                  </a:lnTo>
                  <a:cubicBezTo>
                    <a:pt x="1616" y="150"/>
                    <a:pt x="1616" y="86"/>
                    <a:pt x="1584" y="17"/>
                  </a:cubicBezTo>
                  <a:cubicBezTo>
                    <a:pt x="1568" y="1"/>
                    <a:pt x="1568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2088833" y="2560694"/>
              <a:ext cx="98332" cy="207589"/>
            </a:xfrm>
            <a:custGeom>
              <a:avLst/>
              <a:gdLst/>
              <a:ahLst/>
              <a:cxnLst/>
              <a:rect l="l" t="t" r="r" b="b"/>
              <a:pathLst>
                <a:path w="990" h="2090" extrusionOk="0">
                  <a:moveTo>
                    <a:pt x="0" y="1"/>
                  </a:moveTo>
                  <a:lnTo>
                    <a:pt x="0" y="21"/>
                  </a:lnTo>
                  <a:cubicBezTo>
                    <a:pt x="101" y="138"/>
                    <a:pt x="166" y="271"/>
                    <a:pt x="251" y="388"/>
                  </a:cubicBezTo>
                  <a:cubicBezTo>
                    <a:pt x="283" y="473"/>
                    <a:pt x="335" y="558"/>
                    <a:pt x="384" y="627"/>
                  </a:cubicBezTo>
                  <a:cubicBezTo>
                    <a:pt x="453" y="728"/>
                    <a:pt x="521" y="829"/>
                    <a:pt x="570" y="946"/>
                  </a:cubicBezTo>
                  <a:cubicBezTo>
                    <a:pt x="671" y="1112"/>
                    <a:pt x="772" y="1281"/>
                    <a:pt x="909" y="1435"/>
                  </a:cubicBezTo>
                  <a:cubicBezTo>
                    <a:pt x="925" y="1467"/>
                    <a:pt x="941" y="1483"/>
                    <a:pt x="941" y="1515"/>
                  </a:cubicBezTo>
                  <a:lnTo>
                    <a:pt x="941" y="1701"/>
                  </a:lnTo>
                  <a:cubicBezTo>
                    <a:pt x="958" y="1839"/>
                    <a:pt x="958" y="1956"/>
                    <a:pt x="925" y="2073"/>
                  </a:cubicBezTo>
                  <a:lnTo>
                    <a:pt x="925" y="2089"/>
                  </a:lnTo>
                  <a:lnTo>
                    <a:pt x="941" y="2089"/>
                  </a:lnTo>
                  <a:cubicBezTo>
                    <a:pt x="990" y="1956"/>
                    <a:pt x="974" y="1839"/>
                    <a:pt x="974" y="1701"/>
                  </a:cubicBezTo>
                  <a:lnTo>
                    <a:pt x="974" y="1515"/>
                  </a:lnTo>
                  <a:cubicBezTo>
                    <a:pt x="974" y="1467"/>
                    <a:pt x="941" y="1435"/>
                    <a:pt x="925" y="1414"/>
                  </a:cubicBezTo>
                  <a:cubicBezTo>
                    <a:pt x="788" y="1265"/>
                    <a:pt x="687" y="1095"/>
                    <a:pt x="606" y="930"/>
                  </a:cubicBezTo>
                  <a:cubicBezTo>
                    <a:pt x="537" y="829"/>
                    <a:pt x="469" y="708"/>
                    <a:pt x="404" y="607"/>
                  </a:cubicBezTo>
                  <a:cubicBezTo>
                    <a:pt x="352" y="542"/>
                    <a:pt x="303" y="457"/>
                    <a:pt x="267" y="372"/>
                  </a:cubicBezTo>
                  <a:cubicBezTo>
                    <a:pt x="182" y="255"/>
                    <a:pt x="117" y="122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2167002" y="3602315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lnTo>
                    <a:pt x="37" y="17"/>
                  </a:lnTo>
                  <a:cubicBezTo>
                    <a:pt x="21" y="102"/>
                    <a:pt x="21" y="170"/>
                    <a:pt x="21" y="255"/>
                  </a:cubicBezTo>
                  <a:cubicBezTo>
                    <a:pt x="21" y="320"/>
                    <a:pt x="37" y="405"/>
                    <a:pt x="21" y="473"/>
                  </a:cubicBezTo>
                  <a:cubicBezTo>
                    <a:pt x="1" y="489"/>
                    <a:pt x="21" y="489"/>
                    <a:pt x="21" y="489"/>
                  </a:cubicBezTo>
                  <a:lnTo>
                    <a:pt x="37" y="489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53" y="170"/>
                    <a:pt x="53" y="102"/>
                    <a:pt x="70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1338035" y="2052746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66"/>
                    <a:pt x="17" y="303"/>
                    <a:pt x="17" y="453"/>
                  </a:cubicBezTo>
                  <a:lnTo>
                    <a:pt x="17" y="723"/>
                  </a:lnTo>
                  <a:lnTo>
                    <a:pt x="17" y="772"/>
                  </a:lnTo>
                  <a:cubicBezTo>
                    <a:pt x="17" y="808"/>
                    <a:pt x="17" y="841"/>
                    <a:pt x="33" y="893"/>
                  </a:cubicBezTo>
                  <a:lnTo>
                    <a:pt x="49" y="893"/>
                  </a:lnTo>
                  <a:cubicBezTo>
                    <a:pt x="66" y="893"/>
                    <a:pt x="66" y="893"/>
                    <a:pt x="66" y="873"/>
                  </a:cubicBezTo>
                  <a:cubicBezTo>
                    <a:pt x="49" y="841"/>
                    <a:pt x="49" y="808"/>
                    <a:pt x="49" y="772"/>
                  </a:cubicBezTo>
                  <a:lnTo>
                    <a:pt x="49" y="723"/>
                  </a:lnTo>
                  <a:lnTo>
                    <a:pt x="49" y="453"/>
                  </a:lnTo>
                  <a:cubicBezTo>
                    <a:pt x="49" y="303"/>
                    <a:pt x="49" y="166"/>
                    <a:pt x="33" y="17"/>
                  </a:cubicBezTo>
                  <a:cubicBezTo>
                    <a:pt x="33" y="17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513936" y="2719614"/>
              <a:ext cx="126937" cy="132102"/>
            </a:xfrm>
            <a:custGeom>
              <a:avLst/>
              <a:gdLst/>
              <a:ahLst/>
              <a:cxnLst/>
              <a:rect l="l" t="t" r="r" b="b"/>
              <a:pathLst>
                <a:path w="1278" h="1330" extrusionOk="0">
                  <a:moveTo>
                    <a:pt x="1245" y="0"/>
                  </a:moveTo>
                  <a:cubicBezTo>
                    <a:pt x="1229" y="0"/>
                    <a:pt x="1229" y="16"/>
                    <a:pt x="1229" y="16"/>
                  </a:cubicBezTo>
                  <a:cubicBezTo>
                    <a:pt x="1245" y="170"/>
                    <a:pt x="1245" y="319"/>
                    <a:pt x="1245" y="473"/>
                  </a:cubicBezTo>
                  <a:cubicBezTo>
                    <a:pt x="1245" y="558"/>
                    <a:pt x="1229" y="643"/>
                    <a:pt x="1245" y="723"/>
                  </a:cubicBezTo>
                  <a:cubicBezTo>
                    <a:pt x="1245" y="776"/>
                    <a:pt x="1212" y="792"/>
                    <a:pt x="1144" y="808"/>
                  </a:cubicBezTo>
                  <a:lnTo>
                    <a:pt x="1144" y="824"/>
                  </a:lnTo>
                  <a:cubicBezTo>
                    <a:pt x="857" y="946"/>
                    <a:pt x="554" y="1063"/>
                    <a:pt x="283" y="1180"/>
                  </a:cubicBezTo>
                  <a:lnTo>
                    <a:pt x="0" y="1297"/>
                  </a:lnTo>
                  <a:lnTo>
                    <a:pt x="0" y="1313"/>
                  </a:lnTo>
                  <a:lnTo>
                    <a:pt x="17" y="1329"/>
                  </a:lnTo>
                  <a:lnTo>
                    <a:pt x="283" y="1212"/>
                  </a:lnTo>
                  <a:cubicBezTo>
                    <a:pt x="570" y="1095"/>
                    <a:pt x="857" y="962"/>
                    <a:pt x="1144" y="845"/>
                  </a:cubicBezTo>
                  <a:lnTo>
                    <a:pt x="1160" y="845"/>
                  </a:lnTo>
                  <a:cubicBezTo>
                    <a:pt x="1212" y="808"/>
                    <a:pt x="1261" y="792"/>
                    <a:pt x="1261" y="723"/>
                  </a:cubicBezTo>
                  <a:lnTo>
                    <a:pt x="1261" y="473"/>
                  </a:lnTo>
                  <a:cubicBezTo>
                    <a:pt x="1261" y="319"/>
                    <a:pt x="1277" y="170"/>
                    <a:pt x="1245" y="16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1861279" y="2816654"/>
              <a:ext cx="4966" cy="45094"/>
            </a:xfrm>
            <a:custGeom>
              <a:avLst/>
              <a:gdLst/>
              <a:ahLst/>
              <a:cxnLst/>
              <a:rect l="l" t="t" r="r" b="b"/>
              <a:pathLst>
                <a:path w="50" h="454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lnTo>
                    <a:pt x="17" y="171"/>
                  </a:lnTo>
                  <a:cubicBezTo>
                    <a:pt x="17" y="272"/>
                    <a:pt x="33" y="352"/>
                    <a:pt x="17" y="437"/>
                  </a:cubicBezTo>
                  <a:cubicBezTo>
                    <a:pt x="1" y="453"/>
                    <a:pt x="17" y="453"/>
                    <a:pt x="17" y="453"/>
                  </a:cubicBezTo>
                  <a:lnTo>
                    <a:pt x="33" y="453"/>
                  </a:lnTo>
                  <a:cubicBezTo>
                    <a:pt x="49" y="352"/>
                    <a:pt x="49" y="272"/>
                    <a:pt x="49" y="171"/>
                  </a:cubicBezTo>
                  <a:lnTo>
                    <a:pt x="49" y="17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491885" y="2392139"/>
              <a:ext cx="144121" cy="70322"/>
            </a:xfrm>
            <a:custGeom>
              <a:avLst/>
              <a:gdLst/>
              <a:ahLst/>
              <a:cxnLst/>
              <a:rect l="l" t="t" r="r" b="b"/>
              <a:pathLst>
                <a:path w="1451" h="708" extrusionOk="0">
                  <a:moveTo>
                    <a:pt x="1434" y="1"/>
                  </a:moveTo>
                  <a:cubicBezTo>
                    <a:pt x="1232" y="82"/>
                    <a:pt x="1047" y="167"/>
                    <a:pt x="877" y="268"/>
                  </a:cubicBezTo>
                  <a:cubicBezTo>
                    <a:pt x="808" y="304"/>
                    <a:pt x="760" y="320"/>
                    <a:pt x="691" y="352"/>
                  </a:cubicBezTo>
                  <a:cubicBezTo>
                    <a:pt x="542" y="437"/>
                    <a:pt x="372" y="506"/>
                    <a:pt x="222" y="587"/>
                  </a:cubicBezTo>
                  <a:cubicBezTo>
                    <a:pt x="154" y="623"/>
                    <a:pt x="85" y="655"/>
                    <a:pt x="0" y="688"/>
                  </a:cubicBezTo>
                  <a:lnTo>
                    <a:pt x="0" y="708"/>
                  </a:lnTo>
                  <a:lnTo>
                    <a:pt x="20" y="708"/>
                  </a:lnTo>
                  <a:cubicBezTo>
                    <a:pt x="85" y="672"/>
                    <a:pt x="154" y="639"/>
                    <a:pt x="239" y="607"/>
                  </a:cubicBezTo>
                  <a:cubicBezTo>
                    <a:pt x="388" y="538"/>
                    <a:pt x="558" y="453"/>
                    <a:pt x="707" y="385"/>
                  </a:cubicBezTo>
                  <a:cubicBezTo>
                    <a:pt x="776" y="352"/>
                    <a:pt x="828" y="320"/>
                    <a:pt x="877" y="284"/>
                  </a:cubicBezTo>
                  <a:cubicBezTo>
                    <a:pt x="1063" y="203"/>
                    <a:pt x="1249" y="102"/>
                    <a:pt x="1434" y="33"/>
                  </a:cubicBezTo>
                  <a:cubicBezTo>
                    <a:pt x="1451" y="33"/>
                    <a:pt x="1451" y="17"/>
                    <a:pt x="1451" y="17"/>
                  </a:cubicBez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686066" y="1700043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lnTo>
                    <a:pt x="33" y="118"/>
                  </a:lnTo>
                  <a:cubicBezTo>
                    <a:pt x="17" y="336"/>
                    <a:pt x="0" y="586"/>
                    <a:pt x="49" y="808"/>
                  </a:cubicBezTo>
                  <a:cubicBezTo>
                    <a:pt x="49" y="825"/>
                    <a:pt x="49" y="825"/>
                    <a:pt x="65" y="825"/>
                  </a:cubicBezTo>
                  <a:lnTo>
                    <a:pt x="65" y="808"/>
                  </a:lnTo>
                  <a:cubicBezTo>
                    <a:pt x="33" y="586"/>
                    <a:pt x="33" y="336"/>
                    <a:pt x="49" y="118"/>
                  </a:cubicBezTo>
                  <a:cubicBezTo>
                    <a:pt x="49" y="81"/>
                    <a:pt x="49" y="49"/>
                    <a:pt x="65" y="17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2118928" y="3028912"/>
              <a:ext cx="3278" cy="40227"/>
            </a:xfrm>
            <a:custGeom>
              <a:avLst/>
              <a:gdLst/>
              <a:ahLst/>
              <a:cxnLst/>
              <a:rect l="l" t="t" r="r" b="b"/>
              <a:pathLst>
                <a:path w="33" h="405" extrusionOk="0">
                  <a:moveTo>
                    <a:pt x="16" y="1"/>
                  </a:moveTo>
                  <a:cubicBezTo>
                    <a:pt x="0" y="86"/>
                    <a:pt x="0" y="171"/>
                    <a:pt x="0" y="255"/>
                  </a:cubicBezTo>
                  <a:lnTo>
                    <a:pt x="0" y="389"/>
                  </a:lnTo>
                  <a:cubicBezTo>
                    <a:pt x="0" y="389"/>
                    <a:pt x="0" y="405"/>
                    <a:pt x="16" y="405"/>
                  </a:cubicBezTo>
                  <a:lnTo>
                    <a:pt x="16" y="389"/>
                  </a:lnTo>
                  <a:cubicBezTo>
                    <a:pt x="32" y="336"/>
                    <a:pt x="16" y="304"/>
                    <a:pt x="16" y="255"/>
                  </a:cubicBezTo>
                  <a:cubicBezTo>
                    <a:pt x="16" y="171"/>
                    <a:pt x="16" y="86"/>
                    <a:pt x="32" y="17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1923059" y="2846750"/>
              <a:ext cx="145809" cy="280990"/>
            </a:xfrm>
            <a:custGeom>
              <a:avLst/>
              <a:gdLst/>
              <a:ahLst/>
              <a:cxnLst/>
              <a:rect l="l" t="t" r="r" b="b"/>
              <a:pathLst>
                <a:path w="1468" h="2829" extrusionOk="0">
                  <a:moveTo>
                    <a:pt x="1" y="1"/>
                  </a:moveTo>
                  <a:cubicBezTo>
                    <a:pt x="1" y="150"/>
                    <a:pt x="86" y="251"/>
                    <a:pt x="170" y="352"/>
                  </a:cubicBezTo>
                  <a:cubicBezTo>
                    <a:pt x="203" y="389"/>
                    <a:pt x="235" y="437"/>
                    <a:pt x="271" y="474"/>
                  </a:cubicBezTo>
                  <a:cubicBezTo>
                    <a:pt x="591" y="926"/>
                    <a:pt x="926" y="1382"/>
                    <a:pt x="1245" y="1819"/>
                  </a:cubicBezTo>
                  <a:lnTo>
                    <a:pt x="1382" y="1988"/>
                  </a:lnTo>
                  <a:cubicBezTo>
                    <a:pt x="1415" y="2053"/>
                    <a:pt x="1447" y="2106"/>
                    <a:pt x="1447" y="2190"/>
                  </a:cubicBezTo>
                  <a:cubicBezTo>
                    <a:pt x="1431" y="2291"/>
                    <a:pt x="1431" y="2409"/>
                    <a:pt x="1431" y="2526"/>
                  </a:cubicBezTo>
                  <a:cubicBezTo>
                    <a:pt x="1447" y="2574"/>
                    <a:pt x="1447" y="2643"/>
                    <a:pt x="1447" y="2695"/>
                  </a:cubicBezTo>
                  <a:lnTo>
                    <a:pt x="1447" y="2712"/>
                  </a:lnTo>
                  <a:cubicBezTo>
                    <a:pt x="1447" y="2760"/>
                    <a:pt x="1447" y="2776"/>
                    <a:pt x="1415" y="2813"/>
                  </a:cubicBezTo>
                  <a:lnTo>
                    <a:pt x="1415" y="2829"/>
                  </a:lnTo>
                  <a:lnTo>
                    <a:pt x="1431" y="2829"/>
                  </a:lnTo>
                  <a:cubicBezTo>
                    <a:pt x="1467" y="2796"/>
                    <a:pt x="1467" y="2760"/>
                    <a:pt x="1467" y="2712"/>
                  </a:cubicBezTo>
                  <a:lnTo>
                    <a:pt x="1467" y="2695"/>
                  </a:lnTo>
                  <a:lnTo>
                    <a:pt x="1467" y="2510"/>
                  </a:lnTo>
                  <a:lnTo>
                    <a:pt x="1467" y="2190"/>
                  </a:lnTo>
                  <a:cubicBezTo>
                    <a:pt x="1467" y="2106"/>
                    <a:pt x="1447" y="2037"/>
                    <a:pt x="1399" y="1968"/>
                  </a:cubicBezTo>
                  <a:lnTo>
                    <a:pt x="1265" y="1803"/>
                  </a:lnTo>
                  <a:cubicBezTo>
                    <a:pt x="942" y="1362"/>
                    <a:pt x="607" y="910"/>
                    <a:pt x="288" y="453"/>
                  </a:cubicBezTo>
                  <a:cubicBezTo>
                    <a:pt x="271" y="421"/>
                    <a:pt x="235" y="373"/>
                    <a:pt x="203" y="336"/>
                  </a:cubicBezTo>
                  <a:cubicBezTo>
                    <a:pt x="118" y="251"/>
                    <a:pt x="33" y="150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751024" y="2171539"/>
              <a:ext cx="6953" cy="95153"/>
            </a:xfrm>
            <a:custGeom>
              <a:avLst/>
              <a:gdLst/>
              <a:ahLst/>
              <a:cxnLst/>
              <a:rect l="l" t="t" r="r" b="b"/>
              <a:pathLst>
                <a:path w="70" h="958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66"/>
                    <a:pt x="17" y="335"/>
                    <a:pt x="17" y="505"/>
                  </a:cubicBezTo>
                  <a:lnTo>
                    <a:pt x="17" y="788"/>
                  </a:lnTo>
                  <a:lnTo>
                    <a:pt x="17" y="824"/>
                  </a:lnTo>
                  <a:cubicBezTo>
                    <a:pt x="17" y="873"/>
                    <a:pt x="1" y="909"/>
                    <a:pt x="53" y="958"/>
                  </a:cubicBezTo>
                  <a:lnTo>
                    <a:pt x="70" y="958"/>
                  </a:lnTo>
                  <a:lnTo>
                    <a:pt x="70" y="941"/>
                  </a:lnTo>
                  <a:cubicBezTo>
                    <a:pt x="37" y="909"/>
                    <a:pt x="37" y="873"/>
                    <a:pt x="37" y="824"/>
                  </a:cubicBezTo>
                  <a:lnTo>
                    <a:pt x="37" y="788"/>
                  </a:lnTo>
                  <a:lnTo>
                    <a:pt x="37" y="505"/>
                  </a:lnTo>
                  <a:cubicBezTo>
                    <a:pt x="37" y="335"/>
                    <a:pt x="53" y="166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2088833" y="3501997"/>
              <a:ext cx="95153" cy="103993"/>
            </a:xfrm>
            <a:custGeom>
              <a:avLst/>
              <a:gdLst/>
              <a:ahLst/>
              <a:cxnLst/>
              <a:rect l="l" t="t" r="r" b="b"/>
              <a:pathLst>
                <a:path w="958" h="1047" extrusionOk="0">
                  <a:moveTo>
                    <a:pt x="0" y="1"/>
                  </a:moveTo>
                  <a:lnTo>
                    <a:pt x="0" y="37"/>
                  </a:lnTo>
                  <a:cubicBezTo>
                    <a:pt x="117" y="138"/>
                    <a:pt x="218" y="271"/>
                    <a:pt x="319" y="388"/>
                  </a:cubicBezTo>
                  <a:cubicBezTo>
                    <a:pt x="404" y="473"/>
                    <a:pt x="469" y="558"/>
                    <a:pt x="537" y="643"/>
                  </a:cubicBezTo>
                  <a:cubicBezTo>
                    <a:pt x="586" y="675"/>
                    <a:pt x="622" y="724"/>
                    <a:pt x="671" y="776"/>
                  </a:cubicBezTo>
                  <a:cubicBezTo>
                    <a:pt x="739" y="877"/>
                    <a:pt x="824" y="978"/>
                    <a:pt x="941" y="1047"/>
                  </a:cubicBezTo>
                  <a:lnTo>
                    <a:pt x="958" y="1047"/>
                  </a:lnTo>
                  <a:lnTo>
                    <a:pt x="958" y="1011"/>
                  </a:lnTo>
                  <a:cubicBezTo>
                    <a:pt x="840" y="962"/>
                    <a:pt x="756" y="861"/>
                    <a:pt x="687" y="760"/>
                  </a:cubicBezTo>
                  <a:cubicBezTo>
                    <a:pt x="638" y="708"/>
                    <a:pt x="606" y="659"/>
                    <a:pt x="570" y="623"/>
                  </a:cubicBezTo>
                  <a:cubicBezTo>
                    <a:pt x="485" y="542"/>
                    <a:pt x="420" y="457"/>
                    <a:pt x="352" y="372"/>
                  </a:cubicBezTo>
                  <a:cubicBezTo>
                    <a:pt x="234" y="255"/>
                    <a:pt x="133" y="118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1815987" y="2903762"/>
              <a:ext cx="6853" cy="46683"/>
            </a:xfrm>
            <a:custGeom>
              <a:avLst/>
              <a:gdLst/>
              <a:ahLst/>
              <a:cxnLst/>
              <a:rect l="l" t="t" r="r" b="b"/>
              <a:pathLst>
                <a:path w="69" h="470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0" y="102"/>
                    <a:pt x="20" y="203"/>
                    <a:pt x="20" y="303"/>
                  </a:cubicBezTo>
                  <a:lnTo>
                    <a:pt x="20" y="453"/>
                  </a:lnTo>
                  <a:cubicBezTo>
                    <a:pt x="20" y="469"/>
                    <a:pt x="20" y="469"/>
                    <a:pt x="37" y="469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3"/>
                    <a:pt x="37" y="118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153791" y="3079071"/>
              <a:ext cx="6953" cy="47080"/>
            </a:xfrm>
            <a:custGeom>
              <a:avLst/>
              <a:gdLst/>
              <a:ahLst/>
              <a:cxnLst/>
              <a:rect l="l" t="t" r="r" b="b"/>
              <a:pathLst>
                <a:path w="70" h="474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71"/>
                    <a:pt x="17" y="235"/>
                  </a:cubicBezTo>
                  <a:cubicBezTo>
                    <a:pt x="17" y="304"/>
                    <a:pt x="33" y="373"/>
                    <a:pt x="17" y="457"/>
                  </a:cubicBezTo>
                  <a:cubicBezTo>
                    <a:pt x="1" y="457"/>
                    <a:pt x="17" y="457"/>
                    <a:pt x="17" y="474"/>
                  </a:cubicBezTo>
                  <a:lnTo>
                    <a:pt x="33" y="457"/>
                  </a:lnTo>
                  <a:cubicBezTo>
                    <a:pt x="53" y="389"/>
                    <a:pt x="53" y="304"/>
                    <a:pt x="53" y="235"/>
                  </a:cubicBezTo>
                  <a:cubicBezTo>
                    <a:pt x="53" y="171"/>
                    <a:pt x="53" y="86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1521886" y="2316752"/>
              <a:ext cx="178984" cy="327872"/>
            </a:xfrm>
            <a:custGeom>
              <a:avLst/>
              <a:gdLst/>
              <a:ahLst/>
              <a:cxnLst/>
              <a:rect l="l" t="t" r="r" b="b"/>
              <a:pathLst>
                <a:path w="1802" h="3301" extrusionOk="0">
                  <a:moveTo>
                    <a:pt x="69" y="0"/>
                  </a:moveTo>
                  <a:cubicBezTo>
                    <a:pt x="53" y="0"/>
                    <a:pt x="53" y="17"/>
                    <a:pt x="53" y="17"/>
                  </a:cubicBezTo>
                  <a:cubicBezTo>
                    <a:pt x="0" y="170"/>
                    <a:pt x="0" y="271"/>
                    <a:pt x="133" y="404"/>
                  </a:cubicBezTo>
                  <a:cubicBezTo>
                    <a:pt x="271" y="538"/>
                    <a:pt x="372" y="707"/>
                    <a:pt x="489" y="861"/>
                  </a:cubicBezTo>
                  <a:cubicBezTo>
                    <a:pt x="537" y="926"/>
                    <a:pt x="574" y="978"/>
                    <a:pt x="622" y="1043"/>
                  </a:cubicBezTo>
                  <a:lnTo>
                    <a:pt x="1079" y="1649"/>
                  </a:lnTo>
                  <a:cubicBezTo>
                    <a:pt x="1281" y="1935"/>
                    <a:pt x="1483" y="2222"/>
                    <a:pt x="1701" y="2509"/>
                  </a:cubicBezTo>
                  <a:cubicBezTo>
                    <a:pt x="1749" y="2594"/>
                    <a:pt x="1786" y="2679"/>
                    <a:pt x="1786" y="2760"/>
                  </a:cubicBezTo>
                  <a:cubicBezTo>
                    <a:pt x="1769" y="2844"/>
                    <a:pt x="1786" y="2929"/>
                    <a:pt x="1786" y="3014"/>
                  </a:cubicBezTo>
                  <a:lnTo>
                    <a:pt x="1786" y="3147"/>
                  </a:lnTo>
                  <a:lnTo>
                    <a:pt x="1786" y="3184"/>
                  </a:lnTo>
                  <a:cubicBezTo>
                    <a:pt x="1786" y="3216"/>
                    <a:pt x="1786" y="3248"/>
                    <a:pt x="1749" y="3285"/>
                  </a:cubicBezTo>
                  <a:lnTo>
                    <a:pt x="1749" y="3301"/>
                  </a:lnTo>
                  <a:lnTo>
                    <a:pt x="1769" y="3301"/>
                  </a:lnTo>
                  <a:cubicBezTo>
                    <a:pt x="1802" y="3265"/>
                    <a:pt x="1802" y="3216"/>
                    <a:pt x="1802" y="3184"/>
                  </a:cubicBezTo>
                  <a:lnTo>
                    <a:pt x="1802" y="3147"/>
                  </a:lnTo>
                  <a:lnTo>
                    <a:pt x="1802" y="3014"/>
                  </a:lnTo>
                  <a:lnTo>
                    <a:pt x="1802" y="2760"/>
                  </a:lnTo>
                  <a:cubicBezTo>
                    <a:pt x="1802" y="2659"/>
                    <a:pt x="1786" y="2578"/>
                    <a:pt x="1717" y="2493"/>
                  </a:cubicBezTo>
                  <a:cubicBezTo>
                    <a:pt x="1515" y="2206"/>
                    <a:pt x="1297" y="1919"/>
                    <a:pt x="1095" y="1633"/>
                  </a:cubicBezTo>
                  <a:lnTo>
                    <a:pt x="638" y="1027"/>
                  </a:lnTo>
                  <a:cubicBezTo>
                    <a:pt x="590" y="978"/>
                    <a:pt x="558" y="909"/>
                    <a:pt x="505" y="861"/>
                  </a:cubicBezTo>
                  <a:cubicBezTo>
                    <a:pt x="404" y="691"/>
                    <a:pt x="287" y="522"/>
                    <a:pt x="154" y="388"/>
                  </a:cubicBezTo>
                  <a:cubicBezTo>
                    <a:pt x="32" y="271"/>
                    <a:pt x="32" y="170"/>
                    <a:pt x="69" y="17"/>
                  </a:cubicBezTo>
                  <a:cubicBezTo>
                    <a:pt x="85" y="17"/>
                    <a:pt x="69" y="17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1737719" y="2331948"/>
              <a:ext cx="145312" cy="270959"/>
            </a:xfrm>
            <a:custGeom>
              <a:avLst/>
              <a:gdLst/>
              <a:ahLst/>
              <a:cxnLst/>
              <a:rect l="l" t="t" r="r" b="b"/>
              <a:pathLst>
                <a:path w="1463" h="2728" extrusionOk="0">
                  <a:moveTo>
                    <a:pt x="101" y="1"/>
                  </a:moveTo>
                  <a:lnTo>
                    <a:pt x="81" y="17"/>
                  </a:lnTo>
                  <a:cubicBezTo>
                    <a:pt x="49" y="66"/>
                    <a:pt x="49" y="118"/>
                    <a:pt x="49" y="167"/>
                  </a:cubicBezTo>
                  <a:lnTo>
                    <a:pt x="49" y="251"/>
                  </a:lnTo>
                  <a:cubicBezTo>
                    <a:pt x="0" y="607"/>
                    <a:pt x="101" y="890"/>
                    <a:pt x="336" y="1213"/>
                  </a:cubicBezTo>
                  <a:cubicBezTo>
                    <a:pt x="586" y="1516"/>
                    <a:pt x="808" y="1851"/>
                    <a:pt x="1027" y="2186"/>
                  </a:cubicBezTo>
                  <a:cubicBezTo>
                    <a:pt x="1128" y="2324"/>
                    <a:pt x="1229" y="2473"/>
                    <a:pt x="1330" y="2627"/>
                  </a:cubicBezTo>
                  <a:cubicBezTo>
                    <a:pt x="1330" y="2627"/>
                    <a:pt x="1330" y="2643"/>
                    <a:pt x="1346" y="2643"/>
                  </a:cubicBezTo>
                  <a:cubicBezTo>
                    <a:pt x="1362" y="2675"/>
                    <a:pt x="1378" y="2728"/>
                    <a:pt x="1447" y="2728"/>
                  </a:cubicBezTo>
                  <a:cubicBezTo>
                    <a:pt x="1463" y="2708"/>
                    <a:pt x="1447" y="2708"/>
                    <a:pt x="1447" y="2708"/>
                  </a:cubicBezTo>
                  <a:cubicBezTo>
                    <a:pt x="1394" y="2691"/>
                    <a:pt x="1378" y="2659"/>
                    <a:pt x="1362" y="2627"/>
                  </a:cubicBezTo>
                  <a:lnTo>
                    <a:pt x="1346" y="2607"/>
                  </a:lnTo>
                  <a:cubicBezTo>
                    <a:pt x="1245" y="2457"/>
                    <a:pt x="1144" y="2304"/>
                    <a:pt x="1059" y="2170"/>
                  </a:cubicBezTo>
                  <a:cubicBezTo>
                    <a:pt x="841" y="1851"/>
                    <a:pt x="606" y="1496"/>
                    <a:pt x="368" y="1193"/>
                  </a:cubicBezTo>
                  <a:cubicBezTo>
                    <a:pt x="118" y="874"/>
                    <a:pt x="33" y="587"/>
                    <a:pt x="81" y="268"/>
                  </a:cubicBezTo>
                  <a:lnTo>
                    <a:pt x="81" y="167"/>
                  </a:lnTo>
                  <a:cubicBezTo>
                    <a:pt x="65" y="118"/>
                    <a:pt x="65" y="66"/>
                    <a:pt x="101" y="17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1088928" y="3191010"/>
              <a:ext cx="4867" cy="88797"/>
            </a:xfrm>
            <a:custGeom>
              <a:avLst/>
              <a:gdLst/>
              <a:ahLst/>
              <a:cxnLst/>
              <a:rect l="l" t="t" r="r" b="b"/>
              <a:pathLst>
                <a:path w="49" h="894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54"/>
                    <a:pt x="16" y="304"/>
                    <a:pt x="16" y="441"/>
                  </a:cubicBezTo>
                  <a:lnTo>
                    <a:pt x="16" y="724"/>
                  </a:lnTo>
                  <a:lnTo>
                    <a:pt x="16" y="760"/>
                  </a:lnTo>
                  <a:cubicBezTo>
                    <a:pt x="16" y="809"/>
                    <a:pt x="16" y="845"/>
                    <a:pt x="33" y="878"/>
                  </a:cubicBezTo>
                  <a:lnTo>
                    <a:pt x="49" y="894"/>
                  </a:lnTo>
                  <a:lnTo>
                    <a:pt x="49" y="878"/>
                  </a:lnTo>
                  <a:cubicBezTo>
                    <a:pt x="33" y="845"/>
                    <a:pt x="33" y="809"/>
                    <a:pt x="49" y="760"/>
                  </a:cubicBezTo>
                  <a:lnTo>
                    <a:pt x="49" y="708"/>
                  </a:lnTo>
                  <a:cubicBezTo>
                    <a:pt x="33" y="623"/>
                    <a:pt x="33" y="542"/>
                    <a:pt x="49" y="441"/>
                  </a:cubicBez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080390" y="2951935"/>
              <a:ext cx="102007" cy="147299"/>
            </a:xfrm>
            <a:custGeom>
              <a:avLst/>
              <a:gdLst/>
              <a:ahLst/>
              <a:cxnLst/>
              <a:rect l="l" t="t" r="r" b="b"/>
              <a:pathLst>
                <a:path w="1027" h="1483" extrusionOk="0">
                  <a:moveTo>
                    <a:pt x="85" y="0"/>
                  </a:moveTo>
                  <a:cubicBezTo>
                    <a:pt x="65" y="0"/>
                    <a:pt x="65" y="0"/>
                    <a:pt x="65" y="20"/>
                  </a:cubicBezTo>
                  <a:cubicBezTo>
                    <a:pt x="0" y="138"/>
                    <a:pt x="49" y="222"/>
                    <a:pt x="117" y="303"/>
                  </a:cubicBezTo>
                  <a:cubicBezTo>
                    <a:pt x="235" y="473"/>
                    <a:pt x="352" y="643"/>
                    <a:pt x="469" y="808"/>
                  </a:cubicBezTo>
                  <a:cubicBezTo>
                    <a:pt x="521" y="861"/>
                    <a:pt x="554" y="929"/>
                    <a:pt x="606" y="978"/>
                  </a:cubicBezTo>
                  <a:cubicBezTo>
                    <a:pt x="691" y="1111"/>
                    <a:pt x="792" y="1249"/>
                    <a:pt x="893" y="1398"/>
                  </a:cubicBezTo>
                  <a:lnTo>
                    <a:pt x="909" y="1414"/>
                  </a:lnTo>
                  <a:cubicBezTo>
                    <a:pt x="925" y="1451"/>
                    <a:pt x="958" y="1483"/>
                    <a:pt x="1010" y="1483"/>
                  </a:cubicBezTo>
                  <a:lnTo>
                    <a:pt x="1026" y="1483"/>
                  </a:lnTo>
                  <a:lnTo>
                    <a:pt x="1026" y="1467"/>
                  </a:lnTo>
                  <a:lnTo>
                    <a:pt x="1010" y="1467"/>
                  </a:lnTo>
                  <a:cubicBezTo>
                    <a:pt x="974" y="1467"/>
                    <a:pt x="958" y="1434"/>
                    <a:pt x="925" y="1398"/>
                  </a:cubicBezTo>
                  <a:lnTo>
                    <a:pt x="925" y="1382"/>
                  </a:lnTo>
                  <a:cubicBezTo>
                    <a:pt x="808" y="1232"/>
                    <a:pt x="707" y="1095"/>
                    <a:pt x="622" y="962"/>
                  </a:cubicBezTo>
                  <a:cubicBezTo>
                    <a:pt x="590" y="909"/>
                    <a:pt x="538" y="845"/>
                    <a:pt x="505" y="792"/>
                  </a:cubicBezTo>
                  <a:cubicBezTo>
                    <a:pt x="388" y="626"/>
                    <a:pt x="251" y="457"/>
                    <a:pt x="134" y="287"/>
                  </a:cubicBezTo>
                  <a:cubicBezTo>
                    <a:pt x="65" y="202"/>
                    <a:pt x="33" y="138"/>
                    <a:pt x="85" y="20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517114" y="2846750"/>
              <a:ext cx="123759" cy="57112"/>
            </a:xfrm>
            <a:custGeom>
              <a:avLst/>
              <a:gdLst/>
              <a:ahLst/>
              <a:cxnLst/>
              <a:rect l="l" t="t" r="r" b="b"/>
              <a:pathLst>
                <a:path w="1246" h="575" extrusionOk="0">
                  <a:moveTo>
                    <a:pt x="1213" y="1"/>
                  </a:moveTo>
                  <a:cubicBezTo>
                    <a:pt x="1213" y="70"/>
                    <a:pt x="1160" y="86"/>
                    <a:pt x="1112" y="86"/>
                  </a:cubicBezTo>
                  <a:cubicBezTo>
                    <a:pt x="1096" y="86"/>
                    <a:pt x="1079" y="102"/>
                    <a:pt x="1043" y="102"/>
                  </a:cubicBezTo>
                  <a:cubicBezTo>
                    <a:pt x="793" y="219"/>
                    <a:pt x="538" y="320"/>
                    <a:pt x="288" y="437"/>
                  </a:cubicBezTo>
                  <a:lnTo>
                    <a:pt x="17" y="554"/>
                  </a:lnTo>
                  <a:cubicBezTo>
                    <a:pt x="1" y="554"/>
                    <a:pt x="1" y="554"/>
                    <a:pt x="1" y="575"/>
                  </a:cubicBezTo>
                  <a:lnTo>
                    <a:pt x="17" y="575"/>
                  </a:lnTo>
                  <a:lnTo>
                    <a:pt x="304" y="453"/>
                  </a:lnTo>
                  <a:cubicBezTo>
                    <a:pt x="554" y="352"/>
                    <a:pt x="809" y="235"/>
                    <a:pt x="1059" y="134"/>
                  </a:cubicBezTo>
                  <a:cubicBezTo>
                    <a:pt x="1079" y="118"/>
                    <a:pt x="1096" y="118"/>
                    <a:pt x="1128" y="118"/>
                  </a:cubicBezTo>
                  <a:cubicBezTo>
                    <a:pt x="1180" y="102"/>
                    <a:pt x="1229" y="102"/>
                    <a:pt x="1245" y="17"/>
                  </a:cubicBezTo>
                  <a:cubicBezTo>
                    <a:pt x="1245" y="1"/>
                    <a:pt x="1245" y="1"/>
                    <a:pt x="12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1861279" y="2054335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69"/>
                    <a:pt x="17" y="134"/>
                    <a:pt x="17" y="203"/>
                  </a:cubicBezTo>
                  <a:cubicBezTo>
                    <a:pt x="17" y="271"/>
                    <a:pt x="33" y="336"/>
                    <a:pt x="17" y="388"/>
                  </a:cubicBezTo>
                  <a:cubicBezTo>
                    <a:pt x="1" y="404"/>
                    <a:pt x="17" y="404"/>
                    <a:pt x="17" y="404"/>
                  </a:cubicBezTo>
                  <a:lnTo>
                    <a:pt x="33" y="404"/>
                  </a:lnTo>
                  <a:cubicBezTo>
                    <a:pt x="49" y="336"/>
                    <a:pt x="49" y="271"/>
                    <a:pt x="49" y="203"/>
                  </a:cubicBezTo>
                  <a:cubicBezTo>
                    <a:pt x="49" y="134"/>
                    <a:pt x="49" y="85"/>
                    <a:pt x="69" y="17"/>
                  </a:cubicBezTo>
                  <a:cubicBezTo>
                    <a:pt x="69" y="17"/>
                    <a:pt x="69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980167" y="2893731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33" y="49"/>
                    <a:pt x="33" y="102"/>
                    <a:pt x="33" y="150"/>
                  </a:cubicBezTo>
                  <a:lnTo>
                    <a:pt x="33" y="740"/>
                  </a:lnTo>
                  <a:lnTo>
                    <a:pt x="33" y="942"/>
                  </a:lnTo>
                  <a:cubicBezTo>
                    <a:pt x="33" y="942"/>
                    <a:pt x="33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2"/>
                    <a:pt x="53" y="49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749435" y="2507356"/>
              <a:ext cx="6953" cy="81943"/>
            </a:xfrm>
            <a:custGeom>
              <a:avLst/>
              <a:gdLst/>
              <a:ahLst/>
              <a:cxnLst/>
              <a:rect l="l" t="t" r="r" b="b"/>
              <a:pathLst>
                <a:path w="70" h="825" extrusionOk="0">
                  <a:moveTo>
                    <a:pt x="33" y="0"/>
                  </a:moveTo>
                  <a:cubicBezTo>
                    <a:pt x="17" y="0"/>
                    <a:pt x="17" y="16"/>
                    <a:pt x="17" y="16"/>
                  </a:cubicBezTo>
                  <a:cubicBezTo>
                    <a:pt x="33" y="134"/>
                    <a:pt x="33" y="255"/>
                    <a:pt x="17" y="372"/>
                  </a:cubicBezTo>
                  <a:cubicBezTo>
                    <a:pt x="17" y="473"/>
                    <a:pt x="1" y="574"/>
                    <a:pt x="17" y="675"/>
                  </a:cubicBezTo>
                  <a:lnTo>
                    <a:pt x="17" y="776"/>
                  </a:lnTo>
                  <a:lnTo>
                    <a:pt x="33" y="824"/>
                  </a:lnTo>
                  <a:lnTo>
                    <a:pt x="53" y="824"/>
                  </a:lnTo>
                  <a:lnTo>
                    <a:pt x="53" y="808"/>
                  </a:lnTo>
                  <a:lnTo>
                    <a:pt x="53" y="776"/>
                  </a:lnTo>
                  <a:cubicBezTo>
                    <a:pt x="53" y="740"/>
                    <a:pt x="53" y="707"/>
                    <a:pt x="33" y="675"/>
                  </a:cubicBezTo>
                  <a:cubicBezTo>
                    <a:pt x="33" y="574"/>
                    <a:pt x="33" y="473"/>
                    <a:pt x="53" y="372"/>
                  </a:cubicBezTo>
                  <a:cubicBezTo>
                    <a:pt x="53" y="255"/>
                    <a:pt x="69" y="134"/>
                    <a:pt x="33" y="16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081979" y="2382108"/>
              <a:ext cx="100418" cy="193982"/>
            </a:xfrm>
            <a:custGeom>
              <a:avLst/>
              <a:gdLst/>
              <a:ahLst/>
              <a:cxnLst/>
              <a:rect l="l" t="t" r="r" b="b"/>
              <a:pathLst>
                <a:path w="1011" h="1953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33" y="82"/>
                    <a:pt x="33" y="167"/>
                    <a:pt x="17" y="235"/>
                  </a:cubicBezTo>
                  <a:cubicBezTo>
                    <a:pt x="1" y="369"/>
                    <a:pt x="33" y="470"/>
                    <a:pt x="101" y="571"/>
                  </a:cubicBezTo>
                  <a:cubicBezTo>
                    <a:pt x="219" y="708"/>
                    <a:pt x="303" y="874"/>
                    <a:pt x="404" y="1043"/>
                  </a:cubicBezTo>
                  <a:cubicBezTo>
                    <a:pt x="437" y="1128"/>
                    <a:pt x="489" y="1213"/>
                    <a:pt x="538" y="1294"/>
                  </a:cubicBezTo>
                  <a:cubicBezTo>
                    <a:pt x="574" y="1346"/>
                    <a:pt x="606" y="1395"/>
                    <a:pt x="639" y="1447"/>
                  </a:cubicBezTo>
                  <a:cubicBezTo>
                    <a:pt x="724" y="1580"/>
                    <a:pt x="808" y="1734"/>
                    <a:pt x="877" y="1883"/>
                  </a:cubicBezTo>
                  <a:cubicBezTo>
                    <a:pt x="893" y="1920"/>
                    <a:pt x="926" y="1952"/>
                    <a:pt x="978" y="1952"/>
                  </a:cubicBezTo>
                  <a:cubicBezTo>
                    <a:pt x="994" y="1952"/>
                    <a:pt x="994" y="1952"/>
                    <a:pt x="1010" y="1936"/>
                  </a:cubicBezTo>
                  <a:cubicBezTo>
                    <a:pt x="1010" y="1920"/>
                    <a:pt x="1010" y="1920"/>
                    <a:pt x="994" y="1920"/>
                  </a:cubicBezTo>
                  <a:cubicBezTo>
                    <a:pt x="987" y="1922"/>
                    <a:pt x="981" y="1923"/>
                    <a:pt x="975" y="1923"/>
                  </a:cubicBezTo>
                  <a:cubicBezTo>
                    <a:pt x="934" y="1923"/>
                    <a:pt x="909" y="1881"/>
                    <a:pt x="909" y="1867"/>
                  </a:cubicBezTo>
                  <a:cubicBezTo>
                    <a:pt x="825" y="1718"/>
                    <a:pt x="740" y="1564"/>
                    <a:pt x="655" y="1431"/>
                  </a:cubicBezTo>
                  <a:cubicBezTo>
                    <a:pt x="623" y="1378"/>
                    <a:pt x="590" y="1330"/>
                    <a:pt x="574" y="1294"/>
                  </a:cubicBezTo>
                  <a:cubicBezTo>
                    <a:pt x="522" y="1193"/>
                    <a:pt x="473" y="1112"/>
                    <a:pt x="421" y="1027"/>
                  </a:cubicBezTo>
                  <a:cubicBezTo>
                    <a:pt x="336" y="874"/>
                    <a:pt x="235" y="708"/>
                    <a:pt x="134" y="554"/>
                  </a:cubicBezTo>
                  <a:cubicBezTo>
                    <a:pt x="49" y="453"/>
                    <a:pt x="33" y="369"/>
                    <a:pt x="49" y="235"/>
                  </a:cubicBezTo>
                  <a:lnTo>
                    <a:pt x="49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1132234" y="3690317"/>
              <a:ext cx="5364" cy="44100"/>
            </a:xfrm>
            <a:custGeom>
              <a:avLst/>
              <a:gdLst/>
              <a:ahLst/>
              <a:cxnLst/>
              <a:rect l="l" t="t" r="r" b="b"/>
              <a:pathLst>
                <a:path w="54" h="444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08"/>
                    <a:pt x="17" y="193"/>
                    <a:pt x="17" y="278"/>
                  </a:cubicBezTo>
                  <a:lnTo>
                    <a:pt x="17" y="427"/>
                  </a:lnTo>
                  <a:lnTo>
                    <a:pt x="17" y="444"/>
                  </a:lnTo>
                  <a:cubicBezTo>
                    <a:pt x="37" y="444"/>
                    <a:pt x="37" y="444"/>
                    <a:pt x="37" y="427"/>
                  </a:cubicBezTo>
                  <a:lnTo>
                    <a:pt x="37" y="278"/>
                  </a:lnTo>
                  <a:cubicBezTo>
                    <a:pt x="37" y="193"/>
                    <a:pt x="53" y="108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52932" y="2094462"/>
              <a:ext cx="361245" cy="284169"/>
            </a:xfrm>
            <a:custGeom>
              <a:avLst/>
              <a:gdLst/>
              <a:ahLst/>
              <a:cxnLst/>
              <a:rect l="l" t="t" r="r" b="b"/>
              <a:pathLst>
                <a:path w="3637" h="2861" extrusionOk="0">
                  <a:moveTo>
                    <a:pt x="3572" y="0"/>
                  </a:moveTo>
                  <a:lnTo>
                    <a:pt x="3572" y="17"/>
                  </a:lnTo>
                  <a:cubicBezTo>
                    <a:pt x="3604" y="85"/>
                    <a:pt x="3604" y="150"/>
                    <a:pt x="3588" y="235"/>
                  </a:cubicBezTo>
                  <a:lnTo>
                    <a:pt x="3588" y="352"/>
                  </a:lnTo>
                  <a:cubicBezTo>
                    <a:pt x="3604" y="538"/>
                    <a:pt x="3604" y="724"/>
                    <a:pt x="3604" y="893"/>
                  </a:cubicBezTo>
                  <a:cubicBezTo>
                    <a:pt x="3588" y="942"/>
                    <a:pt x="3588" y="994"/>
                    <a:pt x="3588" y="1043"/>
                  </a:cubicBezTo>
                  <a:cubicBezTo>
                    <a:pt x="3588" y="1111"/>
                    <a:pt x="3556" y="1144"/>
                    <a:pt x="3487" y="1160"/>
                  </a:cubicBezTo>
                  <a:cubicBezTo>
                    <a:pt x="3233" y="1281"/>
                    <a:pt x="2998" y="1398"/>
                    <a:pt x="2764" y="1515"/>
                  </a:cubicBezTo>
                  <a:cubicBezTo>
                    <a:pt x="2679" y="1548"/>
                    <a:pt x="2578" y="1600"/>
                    <a:pt x="2493" y="1633"/>
                  </a:cubicBezTo>
                  <a:cubicBezTo>
                    <a:pt x="2376" y="1701"/>
                    <a:pt x="2259" y="1750"/>
                    <a:pt x="2158" y="1802"/>
                  </a:cubicBezTo>
                  <a:cubicBezTo>
                    <a:pt x="1855" y="1952"/>
                    <a:pt x="1552" y="2089"/>
                    <a:pt x="1249" y="2238"/>
                  </a:cubicBezTo>
                  <a:cubicBezTo>
                    <a:pt x="1063" y="2323"/>
                    <a:pt x="878" y="2408"/>
                    <a:pt x="692" y="2493"/>
                  </a:cubicBezTo>
                  <a:cubicBezTo>
                    <a:pt x="542" y="2558"/>
                    <a:pt x="373" y="2642"/>
                    <a:pt x="223" y="2711"/>
                  </a:cubicBezTo>
                  <a:cubicBezTo>
                    <a:pt x="171" y="2727"/>
                    <a:pt x="122" y="2760"/>
                    <a:pt x="70" y="2796"/>
                  </a:cubicBezTo>
                  <a:cubicBezTo>
                    <a:pt x="54" y="2796"/>
                    <a:pt x="37" y="2812"/>
                    <a:pt x="1" y="2828"/>
                  </a:cubicBezTo>
                  <a:lnTo>
                    <a:pt x="1" y="2844"/>
                  </a:lnTo>
                  <a:lnTo>
                    <a:pt x="21" y="2861"/>
                  </a:lnTo>
                  <a:lnTo>
                    <a:pt x="21" y="2844"/>
                  </a:lnTo>
                  <a:cubicBezTo>
                    <a:pt x="37" y="2844"/>
                    <a:pt x="70" y="2828"/>
                    <a:pt x="86" y="2812"/>
                  </a:cubicBezTo>
                  <a:cubicBezTo>
                    <a:pt x="138" y="2776"/>
                    <a:pt x="187" y="2760"/>
                    <a:pt x="239" y="2727"/>
                  </a:cubicBezTo>
                  <a:cubicBezTo>
                    <a:pt x="389" y="2659"/>
                    <a:pt x="542" y="2594"/>
                    <a:pt x="708" y="2509"/>
                  </a:cubicBezTo>
                  <a:cubicBezTo>
                    <a:pt x="894" y="2424"/>
                    <a:pt x="1080" y="2339"/>
                    <a:pt x="1265" y="2255"/>
                  </a:cubicBezTo>
                  <a:cubicBezTo>
                    <a:pt x="1568" y="2121"/>
                    <a:pt x="1871" y="1968"/>
                    <a:pt x="2158" y="1835"/>
                  </a:cubicBezTo>
                  <a:cubicBezTo>
                    <a:pt x="2275" y="1766"/>
                    <a:pt x="2392" y="1717"/>
                    <a:pt x="2510" y="1665"/>
                  </a:cubicBezTo>
                  <a:cubicBezTo>
                    <a:pt x="2594" y="1616"/>
                    <a:pt x="2695" y="1584"/>
                    <a:pt x="2780" y="1532"/>
                  </a:cubicBezTo>
                  <a:cubicBezTo>
                    <a:pt x="3015" y="1414"/>
                    <a:pt x="3253" y="1297"/>
                    <a:pt x="3487" y="1196"/>
                  </a:cubicBezTo>
                  <a:cubicBezTo>
                    <a:pt x="3556" y="1160"/>
                    <a:pt x="3621" y="1128"/>
                    <a:pt x="3621" y="1043"/>
                  </a:cubicBezTo>
                  <a:lnTo>
                    <a:pt x="3621" y="893"/>
                  </a:lnTo>
                  <a:cubicBezTo>
                    <a:pt x="3621" y="724"/>
                    <a:pt x="3637" y="538"/>
                    <a:pt x="3621" y="352"/>
                  </a:cubicBezTo>
                  <a:cubicBezTo>
                    <a:pt x="3604" y="320"/>
                    <a:pt x="3621" y="271"/>
                    <a:pt x="3621" y="235"/>
                  </a:cubicBezTo>
                  <a:cubicBezTo>
                    <a:pt x="3621" y="170"/>
                    <a:pt x="3637" y="85"/>
                    <a:pt x="3588" y="17"/>
                  </a:cubicBezTo>
                  <a:cubicBezTo>
                    <a:pt x="3588" y="0"/>
                    <a:pt x="3588" y="0"/>
                    <a:pt x="3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2096779" y="2998816"/>
              <a:ext cx="3774" cy="40227"/>
            </a:xfrm>
            <a:custGeom>
              <a:avLst/>
              <a:gdLst/>
              <a:ahLst/>
              <a:cxnLst/>
              <a:rect l="l" t="t" r="r" b="b"/>
              <a:pathLst>
                <a:path w="38" h="405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1" y="102"/>
                    <a:pt x="1" y="171"/>
                    <a:pt x="1" y="255"/>
                  </a:cubicBezTo>
                  <a:lnTo>
                    <a:pt x="1" y="389"/>
                  </a:lnTo>
                  <a:cubicBezTo>
                    <a:pt x="1" y="405"/>
                    <a:pt x="1" y="405"/>
                    <a:pt x="21" y="405"/>
                  </a:cubicBezTo>
                  <a:cubicBezTo>
                    <a:pt x="21" y="405"/>
                    <a:pt x="37" y="405"/>
                    <a:pt x="37" y="389"/>
                  </a:cubicBezTo>
                  <a:lnTo>
                    <a:pt x="37" y="255"/>
                  </a:lnTo>
                  <a:cubicBezTo>
                    <a:pt x="21" y="187"/>
                    <a:pt x="21" y="102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978578" y="3227959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73"/>
                  </a:cubicBezTo>
                  <a:lnTo>
                    <a:pt x="17" y="740"/>
                  </a:lnTo>
                  <a:lnTo>
                    <a:pt x="17" y="776"/>
                  </a:lnTo>
                  <a:cubicBezTo>
                    <a:pt x="17" y="809"/>
                    <a:pt x="17" y="857"/>
                    <a:pt x="33" y="893"/>
                  </a:cubicBezTo>
                  <a:lnTo>
                    <a:pt x="49" y="893"/>
                  </a:lnTo>
                  <a:cubicBezTo>
                    <a:pt x="49" y="893"/>
                    <a:pt x="69" y="893"/>
                    <a:pt x="49" y="877"/>
                  </a:cubicBezTo>
                  <a:lnTo>
                    <a:pt x="49" y="776"/>
                  </a:lnTo>
                  <a:lnTo>
                    <a:pt x="49" y="740"/>
                  </a:lnTo>
                  <a:lnTo>
                    <a:pt x="49" y="473"/>
                  </a:lnTo>
                  <a:cubicBezTo>
                    <a:pt x="49" y="320"/>
                    <a:pt x="49" y="170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080390" y="3211074"/>
              <a:ext cx="105185" cy="244538"/>
            </a:xfrm>
            <a:custGeom>
              <a:avLst/>
              <a:gdLst/>
              <a:ahLst/>
              <a:cxnLst/>
              <a:rect l="l" t="t" r="r" b="b"/>
              <a:pathLst>
                <a:path w="1059" h="2462" extrusionOk="0">
                  <a:moveTo>
                    <a:pt x="65" y="1"/>
                  </a:moveTo>
                  <a:cubicBezTo>
                    <a:pt x="0" y="171"/>
                    <a:pt x="33" y="272"/>
                    <a:pt x="134" y="373"/>
                  </a:cubicBezTo>
                  <a:cubicBezTo>
                    <a:pt x="251" y="542"/>
                    <a:pt x="388" y="692"/>
                    <a:pt x="505" y="845"/>
                  </a:cubicBezTo>
                  <a:cubicBezTo>
                    <a:pt x="606" y="979"/>
                    <a:pt x="707" y="1112"/>
                    <a:pt x="808" y="1249"/>
                  </a:cubicBezTo>
                  <a:cubicBezTo>
                    <a:pt x="824" y="1265"/>
                    <a:pt x="824" y="1265"/>
                    <a:pt x="841" y="1281"/>
                  </a:cubicBezTo>
                  <a:cubicBezTo>
                    <a:pt x="873" y="1330"/>
                    <a:pt x="925" y="1399"/>
                    <a:pt x="974" y="1431"/>
                  </a:cubicBezTo>
                  <a:cubicBezTo>
                    <a:pt x="1026" y="1467"/>
                    <a:pt x="1043" y="1516"/>
                    <a:pt x="1026" y="1601"/>
                  </a:cubicBezTo>
                  <a:lnTo>
                    <a:pt x="1026" y="1770"/>
                  </a:lnTo>
                  <a:cubicBezTo>
                    <a:pt x="1026" y="1855"/>
                    <a:pt x="1026" y="1936"/>
                    <a:pt x="1010" y="2021"/>
                  </a:cubicBezTo>
                  <a:cubicBezTo>
                    <a:pt x="1010" y="2073"/>
                    <a:pt x="1010" y="2122"/>
                    <a:pt x="1026" y="2190"/>
                  </a:cubicBezTo>
                  <a:lnTo>
                    <a:pt x="1026" y="2291"/>
                  </a:lnTo>
                  <a:cubicBezTo>
                    <a:pt x="1026" y="2340"/>
                    <a:pt x="1026" y="2392"/>
                    <a:pt x="1010" y="2441"/>
                  </a:cubicBezTo>
                  <a:lnTo>
                    <a:pt x="1010" y="2461"/>
                  </a:lnTo>
                  <a:lnTo>
                    <a:pt x="1026" y="2461"/>
                  </a:lnTo>
                  <a:cubicBezTo>
                    <a:pt x="1059" y="2409"/>
                    <a:pt x="1059" y="2360"/>
                    <a:pt x="1059" y="2291"/>
                  </a:cubicBezTo>
                  <a:cubicBezTo>
                    <a:pt x="1059" y="2259"/>
                    <a:pt x="1059" y="2223"/>
                    <a:pt x="1043" y="2190"/>
                  </a:cubicBezTo>
                  <a:cubicBezTo>
                    <a:pt x="1043" y="2122"/>
                    <a:pt x="1026" y="2073"/>
                    <a:pt x="1043" y="2021"/>
                  </a:cubicBezTo>
                  <a:cubicBezTo>
                    <a:pt x="1059" y="1936"/>
                    <a:pt x="1059" y="1855"/>
                    <a:pt x="1059" y="1770"/>
                  </a:cubicBezTo>
                  <a:lnTo>
                    <a:pt x="1059" y="1601"/>
                  </a:lnTo>
                  <a:cubicBezTo>
                    <a:pt x="1059" y="1500"/>
                    <a:pt x="1043" y="1451"/>
                    <a:pt x="994" y="1415"/>
                  </a:cubicBezTo>
                  <a:cubicBezTo>
                    <a:pt x="942" y="1366"/>
                    <a:pt x="893" y="1314"/>
                    <a:pt x="857" y="1265"/>
                  </a:cubicBezTo>
                  <a:lnTo>
                    <a:pt x="824" y="1229"/>
                  </a:lnTo>
                  <a:cubicBezTo>
                    <a:pt x="723" y="1096"/>
                    <a:pt x="622" y="962"/>
                    <a:pt x="521" y="845"/>
                  </a:cubicBezTo>
                  <a:cubicBezTo>
                    <a:pt x="404" y="676"/>
                    <a:pt x="267" y="522"/>
                    <a:pt x="150" y="356"/>
                  </a:cubicBezTo>
                  <a:cubicBezTo>
                    <a:pt x="49" y="239"/>
                    <a:pt x="33" y="154"/>
                    <a:pt x="101" y="17"/>
                  </a:cubicBezTo>
                  <a:cubicBezTo>
                    <a:pt x="101" y="17"/>
                    <a:pt x="101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1734143" y="3697071"/>
              <a:ext cx="48570" cy="37346"/>
            </a:xfrm>
            <a:custGeom>
              <a:avLst/>
              <a:gdLst/>
              <a:ahLst/>
              <a:cxnLst/>
              <a:rect l="l" t="t" r="r" b="b"/>
              <a:pathLst>
                <a:path w="489" h="376" extrusionOk="0">
                  <a:moveTo>
                    <a:pt x="22" y="1"/>
                  </a:moveTo>
                  <a:cubicBezTo>
                    <a:pt x="19" y="1"/>
                    <a:pt x="16" y="3"/>
                    <a:pt x="16" y="8"/>
                  </a:cubicBezTo>
                  <a:cubicBezTo>
                    <a:pt x="0" y="8"/>
                    <a:pt x="0" y="8"/>
                    <a:pt x="0" y="24"/>
                  </a:cubicBezTo>
                  <a:cubicBezTo>
                    <a:pt x="53" y="93"/>
                    <a:pt x="117" y="141"/>
                    <a:pt x="186" y="194"/>
                  </a:cubicBezTo>
                  <a:cubicBezTo>
                    <a:pt x="218" y="226"/>
                    <a:pt x="255" y="242"/>
                    <a:pt x="287" y="275"/>
                  </a:cubicBezTo>
                  <a:cubicBezTo>
                    <a:pt x="303" y="295"/>
                    <a:pt x="303" y="295"/>
                    <a:pt x="319" y="311"/>
                  </a:cubicBezTo>
                  <a:cubicBezTo>
                    <a:pt x="356" y="343"/>
                    <a:pt x="388" y="376"/>
                    <a:pt x="440" y="376"/>
                  </a:cubicBezTo>
                  <a:lnTo>
                    <a:pt x="489" y="376"/>
                  </a:lnTo>
                  <a:lnTo>
                    <a:pt x="489" y="359"/>
                  </a:lnTo>
                  <a:cubicBezTo>
                    <a:pt x="489" y="359"/>
                    <a:pt x="489" y="343"/>
                    <a:pt x="473" y="343"/>
                  </a:cubicBezTo>
                  <a:cubicBezTo>
                    <a:pt x="457" y="351"/>
                    <a:pt x="443" y="354"/>
                    <a:pt x="430" y="354"/>
                  </a:cubicBezTo>
                  <a:cubicBezTo>
                    <a:pt x="389" y="354"/>
                    <a:pt x="364" y="320"/>
                    <a:pt x="339" y="295"/>
                  </a:cubicBezTo>
                  <a:cubicBezTo>
                    <a:pt x="339" y="275"/>
                    <a:pt x="319" y="275"/>
                    <a:pt x="303" y="258"/>
                  </a:cubicBezTo>
                  <a:cubicBezTo>
                    <a:pt x="271" y="226"/>
                    <a:pt x="238" y="194"/>
                    <a:pt x="202" y="174"/>
                  </a:cubicBezTo>
                  <a:cubicBezTo>
                    <a:pt x="137" y="125"/>
                    <a:pt x="69" y="73"/>
                    <a:pt x="36" y="8"/>
                  </a:cubicBezTo>
                  <a:cubicBezTo>
                    <a:pt x="36" y="8"/>
                    <a:pt x="27" y="1"/>
                    <a:pt x="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78576" y="2559105"/>
              <a:ext cx="157430" cy="75487"/>
            </a:xfrm>
            <a:custGeom>
              <a:avLst/>
              <a:gdLst/>
              <a:ahLst/>
              <a:cxnLst/>
              <a:rect l="l" t="t" r="r" b="b"/>
              <a:pathLst>
                <a:path w="1585" h="760" extrusionOk="0">
                  <a:moveTo>
                    <a:pt x="1568" y="0"/>
                  </a:moveTo>
                  <a:cubicBezTo>
                    <a:pt x="1500" y="17"/>
                    <a:pt x="1431" y="53"/>
                    <a:pt x="1366" y="85"/>
                  </a:cubicBezTo>
                  <a:cubicBezTo>
                    <a:pt x="1346" y="85"/>
                    <a:pt x="1330" y="101"/>
                    <a:pt x="1298" y="101"/>
                  </a:cubicBezTo>
                  <a:cubicBezTo>
                    <a:pt x="1144" y="186"/>
                    <a:pt x="979" y="271"/>
                    <a:pt x="809" y="340"/>
                  </a:cubicBezTo>
                  <a:cubicBezTo>
                    <a:pt x="538" y="457"/>
                    <a:pt x="272" y="590"/>
                    <a:pt x="1" y="724"/>
                  </a:cubicBezTo>
                  <a:lnTo>
                    <a:pt x="1" y="744"/>
                  </a:lnTo>
                  <a:lnTo>
                    <a:pt x="17" y="760"/>
                  </a:lnTo>
                  <a:cubicBezTo>
                    <a:pt x="288" y="606"/>
                    <a:pt x="558" y="489"/>
                    <a:pt x="825" y="372"/>
                  </a:cubicBezTo>
                  <a:cubicBezTo>
                    <a:pt x="979" y="287"/>
                    <a:pt x="1144" y="219"/>
                    <a:pt x="1314" y="138"/>
                  </a:cubicBezTo>
                  <a:cubicBezTo>
                    <a:pt x="1330" y="118"/>
                    <a:pt x="1366" y="118"/>
                    <a:pt x="1383" y="101"/>
                  </a:cubicBezTo>
                  <a:cubicBezTo>
                    <a:pt x="1447" y="69"/>
                    <a:pt x="1500" y="37"/>
                    <a:pt x="1568" y="17"/>
                  </a:cubicBezTo>
                  <a:lnTo>
                    <a:pt x="1585" y="17"/>
                  </a:lnTo>
                  <a:cubicBezTo>
                    <a:pt x="1585" y="0"/>
                    <a:pt x="1568" y="0"/>
                    <a:pt x="1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851343" y="2288245"/>
              <a:ext cx="361245" cy="257748"/>
            </a:xfrm>
            <a:custGeom>
              <a:avLst/>
              <a:gdLst/>
              <a:ahLst/>
              <a:cxnLst/>
              <a:rect l="l" t="t" r="r" b="b"/>
              <a:pathLst>
                <a:path w="3637" h="2595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604" y="186"/>
                    <a:pt x="3604" y="356"/>
                    <a:pt x="3604" y="522"/>
                  </a:cubicBezTo>
                  <a:cubicBezTo>
                    <a:pt x="3604" y="623"/>
                    <a:pt x="3588" y="724"/>
                    <a:pt x="3604" y="845"/>
                  </a:cubicBezTo>
                  <a:cubicBezTo>
                    <a:pt x="3604" y="893"/>
                    <a:pt x="3552" y="910"/>
                    <a:pt x="3519" y="926"/>
                  </a:cubicBezTo>
                  <a:lnTo>
                    <a:pt x="3503" y="946"/>
                  </a:lnTo>
                  <a:lnTo>
                    <a:pt x="3386" y="994"/>
                  </a:lnTo>
                  <a:cubicBezTo>
                    <a:pt x="3200" y="1079"/>
                    <a:pt x="3014" y="1180"/>
                    <a:pt x="2812" y="1265"/>
                  </a:cubicBezTo>
                  <a:cubicBezTo>
                    <a:pt x="2679" y="1330"/>
                    <a:pt x="2542" y="1398"/>
                    <a:pt x="2408" y="1451"/>
                  </a:cubicBezTo>
                  <a:cubicBezTo>
                    <a:pt x="2275" y="1516"/>
                    <a:pt x="2158" y="1568"/>
                    <a:pt x="2037" y="1617"/>
                  </a:cubicBezTo>
                  <a:cubicBezTo>
                    <a:pt x="1584" y="1835"/>
                    <a:pt x="1112" y="2037"/>
                    <a:pt x="659" y="2259"/>
                  </a:cubicBezTo>
                  <a:cubicBezTo>
                    <a:pt x="522" y="2323"/>
                    <a:pt x="389" y="2376"/>
                    <a:pt x="255" y="2441"/>
                  </a:cubicBezTo>
                  <a:cubicBezTo>
                    <a:pt x="203" y="2477"/>
                    <a:pt x="138" y="2493"/>
                    <a:pt x="86" y="2525"/>
                  </a:cubicBezTo>
                  <a:cubicBezTo>
                    <a:pt x="70" y="2542"/>
                    <a:pt x="37" y="2562"/>
                    <a:pt x="17" y="2562"/>
                  </a:cubicBezTo>
                  <a:lnTo>
                    <a:pt x="1" y="2578"/>
                  </a:lnTo>
                  <a:lnTo>
                    <a:pt x="17" y="2594"/>
                  </a:lnTo>
                  <a:cubicBezTo>
                    <a:pt x="53" y="2578"/>
                    <a:pt x="70" y="2562"/>
                    <a:pt x="102" y="2542"/>
                  </a:cubicBezTo>
                  <a:cubicBezTo>
                    <a:pt x="154" y="2525"/>
                    <a:pt x="203" y="2493"/>
                    <a:pt x="271" y="2477"/>
                  </a:cubicBezTo>
                  <a:cubicBezTo>
                    <a:pt x="405" y="2408"/>
                    <a:pt x="542" y="2340"/>
                    <a:pt x="675" y="2275"/>
                  </a:cubicBezTo>
                  <a:cubicBezTo>
                    <a:pt x="1128" y="2073"/>
                    <a:pt x="1584" y="1855"/>
                    <a:pt x="2057" y="1653"/>
                  </a:cubicBezTo>
                  <a:cubicBezTo>
                    <a:pt x="2174" y="1584"/>
                    <a:pt x="2291" y="1532"/>
                    <a:pt x="2408" y="1483"/>
                  </a:cubicBezTo>
                  <a:cubicBezTo>
                    <a:pt x="2542" y="1415"/>
                    <a:pt x="2695" y="1350"/>
                    <a:pt x="2829" y="1281"/>
                  </a:cubicBezTo>
                  <a:cubicBezTo>
                    <a:pt x="3014" y="1196"/>
                    <a:pt x="3216" y="1112"/>
                    <a:pt x="3402" y="1011"/>
                  </a:cubicBezTo>
                  <a:lnTo>
                    <a:pt x="3519" y="962"/>
                  </a:lnTo>
                  <a:cubicBezTo>
                    <a:pt x="3572" y="946"/>
                    <a:pt x="3620" y="910"/>
                    <a:pt x="3620" y="825"/>
                  </a:cubicBezTo>
                  <a:lnTo>
                    <a:pt x="3620" y="522"/>
                  </a:lnTo>
                  <a:cubicBezTo>
                    <a:pt x="3620" y="356"/>
                    <a:pt x="3637" y="186"/>
                    <a:pt x="3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1033505" y="2871680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21" y="0"/>
                  </a:moveTo>
                  <a:cubicBezTo>
                    <a:pt x="1" y="0"/>
                    <a:pt x="1" y="21"/>
                    <a:pt x="1" y="21"/>
                  </a:cubicBezTo>
                  <a:cubicBezTo>
                    <a:pt x="37" y="101"/>
                    <a:pt x="37" y="186"/>
                    <a:pt x="37" y="271"/>
                  </a:cubicBezTo>
                  <a:lnTo>
                    <a:pt x="37" y="340"/>
                  </a:lnTo>
                  <a:lnTo>
                    <a:pt x="37" y="760"/>
                  </a:lnTo>
                  <a:lnTo>
                    <a:pt x="37" y="946"/>
                  </a:lnTo>
                  <a:cubicBezTo>
                    <a:pt x="37" y="962"/>
                    <a:pt x="37" y="962"/>
                    <a:pt x="53" y="962"/>
                  </a:cubicBezTo>
                  <a:lnTo>
                    <a:pt x="53" y="946"/>
                  </a:lnTo>
                  <a:lnTo>
                    <a:pt x="53" y="760"/>
                  </a:lnTo>
                  <a:lnTo>
                    <a:pt x="53" y="340"/>
                  </a:lnTo>
                  <a:lnTo>
                    <a:pt x="53" y="271"/>
                  </a:lnTo>
                  <a:cubicBezTo>
                    <a:pt x="70" y="186"/>
                    <a:pt x="70" y="85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746257" y="3159326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7"/>
                    <a:pt x="33" y="17"/>
                  </a:cubicBezTo>
                  <a:cubicBezTo>
                    <a:pt x="33" y="69"/>
                    <a:pt x="33" y="118"/>
                    <a:pt x="17" y="170"/>
                  </a:cubicBezTo>
                  <a:cubicBezTo>
                    <a:pt x="17" y="389"/>
                    <a:pt x="0" y="607"/>
                    <a:pt x="17" y="825"/>
                  </a:cubicBezTo>
                  <a:lnTo>
                    <a:pt x="49" y="825"/>
                  </a:lnTo>
                  <a:cubicBezTo>
                    <a:pt x="17" y="607"/>
                    <a:pt x="33" y="389"/>
                    <a:pt x="49" y="170"/>
                  </a:cubicBezTo>
                  <a:cubicBezTo>
                    <a:pt x="49" y="118"/>
                    <a:pt x="49" y="69"/>
                    <a:pt x="65" y="17"/>
                  </a:cubicBezTo>
                  <a:cubicBezTo>
                    <a:pt x="65" y="17"/>
                    <a:pt x="49" y="17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2120518" y="3547388"/>
              <a:ext cx="4867" cy="41816"/>
            </a:xfrm>
            <a:custGeom>
              <a:avLst/>
              <a:gdLst/>
              <a:ahLst/>
              <a:cxnLst/>
              <a:rect l="l" t="t" r="r" b="b"/>
              <a:pathLst>
                <a:path w="49" h="421" extrusionOk="0">
                  <a:moveTo>
                    <a:pt x="16" y="0"/>
                  </a:moveTo>
                  <a:cubicBezTo>
                    <a:pt x="0" y="85"/>
                    <a:pt x="0" y="186"/>
                    <a:pt x="0" y="267"/>
                  </a:cubicBezTo>
                  <a:cubicBezTo>
                    <a:pt x="16" y="303"/>
                    <a:pt x="16" y="368"/>
                    <a:pt x="0" y="404"/>
                  </a:cubicBezTo>
                  <a:cubicBezTo>
                    <a:pt x="0" y="420"/>
                    <a:pt x="16" y="420"/>
                    <a:pt x="16" y="420"/>
                  </a:cubicBezTo>
                  <a:lnTo>
                    <a:pt x="33" y="420"/>
                  </a:lnTo>
                  <a:lnTo>
                    <a:pt x="33" y="251"/>
                  </a:lnTo>
                  <a:cubicBezTo>
                    <a:pt x="33" y="186"/>
                    <a:pt x="33" y="101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153791" y="3206306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33" y="0"/>
                  </a:move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33" y="320"/>
                    <a:pt x="17" y="388"/>
                  </a:cubicBezTo>
                  <a:cubicBezTo>
                    <a:pt x="1" y="388"/>
                    <a:pt x="17" y="404"/>
                    <a:pt x="17" y="404"/>
                  </a:cubicBezTo>
                  <a:lnTo>
                    <a:pt x="33" y="388"/>
                  </a:lnTo>
                  <a:cubicBezTo>
                    <a:pt x="53" y="320"/>
                    <a:pt x="53" y="267"/>
                    <a:pt x="53" y="202"/>
                  </a:cubicBezTo>
                  <a:cubicBezTo>
                    <a:pt x="53" y="134"/>
                    <a:pt x="53" y="65"/>
                    <a:pt x="69" y="17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1135809" y="2664588"/>
              <a:ext cx="6555" cy="86810"/>
            </a:xfrm>
            <a:custGeom>
              <a:avLst/>
              <a:gdLst/>
              <a:ahLst/>
              <a:cxnLst/>
              <a:rect l="l" t="t" r="r" b="b"/>
              <a:pathLst>
                <a:path w="66" h="874" extrusionOk="0">
                  <a:moveTo>
                    <a:pt x="1" y="1"/>
                  </a:moveTo>
                  <a:lnTo>
                    <a:pt x="1" y="187"/>
                  </a:lnTo>
                  <a:lnTo>
                    <a:pt x="1" y="692"/>
                  </a:lnTo>
                  <a:cubicBezTo>
                    <a:pt x="1" y="756"/>
                    <a:pt x="17" y="825"/>
                    <a:pt x="33" y="873"/>
                  </a:cubicBezTo>
                  <a:lnTo>
                    <a:pt x="49" y="873"/>
                  </a:lnTo>
                  <a:cubicBezTo>
                    <a:pt x="49" y="873"/>
                    <a:pt x="66" y="873"/>
                    <a:pt x="49" y="857"/>
                  </a:cubicBezTo>
                  <a:cubicBezTo>
                    <a:pt x="33" y="809"/>
                    <a:pt x="33" y="756"/>
                    <a:pt x="33" y="692"/>
                  </a:cubicBezTo>
                  <a:lnTo>
                    <a:pt x="33" y="18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856607" y="1720106"/>
              <a:ext cx="355981" cy="319131"/>
            </a:xfrm>
            <a:custGeom>
              <a:avLst/>
              <a:gdLst/>
              <a:ahLst/>
              <a:cxnLst/>
              <a:rect l="l" t="t" r="r" b="b"/>
              <a:pathLst>
                <a:path w="3584" h="3213" extrusionOk="0">
                  <a:moveTo>
                    <a:pt x="3535" y="0"/>
                  </a:moveTo>
                  <a:lnTo>
                    <a:pt x="3535" y="17"/>
                  </a:lnTo>
                  <a:cubicBezTo>
                    <a:pt x="3567" y="33"/>
                    <a:pt x="3551" y="65"/>
                    <a:pt x="3551" y="101"/>
                  </a:cubicBezTo>
                  <a:lnTo>
                    <a:pt x="3551" y="118"/>
                  </a:lnTo>
                  <a:lnTo>
                    <a:pt x="3551" y="437"/>
                  </a:lnTo>
                  <a:cubicBezTo>
                    <a:pt x="3551" y="687"/>
                    <a:pt x="3551" y="958"/>
                    <a:pt x="3567" y="1212"/>
                  </a:cubicBezTo>
                  <a:cubicBezTo>
                    <a:pt x="3567" y="1293"/>
                    <a:pt x="3535" y="1330"/>
                    <a:pt x="3466" y="1362"/>
                  </a:cubicBezTo>
                  <a:cubicBezTo>
                    <a:pt x="2913" y="1665"/>
                    <a:pt x="2339" y="1968"/>
                    <a:pt x="1851" y="2222"/>
                  </a:cubicBezTo>
                  <a:cubicBezTo>
                    <a:pt x="1531" y="2388"/>
                    <a:pt x="1228" y="2558"/>
                    <a:pt x="909" y="2707"/>
                  </a:cubicBezTo>
                  <a:lnTo>
                    <a:pt x="352" y="3010"/>
                  </a:lnTo>
                  <a:cubicBezTo>
                    <a:pt x="267" y="3063"/>
                    <a:pt x="202" y="3095"/>
                    <a:pt x="118" y="3131"/>
                  </a:cubicBezTo>
                  <a:lnTo>
                    <a:pt x="17" y="3196"/>
                  </a:lnTo>
                  <a:cubicBezTo>
                    <a:pt x="0" y="3196"/>
                    <a:pt x="0" y="3196"/>
                    <a:pt x="0" y="3212"/>
                  </a:cubicBezTo>
                  <a:lnTo>
                    <a:pt x="17" y="3212"/>
                  </a:lnTo>
                  <a:lnTo>
                    <a:pt x="134" y="3164"/>
                  </a:lnTo>
                  <a:cubicBezTo>
                    <a:pt x="202" y="3111"/>
                    <a:pt x="287" y="3079"/>
                    <a:pt x="368" y="3046"/>
                  </a:cubicBezTo>
                  <a:lnTo>
                    <a:pt x="925" y="2743"/>
                  </a:lnTo>
                  <a:cubicBezTo>
                    <a:pt x="1245" y="2574"/>
                    <a:pt x="1548" y="2404"/>
                    <a:pt x="1867" y="2238"/>
                  </a:cubicBezTo>
                  <a:cubicBezTo>
                    <a:pt x="2339" y="1984"/>
                    <a:pt x="2913" y="1681"/>
                    <a:pt x="3483" y="1394"/>
                  </a:cubicBezTo>
                  <a:cubicBezTo>
                    <a:pt x="3551" y="1362"/>
                    <a:pt x="3584" y="1313"/>
                    <a:pt x="3584" y="1212"/>
                  </a:cubicBezTo>
                  <a:lnTo>
                    <a:pt x="3584" y="437"/>
                  </a:lnTo>
                  <a:lnTo>
                    <a:pt x="3584" y="118"/>
                  </a:lnTo>
                  <a:lnTo>
                    <a:pt x="3584" y="101"/>
                  </a:lnTo>
                  <a:cubicBezTo>
                    <a:pt x="3584" y="65"/>
                    <a:pt x="3584" y="33"/>
                    <a:pt x="3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1582077" y="3425417"/>
              <a:ext cx="6853" cy="81943"/>
            </a:xfrm>
            <a:custGeom>
              <a:avLst/>
              <a:gdLst/>
              <a:ahLst/>
              <a:cxnLst/>
              <a:rect l="l" t="t" r="r" b="b"/>
              <a:pathLst>
                <a:path w="69" h="825" extrusionOk="0">
                  <a:moveTo>
                    <a:pt x="53" y="0"/>
                  </a:moveTo>
                  <a:lnTo>
                    <a:pt x="32" y="16"/>
                  </a:lnTo>
                  <a:cubicBezTo>
                    <a:pt x="16" y="150"/>
                    <a:pt x="16" y="283"/>
                    <a:pt x="16" y="404"/>
                  </a:cubicBezTo>
                  <a:cubicBezTo>
                    <a:pt x="16" y="485"/>
                    <a:pt x="32" y="570"/>
                    <a:pt x="16" y="655"/>
                  </a:cubicBezTo>
                  <a:lnTo>
                    <a:pt x="16" y="707"/>
                  </a:lnTo>
                  <a:cubicBezTo>
                    <a:pt x="32" y="739"/>
                    <a:pt x="32" y="772"/>
                    <a:pt x="16" y="788"/>
                  </a:cubicBezTo>
                  <a:cubicBezTo>
                    <a:pt x="0" y="808"/>
                    <a:pt x="16" y="808"/>
                    <a:pt x="16" y="808"/>
                  </a:cubicBezTo>
                  <a:lnTo>
                    <a:pt x="16" y="824"/>
                  </a:lnTo>
                  <a:lnTo>
                    <a:pt x="32" y="808"/>
                  </a:lnTo>
                  <a:cubicBezTo>
                    <a:pt x="53" y="772"/>
                    <a:pt x="53" y="739"/>
                    <a:pt x="53" y="707"/>
                  </a:cubicBezTo>
                  <a:lnTo>
                    <a:pt x="53" y="655"/>
                  </a:lnTo>
                  <a:lnTo>
                    <a:pt x="53" y="404"/>
                  </a:lnTo>
                  <a:cubicBezTo>
                    <a:pt x="53" y="283"/>
                    <a:pt x="53" y="150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672458" y="2958689"/>
              <a:ext cx="147299" cy="152166"/>
            </a:xfrm>
            <a:custGeom>
              <a:avLst/>
              <a:gdLst/>
              <a:ahLst/>
              <a:cxnLst/>
              <a:rect l="l" t="t" r="r" b="b"/>
              <a:pathLst>
                <a:path w="1483" h="1532" extrusionOk="0">
                  <a:moveTo>
                    <a:pt x="1450" y="1"/>
                  </a:moveTo>
                  <a:lnTo>
                    <a:pt x="1434" y="17"/>
                  </a:lnTo>
                  <a:cubicBezTo>
                    <a:pt x="1467" y="203"/>
                    <a:pt x="1450" y="389"/>
                    <a:pt x="1450" y="575"/>
                  </a:cubicBezTo>
                  <a:lnTo>
                    <a:pt x="1450" y="910"/>
                  </a:lnTo>
                  <a:cubicBezTo>
                    <a:pt x="1450" y="962"/>
                    <a:pt x="1414" y="979"/>
                    <a:pt x="1366" y="995"/>
                  </a:cubicBezTo>
                  <a:lnTo>
                    <a:pt x="1349" y="995"/>
                  </a:lnTo>
                  <a:cubicBezTo>
                    <a:pt x="978" y="1144"/>
                    <a:pt x="606" y="1282"/>
                    <a:pt x="271" y="1431"/>
                  </a:cubicBezTo>
                  <a:cubicBezTo>
                    <a:pt x="255" y="1431"/>
                    <a:pt x="238" y="1447"/>
                    <a:pt x="222" y="1447"/>
                  </a:cubicBezTo>
                  <a:cubicBezTo>
                    <a:pt x="166" y="1477"/>
                    <a:pt x="110" y="1504"/>
                    <a:pt x="56" y="1504"/>
                  </a:cubicBezTo>
                  <a:cubicBezTo>
                    <a:pt x="44" y="1504"/>
                    <a:pt x="32" y="1503"/>
                    <a:pt x="20" y="1500"/>
                  </a:cubicBezTo>
                  <a:cubicBezTo>
                    <a:pt x="20" y="1500"/>
                    <a:pt x="0" y="1500"/>
                    <a:pt x="0" y="1516"/>
                  </a:cubicBezTo>
                  <a:lnTo>
                    <a:pt x="20" y="1532"/>
                  </a:lnTo>
                  <a:lnTo>
                    <a:pt x="37" y="1532"/>
                  </a:lnTo>
                  <a:cubicBezTo>
                    <a:pt x="121" y="1532"/>
                    <a:pt x="170" y="1500"/>
                    <a:pt x="238" y="1467"/>
                  </a:cubicBezTo>
                  <a:cubicBezTo>
                    <a:pt x="255" y="1467"/>
                    <a:pt x="271" y="1467"/>
                    <a:pt x="287" y="1447"/>
                  </a:cubicBezTo>
                  <a:cubicBezTo>
                    <a:pt x="626" y="1314"/>
                    <a:pt x="994" y="1164"/>
                    <a:pt x="1366" y="1027"/>
                  </a:cubicBezTo>
                  <a:lnTo>
                    <a:pt x="1382" y="1011"/>
                  </a:lnTo>
                  <a:cubicBezTo>
                    <a:pt x="1414" y="1011"/>
                    <a:pt x="1483" y="979"/>
                    <a:pt x="1483" y="910"/>
                  </a:cubicBezTo>
                  <a:lnTo>
                    <a:pt x="1483" y="575"/>
                  </a:lnTo>
                  <a:cubicBezTo>
                    <a:pt x="1483" y="389"/>
                    <a:pt x="1483" y="203"/>
                    <a:pt x="1467" y="17"/>
                  </a:cubicBezTo>
                  <a:cubicBezTo>
                    <a:pt x="1467" y="1"/>
                    <a:pt x="1467" y="1"/>
                    <a:pt x="14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1740897" y="2305131"/>
              <a:ext cx="169051" cy="347935"/>
            </a:xfrm>
            <a:custGeom>
              <a:avLst/>
              <a:gdLst/>
              <a:ahLst/>
              <a:cxnLst/>
              <a:rect l="l" t="t" r="r" b="b"/>
              <a:pathLst>
                <a:path w="1702" h="3503" extrusionOk="0">
                  <a:moveTo>
                    <a:pt x="69" y="0"/>
                  </a:moveTo>
                  <a:cubicBezTo>
                    <a:pt x="49" y="0"/>
                    <a:pt x="49" y="0"/>
                    <a:pt x="49" y="16"/>
                  </a:cubicBezTo>
                  <a:cubicBezTo>
                    <a:pt x="1" y="117"/>
                    <a:pt x="17" y="218"/>
                    <a:pt x="102" y="303"/>
                  </a:cubicBezTo>
                  <a:cubicBezTo>
                    <a:pt x="187" y="404"/>
                    <a:pt x="251" y="505"/>
                    <a:pt x="320" y="622"/>
                  </a:cubicBezTo>
                  <a:cubicBezTo>
                    <a:pt x="352" y="675"/>
                    <a:pt x="389" y="723"/>
                    <a:pt x="421" y="776"/>
                  </a:cubicBezTo>
                  <a:cubicBezTo>
                    <a:pt x="639" y="1079"/>
                    <a:pt x="857" y="1398"/>
                    <a:pt x="1059" y="1717"/>
                  </a:cubicBezTo>
                  <a:cubicBezTo>
                    <a:pt x="1180" y="1887"/>
                    <a:pt x="1281" y="2052"/>
                    <a:pt x="1399" y="2222"/>
                  </a:cubicBezTo>
                  <a:cubicBezTo>
                    <a:pt x="1415" y="2254"/>
                    <a:pt x="1431" y="2291"/>
                    <a:pt x="1431" y="2307"/>
                  </a:cubicBezTo>
                  <a:lnTo>
                    <a:pt x="1431" y="2541"/>
                  </a:lnTo>
                  <a:cubicBezTo>
                    <a:pt x="1447" y="2675"/>
                    <a:pt x="1447" y="2828"/>
                    <a:pt x="1415" y="2961"/>
                  </a:cubicBezTo>
                  <a:cubicBezTo>
                    <a:pt x="1399" y="3062"/>
                    <a:pt x="1463" y="3147"/>
                    <a:pt x="1516" y="3216"/>
                  </a:cubicBezTo>
                  <a:cubicBezTo>
                    <a:pt x="1600" y="3301"/>
                    <a:pt x="1633" y="3402"/>
                    <a:pt x="1665" y="3483"/>
                  </a:cubicBezTo>
                  <a:lnTo>
                    <a:pt x="1685" y="3503"/>
                  </a:lnTo>
                  <a:lnTo>
                    <a:pt x="1701" y="3483"/>
                  </a:lnTo>
                  <a:cubicBezTo>
                    <a:pt x="1665" y="3382"/>
                    <a:pt x="1633" y="3281"/>
                    <a:pt x="1548" y="3200"/>
                  </a:cubicBezTo>
                  <a:cubicBezTo>
                    <a:pt x="1483" y="3131"/>
                    <a:pt x="1431" y="3062"/>
                    <a:pt x="1447" y="2961"/>
                  </a:cubicBezTo>
                  <a:cubicBezTo>
                    <a:pt x="1463" y="2828"/>
                    <a:pt x="1463" y="2675"/>
                    <a:pt x="1463" y="2541"/>
                  </a:cubicBezTo>
                  <a:lnTo>
                    <a:pt x="1463" y="2307"/>
                  </a:lnTo>
                  <a:cubicBezTo>
                    <a:pt x="1463" y="2271"/>
                    <a:pt x="1447" y="2238"/>
                    <a:pt x="1415" y="2206"/>
                  </a:cubicBezTo>
                  <a:cubicBezTo>
                    <a:pt x="1314" y="2036"/>
                    <a:pt x="1197" y="1867"/>
                    <a:pt x="1079" y="1701"/>
                  </a:cubicBezTo>
                  <a:cubicBezTo>
                    <a:pt x="877" y="1398"/>
                    <a:pt x="655" y="1059"/>
                    <a:pt x="437" y="756"/>
                  </a:cubicBezTo>
                  <a:cubicBezTo>
                    <a:pt x="405" y="707"/>
                    <a:pt x="372" y="655"/>
                    <a:pt x="352" y="606"/>
                  </a:cubicBezTo>
                  <a:cubicBezTo>
                    <a:pt x="288" y="489"/>
                    <a:pt x="219" y="388"/>
                    <a:pt x="118" y="287"/>
                  </a:cubicBezTo>
                  <a:cubicBezTo>
                    <a:pt x="33" y="202"/>
                    <a:pt x="17" y="117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1087339" y="1999011"/>
              <a:ext cx="4867" cy="95551"/>
            </a:xfrm>
            <a:custGeom>
              <a:avLst/>
              <a:gdLst/>
              <a:ahLst/>
              <a:cxnLst/>
              <a:rect l="l" t="t" r="r" b="b"/>
              <a:pathLst>
                <a:path w="49" h="962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37"/>
                    <a:pt x="16" y="255"/>
                    <a:pt x="0" y="372"/>
                  </a:cubicBezTo>
                  <a:lnTo>
                    <a:pt x="0" y="590"/>
                  </a:lnTo>
                  <a:cubicBezTo>
                    <a:pt x="16" y="626"/>
                    <a:pt x="0" y="675"/>
                    <a:pt x="0" y="707"/>
                  </a:cubicBezTo>
                  <a:cubicBezTo>
                    <a:pt x="0" y="792"/>
                    <a:pt x="0" y="877"/>
                    <a:pt x="16" y="961"/>
                  </a:cubicBezTo>
                  <a:lnTo>
                    <a:pt x="32" y="961"/>
                  </a:lnTo>
                  <a:cubicBezTo>
                    <a:pt x="49" y="961"/>
                    <a:pt x="49" y="961"/>
                    <a:pt x="49" y="945"/>
                  </a:cubicBezTo>
                  <a:cubicBezTo>
                    <a:pt x="32" y="877"/>
                    <a:pt x="32" y="792"/>
                    <a:pt x="32" y="707"/>
                  </a:cubicBezTo>
                  <a:lnTo>
                    <a:pt x="32" y="590"/>
                  </a:lnTo>
                  <a:lnTo>
                    <a:pt x="32" y="372"/>
                  </a:lnTo>
                  <a:cubicBezTo>
                    <a:pt x="32" y="255"/>
                    <a:pt x="32" y="137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669181" y="3099135"/>
              <a:ext cx="153854" cy="175905"/>
            </a:xfrm>
            <a:custGeom>
              <a:avLst/>
              <a:gdLst/>
              <a:ahLst/>
              <a:cxnLst/>
              <a:rect l="l" t="t" r="r" b="b"/>
              <a:pathLst>
                <a:path w="1549" h="1771" extrusionOk="0">
                  <a:moveTo>
                    <a:pt x="1483" y="33"/>
                  </a:moveTo>
                  <a:cubicBezTo>
                    <a:pt x="1500" y="102"/>
                    <a:pt x="1500" y="187"/>
                    <a:pt x="1500" y="272"/>
                  </a:cubicBezTo>
                  <a:lnTo>
                    <a:pt x="1500" y="405"/>
                  </a:lnTo>
                  <a:lnTo>
                    <a:pt x="1500" y="675"/>
                  </a:lnTo>
                  <a:cubicBezTo>
                    <a:pt x="1500" y="793"/>
                    <a:pt x="1500" y="926"/>
                    <a:pt x="1516" y="1043"/>
                  </a:cubicBezTo>
                  <a:cubicBezTo>
                    <a:pt x="1532" y="1164"/>
                    <a:pt x="1500" y="1213"/>
                    <a:pt x="1382" y="1245"/>
                  </a:cubicBezTo>
                  <a:cubicBezTo>
                    <a:pt x="1265" y="1281"/>
                    <a:pt x="1144" y="1330"/>
                    <a:pt x="1027" y="1366"/>
                  </a:cubicBezTo>
                  <a:cubicBezTo>
                    <a:pt x="926" y="1415"/>
                    <a:pt x="825" y="1447"/>
                    <a:pt x="724" y="1483"/>
                  </a:cubicBezTo>
                  <a:cubicBezTo>
                    <a:pt x="639" y="1500"/>
                    <a:pt x="558" y="1532"/>
                    <a:pt x="490" y="1568"/>
                  </a:cubicBezTo>
                  <a:cubicBezTo>
                    <a:pt x="336" y="1617"/>
                    <a:pt x="203" y="1685"/>
                    <a:pt x="53" y="1718"/>
                  </a:cubicBezTo>
                  <a:cubicBezTo>
                    <a:pt x="53" y="1685"/>
                    <a:pt x="33" y="1669"/>
                    <a:pt x="33" y="1633"/>
                  </a:cubicBezTo>
                  <a:cubicBezTo>
                    <a:pt x="33" y="1617"/>
                    <a:pt x="17" y="1601"/>
                    <a:pt x="17" y="1568"/>
                  </a:cubicBezTo>
                  <a:cubicBezTo>
                    <a:pt x="33" y="1245"/>
                    <a:pt x="33" y="978"/>
                    <a:pt x="17" y="708"/>
                  </a:cubicBezTo>
                  <a:cubicBezTo>
                    <a:pt x="17" y="607"/>
                    <a:pt x="53" y="558"/>
                    <a:pt x="154" y="522"/>
                  </a:cubicBezTo>
                  <a:cubicBezTo>
                    <a:pt x="490" y="405"/>
                    <a:pt x="825" y="272"/>
                    <a:pt x="1164" y="154"/>
                  </a:cubicBezTo>
                  <a:lnTo>
                    <a:pt x="1483" y="33"/>
                  </a:lnTo>
                  <a:close/>
                  <a:moveTo>
                    <a:pt x="1483" y="1"/>
                  </a:moveTo>
                  <a:lnTo>
                    <a:pt x="1144" y="118"/>
                  </a:lnTo>
                  <a:cubicBezTo>
                    <a:pt x="809" y="255"/>
                    <a:pt x="473" y="372"/>
                    <a:pt x="134" y="490"/>
                  </a:cubicBezTo>
                  <a:cubicBezTo>
                    <a:pt x="33" y="538"/>
                    <a:pt x="1" y="591"/>
                    <a:pt x="1" y="708"/>
                  </a:cubicBezTo>
                  <a:lnTo>
                    <a:pt x="1" y="1568"/>
                  </a:lnTo>
                  <a:lnTo>
                    <a:pt x="1" y="1649"/>
                  </a:lnTo>
                  <a:cubicBezTo>
                    <a:pt x="17" y="1685"/>
                    <a:pt x="33" y="1718"/>
                    <a:pt x="1" y="1750"/>
                  </a:cubicBezTo>
                  <a:lnTo>
                    <a:pt x="1" y="1770"/>
                  </a:lnTo>
                  <a:lnTo>
                    <a:pt x="17" y="1770"/>
                  </a:lnTo>
                  <a:cubicBezTo>
                    <a:pt x="33" y="1750"/>
                    <a:pt x="33" y="1734"/>
                    <a:pt x="33" y="1734"/>
                  </a:cubicBezTo>
                  <a:lnTo>
                    <a:pt x="53" y="1734"/>
                  </a:lnTo>
                  <a:cubicBezTo>
                    <a:pt x="203" y="1702"/>
                    <a:pt x="356" y="1649"/>
                    <a:pt x="490" y="1601"/>
                  </a:cubicBezTo>
                  <a:cubicBezTo>
                    <a:pt x="574" y="1568"/>
                    <a:pt x="659" y="1532"/>
                    <a:pt x="724" y="1500"/>
                  </a:cubicBezTo>
                  <a:cubicBezTo>
                    <a:pt x="825" y="1467"/>
                    <a:pt x="926" y="1431"/>
                    <a:pt x="1027" y="1399"/>
                  </a:cubicBezTo>
                  <a:cubicBezTo>
                    <a:pt x="1144" y="1346"/>
                    <a:pt x="1281" y="1298"/>
                    <a:pt x="1399" y="1265"/>
                  </a:cubicBezTo>
                  <a:cubicBezTo>
                    <a:pt x="1516" y="1229"/>
                    <a:pt x="1548" y="1164"/>
                    <a:pt x="1532" y="1043"/>
                  </a:cubicBezTo>
                  <a:cubicBezTo>
                    <a:pt x="1516" y="926"/>
                    <a:pt x="1516" y="793"/>
                    <a:pt x="1532" y="675"/>
                  </a:cubicBezTo>
                  <a:lnTo>
                    <a:pt x="1532" y="405"/>
                  </a:lnTo>
                  <a:cubicBezTo>
                    <a:pt x="1516" y="356"/>
                    <a:pt x="1516" y="320"/>
                    <a:pt x="1532" y="272"/>
                  </a:cubicBezTo>
                  <a:cubicBezTo>
                    <a:pt x="1532" y="187"/>
                    <a:pt x="1532" y="102"/>
                    <a:pt x="1500" y="17"/>
                  </a:cubicBezTo>
                  <a:lnTo>
                    <a:pt x="1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2165412" y="2696372"/>
              <a:ext cx="5364" cy="40127"/>
            </a:xfrm>
            <a:custGeom>
              <a:avLst/>
              <a:gdLst/>
              <a:ahLst/>
              <a:cxnLst/>
              <a:rect l="l" t="t" r="r" b="b"/>
              <a:pathLst>
                <a:path w="54" h="404" extrusionOk="0">
                  <a:moveTo>
                    <a:pt x="37" y="0"/>
                  </a:moveTo>
                  <a:cubicBezTo>
                    <a:pt x="1" y="85"/>
                    <a:pt x="17" y="170"/>
                    <a:pt x="17" y="250"/>
                  </a:cubicBezTo>
                  <a:lnTo>
                    <a:pt x="17" y="388"/>
                  </a:lnTo>
                  <a:lnTo>
                    <a:pt x="17" y="404"/>
                  </a:lnTo>
                  <a:cubicBezTo>
                    <a:pt x="37" y="404"/>
                    <a:pt x="37" y="388"/>
                    <a:pt x="37" y="388"/>
                  </a:cubicBezTo>
                  <a:lnTo>
                    <a:pt x="37" y="250"/>
                  </a:lnTo>
                  <a:cubicBezTo>
                    <a:pt x="37" y="170"/>
                    <a:pt x="37" y="85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1970040" y="2958689"/>
              <a:ext cx="4867" cy="43504"/>
            </a:xfrm>
            <a:custGeom>
              <a:avLst/>
              <a:gdLst/>
              <a:ahLst/>
              <a:cxnLst/>
              <a:rect l="l" t="t" r="r" b="b"/>
              <a:pathLst>
                <a:path w="49" h="438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0" y="86"/>
                    <a:pt x="0" y="154"/>
                    <a:pt x="17" y="219"/>
                  </a:cubicBezTo>
                  <a:cubicBezTo>
                    <a:pt x="17" y="288"/>
                    <a:pt x="17" y="356"/>
                    <a:pt x="0" y="421"/>
                  </a:cubicBezTo>
                  <a:lnTo>
                    <a:pt x="0" y="437"/>
                  </a:lnTo>
                  <a:lnTo>
                    <a:pt x="17" y="437"/>
                  </a:lnTo>
                  <a:lnTo>
                    <a:pt x="17" y="421"/>
                  </a:lnTo>
                  <a:cubicBezTo>
                    <a:pt x="33" y="356"/>
                    <a:pt x="33" y="288"/>
                    <a:pt x="33" y="219"/>
                  </a:cubicBezTo>
                  <a:cubicBezTo>
                    <a:pt x="33" y="154"/>
                    <a:pt x="33" y="86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501917" y="3193791"/>
              <a:ext cx="132500" cy="51152"/>
            </a:xfrm>
            <a:custGeom>
              <a:avLst/>
              <a:gdLst/>
              <a:ahLst/>
              <a:cxnLst/>
              <a:rect l="l" t="t" r="r" b="b"/>
              <a:pathLst>
                <a:path w="1334" h="515" extrusionOk="0">
                  <a:moveTo>
                    <a:pt x="1318" y="0"/>
                  </a:moveTo>
                  <a:cubicBezTo>
                    <a:pt x="1315" y="0"/>
                    <a:pt x="1313" y="3"/>
                    <a:pt x="1313" y="9"/>
                  </a:cubicBezTo>
                  <a:cubicBezTo>
                    <a:pt x="861" y="159"/>
                    <a:pt x="424" y="312"/>
                    <a:pt x="20" y="494"/>
                  </a:cubicBezTo>
                  <a:cubicBezTo>
                    <a:pt x="0" y="494"/>
                    <a:pt x="0" y="494"/>
                    <a:pt x="0" y="514"/>
                  </a:cubicBezTo>
                  <a:lnTo>
                    <a:pt x="20" y="514"/>
                  </a:lnTo>
                  <a:cubicBezTo>
                    <a:pt x="441" y="345"/>
                    <a:pt x="877" y="175"/>
                    <a:pt x="1333" y="25"/>
                  </a:cubicBezTo>
                  <a:lnTo>
                    <a:pt x="1333" y="9"/>
                  </a:lnTo>
                  <a:cubicBezTo>
                    <a:pt x="1333" y="9"/>
                    <a:pt x="1324" y="0"/>
                    <a:pt x="13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1246160" y="3232826"/>
              <a:ext cx="167065" cy="172627"/>
            </a:xfrm>
            <a:custGeom>
              <a:avLst/>
              <a:gdLst/>
              <a:ahLst/>
              <a:cxnLst/>
              <a:rect l="l" t="t" r="r" b="b"/>
              <a:pathLst>
                <a:path w="1682" h="1738" extrusionOk="0">
                  <a:moveTo>
                    <a:pt x="1649" y="0"/>
                  </a:moveTo>
                  <a:cubicBezTo>
                    <a:pt x="1532" y="36"/>
                    <a:pt x="1395" y="85"/>
                    <a:pt x="1277" y="121"/>
                  </a:cubicBezTo>
                  <a:cubicBezTo>
                    <a:pt x="910" y="238"/>
                    <a:pt x="506" y="372"/>
                    <a:pt x="118" y="489"/>
                  </a:cubicBezTo>
                  <a:cubicBezTo>
                    <a:pt x="49" y="525"/>
                    <a:pt x="33" y="541"/>
                    <a:pt x="33" y="606"/>
                  </a:cubicBezTo>
                  <a:cubicBezTo>
                    <a:pt x="17" y="808"/>
                    <a:pt x="17" y="1010"/>
                    <a:pt x="17" y="1212"/>
                  </a:cubicBezTo>
                  <a:cubicBezTo>
                    <a:pt x="17" y="1349"/>
                    <a:pt x="1" y="1483"/>
                    <a:pt x="1" y="1616"/>
                  </a:cubicBezTo>
                  <a:lnTo>
                    <a:pt x="1" y="1685"/>
                  </a:lnTo>
                  <a:cubicBezTo>
                    <a:pt x="1" y="1701"/>
                    <a:pt x="17" y="1717"/>
                    <a:pt x="17" y="1717"/>
                  </a:cubicBezTo>
                  <a:lnTo>
                    <a:pt x="17" y="1737"/>
                  </a:lnTo>
                  <a:lnTo>
                    <a:pt x="66" y="1737"/>
                  </a:lnTo>
                  <a:cubicBezTo>
                    <a:pt x="118" y="1737"/>
                    <a:pt x="166" y="1717"/>
                    <a:pt x="219" y="1701"/>
                  </a:cubicBezTo>
                  <a:cubicBezTo>
                    <a:pt x="235" y="1701"/>
                    <a:pt x="251" y="1685"/>
                    <a:pt x="267" y="1685"/>
                  </a:cubicBezTo>
                  <a:cubicBezTo>
                    <a:pt x="437" y="1636"/>
                    <a:pt x="607" y="1584"/>
                    <a:pt x="756" y="1535"/>
                  </a:cubicBezTo>
                  <a:cubicBezTo>
                    <a:pt x="1011" y="1466"/>
                    <a:pt x="1277" y="1382"/>
                    <a:pt x="1532" y="1297"/>
                  </a:cubicBezTo>
                  <a:cubicBezTo>
                    <a:pt x="1564" y="1281"/>
                    <a:pt x="1580" y="1281"/>
                    <a:pt x="1617" y="1281"/>
                  </a:cubicBezTo>
                  <a:lnTo>
                    <a:pt x="1665" y="1281"/>
                  </a:lnTo>
                  <a:cubicBezTo>
                    <a:pt x="1665" y="1281"/>
                    <a:pt x="1681" y="1281"/>
                    <a:pt x="1681" y="1264"/>
                  </a:cubicBezTo>
                  <a:lnTo>
                    <a:pt x="1665" y="1248"/>
                  </a:lnTo>
                  <a:cubicBezTo>
                    <a:pt x="1649" y="1264"/>
                    <a:pt x="1633" y="1264"/>
                    <a:pt x="1617" y="1264"/>
                  </a:cubicBezTo>
                  <a:lnTo>
                    <a:pt x="1532" y="1264"/>
                  </a:lnTo>
                  <a:cubicBezTo>
                    <a:pt x="1261" y="1365"/>
                    <a:pt x="1011" y="1434"/>
                    <a:pt x="740" y="1515"/>
                  </a:cubicBezTo>
                  <a:cubicBezTo>
                    <a:pt x="587" y="1567"/>
                    <a:pt x="421" y="1600"/>
                    <a:pt x="267" y="1652"/>
                  </a:cubicBezTo>
                  <a:cubicBezTo>
                    <a:pt x="251" y="1668"/>
                    <a:pt x="235" y="1668"/>
                    <a:pt x="203" y="1685"/>
                  </a:cubicBezTo>
                  <a:cubicBezTo>
                    <a:pt x="150" y="1701"/>
                    <a:pt x="102" y="1717"/>
                    <a:pt x="33" y="1717"/>
                  </a:cubicBezTo>
                  <a:lnTo>
                    <a:pt x="33" y="1685"/>
                  </a:lnTo>
                  <a:lnTo>
                    <a:pt x="33" y="1616"/>
                  </a:lnTo>
                  <a:lnTo>
                    <a:pt x="33" y="1212"/>
                  </a:lnTo>
                  <a:cubicBezTo>
                    <a:pt x="49" y="1010"/>
                    <a:pt x="49" y="808"/>
                    <a:pt x="49" y="606"/>
                  </a:cubicBezTo>
                  <a:cubicBezTo>
                    <a:pt x="49" y="558"/>
                    <a:pt x="66" y="541"/>
                    <a:pt x="118" y="525"/>
                  </a:cubicBezTo>
                  <a:cubicBezTo>
                    <a:pt x="522" y="404"/>
                    <a:pt x="910" y="271"/>
                    <a:pt x="1294" y="137"/>
                  </a:cubicBezTo>
                  <a:cubicBezTo>
                    <a:pt x="1415" y="101"/>
                    <a:pt x="1532" y="69"/>
                    <a:pt x="1649" y="20"/>
                  </a:cubicBezTo>
                  <a:cubicBezTo>
                    <a:pt x="1665" y="20"/>
                    <a:pt x="1665" y="20"/>
                    <a:pt x="1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1287876" y="260082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57"/>
                  </a:cubicBezTo>
                  <a:lnTo>
                    <a:pt x="17" y="728"/>
                  </a:lnTo>
                  <a:lnTo>
                    <a:pt x="17" y="776"/>
                  </a:lnTo>
                  <a:cubicBezTo>
                    <a:pt x="17" y="809"/>
                    <a:pt x="17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9"/>
                    <a:pt x="33" y="776"/>
                  </a:cubicBezTo>
                  <a:lnTo>
                    <a:pt x="33" y="728"/>
                  </a:lnTo>
                  <a:lnTo>
                    <a:pt x="33" y="457"/>
                  </a:lnTo>
                  <a:cubicBezTo>
                    <a:pt x="33" y="304"/>
                    <a:pt x="49" y="154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2070358" y="2246529"/>
              <a:ext cx="116806" cy="302643"/>
            </a:xfrm>
            <a:custGeom>
              <a:avLst/>
              <a:gdLst/>
              <a:ahLst/>
              <a:cxnLst/>
              <a:rect l="l" t="t" r="r" b="b"/>
              <a:pathLst>
                <a:path w="1176" h="3047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102"/>
                    <a:pt x="118" y="203"/>
                    <a:pt x="166" y="320"/>
                  </a:cubicBezTo>
                  <a:cubicBezTo>
                    <a:pt x="202" y="372"/>
                    <a:pt x="235" y="437"/>
                    <a:pt x="267" y="489"/>
                  </a:cubicBezTo>
                  <a:cubicBezTo>
                    <a:pt x="303" y="522"/>
                    <a:pt x="319" y="558"/>
                    <a:pt x="336" y="590"/>
                  </a:cubicBezTo>
                  <a:cubicBezTo>
                    <a:pt x="388" y="675"/>
                    <a:pt x="420" y="740"/>
                    <a:pt x="453" y="825"/>
                  </a:cubicBezTo>
                  <a:cubicBezTo>
                    <a:pt x="622" y="1144"/>
                    <a:pt x="808" y="1467"/>
                    <a:pt x="1010" y="1770"/>
                  </a:cubicBezTo>
                  <a:cubicBezTo>
                    <a:pt x="1160" y="1988"/>
                    <a:pt x="1144" y="2206"/>
                    <a:pt x="1127" y="2440"/>
                  </a:cubicBezTo>
                  <a:cubicBezTo>
                    <a:pt x="1127" y="2509"/>
                    <a:pt x="1111" y="2558"/>
                    <a:pt x="1111" y="2626"/>
                  </a:cubicBezTo>
                  <a:cubicBezTo>
                    <a:pt x="1111" y="2659"/>
                    <a:pt x="1111" y="2711"/>
                    <a:pt x="1127" y="2760"/>
                  </a:cubicBezTo>
                  <a:cubicBezTo>
                    <a:pt x="1144" y="2844"/>
                    <a:pt x="1144" y="2929"/>
                    <a:pt x="1111" y="3030"/>
                  </a:cubicBezTo>
                  <a:lnTo>
                    <a:pt x="1111" y="3046"/>
                  </a:lnTo>
                  <a:lnTo>
                    <a:pt x="1127" y="3046"/>
                  </a:lnTo>
                  <a:lnTo>
                    <a:pt x="1127" y="3030"/>
                  </a:lnTo>
                  <a:cubicBezTo>
                    <a:pt x="1176" y="2945"/>
                    <a:pt x="1160" y="2844"/>
                    <a:pt x="1144" y="2743"/>
                  </a:cubicBezTo>
                  <a:lnTo>
                    <a:pt x="1144" y="2626"/>
                  </a:lnTo>
                  <a:lnTo>
                    <a:pt x="1144" y="2457"/>
                  </a:lnTo>
                  <a:cubicBezTo>
                    <a:pt x="1160" y="2222"/>
                    <a:pt x="1176" y="1988"/>
                    <a:pt x="1026" y="1750"/>
                  </a:cubicBezTo>
                  <a:cubicBezTo>
                    <a:pt x="824" y="1447"/>
                    <a:pt x="655" y="1128"/>
                    <a:pt x="489" y="808"/>
                  </a:cubicBezTo>
                  <a:cubicBezTo>
                    <a:pt x="437" y="740"/>
                    <a:pt x="404" y="659"/>
                    <a:pt x="368" y="590"/>
                  </a:cubicBezTo>
                  <a:cubicBezTo>
                    <a:pt x="336" y="538"/>
                    <a:pt x="319" y="505"/>
                    <a:pt x="287" y="473"/>
                  </a:cubicBezTo>
                  <a:cubicBezTo>
                    <a:pt x="251" y="421"/>
                    <a:pt x="218" y="372"/>
                    <a:pt x="202" y="304"/>
                  </a:cubicBezTo>
                  <a:cubicBezTo>
                    <a:pt x="150" y="186"/>
                    <a:pt x="101" y="85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744668" y="363082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0"/>
                  </a:moveTo>
                  <a:lnTo>
                    <a:pt x="0" y="17"/>
                  </a:lnTo>
                  <a:cubicBezTo>
                    <a:pt x="33" y="186"/>
                    <a:pt x="33" y="336"/>
                    <a:pt x="33" y="505"/>
                  </a:cubicBezTo>
                  <a:cubicBezTo>
                    <a:pt x="16" y="558"/>
                    <a:pt x="16" y="590"/>
                    <a:pt x="16" y="639"/>
                  </a:cubicBezTo>
                  <a:lnTo>
                    <a:pt x="16" y="707"/>
                  </a:lnTo>
                  <a:lnTo>
                    <a:pt x="16" y="1026"/>
                  </a:lnTo>
                  <a:lnTo>
                    <a:pt x="33" y="1026"/>
                  </a:lnTo>
                  <a:cubicBezTo>
                    <a:pt x="49" y="1026"/>
                    <a:pt x="49" y="1026"/>
                    <a:pt x="49" y="1010"/>
                  </a:cubicBezTo>
                  <a:cubicBezTo>
                    <a:pt x="33" y="909"/>
                    <a:pt x="33" y="808"/>
                    <a:pt x="49" y="707"/>
                  </a:cubicBezTo>
                  <a:lnTo>
                    <a:pt x="49" y="639"/>
                  </a:lnTo>
                  <a:lnTo>
                    <a:pt x="49" y="505"/>
                  </a:lnTo>
                  <a:cubicBezTo>
                    <a:pt x="65" y="336"/>
                    <a:pt x="65" y="17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1183982" y="2811490"/>
              <a:ext cx="5364" cy="95551"/>
            </a:xfrm>
            <a:custGeom>
              <a:avLst/>
              <a:gdLst/>
              <a:ahLst/>
              <a:cxnLst/>
              <a:rect l="l" t="t" r="r" b="b"/>
              <a:pathLst>
                <a:path w="54" h="962" extrusionOk="0">
                  <a:moveTo>
                    <a:pt x="21" y="0"/>
                  </a:moveTo>
                  <a:cubicBezTo>
                    <a:pt x="21" y="0"/>
                    <a:pt x="1" y="0"/>
                    <a:pt x="1" y="21"/>
                  </a:cubicBezTo>
                  <a:lnTo>
                    <a:pt x="1" y="223"/>
                  </a:lnTo>
                  <a:lnTo>
                    <a:pt x="1" y="792"/>
                  </a:lnTo>
                  <a:lnTo>
                    <a:pt x="1" y="808"/>
                  </a:lnTo>
                  <a:cubicBezTo>
                    <a:pt x="1" y="861"/>
                    <a:pt x="1" y="909"/>
                    <a:pt x="37" y="946"/>
                  </a:cubicBezTo>
                  <a:lnTo>
                    <a:pt x="53" y="962"/>
                  </a:lnTo>
                  <a:lnTo>
                    <a:pt x="53" y="946"/>
                  </a:lnTo>
                  <a:cubicBezTo>
                    <a:pt x="37" y="893"/>
                    <a:pt x="37" y="845"/>
                    <a:pt x="37" y="808"/>
                  </a:cubicBezTo>
                  <a:lnTo>
                    <a:pt x="37" y="792"/>
                  </a:lnTo>
                  <a:lnTo>
                    <a:pt x="37" y="223"/>
                  </a:lnTo>
                  <a:lnTo>
                    <a:pt x="37" y="21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1792646" y="1935542"/>
              <a:ext cx="5364" cy="41816"/>
            </a:xfrm>
            <a:custGeom>
              <a:avLst/>
              <a:gdLst/>
              <a:ahLst/>
              <a:cxnLst/>
              <a:rect l="l" t="t" r="r" b="b"/>
              <a:pathLst>
                <a:path w="54" h="421" extrusionOk="0">
                  <a:moveTo>
                    <a:pt x="33" y="1"/>
                  </a:moveTo>
                  <a:cubicBezTo>
                    <a:pt x="33" y="1"/>
                    <a:pt x="33" y="17"/>
                    <a:pt x="17" y="17"/>
                  </a:cubicBezTo>
                  <a:cubicBezTo>
                    <a:pt x="1" y="86"/>
                    <a:pt x="1" y="154"/>
                    <a:pt x="17" y="219"/>
                  </a:cubicBezTo>
                  <a:cubicBezTo>
                    <a:pt x="17" y="271"/>
                    <a:pt x="17" y="336"/>
                    <a:pt x="1" y="389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53" y="336"/>
                    <a:pt x="33" y="271"/>
                    <a:pt x="33" y="203"/>
                  </a:cubicBezTo>
                  <a:cubicBezTo>
                    <a:pt x="33" y="154"/>
                    <a:pt x="33" y="86"/>
                    <a:pt x="5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852932" y="3477166"/>
              <a:ext cx="353200" cy="223978"/>
            </a:xfrm>
            <a:custGeom>
              <a:avLst/>
              <a:gdLst/>
              <a:ahLst/>
              <a:cxnLst/>
              <a:rect l="l" t="t" r="r" b="b"/>
              <a:pathLst>
                <a:path w="3556" h="2255" extrusionOk="0">
                  <a:moveTo>
                    <a:pt x="3536" y="0"/>
                  </a:moveTo>
                  <a:cubicBezTo>
                    <a:pt x="3536" y="0"/>
                    <a:pt x="3520" y="0"/>
                    <a:pt x="3520" y="16"/>
                  </a:cubicBezTo>
                  <a:lnTo>
                    <a:pt x="3520" y="287"/>
                  </a:lnTo>
                  <a:lnTo>
                    <a:pt x="3520" y="1095"/>
                  </a:lnTo>
                  <a:cubicBezTo>
                    <a:pt x="3520" y="1160"/>
                    <a:pt x="3520" y="1176"/>
                    <a:pt x="3435" y="1212"/>
                  </a:cubicBezTo>
                  <a:cubicBezTo>
                    <a:pt x="3152" y="1297"/>
                    <a:pt x="2849" y="1378"/>
                    <a:pt x="2562" y="1479"/>
                  </a:cubicBezTo>
                  <a:cubicBezTo>
                    <a:pt x="2376" y="1531"/>
                    <a:pt x="2190" y="1580"/>
                    <a:pt x="1989" y="1648"/>
                  </a:cubicBezTo>
                  <a:lnTo>
                    <a:pt x="1972" y="1648"/>
                  </a:lnTo>
                  <a:cubicBezTo>
                    <a:pt x="1435" y="1818"/>
                    <a:pt x="878" y="1984"/>
                    <a:pt x="324" y="2137"/>
                  </a:cubicBezTo>
                  <a:cubicBezTo>
                    <a:pt x="288" y="2153"/>
                    <a:pt x="255" y="2170"/>
                    <a:pt x="223" y="2186"/>
                  </a:cubicBezTo>
                  <a:cubicBezTo>
                    <a:pt x="167" y="2202"/>
                    <a:pt x="112" y="2226"/>
                    <a:pt x="58" y="2226"/>
                  </a:cubicBezTo>
                  <a:cubicBezTo>
                    <a:pt x="46" y="2226"/>
                    <a:pt x="33" y="2225"/>
                    <a:pt x="21" y="2222"/>
                  </a:cubicBezTo>
                  <a:cubicBezTo>
                    <a:pt x="1" y="2222"/>
                    <a:pt x="1" y="2238"/>
                    <a:pt x="1" y="2238"/>
                  </a:cubicBezTo>
                  <a:cubicBezTo>
                    <a:pt x="1" y="2254"/>
                    <a:pt x="1" y="2254"/>
                    <a:pt x="21" y="2254"/>
                  </a:cubicBezTo>
                  <a:lnTo>
                    <a:pt x="37" y="2254"/>
                  </a:lnTo>
                  <a:cubicBezTo>
                    <a:pt x="102" y="2254"/>
                    <a:pt x="171" y="2222"/>
                    <a:pt x="239" y="2206"/>
                  </a:cubicBezTo>
                  <a:cubicBezTo>
                    <a:pt x="255" y="2186"/>
                    <a:pt x="288" y="2170"/>
                    <a:pt x="324" y="2170"/>
                  </a:cubicBezTo>
                  <a:cubicBezTo>
                    <a:pt x="878" y="2020"/>
                    <a:pt x="1435" y="1850"/>
                    <a:pt x="1972" y="1681"/>
                  </a:cubicBezTo>
                  <a:lnTo>
                    <a:pt x="2005" y="1665"/>
                  </a:lnTo>
                  <a:cubicBezTo>
                    <a:pt x="2190" y="1616"/>
                    <a:pt x="2376" y="1564"/>
                    <a:pt x="2562" y="1499"/>
                  </a:cubicBezTo>
                  <a:cubicBezTo>
                    <a:pt x="2849" y="1414"/>
                    <a:pt x="3152" y="1313"/>
                    <a:pt x="3455" y="1228"/>
                  </a:cubicBezTo>
                  <a:cubicBezTo>
                    <a:pt x="3536" y="1212"/>
                    <a:pt x="3556" y="1160"/>
                    <a:pt x="3556" y="1095"/>
                  </a:cubicBezTo>
                  <a:lnTo>
                    <a:pt x="3556" y="287"/>
                  </a:lnTo>
                  <a:lnTo>
                    <a:pt x="3556" y="16"/>
                  </a:lnTo>
                  <a:cubicBezTo>
                    <a:pt x="3556" y="0"/>
                    <a:pt x="3556" y="0"/>
                    <a:pt x="3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574127" y="2589200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17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7" y="154"/>
                    <a:pt x="17" y="287"/>
                    <a:pt x="17" y="404"/>
                  </a:cubicBezTo>
                  <a:lnTo>
                    <a:pt x="17" y="643"/>
                  </a:lnTo>
                  <a:lnTo>
                    <a:pt x="17" y="691"/>
                  </a:lnTo>
                  <a:cubicBezTo>
                    <a:pt x="17" y="724"/>
                    <a:pt x="17" y="776"/>
                    <a:pt x="33" y="808"/>
                  </a:cubicBezTo>
                  <a:lnTo>
                    <a:pt x="49" y="808"/>
                  </a:lnTo>
                  <a:lnTo>
                    <a:pt x="49" y="792"/>
                  </a:lnTo>
                  <a:cubicBezTo>
                    <a:pt x="33" y="760"/>
                    <a:pt x="33" y="724"/>
                    <a:pt x="33" y="691"/>
                  </a:cubicBezTo>
                  <a:lnTo>
                    <a:pt x="33" y="643"/>
                  </a:lnTo>
                  <a:lnTo>
                    <a:pt x="33" y="404"/>
                  </a:lnTo>
                  <a:cubicBezTo>
                    <a:pt x="33" y="287"/>
                    <a:pt x="49" y="154"/>
                    <a:pt x="33" y="17"/>
                  </a:cubicBezTo>
                  <a:cubicBezTo>
                    <a:pt x="17" y="17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871406" y="1748215"/>
              <a:ext cx="338003" cy="280990"/>
            </a:xfrm>
            <a:custGeom>
              <a:avLst/>
              <a:gdLst/>
              <a:ahLst/>
              <a:cxnLst/>
              <a:rect l="l" t="t" r="r" b="b"/>
              <a:pathLst>
                <a:path w="3403" h="2829" extrusionOk="0">
                  <a:moveTo>
                    <a:pt x="3370" y="0"/>
                  </a:moveTo>
                  <a:cubicBezTo>
                    <a:pt x="3301" y="53"/>
                    <a:pt x="3216" y="85"/>
                    <a:pt x="3132" y="138"/>
                  </a:cubicBezTo>
                  <a:cubicBezTo>
                    <a:pt x="2966" y="222"/>
                    <a:pt x="2780" y="323"/>
                    <a:pt x="2610" y="404"/>
                  </a:cubicBezTo>
                  <a:cubicBezTo>
                    <a:pt x="2392" y="525"/>
                    <a:pt x="2174" y="643"/>
                    <a:pt x="1972" y="760"/>
                  </a:cubicBezTo>
                  <a:cubicBezTo>
                    <a:pt x="1835" y="828"/>
                    <a:pt x="1702" y="909"/>
                    <a:pt x="1568" y="978"/>
                  </a:cubicBezTo>
                  <a:cubicBezTo>
                    <a:pt x="1197" y="1180"/>
                    <a:pt x="825" y="1382"/>
                    <a:pt x="473" y="1568"/>
                  </a:cubicBezTo>
                  <a:lnTo>
                    <a:pt x="17" y="1818"/>
                  </a:lnTo>
                  <a:lnTo>
                    <a:pt x="1" y="1838"/>
                  </a:lnTo>
                  <a:lnTo>
                    <a:pt x="1" y="2056"/>
                  </a:lnTo>
                  <a:lnTo>
                    <a:pt x="1" y="2646"/>
                  </a:lnTo>
                  <a:lnTo>
                    <a:pt x="1" y="2662"/>
                  </a:lnTo>
                  <a:cubicBezTo>
                    <a:pt x="1" y="2711"/>
                    <a:pt x="1" y="2780"/>
                    <a:pt x="37" y="2812"/>
                  </a:cubicBezTo>
                  <a:lnTo>
                    <a:pt x="53" y="2828"/>
                  </a:lnTo>
                  <a:lnTo>
                    <a:pt x="53" y="2812"/>
                  </a:lnTo>
                  <a:cubicBezTo>
                    <a:pt x="37" y="2763"/>
                    <a:pt x="37" y="2711"/>
                    <a:pt x="37" y="2662"/>
                  </a:cubicBezTo>
                  <a:lnTo>
                    <a:pt x="37" y="2646"/>
                  </a:lnTo>
                  <a:lnTo>
                    <a:pt x="37" y="2056"/>
                  </a:lnTo>
                  <a:lnTo>
                    <a:pt x="37" y="1838"/>
                  </a:lnTo>
                  <a:lnTo>
                    <a:pt x="473" y="1600"/>
                  </a:lnTo>
                  <a:cubicBezTo>
                    <a:pt x="845" y="1398"/>
                    <a:pt x="1213" y="1196"/>
                    <a:pt x="1584" y="994"/>
                  </a:cubicBezTo>
                  <a:cubicBezTo>
                    <a:pt x="1718" y="929"/>
                    <a:pt x="1835" y="861"/>
                    <a:pt x="1972" y="776"/>
                  </a:cubicBezTo>
                  <a:cubicBezTo>
                    <a:pt x="2190" y="675"/>
                    <a:pt x="2408" y="558"/>
                    <a:pt x="2610" y="441"/>
                  </a:cubicBezTo>
                  <a:cubicBezTo>
                    <a:pt x="2796" y="340"/>
                    <a:pt x="2982" y="239"/>
                    <a:pt x="3148" y="154"/>
                  </a:cubicBezTo>
                  <a:cubicBezTo>
                    <a:pt x="3233" y="101"/>
                    <a:pt x="3301" y="69"/>
                    <a:pt x="3386" y="37"/>
                  </a:cubicBezTo>
                  <a:cubicBezTo>
                    <a:pt x="3402" y="20"/>
                    <a:pt x="3402" y="20"/>
                    <a:pt x="3386" y="20"/>
                  </a:cubicBezTo>
                  <a:cubicBezTo>
                    <a:pt x="3386" y="0"/>
                    <a:pt x="3386" y="0"/>
                    <a:pt x="3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2088833" y="2811490"/>
              <a:ext cx="98332" cy="266092"/>
            </a:xfrm>
            <a:custGeom>
              <a:avLst/>
              <a:gdLst/>
              <a:ahLst/>
              <a:cxnLst/>
              <a:rect l="l" t="t" r="r" b="b"/>
              <a:pathLst>
                <a:path w="990" h="2679" extrusionOk="0">
                  <a:moveTo>
                    <a:pt x="0" y="0"/>
                  </a:moveTo>
                  <a:lnTo>
                    <a:pt x="0" y="21"/>
                  </a:lnTo>
                  <a:cubicBezTo>
                    <a:pt x="81" y="101"/>
                    <a:pt x="150" y="186"/>
                    <a:pt x="202" y="287"/>
                  </a:cubicBezTo>
                  <a:cubicBezTo>
                    <a:pt x="234" y="340"/>
                    <a:pt x="251" y="388"/>
                    <a:pt x="283" y="425"/>
                  </a:cubicBezTo>
                  <a:cubicBezTo>
                    <a:pt x="368" y="542"/>
                    <a:pt x="453" y="659"/>
                    <a:pt x="521" y="760"/>
                  </a:cubicBezTo>
                  <a:cubicBezTo>
                    <a:pt x="622" y="930"/>
                    <a:pt x="739" y="1095"/>
                    <a:pt x="857" y="1249"/>
                  </a:cubicBezTo>
                  <a:cubicBezTo>
                    <a:pt x="925" y="1333"/>
                    <a:pt x="958" y="1414"/>
                    <a:pt x="941" y="1535"/>
                  </a:cubicBezTo>
                  <a:cubicBezTo>
                    <a:pt x="925" y="1552"/>
                    <a:pt x="925" y="1584"/>
                    <a:pt x="925" y="1600"/>
                  </a:cubicBezTo>
                  <a:cubicBezTo>
                    <a:pt x="958" y="1786"/>
                    <a:pt x="941" y="1956"/>
                    <a:pt x="941" y="2121"/>
                  </a:cubicBezTo>
                  <a:lnTo>
                    <a:pt x="941" y="2562"/>
                  </a:lnTo>
                  <a:cubicBezTo>
                    <a:pt x="958" y="2578"/>
                    <a:pt x="941" y="2610"/>
                    <a:pt x="925" y="2626"/>
                  </a:cubicBezTo>
                  <a:lnTo>
                    <a:pt x="925" y="2663"/>
                  </a:lnTo>
                  <a:lnTo>
                    <a:pt x="925" y="2679"/>
                  </a:lnTo>
                  <a:lnTo>
                    <a:pt x="941" y="2679"/>
                  </a:lnTo>
                  <a:lnTo>
                    <a:pt x="941" y="2663"/>
                  </a:lnTo>
                  <a:lnTo>
                    <a:pt x="958" y="2646"/>
                  </a:lnTo>
                  <a:cubicBezTo>
                    <a:pt x="958" y="2610"/>
                    <a:pt x="974" y="2594"/>
                    <a:pt x="974" y="2545"/>
                  </a:cubicBezTo>
                  <a:cubicBezTo>
                    <a:pt x="958" y="2408"/>
                    <a:pt x="958" y="2259"/>
                    <a:pt x="974" y="2121"/>
                  </a:cubicBezTo>
                  <a:cubicBezTo>
                    <a:pt x="974" y="1956"/>
                    <a:pt x="974" y="1770"/>
                    <a:pt x="958" y="1600"/>
                  </a:cubicBezTo>
                  <a:lnTo>
                    <a:pt x="958" y="1552"/>
                  </a:lnTo>
                  <a:cubicBezTo>
                    <a:pt x="990" y="1414"/>
                    <a:pt x="958" y="1333"/>
                    <a:pt x="873" y="1232"/>
                  </a:cubicBezTo>
                  <a:cubicBezTo>
                    <a:pt x="756" y="1079"/>
                    <a:pt x="655" y="909"/>
                    <a:pt x="537" y="744"/>
                  </a:cubicBezTo>
                  <a:cubicBezTo>
                    <a:pt x="469" y="643"/>
                    <a:pt x="384" y="526"/>
                    <a:pt x="303" y="404"/>
                  </a:cubicBezTo>
                  <a:cubicBezTo>
                    <a:pt x="283" y="372"/>
                    <a:pt x="251" y="324"/>
                    <a:pt x="218" y="271"/>
                  </a:cubicBezTo>
                  <a:cubicBezTo>
                    <a:pt x="166" y="186"/>
                    <a:pt x="101" y="85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2138992" y="3315961"/>
              <a:ext cx="4867" cy="40922"/>
            </a:xfrm>
            <a:custGeom>
              <a:avLst/>
              <a:gdLst/>
              <a:ahLst/>
              <a:cxnLst/>
              <a:rect l="l" t="t" r="r" b="b"/>
              <a:pathLst>
                <a:path w="49" h="412" extrusionOk="0">
                  <a:moveTo>
                    <a:pt x="32" y="0"/>
                  </a:moveTo>
                  <a:cubicBezTo>
                    <a:pt x="31" y="0"/>
                    <a:pt x="27" y="7"/>
                    <a:pt x="16" y="7"/>
                  </a:cubicBezTo>
                  <a:cubicBezTo>
                    <a:pt x="0" y="72"/>
                    <a:pt x="0" y="141"/>
                    <a:pt x="16" y="209"/>
                  </a:cubicBezTo>
                  <a:cubicBezTo>
                    <a:pt x="16" y="258"/>
                    <a:pt x="16" y="326"/>
                    <a:pt x="0" y="395"/>
                  </a:cubicBezTo>
                  <a:lnTo>
                    <a:pt x="0" y="411"/>
                  </a:lnTo>
                  <a:lnTo>
                    <a:pt x="16" y="411"/>
                  </a:lnTo>
                  <a:lnTo>
                    <a:pt x="16" y="395"/>
                  </a:lnTo>
                  <a:cubicBezTo>
                    <a:pt x="49" y="326"/>
                    <a:pt x="32" y="258"/>
                    <a:pt x="32" y="209"/>
                  </a:cubicBezTo>
                  <a:cubicBezTo>
                    <a:pt x="32" y="141"/>
                    <a:pt x="32" y="72"/>
                    <a:pt x="49" y="24"/>
                  </a:cubicBezTo>
                  <a:cubicBezTo>
                    <a:pt x="49" y="7"/>
                    <a:pt x="49" y="7"/>
                    <a:pt x="32" y="7"/>
                  </a:cubicBezTo>
                  <a:cubicBezTo>
                    <a:pt x="32" y="2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1732455" y="3533682"/>
              <a:ext cx="175905" cy="200736"/>
            </a:xfrm>
            <a:custGeom>
              <a:avLst/>
              <a:gdLst/>
              <a:ahLst/>
              <a:cxnLst/>
              <a:rect l="l" t="t" r="r" b="b"/>
              <a:pathLst>
                <a:path w="1771" h="2021" extrusionOk="0">
                  <a:moveTo>
                    <a:pt x="1" y="1"/>
                  </a:moveTo>
                  <a:lnTo>
                    <a:pt x="1" y="21"/>
                  </a:lnTo>
                  <a:cubicBezTo>
                    <a:pt x="53" y="86"/>
                    <a:pt x="118" y="154"/>
                    <a:pt x="203" y="239"/>
                  </a:cubicBezTo>
                  <a:cubicBezTo>
                    <a:pt x="356" y="389"/>
                    <a:pt x="522" y="542"/>
                    <a:pt x="692" y="708"/>
                  </a:cubicBezTo>
                  <a:cubicBezTo>
                    <a:pt x="962" y="962"/>
                    <a:pt x="1245" y="1249"/>
                    <a:pt x="1532" y="1500"/>
                  </a:cubicBezTo>
                  <a:cubicBezTo>
                    <a:pt x="1685" y="1637"/>
                    <a:pt x="1750" y="1786"/>
                    <a:pt x="1718" y="1988"/>
                  </a:cubicBezTo>
                  <a:lnTo>
                    <a:pt x="1718" y="2004"/>
                  </a:lnTo>
                  <a:cubicBezTo>
                    <a:pt x="1718" y="2021"/>
                    <a:pt x="1734" y="2021"/>
                    <a:pt x="1734" y="2021"/>
                  </a:cubicBezTo>
                  <a:cubicBezTo>
                    <a:pt x="1750" y="2021"/>
                    <a:pt x="1750" y="2021"/>
                    <a:pt x="1750" y="2004"/>
                  </a:cubicBezTo>
                  <a:lnTo>
                    <a:pt x="1750" y="1988"/>
                  </a:lnTo>
                  <a:cubicBezTo>
                    <a:pt x="1770" y="1770"/>
                    <a:pt x="1718" y="1637"/>
                    <a:pt x="1548" y="1483"/>
                  </a:cubicBezTo>
                  <a:cubicBezTo>
                    <a:pt x="1265" y="1213"/>
                    <a:pt x="979" y="946"/>
                    <a:pt x="708" y="675"/>
                  </a:cubicBezTo>
                  <a:cubicBezTo>
                    <a:pt x="538" y="526"/>
                    <a:pt x="389" y="372"/>
                    <a:pt x="219" y="223"/>
                  </a:cubicBezTo>
                  <a:cubicBezTo>
                    <a:pt x="134" y="138"/>
                    <a:pt x="70" y="69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1338035" y="2228054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33" y="138"/>
                    <a:pt x="17" y="288"/>
                    <a:pt x="17" y="405"/>
                  </a:cubicBezTo>
                  <a:lnTo>
                    <a:pt x="17" y="643"/>
                  </a:lnTo>
                  <a:lnTo>
                    <a:pt x="17" y="809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9"/>
                  </a:lnTo>
                  <a:lnTo>
                    <a:pt x="49" y="643"/>
                  </a:lnTo>
                  <a:lnTo>
                    <a:pt x="49" y="405"/>
                  </a:lnTo>
                  <a:cubicBezTo>
                    <a:pt x="49" y="288"/>
                    <a:pt x="49" y="138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2081979" y="3630821"/>
              <a:ext cx="50258" cy="103596"/>
            </a:xfrm>
            <a:custGeom>
              <a:avLst/>
              <a:gdLst/>
              <a:ahLst/>
              <a:cxnLst/>
              <a:rect l="l" t="t" r="r" b="b"/>
              <a:pathLst>
                <a:path w="506" h="1043" extrusionOk="0">
                  <a:moveTo>
                    <a:pt x="69" y="0"/>
                  </a:moveTo>
                  <a:cubicBezTo>
                    <a:pt x="49" y="0"/>
                    <a:pt x="49" y="0"/>
                    <a:pt x="49" y="17"/>
                  </a:cubicBezTo>
                  <a:cubicBezTo>
                    <a:pt x="1" y="134"/>
                    <a:pt x="17" y="255"/>
                    <a:pt x="17" y="388"/>
                  </a:cubicBezTo>
                  <a:lnTo>
                    <a:pt x="17" y="590"/>
                  </a:lnTo>
                  <a:lnTo>
                    <a:pt x="17" y="606"/>
                  </a:lnTo>
                  <a:cubicBezTo>
                    <a:pt x="85" y="659"/>
                    <a:pt x="134" y="724"/>
                    <a:pt x="186" y="776"/>
                  </a:cubicBezTo>
                  <a:cubicBezTo>
                    <a:pt x="271" y="877"/>
                    <a:pt x="372" y="978"/>
                    <a:pt x="489" y="1043"/>
                  </a:cubicBezTo>
                  <a:lnTo>
                    <a:pt x="505" y="1026"/>
                  </a:lnTo>
                  <a:cubicBezTo>
                    <a:pt x="505" y="1026"/>
                    <a:pt x="505" y="1010"/>
                    <a:pt x="489" y="1010"/>
                  </a:cubicBezTo>
                  <a:cubicBezTo>
                    <a:pt x="388" y="942"/>
                    <a:pt x="287" y="861"/>
                    <a:pt x="202" y="760"/>
                  </a:cubicBezTo>
                  <a:cubicBezTo>
                    <a:pt x="150" y="707"/>
                    <a:pt x="101" y="639"/>
                    <a:pt x="49" y="590"/>
                  </a:cubicBezTo>
                  <a:lnTo>
                    <a:pt x="49" y="372"/>
                  </a:lnTo>
                  <a:cubicBezTo>
                    <a:pt x="33" y="255"/>
                    <a:pt x="33" y="134"/>
                    <a:pt x="69" y="17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787973" y="3137673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70"/>
                    <a:pt x="17" y="304"/>
                    <a:pt x="17" y="453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49" y="893"/>
                    <a:pt x="69" y="877"/>
                    <a:pt x="49" y="877"/>
                  </a:cubicBezTo>
                  <a:lnTo>
                    <a:pt x="49" y="776"/>
                  </a:lnTo>
                  <a:lnTo>
                    <a:pt x="49" y="724"/>
                  </a:lnTo>
                  <a:lnTo>
                    <a:pt x="49" y="453"/>
                  </a:lnTo>
                  <a:cubicBezTo>
                    <a:pt x="49" y="304"/>
                    <a:pt x="49" y="15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852932" y="3295004"/>
              <a:ext cx="356477" cy="232421"/>
            </a:xfrm>
            <a:custGeom>
              <a:avLst/>
              <a:gdLst/>
              <a:ahLst/>
              <a:cxnLst/>
              <a:rect l="l" t="t" r="r" b="b"/>
              <a:pathLst>
                <a:path w="3589" h="2340" extrusionOk="0">
                  <a:moveTo>
                    <a:pt x="3536" y="0"/>
                  </a:moveTo>
                  <a:cubicBezTo>
                    <a:pt x="3503" y="65"/>
                    <a:pt x="3520" y="134"/>
                    <a:pt x="3520" y="218"/>
                  </a:cubicBezTo>
                  <a:cubicBezTo>
                    <a:pt x="3520" y="235"/>
                    <a:pt x="3536" y="267"/>
                    <a:pt x="3536" y="283"/>
                  </a:cubicBezTo>
                  <a:lnTo>
                    <a:pt x="3536" y="586"/>
                  </a:lnTo>
                  <a:cubicBezTo>
                    <a:pt x="3520" y="739"/>
                    <a:pt x="3520" y="909"/>
                    <a:pt x="3536" y="1059"/>
                  </a:cubicBezTo>
                  <a:cubicBezTo>
                    <a:pt x="3556" y="1244"/>
                    <a:pt x="3471" y="1277"/>
                    <a:pt x="3334" y="1313"/>
                  </a:cubicBezTo>
                  <a:lnTo>
                    <a:pt x="3318" y="1313"/>
                  </a:lnTo>
                  <a:cubicBezTo>
                    <a:pt x="3067" y="1394"/>
                    <a:pt x="2796" y="1479"/>
                    <a:pt x="2546" y="1547"/>
                  </a:cubicBezTo>
                  <a:cubicBezTo>
                    <a:pt x="1940" y="1733"/>
                    <a:pt x="1314" y="1935"/>
                    <a:pt x="692" y="2121"/>
                  </a:cubicBezTo>
                  <a:lnTo>
                    <a:pt x="607" y="2153"/>
                  </a:lnTo>
                  <a:cubicBezTo>
                    <a:pt x="425" y="2222"/>
                    <a:pt x="223" y="2271"/>
                    <a:pt x="21" y="2323"/>
                  </a:cubicBezTo>
                  <a:cubicBezTo>
                    <a:pt x="1" y="2323"/>
                    <a:pt x="1" y="2323"/>
                    <a:pt x="1" y="2339"/>
                  </a:cubicBezTo>
                  <a:lnTo>
                    <a:pt x="21" y="2339"/>
                  </a:lnTo>
                  <a:cubicBezTo>
                    <a:pt x="223" y="2303"/>
                    <a:pt x="425" y="2238"/>
                    <a:pt x="627" y="2170"/>
                  </a:cubicBezTo>
                  <a:lnTo>
                    <a:pt x="708" y="2153"/>
                  </a:lnTo>
                  <a:cubicBezTo>
                    <a:pt x="1314" y="1951"/>
                    <a:pt x="1940" y="1766"/>
                    <a:pt x="2546" y="1580"/>
                  </a:cubicBezTo>
                  <a:cubicBezTo>
                    <a:pt x="2813" y="1495"/>
                    <a:pt x="3067" y="1430"/>
                    <a:pt x="3334" y="1345"/>
                  </a:cubicBezTo>
                  <a:lnTo>
                    <a:pt x="3354" y="1345"/>
                  </a:lnTo>
                  <a:cubicBezTo>
                    <a:pt x="3471" y="1293"/>
                    <a:pt x="3588" y="1261"/>
                    <a:pt x="3572" y="1059"/>
                  </a:cubicBezTo>
                  <a:cubicBezTo>
                    <a:pt x="3556" y="909"/>
                    <a:pt x="3556" y="739"/>
                    <a:pt x="3556" y="586"/>
                  </a:cubicBezTo>
                  <a:lnTo>
                    <a:pt x="3556" y="283"/>
                  </a:lnTo>
                  <a:lnTo>
                    <a:pt x="3556" y="202"/>
                  </a:lnTo>
                  <a:cubicBezTo>
                    <a:pt x="3536" y="134"/>
                    <a:pt x="3536" y="81"/>
                    <a:pt x="3572" y="16"/>
                  </a:cubicBezTo>
                  <a:cubicBezTo>
                    <a:pt x="3572" y="16"/>
                    <a:pt x="3572" y="0"/>
                    <a:pt x="3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1189246" y="1572807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72"/>
                    <a:pt x="0" y="389"/>
                  </a:cubicBezTo>
                  <a:lnTo>
                    <a:pt x="0" y="639"/>
                  </a:lnTo>
                  <a:lnTo>
                    <a:pt x="0" y="756"/>
                  </a:lnTo>
                  <a:cubicBezTo>
                    <a:pt x="0" y="841"/>
                    <a:pt x="0" y="926"/>
                    <a:pt x="16" y="1011"/>
                  </a:cubicBezTo>
                  <a:cubicBezTo>
                    <a:pt x="16" y="1027"/>
                    <a:pt x="33" y="1027"/>
                    <a:pt x="33" y="1027"/>
                  </a:cubicBezTo>
                  <a:cubicBezTo>
                    <a:pt x="49" y="1027"/>
                    <a:pt x="49" y="1011"/>
                    <a:pt x="49" y="1011"/>
                  </a:cubicBezTo>
                  <a:cubicBezTo>
                    <a:pt x="33" y="926"/>
                    <a:pt x="33" y="841"/>
                    <a:pt x="33" y="756"/>
                  </a:cubicBezTo>
                  <a:lnTo>
                    <a:pt x="33" y="639"/>
                  </a:lnTo>
                  <a:lnTo>
                    <a:pt x="33" y="389"/>
                  </a:lnTo>
                  <a:cubicBezTo>
                    <a:pt x="33" y="272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1033505" y="3376847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49"/>
                    <a:pt x="37" y="101"/>
                    <a:pt x="37" y="150"/>
                  </a:cubicBezTo>
                  <a:lnTo>
                    <a:pt x="37" y="740"/>
                  </a:lnTo>
                  <a:lnTo>
                    <a:pt x="37" y="942"/>
                  </a:lnTo>
                  <a:cubicBezTo>
                    <a:pt x="37" y="942"/>
                    <a:pt x="37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1"/>
                    <a:pt x="53" y="49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475398" y="1555326"/>
              <a:ext cx="163787" cy="206596"/>
            </a:xfrm>
            <a:custGeom>
              <a:avLst/>
              <a:gdLst/>
              <a:ahLst/>
              <a:cxnLst/>
              <a:rect l="l" t="t" r="r" b="b"/>
              <a:pathLst>
                <a:path w="1649" h="2080" extrusionOk="0">
                  <a:moveTo>
                    <a:pt x="1645" y="0"/>
                  </a:moveTo>
                  <a:cubicBezTo>
                    <a:pt x="1640" y="0"/>
                    <a:pt x="1633" y="7"/>
                    <a:pt x="1633" y="7"/>
                  </a:cubicBezTo>
                  <a:cubicBezTo>
                    <a:pt x="1580" y="76"/>
                    <a:pt x="1600" y="161"/>
                    <a:pt x="1617" y="225"/>
                  </a:cubicBezTo>
                  <a:lnTo>
                    <a:pt x="1617" y="294"/>
                  </a:lnTo>
                  <a:cubicBezTo>
                    <a:pt x="1633" y="448"/>
                    <a:pt x="1633" y="581"/>
                    <a:pt x="1633" y="714"/>
                  </a:cubicBezTo>
                  <a:cubicBezTo>
                    <a:pt x="1633" y="815"/>
                    <a:pt x="1617" y="916"/>
                    <a:pt x="1633" y="1033"/>
                  </a:cubicBezTo>
                  <a:cubicBezTo>
                    <a:pt x="1633" y="1070"/>
                    <a:pt x="1617" y="1086"/>
                    <a:pt x="1564" y="1118"/>
                  </a:cubicBezTo>
                  <a:cubicBezTo>
                    <a:pt x="1160" y="1357"/>
                    <a:pt x="740" y="1607"/>
                    <a:pt x="352" y="1861"/>
                  </a:cubicBezTo>
                  <a:cubicBezTo>
                    <a:pt x="235" y="1926"/>
                    <a:pt x="118" y="1995"/>
                    <a:pt x="17" y="2063"/>
                  </a:cubicBezTo>
                  <a:cubicBezTo>
                    <a:pt x="1" y="2063"/>
                    <a:pt x="1" y="2063"/>
                    <a:pt x="1" y="2080"/>
                  </a:cubicBezTo>
                  <a:lnTo>
                    <a:pt x="33" y="2080"/>
                  </a:lnTo>
                  <a:cubicBezTo>
                    <a:pt x="134" y="2011"/>
                    <a:pt x="251" y="1942"/>
                    <a:pt x="352" y="1878"/>
                  </a:cubicBezTo>
                  <a:cubicBezTo>
                    <a:pt x="756" y="1623"/>
                    <a:pt x="1176" y="1373"/>
                    <a:pt x="1580" y="1134"/>
                  </a:cubicBezTo>
                  <a:cubicBezTo>
                    <a:pt x="1633" y="1102"/>
                    <a:pt x="1649" y="1086"/>
                    <a:pt x="1649" y="1017"/>
                  </a:cubicBezTo>
                  <a:lnTo>
                    <a:pt x="1649" y="714"/>
                  </a:lnTo>
                  <a:lnTo>
                    <a:pt x="1649" y="294"/>
                  </a:lnTo>
                  <a:cubicBezTo>
                    <a:pt x="1649" y="278"/>
                    <a:pt x="1633" y="246"/>
                    <a:pt x="1633" y="225"/>
                  </a:cubicBezTo>
                  <a:cubicBezTo>
                    <a:pt x="1617" y="161"/>
                    <a:pt x="1617" y="92"/>
                    <a:pt x="1649" y="23"/>
                  </a:cubicBezTo>
                  <a:lnTo>
                    <a:pt x="1649" y="7"/>
                  </a:lnTo>
                  <a:cubicBezTo>
                    <a:pt x="1649" y="2"/>
                    <a:pt x="1647" y="0"/>
                    <a:pt x="16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1518608" y="2831553"/>
              <a:ext cx="182261" cy="299366"/>
            </a:xfrm>
            <a:custGeom>
              <a:avLst/>
              <a:gdLst/>
              <a:ahLst/>
              <a:cxnLst/>
              <a:rect l="l" t="t" r="r" b="b"/>
              <a:pathLst>
                <a:path w="1835" h="3014" extrusionOk="0">
                  <a:moveTo>
                    <a:pt x="65" y="0"/>
                  </a:moveTo>
                  <a:cubicBezTo>
                    <a:pt x="1" y="170"/>
                    <a:pt x="65" y="271"/>
                    <a:pt x="187" y="388"/>
                  </a:cubicBezTo>
                  <a:cubicBezTo>
                    <a:pt x="352" y="558"/>
                    <a:pt x="506" y="744"/>
                    <a:pt x="655" y="930"/>
                  </a:cubicBezTo>
                  <a:cubicBezTo>
                    <a:pt x="724" y="1010"/>
                    <a:pt x="793" y="1095"/>
                    <a:pt x="873" y="1164"/>
                  </a:cubicBezTo>
                  <a:cubicBezTo>
                    <a:pt x="926" y="1249"/>
                    <a:pt x="995" y="1313"/>
                    <a:pt x="1059" y="1398"/>
                  </a:cubicBezTo>
                  <a:cubicBezTo>
                    <a:pt x="1261" y="1636"/>
                    <a:pt x="1479" y="1871"/>
                    <a:pt x="1702" y="2105"/>
                  </a:cubicBezTo>
                  <a:cubicBezTo>
                    <a:pt x="1782" y="2206"/>
                    <a:pt x="1819" y="2291"/>
                    <a:pt x="1819" y="2408"/>
                  </a:cubicBezTo>
                  <a:cubicBezTo>
                    <a:pt x="1802" y="2493"/>
                    <a:pt x="1802" y="2594"/>
                    <a:pt x="1819" y="2695"/>
                  </a:cubicBezTo>
                  <a:lnTo>
                    <a:pt x="1819" y="2865"/>
                  </a:lnTo>
                  <a:lnTo>
                    <a:pt x="1819" y="2897"/>
                  </a:lnTo>
                  <a:cubicBezTo>
                    <a:pt x="1819" y="2929"/>
                    <a:pt x="1819" y="2966"/>
                    <a:pt x="1782" y="2982"/>
                  </a:cubicBezTo>
                  <a:lnTo>
                    <a:pt x="1782" y="3014"/>
                  </a:lnTo>
                  <a:lnTo>
                    <a:pt x="1802" y="3014"/>
                  </a:lnTo>
                  <a:cubicBezTo>
                    <a:pt x="1835" y="2966"/>
                    <a:pt x="1835" y="2929"/>
                    <a:pt x="1835" y="2897"/>
                  </a:cubicBezTo>
                  <a:lnTo>
                    <a:pt x="1835" y="2865"/>
                  </a:lnTo>
                  <a:lnTo>
                    <a:pt x="1835" y="2695"/>
                  </a:lnTo>
                  <a:lnTo>
                    <a:pt x="1835" y="2408"/>
                  </a:lnTo>
                  <a:cubicBezTo>
                    <a:pt x="1835" y="2291"/>
                    <a:pt x="1802" y="2190"/>
                    <a:pt x="1718" y="2089"/>
                  </a:cubicBezTo>
                  <a:cubicBezTo>
                    <a:pt x="1500" y="1855"/>
                    <a:pt x="1298" y="1616"/>
                    <a:pt x="1075" y="1382"/>
                  </a:cubicBezTo>
                  <a:cubicBezTo>
                    <a:pt x="1027" y="1297"/>
                    <a:pt x="958" y="1232"/>
                    <a:pt x="894" y="1148"/>
                  </a:cubicBezTo>
                  <a:cubicBezTo>
                    <a:pt x="825" y="1079"/>
                    <a:pt x="756" y="994"/>
                    <a:pt x="692" y="909"/>
                  </a:cubicBezTo>
                  <a:cubicBezTo>
                    <a:pt x="538" y="728"/>
                    <a:pt x="368" y="542"/>
                    <a:pt x="203" y="372"/>
                  </a:cubicBezTo>
                  <a:cubicBezTo>
                    <a:pt x="102" y="271"/>
                    <a:pt x="17" y="170"/>
                    <a:pt x="102" y="21"/>
                  </a:cubicBezTo>
                  <a:cubicBezTo>
                    <a:pt x="102" y="21"/>
                    <a:pt x="102" y="0"/>
                    <a:pt x="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1991693" y="2985606"/>
              <a:ext cx="4966" cy="40227"/>
            </a:xfrm>
            <a:custGeom>
              <a:avLst/>
              <a:gdLst/>
              <a:ahLst/>
              <a:cxnLst/>
              <a:rect l="l" t="t" r="r" b="b"/>
              <a:pathLst>
                <a:path w="50" h="405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02"/>
                    <a:pt x="1" y="166"/>
                    <a:pt x="1" y="251"/>
                  </a:cubicBezTo>
                  <a:cubicBezTo>
                    <a:pt x="1" y="304"/>
                    <a:pt x="17" y="352"/>
                    <a:pt x="1" y="388"/>
                  </a:cubicBezTo>
                  <a:cubicBezTo>
                    <a:pt x="1" y="405"/>
                    <a:pt x="17" y="405"/>
                    <a:pt x="17" y="405"/>
                  </a:cubicBezTo>
                  <a:cubicBezTo>
                    <a:pt x="33" y="405"/>
                    <a:pt x="33" y="405"/>
                    <a:pt x="33" y="388"/>
                  </a:cubicBezTo>
                  <a:lnTo>
                    <a:pt x="33" y="251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1416701" y="3590694"/>
              <a:ext cx="85221" cy="143723"/>
            </a:xfrm>
            <a:custGeom>
              <a:avLst/>
              <a:gdLst/>
              <a:ahLst/>
              <a:cxnLst/>
              <a:rect l="l" t="t" r="r" b="b"/>
              <a:pathLst>
                <a:path w="858" h="1447" extrusionOk="0">
                  <a:moveTo>
                    <a:pt x="1" y="0"/>
                  </a:moveTo>
                  <a:lnTo>
                    <a:pt x="1" y="33"/>
                  </a:lnTo>
                  <a:cubicBezTo>
                    <a:pt x="65" y="85"/>
                    <a:pt x="134" y="134"/>
                    <a:pt x="203" y="202"/>
                  </a:cubicBezTo>
                  <a:cubicBezTo>
                    <a:pt x="384" y="356"/>
                    <a:pt x="570" y="505"/>
                    <a:pt x="756" y="659"/>
                  </a:cubicBezTo>
                  <a:cubicBezTo>
                    <a:pt x="825" y="707"/>
                    <a:pt x="825" y="740"/>
                    <a:pt x="825" y="792"/>
                  </a:cubicBezTo>
                  <a:lnTo>
                    <a:pt x="825" y="1265"/>
                  </a:lnTo>
                  <a:lnTo>
                    <a:pt x="825" y="1430"/>
                  </a:lnTo>
                  <a:cubicBezTo>
                    <a:pt x="825" y="1447"/>
                    <a:pt x="825" y="1447"/>
                    <a:pt x="841" y="1447"/>
                  </a:cubicBezTo>
                  <a:cubicBezTo>
                    <a:pt x="841" y="1447"/>
                    <a:pt x="857" y="1447"/>
                    <a:pt x="857" y="1430"/>
                  </a:cubicBezTo>
                  <a:lnTo>
                    <a:pt x="857" y="1265"/>
                  </a:lnTo>
                  <a:lnTo>
                    <a:pt x="857" y="792"/>
                  </a:lnTo>
                  <a:cubicBezTo>
                    <a:pt x="857" y="740"/>
                    <a:pt x="841" y="691"/>
                    <a:pt x="772" y="639"/>
                  </a:cubicBezTo>
                  <a:cubicBezTo>
                    <a:pt x="586" y="489"/>
                    <a:pt x="405" y="336"/>
                    <a:pt x="219" y="170"/>
                  </a:cubicBezTo>
                  <a:cubicBezTo>
                    <a:pt x="150" y="118"/>
                    <a:pt x="82" y="69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1087339" y="1629820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25"/>
                  </a:lnTo>
                  <a:lnTo>
                    <a:pt x="0" y="857"/>
                  </a:lnTo>
                  <a:cubicBezTo>
                    <a:pt x="0" y="909"/>
                    <a:pt x="0" y="958"/>
                    <a:pt x="32" y="1010"/>
                  </a:cubicBezTo>
                  <a:lnTo>
                    <a:pt x="49" y="1027"/>
                  </a:lnTo>
                  <a:lnTo>
                    <a:pt x="49" y="1010"/>
                  </a:lnTo>
                  <a:cubicBezTo>
                    <a:pt x="65" y="1010"/>
                    <a:pt x="65" y="1010"/>
                    <a:pt x="49" y="990"/>
                  </a:cubicBezTo>
                  <a:cubicBezTo>
                    <a:pt x="32" y="958"/>
                    <a:pt x="32" y="909"/>
                    <a:pt x="32" y="857"/>
                  </a:cubicBezTo>
                  <a:lnTo>
                    <a:pt x="32" y="825"/>
                  </a:lnTo>
                  <a:lnTo>
                    <a:pt x="32" y="522"/>
                  </a:lnTo>
                  <a:cubicBezTo>
                    <a:pt x="32" y="352"/>
                    <a:pt x="32" y="182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933186" y="2751299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21" y="0"/>
                  </a:moveTo>
                  <a:cubicBezTo>
                    <a:pt x="1" y="0"/>
                    <a:pt x="1" y="0"/>
                    <a:pt x="1" y="21"/>
                  </a:cubicBezTo>
                  <a:cubicBezTo>
                    <a:pt x="21" y="138"/>
                    <a:pt x="21" y="271"/>
                    <a:pt x="21" y="404"/>
                  </a:cubicBezTo>
                  <a:lnTo>
                    <a:pt x="21" y="643"/>
                  </a:lnTo>
                  <a:lnTo>
                    <a:pt x="21" y="691"/>
                  </a:lnTo>
                  <a:cubicBezTo>
                    <a:pt x="21" y="728"/>
                    <a:pt x="21" y="760"/>
                    <a:pt x="37" y="792"/>
                  </a:cubicBezTo>
                  <a:lnTo>
                    <a:pt x="37" y="808"/>
                  </a:lnTo>
                  <a:lnTo>
                    <a:pt x="53" y="808"/>
                  </a:lnTo>
                  <a:lnTo>
                    <a:pt x="53" y="792"/>
                  </a:lnTo>
                  <a:cubicBezTo>
                    <a:pt x="37" y="760"/>
                    <a:pt x="37" y="728"/>
                    <a:pt x="37" y="691"/>
                  </a:cubicBezTo>
                  <a:lnTo>
                    <a:pt x="37" y="643"/>
                  </a:lnTo>
                  <a:lnTo>
                    <a:pt x="37" y="404"/>
                  </a:lnTo>
                  <a:cubicBezTo>
                    <a:pt x="53" y="271"/>
                    <a:pt x="53" y="138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1336446" y="2579168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lnTo>
                    <a:pt x="17" y="17"/>
                  </a:lnTo>
                  <a:lnTo>
                    <a:pt x="17" y="202"/>
                  </a:lnTo>
                  <a:lnTo>
                    <a:pt x="17" y="744"/>
                  </a:lnTo>
                  <a:lnTo>
                    <a:pt x="17" y="776"/>
                  </a:lnTo>
                  <a:cubicBezTo>
                    <a:pt x="17" y="808"/>
                    <a:pt x="1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8"/>
                    <a:pt x="33" y="776"/>
                  </a:cubicBezTo>
                  <a:lnTo>
                    <a:pt x="33" y="744"/>
                  </a:lnTo>
                  <a:lnTo>
                    <a:pt x="33" y="202"/>
                  </a:ln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730961" y="3589105"/>
              <a:ext cx="92074" cy="147299"/>
            </a:xfrm>
            <a:custGeom>
              <a:avLst/>
              <a:gdLst/>
              <a:ahLst/>
              <a:cxnLst/>
              <a:rect l="l" t="t" r="r" b="b"/>
              <a:pathLst>
                <a:path w="927" h="1483" extrusionOk="0">
                  <a:moveTo>
                    <a:pt x="910" y="0"/>
                  </a:moveTo>
                  <a:cubicBezTo>
                    <a:pt x="894" y="0"/>
                    <a:pt x="894" y="16"/>
                    <a:pt x="894" y="16"/>
                  </a:cubicBezTo>
                  <a:lnTo>
                    <a:pt x="894" y="675"/>
                  </a:lnTo>
                  <a:lnTo>
                    <a:pt x="894" y="792"/>
                  </a:lnTo>
                  <a:lnTo>
                    <a:pt x="894" y="1095"/>
                  </a:lnTo>
                  <a:cubicBezTo>
                    <a:pt x="894" y="1196"/>
                    <a:pt x="878" y="1228"/>
                    <a:pt x="760" y="1261"/>
                  </a:cubicBezTo>
                  <a:cubicBezTo>
                    <a:pt x="724" y="1281"/>
                    <a:pt x="676" y="1297"/>
                    <a:pt x="643" y="1297"/>
                  </a:cubicBezTo>
                  <a:cubicBezTo>
                    <a:pt x="506" y="1329"/>
                    <a:pt x="373" y="1362"/>
                    <a:pt x="255" y="1430"/>
                  </a:cubicBezTo>
                  <a:cubicBezTo>
                    <a:pt x="237" y="1446"/>
                    <a:pt x="212" y="1451"/>
                    <a:pt x="185" y="1451"/>
                  </a:cubicBezTo>
                  <a:cubicBezTo>
                    <a:pt x="157" y="1451"/>
                    <a:pt x="128" y="1446"/>
                    <a:pt x="102" y="1446"/>
                  </a:cubicBezTo>
                  <a:cubicBezTo>
                    <a:pt x="70" y="1446"/>
                    <a:pt x="37" y="1430"/>
                    <a:pt x="17" y="1430"/>
                  </a:cubicBezTo>
                  <a:cubicBezTo>
                    <a:pt x="1" y="1430"/>
                    <a:pt x="1" y="1446"/>
                    <a:pt x="1" y="1446"/>
                  </a:cubicBezTo>
                  <a:cubicBezTo>
                    <a:pt x="1" y="1463"/>
                    <a:pt x="1" y="1463"/>
                    <a:pt x="17" y="1463"/>
                  </a:cubicBezTo>
                  <a:lnTo>
                    <a:pt x="102" y="1463"/>
                  </a:lnTo>
                  <a:cubicBezTo>
                    <a:pt x="118" y="1483"/>
                    <a:pt x="154" y="1483"/>
                    <a:pt x="187" y="1483"/>
                  </a:cubicBezTo>
                  <a:cubicBezTo>
                    <a:pt x="219" y="1483"/>
                    <a:pt x="239" y="1463"/>
                    <a:pt x="272" y="1463"/>
                  </a:cubicBezTo>
                  <a:cubicBezTo>
                    <a:pt x="389" y="1398"/>
                    <a:pt x="522" y="1362"/>
                    <a:pt x="643" y="1329"/>
                  </a:cubicBezTo>
                  <a:cubicBezTo>
                    <a:pt x="692" y="1313"/>
                    <a:pt x="724" y="1297"/>
                    <a:pt x="777" y="1297"/>
                  </a:cubicBezTo>
                  <a:cubicBezTo>
                    <a:pt x="894" y="1261"/>
                    <a:pt x="926" y="1196"/>
                    <a:pt x="926" y="1079"/>
                  </a:cubicBezTo>
                  <a:cubicBezTo>
                    <a:pt x="910" y="994"/>
                    <a:pt x="910" y="893"/>
                    <a:pt x="910" y="792"/>
                  </a:cubicBezTo>
                  <a:lnTo>
                    <a:pt x="910" y="675"/>
                  </a:lnTo>
                  <a:lnTo>
                    <a:pt x="910" y="16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1745764" y="2000998"/>
              <a:ext cx="157331" cy="321018"/>
            </a:xfrm>
            <a:custGeom>
              <a:avLst/>
              <a:gdLst/>
              <a:ahLst/>
              <a:cxnLst/>
              <a:rect l="l" t="t" r="r" b="b"/>
              <a:pathLst>
                <a:path w="1584" h="3232" extrusionOk="0">
                  <a:moveTo>
                    <a:pt x="20" y="0"/>
                  </a:moveTo>
                  <a:cubicBezTo>
                    <a:pt x="0" y="16"/>
                    <a:pt x="0" y="16"/>
                    <a:pt x="20" y="16"/>
                  </a:cubicBezTo>
                  <a:cubicBezTo>
                    <a:pt x="53" y="49"/>
                    <a:pt x="85" y="81"/>
                    <a:pt x="121" y="134"/>
                  </a:cubicBezTo>
                  <a:cubicBezTo>
                    <a:pt x="255" y="352"/>
                    <a:pt x="388" y="586"/>
                    <a:pt x="525" y="808"/>
                  </a:cubicBezTo>
                  <a:cubicBezTo>
                    <a:pt x="606" y="941"/>
                    <a:pt x="675" y="1075"/>
                    <a:pt x="760" y="1212"/>
                  </a:cubicBezTo>
                  <a:cubicBezTo>
                    <a:pt x="946" y="1515"/>
                    <a:pt x="1148" y="1834"/>
                    <a:pt x="1333" y="2137"/>
                  </a:cubicBezTo>
                  <a:cubicBezTo>
                    <a:pt x="1366" y="2186"/>
                    <a:pt x="1382" y="2222"/>
                    <a:pt x="1382" y="2271"/>
                  </a:cubicBezTo>
                  <a:cubicBezTo>
                    <a:pt x="1382" y="2303"/>
                    <a:pt x="1382" y="2339"/>
                    <a:pt x="1398" y="2388"/>
                  </a:cubicBezTo>
                  <a:cubicBezTo>
                    <a:pt x="1398" y="2505"/>
                    <a:pt x="1398" y="2658"/>
                    <a:pt x="1382" y="2776"/>
                  </a:cubicBezTo>
                  <a:cubicBezTo>
                    <a:pt x="1350" y="2961"/>
                    <a:pt x="1414" y="3095"/>
                    <a:pt x="1568" y="3232"/>
                  </a:cubicBezTo>
                  <a:lnTo>
                    <a:pt x="1584" y="3232"/>
                  </a:lnTo>
                  <a:lnTo>
                    <a:pt x="1584" y="3212"/>
                  </a:lnTo>
                  <a:lnTo>
                    <a:pt x="1584" y="3196"/>
                  </a:lnTo>
                  <a:cubicBezTo>
                    <a:pt x="1434" y="3078"/>
                    <a:pt x="1382" y="2961"/>
                    <a:pt x="1414" y="2776"/>
                  </a:cubicBezTo>
                  <a:cubicBezTo>
                    <a:pt x="1434" y="2658"/>
                    <a:pt x="1414" y="2505"/>
                    <a:pt x="1414" y="2388"/>
                  </a:cubicBezTo>
                  <a:lnTo>
                    <a:pt x="1414" y="2271"/>
                  </a:lnTo>
                  <a:cubicBezTo>
                    <a:pt x="1414" y="2222"/>
                    <a:pt x="1398" y="2170"/>
                    <a:pt x="1366" y="2121"/>
                  </a:cubicBezTo>
                  <a:cubicBezTo>
                    <a:pt x="1164" y="1818"/>
                    <a:pt x="978" y="1515"/>
                    <a:pt x="776" y="1192"/>
                  </a:cubicBezTo>
                  <a:cubicBezTo>
                    <a:pt x="707" y="1059"/>
                    <a:pt x="626" y="925"/>
                    <a:pt x="542" y="788"/>
                  </a:cubicBezTo>
                  <a:cubicBezTo>
                    <a:pt x="424" y="570"/>
                    <a:pt x="287" y="352"/>
                    <a:pt x="154" y="117"/>
                  </a:cubicBezTo>
                  <a:cubicBezTo>
                    <a:pt x="101" y="65"/>
                    <a:pt x="69" y="33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1386605" y="1464146"/>
              <a:ext cx="4966" cy="93564"/>
            </a:xfrm>
            <a:custGeom>
              <a:avLst/>
              <a:gdLst/>
              <a:ahLst/>
              <a:cxnLst/>
              <a:rect l="l" t="t" r="r" b="b"/>
              <a:pathLst>
                <a:path w="50" h="942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7" y="202"/>
                    <a:pt x="17" y="404"/>
                    <a:pt x="17" y="590"/>
                  </a:cubicBezTo>
                  <a:lnTo>
                    <a:pt x="17" y="925"/>
                  </a:lnTo>
                  <a:cubicBezTo>
                    <a:pt x="17" y="941"/>
                    <a:pt x="33" y="941"/>
                    <a:pt x="33" y="941"/>
                  </a:cubicBezTo>
                  <a:cubicBezTo>
                    <a:pt x="33" y="941"/>
                    <a:pt x="49" y="941"/>
                    <a:pt x="49" y="925"/>
                  </a:cubicBezTo>
                  <a:lnTo>
                    <a:pt x="49" y="590"/>
                  </a:ln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1414714" y="1806817"/>
              <a:ext cx="88797" cy="260827"/>
            </a:xfrm>
            <a:custGeom>
              <a:avLst/>
              <a:gdLst/>
              <a:ahLst/>
              <a:cxnLst/>
              <a:rect l="l" t="t" r="r" b="b"/>
              <a:pathLst>
                <a:path w="894" h="2626" extrusionOk="0">
                  <a:moveTo>
                    <a:pt x="21" y="0"/>
                  </a:moveTo>
                  <a:lnTo>
                    <a:pt x="1" y="16"/>
                  </a:lnTo>
                  <a:cubicBezTo>
                    <a:pt x="1" y="16"/>
                    <a:pt x="1" y="36"/>
                    <a:pt x="21" y="36"/>
                  </a:cubicBezTo>
                  <a:cubicBezTo>
                    <a:pt x="69" y="53"/>
                    <a:pt x="85" y="85"/>
                    <a:pt x="122" y="137"/>
                  </a:cubicBezTo>
                  <a:cubicBezTo>
                    <a:pt x="122" y="154"/>
                    <a:pt x="138" y="154"/>
                    <a:pt x="138" y="170"/>
                  </a:cubicBezTo>
                  <a:cubicBezTo>
                    <a:pt x="271" y="372"/>
                    <a:pt x="425" y="574"/>
                    <a:pt x="542" y="776"/>
                  </a:cubicBezTo>
                  <a:cubicBezTo>
                    <a:pt x="627" y="893"/>
                    <a:pt x="691" y="994"/>
                    <a:pt x="760" y="1111"/>
                  </a:cubicBezTo>
                  <a:cubicBezTo>
                    <a:pt x="808" y="1180"/>
                    <a:pt x="829" y="1228"/>
                    <a:pt x="829" y="1297"/>
                  </a:cubicBezTo>
                  <a:lnTo>
                    <a:pt x="829" y="1584"/>
                  </a:lnTo>
                  <a:cubicBezTo>
                    <a:pt x="829" y="1818"/>
                    <a:pt x="829" y="2036"/>
                    <a:pt x="845" y="2258"/>
                  </a:cubicBezTo>
                  <a:lnTo>
                    <a:pt x="845" y="2339"/>
                  </a:lnTo>
                  <a:cubicBezTo>
                    <a:pt x="845" y="2424"/>
                    <a:pt x="845" y="2525"/>
                    <a:pt x="877" y="2626"/>
                  </a:cubicBezTo>
                  <a:lnTo>
                    <a:pt x="893" y="2626"/>
                  </a:lnTo>
                  <a:lnTo>
                    <a:pt x="893" y="2610"/>
                  </a:lnTo>
                  <a:cubicBezTo>
                    <a:pt x="861" y="2525"/>
                    <a:pt x="861" y="2440"/>
                    <a:pt x="861" y="2339"/>
                  </a:cubicBezTo>
                  <a:lnTo>
                    <a:pt x="861" y="2258"/>
                  </a:lnTo>
                  <a:lnTo>
                    <a:pt x="861" y="1584"/>
                  </a:lnTo>
                  <a:lnTo>
                    <a:pt x="861" y="1297"/>
                  </a:lnTo>
                  <a:cubicBezTo>
                    <a:pt x="861" y="1228"/>
                    <a:pt x="829" y="1163"/>
                    <a:pt x="792" y="1095"/>
                  </a:cubicBezTo>
                  <a:cubicBezTo>
                    <a:pt x="707" y="978"/>
                    <a:pt x="643" y="877"/>
                    <a:pt x="574" y="760"/>
                  </a:cubicBezTo>
                  <a:cubicBezTo>
                    <a:pt x="441" y="558"/>
                    <a:pt x="304" y="356"/>
                    <a:pt x="170" y="154"/>
                  </a:cubicBezTo>
                  <a:cubicBezTo>
                    <a:pt x="154" y="137"/>
                    <a:pt x="154" y="137"/>
                    <a:pt x="138" y="117"/>
                  </a:cubicBezTo>
                  <a:cubicBezTo>
                    <a:pt x="122" y="69"/>
                    <a:pt x="85" y="16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2095190" y="3264908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17" y="336"/>
                    <a:pt x="1" y="384"/>
                  </a:cubicBezTo>
                  <a:cubicBezTo>
                    <a:pt x="1" y="404"/>
                    <a:pt x="1" y="404"/>
                    <a:pt x="17" y="404"/>
                  </a:cubicBezTo>
                  <a:lnTo>
                    <a:pt x="37" y="404"/>
                  </a:lnTo>
                  <a:cubicBezTo>
                    <a:pt x="53" y="336"/>
                    <a:pt x="53" y="267"/>
                    <a:pt x="53" y="202"/>
                  </a:cubicBezTo>
                  <a:cubicBezTo>
                    <a:pt x="37" y="134"/>
                    <a:pt x="37" y="8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1271090" y="1276024"/>
              <a:ext cx="140545" cy="163290"/>
            </a:xfrm>
            <a:custGeom>
              <a:avLst/>
              <a:gdLst/>
              <a:ahLst/>
              <a:cxnLst/>
              <a:rect l="l" t="t" r="r" b="b"/>
              <a:pathLst>
                <a:path w="1415" h="1644" extrusionOk="0">
                  <a:moveTo>
                    <a:pt x="1399" y="0"/>
                  </a:moveTo>
                  <a:cubicBezTo>
                    <a:pt x="1398" y="0"/>
                    <a:pt x="1398" y="2"/>
                    <a:pt x="1398" y="8"/>
                  </a:cubicBezTo>
                  <a:cubicBezTo>
                    <a:pt x="1281" y="76"/>
                    <a:pt x="1164" y="129"/>
                    <a:pt x="1043" y="193"/>
                  </a:cubicBezTo>
                  <a:cubicBezTo>
                    <a:pt x="776" y="363"/>
                    <a:pt x="489" y="513"/>
                    <a:pt x="218" y="682"/>
                  </a:cubicBezTo>
                  <a:cubicBezTo>
                    <a:pt x="0" y="799"/>
                    <a:pt x="0" y="816"/>
                    <a:pt x="0" y="1070"/>
                  </a:cubicBezTo>
                  <a:lnTo>
                    <a:pt x="0" y="1240"/>
                  </a:lnTo>
                  <a:cubicBezTo>
                    <a:pt x="0" y="1373"/>
                    <a:pt x="0" y="1490"/>
                    <a:pt x="16" y="1624"/>
                  </a:cubicBezTo>
                  <a:lnTo>
                    <a:pt x="33" y="1644"/>
                  </a:lnTo>
                  <a:lnTo>
                    <a:pt x="53" y="1624"/>
                  </a:lnTo>
                  <a:cubicBezTo>
                    <a:pt x="33" y="1490"/>
                    <a:pt x="33" y="1357"/>
                    <a:pt x="33" y="1240"/>
                  </a:cubicBezTo>
                  <a:lnTo>
                    <a:pt x="33" y="1070"/>
                  </a:lnTo>
                  <a:cubicBezTo>
                    <a:pt x="33" y="816"/>
                    <a:pt x="33" y="816"/>
                    <a:pt x="235" y="698"/>
                  </a:cubicBezTo>
                  <a:cubicBezTo>
                    <a:pt x="505" y="549"/>
                    <a:pt x="792" y="379"/>
                    <a:pt x="1063" y="230"/>
                  </a:cubicBezTo>
                  <a:cubicBezTo>
                    <a:pt x="1180" y="161"/>
                    <a:pt x="1297" y="92"/>
                    <a:pt x="1398" y="28"/>
                  </a:cubicBezTo>
                  <a:cubicBezTo>
                    <a:pt x="1414" y="28"/>
                    <a:pt x="1414" y="8"/>
                    <a:pt x="1414" y="8"/>
                  </a:cubicBezTo>
                  <a:cubicBezTo>
                    <a:pt x="1403" y="8"/>
                    <a:pt x="1400" y="0"/>
                    <a:pt x="13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1378162" y="3085924"/>
              <a:ext cx="4966" cy="102007"/>
            </a:xfrm>
            <a:custGeom>
              <a:avLst/>
              <a:gdLst/>
              <a:ahLst/>
              <a:cxnLst/>
              <a:rect l="l" t="t" r="r" b="b"/>
              <a:pathLst>
                <a:path w="50" h="1027" extrusionOk="0">
                  <a:moveTo>
                    <a:pt x="17" y="1"/>
                  </a:moveTo>
                  <a:cubicBezTo>
                    <a:pt x="17" y="1"/>
                    <a:pt x="1" y="17"/>
                    <a:pt x="17" y="17"/>
                  </a:cubicBezTo>
                  <a:cubicBezTo>
                    <a:pt x="33" y="134"/>
                    <a:pt x="33" y="251"/>
                    <a:pt x="17" y="352"/>
                  </a:cubicBezTo>
                  <a:lnTo>
                    <a:pt x="17" y="522"/>
                  </a:lnTo>
                  <a:lnTo>
                    <a:pt x="17" y="857"/>
                  </a:lnTo>
                  <a:lnTo>
                    <a:pt x="17" y="1027"/>
                  </a:lnTo>
                  <a:lnTo>
                    <a:pt x="49" y="1027"/>
                  </a:lnTo>
                  <a:lnTo>
                    <a:pt x="49" y="857"/>
                  </a:lnTo>
                  <a:lnTo>
                    <a:pt x="49" y="522"/>
                  </a:lnTo>
                  <a:lnTo>
                    <a:pt x="49" y="352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1252616" y="2111348"/>
              <a:ext cx="160609" cy="80354"/>
            </a:xfrm>
            <a:custGeom>
              <a:avLst/>
              <a:gdLst/>
              <a:ahLst/>
              <a:cxnLst/>
              <a:rect l="l" t="t" r="r" b="b"/>
              <a:pathLst>
                <a:path w="1617" h="809" extrusionOk="0">
                  <a:moveTo>
                    <a:pt x="1584" y="0"/>
                  </a:moveTo>
                  <a:lnTo>
                    <a:pt x="1382" y="101"/>
                  </a:lnTo>
                  <a:cubicBezTo>
                    <a:pt x="1229" y="166"/>
                    <a:pt x="1079" y="234"/>
                    <a:pt x="926" y="303"/>
                  </a:cubicBezTo>
                  <a:lnTo>
                    <a:pt x="760" y="384"/>
                  </a:lnTo>
                  <a:cubicBezTo>
                    <a:pt x="542" y="485"/>
                    <a:pt x="320" y="586"/>
                    <a:pt x="85" y="707"/>
                  </a:cubicBezTo>
                  <a:cubicBezTo>
                    <a:pt x="53" y="723"/>
                    <a:pt x="17" y="739"/>
                    <a:pt x="1" y="788"/>
                  </a:cubicBezTo>
                  <a:cubicBezTo>
                    <a:pt x="1" y="788"/>
                    <a:pt x="1" y="808"/>
                    <a:pt x="17" y="808"/>
                  </a:cubicBezTo>
                  <a:cubicBezTo>
                    <a:pt x="17" y="808"/>
                    <a:pt x="37" y="808"/>
                    <a:pt x="37" y="788"/>
                  </a:cubicBezTo>
                  <a:cubicBezTo>
                    <a:pt x="37" y="756"/>
                    <a:pt x="53" y="739"/>
                    <a:pt x="101" y="723"/>
                  </a:cubicBezTo>
                  <a:cubicBezTo>
                    <a:pt x="320" y="622"/>
                    <a:pt x="558" y="521"/>
                    <a:pt x="776" y="420"/>
                  </a:cubicBezTo>
                  <a:lnTo>
                    <a:pt x="946" y="335"/>
                  </a:lnTo>
                  <a:cubicBezTo>
                    <a:pt x="1095" y="267"/>
                    <a:pt x="1249" y="182"/>
                    <a:pt x="1382" y="117"/>
                  </a:cubicBezTo>
                  <a:lnTo>
                    <a:pt x="1600" y="16"/>
                  </a:lnTo>
                  <a:cubicBezTo>
                    <a:pt x="1616" y="16"/>
                    <a:pt x="1616" y="16"/>
                    <a:pt x="16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931597" y="3244844"/>
              <a:ext cx="5364" cy="88300"/>
            </a:xfrm>
            <a:custGeom>
              <a:avLst/>
              <a:gdLst/>
              <a:ahLst/>
              <a:cxnLst/>
              <a:rect l="l" t="t" r="r" b="b"/>
              <a:pathLst>
                <a:path w="54" h="889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02"/>
                  </a:lnTo>
                  <a:lnTo>
                    <a:pt x="1" y="740"/>
                  </a:lnTo>
                  <a:lnTo>
                    <a:pt x="1" y="772"/>
                  </a:lnTo>
                  <a:cubicBezTo>
                    <a:pt x="1" y="808"/>
                    <a:pt x="1" y="840"/>
                    <a:pt x="17" y="889"/>
                  </a:cubicBezTo>
                  <a:lnTo>
                    <a:pt x="37" y="889"/>
                  </a:lnTo>
                  <a:cubicBezTo>
                    <a:pt x="53" y="889"/>
                    <a:pt x="53" y="873"/>
                    <a:pt x="53" y="873"/>
                  </a:cubicBezTo>
                  <a:cubicBezTo>
                    <a:pt x="37" y="840"/>
                    <a:pt x="37" y="808"/>
                    <a:pt x="37" y="772"/>
                  </a:cubicBezTo>
                  <a:lnTo>
                    <a:pt x="37" y="740"/>
                  </a:lnTo>
                  <a:lnTo>
                    <a:pt x="37" y="202"/>
                  </a:lnTo>
                  <a:lnTo>
                    <a:pt x="37" y="16"/>
                  </a:ln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791152" y="2649391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70"/>
                    <a:pt x="17" y="340"/>
                    <a:pt x="17" y="505"/>
                  </a:cubicBezTo>
                  <a:lnTo>
                    <a:pt x="17" y="792"/>
                  </a:lnTo>
                  <a:cubicBezTo>
                    <a:pt x="17" y="792"/>
                    <a:pt x="17" y="808"/>
                    <a:pt x="37" y="808"/>
                  </a:cubicBezTo>
                  <a:lnTo>
                    <a:pt x="37" y="792"/>
                  </a:lnTo>
                  <a:lnTo>
                    <a:pt x="37" y="505"/>
                  </a:lnTo>
                  <a:cubicBezTo>
                    <a:pt x="53" y="340"/>
                    <a:pt x="53" y="17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672458" y="1604591"/>
              <a:ext cx="145710" cy="192293"/>
            </a:xfrm>
            <a:custGeom>
              <a:avLst/>
              <a:gdLst/>
              <a:ahLst/>
              <a:cxnLst/>
              <a:rect l="l" t="t" r="r" b="b"/>
              <a:pathLst>
                <a:path w="1467" h="1936" extrusionOk="0">
                  <a:moveTo>
                    <a:pt x="1398" y="0"/>
                  </a:moveTo>
                  <a:lnTo>
                    <a:pt x="1398" y="16"/>
                  </a:lnTo>
                  <a:cubicBezTo>
                    <a:pt x="1434" y="101"/>
                    <a:pt x="1434" y="170"/>
                    <a:pt x="1434" y="255"/>
                  </a:cubicBezTo>
                  <a:cubicBezTo>
                    <a:pt x="1414" y="303"/>
                    <a:pt x="1414" y="356"/>
                    <a:pt x="1414" y="404"/>
                  </a:cubicBezTo>
                  <a:cubicBezTo>
                    <a:pt x="1434" y="489"/>
                    <a:pt x="1434" y="590"/>
                    <a:pt x="1434" y="691"/>
                  </a:cubicBezTo>
                  <a:cubicBezTo>
                    <a:pt x="1434" y="776"/>
                    <a:pt x="1414" y="861"/>
                    <a:pt x="1434" y="941"/>
                  </a:cubicBezTo>
                  <a:cubicBezTo>
                    <a:pt x="1434" y="1026"/>
                    <a:pt x="1398" y="1079"/>
                    <a:pt x="1333" y="1127"/>
                  </a:cubicBezTo>
                  <a:cubicBezTo>
                    <a:pt x="1063" y="1264"/>
                    <a:pt x="828" y="1414"/>
                    <a:pt x="574" y="1547"/>
                  </a:cubicBezTo>
                  <a:cubicBezTo>
                    <a:pt x="473" y="1616"/>
                    <a:pt x="388" y="1668"/>
                    <a:pt x="287" y="1733"/>
                  </a:cubicBezTo>
                  <a:cubicBezTo>
                    <a:pt x="255" y="1749"/>
                    <a:pt x="238" y="1749"/>
                    <a:pt x="222" y="1769"/>
                  </a:cubicBezTo>
                  <a:cubicBezTo>
                    <a:pt x="154" y="1802"/>
                    <a:pt x="69" y="1850"/>
                    <a:pt x="0" y="1919"/>
                  </a:cubicBezTo>
                  <a:lnTo>
                    <a:pt x="0" y="1935"/>
                  </a:lnTo>
                  <a:lnTo>
                    <a:pt x="20" y="1935"/>
                  </a:lnTo>
                  <a:cubicBezTo>
                    <a:pt x="85" y="1870"/>
                    <a:pt x="154" y="1834"/>
                    <a:pt x="238" y="1786"/>
                  </a:cubicBezTo>
                  <a:cubicBezTo>
                    <a:pt x="255" y="1786"/>
                    <a:pt x="271" y="1769"/>
                    <a:pt x="287" y="1749"/>
                  </a:cubicBezTo>
                  <a:cubicBezTo>
                    <a:pt x="388" y="1701"/>
                    <a:pt x="489" y="1632"/>
                    <a:pt x="590" y="1584"/>
                  </a:cubicBezTo>
                  <a:cubicBezTo>
                    <a:pt x="828" y="1430"/>
                    <a:pt x="1079" y="1281"/>
                    <a:pt x="1333" y="1143"/>
                  </a:cubicBezTo>
                  <a:cubicBezTo>
                    <a:pt x="1434" y="1095"/>
                    <a:pt x="1467" y="1026"/>
                    <a:pt x="1450" y="941"/>
                  </a:cubicBezTo>
                  <a:lnTo>
                    <a:pt x="1450" y="691"/>
                  </a:lnTo>
                  <a:lnTo>
                    <a:pt x="1450" y="388"/>
                  </a:lnTo>
                  <a:lnTo>
                    <a:pt x="1450" y="255"/>
                  </a:lnTo>
                  <a:cubicBezTo>
                    <a:pt x="1467" y="186"/>
                    <a:pt x="1467" y="85"/>
                    <a:pt x="1414" y="16"/>
                  </a:cubicBezTo>
                  <a:cubicBezTo>
                    <a:pt x="1414" y="0"/>
                    <a:pt x="1414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1256191" y="2643332"/>
              <a:ext cx="162198" cy="230434"/>
            </a:xfrm>
            <a:custGeom>
              <a:avLst/>
              <a:gdLst/>
              <a:ahLst/>
              <a:cxnLst/>
              <a:rect l="l" t="t" r="r" b="b"/>
              <a:pathLst>
                <a:path w="1633" h="2320" extrusionOk="0">
                  <a:moveTo>
                    <a:pt x="1539" y="1"/>
                  </a:moveTo>
                  <a:cubicBezTo>
                    <a:pt x="1519" y="1"/>
                    <a:pt x="1498" y="5"/>
                    <a:pt x="1479" y="13"/>
                  </a:cubicBezTo>
                  <a:cubicBezTo>
                    <a:pt x="1294" y="78"/>
                    <a:pt x="1128" y="162"/>
                    <a:pt x="958" y="231"/>
                  </a:cubicBezTo>
                  <a:lnTo>
                    <a:pt x="809" y="280"/>
                  </a:lnTo>
                  <a:cubicBezTo>
                    <a:pt x="724" y="316"/>
                    <a:pt x="655" y="348"/>
                    <a:pt x="570" y="381"/>
                  </a:cubicBezTo>
                  <a:cubicBezTo>
                    <a:pt x="385" y="465"/>
                    <a:pt x="203" y="534"/>
                    <a:pt x="1" y="603"/>
                  </a:cubicBezTo>
                  <a:lnTo>
                    <a:pt x="1" y="619"/>
                  </a:lnTo>
                  <a:lnTo>
                    <a:pt x="17" y="619"/>
                  </a:lnTo>
                  <a:cubicBezTo>
                    <a:pt x="203" y="566"/>
                    <a:pt x="405" y="481"/>
                    <a:pt x="587" y="401"/>
                  </a:cubicBezTo>
                  <a:cubicBezTo>
                    <a:pt x="655" y="381"/>
                    <a:pt x="740" y="348"/>
                    <a:pt x="809" y="316"/>
                  </a:cubicBezTo>
                  <a:lnTo>
                    <a:pt x="974" y="247"/>
                  </a:lnTo>
                  <a:cubicBezTo>
                    <a:pt x="1144" y="179"/>
                    <a:pt x="1314" y="114"/>
                    <a:pt x="1479" y="45"/>
                  </a:cubicBezTo>
                  <a:cubicBezTo>
                    <a:pt x="1506" y="37"/>
                    <a:pt x="1523" y="33"/>
                    <a:pt x="1537" y="33"/>
                  </a:cubicBezTo>
                  <a:cubicBezTo>
                    <a:pt x="1552" y="33"/>
                    <a:pt x="1564" y="37"/>
                    <a:pt x="1580" y="45"/>
                  </a:cubicBezTo>
                  <a:cubicBezTo>
                    <a:pt x="1597" y="61"/>
                    <a:pt x="1597" y="78"/>
                    <a:pt x="1597" y="114"/>
                  </a:cubicBezTo>
                  <a:cubicBezTo>
                    <a:pt x="1597" y="231"/>
                    <a:pt x="1597" y="364"/>
                    <a:pt x="1580" y="481"/>
                  </a:cubicBezTo>
                  <a:lnTo>
                    <a:pt x="1580" y="720"/>
                  </a:lnTo>
                  <a:cubicBezTo>
                    <a:pt x="1580" y="768"/>
                    <a:pt x="1564" y="784"/>
                    <a:pt x="1496" y="805"/>
                  </a:cubicBezTo>
                  <a:cubicBezTo>
                    <a:pt x="1261" y="885"/>
                    <a:pt x="1027" y="986"/>
                    <a:pt x="809" y="1071"/>
                  </a:cubicBezTo>
                  <a:cubicBezTo>
                    <a:pt x="607" y="1156"/>
                    <a:pt x="405" y="1241"/>
                    <a:pt x="203" y="1310"/>
                  </a:cubicBezTo>
                  <a:cubicBezTo>
                    <a:pt x="134" y="1342"/>
                    <a:pt x="102" y="1374"/>
                    <a:pt x="102" y="1443"/>
                  </a:cubicBezTo>
                  <a:lnTo>
                    <a:pt x="102" y="1714"/>
                  </a:lnTo>
                  <a:cubicBezTo>
                    <a:pt x="102" y="1916"/>
                    <a:pt x="102" y="2118"/>
                    <a:pt x="118" y="2320"/>
                  </a:cubicBezTo>
                  <a:lnTo>
                    <a:pt x="134" y="2320"/>
                  </a:lnTo>
                  <a:cubicBezTo>
                    <a:pt x="118" y="2118"/>
                    <a:pt x="134" y="1916"/>
                    <a:pt x="134" y="1714"/>
                  </a:cubicBezTo>
                  <a:lnTo>
                    <a:pt x="134" y="1443"/>
                  </a:lnTo>
                  <a:cubicBezTo>
                    <a:pt x="134" y="1374"/>
                    <a:pt x="166" y="1358"/>
                    <a:pt x="219" y="1342"/>
                  </a:cubicBezTo>
                  <a:cubicBezTo>
                    <a:pt x="421" y="1257"/>
                    <a:pt x="623" y="1172"/>
                    <a:pt x="809" y="1108"/>
                  </a:cubicBezTo>
                  <a:cubicBezTo>
                    <a:pt x="1043" y="1007"/>
                    <a:pt x="1277" y="922"/>
                    <a:pt x="1516" y="837"/>
                  </a:cubicBezTo>
                  <a:cubicBezTo>
                    <a:pt x="1564" y="805"/>
                    <a:pt x="1597" y="784"/>
                    <a:pt x="1597" y="720"/>
                  </a:cubicBezTo>
                  <a:cubicBezTo>
                    <a:pt x="1597" y="635"/>
                    <a:pt x="1617" y="566"/>
                    <a:pt x="1617" y="481"/>
                  </a:cubicBezTo>
                  <a:cubicBezTo>
                    <a:pt x="1617" y="364"/>
                    <a:pt x="1633" y="231"/>
                    <a:pt x="1633" y="114"/>
                  </a:cubicBezTo>
                  <a:cubicBezTo>
                    <a:pt x="1633" y="61"/>
                    <a:pt x="1617" y="29"/>
                    <a:pt x="1597" y="13"/>
                  </a:cubicBezTo>
                  <a:cubicBezTo>
                    <a:pt x="1580" y="5"/>
                    <a:pt x="1560" y="1"/>
                    <a:pt x="15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2167002" y="3353109"/>
              <a:ext cx="6953" cy="38637"/>
            </a:xfrm>
            <a:custGeom>
              <a:avLst/>
              <a:gdLst/>
              <a:ahLst/>
              <a:cxnLst/>
              <a:rect l="l" t="t" r="r" b="b"/>
              <a:pathLst>
                <a:path w="70" h="389" extrusionOk="0">
                  <a:moveTo>
                    <a:pt x="53" y="1"/>
                  </a:moveTo>
                  <a:cubicBezTo>
                    <a:pt x="53" y="1"/>
                    <a:pt x="37" y="1"/>
                    <a:pt x="37" y="21"/>
                  </a:cubicBezTo>
                  <a:cubicBezTo>
                    <a:pt x="21" y="70"/>
                    <a:pt x="21" y="138"/>
                    <a:pt x="21" y="203"/>
                  </a:cubicBezTo>
                  <a:cubicBezTo>
                    <a:pt x="21" y="255"/>
                    <a:pt x="37" y="324"/>
                    <a:pt x="21" y="373"/>
                  </a:cubicBezTo>
                  <a:cubicBezTo>
                    <a:pt x="1" y="389"/>
                    <a:pt x="21" y="389"/>
                    <a:pt x="21" y="389"/>
                  </a:cubicBezTo>
                  <a:lnTo>
                    <a:pt x="37" y="389"/>
                  </a:lnTo>
                  <a:cubicBezTo>
                    <a:pt x="53" y="324"/>
                    <a:pt x="53" y="255"/>
                    <a:pt x="53" y="203"/>
                  </a:cubicBezTo>
                  <a:cubicBezTo>
                    <a:pt x="53" y="138"/>
                    <a:pt x="53" y="86"/>
                    <a:pt x="70" y="21"/>
                  </a:cubicBezTo>
                  <a:cubicBezTo>
                    <a:pt x="70" y="21"/>
                    <a:pt x="70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1740897" y="2459184"/>
              <a:ext cx="142134" cy="290625"/>
            </a:xfrm>
            <a:custGeom>
              <a:avLst/>
              <a:gdLst/>
              <a:ahLst/>
              <a:cxnLst/>
              <a:rect l="l" t="t" r="r" b="b"/>
              <a:pathLst>
                <a:path w="1431" h="2926" extrusionOk="0">
                  <a:moveTo>
                    <a:pt x="41" y="1"/>
                  </a:moveTo>
                  <a:cubicBezTo>
                    <a:pt x="37" y="1"/>
                    <a:pt x="33" y="5"/>
                    <a:pt x="33" y="13"/>
                  </a:cubicBezTo>
                  <a:cubicBezTo>
                    <a:pt x="1" y="65"/>
                    <a:pt x="1" y="114"/>
                    <a:pt x="1" y="166"/>
                  </a:cubicBezTo>
                  <a:lnTo>
                    <a:pt x="1" y="336"/>
                  </a:lnTo>
                  <a:lnTo>
                    <a:pt x="1" y="922"/>
                  </a:lnTo>
                  <a:cubicBezTo>
                    <a:pt x="1" y="1006"/>
                    <a:pt x="17" y="1059"/>
                    <a:pt x="69" y="1124"/>
                  </a:cubicBezTo>
                  <a:cubicBezTo>
                    <a:pt x="271" y="1378"/>
                    <a:pt x="453" y="1649"/>
                    <a:pt x="639" y="1915"/>
                  </a:cubicBezTo>
                  <a:cubicBezTo>
                    <a:pt x="793" y="2134"/>
                    <a:pt x="958" y="2356"/>
                    <a:pt x="1112" y="2574"/>
                  </a:cubicBezTo>
                  <a:cubicBezTo>
                    <a:pt x="1144" y="2606"/>
                    <a:pt x="1180" y="2638"/>
                    <a:pt x="1197" y="2675"/>
                  </a:cubicBezTo>
                  <a:cubicBezTo>
                    <a:pt x="1245" y="2776"/>
                    <a:pt x="1314" y="2861"/>
                    <a:pt x="1399" y="2925"/>
                  </a:cubicBezTo>
                  <a:lnTo>
                    <a:pt x="1415" y="2925"/>
                  </a:lnTo>
                  <a:lnTo>
                    <a:pt x="1415" y="2909"/>
                  </a:lnTo>
                  <a:cubicBezTo>
                    <a:pt x="1431" y="2909"/>
                    <a:pt x="1431" y="2909"/>
                    <a:pt x="1415" y="2893"/>
                  </a:cubicBezTo>
                  <a:cubicBezTo>
                    <a:pt x="1330" y="2840"/>
                    <a:pt x="1261" y="2760"/>
                    <a:pt x="1213" y="2675"/>
                  </a:cubicBezTo>
                  <a:cubicBezTo>
                    <a:pt x="1197" y="2622"/>
                    <a:pt x="1160" y="2590"/>
                    <a:pt x="1144" y="2558"/>
                  </a:cubicBezTo>
                  <a:cubicBezTo>
                    <a:pt x="978" y="2335"/>
                    <a:pt x="825" y="2117"/>
                    <a:pt x="675" y="1899"/>
                  </a:cubicBezTo>
                  <a:cubicBezTo>
                    <a:pt x="490" y="1629"/>
                    <a:pt x="288" y="1362"/>
                    <a:pt x="86" y="1107"/>
                  </a:cubicBezTo>
                  <a:cubicBezTo>
                    <a:pt x="49" y="1059"/>
                    <a:pt x="33" y="990"/>
                    <a:pt x="33" y="922"/>
                  </a:cubicBezTo>
                  <a:lnTo>
                    <a:pt x="33" y="336"/>
                  </a:lnTo>
                  <a:lnTo>
                    <a:pt x="33" y="166"/>
                  </a:lnTo>
                  <a:cubicBezTo>
                    <a:pt x="33" y="114"/>
                    <a:pt x="33" y="65"/>
                    <a:pt x="49" y="33"/>
                  </a:cubicBezTo>
                  <a:cubicBezTo>
                    <a:pt x="69" y="13"/>
                    <a:pt x="49" y="13"/>
                    <a:pt x="49" y="13"/>
                  </a:cubicBezTo>
                  <a:cubicBezTo>
                    <a:pt x="49" y="5"/>
                    <a:pt x="45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672458" y="1758247"/>
              <a:ext cx="145710" cy="204312"/>
            </a:xfrm>
            <a:custGeom>
              <a:avLst/>
              <a:gdLst/>
              <a:ahLst/>
              <a:cxnLst/>
              <a:rect l="l" t="t" r="r" b="b"/>
              <a:pathLst>
                <a:path w="1467" h="2057" extrusionOk="0">
                  <a:moveTo>
                    <a:pt x="1398" y="0"/>
                  </a:moveTo>
                  <a:lnTo>
                    <a:pt x="1398" y="20"/>
                  </a:lnTo>
                  <a:cubicBezTo>
                    <a:pt x="1450" y="101"/>
                    <a:pt x="1434" y="186"/>
                    <a:pt x="1434" y="271"/>
                  </a:cubicBezTo>
                  <a:cubicBezTo>
                    <a:pt x="1414" y="323"/>
                    <a:pt x="1414" y="372"/>
                    <a:pt x="1414" y="424"/>
                  </a:cubicBezTo>
                  <a:cubicBezTo>
                    <a:pt x="1434" y="558"/>
                    <a:pt x="1434" y="707"/>
                    <a:pt x="1434" y="845"/>
                  </a:cubicBezTo>
                  <a:lnTo>
                    <a:pt x="1434" y="1148"/>
                  </a:lnTo>
                  <a:cubicBezTo>
                    <a:pt x="1434" y="1232"/>
                    <a:pt x="1398" y="1265"/>
                    <a:pt x="1333" y="1313"/>
                  </a:cubicBezTo>
                  <a:cubicBezTo>
                    <a:pt x="978" y="1499"/>
                    <a:pt x="626" y="1685"/>
                    <a:pt x="287" y="1871"/>
                  </a:cubicBezTo>
                  <a:lnTo>
                    <a:pt x="20" y="2020"/>
                  </a:lnTo>
                  <a:lnTo>
                    <a:pt x="0" y="2040"/>
                  </a:lnTo>
                  <a:lnTo>
                    <a:pt x="0" y="2056"/>
                  </a:lnTo>
                  <a:lnTo>
                    <a:pt x="37" y="2056"/>
                  </a:lnTo>
                  <a:lnTo>
                    <a:pt x="303" y="1903"/>
                  </a:lnTo>
                  <a:cubicBezTo>
                    <a:pt x="642" y="1717"/>
                    <a:pt x="994" y="1515"/>
                    <a:pt x="1333" y="1333"/>
                  </a:cubicBezTo>
                  <a:cubicBezTo>
                    <a:pt x="1414" y="1297"/>
                    <a:pt x="1467" y="1249"/>
                    <a:pt x="1450" y="1148"/>
                  </a:cubicBezTo>
                  <a:lnTo>
                    <a:pt x="1450" y="845"/>
                  </a:lnTo>
                  <a:lnTo>
                    <a:pt x="1450" y="424"/>
                  </a:lnTo>
                  <a:lnTo>
                    <a:pt x="1450" y="271"/>
                  </a:lnTo>
                  <a:cubicBezTo>
                    <a:pt x="1467" y="186"/>
                    <a:pt x="1467" y="85"/>
                    <a:pt x="1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869817" y="3147009"/>
              <a:ext cx="336314" cy="208285"/>
            </a:xfrm>
            <a:custGeom>
              <a:avLst/>
              <a:gdLst/>
              <a:ahLst/>
              <a:cxnLst/>
              <a:rect l="l" t="t" r="r" b="b"/>
              <a:pathLst>
                <a:path w="3386" h="2097" extrusionOk="0">
                  <a:moveTo>
                    <a:pt x="3371" y="0"/>
                  </a:moveTo>
                  <a:cubicBezTo>
                    <a:pt x="3368" y="0"/>
                    <a:pt x="3366" y="2"/>
                    <a:pt x="3366" y="8"/>
                  </a:cubicBezTo>
                  <a:cubicBezTo>
                    <a:pt x="3184" y="56"/>
                    <a:pt x="2998" y="125"/>
                    <a:pt x="2812" y="193"/>
                  </a:cubicBezTo>
                  <a:cubicBezTo>
                    <a:pt x="2610" y="278"/>
                    <a:pt x="2408" y="343"/>
                    <a:pt x="2222" y="412"/>
                  </a:cubicBezTo>
                  <a:cubicBezTo>
                    <a:pt x="2073" y="460"/>
                    <a:pt x="1936" y="513"/>
                    <a:pt x="1786" y="561"/>
                  </a:cubicBezTo>
                  <a:cubicBezTo>
                    <a:pt x="1483" y="682"/>
                    <a:pt x="1164" y="783"/>
                    <a:pt x="841" y="900"/>
                  </a:cubicBezTo>
                  <a:cubicBezTo>
                    <a:pt x="708" y="933"/>
                    <a:pt x="590" y="985"/>
                    <a:pt x="457" y="1034"/>
                  </a:cubicBezTo>
                  <a:cubicBezTo>
                    <a:pt x="356" y="1066"/>
                    <a:pt x="235" y="1102"/>
                    <a:pt x="118" y="1151"/>
                  </a:cubicBezTo>
                  <a:cubicBezTo>
                    <a:pt x="33" y="1167"/>
                    <a:pt x="1" y="1220"/>
                    <a:pt x="1" y="1321"/>
                  </a:cubicBezTo>
                  <a:lnTo>
                    <a:pt x="1" y="1741"/>
                  </a:lnTo>
                  <a:lnTo>
                    <a:pt x="1" y="1943"/>
                  </a:lnTo>
                  <a:lnTo>
                    <a:pt x="1" y="1975"/>
                  </a:lnTo>
                  <a:cubicBezTo>
                    <a:pt x="1" y="2011"/>
                    <a:pt x="1" y="2060"/>
                    <a:pt x="33" y="2096"/>
                  </a:cubicBezTo>
                  <a:lnTo>
                    <a:pt x="53" y="2096"/>
                  </a:lnTo>
                  <a:lnTo>
                    <a:pt x="53" y="2060"/>
                  </a:lnTo>
                  <a:cubicBezTo>
                    <a:pt x="33" y="2044"/>
                    <a:pt x="33" y="2011"/>
                    <a:pt x="33" y="1975"/>
                  </a:cubicBezTo>
                  <a:lnTo>
                    <a:pt x="33" y="1943"/>
                  </a:lnTo>
                  <a:lnTo>
                    <a:pt x="33" y="1741"/>
                  </a:lnTo>
                  <a:lnTo>
                    <a:pt x="33" y="1321"/>
                  </a:lnTo>
                  <a:cubicBezTo>
                    <a:pt x="33" y="1236"/>
                    <a:pt x="53" y="1203"/>
                    <a:pt x="134" y="1167"/>
                  </a:cubicBezTo>
                  <a:cubicBezTo>
                    <a:pt x="235" y="1135"/>
                    <a:pt x="356" y="1086"/>
                    <a:pt x="473" y="1050"/>
                  </a:cubicBezTo>
                  <a:cubicBezTo>
                    <a:pt x="590" y="1001"/>
                    <a:pt x="724" y="965"/>
                    <a:pt x="841" y="917"/>
                  </a:cubicBezTo>
                  <a:cubicBezTo>
                    <a:pt x="1164" y="816"/>
                    <a:pt x="1483" y="698"/>
                    <a:pt x="1802" y="581"/>
                  </a:cubicBezTo>
                  <a:cubicBezTo>
                    <a:pt x="1936" y="529"/>
                    <a:pt x="2089" y="480"/>
                    <a:pt x="2222" y="444"/>
                  </a:cubicBezTo>
                  <a:cubicBezTo>
                    <a:pt x="2424" y="359"/>
                    <a:pt x="2626" y="294"/>
                    <a:pt x="2812" y="226"/>
                  </a:cubicBezTo>
                  <a:cubicBezTo>
                    <a:pt x="2998" y="157"/>
                    <a:pt x="3184" y="92"/>
                    <a:pt x="3366" y="24"/>
                  </a:cubicBezTo>
                  <a:cubicBezTo>
                    <a:pt x="3386" y="24"/>
                    <a:pt x="3386" y="8"/>
                    <a:pt x="3386" y="8"/>
                  </a:cubicBezTo>
                  <a:cubicBezTo>
                    <a:pt x="3386" y="8"/>
                    <a:pt x="3377" y="0"/>
                    <a:pt x="33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1334459" y="3276529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lnTo>
                    <a:pt x="1" y="235"/>
                  </a:lnTo>
                  <a:lnTo>
                    <a:pt x="1" y="873"/>
                  </a:lnTo>
                  <a:lnTo>
                    <a:pt x="1" y="909"/>
                  </a:lnTo>
                  <a:cubicBezTo>
                    <a:pt x="1" y="942"/>
                    <a:pt x="1" y="994"/>
                    <a:pt x="21" y="1026"/>
                  </a:cubicBezTo>
                  <a:lnTo>
                    <a:pt x="37" y="1026"/>
                  </a:lnTo>
                  <a:cubicBezTo>
                    <a:pt x="37" y="1026"/>
                    <a:pt x="53" y="1026"/>
                    <a:pt x="37" y="1010"/>
                  </a:cubicBezTo>
                  <a:cubicBezTo>
                    <a:pt x="21" y="974"/>
                    <a:pt x="37" y="942"/>
                    <a:pt x="37" y="909"/>
                  </a:cubicBezTo>
                  <a:lnTo>
                    <a:pt x="37" y="873"/>
                  </a:lnTo>
                  <a:lnTo>
                    <a:pt x="37" y="235"/>
                  </a:lnTo>
                  <a:lnTo>
                    <a:pt x="37" y="17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1414714" y="3420153"/>
              <a:ext cx="87207" cy="180672"/>
            </a:xfrm>
            <a:custGeom>
              <a:avLst/>
              <a:gdLst/>
              <a:ahLst/>
              <a:cxnLst/>
              <a:rect l="l" t="t" r="r" b="b"/>
              <a:pathLst>
                <a:path w="878" h="1819" extrusionOk="0">
                  <a:moveTo>
                    <a:pt x="1" y="1"/>
                  </a:moveTo>
                  <a:lnTo>
                    <a:pt x="1" y="17"/>
                  </a:lnTo>
                  <a:cubicBezTo>
                    <a:pt x="170" y="134"/>
                    <a:pt x="324" y="271"/>
                    <a:pt x="473" y="405"/>
                  </a:cubicBezTo>
                  <a:cubicBezTo>
                    <a:pt x="558" y="506"/>
                    <a:pt x="659" y="590"/>
                    <a:pt x="776" y="675"/>
                  </a:cubicBezTo>
                  <a:cubicBezTo>
                    <a:pt x="829" y="724"/>
                    <a:pt x="845" y="792"/>
                    <a:pt x="845" y="877"/>
                  </a:cubicBezTo>
                  <a:lnTo>
                    <a:pt x="845" y="1499"/>
                  </a:lnTo>
                  <a:lnTo>
                    <a:pt x="845" y="1669"/>
                  </a:lnTo>
                  <a:cubicBezTo>
                    <a:pt x="845" y="1701"/>
                    <a:pt x="845" y="1750"/>
                    <a:pt x="808" y="1802"/>
                  </a:cubicBezTo>
                  <a:lnTo>
                    <a:pt x="829" y="1818"/>
                  </a:lnTo>
                  <a:lnTo>
                    <a:pt x="845" y="1802"/>
                  </a:lnTo>
                  <a:cubicBezTo>
                    <a:pt x="877" y="1770"/>
                    <a:pt x="877" y="1717"/>
                    <a:pt x="877" y="1669"/>
                  </a:cubicBezTo>
                  <a:lnTo>
                    <a:pt x="877" y="1499"/>
                  </a:lnTo>
                  <a:cubicBezTo>
                    <a:pt x="877" y="1297"/>
                    <a:pt x="861" y="1079"/>
                    <a:pt x="877" y="877"/>
                  </a:cubicBezTo>
                  <a:cubicBezTo>
                    <a:pt x="877" y="792"/>
                    <a:pt x="861" y="708"/>
                    <a:pt x="792" y="659"/>
                  </a:cubicBezTo>
                  <a:cubicBezTo>
                    <a:pt x="675" y="574"/>
                    <a:pt x="574" y="473"/>
                    <a:pt x="489" y="388"/>
                  </a:cubicBezTo>
                  <a:cubicBezTo>
                    <a:pt x="340" y="255"/>
                    <a:pt x="170" y="118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1182393" y="3156147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66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792"/>
                  </a:lnTo>
                  <a:cubicBezTo>
                    <a:pt x="17" y="841"/>
                    <a:pt x="17" y="893"/>
                    <a:pt x="37" y="942"/>
                  </a:cubicBezTo>
                  <a:lnTo>
                    <a:pt x="53" y="942"/>
                  </a:lnTo>
                  <a:cubicBezTo>
                    <a:pt x="53" y="942"/>
                    <a:pt x="69" y="942"/>
                    <a:pt x="53" y="926"/>
                  </a:cubicBezTo>
                  <a:cubicBezTo>
                    <a:pt x="37" y="893"/>
                    <a:pt x="53" y="841"/>
                    <a:pt x="53" y="792"/>
                  </a:cubicBezTo>
                  <a:lnTo>
                    <a:pt x="53" y="724"/>
                  </a:lnTo>
                  <a:lnTo>
                    <a:pt x="53" y="453"/>
                  </a:lnTo>
                  <a:cubicBezTo>
                    <a:pt x="53" y="320"/>
                    <a:pt x="53" y="166"/>
                    <a:pt x="37" y="17"/>
                  </a:cubicBez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746257" y="3311392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0" y="405"/>
                  </a:cubicBezTo>
                  <a:lnTo>
                    <a:pt x="0" y="659"/>
                  </a:lnTo>
                  <a:cubicBezTo>
                    <a:pt x="17" y="675"/>
                    <a:pt x="0" y="675"/>
                    <a:pt x="0" y="692"/>
                  </a:cubicBezTo>
                  <a:cubicBezTo>
                    <a:pt x="0" y="724"/>
                    <a:pt x="0" y="776"/>
                    <a:pt x="17" y="809"/>
                  </a:cubicBezTo>
                  <a:lnTo>
                    <a:pt x="33" y="809"/>
                  </a:lnTo>
                  <a:cubicBezTo>
                    <a:pt x="49" y="809"/>
                    <a:pt x="49" y="809"/>
                    <a:pt x="49" y="793"/>
                  </a:cubicBezTo>
                  <a:cubicBezTo>
                    <a:pt x="33" y="760"/>
                    <a:pt x="33" y="724"/>
                    <a:pt x="33" y="692"/>
                  </a:cubicBezTo>
                  <a:lnTo>
                    <a:pt x="33" y="659"/>
                  </a:lnTo>
                  <a:lnTo>
                    <a:pt x="33" y="405"/>
                  </a:lnTo>
                  <a:cubicBezTo>
                    <a:pt x="33" y="288"/>
                    <a:pt x="33" y="154"/>
                    <a:pt x="17" y="17"/>
                  </a:cubicBezTo>
                  <a:cubicBezTo>
                    <a:pt x="17" y="1"/>
                    <a:pt x="17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1135809" y="2494146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cubicBezTo>
                    <a:pt x="33" y="202"/>
                    <a:pt x="17" y="404"/>
                    <a:pt x="17" y="606"/>
                  </a:cubicBezTo>
                  <a:lnTo>
                    <a:pt x="17" y="707"/>
                  </a:lnTo>
                  <a:lnTo>
                    <a:pt x="17" y="792"/>
                  </a:lnTo>
                  <a:cubicBezTo>
                    <a:pt x="33" y="808"/>
                    <a:pt x="33" y="840"/>
                    <a:pt x="33" y="856"/>
                  </a:cubicBezTo>
                  <a:cubicBezTo>
                    <a:pt x="33" y="856"/>
                    <a:pt x="33" y="873"/>
                    <a:pt x="49" y="873"/>
                  </a:cubicBezTo>
                  <a:lnTo>
                    <a:pt x="49" y="856"/>
                  </a:lnTo>
                  <a:lnTo>
                    <a:pt x="49" y="792"/>
                  </a:lnTo>
                  <a:cubicBezTo>
                    <a:pt x="49" y="755"/>
                    <a:pt x="33" y="739"/>
                    <a:pt x="33" y="707"/>
                  </a:cubicBezTo>
                  <a:lnTo>
                    <a:pt x="33" y="606"/>
                  </a:lnTo>
                  <a:cubicBezTo>
                    <a:pt x="49" y="404"/>
                    <a:pt x="49" y="202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2081979" y="3463459"/>
              <a:ext cx="100418" cy="117303"/>
            </a:xfrm>
            <a:custGeom>
              <a:avLst/>
              <a:gdLst/>
              <a:ahLst/>
              <a:cxnLst/>
              <a:rect l="l" t="t" r="r" b="b"/>
              <a:pathLst>
                <a:path w="1011" h="1181" extrusionOk="0">
                  <a:moveTo>
                    <a:pt x="17" y="1"/>
                  </a:moveTo>
                  <a:cubicBezTo>
                    <a:pt x="17" y="1"/>
                    <a:pt x="1" y="1"/>
                    <a:pt x="1" y="21"/>
                  </a:cubicBezTo>
                  <a:cubicBezTo>
                    <a:pt x="1" y="122"/>
                    <a:pt x="69" y="171"/>
                    <a:pt x="134" y="239"/>
                  </a:cubicBezTo>
                  <a:cubicBezTo>
                    <a:pt x="150" y="255"/>
                    <a:pt x="186" y="272"/>
                    <a:pt x="202" y="304"/>
                  </a:cubicBezTo>
                  <a:cubicBezTo>
                    <a:pt x="404" y="558"/>
                    <a:pt x="639" y="809"/>
                    <a:pt x="841" y="1063"/>
                  </a:cubicBezTo>
                  <a:lnTo>
                    <a:pt x="857" y="1079"/>
                  </a:lnTo>
                  <a:lnTo>
                    <a:pt x="877" y="1096"/>
                  </a:lnTo>
                  <a:cubicBezTo>
                    <a:pt x="909" y="1132"/>
                    <a:pt x="942" y="1180"/>
                    <a:pt x="994" y="1180"/>
                  </a:cubicBezTo>
                  <a:lnTo>
                    <a:pt x="1010" y="1180"/>
                  </a:lnTo>
                  <a:lnTo>
                    <a:pt x="1010" y="1164"/>
                  </a:lnTo>
                  <a:cubicBezTo>
                    <a:pt x="1010" y="1148"/>
                    <a:pt x="1010" y="1148"/>
                    <a:pt x="994" y="1148"/>
                  </a:cubicBezTo>
                  <a:cubicBezTo>
                    <a:pt x="958" y="1148"/>
                    <a:pt x="926" y="1112"/>
                    <a:pt x="893" y="1079"/>
                  </a:cubicBezTo>
                  <a:cubicBezTo>
                    <a:pt x="893" y="1079"/>
                    <a:pt x="893" y="1063"/>
                    <a:pt x="877" y="1063"/>
                  </a:cubicBezTo>
                  <a:lnTo>
                    <a:pt x="877" y="1047"/>
                  </a:lnTo>
                  <a:cubicBezTo>
                    <a:pt x="655" y="793"/>
                    <a:pt x="421" y="542"/>
                    <a:pt x="219" y="288"/>
                  </a:cubicBezTo>
                  <a:cubicBezTo>
                    <a:pt x="202" y="255"/>
                    <a:pt x="170" y="239"/>
                    <a:pt x="150" y="223"/>
                  </a:cubicBezTo>
                  <a:cubicBezTo>
                    <a:pt x="85" y="154"/>
                    <a:pt x="17" y="102"/>
                    <a:pt x="33" y="21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754699" y="1703221"/>
              <a:ext cx="4867" cy="38637"/>
            </a:xfrm>
            <a:custGeom>
              <a:avLst/>
              <a:gdLst/>
              <a:ahLst/>
              <a:cxnLst/>
              <a:rect l="l" t="t" r="r" b="b"/>
              <a:pathLst>
                <a:path w="49" h="389" extrusionOk="0">
                  <a:moveTo>
                    <a:pt x="16" y="1"/>
                  </a:moveTo>
                  <a:cubicBezTo>
                    <a:pt x="16" y="1"/>
                    <a:pt x="0" y="1"/>
                    <a:pt x="0" y="17"/>
                  </a:cubicBezTo>
                  <a:lnTo>
                    <a:pt x="0" y="150"/>
                  </a:lnTo>
                  <a:cubicBezTo>
                    <a:pt x="0" y="219"/>
                    <a:pt x="0" y="304"/>
                    <a:pt x="16" y="372"/>
                  </a:cubicBezTo>
                  <a:cubicBezTo>
                    <a:pt x="16" y="389"/>
                    <a:pt x="33" y="389"/>
                    <a:pt x="33" y="389"/>
                  </a:cubicBezTo>
                  <a:lnTo>
                    <a:pt x="49" y="372"/>
                  </a:lnTo>
                  <a:cubicBezTo>
                    <a:pt x="33" y="304"/>
                    <a:pt x="33" y="219"/>
                    <a:pt x="33" y="150"/>
                  </a:cubicBezTo>
                  <a:lnTo>
                    <a:pt x="33" y="17"/>
                  </a:ln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1747751" y="1855288"/>
              <a:ext cx="155344" cy="306318"/>
            </a:xfrm>
            <a:custGeom>
              <a:avLst/>
              <a:gdLst/>
              <a:ahLst/>
              <a:cxnLst/>
              <a:rect l="l" t="t" r="r" b="b"/>
              <a:pathLst>
                <a:path w="1564" h="3084" extrusionOk="0">
                  <a:moveTo>
                    <a:pt x="17" y="1"/>
                  </a:moveTo>
                  <a:lnTo>
                    <a:pt x="0" y="17"/>
                  </a:lnTo>
                  <a:lnTo>
                    <a:pt x="17" y="33"/>
                  </a:lnTo>
                  <a:cubicBezTo>
                    <a:pt x="49" y="33"/>
                    <a:pt x="65" y="70"/>
                    <a:pt x="81" y="102"/>
                  </a:cubicBezTo>
                  <a:lnTo>
                    <a:pt x="101" y="118"/>
                  </a:lnTo>
                  <a:cubicBezTo>
                    <a:pt x="202" y="288"/>
                    <a:pt x="303" y="457"/>
                    <a:pt x="404" y="623"/>
                  </a:cubicBezTo>
                  <a:cubicBezTo>
                    <a:pt x="671" y="1096"/>
                    <a:pt x="974" y="1584"/>
                    <a:pt x="1261" y="2089"/>
                  </a:cubicBezTo>
                  <a:cubicBezTo>
                    <a:pt x="1277" y="2106"/>
                    <a:pt x="1277" y="2122"/>
                    <a:pt x="1293" y="2138"/>
                  </a:cubicBezTo>
                  <a:cubicBezTo>
                    <a:pt x="1330" y="2190"/>
                    <a:pt x="1378" y="2239"/>
                    <a:pt x="1362" y="2308"/>
                  </a:cubicBezTo>
                  <a:lnTo>
                    <a:pt x="1362" y="2526"/>
                  </a:lnTo>
                  <a:lnTo>
                    <a:pt x="1362" y="2679"/>
                  </a:lnTo>
                  <a:cubicBezTo>
                    <a:pt x="1346" y="2845"/>
                    <a:pt x="1414" y="2998"/>
                    <a:pt x="1548" y="3083"/>
                  </a:cubicBezTo>
                  <a:lnTo>
                    <a:pt x="1564" y="3083"/>
                  </a:lnTo>
                  <a:lnTo>
                    <a:pt x="1564" y="3063"/>
                  </a:lnTo>
                  <a:cubicBezTo>
                    <a:pt x="1431" y="2962"/>
                    <a:pt x="1362" y="2845"/>
                    <a:pt x="1378" y="2679"/>
                  </a:cubicBezTo>
                  <a:lnTo>
                    <a:pt x="1378" y="2509"/>
                  </a:lnTo>
                  <a:cubicBezTo>
                    <a:pt x="1378" y="2441"/>
                    <a:pt x="1378" y="2376"/>
                    <a:pt x="1394" y="2308"/>
                  </a:cubicBezTo>
                  <a:cubicBezTo>
                    <a:pt x="1394" y="2239"/>
                    <a:pt x="1362" y="2174"/>
                    <a:pt x="1313" y="2122"/>
                  </a:cubicBezTo>
                  <a:cubicBezTo>
                    <a:pt x="1313" y="2106"/>
                    <a:pt x="1293" y="2089"/>
                    <a:pt x="1277" y="2073"/>
                  </a:cubicBezTo>
                  <a:cubicBezTo>
                    <a:pt x="990" y="1584"/>
                    <a:pt x="707" y="1079"/>
                    <a:pt x="421" y="607"/>
                  </a:cubicBezTo>
                  <a:cubicBezTo>
                    <a:pt x="320" y="437"/>
                    <a:pt x="219" y="272"/>
                    <a:pt x="118" y="102"/>
                  </a:cubicBezTo>
                  <a:lnTo>
                    <a:pt x="118" y="86"/>
                  </a:lnTo>
                  <a:cubicBezTo>
                    <a:pt x="101" y="53"/>
                    <a:pt x="65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1517019" y="3329867"/>
              <a:ext cx="200736" cy="302643"/>
            </a:xfrm>
            <a:custGeom>
              <a:avLst/>
              <a:gdLst/>
              <a:ahLst/>
              <a:cxnLst/>
              <a:rect l="l" t="t" r="r" b="b"/>
              <a:pathLst>
                <a:path w="2021" h="3047" extrusionOk="0">
                  <a:moveTo>
                    <a:pt x="1" y="1"/>
                  </a:moveTo>
                  <a:lnTo>
                    <a:pt x="1" y="17"/>
                  </a:lnTo>
                  <a:cubicBezTo>
                    <a:pt x="81" y="102"/>
                    <a:pt x="166" y="170"/>
                    <a:pt x="235" y="255"/>
                  </a:cubicBezTo>
                  <a:cubicBezTo>
                    <a:pt x="405" y="421"/>
                    <a:pt x="586" y="590"/>
                    <a:pt x="772" y="760"/>
                  </a:cubicBezTo>
                  <a:cubicBezTo>
                    <a:pt x="942" y="910"/>
                    <a:pt x="1112" y="1079"/>
                    <a:pt x="1261" y="1229"/>
                  </a:cubicBezTo>
                  <a:cubicBezTo>
                    <a:pt x="1431" y="1382"/>
                    <a:pt x="1580" y="1548"/>
                    <a:pt x="1750" y="1701"/>
                  </a:cubicBezTo>
                  <a:cubicBezTo>
                    <a:pt x="1766" y="1701"/>
                    <a:pt x="1766" y="1718"/>
                    <a:pt x="1782" y="1718"/>
                  </a:cubicBezTo>
                  <a:cubicBezTo>
                    <a:pt x="1798" y="1734"/>
                    <a:pt x="1818" y="1770"/>
                    <a:pt x="1835" y="1770"/>
                  </a:cubicBezTo>
                  <a:cubicBezTo>
                    <a:pt x="1968" y="1851"/>
                    <a:pt x="1984" y="1952"/>
                    <a:pt x="1984" y="2121"/>
                  </a:cubicBezTo>
                  <a:cubicBezTo>
                    <a:pt x="1968" y="2239"/>
                    <a:pt x="1968" y="2356"/>
                    <a:pt x="1968" y="2493"/>
                  </a:cubicBezTo>
                  <a:cubicBezTo>
                    <a:pt x="1968" y="2643"/>
                    <a:pt x="1984" y="2796"/>
                    <a:pt x="1968" y="2946"/>
                  </a:cubicBezTo>
                  <a:cubicBezTo>
                    <a:pt x="1968" y="2982"/>
                    <a:pt x="1968" y="2998"/>
                    <a:pt x="1984" y="3014"/>
                  </a:cubicBezTo>
                  <a:lnTo>
                    <a:pt x="1984" y="3030"/>
                  </a:lnTo>
                  <a:lnTo>
                    <a:pt x="2000" y="3047"/>
                  </a:lnTo>
                  <a:cubicBezTo>
                    <a:pt x="2020" y="3047"/>
                    <a:pt x="2020" y="3030"/>
                    <a:pt x="2020" y="3030"/>
                  </a:cubicBezTo>
                  <a:cubicBezTo>
                    <a:pt x="2020" y="3014"/>
                    <a:pt x="2000" y="3014"/>
                    <a:pt x="2000" y="2998"/>
                  </a:cubicBezTo>
                  <a:cubicBezTo>
                    <a:pt x="2000" y="2982"/>
                    <a:pt x="1984" y="2962"/>
                    <a:pt x="1984" y="2946"/>
                  </a:cubicBezTo>
                  <a:cubicBezTo>
                    <a:pt x="2000" y="2796"/>
                    <a:pt x="2000" y="2643"/>
                    <a:pt x="2000" y="2493"/>
                  </a:cubicBezTo>
                  <a:lnTo>
                    <a:pt x="2000" y="2121"/>
                  </a:lnTo>
                  <a:cubicBezTo>
                    <a:pt x="2020" y="1988"/>
                    <a:pt x="2000" y="1835"/>
                    <a:pt x="1851" y="1750"/>
                  </a:cubicBezTo>
                  <a:cubicBezTo>
                    <a:pt x="1835" y="1734"/>
                    <a:pt x="1818" y="1718"/>
                    <a:pt x="1798" y="1701"/>
                  </a:cubicBezTo>
                  <a:cubicBezTo>
                    <a:pt x="1782" y="1701"/>
                    <a:pt x="1782" y="1685"/>
                    <a:pt x="1766" y="1669"/>
                  </a:cubicBezTo>
                  <a:cubicBezTo>
                    <a:pt x="1596" y="1532"/>
                    <a:pt x="1447" y="1366"/>
                    <a:pt x="1293" y="1213"/>
                  </a:cubicBezTo>
                  <a:cubicBezTo>
                    <a:pt x="1128" y="1063"/>
                    <a:pt x="958" y="893"/>
                    <a:pt x="788" y="740"/>
                  </a:cubicBezTo>
                  <a:cubicBezTo>
                    <a:pt x="607" y="574"/>
                    <a:pt x="421" y="405"/>
                    <a:pt x="251" y="235"/>
                  </a:cubicBezTo>
                  <a:cubicBezTo>
                    <a:pt x="182" y="154"/>
                    <a:pt x="102" y="69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1376573" y="3620790"/>
              <a:ext cx="4966" cy="113628"/>
            </a:xfrm>
            <a:custGeom>
              <a:avLst/>
              <a:gdLst/>
              <a:ahLst/>
              <a:cxnLst/>
              <a:rect l="l" t="t" r="r" b="b"/>
              <a:pathLst>
                <a:path w="50" h="1144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01"/>
                    <a:pt x="17" y="186"/>
                    <a:pt x="17" y="271"/>
                  </a:cubicBezTo>
                  <a:lnTo>
                    <a:pt x="17" y="388"/>
                  </a:lnTo>
                  <a:lnTo>
                    <a:pt x="17" y="909"/>
                  </a:lnTo>
                  <a:lnTo>
                    <a:pt x="17" y="1127"/>
                  </a:lnTo>
                  <a:cubicBezTo>
                    <a:pt x="17" y="1144"/>
                    <a:pt x="17" y="1144"/>
                    <a:pt x="33" y="1144"/>
                  </a:cubicBezTo>
                  <a:lnTo>
                    <a:pt x="33" y="1127"/>
                  </a:lnTo>
                  <a:lnTo>
                    <a:pt x="33" y="909"/>
                  </a:lnTo>
                  <a:lnTo>
                    <a:pt x="33" y="388"/>
                  </a:lnTo>
                  <a:lnTo>
                    <a:pt x="33" y="271"/>
                  </a:lnTo>
                  <a:cubicBezTo>
                    <a:pt x="49" y="186"/>
                    <a:pt x="49" y="101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1923059" y="2102905"/>
              <a:ext cx="140545" cy="327475"/>
            </a:xfrm>
            <a:custGeom>
              <a:avLst/>
              <a:gdLst/>
              <a:ahLst/>
              <a:cxnLst/>
              <a:rect l="l" t="t" r="r" b="b"/>
              <a:pathLst>
                <a:path w="1415" h="3297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101"/>
                    <a:pt x="33" y="202"/>
                    <a:pt x="17" y="303"/>
                  </a:cubicBezTo>
                  <a:lnTo>
                    <a:pt x="17" y="469"/>
                  </a:lnTo>
                  <a:lnTo>
                    <a:pt x="17" y="489"/>
                  </a:lnTo>
                  <a:cubicBezTo>
                    <a:pt x="33" y="538"/>
                    <a:pt x="33" y="570"/>
                    <a:pt x="69" y="622"/>
                  </a:cubicBezTo>
                  <a:cubicBezTo>
                    <a:pt x="187" y="740"/>
                    <a:pt x="255" y="873"/>
                    <a:pt x="320" y="1010"/>
                  </a:cubicBezTo>
                  <a:cubicBezTo>
                    <a:pt x="356" y="1059"/>
                    <a:pt x="389" y="1127"/>
                    <a:pt x="421" y="1176"/>
                  </a:cubicBezTo>
                  <a:cubicBezTo>
                    <a:pt x="538" y="1378"/>
                    <a:pt x="659" y="1564"/>
                    <a:pt x="760" y="1750"/>
                  </a:cubicBezTo>
                  <a:cubicBezTo>
                    <a:pt x="894" y="2004"/>
                    <a:pt x="1043" y="2238"/>
                    <a:pt x="1197" y="2473"/>
                  </a:cubicBezTo>
                  <a:cubicBezTo>
                    <a:pt x="1281" y="2626"/>
                    <a:pt x="1265" y="2776"/>
                    <a:pt x="1245" y="2913"/>
                  </a:cubicBezTo>
                  <a:cubicBezTo>
                    <a:pt x="1213" y="3095"/>
                    <a:pt x="1298" y="3196"/>
                    <a:pt x="1399" y="3297"/>
                  </a:cubicBezTo>
                  <a:lnTo>
                    <a:pt x="1415" y="3297"/>
                  </a:lnTo>
                  <a:lnTo>
                    <a:pt x="1415" y="3264"/>
                  </a:lnTo>
                  <a:cubicBezTo>
                    <a:pt x="1298" y="3163"/>
                    <a:pt x="1245" y="3079"/>
                    <a:pt x="1265" y="2913"/>
                  </a:cubicBezTo>
                  <a:cubicBezTo>
                    <a:pt x="1298" y="2776"/>
                    <a:pt x="1314" y="2626"/>
                    <a:pt x="1213" y="2456"/>
                  </a:cubicBezTo>
                  <a:cubicBezTo>
                    <a:pt x="1063" y="2222"/>
                    <a:pt x="926" y="1984"/>
                    <a:pt x="793" y="1750"/>
                  </a:cubicBezTo>
                  <a:cubicBezTo>
                    <a:pt x="675" y="1548"/>
                    <a:pt x="558" y="1362"/>
                    <a:pt x="457" y="1160"/>
                  </a:cubicBezTo>
                  <a:cubicBezTo>
                    <a:pt x="421" y="1111"/>
                    <a:pt x="389" y="1043"/>
                    <a:pt x="356" y="994"/>
                  </a:cubicBezTo>
                  <a:cubicBezTo>
                    <a:pt x="271" y="857"/>
                    <a:pt x="203" y="723"/>
                    <a:pt x="102" y="606"/>
                  </a:cubicBezTo>
                  <a:cubicBezTo>
                    <a:pt x="53" y="554"/>
                    <a:pt x="53" y="521"/>
                    <a:pt x="53" y="489"/>
                  </a:cubicBezTo>
                  <a:lnTo>
                    <a:pt x="53" y="469"/>
                  </a:lnTo>
                  <a:cubicBezTo>
                    <a:pt x="33" y="420"/>
                    <a:pt x="53" y="352"/>
                    <a:pt x="53" y="303"/>
                  </a:cubicBezTo>
                  <a:cubicBezTo>
                    <a:pt x="53" y="202"/>
                    <a:pt x="69" y="101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791152" y="2813476"/>
              <a:ext cx="5364" cy="78367"/>
            </a:xfrm>
            <a:custGeom>
              <a:avLst/>
              <a:gdLst/>
              <a:ahLst/>
              <a:cxnLst/>
              <a:rect l="l" t="t" r="r" b="b"/>
              <a:pathLst>
                <a:path w="54" h="789" extrusionOk="0">
                  <a:moveTo>
                    <a:pt x="1" y="1"/>
                  </a:moveTo>
                  <a:cubicBezTo>
                    <a:pt x="17" y="166"/>
                    <a:pt x="17" y="336"/>
                    <a:pt x="17" y="485"/>
                  </a:cubicBezTo>
                  <a:lnTo>
                    <a:pt x="17" y="772"/>
                  </a:lnTo>
                  <a:cubicBezTo>
                    <a:pt x="17" y="788"/>
                    <a:pt x="17" y="788"/>
                    <a:pt x="37" y="788"/>
                  </a:cubicBezTo>
                  <a:lnTo>
                    <a:pt x="37" y="772"/>
                  </a:lnTo>
                  <a:lnTo>
                    <a:pt x="37" y="485"/>
                  </a:lnTo>
                  <a:cubicBezTo>
                    <a:pt x="53" y="320"/>
                    <a:pt x="53" y="166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500328" y="3485608"/>
              <a:ext cx="140545" cy="68236"/>
            </a:xfrm>
            <a:custGeom>
              <a:avLst/>
              <a:gdLst/>
              <a:ahLst/>
              <a:cxnLst/>
              <a:rect l="l" t="t" r="r" b="b"/>
              <a:pathLst>
                <a:path w="1415" h="687" extrusionOk="0">
                  <a:moveTo>
                    <a:pt x="1329" y="0"/>
                  </a:moveTo>
                  <a:lnTo>
                    <a:pt x="1111" y="81"/>
                  </a:lnTo>
                  <a:cubicBezTo>
                    <a:pt x="877" y="150"/>
                    <a:pt x="622" y="234"/>
                    <a:pt x="388" y="319"/>
                  </a:cubicBezTo>
                  <a:cubicBezTo>
                    <a:pt x="372" y="335"/>
                    <a:pt x="356" y="335"/>
                    <a:pt x="319" y="335"/>
                  </a:cubicBezTo>
                  <a:lnTo>
                    <a:pt x="271" y="335"/>
                  </a:lnTo>
                  <a:lnTo>
                    <a:pt x="271" y="352"/>
                  </a:lnTo>
                  <a:lnTo>
                    <a:pt x="388" y="352"/>
                  </a:lnTo>
                  <a:cubicBezTo>
                    <a:pt x="642" y="267"/>
                    <a:pt x="877" y="182"/>
                    <a:pt x="1111" y="101"/>
                  </a:cubicBezTo>
                  <a:lnTo>
                    <a:pt x="1329" y="32"/>
                  </a:lnTo>
                  <a:cubicBezTo>
                    <a:pt x="1382" y="117"/>
                    <a:pt x="1382" y="117"/>
                    <a:pt x="1349" y="218"/>
                  </a:cubicBezTo>
                  <a:cubicBezTo>
                    <a:pt x="1095" y="283"/>
                    <a:pt x="844" y="368"/>
                    <a:pt x="606" y="452"/>
                  </a:cubicBezTo>
                  <a:cubicBezTo>
                    <a:pt x="404" y="521"/>
                    <a:pt x="202" y="606"/>
                    <a:pt x="0" y="654"/>
                  </a:cubicBezTo>
                  <a:lnTo>
                    <a:pt x="0" y="671"/>
                  </a:lnTo>
                  <a:lnTo>
                    <a:pt x="16" y="687"/>
                  </a:lnTo>
                  <a:cubicBezTo>
                    <a:pt x="218" y="622"/>
                    <a:pt x="420" y="553"/>
                    <a:pt x="622" y="485"/>
                  </a:cubicBezTo>
                  <a:cubicBezTo>
                    <a:pt x="861" y="404"/>
                    <a:pt x="1111" y="319"/>
                    <a:pt x="1366" y="251"/>
                  </a:cubicBezTo>
                  <a:lnTo>
                    <a:pt x="1382" y="234"/>
                  </a:lnTo>
                  <a:cubicBezTo>
                    <a:pt x="1414" y="101"/>
                    <a:pt x="1414" y="101"/>
                    <a:pt x="1349" y="16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670770" y="2137768"/>
              <a:ext cx="147398" cy="172230"/>
            </a:xfrm>
            <a:custGeom>
              <a:avLst/>
              <a:gdLst/>
              <a:ahLst/>
              <a:cxnLst/>
              <a:rect l="l" t="t" r="r" b="b"/>
              <a:pathLst>
                <a:path w="1484" h="1734" extrusionOk="0">
                  <a:moveTo>
                    <a:pt x="1451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51" y="187"/>
                    <a:pt x="1451" y="356"/>
                    <a:pt x="1451" y="506"/>
                  </a:cubicBezTo>
                  <a:cubicBezTo>
                    <a:pt x="1451" y="607"/>
                    <a:pt x="1431" y="708"/>
                    <a:pt x="1451" y="809"/>
                  </a:cubicBezTo>
                  <a:lnTo>
                    <a:pt x="1451" y="845"/>
                  </a:lnTo>
                  <a:cubicBezTo>
                    <a:pt x="1451" y="894"/>
                    <a:pt x="1451" y="926"/>
                    <a:pt x="1467" y="978"/>
                  </a:cubicBezTo>
                  <a:lnTo>
                    <a:pt x="17" y="1701"/>
                  </a:lnTo>
                  <a:cubicBezTo>
                    <a:pt x="17" y="1701"/>
                    <a:pt x="1" y="1718"/>
                    <a:pt x="17" y="1718"/>
                  </a:cubicBezTo>
                  <a:lnTo>
                    <a:pt x="17" y="1734"/>
                  </a:lnTo>
                  <a:lnTo>
                    <a:pt x="37" y="1718"/>
                  </a:lnTo>
                  <a:lnTo>
                    <a:pt x="1484" y="995"/>
                  </a:lnTo>
                  <a:lnTo>
                    <a:pt x="1484" y="978"/>
                  </a:lnTo>
                  <a:cubicBezTo>
                    <a:pt x="1467" y="926"/>
                    <a:pt x="1467" y="894"/>
                    <a:pt x="1467" y="845"/>
                  </a:cubicBezTo>
                  <a:lnTo>
                    <a:pt x="1467" y="809"/>
                  </a:lnTo>
                  <a:lnTo>
                    <a:pt x="1467" y="506"/>
                  </a:lnTo>
                  <a:cubicBezTo>
                    <a:pt x="1467" y="356"/>
                    <a:pt x="1484" y="187"/>
                    <a:pt x="1451" y="17"/>
                  </a:cubicBezTo>
                  <a:lnTo>
                    <a:pt x="14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889881" y="1922332"/>
              <a:ext cx="5364" cy="86810"/>
            </a:xfrm>
            <a:custGeom>
              <a:avLst/>
              <a:gdLst/>
              <a:ahLst/>
              <a:cxnLst/>
              <a:rect l="l" t="t" r="r" b="b"/>
              <a:pathLst>
                <a:path w="54" h="874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3" y="150"/>
                    <a:pt x="17" y="287"/>
                    <a:pt x="17" y="421"/>
                  </a:cubicBezTo>
                  <a:lnTo>
                    <a:pt x="17" y="655"/>
                  </a:lnTo>
                  <a:lnTo>
                    <a:pt x="17" y="792"/>
                  </a:lnTo>
                  <a:lnTo>
                    <a:pt x="17" y="857"/>
                  </a:lnTo>
                  <a:lnTo>
                    <a:pt x="33" y="873"/>
                  </a:lnTo>
                  <a:lnTo>
                    <a:pt x="53" y="857"/>
                  </a:lnTo>
                  <a:lnTo>
                    <a:pt x="53" y="792"/>
                  </a:lnTo>
                  <a:lnTo>
                    <a:pt x="53" y="655"/>
                  </a:lnTo>
                  <a:lnTo>
                    <a:pt x="53" y="421"/>
                  </a:lnTo>
                  <a:cubicBezTo>
                    <a:pt x="53" y="287"/>
                    <a:pt x="53" y="134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081979" y="3592283"/>
              <a:ext cx="102007" cy="110449"/>
            </a:xfrm>
            <a:custGeom>
              <a:avLst/>
              <a:gdLst/>
              <a:ahLst/>
              <a:cxnLst/>
              <a:rect l="l" t="t" r="r" b="b"/>
              <a:pathLst>
                <a:path w="1027" h="111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85"/>
                    <a:pt x="69" y="138"/>
                    <a:pt x="101" y="186"/>
                  </a:cubicBezTo>
                  <a:lnTo>
                    <a:pt x="118" y="203"/>
                  </a:lnTo>
                  <a:cubicBezTo>
                    <a:pt x="235" y="320"/>
                    <a:pt x="336" y="441"/>
                    <a:pt x="453" y="558"/>
                  </a:cubicBezTo>
                  <a:cubicBezTo>
                    <a:pt x="590" y="708"/>
                    <a:pt x="740" y="861"/>
                    <a:pt x="877" y="1011"/>
                  </a:cubicBezTo>
                  <a:lnTo>
                    <a:pt x="893" y="1027"/>
                  </a:lnTo>
                  <a:cubicBezTo>
                    <a:pt x="926" y="1063"/>
                    <a:pt x="958" y="1112"/>
                    <a:pt x="1010" y="1112"/>
                  </a:cubicBezTo>
                  <a:cubicBezTo>
                    <a:pt x="1027" y="1112"/>
                    <a:pt x="1027" y="1095"/>
                    <a:pt x="1027" y="1095"/>
                  </a:cubicBezTo>
                  <a:cubicBezTo>
                    <a:pt x="1027" y="1095"/>
                    <a:pt x="1027" y="1079"/>
                    <a:pt x="1010" y="1079"/>
                  </a:cubicBezTo>
                  <a:cubicBezTo>
                    <a:pt x="978" y="1079"/>
                    <a:pt x="942" y="1047"/>
                    <a:pt x="909" y="1011"/>
                  </a:cubicBezTo>
                  <a:lnTo>
                    <a:pt x="893" y="994"/>
                  </a:lnTo>
                  <a:cubicBezTo>
                    <a:pt x="756" y="845"/>
                    <a:pt x="606" y="691"/>
                    <a:pt x="473" y="542"/>
                  </a:cubicBezTo>
                  <a:cubicBezTo>
                    <a:pt x="352" y="421"/>
                    <a:pt x="251" y="304"/>
                    <a:pt x="134" y="186"/>
                  </a:cubicBezTo>
                  <a:lnTo>
                    <a:pt x="118" y="170"/>
                  </a:lnTo>
                  <a:cubicBezTo>
                    <a:pt x="85" y="118"/>
                    <a:pt x="33" y="85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1384619" y="1651473"/>
              <a:ext cx="5364" cy="38637"/>
            </a:xfrm>
            <a:custGeom>
              <a:avLst/>
              <a:gdLst/>
              <a:ahLst/>
              <a:cxnLst/>
              <a:rect l="l" t="t" r="r" b="b"/>
              <a:pathLst>
                <a:path w="54" h="389" extrusionOk="0">
                  <a:moveTo>
                    <a:pt x="21" y="1"/>
                  </a:moveTo>
                  <a:cubicBezTo>
                    <a:pt x="21" y="1"/>
                    <a:pt x="1" y="17"/>
                    <a:pt x="21" y="17"/>
                  </a:cubicBezTo>
                  <a:cubicBezTo>
                    <a:pt x="37" y="150"/>
                    <a:pt x="37" y="267"/>
                    <a:pt x="21" y="368"/>
                  </a:cubicBezTo>
                  <a:cubicBezTo>
                    <a:pt x="1" y="368"/>
                    <a:pt x="21" y="389"/>
                    <a:pt x="21" y="389"/>
                  </a:cubicBezTo>
                  <a:cubicBezTo>
                    <a:pt x="37" y="389"/>
                    <a:pt x="37" y="368"/>
                    <a:pt x="37" y="368"/>
                  </a:cubicBezTo>
                  <a:cubicBezTo>
                    <a:pt x="53" y="267"/>
                    <a:pt x="53" y="150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1409946" y="1994144"/>
              <a:ext cx="8443" cy="172230"/>
            </a:xfrm>
            <a:custGeom>
              <a:avLst/>
              <a:gdLst/>
              <a:ahLst/>
              <a:cxnLst/>
              <a:rect l="l" t="t" r="r" b="b"/>
              <a:pathLst>
                <a:path w="85" h="1734" extrusionOk="0">
                  <a:moveTo>
                    <a:pt x="32" y="1"/>
                  </a:moveTo>
                  <a:lnTo>
                    <a:pt x="32" y="17"/>
                  </a:lnTo>
                  <a:cubicBezTo>
                    <a:pt x="49" y="85"/>
                    <a:pt x="32" y="150"/>
                    <a:pt x="32" y="219"/>
                  </a:cubicBezTo>
                  <a:cubicBezTo>
                    <a:pt x="16" y="251"/>
                    <a:pt x="16" y="304"/>
                    <a:pt x="16" y="336"/>
                  </a:cubicBezTo>
                  <a:lnTo>
                    <a:pt x="16" y="538"/>
                  </a:lnTo>
                  <a:cubicBezTo>
                    <a:pt x="0" y="724"/>
                    <a:pt x="0" y="926"/>
                    <a:pt x="16" y="1128"/>
                  </a:cubicBezTo>
                  <a:cubicBezTo>
                    <a:pt x="32" y="1212"/>
                    <a:pt x="32" y="1297"/>
                    <a:pt x="32" y="1382"/>
                  </a:cubicBezTo>
                  <a:cubicBezTo>
                    <a:pt x="32" y="1499"/>
                    <a:pt x="32" y="1600"/>
                    <a:pt x="49" y="1717"/>
                  </a:cubicBezTo>
                  <a:lnTo>
                    <a:pt x="69" y="1734"/>
                  </a:lnTo>
                  <a:cubicBezTo>
                    <a:pt x="85" y="1734"/>
                    <a:pt x="85" y="1717"/>
                    <a:pt x="85" y="1717"/>
                  </a:cubicBezTo>
                  <a:cubicBezTo>
                    <a:pt x="49" y="1600"/>
                    <a:pt x="49" y="1483"/>
                    <a:pt x="49" y="1382"/>
                  </a:cubicBezTo>
                  <a:lnTo>
                    <a:pt x="49" y="1111"/>
                  </a:lnTo>
                  <a:cubicBezTo>
                    <a:pt x="16" y="926"/>
                    <a:pt x="32" y="724"/>
                    <a:pt x="32" y="538"/>
                  </a:cubicBezTo>
                  <a:lnTo>
                    <a:pt x="32" y="336"/>
                  </a:lnTo>
                  <a:cubicBezTo>
                    <a:pt x="32" y="304"/>
                    <a:pt x="49" y="271"/>
                    <a:pt x="49" y="219"/>
                  </a:cubicBezTo>
                  <a:cubicBezTo>
                    <a:pt x="69" y="150"/>
                    <a:pt x="85" y="85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2081979" y="2430280"/>
              <a:ext cx="100418" cy="195968"/>
            </a:xfrm>
            <a:custGeom>
              <a:avLst/>
              <a:gdLst/>
              <a:ahLst/>
              <a:cxnLst/>
              <a:rect l="l" t="t" r="r" b="b"/>
              <a:pathLst>
                <a:path w="1011" h="1973" extrusionOk="0">
                  <a:moveTo>
                    <a:pt x="49" y="1"/>
                  </a:moveTo>
                  <a:cubicBezTo>
                    <a:pt x="33" y="1"/>
                    <a:pt x="33" y="1"/>
                    <a:pt x="33" y="21"/>
                  </a:cubicBezTo>
                  <a:cubicBezTo>
                    <a:pt x="1" y="203"/>
                    <a:pt x="1" y="425"/>
                    <a:pt x="134" y="643"/>
                  </a:cubicBezTo>
                  <a:cubicBezTo>
                    <a:pt x="303" y="910"/>
                    <a:pt x="473" y="1180"/>
                    <a:pt x="623" y="1451"/>
                  </a:cubicBezTo>
                  <a:cubicBezTo>
                    <a:pt x="707" y="1584"/>
                    <a:pt x="792" y="1738"/>
                    <a:pt x="877" y="1871"/>
                  </a:cubicBezTo>
                  <a:cubicBezTo>
                    <a:pt x="893" y="1871"/>
                    <a:pt x="893" y="1887"/>
                    <a:pt x="893" y="1903"/>
                  </a:cubicBezTo>
                  <a:cubicBezTo>
                    <a:pt x="909" y="1920"/>
                    <a:pt x="926" y="1972"/>
                    <a:pt x="994" y="1972"/>
                  </a:cubicBezTo>
                  <a:cubicBezTo>
                    <a:pt x="994" y="1972"/>
                    <a:pt x="1010" y="1972"/>
                    <a:pt x="1010" y="1956"/>
                  </a:cubicBezTo>
                  <a:lnTo>
                    <a:pt x="994" y="1940"/>
                  </a:lnTo>
                  <a:cubicBezTo>
                    <a:pt x="942" y="1940"/>
                    <a:pt x="942" y="1920"/>
                    <a:pt x="926" y="1887"/>
                  </a:cubicBezTo>
                  <a:cubicBezTo>
                    <a:pt x="909" y="1871"/>
                    <a:pt x="909" y="1871"/>
                    <a:pt x="909" y="1855"/>
                  </a:cubicBezTo>
                  <a:cubicBezTo>
                    <a:pt x="825" y="1718"/>
                    <a:pt x="740" y="1568"/>
                    <a:pt x="655" y="1435"/>
                  </a:cubicBezTo>
                  <a:cubicBezTo>
                    <a:pt x="489" y="1164"/>
                    <a:pt x="320" y="893"/>
                    <a:pt x="150" y="627"/>
                  </a:cubicBezTo>
                  <a:cubicBezTo>
                    <a:pt x="49" y="457"/>
                    <a:pt x="17" y="271"/>
                    <a:pt x="49" y="21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1745764" y="2492458"/>
              <a:ext cx="155742" cy="284169"/>
            </a:xfrm>
            <a:custGeom>
              <a:avLst/>
              <a:gdLst/>
              <a:ahLst/>
              <a:cxnLst/>
              <a:rect l="l" t="t" r="r" b="b"/>
              <a:pathLst>
                <a:path w="1568" h="2861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49"/>
                    <a:pt x="101" y="102"/>
                    <a:pt x="154" y="166"/>
                  </a:cubicBezTo>
                  <a:cubicBezTo>
                    <a:pt x="154" y="183"/>
                    <a:pt x="170" y="219"/>
                    <a:pt x="186" y="235"/>
                  </a:cubicBezTo>
                  <a:cubicBezTo>
                    <a:pt x="441" y="587"/>
                    <a:pt x="707" y="958"/>
                    <a:pt x="962" y="1314"/>
                  </a:cubicBezTo>
                  <a:lnTo>
                    <a:pt x="1164" y="1617"/>
                  </a:lnTo>
                  <a:cubicBezTo>
                    <a:pt x="1180" y="1633"/>
                    <a:pt x="1196" y="1649"/>
                    <a:pt x="1196" y="1665"/>
                  </a:cubicBezTo>
                  <a:cubicBezTo>
                    <a:pt x="1232" y="1734"/>
                    <a:pt x="1281" y="1782"/>
                    <a:pt x="1313" y="1835"/>
                  </a:cubicBezTo>
                  <a:cubicBezTo>
                    <a:pt x="1382" y="1900"/>
                    <a:pt x="1414" y="1984"/>
                    <a:pt x="1398" y="2085"/>
                  </a:cubicBezTo>
                  <a:lnTo>
                    <a:pt x="1398" y="2287"/>
                  </a:lnTo>
                  <a:cubicBezTo>
                    <a:pt x="1398" y="2388"/>
                    <a:pt x="1414" y="2489"/>
                    <a:pt x="1366" y="2590"/>
                  </a:cubicBezTo>
                  <a:cubicBezTo>
                    <a:pt x="1366" y="2627"/>
                    <a:pt x="1398" y="2691"/>
                    <a:pt x="1414" y="2728"/>
                  </a:cubicBezTo>
                  <a:cubicBezTo>
                    <a:pt x="1451" y="2760"/>
                    <a:pt x="1467" y="2792"/>
                    <a:pt x="1499" y="2829"/>
                  </a:cubicBezTo>
                  <a:cubicBezTo>
                    <a:pt x="1515" y="2829"/>
                    <a:pt x="1535" y="2845"/>
                    <a:pt x="1535" y="2861"/>
                  </a:cubicBezTo>
                  <a:lnTo>
                    <a:pt x="1568" y="2861"/>
                  </a:lnTo>
                  <a:lnTo>
                    <a:pt x="1568" y="2845"/>
                  </a:lnTo>
                  <a:cubicBezTo>
                    <a:pt x="1551" y="2829"/>
                    <a:pt x="1535" y="2808"/>
                    <a:pt x="1515" y="2792"/>
                  </a:cubicBezTo>
                  <a:cubicBezTo>
                    <a:pt x="1499" y="2776"/>
                    <a:pt x="1467" y="2744"/>
                    <a:pt x="1451" y="2707"/>
                  </a:cubicBezTo>
                  <a:cubicBezTo>
                    <a:pt x="1398" y="2659"/>
                    <a:pt x="1382" y="2627"/>
                    <a:pt x="1398" y="2590"/>
                  </a:cubicBezTo>
                  <a:cubicBezTo>
                    <a:pt x="1434" y="2489"/>
                    <a:pt x="1434" y="2388"/>
                    <a:pt x="1434" y="2287"/>
                  </a:cubicBezTo>
                  <a:cubicBezTo>
                    <a:pt x="1414" y="2223"/>
                    <a:pt x="1414" y="2154"/>
                    <a:pt x="1434" y="2085"/>
                  </a:cubicBezTo>
                  <a:cubicBezTo>
                    <a:pt x="1451" y="1984"/>
                    <a:pt x="1414" y="1883"/>
                    <a:pt x="1350" y="1819"/>
                  </a:cubicBezTo>
                  <a:cubicBezTo>
                    <a:pt x="1297" y="1766"/>
                    <a:pt x="1265" y="1718"/>
                    <a:pt x="1232" y="1665"/>
                  </a:cubicBezTo>
                  <a:cubicBezTo>
                    <a:pt x="1212" y="1633"/>
                    <a:pt x="1196" y="1617"/>
                    <a:pt x="1180" y="1597"/>
                  </a:cubicBezTo>
                  <a:lnTo>
                    <a:pt x="978" y="1314"/>
                  </a:lnTo>
                  <a:cubicBezTo>
                    <a:pt x="727" y="942"/>
                    <a:pt x="473" y="570"/>
                    <a:pt x="202" y="219"/>
                  </a:cubicBezTo>
                  <a:cubicBezTo>
                    <a:pt x="186" y="203"/>
                    <a:pt x="186" y="166"/>
                    <a:pt x="170" y="150"/>
                  </a:cubicBezTo>
                  <a:cubicBezTo>
                    <a:pt x="138" y="82"/>
                    <a:pt x="101" y="17"/>
                    <a:pt x="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1341313" y="1487388"/>
              <a:ext cx="6853" cy="105582"/>
            </a:xfrm>
            <a:custGeom>
              <a:avLst/>
              <a:gdLst/>
              <a:ahLst/>
              <a:cxnLst/>
              <a:rect l="l" t="t" r="r" b="b"/>
              <a:pathLst>
                <a:path w="69" h="1063" extrusionOk="0">
                  <a:moveTo>
                    <a:pt x="0" y="0"/>
                  </a:moveTo>
                  <a:cubicBezTo>
                    <a:pt x="16" y="154"/>
                    <a:pt x="16" y="324"/>
                    <a:pt x="16" y="473"/>
                  </a:cubicBezTo>
                  <a:lnTo>
                    <a:pt x="16" y="776"/>
                  </a:lnTo>
                  <a:lnTo>
                    <a:pt x="16" y="861"/>
                  </a:lnTo>
                  <a:cubicBezTo>
                    <a:pt x="16" y="930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7"/>
                  </a:lnTo>
                  <a:cubicBezTo>
                    <a:pt x="33" y="978"/>
                    <a:pt x="33" y="930"/>
                    <a:pt x="33" y="861"/>
                  </a:cubicBezTo>
                  <a:cubicBezTo>
                    <a:pt x="33" y="829"/>
                    <a:pt x="53" y="808"/>
                    <a:pt x="53" y="776"/>
                  </a:cubicBezTo>
                  <a:cubicBezTo>
                    <a:pt x="33" y="675"/>
                    <a:pt x="33" y="574"/>
                    <a:pt x="33" y="473"/>
                  </a:cubicBezTo>
                  <a:cubicBezTo>
                    <a:pt x="53" y="324"/>
                    <a:pt x="53" y="154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1284300" y="3647707"/>
              <a:ext cx="5364" cy="86711"/>
            </a:xfrm>
            <a:custGeom>
              <a:avLst/>
              <a:gdLst/>
              <a:ahLst/>
              <a:cxnLst/>
              <a:rect l="l" t="t" r="r" b="b"/>
              <a:pathLst>
                <a:path w="54" h="873" extrusionOk="0">
                  <a:moveTo>
                    <a:pt x="21" y="0"/>
                  </a:moveTo>
                  <a:cubicBezTo>
                    <a:pt x="21" y="0"/>
                    <a:pt x="1" y="0"/>
                    <a:pt x="1" y="16"/>
                  </a:cubicBezTo>
                  <a:cubicBezTo>
                    <a:pt x="37" y="150"/>
                    <a:pt x="21" y="287"/>
                    <a:pt x="21" y="420"/>
                  </a:cubicBezTo>
                  <a:lnTo>
                    <a:pt x="21" y="655"/>
                  </a:lnTo>
                  <a:lnTo>
                    <a:pt x="21" y="792"/>
                  </a:lnTo>
                  <a:lnTo>
                    <a:pt x="21" y="856"/>
                  </a:lnTo>
                  <a:cubicBezTo>
                    <a:pt x="21" y="873"/>
                    <a:pt x="37" y="873"/>
                    <a:pt x="37" y="873"/>
                  </a:cubicBezTo>
                  <a:cubicBezTo>
                    <a:pt x="37" y="873"/>
                    <a:pt x="53" y="873"/>
                    <a:pt x="53" y="856"/>
                  </a:cubicBezTo>
                  <a:lnTo>
                    <a:pt x="53" y="792"/>
                  </a:lnTo>
                  <a:lnTo>
                    <a:pt x="53" y="655"/>
                  </a:lnTo>
                  <a:lnTo>
                    <a:pt x="53" y="420"/>
                  </a:lnTo>
                  <a:cubicBezTo>
                    <a:pt x="53" y="287"/>
                    <a:pt x="53" y="150"/>
                    <a:pt x="37" y="16"/>
                  </a:cubicBez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687655" y="2306720"/>
              <a:ext cx="127335" cy="145710"/>
            </a:xfrm>
            <a:custGeom>
              <a:avLst/>
              <a:gdLst/>
              <a:ahLst/>
              <a:cxnLst/>
              <a:rect l="l" t="t" r="r" b="b"/>
              <a:pathLst>
                <a:path w="1282" h="1467" extrusionOk="0">
                  <a:moveTo>
                    <a:pt x="1261" y="0"/>
                  </a:moveTo>
                  <a:cubicBezTo>
                    <a:pt x="1180" y="17"/>
                    <a:pt x="1112" y="53"/>
                    <a:pt x="1027" y="101"/>
                  </a:cubicBezTo>
                  <a:cubicBezTo>
                    <a:pt x="994" y="118"/>
                    <a:pt x="958" y="134"/>
                    <a:pt x="910" y="154"/>
                  </a:cubicBezTo>
                  <a:cubicBezTo>
                    <a:pt x="655" y="271"/>
                    <a:pt x="388" y="404"/>
                    <a:pt x="134" y="522"/>
                  </a:cubicBezTo>
                  <a:lnTo>
                    <a:pt x="85" y="538"/>
                  </a:lnTo>
                  <a:cubicBezTo>
                    <a:pt x="49" y="574"/>
                    <a:pt x="1" y="606"/>
                    <a:pt x="1" y="675"/>
                  </a:cubicBezTo>
                  <a:lnTo>
                    <a:pt x="1" y="1128"/>
                  </a:lnTo>
                  <a:lnTo>
                    <a:pt x="1" y="1398"/>
                  </a:lnTo>
                  <a:cubicBezTo>
                    <a:pt x="1" y="1414"/>
                    <a:pt x="17" y="1431"/>
                    <a:pt x="17" y="1447"/>
                  </a:cubicBezTo>
                  <a:lnTo>
                    <a:pt x="33" y="1467"/>
                  </a:lnTo>
                  <a:lnTo>
                    <a:pt x="49" y="1467"/>
                  </a:lnTo>
                  <a:lnTo>
                    <a:pt x="49" y="1447"/>
                  </a:lnTo>
                  <a:lnTo>
                    <a:pt x="49" y="1431"/>
                  </a:lnTo>
                  <a:cubicBezTo>
                    <a:pt x="33" y="1414"/>
                    <a:pt x="33" y="1398"/>
                    <a:pt x="33" y="1398"/>
                  </a:cubicBezTo>
                  <a:lnTo>
                    <a:pt x="33" y="1128"/>
                  </a:lnTo>
                  <a:lnTo>
                    <a:pt x="33" y="675"/>
                  </a:lnTo>
                  <a:cubicBezTo>
                    <a:pt x="33" y="606"/>
                    <a:pt x="69" y="590"/>
                    <a:pt x="102" y="574"/>
                  </a:cubicBezTo>
                  <a:lnTo>
                    <a:pt x="150" y="538"/>
                  </a:lnTo>
                  <a:cubicBezTo>
                    <a:pt x="405" y="421"/>
                    <a:pt x="675" y="287"/>
                    <a:pt x="926" y="170"/>
                  </a:cubicBezTo>
                  <a:cubicBezTo>
                    <a:pt x="958" y="154"/>
                    <a:pt x="1011" y="134"/>
                    <a:pt x="1043" y="118"/>
                  </a:cubicBezTo>
                  <a:cubicBezTo>
                    <a:pt x="1112" y="85"/>
                    <a:pt x="1196" y="33"/>
                    <a:pt x="1281" y="33"/>
                  </a:cubicBezTo>
                  <a:lnTo>
                    <a:pt x="1281" y="17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1673952" y="3510440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6" y="134"/>
                    <a:pt x="16" y="255"/>
                    <a:pt x="16" y="372"/>
                  </a:cubicBezTo>
                  <a:lnTo>
                    <a:pt x="16" y="574"/>
                  </a:lnTo>
                  <a:lnTo>
                    <a:pt x="16" y="639"/>
                  </a:lnTo>
                  <a:cubicBezTo>
                    <a:pt x="16" y="691"/>
                    <a:pt x="16" y="740"/>
                    <a:pt x="0" y="776"/>
                  </a:cubicBezTo>
                  <a:cubicBezTo>
                    <a:pt x="0" y="792"/>
                    <a:pt x="0" y="792"/>
                    <a:pt x="16" y="792"/>
                  </a:cubicBezTo>
                  <a:lnTo>
                    <a:pt x="37" y="792"/>
                  </a:lnTo>
                  <a:cubicBezTo>
                    <a:pt x="53" y="740"/>
                    <a:pt x="53" y="691"/>
                    <a:pt x="53" y="639"/>
                  </a:cubicBezTo>
                  <a:cubicBezTo>
                    <a:pt x="37" y="623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72"/>
                  </a:cubicBezTo>
                  <a:cubicBezTo>
                    <a:pt x="37" y="255"/>
                    <a:pt x="37" y="134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1923059" y="2577579"/>
              <a:ext cx="128924" cy="264105"/>
            </a:xfrm>
            <a:custGeom>
              <a:avLst/>
              <a:gdLst/>
              <a:ahLst/>
              <a:cxnLst/>
              <a:rect l="l" t="t" r="r" b="b"/>
              <a:pathLst>
                <a:path w="1298" h="2659" extrusionOk="0">
                  <a:moveTo>
                    <a:pt x="53" y="0"/>
                  </a:moveTo>
                  <a:cubicBezTo>
                    <a:pt x="53" y="0"/>
                    <a:pt x="33" y="0"/>
                    <a:pt x="33" y="16"/>
                  </a:cubicBezTo>
                  <a:cubicBezTo>
                    <a:pt x="1" y="117"/>
                    <a:pt x="33" y="202"/>
                    <a:pt x="102" y="303"/>
                  </a:cubicBezTo>
                  <a:cubicBezTo>
                    <a:pt x="203" y="420"/>
                    <a:pt x="288" y="538"/>
                    <a:pt x="372" y="675"/>
                  </a:cubicBezTo>
                  <a:cubicBezTo>
                    <a:pt x="389" y="707"/>
                    <a:pt x="421" y="740"/>
                    <a:pt x="437" y="776"/>
                  </a:cubicBezTo>
                  <a:cubicBezTo>
                    <a:pt x="538" y="909"/>
                    <a:pt x="623" y="1043"/>
                    <a:pt x="708" y="1180"/>
                  </a:cubicBezTo>
                  <a:cubicBezTo>
                    <a:pt x="877" y="1414"/>
                    <a:pt x="1027" y="1669"/>
                    <a:pt x="1197" y="1919"/>
                  </a:cubicBezTo>
                  <a:cubicBezTo>
                    <a:pt x="1245" y="1988"/>
                    <a:pt x="1265" y="2036"/>
                    <a:pt x="1265" y="2121"/>
                  </a:cubicBezTo>
                  <a:lnTo>
                    <a:pt x="1265" y="2509"/>
                  </a:lnTo>
                  <a:cubicBezTo>
                    <a:pt x="1265" y="2557"/>
                    <a:pt x="1245" y="2610"/>
                    <a:pt x="1229" y="2642"/>
                  </a:cubicBezTo>
                  <a:lnTo>
                    <a:pt x="1229" y="2658"/>
                  </a:lnTo>
                  <a:lnTo>
                    <a:pt x="1245" y="2658"/>
                  </a:lnTo>
                  <a:cubicBezTo>
                    <a:pt x="1281" y="2610"/>
                    <a:pt x="1298" y="2557"/>
                    <a:pt x="1298" y="2509"/>
                  </a:cubicBezTo>
                  <a:lnTo>
                    <a:pt x="1298" y="2121"/>
                  </a:lnTo>
                  <a:cubicBezTo>
                    <a:pt x="1298" y="2036"/>
                    <a:pt x="1281" y="1972"/>
                    <a:pt x="1229" y="1903"/>
                  </a:cubicBezTo>
                  <a:cubicBezTo>
                    <a:pt x="1063" y="1648"/>
                    <a:pt x="894" y="1398"/>
                    <a:pt x="724" y="1164"/>
                  </a:cubicBezTo>
                  <a:cubicBezTo>
                    <a:pt x="639" y="1026"/>
                    <a:pt x="558" y="893"/>
                    <a:pt x="473" y="760"/>
                  </a:cubicBezTo>
                  <a:cubicBezTo>
                    <a:pt x="437" y="723"/>
                    <a:pt x="421" y="691"/>
                    <a:pt x="389" y="659"/>
                  </a:cubicBezTo>
                  <a:cubicBezTo>
                    <a:pt x="304" y="521"/>
                    <a:pt x="219" y="404"/>
                    <a:pt x="118" y="287"/>
                  </a:cubicBezTo>
                  <a:cubicBezTo>
                    <a:pt x="53" y="202"/>
                    <a:pt x="33" y="117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491885" y="1883794"/>
              <a:ext cx="144121" cy="78765"/>
            </a:xfrm>
            <a:custGeom>
              <a:avLst/>
              <a:gdLst/>
              <a:ahLst/>
              <a:cxnLst/>
              <a:rect l="l" t="t" r="r" b="b"/>
              <a:pathLst>
                <a:path w="1451" h="793" extrusionOk="0">
                  <a:moveTo>
                    <a:pt x="1434" y="1"/>
                  </a:moveTo>
                  <a:cubicBezTo>
                    <a:pt x="1350" y="49"/>
                    <a:pt x="1265" y="102"/>
                    <a:pt x="1164" y="150"/>
                  </a:cubicBezTo>
                  <a:cubicBezTo>
                    <a:pt x="978" y="271"/>
                    <a:pt x="760" y="388"/>
                    <a:pt x="558" y="489"/>
                  </a:cubicBezTo>
                  <a:cubicBezTo>
                    <a:pt x="505" y="522"/>
                    <a:pt x="457" y="554"/>
                    <a:pt x="388" y="590"/>
                  </a:cubicBezTo>
                  <a:cubicBezTo>
                    <a:pt x="271" y="655"/>
                    <a:pt x="154" y="740"/>
                    <a:pt x="20" y="776"/>
                  </a:cubicBezTo>
                  <a:cubicBezTo>
                    <a:pt x="0" y="776"/>
                    <a:pt x="0" y="776"/>
                    <a:pt x="0" y="792"/>
                  </a:cubicBezTo>
                  <a:lnTo>
                    <a:pt x="20" y="792"/>
                  </a:lnTo>
                  <a:cubicBezTo>
                    <a:pt x="170" y="756"/>
                    <a:pt x="287" y="691"/>
                    <a:pt x="404" y="607"/>
                  </a:cubicBezTo>
                  <a:cubicBezTo>
                    <a:pt x="457" y="574"/>
                    <a:pt x="525" y="538"/>
                    <a:pt x="574" y="506"/>
                  </a:cubicBezTo>
                  <a:cubicBezTo>
                    <a:pt x="776" y="405"/>
                    <a:pt x="978" y="287"/>
                    <a:pt x="1180" y="170"/>
                  </a:cubicBezTo>
                  <a:cubicBezTo>
                    <a:pt x="1265" y="118"/>
                    <a:pt x="1350" y="69"/>
                    <a:pt x="1434" y="33"/>
                  </a:cubicBezTo>
                  <a:lnTo>
                    <a:pt x="1451" y="17"/>
                  </a:ln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1735732" y="3064272"/>
              <a:ext cx="170640" cy="295790"/>
            </a:xfrm>
            <a:custGeom>
              <a:avLst/>
              <a:gdLst/>
              <a:ahLst/>
              <a:cxnLst/>
              <a:rect l="l" t="t" r="r" b="b"/>
              <a:pathLst>
                <a:path w="1718" h="2978" extrusionOk="0">
                  <a:moveTo>
                    <a:pt x="20" y="0"/>
                  </a:moveTo>
                  <a:cubicBezTo>
                    <a:pt x="0" y="0"/>
                    <a:pt x="0" y="0"/>
                    <a:pt x="0" y="17"/>
                  </a:cubicBezTo>
                  <a:cubicBezTo>
                    <a:pt x="0" y="134"/>
                    <a:pt x="85" y="202"/>
                    <a:pt x="170" y="267"/>
                  </a:cubicBezTo>
                  <a:cubicBezTo>
                    <a:pt x="202" y="283"/>
                    <a:pt x="222" y="320"/>
                    <a:pt x="255" y="352"/>
                  </a:cubicBezTo>
                  <a:cubicBezTo>
                    <a:pt x="542" y="707"/>
                    <a:pt x="845" y="1043"/>
                    <a:pt x="1131" y="1378"/>
                  </a:cubicBezTo>
                  <a:cubicBezTo>
                    <a:pt x="1212" y="1479"/>
                    <a:pt x="1313" y="1580"/>
                    <a:pt x="1398" y="1697"/>
                  </a:cubicBezTo>
                  <a:cubicBezTo>
                    <a:pt x="1414" y="1717"/>
                    <a:pt x="1434" y="1733"/>
                    <a:pt x="1451" y="1750"/>
                  </a:cubicBezTo>
                  <a:cubicBezTo>
                    <a:pt x="1499" y="1818"/>
                    <a:pt x="1568" y="1883"/>
                    <a:pt x="1636" y="1952"/>
                  </a:cubicBezTo>
                  <a:cubicBezTo>
                    <a:pt x="1685" y="2000"/>
                    <a:pt x="1685" y="2053"/>
                    <a:pt x="1685" y="2121"/>
                  </a:cubicBezTo>
                  <a:lnTo>
                    <a:pt x="1685" y="2525"/>
                  </a:lnTo>
                  <a:lnTo>
                    <a:pt x="1685" y="2828"/>
                  </a:lnTo>
                  <a:lnTo>
                    <a:pt x="1685" y="2860"/>
                  </a:lnTo>
                  <a:cubicBezTo>
                    <a:pt x="1701" y="2893"/>
                    <a:pt x="1701" y="2929"/>
                    <a:pt x="1669" y="2961"/>
                  </a:cubicBezTo>
                  <a:lnTo>
                    <a:pt x="1669" y="2978"/>
                  </a:lnTo>
                  <a:lnTo>
                    <a:pt x="1685" y="2978"/>
                  </a:lnTo>
                  <a:cubicBezTo>
                    <a:pt x="1717" y="2945"/>
                    <a:pt x="1717" y="2893"/>
                    <a:pt x="1717" y="2860"/>
                  </a:cubicBezTo>
                  <a:lnTo>
                    <a:pt x="1717" y="2828"/>
                  </a:lnTo>
                  <a:lnTo>
                    <a:pt x="1717" y="2525"/>
                  </a:lnTo>
                  <a:lnTo>
                    <a:pt x="1717" y="2121"/>
                  </a:lnTo>
                  <a:cubicBezTo>
                    <a:pt x="1717" y="2053"/>
                    <a:pt x="1717" y="1984"/>
                    <a:pt x="1652" y="1935"/>
                  </a:cubicBezTo>
                  <a:cubicBezTo>
                    <a:pt x="1584" y="1867"/>
                    <a:pt x="1515" y="1798"/>
                    <a:pt x="1467" y="1733"/>
                  </a:cubicBezTo>
                  <a:cubicBezTo>
                    <a:pt x="1451" y="1717"/>
                    <a:pt x="1434" y="1697"/>
                    <a:pt x="1414" y="1665"/>
                  </a:cubicBezTo>
                  <a:cubicBezTo>
                    <a:pt x="1333" y="1564"/>
                    <a:pt x="1232" y="1463"/>
                    <a:pt x="1148" y="1362"/>
                  </a:cubicBezTo>
                  <a:cubicBezTo>
                    <a:pt x="861" y="1026"/>
                    <a:pt x="558" y="671"/>
                    <a:pt x="271" y="336"/>
                  </a:cubicBezTo>
                  <a:cubicBezTo>
                    <a:pt x="239" y="303"/>
                    <a:pt x="222" y="267"/>
                    <a:pt x="186" y="251"/>
                  </a:cubicBezTo>
                  <a:cubicBezTo>
                    <a:pt x="101" y="182"/>
                    <a:pt x="37" y="118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1970040" y="3100823"/>
              <a:ext cx="4867" cy="38538"/>
            </a:xfrm>
            <a:custGeom>
              <a:avLst/>
              <a:gdLst/>
              <a:ahLst/>
              <a:cxnLst/>
              <a:rect l="l" t="t" r="r" b="b"/>
              <a:pathLst>
                <a:path w="49" h="388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0" y="85"/>
                    <a:pt x="0" y="170"/>
                    <a:pt x="17" y="238"/>
                  </a:cubicBezTo>
                  <a:lnTo>
                    <a:pt x="17" y="372"/>
                  </a:lnTo>
                  <a:cubicBezTo>
                    <a:pt x="0" y="372"/>
                    <a:pt x="17" y="388"/>
                    <a:pt x="17" y="388"/>
                  </a:cubicBezTo>
                  <a:cubicBezTo>
                    <a:pt x="33" y="388"/>
                    <a:pt x="33" y="372"/>
                    <a:pt x="33" y="372"/>
                  </a:cubicBezTo>
                  <a:lnTo>
                    <a:pt x="33" y="238"/>
                  </a:lnTo>
                  <a:cubicBezTo>
                    <a:pt x="33" y="170"/>
                    <a:pt x="33" y="85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1182393" y="3500408"/>
              <a:ext cx="5364" cy="100418"/>
            </a:xfrm>
            <a:custGeom>
              <a:avLst/>
              <a:gdLst/>
              <a:ahLst/>
              <a:cxnLst/>
              <a:rect l="l" t="t" r="r" b="b"/>
              <a:pathLst>
                <a:path w="54" h="1011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53"/>
                    <a:pt x="17" y="69"/>
                    <a:pt x="17" y="102"/>
                  </a:cubicBezTo>
                  <a:cubicBezTo>
                    <a:pt x="1" y="118"/>
                    <a:pt x="1" y="134"/>
                    <a:pt x="1" y="134"/>
                  </a:cubicBezTo>
                  <a:lnTo>
                    <a:pt x="1" y="437"/>
                  </a:lnTo>
                  <a:cubicBezTo>
                    <a:pt x="17" y="590"/>
                    <a:pt x="17" y="760"/>
                    <a:pt x="1" y="909"/>
                  </a:cubicBezTo>
                  <a:cubicBezTo>
                    <a:pt x="1" y="926"/>
                    <a:pt x="1" y="962"/>
                    <a:pt x="17" y="978"/>
                  </a:cubicBezTo>
                  <a:lnTo>
                    <a:pt x="17" y="994"/>
                  </a:lnTo>
                  <a:lnTo>
                    <a:pt x="37" y="1010"/>
                  </a:lnTo>
                  <a:cubicBezTo>
                    <a:pt x="53" y="1010"/>
                    <a:pt x="53" y="994"/>
                    <a:pt x="53" y="994"/>
                  </a:cubicBezTo>
                  <a:cubicBezTo>
                    <a:pt x="53" y="978"/>
                    <a:pt x="37" y="978"/>
                    <a:pt x="37" y="962"/>
                  </a:cubicBezTo>
                  <a:cubicBezTo>
                    <a:pt x="37" y="942"/>
                    <a:pt x="17" y="926"/>
                    <a:pt x="17" y="909"/>
                  </a:cubicBezTo>
                  <a:cubicBezTo>
                    <a:pt x="37" y="760"/>
                    <a:pt x="37" y="590"/>
                    <a:pt x="37" y="437"/>
                  </a:cubicBezTo>
                  <a:lnTo>
                    <a:pt x="37" y="134"/>
                  </a:lnTo>
                  <a:lnTo>
                    <a:pt x="37" y="118"/>
                  </a:lnTo>
                  <a:cubicBezTo>
                    <a:pt x="37" y="69"/>
                    <a:pt x="53" y="33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794827" y="1976564"/>
              <a:ext cx="4867" cy="94756"/>
            </a:xfrm>
            <a:custGeom>
              <a:avLst/>
              <a:gdLst/>
              <a:ahLst/>
              <a:cxnLst/>
              <a:rect l="l" t="t" r="r" b="b"/>
              <a:pathLst>
                <a:path w="49" h="954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6" y="178"/>
                    <a:pt x="16" y="327"/>
                    <a:pt x="0" y="481"/>
                  </a:cubicBezTo>
                  <a:lnTo>
                    <a:pt x="0" y="784"/>
                  </a:lnTo>
                  <a:lnTo>
                    <a:pt x="0" y="816"/>
                  </a:lnTo>
                  <a:cubicBezTo>
                    <a:pt x="0" y="868"/>
                    <a:pt x="0" y="901"/>
                    <a:pt x="33" y="933"/>
                  </a:cubicBezTo>
                  <a:lnTo>
                    <a:pt x="49" y="953"/>
                  </a:lnTo>
                  <a:lnTo>
                    <a:pt x="49" y="933"/>
                  </a:lnTo>
                  <a:lnTo>
                    <a:pt x="49" y="917"/>
                  </a:lnTo>
                  <a:cubicBezTo>
                    <a:pt x="33" y="901"/>
                    <a:pt x="33" y="868"/>
                    <a:pt x="33" y="816"/>
                  </a:cubicBezTo>
                  <a:lnTo>
                    <a:pt x="33" y="784"/>
                  </a:lnTo>
                  <a:lnTo>
                    <a:pt x="33" y="481"/>
                  </a:lnTo>
                  <a:cubicBezTo>
                    <a:pt x="33" y="327"/>
                    <a:pt x="33" y="178"/>
                    <a:pt x="16" y="8"/>
                  </a:cubicBezTo>
                  <a:cubicBezTo>
                    <a:pt x="16" y="8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2081979" y="3085924"/>
              <a:ext cx="105185" cy="197160"/>
            </a:xfrm>
            <a:custGeom>
              <a:avLst/>
              <a:gdLst/>
              <a:ahLst/>
              <a:cxnLst/>
              <a:rect l="l" t="t" r="r" b="b"/>
              <a:pathLst>
                <a:path w="1059" h="1985" extrusionOk="0">
                  <a:moveTo>
                    <a:pt x="69" y="1"/>
                  </a:moveTo>
                  <a:cubicBezTo>
                    <a:pt x="49" y="1"/>
                    <a:pt x="49" y="1"/>
                    <a:pt x="49" y="17"/>
                  </a:cubicBezTo>
                  <a:cubicBezTo>
                    <a:pt x="1" y="102"/>
                    <a:pt x="1" y="166"/>
                    <a:pt x="69" y="235"/>
                  </a:cubicBezTo>
                  <a:cubicBezTo>
                    <a:pt x="69" y="235"/>
                    <a:pt x="85" y="251"/>
                    <a:pt x="101" y="267"/>
                  </a:cubicBezTo>
                  <a:cubicBezTo>
                    <a:pt x="118" y="287"/>
                    <a:pt x="134" y="304"/>
                    <a:pt x="150" y="320"/>
                  </a:cubicBezTo>
                  <a:cubicBezTo>
                    <a:pt x="320" y="570"/>
                    <a:pt x="505" y="825"/>
                    <a:pt x="691" y="1059"/>
                  </a:cubicBezTo>
                  <a:cubicBezTo>
                    <a:pt x="740" y="1128"/>
                    <a:pt x="792" y="1196"/>
                    <a:pt x="841" y="1261"/>
                  </a:cubicBezTo>
                  <a:cubicBezTo>
                    <a:pt x="857" y="1277"/>
                    <a:pt x="877" y="1313"/>
                    <a:pt x="909" y="1330"/>
                  </a:cubicBezTo>
                  <a:cubicBezTo>
                    <a:pt x="942" y="1362"/>
                    <a:pt x="994" y="1414"/>
                    <a:pt x="994" y="1463"/>
                  </a:cubicBezTo>
                  <a:cubicBezTo>
                    <a:pt x="1027" y="1616"/>
                    <a:pt x="1043" y="1802"/>
                    <a:pt x="994" y="1968"/>
                  </a:cubicBezTo>
                  <a:lnTo>
                    <a:pt x="994" y="1984"/>
                  </a:lnTo>
                  <a:lnTo>
                    <a:pt x="1010" y="1984"/>
                  </a:lnTo>
                  <a:cubicBezTo>
                    <a:pt x="1059" y="1802"/>
                    <a:pt x="1043" y="1616"/>
                    <a:pt x="1027" y="1463"/>
                  </a:cubicBezTo>
                  <a:cubicBezTo>
                    <a:pt x="1010" y="1398"/>
                    <a:pt x="978" y="1346"/>
                    <a:pt x="926" y="1313"/>
                  </a:cubicBezTo>
                  <a:cubicBezTo>
                    <a:pt x="909" y="1297"/>
                    <a:pt x="877" y="1261"/>
                    <a:pt x="857" y="1245"/>
                  </a:cubicBezTo>
                  <a:cubicBezTo>
                    <a:pt x="808" y="1176"/>
                    <a:pt x="756" y="1111"/>
                    <a:pt x="707" y="1043"/>
                  </a:cubicBezTo>
                  <a:cubicBezTo>
                    <a:pt x="522" y="808"/>
                    <a:pt x="352" y="554"/>
                    <a:pt x="170" y="304"/>
                  </a:cubicBezTo>
                  <a:cubicBezTo>
                    <a:pt x="150" y="287"/>
                    <a:pt x="134" y="267"/>
                    <a:pt x="118" y="235"/>
                  </a:cubicBezTo>
                  <a:cubicBezTo>
                    <a:pt x="101" y="235"/>
                    <a:pt x="85" y="219"/>
                    <a:pt x="85" y="219"/>
                  </a:cubicBezTo>
                  <a:cubicBezTo>
                    <a:pt x="33" y="166"/>
                    <a:pt x="17" y="102"/>
                    <a:pt x="69" y="33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1841216" y="2022650"/>
              <a:ext cx="3377" cy="36651"/>
            </a:xfrm>
            <a:custGeom>
              <a:avLst/>
              <a:gdLst/>
              <a:ahLst/>
              <a:cxnLst/>
              <a:rect l="l" t="t" r="r" b="b"/>
              <a:pathLst>
                <a:path w="34" h="36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50"/>
                  </a:lnTo>
                  <a:cubicBezTo>
                    <a:pt x="17" y="219"/>
                    <a:pt x="17" y="287"/>
                    <a:pt x="1" y="352"/>
                  </a:cubicBezTo>
                  <a:lnTo>
                    <a:pt x="1" y="368"/>
                  </a:lnTo>
                  <a:lnTo>
                    <a:pt x="17" y="368"/>
                  </a:lnTo>
                  <a:cubicBezTo>
                    <a:pt x="33" y="287"/>
                    <a:pt x="33" y="219"/>
                    <a:pt x="33" y="134"/>
                  </a:cubicBez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505493" y="3664095"/>
              <a:ext cx="130513" cy="38637"/>
            </a:xfrm>
            <a:custGeom>
              <a:avLst/>
              <a:gdLst/>
              <a:ahLst/>
              <a:cxnLst/>
              <a:rect l="l" t="t" r="r" b="b"/>
              <a:pathLst>
                <a:path w="1314" h="389" extrusionOk="0">
                  <a:moveTo>
                    <a:pt x="1297" y="1"/>
                  </a:moveTo>
                  <a:cubicBezTo>
                    <a:pt x="1160" y="21"/>
                    <a:pt x="1043" y="53"/>
                    <a:pt x="926" y="102"/>
                  </a:cubicBezTo>
                  <a:cubicBezTo>
                    <a:pt x="873" y="122"/>
                    <a:pt x="809" y="138"/>
                    <a:pt x="740" y="154"/>
                  </a:cubicBezTo>
                  <a:cubicBezTo>
                    <a:pt x="639" y="187"/>
                    <a:pt x="554" y="203"/>
                    <a:pt x="469" y="239"/>
                  </a:cubicBezTo>
                  <a:cubicBezTo>
                    <a:pt x="320" y="288"/>
                    <a:pt x="166" y="340"/>
                    <a:pt x="17" y="356"/>
                  </a:cubicBezTo>
                  <a:cubicBezTo>
                    <a:pt x="1" y="356"/>
                    <a:pt x="1" y="372"/>
                    <a:pt x="1" y="372"/>
                  </a:cubicBezTo>
                  <a:cubicBezTo>
                    <a:pt x="1" y="372"/>
                    <a:pt x="1" y="389"/>
                    <a:pt x="17" y="389"/>
                  </a:cubicBezTo>
                  <a:cubicBezTo>
                    <a:pt x="166" y="356"/>
                    <a:pt x="320" y="304"/>
                    <a:pt x="469" y="271"/>
                  </a:cubicBezTo>
                  <a:cubicBezTo>
                    <a:pt x="554" y="239"/>
                    <a:pt x="655" y="203"/>
                    <a:pt x="740" y="187"/>
                  </a:cubicBezTo>
                  <a:cubicBezTo>
                    <a:pt x="809" y="170"/>
                    <a:pt x="873" y="138"/>
                    <a:pt x="942" y="122"/>
                  </a:cubicBezTo>
                  <a:cubicBezTo>
                    <a:pt x="1059" y="86"/>
                    <a:pt x="1176" y="53"/>
                    <a:pt x="1297" y="37"/>
                  </a:cubicBezTo>
                  <a:cubicBezTo>
                    <a:pt x="1314" y="37"/>
                    <a:pt x="1314" y="21"/>
                    <a:pt x="1314" y="21"/>
                  </a:cubicBezTo>
                  <a:lnTo>
                    <a:pt x="12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087339" y="2514110"/>
              <a:ext cx="6456" cy="88797"/>
            </a:xfrm>
            <a:custGeom>
              <a:avLst/>
              <a:gdLst/>
              <a:ahLst/>
              <a:cxnLst/>
              <a:rect l="l" t="t" r="r" b="b"/>
              <a:pathLst>
                <a:path w="65" h="894" extrusionOk="0">
                  <a:moveTo>
                    <a:pt x="16" y="1"/>
                  </a:moveTo>
                  <a:lnTo>
                    <a:pt x="0" y="17"/>
                  </a:lnTo>
                  <a:cubicBezTo>
                    <a:pt x="32" y="219"/>
                    <a:pt x="16" y="421"/>
                    <a:pt x="16" y="623"/>
                  </a:cubicBezTo>
                  <a:lnTo>
                    <a:pt x="16" y="740"/>
                  </a:lnTo>
                  <a:lnTo>
                    <a:pt x="16" y="809"/>
                  </a:lnTo>
                  <a:cubicBezTo>
                    <a:pt x="32" y="825"/>
                    <a:pt x="32" y="857"/>
                    <a:pt x="32" y="874"/>
                  </a:cubicBezTo>
                  <a:cubicBezTo>
                    <a:pt x="32" y="874"/>
                    <a:pt x="32" y="894"/>
                    <a:pt x="49" y="894"/>
                  </a:cubicBezTo>
                  <a:lnTo>
                    <a:pt x="65" y="874"/>
                  </a:lnTo>
                  <a:cubicBezTo>
                    <a:pt x="65" y="841"/>
                    <a:pt x="49" y="825"/>
                    <a:pt x="49" y="809"/>
                  </a:cubicBezTo>
                  <a:cubicBezTo>
                    <a:pt x="49" y="793"/>
                    <a:pt x="32" y="756"/>
                    <a:pt x="32" y="740"/>
                  </a:cubicBezTo>
                  <a:cubicBezTo>
                    <a:pt x="32" y="692"/>
                    <a:pt x="49" y="655"/>
                    <a:pt x="49" y="623"/>
                  </a:cubicBezTo>
                  <a:cubicBezTo>
                    <a:pt x="49" y="421"/>
                    <a:pt x="49" y="219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2167002" y="3224781"/>
              <a:ext cx="6953" cy="36552"/>
            </a:xfrm>
            <a:custGeom>
              <a:avLst/>
              <a:gdLst/>
              <a:ahLst/>
              <a:cxnLst/>
              <a:rect l="l" t="t" r="r" b="b"/>
              <a:pathLst>
                <a:path w="70" h="368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65"/>
                    <a:pt x="21" y="134"/>
                    <a:pt x="21" y="182"/>
                  </a:cubicBezTo>
                  <a:cubicBezTo>
                    <a:pt x="21" y="251"/>
                    <a:pt x="37" y="303"/>
                    <a:pt x="21" y="352"/>
                  </a:cubicBezTo>
                  <a:cubicBezTo>
                    <a:pt x="1" y="368"/>
                    <a:pt x="21" y="368"/>
                    <a:pt x="21" y="368"/>
                  </a:cubicBezTo>
                  <a:lnTo>
                    <a:pt x="37" y="368"/>
                  </a:lnTo>
                  <a:cubicBezTo>
                    <a:pt x="53" y="303"/>
                    <a:pt x="53" y="251"/>
                    <a:pt x="53" y="182"/>
                  </a:cubicBezTo>
                  <a:cubicBezTo>
                    <a:pt x="53" y="134"/>
                    <a:pt x="53" y="65"/>
                    <a:pt x="70" y="16"/>
                  </a:cubicBezTo>
                  <a:cubicBezTo>
                    <a:pt x="70" y="16"/>
                    <a:pt x="70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700865" y="3179389"/>
              <a:ext cx="5364" cy="78765"/>
            </a:xfrm>
            <a:custGeom>
              <a:avLst/>
              <a:gdLst/>
              <a:ahLst/>
              <a:cxnLst/>
              <a:rect l="l" t="t" r="r" b="b"/>
              <a:pathLst>
                <a:path w="54" h="793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lnTo>
                    <a:pt x="1" y="304"/>
                  </a:lnTo>
                  <a:cubicBezTo>
                    <a:pt x="1" y="457"/>
                    <a:pt x="1" y="623"/>
                    <a:pt x="17" y="776"/>
                  </a:cubicBezTo>
                  <a:cubicBezTo>
                    <a:pt x="17" y="793"/>
                    <a:pt x="17" y="793"/>
                    <a:pt x="37" y="793"/>
                  </a:cubicBezTo>
                  <a:cubicBezTo>
                    <a:pt x="37" y="793"/>
                    <a:pt x="53" y="793"/>
                    <a:pt x="53" y="776"/>
                  </a:cubicBezTo>
                  <a:cubicBezTo>
                    <a:pt x="17" y="623"/>
                    <a:pt x="37" y="457"/>
                    <a:pt x="37" y="304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670770" y="2114526"/>
              <a:ext cx="142233" cy="192293"/>
            </a:xfrm>
            <a:custGeom>
              <a:avLst/>
              <a:gdLst/>
              <a:ahLst/>
              <a:cxnLst/>
              <a:rect l="l" t="t" r="r" b="b"/>
              <a:pathLst>
                <a:path w="1432" h="1936" extrusionOk="0">
                  <a:moveTo>
                    <a:pt x="1415" y="0"/>
                  </a:moveTo>
                  <a:cubicBezTo>
                    <a:pt x="1249" y="69"/>
                    <a:pt x="1096" y="150"/>
                    <a:pt x="946" y="219"/>
                  </a:cubicBezTo>
                  <a:cubicBezTo>
                    <a:pt x="861" y="271"/>
                    <a:pt x="760" y="320"/>
                    <a:pt x="676" y="372"/>
                  </a:cubicBezTo>
                  <a:cubicBezTo>
                    <a:pt x="542" y="437"/>
                    <a:pt x="421" y="505"/>
                    <a:pt x="304" y="554"/>
                  </a:cubicBezTo>
                  <a:cubicBezTo>
                    <a:pt x="239" y="606"/>
                    <a:pt x="154" y="639"/>
                    <a:pt x="86" y="675"/>
                  </a:cubicBezTo>
                  <a:cubicBezTo>
                    <a:pt x="37" y="707"/>
                    <a:pt x="1" y="724"/>
                    <a:pt x="1" y="792"/>
                  </a:cubicBezTo>
                  <a:cubicBezTo>
                    <a:pt x="17" y="1027"/>
                    <a:pt x="17" y="1281"/>
                    <a:pt x="17" y="1515"/>
                  </a:cubicBezTo>
                  <a:lnTo>
                    <a:pt x="17" y="1887"/>
                  </a:lnTo>
                  <a:lnTo>
                    <a:pt x="17" y="1919"/>
                  </a:lnTo>
                  <a:lnTo>
                    <a:pt x="37" y="1935"/>
                  </a:lnTo>
                  <a:cubicBezTo>
                    <a:pt x="54" y="1935"/>
                    <a:pt x="54" y="1919"/>
                    <a:pt x="54" y="1919"/>
                  </a:cubicBezTo>
                  <a:lnTo>
                    <a:pt x="54" y="1903"/>
                  </a:lnTo>
                  <a:cubicBezTo>
                    <a:pt x="37" y="1903"/>
                    <a:pt x="37" y="1887"/>
                    <a:pt x="37" y="1887"/>
                  </a:cubicBezTo>
                  <a:lnTo>
                    <a:pt x="37" y="1515"/>
                  </a:lnTo>
                  <a:lnTo>
                    <a:pt x="37" y="792"/>
                  </a:lnTo>
                  <a:cubicBezTo>
                    <a:pt x="37" y="740"/>
                    <a:pt x="54" y="724"/>
                    <a:pt x="102" y="707"/>
                  </a:cubicBezTo>
                  <a:cubicBezTo>
                    <a:pt x="171" y="675"/>
                    <a:pt x="239" y="623"/>
                    <a:pt x="304" y="590"/>
                  </a:cubicBezTo>
                  <a:cubicBezTo>
                    <a:pt x="441" y="522"/>
                    <a:pt x="558" y="453"/>
                    <a:pt x="676" y="404"/>
                  </a:cubicBezTo>
                  <a:cubicBezTo>
                    <a:pt x="777" y="352"/>
                    <a:pt x="878" y="303"/>
                    <a:pt x="962" y="251"/>
                  </a:cubicBezTo>
                  <a:cubicBezTo>
                    <a:pt x="1112" y="170"/>
                    <a:pt x="1265" y="85"/>
                    <a:pt x="1415" y="33"/>
                  </a:cubicBezTo>
                  <a:cubicBezTo>
                    <a:pt x="1431" y="33"/>
                    <a:pt x="1431" y="17"/>
                    <a:pt x="1431" y="17"/>
                  </a:cubicBezTo>
                  <a:cubicBezTo>
                    <a:pt x="1431" y="0"/>
                    <a:pt x="1415" y="0"/>
                    <a:pt x="1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1088928" y="3359962"/>
              <a:ext cx="4867" cy="93564"/>
            </a:xfrm>
            <a:custGeom>
              <a:avLst/>
              <a:gdLst/>
              <a:ahLst/>
              <a:cxnLst/>
              <a:rect l="l" t="t" r="r" b="b"/>
              <a:pathLst>
                <a:path w="49" h="942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590"/>
                  </a:lnTo>
                  <a:lnTo>
                    <a:pt x="16" y="825"/>
                  </a:lnTo>
                  <a:lnTo>
                    <a:pt x="16" y="926"/>
                  </a:lnTo>
                  <a:cubicBezTo>
                    <a:pt x="16" y="942"/>
                    <a:pt x="16" y="942"/>
                    <a:pt x="33" y="942"/>
                  </a:cubicBezTo>
                  <a:cubicBezTo>
                    <a:pt x="33" y="942"/>
                    <a:pt x="49" y="942"/>
                    <a:pt x="49" y="926"/>
                  </a:cubicBezTo>
                  <a:lnTo>
                    <a:pt x="49" y="825"/>
                  </a:lnTo>
                  <a:lnTo>
                    <a:pt x="49" y="590"/>
                  </a:lnTo>
                  <a:cubicBezTo>
                    <a:pt x="33" y="522"/>
                    <a:pt x="33" y="457"/>
                    <a:pt x="49" y="388"/>
                  </a:cubicBez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1921470" y="3600726"/>
              <a:ext cx="78765" cy="133691"/>
            </a:xfrm>
            <a:custGeom>
              <a:avLst/>
              <a:gdLst/>
              <a:ahLst/>
              <a:cxnLst/>
              <a:rect l="l" t="t" r="r" b="b"/>
              <a:pathLst>
                <a:path w="793" h="1346" extrusionOk="0">
                  <a:moveTo>
                    <a:pt x="49" y="0"/>
                  </a:moveTo>
                  <a:cubicBezTo>
                    <a:pt x="17" y="85"/>
                    <a:pt x="17" y="186"/>
                    <a:pt x="17" y="271"/>
                  </a:cubicBezTo>
                  <a:cubicBezTo>
                    <a:pt x="33" y="320"/>
                    <a:pt x="33" y="372"/>
                    <a:pt x="17" y="421"/>
                  </a:cubicBezTo>
                  <a:cubicBezTo>
                    <a:pt x="1" y="623"/>
                    <a:pt x="69" y="760"/>
                    <a:pt x="219" y="877"/>
                  </a:cubicBezTo>
                  <a:cubicBezTo>
                    <a:pt x="336" y="962"/>
                    <a:pt x="453" y="1079"/>
                    <a:pt x="554" y="1196"/>
                  </a:cubicBezTo>
                  <a:cubicBezTo>
                    <a:pt x="590" y="1228"/>
                    <a:pt x="623" y="1265"/>
                    <a:pt x="655" y="1297"/>
                  </a:cubicBezTo>
                  <a:cubicBezTo>
                    <a:pt x="691" y="1329"/>
                    <a:pt x="724" y="1346"/>
                    <a:pt x="756" y="1346"/>
                  </a:cubicBezTo>
                  <a:lnTo>
                    <a:pt x="776" y="1346"/>
                  </a:lnTo>
                  <a:cubicBezTo>
                    <a:pt x="792" y="1346"/>
                    <a:pt x="792" y="1346"/>
                    <a:pt x="792" y="1329"/>
                  </a:cubicBezTo>
                  <a:cubicBezTo>
                    <a:pt x="792" y="1329"/>
                    <a:pt x="792" y="1313"/>
                    <a:pt x="776" y="1313"/>
                  </a:cubicBezTo>
                  <a:cubicBezTo>
                    <a:pt x="767" y="1318"/>
                    <a:pt x="757" y="1320"/>
                    <a:pt x="748" y="1320"/>
                  </a:cubicBezTo>
                  <a:cubicBezTo>
                    <a:pt x="723" y="1320"/>
                    <a:pt x="699" y="1305"/>
                    <a:pt x="675" y="1281"/>
                  </a:cubicBezTo>
                  <a:cubicBezTo>
                    <a:pt x="639" y="1245"/>
                    <a:pt x="607" y="1212"/>
                    <a:pt x="574" y="1180"/>
                  </a:cubicBezTo>
                  <a:cubicBezTo>
                    <a:pt x="473" y="1063"/>
                    <a:pt x="352" y="942"/>
                    <a:pt x="235" y="861"/>
                  </a:cubicBezTo>
                  <a:cubicBezTo>
                    <a:pt x="85" y="740"/>
                    <a:pt x="33" y="606"/>
                    <a:pt x="49" y="421"/>
                  </a:cubicBezTo>
                  <a:lnTo>
                    <a:pt x="49" y="271"/>
                  </a:lnTo>
                  <a:cubicBezTo>
                    <a:pt x="49" y="186"/>
                    <a:pt x="49" y="101"/>
                    <a:pt x="85" y="17"/>
                  </a:cubicBezTo>
                  <a:cubicBezTo>
                    <a:pt x="85" y="0"/>
                    <a:pt x="85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869817" y="3492859"/>
              <a:ext cx="332739" cy="199842"/>
            </a:xfrm>
            <a:custGeom>
              <a:avLst/>
              <a:gdLst/>
              <a:ahLst/>
              <a:cxnLst/>
              <a:rect l="l" t="t" r="r" b="b"/>
              <a:pathLst>
                <a:path w="3350" h="2012" extrusionOk="0">
                  <a:moveTo>
                    <a:pt x="3345" y="1"/>
                  </a:moveTo>
                  <a:cubicBezTo>
                    <a:pt x="3342" y="1"/>
                    <a:pt x="3339" y="2"/>
                    <a:pt x="3333" y="8"/>
                  </a:cubicBezTo>
                  <a:cubicBezTo>
                    <a:pt x="3184" y="44"/>
                    <a:pt x="3014" y="93"/>
                    <a:pt x="2861" y="145"/>
                  </a:cubicBezTo>
                  <a:cubicBezTo>
                    <a:pt x="2509" y="246"/>
                    <a:pt x="2138" y="347"/>
                    <a:pt x="1770" y="464"/>
                  </a:cubicBezTo>
                  <a:lnTo>
                    <a:pt x="1718" y="480"/>
                  </a:lnTo>
                  <a:cubicBezTo>
                    <a:pt x="1265" y="614"/>
                    <a:pt x="792" y="767"/>
                    <a:pt x="320" y="901"/>
                  </a:cubicBezTo>
                  <a:lnTo>
                    <a:pt x="304" y="901"/>
                  </a:lnTo>
                  <a:cubicBezTo>
                    <a:pt x="287" y="917"/>
                    <a:pt x="271" y="917"/>
                    <a:pt x="255" y="917"/>
                  </a:cubicBezTo>
                  <a:cubicBezTo>
                    <a:pt x="33" y="953"/>
                    <a:pt x="1" y="985"/>
                    <a:pt x="1" y="1204"/>
                  </a:cubicBezTo>
                  <a:lnTo>
                    <a:pt x="1" y="1373"/>
                  </a:lnTo>
                  <a:lnTo>
                    <a:pt x="1" y="1862"/>
                  </a:lnTo>
                  <a:lnTo>
                    <a:pt x="1" y="1894"/>
                  </a:lnTo>
                  <a:cubicBezTo>
                    <a:pt x="1" y="1927"/>
                    <a:pt x="1" y="1979"/>
                    <a:pt x="33" y="2012"/>
                  </a:cubicBezTo>
                  <a:lnTo>
                    <a:pt x="53" y="2012"/>
                  </a:lnTo>
                  <a:lnTo>
                    <a:pt x="53" y="1995"/>
                  </a:lnTo>
                  <a:cubicBezTo>
                    <a:pt x="33" y="1963"/>
                    <a:pt x="33" y="1927"/>
                    <a:pt x="33" y="1894"/>
                  </a:cubicBezTo>
                  <a:lnTo>
                    <a:pt x="33" y="1862"/>
                  </a:lnTo>
                  <a:lnTo>
                    <a:pt x="33" y="1373"/>
                  </a:lnTo>
                  <a:lnTo>
                    <a:pt x="33" y="1204"/>
                  </a:lnTo>
                  <a:cubicBezTo>
                    <a:pt x="33" y="1002"/>
                    <a:pt x="53" y="985"/>
                    <a:pt x="255" y="953"/>
                  </a:cubicBezTo>
                  <a:cubicBezTo>
                    <a:pt x="271" y="953"/>
                    <a:pt x="287" y="937"/>
                    <a:pt x="304" y="937"/>
                  </a:cubicBezTo>
                  <a:cubicBezTo>
                    <a:pt x="320" y="937"/>
                    <a:pt x="320" y="917"/>
                    <a:pt x="336" y="917"/>
                  </a:cubicBezTo>
                  <a:cubicBezTo>
                    <a:pt x="809" y="800"/>
                    <a:pt x="1281" y="650"/>
                    <a:pt x="1734" y="497"/>
                  </a:cubicBezTo>
                  <a:lnTo>
                    <a:pt x="1786" y="480"/>
                  </a:lnTo>
                  <a:cubicBezTo>
                    <a:pt x="2138" y="379"/>
                    <a:pt x="2509" y="262"/>
                    <a:pt x="2861" y="161"/>
                  </a:cubicBezTo>
                  <a:cubicBezTo>
                    <a:pt x="3030" y="129"/>
                    <a:pt x="3184" y="77"/>
                    <a:pt x="3350" y="28"/>
                  </a:cubicBezTo>
                  <a:lnTo>
                    <a:pt x="3350" y="8"/>
                  </a:lnTo>
                  <a:cubicBezTo>
                    <a:pt x="3350" y="8"/>
                    <a:pt x="3350" y="1"/>
                    <a:pt x="3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669181" y="2616117"/>
              <a:ext cx="150577" cy="168952"/>
            </a:xfrm>
            <a:custGeom>
              <a:avLst/>
              <a:gdLst/>
              <a:ahLst/>
              <a:cxnLst/>
              <a:rect l="l" t="t" r="r" b="b"/>
              <a:pathLst>
                <a:path w="1516" h="1701" extrusionOk="0">
                  <a:moveTo>
                    <a:pt x="1467" y="0"/>
                  </a:moveTo>
                  <a:cubicBezTo>
                    <a:pt x="1366" y="49"/>
                    <a:pt x="1265" y="85"/>
                    <a:pt x="1180" y="133"/>
                  </a:cubicBezTo>
                  <a:cubicBezTo>
                    <a:pt x="926" y="234"/>
                    <a:pt x="659" y="352"/>
                    <a:pt x="405" y="489"/>
                  </a:cubicBezTo>
                  <a:cubicBezTo>
                    <a:pt x="372" y="505"/>
                    <a:pt x="320" y="521"/>
                    <a:pt x="288" y="537"/>
                  </a:cubicBezTo>
                  <a:cubicBezTo>
                    <a:pt x="235" y="554"/>
                    <a:pt x="187" y="590"/>
                    <a:pt x="118" y="606"/>
                  </a:cubicBezTo>
                  <a:cubicBezTo>
                    <a:pt x="33" y="655"/>
                    <a:pt x="1" y="707"/>
                    <a:pt x="1" y="824"/>
                  </a:cubicBezTo>
                  <a:cubicBezTo>
                    <a:pt x="17" y="957"/>
                    <a:pt x="17" y="1111"/>
                    <a:pt x="1" y="1244"/>
                  </a:cubicBezTo>
                  <a:lnTo>
                    <a:pt x="1" y="1414"/>
                  </a:lnTo>
                  <a:cubicBezTo>
                    <a:pt x="1" y="1499"/>
                    <a:pt x="1" y="1600"/>
                    <a:pt x="33" y="1685"/>
                  </a:cubicBezTo>
                  <a:lnTo>
                    <a:pt x="33" y="1701"/>
                  </a:lnTo>
                  <a:lnTo>
                    <a:pt x="53" y="1701"/>
                  </a:lnTo>
                  <a:lnTo>
                    <a:pt x="53" y="1685"/>
                  </a:lnTo>
                  <a:cubicBezTo>
                    <a:pt x="17" y="1584"/>
                    <a:pt x="17" y="1499"/>
                    <a:pt x="17" y="1414"/>
                  </a:cubicBezTo>
                  <a:cubicBezTo>
                    <a:pt x="33" y="1361"/>
                    <a:pt x="33" y="1313"/>
                    <a:pt x="33" y="1260"/>
                  </a:cubicBezTo>
                  <a:cubicBezTo>
                    <a:pt x="33" y="1111"/>
                    <a:pt x="53" y="957"/>
                    <a:pt x="33" y="824"/>
                  </a:cubicBezTo>
                  <a:cubicBezTo>
                    <a:pt x="33" y="707"/>
                    <a:pt x="53" y="675"/>
                    <a:pt x="134" y="638"/>
                  </a:cubicBezTo>
                  <a:cubicBezTo>
                    <a:pt x="187" y="606"/>
                    <a:pt x="255" y="590"/>
                    <a:pt x="304" y="554"/>
                  </a:cubicBezTo>
                  <a:cubicBezTo>
                    <a:pt x="336" y="537"/>
                    <a:pt x="372" y="521"/>
                    <a:pt x="405" y="505"/>
                  </a:cubicBezTo>
                  <a:cubicBezTo>
                    <a:pt x="675" y="388"/>
                    <a:pt x="926" y="271"/>
                    <a:pt x="1180" y="150"/>
                  </a:cubicBezTo>
                  <a:cubicBezTo>
                    <a:pt x="1281" y="117"/>
                    <a:pt x="1366" y="69"/>
                    <a:pt x="1467" y="32"/>
                  </a:cubicBezTo>
                  <a:cubicBezTo>
                    <a:pt x="1483" y="49"/>
                    <a:pt x="1483" y="69"/>
                    <a:pt x="1483" y="101"/>
                  </a:cubicBezTo>
                  <a:lnTo>
                    <a:pt x="1483" y="117"/>
                  </a:lnTo>
                  <a:lnTo>
                    <a:pt x="1483" y="352"/>
                  </a:lnTo>
                  <a:lnTo>
                    <a:pt x="1483" y="941"/>
                  </a:lnTo>
                  <a:cubicBezTo>
                    <a:pt x="1483" y="1010"/>
                    <a:pt x="1467" y="1042"/>
                    <a:pt x="1399" y="1079"/>
                  </a:cubicBezTo>
                  <a:cubicBezTo>
                    <a:pt x="1180" y="1159"/>
                    <a:pt x="978" y="1244"/>
                    <a:pt x="760" y="1345"/>
                  </a:cubicBezTo>
                  <a:lnTo>
                    <a:pt x="724" y="1361"/>
                  </a:lnTo>
                  <a:cubicBezTo>
                    <a:pt x="675" y="1382"/>
                    <a:pt x="607" y="1414"/>
                    <a:pt x="558" y="1430"/>
                  </a:cubicBezTo>
                  <a:cubicBezTo>
                    <a:pt x="389" y="1515"/>
                    <a:pt x="235" y="1584"/>
                    <a:pt x="70" y="1632"/>
                  </a:cubicBezTo>
                  <a:cubicBezTo>
                    <a:pt x="53" y="1632"/>
                    <a:pt x="53" y="1632"/>
                    <a:pt x="53" y="1648"/>
                  </a:cubicBezTo>
                  <a:lnTo>
                    <a:pt x="70" y="1648"/>
                  </a:lnTo>
                  <a:cubicBezTo>
                    <a:pt x="235" y="1600"/>
                    <a:pt x="405" y="1531"/>
                    <a:pt x="558" y="1462"/>
                  </a:cubicBezTo>
                  <a:cubicBezTo>
                    <a:pt x="623" y="1430"/>
                    <a:pt x="675" y="1414"/>
                    <a:pt x="740" y="1382"/>
                  </a:cubicBezTo>
                  <a:lnTo>
                    <a:pt x="776" y="1361"/>
                  </a:lnTo>
                  <a:cubicBezTo>
                    <a:pt x="978" y="1281"/>
                    <a:pt x="1197" y="1180"/>
                    <a:pt x="1415" y="1095"/>
                  </a:cubicBezTo>
                  <a:cubicBezTo>
                    <a:pt x="1500" y="1058"/>
                    <a:pt x="1516" y="1010"/>
                    <a:pt x="1516" y="941"/>
                  </a:cubicBezTo>
                  <a:lnTo>
                    <a:pt x="1516" y="352"/>
                  </a:lnTo>
                  <a:lnTo>
                    <a:pt x="1516" y="117"/>
                  </a:lnTo>
                  <a:lnTo>
                    <a:pt x="1516" y="101"/>
                  </a:lnTo>
                  <a:cubicBezTo>
                    <a:pt x="1516" y="69"/>
                    <a:pt x="1516" y="32"/>
                    <a:pt x="1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2028642" y="2336815"/>
              <a:ext cx="4867" cy="33373"/>
            </a:xfrm>
            <a:custGeom>
              <a:avLst/>
              <a:gdLst/>
              <a:ahLst/>
              <a:cxnLst/>
              <a:rect l="l" t="t" r="r" b="b"/>
              <a:pathLst>
                <a:path w="49" h="336" extrusionOk="0">
                  <a:moveTo>
                    <a:pt x="33" y="0"/>
                  </a:moveTo>
                  <a:cubicBezTo>
                    <a:pt x="0" y="53"/>
                    <a:pt x="16" y="118"/>
                    <a:pt x="16" y="170"/>
                  </a:cubicBezTo>
                  <a:cubicBezTo>
                    <a:pt x="16" y="219"/>
                    <a:pt x="16" y="271"/>
                    <a:pt x="0" y="320"/>
                  </a:cubicBezTo>
                  <a:cubicBezTo>
                    <a:pt x="0" y="336"/>
                    <a:pt x="0" y="336"/>
                    <a:pt x="16" y="336"/>
                  </a:cubicBezTo>
                  <a:lnTo>
                    <a:pt x="33" y="336"/>
                  </a:lnTo>
                  <a:cubicBezTo>
                    <a:pt x="49" y="287"/>
                    <a:pt x="49" y="219"/>
                    <a:pt x="33" y="170"/>
                  </a:cubicBezTo>
                  <a:cubicBezTo>
                    <a:pt x="33" y="118"/>
                    <a:pt x="33" y="69"/>
                    <a:pt x="49" y="17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2088833" y="2397006"/>
              <a:ext cx="96743" cy="270959"/>
            </a:xfrm>
            <a:custGeom>
              <a:avLst/>
              <a:gdLst/>
              <a:ahLst/>
              <a:cxnLst/>
              <a:rect l="l" t="t" r="r" b="b"/>
              <a:pathLst>
                <a:path w="974" h="2728" extrusionOk="0">
                  <a:moveTo>
                    <a:pt x="0" y="0"/>
                  </a:moveTo>
                  <a:lnTo>
                    <a:pt x="0" y="17"/>
                  </a:lnTo>
                  <a:cubicBezTo>
                    <a:pt x="81" y="101"/>
                    <a:pt x="150" y="219"/>
                    <a:pt x="218" y="336"/>
                  </a:cubicBezTo>
                  <a:cubicBezTo>
                    <a:pt x="234" y="388"/>
                    <a:pt x="267" y="437"/>
                    <a:pt x="303" y="489"/>
                  </a:cubicBezTo>
                  <a:cubicBezTo>
                    <a:pt x="384" y="623"/>
                    <a:pt x="453" y="760"/>
                    <a:pt x="537" y="893"/>
                  </a:cubicBezTo>
                  <a:cubicBezTo>
                    <a:pt x="655" y="1111"/>
                    <a:pt x="772" y="1329"/>
                    <a:pt x="925" y="1531"/>
                  </a:cubicBezTo>
                  <a:cubicBezTo>
                    <a:pt x="941" y="1568"/>
                    <a:pt x="958" y="1616"/>
                    <a:pt x="941" y="1685"/>
                  </a:cubicBezTo>
                  <a:lnTo>
                    <a:pt x="941" y="1952"/>
                  </a:lnTo>
                  <a:cubicBezTo>
                    <a:pt x="941" y="2073"/>
                    <a:pt x="958" y="2190"/>
                    <a:pt x="925" y="2323"/>
                  </a:cubicBezTo>
                  <a:cubicBezTo>
                    <a:pt x="925" y="2356"/>
                    <a:pt x="925" y="2408"/>
                    <a:pt x="941" y="2457"/>
                  </a:cubicBezTo>
                  <a:lnTo>
                    <a:pt x="941" y="2558"/>
                  </a:lnTo>
                  <a:cubicBezTo>
                    <a:pt x="941" y="2626"/>
                    <a:pt x="941" y="2659"/>
                    <a:pt x="909" y="2711"/>
                  </a:cubicBezTo>
                  <a:lnTo>
                    <a:pt x="909" y="2727"/>
                  </a:lnTo>
                  <a:lnTo>
                    <a:pt x="925" y="2727"/>
                  </a:lnTo>
                  <a:cubicBezTo>
                    <a:pt x="958" y="2679"/>
                    <a:pt x="974" y="2626"/>
                    <a:pt x="974" y="2558"/>
                  </a:cubicBezTo>
                  <a:cubicBezTo>
                    <a:pt x="974" y="2525"/>
                    <a:pt x="974" y="2493"/>
                    <a:pt x="958" y="2457"/>
                  </a:cubicBezTo>
                  <a:cubicBezTo>
                    <a:pt x="958" y="2408"/>
                    <a:pt x="941" y="2356"/>
                    <a:pt x="958" y="2323"/>
                  </a:cubicBezTo>
                  <a:cubicBezTo>
                    <a:pt x="974" y="2206"/>
                    <a:pt x="974" y="2073"/>
                    <a:pt x="974" y="1952"/>
                  </a:cubicBezTo>
                  <a:cubicBezTo>
                    <a:pt x="974" y="1871"/>
                    <a:pt x="958" y="1770"/>
                    <a:pt x="974" y="1685"/>
                  </a:cubicBezTo>
                  <a:cubicBezTo>
                    <a:pt x="974" y="1632"/>
                    <a:pt x="974" y="1568"/>
                    <a:pt x="941" y="1515"/>
                  </a:cubicBezTo>
                  <a:cubicBezTo>
                    <a:pt x="788" y="1313"/>
                    <a:pt x="671" y="1095"/>
                    <a:pt x="554" y="877"/>
                  </a:cubicBezTo>
                  <a:cubicBezTo>
                    <a:pt x="485" y="740"/>
                    <a:pt x="404" y="606"/>
                    <a:pt x="319" y="473"/>
                  </a:cubicBezTo>
                  <a:cubicBezTo>
                    <a:pt x="283" y="421"/>
                    <a:pt x="267" y="372"/>
                    <a:pt x="234" y="320"/>
                  </a:cubicBezTo>
                  <a:cubicBezTo>
                    <a:pt x="166" y="202"/>
                    <a:pt x="117" y="85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1087339" y="181357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1"/>
                  </a:moveTo>
                  <a:lnTo>
                    <a:pt x="0" y="17"/>
                  </a:lnTo>
                  <a:lnTo>
                    <a:pt x="0" y="235"/>
                  </a:lnTo>
                  <a:lnTo>
                    <a:pt x="0" y="825"/>
                  </a:lnTo>
                  <a:cubicBezTo>
                    <a:pt x="0" y="893"/>
                    <a:pt x="16" y="958"/>
                    <a:pt x="32" y="1011"/>
                  </a:cubicBezTo>
                  <a:lnTo>
                    <a:pt x="49" y="1027"/>
                  </a:lnTo>
                  <a:cubicBezTo>
                    <a:pt x="49" y="1011"/>
                    <a:pt x="65" y="1011"/>
                    <a:pt x="49" y="1011"/>
                  </a:cubicBezTo>
                  <a:cubicBezTo>
                    <a:pt x="32" y="958"/>
                    <a:pt x="32" y="893"/>
                    <a:pt x="32" y="825"/>
                  </a:cubicBezTo>
                  <a:lnTo>
                    <a:pt x="32" y="235"/>
                  </a:lnTo>
                  <a:lnTo>
                    <a:pt x="32" y="17"/>
                  </a:ln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1256191" y="1418854"/>
              <a:ext cx="244042" cy="251193"/>
            </a:xfrm>
            <a:custGeom>
              <a:avLst/>
              <a:gdLst/>
              <a:ahLst/>
              <a:cxnLst/>
              <a:rect l="l" t="t" r="r" b="b"/>
              <a:pathLst>
                <a:path w="2457" h="2529" extrusionOk="0">
                  <a:moveTo>
                    <a:pt x="1587" y="0"/>
                  </a:moveTo>
                  <a:cubicBezTo>
                    <a:pt x="1538" y="0"/>
                    <a:pt x="1482" y="18"/>
                    <a:pt x="1415" y="52"/>
                  </a:cubicBezTo>
                  <a:cubicBezTo>
                    <a:pt x="1011" y="287"/>
                    <a:pt x="587" y="525"/>
                    <a:pt x="102" y="791"/>
                  </a:cubicBezTo>
                  <a:cubicBezTo>
                    <a:pt x="33" y="828"/>
                    <a:pt x="1" y="860"/>
                    <a:pt x="1" y="929"/>
                  </a:cubicBezTo>
                  <a:cubicBezTo>
                    <a:pt x="17" y="1163"/>
                    <a:pt x="17" y="1418"/>
                    <a:pt x="17" y="1652"/>
                  </a:cubicBezTo>
                  <a:lnTo>
                    <a:pt x="17" y="2125"/>
                  </a:lnTo>
                  <a:lnTo>
                    <a:pt x="17" y="2189"/>
                  </a:lnTo>
                  <a:lnTo>
                    <a:pt x="33" y="2205"/>
                  </a:lnTo>
                  <a:cubicBezTo>
                    <a:pt x="33" y="2226"/>
                    <a:pt x="33" y="2226"/>
                    <a:pt x="49" y="2226"/>
                  </a:cubicBezTo>
                  <a:lnTo>
                    <a:pt x="49" y="2205"/>
                  </a:lnTo>
                  <a:lnTo>
                    <a:pt x="49" y="2173"/>
                  </a:lnTo>
                  <a:cubicBezTo>
                    <a:pt x="33" y="2157"/>
                    <a:pt x="33" y="2141"/>
                    <a:pt x="33" y="2125"/>
                  </a:cubicBezTo>
                  <a:lnTo>
                    <a:pt x="33" y="1652"/>
                  </a:lnTo>
                  <a:lnTo>
                    <a:pt x="33" y="929"/>
                  </a:lnTo>
                  <a:cubicBezTo>
                    <a:pt x="33" y="876"/>
                    <a:pt x="49" y="844"/>
                    <a:pt x="102" y="812"/>
                  </a:cubicBezTo>
                  <a:cubicBezTo>
                    <a:pt x="587" y="541"/>
                    <a:pt x="1027" y="307"/>
                    <a:pt x="1431" y="68"/>
                  </a:cubicBezTo>
                  <a:cubicBezTo>
                    <a:pt x="1490" y="35"/>
                    <a:pt x="1540" y="17"/>
                    <a:pt x="1582" y="17"/>
                  </a:cubicBezTo>
                  <a:cubicBezTo>
                    <a:pt x="1645" y="17"/>
                    <a:pt x="1693" y="57"/>
                    <a:pt x="1734" y="137"/>
                  </a:cubicBezTo>
                  <a:cubicBezTo>
                    <a:pt x="1936" y="472"/>
                    <a:pt x="2101" y="775"/>
                    <a:pt x="2303" y="1062"/>
                  </a:cubicBezTo>
                  <a:cubicBezTo>
                    <a:pt x="2388" y="1195"/>
                    <a:pt x="2425" y="1333"/>
                    <a:pt x="2425" y="1482"/>
                  </a:cubicBezTo>
                  <a:cubicBezTo>
                    <a:pt x="2404" y="1700"/>
                    <a:pt x="2404" y="1923"/>
                    <a:pt x="2404" y="2125"/>
                  </a:cubicBezTo>
                  <a:lnTo>
                    <a:pt x="2404" y="2375"/>
                  </a:lnTo>
                  <a:cubicBezTo>
                    <a:pt x="2404" y="2428"/>
                    <a:pt x="2404" y="2476"/>
                    <a:pt x="2388" y="2508"/>
                  </a:cubicBezTo>
                  <a:lnTo>
                    <a:pt x="2388" y="2529"/>
                  </a:lnTo>
                  <a:lnTo>
                    <a:pt x="2404" y="2529"/>
                  </a:lnTo>
                  <a:cubicBezTo>
                    <a:pt x="2441" y="2476"/>
                    <a:pt x="2441" y="2428"/>
                    <a:pt x="2441" y="2375"/>
                  </a:cubicBezTo>
                  <a:lnTo>
                    <a:pt x="2441" y="2125"/>
                  </a:lnTo>
                  <a:lnTo>
                    <a:pt x="2441" y="1482"/>
                  </a:lnTo>
                  <a:cubicBezTo>
                    <a:pt x="2457" y="1333"/>
                    <a:pt x="2404" y="1179"/>
                    <a:pt x="2324" y="1062"/>
                  </a:cubicBezTo>
                  <a:cubicBezTo>
                    <a:pt x="2138" y="759"/>
                    <a:pt x="1952" y="456"/>
                    <a:pt x="1766" y="121"/>
                  </a:cubicBezTo>
                  <a:cubicBezTo>
                    <a:pt x="1716" y="39"/>
                    <a:pt x="1659" y="0"/>
                    <a:pt x="15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1135809" y="2323605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49"/>
                    <a:pt x="17" y="85"/>
                    <a:pt x="17" y="117"/>
                  </a:cubicBezTo>
                  <a:lnTo>
                    <a:pt x="17" y="150"/>
                  </a:lnTo>
                  <a:lnTo>
                    <a:pt x="17" y="420"/>
                  </a:lnTo>
                  <a:cubicBezTo>
                    <a:pt x="17" y="554"/>
                    <a:pt x="17" y="707"/>
                    <a:pt x="33" y="857"/>
                  </a:cubicBezTo>
                  <a:cubicBezTo>
                    <a:pt x="33" y="857"/>
                    <a:pt x="33" y="873"/>
                    <a:pt x="49" y="873"/>
                  </a:cubicBezTo>
                  <a:lnTo>
                    <a:pt x="49" y="857"/>
                  </a:lnTo>
                  <a:cubicBezTo>
                    <a:pt x="33" y="707"/>
                    <a:pt x="49" y="554"/>
                    <a:pt x="49" y="420"/>
                  </a:cubicBezTo>
                  <a:lnTo>
                    <a:pt x="49" y="150"/>
                  </a:lnTo>
                  <a:lnTo>
                    <a:pt x="49" y="117"/>
                  </a:lnTo>
                  <a:cubicBezTo>
                    <a:pt x="49" y="85"/>
                    <a:pt x="49" y="32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1087339" y="2851617"/>
              <a:ext cx="6456" cy="93961"/>
            </a:xfrm>
            <a:custGeom>
              <a:avLst/>
              <a:gdLst/>
              <a:ahLst/>
              <a:cxnLst/>
              <a:rect l="l" t="t" r="r" b="b"/>
              <a:pathLst>
                <a:path w="65" h="946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53"/>
                    <a:pt x="16" y="85"/>
                    <a:pt x="16" y="122"/>
                  </a:cubicBezTo>
                  <a:lnTo>
                    <a:pt x="16" y="170"/>
                  </a:lnTo>
                  <a:lnTo>
                    <a:pt x="16" y="457"/>
                  </a:lnTo>
                  <a:cubicBezTo>
                    <a:pt x="16" y="606"/>
                    <a:pt x="16" y="776"/>
                    <a:pt x="32" y="929"/>
                  </a:cubicBezTo>
                  <a:cubicBezTo>
                    <a:pt x="32" y="946"/>
                    <a:pt x="32" y="946"/>
                    <a:pt x="49" y="946"/>
                  </a:cubicBezTo>
                  <a:cubicBezTo>
                    <a:pt x="49" y="946"/>
                    <a:pt x="65" y="946"/>
                    <a:pt x="65" y="929"/>
                  </a:cubicBezTo>
                  <a:cubicBezTo>
                    <a:pt x="32" y="776"/>
                    <a:pt x="49" y="606"/>
                    <a:pt x="49" y="457"/>
                  </a:cubicBezTo>
                  <a:lnTo>
                    <a:pt x="49" y="154"/>
                  </a:lnTo>
                  <a:lnTo>
                    <a:pt x="49" y="122"/>
                  </a:lnTo>
                  <a:cubicBezTo>
                    <a:pt x="49" y="85"/>
                    <a:pt x="49" y="37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1414714" y="1449247"/>
              <a:ext cx="85519" cy="240863"/>
            </a:xfrm>
            <a:custGeom>
              <a:avLst/>
              <a:gdLst/>
              <a:ahLst/>
              <a:cxnLst/>
              <a:rect l="l" t="t" r="r" b="b"/>
              <a:pathLst>
                <a:path w="861" h="2425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18"/>
                    <a:pt x="154" y="235"/>
                    <a:pt x="223" y="352"/>
                  </a:cubicBezTo>
                  <a:cubicBezTo>
                    <a:pt x="255" y="405"/>
                    <a:pt x="287" y="469"/>
                    <a:pt x="340" y="538"/>
                  </a:cubicBezTo>
                  <a:cubicBezTo>
                    <a:pt x="356" y="586"/>
                    <a:pt x="388" y="639"/>
                    <a:pt x="425" y="687"/>
                  </a:cubicBezTo>
                  <a:cubicBezTo>
                    <a:pt x="457" y="756"/>
                    <a:pt x="489" y="825"/>
                    <a:pt x="542" y="889"/>
                  </a:cubicBezTo>
                  <a:cubicBezTo>
                    <a:pt x="606" y="974"/>
                    <a:pt x="643" y="1075"/>
                    <a:pt x="627" y="1192"/>
                  </a:cubicBezTo>
                  <a:lnTo>
                    <a:pt x="627" y="1479"/>
                  </a:lnTo>
                  <a:cubicBezTo>
                    <a:pt x="627" y="1617"/>
                    <a:pt x="627" y="1766"/>
                    <a:pt x="606" y="1899"/>
                  </a:cubicBezTo>
                  <a:cubicBezTo>
                    <a:pt x="590" y="2000"/>
                    <a:pt x="659" y="2085"/>
                    <a:pt x="728" y="2170"/>
                  </a:cubicBezTo>
                  <a:cubicBezTo>
                    <a:pt x="792" y="2239"/>
                    <a:pt x="829" y="2324"/>
                    <a:pt x="829" y="2404"/>
                  </a:cubicBezTo>
                  <a:lnTo>
                    <a:pt x="845" y="2425"/>
                  </a:lnTo>
                  <a:lnTo>
                    <a:pt x="861" y="2404"/>
                  </a:lnTo>
                  <a:cubicBezTo>
                    <a:pt x="861" y="2303"/>
                    <a:pt x="808" y="2223"/>
                    <a:pt x="744" y="2154"/>
                  </a:cubicBezTo>
                  <a:cubicBezTo>
                    <a:pt x="675" y="2085"/>
                    <a:pt x="606" y="2000"/>
                    <a:pt x="627" y="1899"/>
                  </a:cubicBezTo>
                  <a:cubicBezTo>
                    <a:pt x="659" y="1766"/>
                    <a:pt x="659" y="1617"/>
                    <a:pt x="659" y="1479"/>
                  </a:cubicBezTo>
                  <a:cubicBezTo>
                    <a:pt x="643" y="1378"/>
                    <a:pt x="643" y="1293"/>
                    <a:pt x="659" y="1213"/>
                  </a:cubicBezTo>
                  <a:cubicBezTo>
                    <a:pt x="659" y="1059"/>
                    <a:pt x="643" y="958"/>
                    <a:pt x="558" y="873"/>
                  </a:cubicBezTo>
                  <a:cubicBezTo>
                    <a:pt x="505" y="809"/>
                    <a:pt x="473" y="740"/>
                    <a:pt x="441" y="671"/>
                  </a:cubicBezTo>
                  <a:cubicBezTo>
                    <a:pt x="404" y="623"/>
                    <a:pt x="388" y="570"/>
                    <a:pt x="356" y="522"/>
                  </a:cubicBezTo>
                  <a:cubicBezTo>
                    <a:pt x="304" y="453"/>
                    <a:pt x="271" y="405"/>
                    <a:pt x="239" y="336"/>
                  </a:cubicBezTo>
                  <a:cubicBezTo>
                    <a:pt x="170" y="219"/>
                    <a:pt x="102" y="102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2010167" y="3302950"/>
              <a:ext cx="3278" cy="33870"/>
            </a:xfrm>
            <a:custGeom>
              <a:avLst/>
              <a:gdLst/>
              <a:ahLst/>
              <a:cxnLst/>
              <a:rect l="l" t="t" r="r" b="b"/>
              <a:pathLst>
                <a:path w="33" h="341" extrusionOk="0">
                  <a:moveTo>
                    <a:pt x="17" y="1"/>
                  </a:moveTo>
                  <a:cubicBezTo>
                    <a:pt x="0" y="54"/>
                    <a:pt x="17" y="86"/>
                    <a:pt x="17" y="138"/>
                  </a:cubicBezTo>
                  <a:cubicBezTo>
                    <a:pt x="17" y="203"/>
                    <a:pt x="17" y="272"/>
                    <a:pt x="0" y="324"/>
                  </a:cubicBezTo>
                  <a:lnTo>
                    <a:pt x="0" y="340"/>
                  </a:lnTo>
                  <a:lnTo>
                    <a:pt x="17" y="340"/>
                  </a:lnTo>
                  <a:cubicBezTo>
                    <a:pt x="33" y="272"/>
                    <a:pt x="33" y="203"/>
                    <a:pt x="33" y="138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1416701" y="1754969"/>
              <a:ext cx="83532" cy="122070"/>
            </a:xfrm>
            <a:custGeom>
              <a:avLst/>
              <a:gdLst/>
              <a:ahLst/>
              <a:cxnLst/>
              <a:rect l="l" t="t" r="r" b="b"/>
              <a:pathLst>
                <a:path w="841" h="1229" extrusionOk="0">
                  <a:moveTo>
                    <a:pt x="1" y="1"/>
                  </a:moveTo>
                  <a:lnTo>
                    <a:pt x="1" y="33"/>
                  </a:lnTo>
                  <a:cubicBezTo>
                    <a:pt x="102" y="86"/>
                    <a:pt x="166" y="187"/>
                    <a:pt x="235" y="288"/>
                  </a:cubicBezTo>
                  <a:cubicBezTo>
                    <a:pt x="251" y="320"/>
                    <a:pt x="267" y="356"/>
                    <a:pt x="284" y="373"/>
                  </a:cubicBezTo>
                  <a:cubicBezTo>
                    <a:pt x="336" y="457"/>
                    <a:pt x="384" y="538"/>
                    <a:pt x="437" y="607"/>
                  </a:cubicBezTo>
                  <a:cubicBezTo>
                    <a:pt x="522" y="740"/>
                    <a:pt x="607" y="878"/>
                    <a:pt x="708" y="1011"/>
                  </a:cubicBezTo>
                  <a:cubicBezTo>
                    <a:pt x="724" y="1011"/>
                    <a:pt x="724" y="1027"/>
                    <a:pt x="724" y="1027"/>
                  </a:cubicBezTo>
                  <a:cubicBezTo>
                    <a:pt x="772" y="1096"/>
                    <a:pt x="809" y="1144"/>
                    <a:pt x="809" y="1213"/>
                  </a:cubicBezTo>
                  <a:cubicBezTo>
                    <a:pt x="809" y="1229"/>
                    <a:pt x="825" y="1229"/>
                    <a:pt x="825" y="1229"/>
                  </a:cubicBezTo>
                  <a:cubicBezTo>
                    <a:pt x="825" y="1229"/>
                    <a:pt x="841" y="1229"/>
                    <a:pt x="841" y="1213"/>
                  </a:cubicBezTo>
                  <a:cubicBezTo>
                    <a:pt x="841" y="1128"/>
                    <a:pt x="788" y="1080"/>
                    <a:pt x="740" y="1011"/>
                  </a:cubicBezTo>
                  <a:cubicBezTo>
                    <a:pt x="740" y="1011"/>
                    <a:pt x="740" y="995"/>
                    <a:pt x="724" y="995"/>
                  </a:cubicBezTo>
                  <a:cubicBezTo>
                    <a:pt x="639" y="861"/>
                    <a:pt x="554" y="724"/>
                    <a:pt x="453" y="591"/>
                  </a:cubicBezTo>
                  <a:cubicBezTo>
                    <a:pt x="405" y="522"/>
                    <a:pt x="352" y="437"/>
                    <a:pt x="304" y="356"/>
                  </a:cubicBezTo>
                  <a:cubicBezTo>
                    <a:pt x="284" y="336"/>
                    <a:pt x="267" y="304"/>
                    <a:pt x="251" y="272"/>
                  </a:cubicBezTo>
                  <a:cubicBezTo>
                    <a:pt x="183" y="171"/>
                    <a:pt x="134" y="70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2081979" y="2931871"/>
              <a:ext cx="103596" cy="269270"/>
            </a:xfrm>
            <a:custGeom>
              <a:avLst/>
              <a:gdLst/>
              <a:ahLst/>
              <a:cxnLst/>
              <a:rect l="l" t="t" r="r" b="b"/>
              <a:pathLst>
                <a:path w="1043" h="271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7" y="121"/>
                    <a:pt x="69" y="186"/>
                    <a:pt x="118" y="255"/>
                  </a:cubicBezTo>
                  <a:cubicBezTo>
                    <a:pt x="134" y="271"/>
                    <a:pt x="134" y="287"/>
                    <a:pt x="150" y="303"/>
                  </a:cubicBezTo>
                  <a:cubicBezTo>
                    <a:pt x="320" y="525"/>
                    <a:pt x="489" y="776"/>
                    <a:pt x="639" y="1010"/>
                  </a:cubicBezTo>
                  <a:cubicBezTo>
                    <a:pt x="724" y="1111"/>
                    <a:pt x="792" y="1232"/>
                    <a:pt x="877" y="1333"/>
                  </a:cubicBezTo>
                  <a:cubicBezTo>
                    <a:pt x="877" y="1350"/>
                    <a:pt x="877" y="1350"/>
                    <a:pt x="893" y="1366"/>
                  </a:cubicBezTo>
                  <a:cubicBezTo>
                    <a:pt x="909" y="1398"/>
                    <a:pt x="926" y="1434"/>
                    <a:pt x="978" y="1451"/>
                  </a:cubicBezTo>
                  <a:cubicBezTo>
                    <a:pt x="1010" y="1467"/>
                    <a:pt x="1010" y="1515"/>
                    <a:pt x="1010" y="1568"/>
                  </a:cubicBezTo>
                  <a:lnTo>
                    <a:pt x="1010" y="1786"/>
                  </a:lnTo>
                  <a:cubicBezTo>
                    <a:pt x="1027" y="1919"/>
                    <a:pt x="1027" y="2056"/>
                    <a:pt x="1010" y="2174"/>
                  </a:cubicBezTo>
                  <a:lnTo>
                    <a:pt x="1010" y="2578"/>
                  </a:lnTo>
                  <a:lnTo>
                    <a:pt x="1010" y="2594"/>
                  </a:lnTo>
                  <a:cubicBezTo>
                    <a:pt x="1027" y="2626"/>
                    <a:pt x="1027" y="2662"/>
                    <a:pt x="994" y="2695"/>
                  </a:cubicBezTo>
                  <a:lnTo>
                    <a:pt x="994" y="2711"/>
                  </a:lnTo>
                  <a:lnTo>
                    <a:pt x="1010" y="2711"/>
                  </a:lnTo>
                  <a:cubicBezTo>
                    <a:pt x="1043" y="2679"/>
                    <a:pt x="1043" y="2626"/>
                    <a:pt x="1043" y="2578"/>
                  </a:cubicBezTo>
                  <a:lnTo>
                    <a:pt x="1043" y="2561"/>
                  </a:lnTo>
                  <a:cubicBezTo>
                    <a:pt x="1027" y="2444"/>
                    <a:pt x="1027" y="2307"/>
                    <a:pt x="1043" y="2174"/>
                  </a:cubicBezTo>
                  <a:lnTo>
                    <a:pt x="1043" y="1786"/>
                  </a:lnTo>
                  <a:lnTo>
                    <a:pt x="1043" y="1568"/>
                  </a:lnTo>
                  <a:cubicBezTo>
                    <a:pt x="1043" y="1515"/>
                    <a:pt x="1043" y="1451"/>
                    <a:pt x="978" y="1434"/>
                  </a:cubicBezTo>
                  <a:cubicBezTo>
                    <a:pt x="942" y="1414"/>
                    <a:pt x="926" y="1382"/>
                    <a:pt x="909" y="1350"/>
                  </a:cubicBezTo>
                  <a:cubicBezTo>
                    <a:pt x="909" y="1333"/>
                    <a:pt x="893" y="1333"/>
                    <a:pt x="893" y="1313"/>
                  </a:cubicBezTo>
                  <a:cubicBezTo>
                    <a:pt x="808" y="1212"/>
                    <a:pt x="740" y="1095"/>
                    <a:pt x="675" y="994"/>
                  </a:cubicBezTo>
                  <a:cubicBezTo>
                    <a:pt x="505" y="760"/>
                    <a:pt x="336" y="505"/>
                    <a:pt x="170" y="287"/>
                  </a:cubicBezTo>
                  <a:cubicBezTo>
                    <a:pt x="150" y="271"/>
                    <a:pt x="150" y="255"/>
                    <a:pt x="134" y="239"/>
                  </a:cubicBezTo>
                  <a:cubicBezTo>
                    <a:pt x="85" y="170"/>
                    <a:pt x="33" y="101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1384619" y="1846944"/>
              <a:ext cx="5364" cy="100318"/>
            </a:xfrm>
            <a:custGeom>
              <a:avLst/>
              <a:gdLst/>
              <a:ahLst/>
              <a:cxnLst/>
              <a:rect l="l" t="t" r="r" b="b"/>
              <a:pathLst>
                <a:path w="54" h="1010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17"/>
                    <a:pt x="21" y="218"/>
                    <a:pt x="21" y="319"/>
                  </a:cubicBezTo>
                  <a:cubicBezTo>
                    <a:pt x="1" y="388"/>
                    <a:pt x="1" y="457"/>
                    <a:pt x="21" y="521"/>
                  </a:cubicBezTo>
                  <a:lnTo>
                    <a:pt x="21" y="691"/>
                  </a:lnTo>
                  <a:cubicBezTo>
                    <a:pt x="1" y="792"/>
                    <a:pt x="1" y="893"/>
                    <a:pt x="21" y="994"/>
                  </a:cubicBezTo>
                  <a:cubicBezTo>
                    <a:pt x="21" y="1010"/>
                    <a:pt x="37" y="1010"/>
                    <a:pt x="37" y="1010"/>
                  </a:cubicBezTo>
                  <a:cubicBezTo>
                    <a:pt x="53" y="1010"/>
                    <a:pt x="53" y="994"/>
                    <a:pt x="53" y="994"/>
                  </a:cubicBezTo>
                  <a:cubicBezTo>
                    <a:pt x="37" y="893"/>
                    <a:pt x="37" y="792"/>
                    <a:pt x="37" y="707"/>
                  </a:cubicBezTo>
                  <a:lnTo>
                    <a:pt x="37" y="521"/>
                  </a:lnTo>
                  <a:lnTo>
                    <a:pt x="37" y="319"/>
                  </a:lnTo>
                  <a:cubicBezTo>
                    <a:pt x="37" y="218"/>
                    <a:pt x="37" y="117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1251026" y="2343669"/>
              <a:ext cx="162198" cy="187029"/>
            </a:xfrm>
            <a:custGeom>
              <a:avLst/>
              <a:gdLst/>
              <a:ahLst/>
              <a:cxnLst/>
              <a:rect l="l" t="t" r="r" b="b"/>
              <a:pathLst>
                <a:path w="1633" h="1883" extrusionOk="0">
                  <a:moveTo>
                    <a:pt x="1616" y="0"/>
                  </a:moveTo>
                  <a:cubicBezTo>
                    <a:pt x="1483" y="32"/>
                    <a:pt x="1346" y="101"/>
                    <a:pt x="1228" y="166"/>
                  </a:cubicBezTo>
                  <a:cubicBezTo>
                    <a:pt x="1164" y="202"/>
                    <a:pt x="1095" y="234"/>
                    <a:pt x="1026" y="251"/>
                  </a:cubicBezTo>
                  <a:cubicBezTo>
                    <a:pt x="841" y="335"/>
                    <a:pt x="659" y="420"/>
                    <a:pt x="473" y="521"/>
                  </a:cubicBezTo>
                  <a:cubicBezTo>
                    <a:pt x="356" y="570"/>
                    <a:pt x="235" y="622"/>
                    <a:pt x="117" y="691"/>
                  </a:cubicBezTo>
                  <a:cubicBezTo>
                    <a:pt x="69" y="707"/>
                    <a:pt x="17" y="723"/>
                    <a:pt x="17" y="808"/>
                  </a:cubicBezTo>
                  <a:lnTo>
                    <a:pt x="17" y="1297"/>
                  </a:lnTo>
                  <a:cubicBezTo>
                    <a:pt x="17" y="1462"/>
                    <a:pt x="0" y="1632"/>
                    <a:pt x="0" y="1802"/>
                  </a:cubicBezTo>
                  <a:cubicBezTo>
                    <a:pt x="0" y="1818"/>
                    <a:pt x="17" y="1834"/>
                    <a:pt x="17" y="1850"/>
                  </a:cubicBezTo>
                  <a:lnTo>
                    <a:pt x="17" y="1883"/>
                  </a:lnTo>
                  <a:lnTo>
                    <a:pt x="33" y="1883"/>
                  </a:lnTo>
                  <a:cubicBezTo>
                    <a:pt x="218" y="1818"/>
                    <a:pt x="404" y="1749"/>
                    <a:pt x="574" y="1664"/>
                  </a:cubicBezTo>
                  <a:cubicBezTo>
                    <a:pt x="659" y="1632"/>
                    <a:pt x="760" y="1600"/>
                    <a:pt x="841" y="1563"/>
                  </a:cubicBezTo>
                  <a:cubicBezTo>
                    <a:pt x="925" y="1531"/>
                    <a:pt x="1010" y="1499"/>
                    <a:pt x="1079" y="1446"/>
                  </a:cubicBezTo>
                  <a:cubicBezTo>
                    <a:pt x="1265" y="1378"/>
                    <a:pt x="1447" y="1297"/>
                    <a:pt x="1632" y="1228"/>
                  </a:cubicBezTo>
                  <a:lnTo>
                    <a:pt x="1632" y="1212"/>
                  </a:lnTo>
                  <a:lnTo>
                    <a:pt x="1616" y="1212"/>
                  </a:lnTo>
                  <a:cubicBezTo>
                    <a:pt x="1430" y="1277"/>
                    <a:pt x="1245" y="1345"/>
                    <a:pt x="1079" y="1430"/>
                  </a:cubicBezTo>
                  <a:cubicBezTo>
                    <a:pt x="994" y="1462"/>
                    <a:pt x="909" y="1499"/>
                    <a:pt x="824" y="1531"/>
                  </a:cubicBezTo>
                  <a:cubicBezTo>
                    <a:pt x="740" y="1563"/>
                    <a:pt x="659" y="1616"/>
                    <a:pt x="574" y="1648"/>
                  </a:cubicBezTo>
                  <a:cubicBezTo>
                    <a:pt x="404" y="1717"/>
                    <a:pt x="218" y="1802"/>
                    <a:pt x="53" y="1850"/>
                  </a:cubicBezTo>
                  <a:lnTo>
                    <a:pt x="33" y="1850"/>
                  </a:lnTo>
                  <a:lnTo>
                    <a:pt x="33" y="1802"/>
                  </a:lnTo>
                  <a:lnTo>
                    <a:pt x="33" y="1297"/>
                  </a:lnTo>
                  <a:cubicBezTo>
                    <a:pt x="33" y="1127"/>
                    <a:pt x="53" y="974"/>
                    <a:pt x="53" y="808"/>
                  </a:cubicBezTo>
                  <a:cubicBezTo>
                    <a:pt x="53" y="739"/>
                    <a:pt x="69" y="723"/>
                    <a:pt x="134" y="707"/>
                  </a:cubicBezTo>
                  <a:cubicBezTo>
                    <a:pt x="255" y="655"/>
                    <a:pt x="372" y="590"/>
                    <a:pt x="489" y="537"/>
                  </a:cubicBezTo>
                  <a:cubicBezTo>
                    <a:pt x="659" y="453"/>
                    <a:pt x="841" y="352"/>
                    <a:pt x="1043" y="287"/>
                  </a:cubicBezTo>
                  <a:cubicBezTo>
                    <a:pt x="1111" y="251"/>
                    <a:pt x="1180" y="218"/>
                    <a:pt x="1228" y="186"/>
                  </a:cubicBezTo>
                  <a:cubicBezTo>
                    <a:pt x="1366" y="133"/>
                    <a:pt x="1499" y="65"/>
                    <a:pt x="1632" y="32"/>
                  </a:cubicBezTo>
                  <a:lnTo>
                    <a:pt x="1632" y="16"/>
                  </a:lnTo>
                  <a:cubicBezTo>
                    <a:pt x="1632" y="16"/>
                    <a:pt x="1632" y="0"/>
                    <a:pt x="16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985431" y="2224876"/>
              <a:ext cx="4867" cy="87108"/>
            </a:xfrm>
            <a:custGeom>
              <a:avLst/>
              <a:gdLst/>
              <a:ahLst/>
              <a:cxnLst/>
              <a:rect l="l" t="t" r="r" b="b"/>
              <a:pathLst>
                <a:path w="49" h="877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0"/>
                    <a:pt x="16" y="303"/>
                    <a:pt x="0" y="453"/>
                  </a:cubicBezTo>
                  <a:lnTo>
                    <a:pt x="0" y="723"/>
                  </a:lnTo>
                  <a:lnTo>
                    <a:pt x="0" y="756"/>
                  </a:lnTo>
                  <a:cubicBezTo>
                    <a:pt x="0" y="792"/>
                    <a:pt x="0" y="841"/>
                    <a:pt x="32" y="877"/>
                  </a:cubicBezTo>
                  <a:lnTo>
                    <a:pt x="49" y="877"/>
                  </a:lnTo>
                  <a:lnTo>
                    <a:pt x="49" y="857"/>
                  </a:lnTo>
                  <a:cubicBezTo>
                    <a:pt x="32" y="824"/>
                    <a:pt x="32" y="792"/>
                    <a:pt x="32" y="756"/>
                  </a:cubicBezTo>
                  <a:lnTo>
                    <a:pt x="32" y="723"/>
                  </a:lnTo>
                  <a:lnTo>
                    <a:pt x="32" y="453"/>
                  </a:lnTo>
                  <a:cubicBezTo>
                    <a:pt x="32" y="303"/>
                    <a:pt x="32" y="15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2080390" y="3329867"/>
              <a:ext cx="108860" cy="148988"/>
            </a:xfrm>
            <a:custGeom>
              <a:avLst/>
              <a:gdLst/>
              <a:ahLst/>
              <a:cxnLst/>
              <a:rect l="l" t="t" r="r" b="b"/>
              <a:pathLst>
                <a:path w="1096" h="1500" extrusionOk="0">
                  <a:moveTo>
                    <a:pt x="0" y="1"/>
                  </a:moveTo>
                  <a:cubicBezTo>
                    <a:pt x="17" y="102"/>
                    <a:pt x="65" y="170"/>
                    <a:pt x="134" y="219"/>
                  </a:cubicBezTo>
                  <a:cubicBezTo>
                    <a:pt x="150" y="255"/>
                    <a:pt x="166" y="271"/>
                    <a:pt x="186" y="287"/>
                  </a:cubicBezTo>
                  <a:cubicBezTo>
                    <a:pt x="267" y="388"/>
                    <a:pt x="336" y="473"/>
                    <a:pt x="420" y="574"/>
                  </a:cubicBezTo>
                  <a:cubicBezTo>
                    <a:pt x="570" y="776"/>
                    <a:pt x="740" y="994"/>
                    <a:pt x="925" y="1196"/>
                  </a:cubicBezTo>
                  <a:cubicBezTo>
                    <a:pt x="1010" y="1297"/>
                    <a:pt x="1059" y="1366"/>
                    <a:pt x="1010" y="1483"/>
                  </a:cubicBezTo>
                  <a:lnTo>
                    <a:pt x="1010" y="1499"/>
                  </a:lnTo>
                  <a:lnTo>
                    <a:pt x="1026" y="1499"/>
                  </a:lnTo>
                  <a:cubicBezTo>
                    <a:pt x="1095" y="1366"/>
                    <a:pt x="1026" y="1265"/>
                    <a:pt x="942" y="1180"/>
                  </a:cubicBezTo>
                  <a:cubicBezTo>
                    <a:pt x="756" y="978"/>
                    <a:pt x="606" y="760"/>
                    <a:pt x="437" y="558"/>
                  </a:cubicBezTo>
                  <a:cubicBezTo>
                    <a:pt x="352" y="457"/>
                    <a:pt x="287" y="372"/>
                    <a:pt x="202" y="271"/>
                  </a:cubicBezTo>
                  <a:cubicBezTo>
                    <a:pt x="186" y="255"/>
                    <a:pt x="166" y="219"/>
                    <a:pt x="150" y="203"/>
                  </a:cubicBezTo>
                  <a:cubicBezTo>
                    <a:pt x="85" y="154"/>
                    <a:pt x="33" y="102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1088928" y="3702633"/>
              <a:ext cx="4867" cy="31784"/>
            </a:xfrm>
            <a:custGeom>
              <a:avLst/>
              <a:gdLst/>
              <a:ahLst/>
              <a:cxnLst/>
              <a:rect l="l" t="t" r="r" b="b"/>
              <a:pathLst>
                <a:path w="49" h="32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85"/>
                    <a:pt x="16" y="154"/>
                    <a:pt x="16" y="202"/>
                  </a:cubicBezTo>
                  <a:lnTo>
                    <a:pt x="16" y="303"/>
                  </a:lnTo>
                  <a:cubicBezTo>
                    <a:pt x="16" y="320"/>
                    <a:pt x="16" y="320"/>
                    <a:pt x="33" y="320"/>
                  </a:cubicBezTo>
                  <a:cubicBezTo>
                    <a:pt x="33" y="320"/>
                    <a:pt x="49" y="320"/>
                    <a:pt x="49" y="303"/>
                  </a:cubicBezTo>
                  <a:cubicBezTo>
                    <a:pt x="33" y="271"/>
                    <a:pt x="49" y="239"/>
                    <a:pt x="49" y="202"/>
                  </a:cubicBezTo>
                  <a:cubicBezTo>
                    <a:pt x="49" y="138"/>
                    <a:pt x="49" y="69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1411536" y="2723190"/>
              <a:ext cx="63469" cy="160609"/>
            </a:xfrm>
            <a:custGeom>
              <a:avLst/>
              <a:gdLst/>
              <a:ahLst/>
              <a:cxnLst/>
              <a:rect l="l" t="t" r="r" b="b"/>
              <a:pathLst>
                <a:path w="639" h="161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81"/>
                    <a:pt x="69" y="134"/>
                    <a:pt x="117" y="166"/>
                  </a:cubicBezTo>
                  <a:cubicBezTo>
                    <a:pt x="154" y="203"/>
                    <a:pt x="186" y="219"/>
                    <a:pt x="202" y="251"/>
                  </a:cubicBezTo>
                  <a:cubicBezTo>
                    <a:pt x="218" y="267"/>
                    <a:pt x="218" y="283"/>
                    <a:pt x="235" y="304"/>
                  </a:cubicBezTo>
                  <a:cubicBezTo>
                    <a:pt x="303" y="384"/>
                    <a:pt x="372" y="485"/>
                    <a:pt x="473" y="554"/>
                  </a:cubicBezTo>
                  <a:cubicBezTo>
                    <a:pt x="574" y="655"/>
                    <a:pt x="622" y="756"/>
                    <a:pt x="606" y="910"/>
                  </a:cubicBezTo>
                  <a:lnTo>
                    <a:pt x="606" y="1314"/>
                  </a:lnTo>
                  <a:lnTo>
                    <a:pt x="606" y="1447"/>
                  </a:lnTo>
                  <a:lnTo>
                    <a:pt x="606" y="1463"/>
                  </a:lnTo>
                  <a:cubicBezTo>
                    <a:pt x="606" y="1516"/>
                    <a:pt x="606" y="1548"/>
                    <a:pt x="574" y="1596"/>
                  </a:cubicBezTo>
                  <a:cubicBezTo>
                    <a:pt x="574" y="1596"/>
                    <a:pt x="574" y="1617"/>
                    <a:pt x="590" y="1617"/>
                  </a:cubicBezTo>
                  <a:lnTo>
                    <a:pt x="606" y="1617"/>
                  </a:lnTo>
                  <a:cubicBezTo>
                    <a:pt x="638" y="1564"/>
                    <a:pt x="638" y="1516"/>
                    <a:pt x="638" y="1463"/>
                  </a:cubicBezTo>
                  <a:lnTo>
                    <a:pt x="638" y="1447"/>
                  </a:lnTo>
                  <a:cubicBezTo>
                    <a:pt x="638" y="1415"/>
                    <a:pt x="622" y="1362"/>
                    <a:pt x="622" y="1314"/>
                  </a:cubicBezTo>
                  <a:cubicBezTo>
                    <a:pt x="622" y="1176"/>
                    <a:pt x="622" y="1043"/>
                    <a:pt x="638" y="910"/>
                  </a:cubicBezTo>
                  <a:cubicBezTo>
                    <a:pt x="638" y="756"/>
                    <a:pt x="590" y="639"/>
                    <a:pt x="489" y="538"/>
                  </a:cubicBezTo>
                  <a:cubicBezTo>
                    <a:pt x="404" y="453"/>
                    <a:pt x="319" y="368"/>
                    <a:pt x="255" y="283"/>
                  </a:cubicBezTo>
                  <a:cubicBezTo>
                    <a:pt x="255" y="267"/>
                    <a:pt x="235" y="251"/>
                    <a:pt x="218" y="235"/>
                  </a:cubicBezTo>
                  <a:cubicBezTo>
                    <a:pt x="202" y="203"/>
                    <a:pt x="170" y="166"/>
                    <a:pt x="134" y="150"/>
                  </a:cubicBezTo>
                  <a:cubicBezTo>
                    <a:pt x="85" y="118"/>
                    <a:pt x="33" y="65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1719245" y="1631409"/>
              <a:ext cx="8542" cy="76778"/>
            </a:xfrm>
            <a:custGeom>
              <a:avLst/>
              <a:gdLst/>
              <a:ahLst/>
              <a:cxnLst/>
              <a:rect l="l" t="t" r="r" b="b"/>
              <a:pathLst>
                <a:path w="86" h="773" extrusionOk="0">
                  <a:moveTo>
                    <a:pt x="65" y="1"/>
                  </a:moveTo>
                  <a:cubicBezTo>
                    <a:pt x="17" y="33"/>
                    <a:pt x="17" y="65"/>
                    <a:pt x="17" y="118"/>
                  </a:cubicBezTo>
                  <a:lnTo>
                    <a:pt x="17" y="134"/>
                  </a:lnTo>
                  <a:lnTo>
                    <a:pt x="17" y="607"/>
                  </a:lnTo>
                  <a:lnTo>
                    <a:pt x="17" y="623"/>
                  </a:lnTo>
                  <a:cubicBezTo>
                    <a:pt x="17" y="671"/>
                    <a:pt x="17" y="708"/>
                    <a:pt x="1" y="756"/>
                  </a:cubicBezTo>
                  <a:lnTo>
                    <a:pt x="1" y="772"/>
                  </a:lnTo>
                  <a:lnTo>
                    <a:pt x="17" y="772"/>
                  </a:lnTo>
                  <a:cubicBezTo>
                    <a:pt x="49" y="724"/>
                    <a:pt x="49" y="671"/>
                    <a:pt x="49" y="623"/>
                  </a:cubicBezTo>
                  <a:lnTo>
                    <a:pt x="49" y="607"/>
                  </a:lnTo>
                  <a:lnTo>
                    <a:pt x="49" y="134"/>
                  </a:lnTo>
                  <a:lnTo>
                    <a:pt x="49" y="118"/>
                  </a:lnTo>
                  <a:cubicBezTo>
                    <a:pt x="49" y="65"/>
                    <a:pt x="49" y="49"/>
                    <a:pt x="85" y="33"/>
                  </a:cubicBezTo>
                  <a:lnTo>
                    <a:pt x="85" y="17"/>
                  </a:lnTo>
                  <a:cubicBezTo>
                    <a:pt x="85" y="1"/>
                    <a:pt x="85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1923059" y="2265003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69" y="0"/>
                  </a:moveTo>
                  <a:cubicBezTo>
                    <a:pt x="53" y="0"/>
                    <a:pt x="53" y="0"/>
                    <a:pt x="53" y="17"/>
                  </a:cubicBezTo>
                  <a:cubicBezTo>
                    <a:pt x="1" y="150"/>
                    <a:pt x="1" y="271"/>
                    <a:pt x="118" y="404"/>
                  </a:cubicBezTo>
                  <a:cubicBezTo>
                    <a:pt x="219" y="538"/>
                    <a:pt x="288" y="675"/>
                    <a:pt x="372" y="824"/>
                  </a:cubicBezTo>
                  <a:cubicBezTo>
                    <a:pt x="405" y="877"/>
                    <a:pt x="437" y="942"/>
                    <a:pt x="490" y="1010"/>
                  </a:cubicBezTo>
                  <a:cubicBezTo>
                    <a:pt x="659" y="1313"/>
                    <a:pt x="841" y="1600"/>
                    <a:pt x="1027" y="1903"/>
                  </a:cubicBezTo>
                  <a:lnTo>
                    <a:pt x="1043" y="1935"/>
                  </a:lnTo>
                  <a:cubicBezTo>
                    <a:pt x="1112" y="2036"/>
                    <a:pt x="1180" y="2154"/>
                    <a:pt x="1245" y="2254"/>
                  </a:cubicBezTo>
                  <a:cubicBezTo>
                    <a:pt x="1265" y="2271"/>
                    <a:pt x="1265" y="2291"/>
                    <a:pt x="1265" y="2307"/>
                  </a:cubicBezTo>
                  <a:lnTo>
                    <a:pt x="1265" y="2541"/>
                  </a:lnTo>
                  <a:cubicBezTo>
                    <a:pt x="1265" y="2658"/>
                    <a:pt x="1265" y="2759"/>
                    <a:pt x="1245" y="2877"/>
                  </a:cubicBezTo>
                  <a:cubicBezTo>
                    <a:pt x="1229" y="2978"/>
                    <a:pt x="1281" y="3079"/>
                    <a:pt x="1399" y="3147"/>
                  </a:cubicBezTo>
                  <a:lnTo>
                    <a:pt x="1415" y="3147"/>
                  </a:lnTo>
                  <a:cubicBezTo>
                    <a:pt x="1415" y="3131"/>
                    <a:pt x="1415" y="3131"/>
                    <a:pt x="1399" y="3131"/>
                  </a:cubicBezTo>
                  <a:cubicBezTo>
                    <a:pt x="1298" y="3062"/>
                    <a:pt x="1245" y="2961"/>
                    <a:pt x="1265" y="2877"/>
                  </a:cubicBezTo>
                  <a:cubicBezTo>
                    <a:pt x="1298" y="2759"/>
                    <a:pt x="1298" y="2658"/>
                    <a:pt x="1281" y="2541"/>
                  </a:cubicBezTo>
                  <a:cubicBezTo>
                    <a:pt x="1281" y="2473"/>
                    <a:pt x="1281" y="2392"/>
                    <a:pt x="1298" y="2307"/>
                  </a:cubicBezTo>
                  <a:cubicBezTo>
                    <a:pt x="1298" y="2291"/>
                    <a:pt x="1281" y="2254"/>
                    <a:pt x="1265" y="2238"/>
                  </a:cubicBezTo>
                  <a:cubicBezTo>
                    <a:pt x="1197" y="2137"/>
                    <a:pt x="1128" y="2036"/>
                    <a:pt x="1079" y="1919"/>
                  </a:cubicBezTo>
                  <a:lnTo>
                    <a:pt x="1043" y="1887"/>
                  </a:lnTo>
                  <a:cubicBezTo>
                    <a:pt x="861" y="1584"/>
                    <a:pt x="692" y="1297"/>
                    <a:pt x="506" y="994"/>
                  </a:cubicBezTo>
                  <a:cubicBezTo>
                    <a:pt x="473" y="925"/>
                    <a:pt x="437" y="877"/>
                    <a:pt x="389" y="808"/>
                  </a:cubicBezTo>
                  <a:cubicBezTo>
                    <a:pt x="320" y="655"/>
                    <a:pt x="235" y="521"/>
                    <a:pt x="134" y="388"/>
                  </a:cubicBezTo>
                  <a:cubicBezTo>
                    <a:pt x="33" y="271"/>
                    <a:pt x="33" y="150"/>
                    <a:pt x="69" y="17"/>
                  </a:cubicBezTo>
                  <a:cubicBezTo>
                    <a:pt x="86" y="17"/>
                    <a:pt x="69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851343" y="2432267"/>
              <a:ext cx="358067" cy="274137"/>
            </a:xfrm>
            <a:custGeom>
              <a:avLst/>
              <a:gdLst/>
              <a:ahLst/>
              <a:cxnLst/>
              <a:rect l="l" t="t" r="r" b="b"/>
              <a:pathLst>
                <a:path w="3605" h="2760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lnTo>
                    <a:pt x="3588" y="639"/>
                  </a:lnTo>
                  <a:lnTo>
                    <a:pt x="3588" y="1092"/>
                  </a:lnTo>
                  <a:cubicBezTo>
                    <a:pt x="3588" y="1160"/>
                    <a:pt x="3588" y="1193"/>
                    <a:pt x="3487" y="1229"/>
                  </a:cubicBezTo>
                  <a:cubicBezTo>
                    <a:pt x="3301" y="1294"/>
                    <a:pt x="3115" y="1378"/>
                    <a:pt x="2946" y="1463"/>
                  </a:cubicBezTo>
                  <a:cubicBezTo>
                    <a:pt x="2845" y="1496"/>
                    <a:pt x="2764" y="1548"/>
                    <a:pt x="2663" y="1580"/>
                  </a:cubicBezTo>
                  <a:cubicBezTo>
                    <a:pt x="2376" y="1718"/>
                    <a:pt x="2089" y="1835"/>
                    <a:pt x="1803" y="1952"/>
                  </a:cubicBezTo>
                  <a:cubicBezTo>
                    <a:pt x="1516" y="2085"/>
                    <a:pt x="1213" y="2203"/>
                    <a:pt x="910" y="2340"/>
                  </a:cubicBezTo>
                  <a:cubicBezTo>
                    <a:pt x="659" y="2441"/>
                    <a:pt x="405" y="2558"/>
                    <a:pt x="154" y="2675"/>
                  </a:cubicBezTo>
                  <a:lnTo>
                    <a:pt x="102" y="2675"/>
                  </a:lnTo>
                  <a:cubicBezTo>
                    <a:pt x="70" y="2691"/>
                    <a:pt x="37" y="2691"/>
                    <a:pt x="1" y="2744"/>
                  </a:cubicBezTo>
                  <a:cubicBezTo>
                    <a:pt x="1" y="2744"/>
                    <a:pt x="1" y="2760"/>
                    <a:pt x="17" y="2760"/>
                  </a:cubicBezTo>
                  <a:lnTo>
                    <a:pt x="37" y="2760"/>
                  </a:lnTo>
                  <a:cubicBezTo>
                    <a:pt x="53" y="2728"/>
                    <a:pt x="70" y="2707"/>
                    <a:pt x="118" y="2707"/>
                  </a:cubicBezTo>
                  <a:cubicBezTo>
                    <a:pt x="138" y="2707"/>
                    <a:pt x="154" y="2707"/>
                    <a:pt x="171" y="2691"/>
                  </a:cubicBezTo>
                  <a:cubicBezTo>
                    <a:pt x="405" y="2590"/>
                    <a:pt x="659" y="2473"/>
                    <a:pt x="926" y="2356"/>
                  </a:cubicBezTo>
                  <a:cubicBezTo>
                    <a:pt x="1229" y="2223"/>
                    <a:pt x="1516" y="2102"/>
                    <a:pt x="1819" y="1984"/>
                  </a:cubicBezTo>
                  <a:cubicBezTo>
                    <a:pt x="2106" y="1851"/>
                    <a:pt x="2392" y="1734"/>
                    <a:pt x="2679" y="1617"/>
                  </a:cubicBezTo>
                  <a:cubicBezTo>
                    <a:pt x="2764" y="1564"/>
                    <a:pt x="2865" y="1532"/>
                    <a:pt x="2946" y="1479"/>
                  </a:cubicBezTo>
                  <a:cubicBezTo>
                    <a:pt x="3132" y="1415"/>
                    <a:pt x="3317" y="1330"/>
                    <a:pt x="3503" y="1261"/>
                  </a:cubicBezTo>
                  <a:cubicBezTo>
                    <a:pt x="3604" y="1213"/>
                    <a:pt x="3604" y="1160"/>
                    <a:pt x="3604" y="1092"/>
                  </a:cubicBezTo>
                  <a:lnTo>
                    <a:pt x="3604" y="639"/>
                  </a:lnTo>
                  <a:lnTo>
                    <a:pt x="3604" y="17"/>
                  </a:lnTo>
                  <a:lnTo>
                    <a:pt x="36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931597" y="3084335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37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17" y="202"/>
                  </a:lnTo>
                  <a:cubicBezTo>
                    <a:pt x="17" y="368"/>
                    <a:pt x="1" y="538"/>
                    <a:pt x="1" y="707"/>
                  </a:cubicBezTo>
                  <a:lnTo>
                    <a:pt x="1" y="756"/>
                  </a:lnTo>
                  <a:cubicBezTo>
                    <a:pt x="1" y="808"/>
                    <a:pt x="1" y="873"/>
                    <a:pt x="37" y="925"/>
                  </a:cubicBezTo>
                  <a:lnTo>
                    <a:pt x="53" y="925"/>
                  </a:lnTo>
                  <a:lnTo>
                    <a:pt x="53" y="909"/>
                  </a:lnTo>
                  <a:cubicBezTo>
                    <a:pt x="17" y="857"/>
                    <a:pt x="37" y="808"/>
                    <a:pt x="37" y="756"/>
                  </a:cubicBezTo>
                  <a:lnTo>
                    <a:pt x="37" y="707"/>
                  </a:lnTo>
                  <a:lnTo>
                    <a:pt x="37" y="202"/>
                  </a:lnTo>
                  <a:cubicBezTo>
                    <a:pt x="37" y="134"/>
                    <a:pt x="53" y="65"/>
                    <a:pt x="53" y="17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2080390" y="2649391"/>
              <a:ext cx="108860" cy="250895"/>
            </a:xfrm>
            <a:custGeom>
              <a:avLst/>
              <a:gdLst/>
              <a:ahLst/>
              <a:cxnLst/>
              <a:rect l="l" t="t" r="r" b="b"/>
              <a:pathLst>
                <a:path w="1096" h="2526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33" y="118"/>
                    <a:pt x="65" y="186"/>
                    <a:pt x="117" y="255"/>
                  </a:cubicBezTo>
                  <a:cubicBezTo>
                    <a:pt x="134" y="271"/>
                    <a:pt x="150" y="287"/>
                    <a:pt x="166" y="320"/>
                  </a:cubicBezTo>
                  <a:cubicBezTo>
                    <a:pt x="235" y="420"/>
                    <a:pt x="303" y="542"/>
                    <a:pt x="368" y="643"/>
                  </a:cubicBezTo>
                  <a:cubicBezTo>
                    <a:pt x="505" y="861"/>
                    <a:pt x="655" y="1079"/>
                    <a:pt x="792" y="1297"/>
                  </a:cubicBezTo>
                  <a:cubicBezTo>
                    <a:pt x="808" y="1350"/>
                    <a:pt x="841" y="1398"/>
                    <a:pt x="873" y="1430"/>
                  </a:cubicBezTo>
                  <a:cubicBezTo>
                    <a:pt x="974" y="1552"/>
                    <a:pt x="1075" y="1685"/>
                    <a:pt x="1026" y="1855"/>
                  </a:cubicBezTo>
                  <a:cubicBezTo>
                    <a:pt x="1010" y="1871"/>
                    <a:pt x="1026" y="1871"/>
                    <a:pt x="1026" y="1871"/>
                  </a:cubicBezTo>
                  <a:lnTo>
                    <a:pt x="1026" y="1903"/>
                  </a:lnTo>
                  <a:cubicBezTo>
                    <a:pt x="1043" y="2105"/>
                    <a:pt x="1059" y="2307"/>
                    <a:pt x="1010" y="2509"/>
                  </a:cubicBezTo>
                  <a:lnTo>
                    <a:pt x="1010" y="2525"/>
                  </a:lnTo>
                  <a:lnTo>
                    <a:pt x="1026" y="2525"/>
                  </a:lnTo>
                  <a:cubicBezTo>
                    <a:pt x="1075" y="2307"/>
                    <a:pt x="1059" y="2105"/>
                    <a:pt x="1043" y="1887"/>
                  </a:cubicBezTo>
                  <a:lnTo>
                    <a:pt x="1043" y="1871"/>
                  </a:lnTo>
                  <a:cubicBezTo>
                    <a:pt x="1095" y="1669"/>
                    <a:pt x="994" y="1552"/>
                    <a:pt x="909" y="1414"/>
                  </a:cubicBezTo>
                  <a:cubicBezTo>
                    <a:pt x="873" y="1382"/>
                    <a:pt x="841" y="1329"/>
                    <a:pt x="808" y="1297"/>
                  </a:cubicBezTo>
                  <a:cubicBezTo>
                    <a:pt x="671" y="1063"/>
                    <a:pt x="538" y="845"/>
                    <a:pt x="404" y="622"/>
                  </a:cubicBezTo>
                  <a:cubicBezTo>
                    <a:pt x="319" y="521"/>
                    <a:pt x="251" y="404"/>
                    <a:pt x="186" y="303"/>
                  </a:cubicBezTo>
                  <a:cubicBezTo>
                    <a:pt x="166" y="287"/>
                    <a:pt x="150" y="255"/>
                    <a:pt x="150" y="239"/>
                  </a:cubicBezTo>
                  <a:cubicBezTo>
                    <a:pt x="101" y="170"/>
                    <a:pt x="49" y="101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1737719" y="2771362"/>
              <a:ext cx="172230" cy="311086"/>
            </a:xfrm>
            <a:custGeom>
              <a:avLst/>
              <a:gdLst/>
              <a:ahLst/>
              <a:cxnLst/>
              <a:rect l="l" t="t" r="r" b="b"/>
              <a:pathLst>
                <a:path w="1734" h="3132" extrusionOk="0">
                  <a:moveTo>
                    <a:pt x="65" y="0"/>
                  </a:moveTo>
                  <a:cubicBezTo>
                    <a:pt x="0" y="101"/>
                    <a:pt x="0" y="202"/>
                    <a:pt x="81" y="303"/>
                  </a:cubicBezTo>
                  <a:cubicBezTo>
                    <a:pt x="182" y="425"/>
                    <a:pt x="283" y="558"/>
                    <a:pt x="384" y="675"/>
                  </a:cubicBezTo>
                  <a:cubicBezTo>
                    <a:pt x="437" y="760"/>
                    <a:pt x="505" y="845"/>
                    <a:pt x="570" y="909"/>
                  </a:cubicBezTo>
                  <a:cubicBezTo>
                    <a:pt x="707" y="1079"/>
                    <a:pt x="841" y="1265"/>
                    <a:pt x="974" y="1435"/>
                  </a:cubicBezTo>
                  <a:cubicBezTo>
                    <a:pt x="1111" y="1600"/>
                    <a:pt x="1229" y="1770"/>
                    <a:pt x="1362" y="1939"/>
                  </a:cubicBezTo>
                  <a:cubicBezTo>
                    <a:pt x="1431" y="2020"/>
                    <a:pt x="1495" y="2121"/>
                    <a:pt x="1479" y="2259"/>
                  </a:cubicBezTo>
                  <a:lnTo>
                    <a:pt x="1479" y="2444"/>
                  </a:lnTo>
                  <a:cubicBezTo>
                    <a:pt x="1479" y="2525"/>
                    <a:pt x="1479" y="2610"/>
                    <a:pt x="1463" y="2695"/>
                  </a:cubicBezTo>
                  <a:cubicBezTo>
                    <a:pt x="1447" y="2747"/>
                    <a:pt x="1479" y="2796"/>
                    <a:pt x="1515" y="2848"/>
                  </a:cubicBezTo>
                  <a:lnTo>
                    <a:pt x="1532" y="2848"/>
                  </a:lnTo>
                  <a:cubicBezTo>
                    <a:pt x="1548" y="2865"/>
                    <a:pt x="1564" y="2881"/>
                    <a:pt x="1580" y="2897"/>
                  </a:cubicBezTo>
                  <a:cubicBezTo>
                    <a:pt x="1632" y="2966"/>
                    <a:pt x="1697" y="3030"/>
                    <a:pt x="1697" y="3115"/>
                  </a:cubicBezTo>
                  <a:cubicBezTo>
                    <a:pt x="1697" y="3131"/>
                    <a:pt x="1697" y="3131"/>
                    <a:pt x="1717" y="3131"/>
                  </a:cubicBezTo>
                  <a:lnTo>
                    <a:pt x="1733" y="3115"/>
                  </a:lnTo>
                  <a:cubicBezTo>
                    <a:pt x="1717" y="3014"/>
                    <a:pt x="1649" y="2949"/>
                    <a:pt x="1596" y="2881"/>
                  </a:cubicBezTo>
                  <a:cubicBezTo>
                    <a:pt x="1580" y="2865"/>
                    <a:pt x="1564" y="2848"/>
                    <a:pt x="1548" y="2828"/>
                  </a:cubicBezTo>
                  <a:cubicBezTo>
                    <a:pt x="1515" y="2780"/>
                    <a:pt x="1479" y="2747"/>
                    <a:pt x="1479" y="2695"/>
                  </a:cubicBezTo>
                  <a:cubicBezTo>
                    <a:pt x="1515" y="2610"/>
                    <a:pt x="1515" y="2525"/>
                    <a:pt x="1515" y="2444"/>
                  </a:cubicBezTo>
                  <a:cubicBezTo>
                    <a:pt x="1515" y="2376"/>
                    <a:pt x="1495" y="2323"/>
                    <a:pt x="1515" y="2275"/>
                  </a:cubicBezTo>
                  <a:cubicBezTo>
                    <a:pt x="1532" y="2121"/>
                    <a:pt x="1463" y="2004"/>
                    <a:pt x="1378" y="1919"/>
                  </a:cubicBezTo>
                  <a:cubicBezTo>
                    <a:pt x="1261" y="1754"/>
                    <a:pt x="1128" y="1584"/>
                    <a:pt x="990" y="1414"/>
                  </a:cubicBezTo>
                  <a:cubicBezTo>
                    <a:pt x="857" y="1249"/>
                    <a:pt x="724" y="1063"/>
                    <a:pt x="586" y="893"/>
                  </a:cubicBezTo>
                  <a:cubicBezTo>
                    <a:pt x="522" y="829"/>
                    <a:pt x="469" y="744"/>
                    <a:pt x="404" y="659"/>
                  </a:cubicBezTo>
                  <a:cubicBezTo>
                    <a:pt x="320" y="542"/>
                    <a:pt x="219" y="404"/>
                    <a:pt x="101" y="287"/>
                  </a:cubicBezTo>
                  <a:cubicBezTo>
                    <a:pt x="33" y="202"/>
                    <a:pt x="17" y="101"/>
                    <a:pt x="81" y="2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1189246" y="176023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41"/>
                  </a:lnTo>
                  <a:lnTo>
                    <a:pt x="0" y="889"/>
                  </a:lnTo>
                  <a:cubicBezTo>
                    <a:pt x="0" y="926"/>
                    <a:pt x="0" y="974"/>
                    <a:pt x="33" y="1010"/>
                  </a:cubicBezTo>
                  <a:lnTo>
                    <a:pt x="49" y="1010"/>
                  </a:lnTo>
                  <a:lnTo>
                    <a:pt x="49" y="990"/>
                  </a:lnTo>
                  <a:cubicBezTo>
                    <a:pt x="33" y="958"/>
                    <a:pt x="33" y="926"/>
                    <a:pt x="33" y="889"/>
                  </a:cubicBezTo>
                  <a:lnTo>
                    <a:pt x="33" y="841"/>
                  </a:lnTo>
                  <a:lnTo>
                    <a:pt x="33" y="522"/>
                  </a:lnTo>
                  <a:cubicBezTo>
                    <a:pt x="33" y="352"/>
                    <a:pt x="33" y="182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851343" y="2948657"/>
              <a:ext cx="358067" cy="259338"/>
            </a:xfrm>
            <a:custGeom>
              <a:avLst/>
              <a:gdLst/>
              <a:ahLst/>
              <a:cxnLst/>
              <a:rect l="l" t="t" r="r" b="b"/>
              <a:pathLst>
                <a:path w="3605" h="2611" extrusionOk="0">
                  <a:moveTo>
                    <a:pt x="3588" y="1"/>
                  </a:moveTo>
                  <a:cubicBezTo>
                    <a:pt x="3552" y="86"/>
                    <a:pt x="3552" y="187"/>
                    <a:pt x="3552" y="272"/>
                  </a:cubicBezTo>
                  <a:cubicBezTo>
                    <a:pt x="3552" y="288"/>
                    <a:pt x="3572" y="304"/>
                    <a:pt x="3572" y="336"/>
                  </a:cubicBezTo>
                  <a:lnTo>
                    <a:pt x="3572" y="760"/>
                  </a:lnTo>
                  <a:lnTo>
                    <a:pt x="3572" y="1213"/>
                  </a:lnTo>
                  <a:cubicBezTo>
                    <a:pt x="3572" y="1282"/>
                    <a:pt x="3536" y="1298"/>
                    <a:pt x="3487" y="1314"/>
                  </a:cubicBezTo>
                  <a:cubicBezTo>
                    <a:pt x="3301" y="1383"/>
                    <a:pt x="3099" y="1447"/>
                    <a:pt x="2913" y="1516"/>
                  </a:cubicBezTo>
                  <a:cubicBezTo>
                    <a:pt x="2764" y="1585"/>
                    <a:pt x="2610" y="1633"/>
                    <a:pt x="2461" y="1686"/>
                  </a:cubicBezTo>
                  <a:cubicBezTo>
                    <a:pt x="2275" y="1750"/>
                    <a:pt x="2089" y="1819"/>
                    <a:pt x="1904" y="1887"/>
                  </a:cubicBezTo>
                  <a:cubicBezTo>
                    <a:pt x="1819" y="1920"/>
                    <a:pt x="1718" y="1952"/>
                    <a:pt x="1617" y="2005"/>
                  </a:cubicBezTo>
                  <a:cubicBezTo>
                    <a:pt x="1128" y="2174"/>
                    <a:pt x="643" y="2356"/>
                    <a:pt x="171" y="2542"/>
                  </a:cubicBezTo>
                  <a:lnTo>
                    <a:pt x="17" y="2594"/>
                  </a:lnTo>
                  <a:cubicBezTo>
                    <a:pt x="1" y="2594"/>
                    <a:pt x="1" y="2594"/>
                    <a:pt x="1" y="2611"/>
                  </a:cubicBezTo>
                  <a:lnTo>
                    <a:pt x="17" y="2611"/>
                  </a:lnTo>
                  <a:lnTo>
                    <a:pt x="171" y="2558"/>
                  </a:lnTo>
                  <a:cubicBezTo>
                    <a:pt x="659" y="2376"/>
                    <a:pt x="1148" y="2207"/>
                    <a:pt x="1633" y="2021"/>
                  </a:cubicBezTo>
                  <a:cubicBezTo>
                    <a:pt x="1718" y="1988"/>
                    <a:pt x="1819" y="1952"/>
                    <a:pt x="1920" y="1920"/>
                  </a:cubicBezTo>
                  <a:cubicBezTo>
                    <a:pt x="2106" y="1851"/>
                    <a:pt x="2291" y="1770"/>
                    <a:pt x="2461" y="1718"/>
                  </a:cubicBezTo>
                  <a:cubicBezTo>
                    <a:pt x="2627" y="1649"/>
                    <a:pt x="2780" y="1601"/>
                    <a:pt x="2930" y="1548"/>
                  </a:cubicBezTo>
                  <a:cubicBezTo>
                    <a:pt x="3115" y="1484"/>
                    <a:pt x="3301" y="1415"/>
                    <a:pt x="3487" y="1346"/>
                  </a:cubicBezTo>
                  <a:cubicBezTo>
                    <a:pt x="3536" y="1330"/>
                    <a:pt x="3604" y="1298"/>
                    <a:pt x="3604" y="1213"/>
                  </a:cubicBezTo>
                  <a:cubicBezTo>
                    <a:pt x="3588" y="1063"/>
                    <a:pt x="3588" y="910"/>
                    <a:pt x="3588" y="760"/>
                  </a:cubicBezTo>
                  <a:cubicBezTo>
                    <a:pt x="3588" y="623"/>
                    <a:pt x="3604" y="474"/>
                    <a:pt x="3588" y="336"/>
                  </a:cubicBezTo>
                  <a:lnTo>
                    <a:pt x="3588" y="272"/>
                  </a:lnTo>
                  <a:cubicBezTo>
                    <a:pt x="3588" y="187"/>
                    <a:pt x="3572" y="102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746257" y="3472795"/>
              <a:ext cx="3278" cy="87903"/>
            </a:xfrm>
            <a:custGeom>
              <a:avLst/>
              <a:gdLst/>
              <a:ahLst/>
              <a:cxnLst/>
              <a:rect l="l" t="t" r="r" b="b"/>
              <a:pathLst>
                <a:path w="33" h="885" extrusionOk="0">
                  <a:moveTo>
                    <a:pt x="12" y="1"/>
                  </a:moveTo>
                  <a:cubicBezTo>
                    <a:pt x="9" y="1"/>
                    <a:pt x="6" y="2"/>
                    <a:pt x="0" y="8"/>
                  </a:cubicBezTo>
                  <a:cubicBezTo>
                    <a:pt x="17" y="145"/>
                    <a:pt x="17" y="295"/>
                    <a:pt x="17" y="432"/>
                  </a:cubicBezTo>
                  <a:cubicBezTo>
                    <a:pt x="0" y="497"/>
                    <a:pt x="0" y="581"/>
                    <a:pt x="0" y="666"/>
                  </a:cubicBezTo>
                  <a:cubicBezTo>
                    <a:pt x="17" y="715"/>
                    <a:pt x="17" y="751"/>
                    <a:pt x="17" y="800"/>
                  </a:cubicBezTo>
                  <a:cubicBezTo>
                    <a:pt x="0" y="816"/>
                    <a:pt x="0" y="852"/>
                    <a:pt x="0" y="868"/>
                  </a:cubicBezTo>
                  <a:lnTo>
                    <a:pt x="17" y="884"/>
                  </a:lnTo>
                  <a:cubicBezTo>
                    <a:pt x="33" y="884"/>
                    <a:pt x="33" y="868"/>
                    <a:pt x="33" y="868"/>
                  </a:cubicBezTo>
                  <a:lnTo>
                    <a:pt x="33" y="800"/>
                  </a:lnTo>
                  <a:lnTo>
                    <a:pt x="33" y="666"/>
                  </a:lnTo>
                  <a:lnTo>
                    <a:pt x="33" y="432"/>
                  </a:lnTo>
                  <a:cubicBezTo>
                    <a:pt x="33" y="295"/>
                    <a:pt x="33" y="14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749435" y="2667866"/>
              <a:ext cx="3377" cy="77076"/>
            </a:xfrm>
            <a:custGeom>
              <a:avLst/>
              <a:gdLst/>
              <a:ahLst/>
              <a:cxnLst/>
              <a:rect l="l" t="t" r="r" b="b"/>
              <a:pathLst>
                <a:path w="34" h="776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303"/>
                  </a:lnTo>
                  <a:cubicBezTo>
                    <a:pt x="1" y="457"/>
                    <a:pt x="1" y="606"/>
                    <a:pt x="17" y="776"/>
                  </a:cubicBezTo>
                  <a:lnTo>
                    <a:pt x="33" y="776"/>
                  </a:lnTo>
                  <a:cubicBezTo>
                    <a:pt x="17" y="606"/>
                    <a:pt x="17" y="457"/>
                    <a:pt x="33" y="303"/>
                  </a:cubicBezTo>
                  <a:lnTo>
                    <a:pt x="3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528735" y="2529009"/>
              <a:ext cx="110449" cy="55423"/>
            </a:xfrm>
            <a:custGeom>
              <a:avLst/>
              <a:gdLst/>
              <a:ahLst/>
              <a:cxnLst/>
              <a:rect l="l" t="t" r="r" b="b"/>
              <a:pathLst>
                <a:path w="1112" h="558" extrusionOk="0">
                  <a:moveTo>
                    <a:pt x="1096" y="0"/>
                  </a:moveTo>
                  <a:cubicBezTo>
                    <a:pt x="1043" y="53"/>
                    <a:pt x="995" y="69"/>
                    <a:pt x="942" y="101"/>
                  </a:cubicBezTo>
                  <a:cubicBezTo>
                    <a:pt x="910" y="101"/>
                    <a:pt x="894" y="118"/>
                    <a:pt x="861" y="118"/>
                  </a:cubicBezTo>
                  <a:lnTo>
                    <a:pt x="255" y="421"/>
                  </a:lnTo>
                  <a:cubicBezTo>
                    <a:pt x="171" y="457"/>
                    <a:pt x="102" y="489"/>
                    <a:pt x="17" y="542"/>
                  </a:cubicBezTo>
                  <a:cubicBezTo>
                    <a:pt x="17" y="542"/>
                    <a:pt x="1" y="542"/>
                    <a:pt x="17" y="558"/>
                  </a:cubicBezTo>
                  <a:lnTo>
                    <a:pt x="33" y="558"/>
                  </a:lnTo>
                  <a:cubicBezTo>
                    <a:pt x="102" y="522"/>
                    <a:pt x="187" y="489"/>
                    <a:pt x="255" y="441"/>
                  </a:cubicBezTo>
                  <a:cubicBezTo>
                    <a:pt x="457" y="356"/>
                    <a:pt x="676" y="255"/>
                    <a:pt x="878" y="154"/>
                  </a:cubicBezTo>
                  <a:cubicBezTo>
                    <a:pt x="910" y="138"/>
                    <a:pt x="926" y="138"/>
                    <a:pt x="962" y="118"/>
                  </a:cubicBezTo>
                  <a:cubicBezTo>
                    <a:pt x="1011" y="101"/>
                    <a:pt x="1063" y="69"/>
                    <a:pt x="1112" y="37"/>
                  </a:cubicBezTo>
                  <a:lnTo>
                    <a:pt x="11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528735" y="3030998"/>
              <a:ext cx="110449" cy="136870"/>
            </a:xfrm>
            <a:custGeom>
              <a:avLst/>
              <a:gdLst/>
              <a:ahLst/>
              <a:cxnLst/>
              <a:rect l="l" t="t" r="r" b="b"/>
              <a:pathLst>
                <a:path w="1112" h="1378" extrusionOk="0">
                  <a:moveTo>
                    <a:pt x="1080" y="0"/>
                  </a:moveTo>
                  <a:cubicBezTo>
                    <a:pt x="1075" y="0"/>
                    <a:pt x="1071" y="4"/>
                    <a:pt x="1063" y="12"/>
                  </a:cubicBezTo>
                  <a:lnTo>
                    <a:pt x="1063" y="32"/>
                  </a:lnTo>
                  <a:cubicBezTo>
                    <a:pt x="1096" y="65"/>
                    <a:pt x="1096" y="113"/>
                    <a:pt x="1096" y="150"/>
                  </a:cubicBezTo>
                  <a:lnTo>
                    <a:pt x="1096" y="234"/>
                  </a:lnTo>
                  <a:lnTo>
                    <a:pt x="1096" y="820"/>
                  </a:lnTo>
                  <a:cubicBezTo>
                    <a:pt x="1096" y="905"/>
                    <a:pt x="1063" y="958"/>
                    <a:pt x="1011" y="974"/>
                  </a:cubicBezTo>
                  <a:lnTo>
                    <a:pt x="894" y="1022"/>
                  </a:lnTo>
                  <a:cubicBezTo>
                    <a:pt x="623" y="1123"/>
                    <a:pt x="373" y="1224"/>
                    <a:pt x="102" y="1345"/>
                  </a:cubicBezTo>
                  <a:lnTo>
                    <a:pt x="17" y="1345"/>
                  </a:lnTo>
                  <a:cubicBezTo>
                    <a:pt x="17" y="1345"/>
                    <a:pt x="1" y="1345"/>
                    <a:pt x="1" y="1361"/>
                  </a:cubicBezTo>
                  <a:lnTo>
                    <a:pt x="17" y="1361"/>
                  </a:lnTo>
                  <a:cubicBezTo>
                    <a:pt x="33" y="1361"/>
                    <a:pt x="33" y="1378"/>
                    <a:pt x="53" y="1378"/>
                  </a:cubicBezTo>
                  <a:lnTo>
                    <a:pt x="86" y="1378"/>
                  </a:lnTo>
                  <a:cubicBezTo>
                    <a:pt x="102" y="1378"/>
                    <a:pt x="102" y="1378"/>
                    <a:pt x="118" y="1361"/>
                  </a:cubicBezTo>
                  <a:cubicBezTo>
                    <a:pt x="373" y="1244"/>
                    <a:pt x="639" y="1143"/>
                    <a:pt x="894" y="1042"/>
                  </a:cubicBezTo>
                  <a:lnTo>
                    <a:pt x="1011" y="1006"/>
                  </a:lnTo>
                  <a:cubicBezTo>
                    <a:pt x="1080" y="974"/>
                    <a:pt x="1112" y="921"/>
                    <a:pt x="1112" y="820"/>
                  </a:cubicBezTo>
                  <a:lnTo>
                    <a:pt x="1112" y="234"/>
                  </a:lnTo>
                  <a:lnTo>
                    <a:pt x="1112" y="150"/>
                  </a:lnTo>
                  <a:cubicBezTo>
                    <a:pt x="1112" y="97"/>
                    <a:pt x="1112" y="65"/>
                    <a:pt x="1096" y="12"/>
                  </a:cubicBezTo>
                  <a:cubicBezTo>
                    <a:pt x="1088" y="4"/>
                    <a:pt x="1084" y="0"/>
                    <a:pt x="10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1521886" y="3684159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32" y="1"/>
                  </a:moveTo>
                  <a:cubicBezTo>
                    <a:pt x="16" y="1"/>
                    <a:pt x="16" y="21"/>
                    <a:pt x="16" y="21"/>
                  </a:cubicBezTo>
                  <a:cubicBezTo>
                    <a:pt x="0" y="138"/>
                    <a:pt x="0" y="255"/>
                    <a:pt x="0" y="372"/>
                  </a:cubicBezTo>
                  <a:lnTo>
                    <a:pt x="0" y="489"/>
                  </a:lnTo>
                  <a:lnTo>
                    <a:pt x="0" y="506"/>
                  </a:lnTo>
                  <a:cubicBezTo>
                    <a:pt x="16" y="506"/>
                    <a:pt x="16" y="506"/>
                    <a:pt x="16" y="489"/>
                  </a:cubicBezTo>
                  <a:lnTo>
                    <a:pt x="16" y="372"/>
                  </a:lnTo>
                  <a:cubicBezTo>
                    <a:pt x="16" y="255"/>
                    <a:pt x="16" y="138"/>
                    <a:pt x="32" y="2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500328" y="3167768"/>
              <a:ext cx="138856" cy="155344"/>
            </a:xfrm>
            <a:custGeom>
              <a:avLst/>
              <a:gdLst/>
              <a:ahLst/>
              <a:cxnLst/>
              <a:rect l="l" t="t" r="r" b="b"/>
              <a:pathLst>
                <a:path w="1398" h="1564" extrusionOk="0">
                  <a:moveTo>
                    <a:pt x="1366" y="1"/>
                  </a:moveTo>
                  <a:lnTo>
                    <a:pt x="0" y="489"/>
                  </a:lnTo>
                  <a:lnTo>
                    <a:pt x="0" y="506"/>
                  </a:lnTo>
                  <a:cubicBezTo>
                    <a:pt x="0" y="522"/>
                    <a:pt x="0" y="522"/>
                    <a:pt x="16" y="522"/>
                  </a:cubicBezTo>
                  <a:lnTo>
                    <a:pt x="1366" y="17"/>
                  </a:lnTo>
                  <a:cubicBezTo>
                    <a:pt x="1382" y="304"/>
                    <a:pt x="1382" y="574"/>
                    <a:pt x="1382" y="825"/>
                  </a:cubicBezTo>
                  <a:lnTo>
                    <a:pt x="1382" y="1160"/>
                  </a:lnTo>
                  <a:lnTo>
                    <a:pt x="404" y="1532"/>
                  </a:lnTo>
                  <a:cubicBezTo>
                    <a:pt x="388" y="1532"/>
                    <a:pt x="388" y="1548"/>
                    <a:pt x="388" y="1548"/>
                  </a:cubicBezTo>
                  <a:lnTo>
                    <a:pt x="404" y="1564"/>
                  </a:lnTo>
                  <a:lnTo>
                    <a:pt x="1398" y="1196"/>
                  </a:lnTo>
                  <a:lnTo>
                    <a:pt x="1398" y="1180"/>
                  </a:lnTo>
                  <a:lnTo>
                    <a:pt x="1398" y="825"/>
                  </a:lnTo>
                  <a:cubicBezTo>
                    <a:pt x="1398" y="554"/>
                    <a:pt x="1398" y="287"/>
                    <a:pt x="1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791152" y="2970410"/>
              <a:ext cx="5364" cy="93961"/>
            </a:xfrm>
            <a:custGeom>
              <a:avLst/>
              <a:gdLst/>
              <a:ahLst/>
              <a:cxnLst/>
              <a:rect l="l" t="t" r="r" b="b"/>
              <a:pathLst>
                <a:path w="54" h="946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202"/>
                    <a:pt x="17" y="388"/>
                    <a:pt x="17" y="558"/>
                  </a:cubicBezTo>
                  <a:cubicBezTo>
                    <a:pt x="17" y="590"/>
                    <a:pt x="17" y="622"/>
                    <a:pt x="1" y="675"/>
                  </a:cubicBezTo>
                  <a:cubicBezTo>
                    <a:pt x="1" y="760"/>
                    <a:pt x="1" y="844"/>
                    <a:pt x="17" y="925"/>
                  </a:cubicBezTo>
                  <a:cubicBezTo>
                    <a:pt x="17" y="925"/>
                    <a:pt x="17" y="945"/>
                    <a:pt x="37" y="945"/>
                  </a:cubicBezTo>
                  <a:lnTo>
                    <a:pt x="37" y="925"/>
                  </a:lnTo>
                  <a:lnTo>
                    <a:pt x="37" y="675"/>
                  </a:lnTo>
                  <a:lnTo>
                    <a:pt x="37" y="558"/>
                  </a:lnTo>
                  <a:cubicBezTo>
                    <a:pt x="53" y="388"/>
                    <a:pt x="53" y="202"/>
                    <a:pt x="37" y="16"/>
                  </a:cubicBezTo>
                  <a:cubicBezTo>
                    <a:pt x="17" y="16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1582077" y="3592283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8"/>
                    <a:pt x="16" y="271"/>
                    <a:pt x="16" y="388"/>
                  </a:cubicBezTo>
                  <a:cubicBezTo>
                    <a:pt x="16" y="473"/>
                    <a:pt x="32" y="558"/>
                    <a:pt x="16" y="643"/>
                  </a:cubicBezTo>
                  <a:lnTo>
                    <a:pt x="16" y="675"/>
                  </a:lnTo>
                  <a:cubicBezTo>
                    <a:pt x="32" y="708"/>
                    <a:pt x="32" y="744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4"/>
                    <a:pt x="53" y="708"/>
                    <a:pt x="53" y="675"/>
                  </a:cubicBezTo>
                  <a:lnTo>
                    <a:pt x="53" y="643"/>
                  </a:lnTo>
                  <a:lnTo>
                    <a:pt x="53" y="388"/>
                  </a:lnTo>
                  <a:cubicBezTo>
                    <a:pt x="53" y="271"/>
                    <a:pt x="53" y="13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1037180" y="2378532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304"/>
                  </a:lnTo>
                  <a:cubicBezTo>
                    <a:pt x="0" y="457"/>
                    <a:pt x="0" y="623"/>
                    <a:pt x="16" y="776"/>
                  </a:cubicBezTo>
                  <a:lnTo>
                    <a:pt x="16" y="792"/>
                  </a:lnTo>
                  <a:lnTo>
                    <a:pt x="33" y="792"/>
                  </a:lnTo>
                  <a:lnTo>
                    <a:pt x="33" y="776"/>
                  </a:lnTo>
                  <a:cubicBezTo>
                    <a:pt x="16" y="623"/>
                    <a:pt x="16" y="457"/>
                    <a:pt x="16" y="304"/>
                  </a:cubicBezTo>
                  <a:cubicBezTo>
                    <a:pt x="33" y="203"/>
                    <a:pt x="33" y="118"/>
                    <a:pt x="16" y="17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1252616" y="2166274"/>
              <a:ext cx="160609" cy="189115"/>
            </a:xfrm>
            <a:custGeom>
              <a:avLst/>
              <a:gdLst/>
              <a:ahLst/>
              <a:cxnLst/>
              <a:rect l="l" t="t" r="r" b="b"/>
              <a:pathLst>
                <a:path w="1617" h="1904" extrusionOk="0">
                  <a:moveTo>
                    <a:pt x="1616" y="1"/>
                  </a:moveTo>
                  <a:cubicBezTo>
                    <a:pt x="1532" y="1"/>
                    <a:pt x="1451" y="33"/>
                    <a:pt x="1382" y="69"/>
                  </a:cubicBezTo>
                  <a:cubicBezTo>
                    <a:pt x="1382" y="85"/>
                    <a:pt x="1366" y="85"/>
                    <a:pt x="1350" y="102"/>
                  </a:cubicBezTo>
                  <a:cubicBezTo>
                    <a:pt x="1128" y="219"/>
                    <a:pt x="893" y="320"/>
                    <a:pt x="659" y="421"/>
                  </a:cubicBezTo>
                  <a:cubicBezTo>
                    <a:pt x="489" y="506"/>
                    <a:pt x="303" y="590"/>
                    <a:pt x="118" y="691"/>
                  </a:cubicBezTo>
                  <a:cubicBezTo>
                    <a:pt x="37" y="724"/>
                    <a:pt x="17" y="760"/>
                    <a:pt x="17" y="841"/>
                  </a:cubicBezTo>
                  <a:cubicBezTo>
                    <a:pt x="17" y="1043"/>
                    <a:pt x="17" y="1245"/>
                    <a:pt x="1" y="1431"/>
                  </a:cubicBezTo>
                  <a:lnTo>
                    <a:pt x="1" y="1734"/>
                  </a:lnTo>
                  <a:lnTo>
                    <a:pt x="1" y="1835"/>
                  </a:lnTo>
                  <a:cubicBezTo>
                    <a:pt x="1" y="1851"/>
                    <a:pt x="1" y="1871"/>
                    <a:pt x="17" y="1887"/>
                  </a:cubicBezTo>
                  <a:lnTo>
                    <a:pt x="17" y="1903"/>
                  </a:lnTo>
                  <a:lnTo>
                    <a:pt x="53" y="1903"/>
                  </a:lnTo>
                  <a:cubicBezTo>
                    <a:pt x="85" y="1887"/>
                    <a:pt x="118" y="1887"/>
                    <a:pt x="154" y="1871"/>
                  </a:cubicBezTo>
                  <a:cubicBezTo>
                    <a:pt x="421" y="1734"/>
                    <a:pt x="724" y="1600"/>
                    <a:pt x="994" y="1467"/>
                  </a:cubicBezTo>
                  <a:cubicBezTo>
                    <a:pt x="1180" y="1382"/>
                    <a:pt x="1366" y="1313"/>
                    <a:pt x="1532" y="1229"/>
                  </a:cubicBezTo>
                  <a:cubicBezTo>
                    <a:pt x="1552" y="1213"/>
                    <a:pt x="1568" y="1213"/>
                    <a:pt x="1568" y="1213"/>
                  </a:cubicBezTo>
                  <a:lnTo>
                    <a:pt x="1600" y="1213"/>
                  </a:lnTo>
                  <a:lnTo>
                    <a:pt x="1616" y="1196"/>
                  </a:lnTo>
                  <a:cubicBezTo>
                    <a:pt x="1600" y="1196"/>
                    <a:pt x="1600" y="1180"/>
                    <a:pt x="1600" y="1180"/>
                  </a:cubicBezTo>
                  <a:cubicBezTo>
                    <a:pt x="1584" y="1180"/>
                    <a:pt x="1584" y="1180"/>
                    <a:pt x="1568" y="1196"/>
                  </a:cubicBezTo>
                  <a:lnTo>
                    <a:pt x="1515" y="1196"/>
                  </a:lnTo>
                  <a:cubicBezTo>
                    <a:pt x="1350" y="1281"/>
                    <a:pt x="1164" y="1366"/>
                    <a:pt x="994" y="1447"/>
                  </a:cubicBezTo>
                  <a:cubicBezTo>
                    <a:pt x="707" y="1584"/>
                    <a:pt x="421" y="1717"/>
                    <a:pt x="138" y="1851"/>
                  </a:cubicBezTo>
                  <a:cubicBezTo>
                    <a:pt x="101" y="1871"/>
                    <a:pt x="85" y="1871"/>
                    <a:pt x="53" y="1871"/>
                  </a:cubicBezTo>
                  <a:lnTo>
                    <a:pt x="37" y="1871"/>
                  </a:lnTo>
                  <a:lnTo>
                    <a:pt x="37" y="1835"/>
                  </a:lnTo>
                  <a:lnTo>
                    <a:pt x="37" y="1734"/>
                  </a:lnTo>
                  <a:lnTo>
                    <a:pt x="37" y="1431"/>
                  </a:lnTo>
                  <a:lnTo>
                    <a:pt x="37" y="841"/>
                  </a:lnTo>
                  <a:cubicBezTo>
                    <a:pt x="37" y="776"/>
                    <a:pt x="69" y="740"/>
                    <a:pt x="138" y="708"/>
                  </a:cubicBezTo>
                  <a:cubicBezTo>
                    <a:pt x="303" y="623"/>
                    <a:pt x="489" y="538"/>
                    <a:pt x="675" y="457"/>
                  </a:cubicBezTo>
                  <a:cubicBezTo>
                    <a:pt x="909" y="336"/>
                    <a:pt x="1128" y="235"/>
                    <a:pt x="1366" y="118"/>
                  </a:cubicBezTo>
                  <a:cubicBezTo>
                    <a:pt x="1382" y="118"/>
                    <a:pt x="1382" y="102"/>
                    <a:pt x="1398" y="102"/>
                  </a:cubicBezTo>
                  <a:cubicBezTo>
                    <a:pt x="1467" y="69"/>
                    <a:pt x="1532" y="17"/>
                    <a:pt x="1616" y="17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2026655" y="3702633"/>
              <a:ext cx="5264" cy="31784"/>
            </a:xfrm>
            <a:custGeom>
              <a:avLst/>
              <a:gdLst/>
              <a:ahLst/>
              <a:cxnLst/>
              <a:rect l="l" t="t" r="r" b="b"/>
              <a:pathLst>
                <a:path w="53" h="320" extrusionOk="0">
                  <a:moveTo>
                    <a:pt x="20" y="1"/>
                  </a:moveTo>
                  <a:cubicBezTo>
                    <a:pt x="0" y="69"/>
                    <a:pt x="0" y="138"/>
                    <a:pt x="0" y="202"/>
                  </a:cubicBezTo>
                  <a:lnTo>
                    <a:pt x="0" y="303"/>
                  </a:lnTo>
                  <a:cubicBezTo>
                    <a:pt x="0" y="320"/>
                    <a:pt x="20" y="320"/>
                    <a:pt x="20" y="320"/>
                  </a:cubicBezTo>
                  <a:cubicBezTo>
                    <a:pt x="20" y="320"/>
                    <a:pt x="36" y="320"/>
                    <a:pt x="36" y="303"/>
                  </a:cubicBezTo>
                  <a:lnTo>
                    <a:pt x="36" y="186"/>
                  </a:lnTo>
                  <a:cubicBezTo>
                    <a:pt x="36" y="138"/>
                    <a:pt x="20" y="69"/>
                    <a:pt x="53" y="17"/>
                  </a:cubicBezTo>
                  <a:cubicBezTo>
                    <a:pt x="53" y="1"/>
                    <a:pt x="36" y="1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1254205" y="1607373"/>
              <a:ext cx="164184" cy="219608"/>
            </a:xfrm>
            <a:custGeom>
              <a:avLst/>
              <a:gdLst/>
              <a:ahLst/>
              <a:cxnLst/>
              <a:rect l="l" t="t" r="r" b="b"/>
              <a:pathLst>
                <a:path w="1653" h="2211" extrusionOk="0">
                  <a:moveTo>
                    <a:pt x="1574" y="0"/>
                  </a:moveTo>
                  <a:cubicBezTo>
                    <a:pt x="1542" y="0"/>
                    <a:pt x="1513" y="20"/>
                    <a:pt x="1483" y="41"/>
                  </a:cubicBezTo>
                  <a:lnTo>
                    <a:pt x="1467" y="41"/>
                  </a:lnTo>
                  <a:cubicBezTo>
                    <a:pt x="1213" y="174"/>
                    <a:pt x="962" y="307"/>
                    <a:pt x="728" y="445"/>
                  </a:cubicBezTo>
                  <a:cubicBezTo>
                    <a:pt x="659" y="493"/>
                    <a:pt x="574" y="530"/>
                    <a:pt x="506" y="578"/>
                  </a:cubicBezTo>
                  <a:cubicBezTo>
                    <a:pt x="473" y="594"/>
                    <a:pt x="425" y="610"/>
                    <a:pt x="388" y="647"/>
                  </a:cubicBezTo>
                  <a:cubicBezTo>
                    <a:pt x="304" y="695"/>
                    <a:pt x="203" y="748"/>
                    <a:pt x="122" y="780"/>
                  </a:cubicBezTo>
                  <a:cubicBezTo>
                    <a:pt x="53" y="812"/>
                    <a:pt x="21" y="865"/>
                    <a:pt x="21" y="934"/>
                  </a:cubicBezTo>
                  <a:lnTo>
                    <a:pt x="21" y="1200"/>
                  </a:lnTo>
                  <a:cubicBezTo>
                    <a:pt x="37" y="1471"/>
                    <a:pt x="37" y="1758"/>
                    <a:pt x="21" y="2024"/>
                  </a:cubicBezTo>
                  <a:cubicBezTo>
                    <a:pt x="1" y="2093"/>
                    <a:pt x="21" y="2145"/>
                    <a:pt x="37" y="2194"/>
                  </a:cubicBezTo>
                  <a:lnTo>
                    <a:pt x="53" y="2210"/>
                  </a:lnTo>
                  <a:cubicBezTo>
                    <a:pt x="69" y="2194"/>
                    <a:pt x="69" y="2194"/>
                    <a:pt x="69" y="2178"/>
                  </a:cubicBezTo>
                  <a:cubicBezTo>
                    <a:pt x="53" y="2145"/>
                    <a:pt x="37" y="2093"/>
                    <a:pt x="37" y="2024"/>
                  </a:cubicBezTo>
                  <a:cubicBezTo>
                    <a:pt x="53" y="1758"/>
                    <a:pt x="53" y="1471"/>
                    <a:pt x="53" y="1200"/>
                  </a:cubicBezTo>
                  <a:lnTo>
                    <a:pt x="53" y="934"/>
                  </a:lnTo>
                  <a:cubicBezTo>
                    <a:pt x="53" y="865"/>
                    <a:pt x="69" y="833"/>
                    <a:pt x="122" y="812"/>
                  </a:cubicBezTo>
                  <a:cubicBezTo>
                    <a:pt x="223" y="764"/>
                    <a:pt x="304" y="711"/>
                    <a:pt x="405" y="663"/>
                  </a:cubicBezTo>
                  <a:cubicBezTo>
                    <a:pt x="441" y="647"/>
                    <a:pt x="473" y="610"/>
                    <a:pt x="526" y="594"/>
                  </a:cubicBezTo>
                  <a:cubicBezTo>
                    <a:pt x="590" y="562"/>
                    <a:pt x="659" y="509"/>
                    <a:pt x="744" y="477"/>
                  </a:cubicBezTo>
                  <a:cubicBezTo>
                    <a:pt x="978" y="344"/>
                    <a:pt x="1233" y="206"/>
                    <a:pt x="1483" y="73"/>
                  </a:cubicBezTo>
                  <a:lnTo>
                    <a:pt x="1499" y="57"/>
                  </a:lnTo>
                  <a:cubicBezTo>
                    <a:pt x="1529" y="39"/>
                    <a:pt x="1552" y="25"/>
                    <a:pt x="1572" y="25"/>
                  </a:cubicBezTo>
                  <a:cubicBezTo>
                    <a:pt x="1588" y="25"/>
                    <a:pt x="1602" y="34"/>
                    <a:pt x="1617" y="57"/>
                  </a:cubicBezTo>
                  <a:cubicBezTo>
                    <a:pt x="1600" y="89"/>
                    <a:pt x="1584" y="142"/>
                    <a:pt x="1600" y="174"/>
                  </a:cubicBezTo>
                  <a:cubicBezTo>
                    <a:pt x="1600" y="275"/>
                    <a:pt x="1568" y="307"/>
                    <a:pt x="1483" y="360"/>
                  </a:cubicBezTo>
                  <a:cubicBezTo>
                    <a:pt x="1196" y="493"/>
                    <a:pt x="930" y="647"/>
                    <a:pt x="659" y="796"/>
                  </a:cubicBezTo>
                  <a:cubicBezTo>
                    <a:pt x="506" y="865"/>
                    <a:pt x="372" y="950"/>
                    <a:pt x="239" y="1014"/>
                  </a:cubicBezTo>
                  <a:cubicBezTo>
                    <a:pt x="170" y="1051"/>
                    <a:pt x="154" y="1099"/>
                    <a:pt x="154" y="1168"/>
                  </a:cubicBezTo>
                  <a:cubicBezTo>
                    <a:pt x="170" y="1285"/>
                    <a:pt x="170" y="1418"/>
                    <a:pt x="170" y="1539"/>
                  </a:cubicBezTo>
                  <a:lnTo>
                    <a:pt x="170" y="1907"/>
                  </a:lnTo>
                  <a:cubicBezTo>
                    <a:pt x="170" y="1923"/>
                    <a:pt x="154" y="1943"/>
                    <a:pt x="154" y="1960"/>
                  </a:cubicBezTo>
                  <a:cubicBezTo>
                    <a:pt x="154" y="2008"/>
                    <a:pt x="154" y="2061"/>
                    <a:pt x="170" y="2109"/>
                  </a:cubicBezTo>
                  <a:cubicBezTo>
                    <a:pt x="186" y="2125"/>
                    <a:pt x="186" y="2125"/>
                    <a:pt x="203" y="2125"/>
                  </a:cubicBezTo>
                  <a:lnTo>
                    <a:pt x="203" y="2109"/>
                  </a:lnTo>
                  <a:cubicBezTo>
                    <a:pt x="170" y="2061"/>
                    <a:pt x="186" y="2008"/>
                    <a:pt x="186" y="1976"/>
                  </a:cubicBezTo>
                  <a:lnTo>
                    <a:pt x="186" y="1907"/>
                  </a:lnTo>
                  <a:lnTo>
                    <a:pt x="186" y="1539"/>
                  </a:lnTo>
                  <a:lnTo>
                    <a:pt x="186" y="1168"/>
                  </a:lnTo>
                  <a:cubicBezTo>
                    <a:pt x="186" y="1099"/>
                    <a:pt x="203" y="1067"/>
                    <a:pt x="255" y="1034"/>
                  </a:cubicBezTo>
                  <a:cubicBezTo>
                    <a:pt x="388" y="966"/>
                    <a:pt x="526" y="897"/>
                    <a:pt x="659" y="812"/>
                  </a:cubicBezTo>
                  <a:cubicBezTo>
                    <a:pt x="930" y="679"/>
                    <a:pt x="1213" y="530"/>
                    <a:pt x="1499" y="376"/>
                  </a:cubicBezTo>
                  <a:cubicBezTo>
                    <a:pt x="1584" y="344"/>
                    <a:pt x="1637" y="291"/>
                    <a:pt x="1617" y="174"/>
                  </a:cubicBezTo>
                  <a:cubicBezTo>
                    <a:pt x="1617" y="126"/>
                    <a:pt x="1637" y="89"/>
                    <a:pt x="1653" y="57"/>
                  </a:cubicBezTo>
                  <a:lnTo>
                    <a:pt x="1653" y="41"/>
                  </a:lnTo>
                  <a:cubicBezTo>
                    <a:pt x="1624" y="11"/>
                    <a:pt x="1598" y="0"/>
                    <a:pt x="1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1286287" y="3293017"/>
              <a:ext cx="4966" cy="100318"/>
            </a:xfrm>
            <a:custGeom>
              <a:avLst/>
              <a:gdLst/>
              <a:ahLst/>
              <a:cxnLst/>
              <a:rect l="l" t="t" r="r" b="b"/>
              <a:pathLst>
                <a:path w="50" h="1010" extrusionOk="0">
                  <a:moveTo>
                    <a:pt x="17" y="0"/>
                  </a:moveTo>
                  <a:cubicBezTo>
                    <a:pt x="17" y="0"/>
                    <a:pt x="1" y="0"/>
                    <a:pt x="1" y="20"/>
                  </a:cubicBezTo>
                  <a:lnTo>
                    <a:pt x="1" y="222"/>
                  </a:lnTo>
                  <a:lnTo>
                    <a:pt x="1" y="860"/>
                  </a:lnTo>
                  <a:lnTo>
                    <a:pt x="1" y="893"/>
                  </a:lnTo>
                  <a:cubicBezTo>
                    <a:pt x="1" y="929"/>
                    <a:pt x="1" y="978"/>
                    <a:pt x="33" y="1010"/>
                  </a:cubicBezTo>
                  <a:lnTo>
                    <a:pt x="49" y="1010"/>
                  </a:lnTo>
                  <a:lnTo>
                    <a:pt x="49" y="994"/>
                  </a:lnTo>
                  <a:cubicBezTo>
                    <a:pt x="17" y="961"/>
                    <a:pt x="33" y="929"/>
                    <a:pt x="33" y="893"/>
                  </a:cubicBezTo>
                  <a:lnTo>
                    <a:pt x="33" y="860"/>
                  </a:lnTo>
                  <a:lnTo>
                    <a:pt x="33" y="222"/>
                  </a:lnTo>
                  <a:lnTo>
                    <a:pt x="33" y="20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1292743" y="1514305"/>
              <a:ext cx="6953" cy="105582"/>
            </a:xfrm>
            <a:custGeom>
              <a:avLst/>
              <a:gdLst/>
              <a:ahLst/>
              <a:cxnLst/>
              <a:rect l="l" t="t" r="r" b="b"/>
              <a:pathLst>
                <a:path w="70" h="1063" extrusionOk="0">
                  <a:moveTo>
                    <a:pt x="0" y="0"/>
                  </a:moveTo>
                  <a:cubicBezTo>
                    <a:pt x="17" y="170"/>
                    <a:pt x="17" y="319"/>
                    <a:pt x="17" y="473"/>
                  </a:cubicBezTo>
                  <a:lnTo>
                    <a:pt x="17" y="776"/>
                  </a:lnTo>
                  <a:lnTo>
                    <a:pt x="17" y="861"/>
                  </a:lnTo>
                  <a:cubicBezTo>
                    <a:pt x="17" y="925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2"/>
                  </a:lnTo>
                  <a:cubicBezTo>
                    <a:pt x="37" y="978"/>
                    <a:pt x="37" y="925"/>
                    <a:pt x="37" y="861"/>
                  </a:cubicBezTo>
                  <a:cubicBezTo>
                    <a:pt x="53" y="824"/>
                    <a:pt x="53" y="808"/>
                    <a:pt x="53" y="776"/>
                  </a:cubicBezTo>
                  <a:cubicBezTo>
                    <a:pt x="37" y="675"/>
                    <a:pt x="37" y="574"/>
                    <a:pt x="53" y="473"/>
                  </a:cubicBezTo>
                  <a:cubicBezTo>
                    <a:pt x="53" y="319"/>
                    <a:pt x="53" y="154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940040" y="1903858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lnTo>
                    <a:pt x="1" y="203"/>
                  </a:lnTo>
                  <a:lnTo>
                    <a:pt x="1" y="740"/>
                  </a:lnTo>
                  <a:lnTo>
                    <a:pt x="1" y="756"/>
                  </a:lnTo>
                  <a:cubicBezTo>
                    <a:pt x="1" y="792"/>
                    <a:pt x="1" y="841"/>
                    <a:pt x="17" y="877"/>
                  </a:cubicBezTo>
                  <a:lnTo>
                    <a:pt x="33" y="877"/>
                  </a:lnTo>
                  <a:cubicBezTo>
                    <a:pt x="33" y="877"/>
                    <a:pt x="53" y="877"/>
                    <a:pt x="33" y="857"/>
                  </a:cubicBezTo>
                  <a:cubicBezTo>
                    <a:pt x="17" y="825"/>
                    <a:pt x="33" y="792"/>
                    <a:pt x="33" y="756"/>
                  </a:cubicBezTo>
                  <a:lnTo>
                    <a:pt x="33" y="740"/>
                  </a:lnTo>
                  <a:lnTo>
                    <a:pt x="33" y="203"/>
                  </a:lnTo>
                  <a:lnTo>
                    <a:pt x="33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1924649" y="2298277"/>
              <a:ext cx="122170" cy="256060"/>
            </a:xfrm>
            <a:custGeom>
              <a:avLst/>
              <a:gdLst/>
              <a:ahLst/>
              <a:cxnLst/>
              <a:rect l="l" t="t" r="r" b="b"/>
              <a:pathLst>
                <a:path w="1230" h="257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1" y="154"/>
                    <a:pt x="1" y="287"/>
                    <a:pt x="1" y="421"/>
                  </a:cubicBezTo>
                  <a:lnTo>
                    <a:pt x="1" y="659"/>
                  </a:lnTo>
                  <a:cubicBezTo>
                    <a:pt x="1" y="708"/>
                    <a:pt x="17" y="724"/>
                    <a:pt x="37" y="724"/>
                  </a:cubicBezTo>
                  <a:cubicBezTo>
                    <a:pt x="53" y="744"/>
                    <a:pt x="53" y="744"/>
                    <a:pt x="70" y="760"/>
                  </a:cubicBezTo>
                  <a:lnTo>
                    <a:pt x="304" y="1148"/>
                  </a:lnTo>
                  <a:cubicBezTo>
                    <a:pt x="575" y="1600"/>
                    <a:pt x="861" y="2057"/>
                    <a:pt x="1148" y="2509"/>
                  </a:cubicBezTo>
                  <a:lnTo>
                    <a:pt x="1197" y="2562"/>
                  </a:lnTo>
                  <a:lnTo>
                    <a:pt x="1213" y="2562"/>
                  </a:lnTo>
                  <a:lnTo>
                    <a:pt x="1213" y="2578"/>
                  </a:lnTo>
                  <a:lnTo>
                    <a:pt x="1229" y="2562"/>
                  </a:lnTo>
                  <a:lnTo>
                    <a:pt x="1229" y="2542"/>
                  </a:lnTo>
                  <a:cubicBezTo>
                    <a:pt x="1229" y="2542"/>
                    <a:pt x="1213" y="2542"/>
                    <a:pt x="1213" y="2525"/>
                  </a:cubicBezTo>
                  <a:cubicBezTo>
                    <a:pt x="1197" y="2525"/>
                    <a:pt x="1181" y="2509"/>
                    <a:pt x="1164" y="2493"/>
                  </a:cubicBezTo>
                  <a:cubicBezTo>
                    <a:pt x="878" y="2037"/>
                    <a:pt x="607" y="1584"/>
                    <a:pt x="320" y="1128"/>
                  </a:cubicBezTo>
                  <a:lnTo>
                    <a:pt x="86" y="744"/>
                  </a:lnTo>
                  <a:lnTo>
                    <a:pt x="53" y="708"/>
                  </a:lnTo>
                  <a:cubicBezTo>
                    <a:pt x="37" y="691"/>
                    <a:pt x="37" y="691"/>
                    <a:pt x="37" y="675"/>
                  </a:cubicBezTo>
                  <a:lnTo>
                    <a:pt x="37" y="405"/>
                  </a:lnTo>
                  <a:cubicBezTo>
                    <a:pt x="37" y="287"/>
                    <a:pt x="17" y="15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747846" y="2831553"/>
              <a:ext cx="4966" cy="77076"/>
            </a:xfrm>
            <a:custGeom>
              <a:avLst/>
              <a:gdLst/>
              <a:ahLst/>
              <a:cxnLst/>
              <a:rect l="l" t="t" r="r" b="b"/>
              <a:pathLst>
                <a:path w="50" h="776" extrusionOk="0">
                  <a:moveTo>
                    <a:pt x="17" y="0"/>
                  </a:moveTo>
                  <a:cubicBezTo>
                    <a:pt x="17" y="0"/>
                    <a:pt x="1" y="0"/>
                    <a:pt x="1" y="21"/>
                  </a:cubicBezTo>
                  <a:cubicBezTo>
                    <a:pt x="17" y="170"/>
                    <a:pt x="17" y="324"/>
                    <a:pt x="17" y="489"/>
                  </a:cubicBezTo>
                  <a:lnTo>
                    <a:pt x="17" y="776"/>
                  </a:lnTo>
                  <a:lnTo>
                    <a:pt x="49" y="776"/>
                  </a:lnTo>
                  <a:cubicBezTo>
                    <a:pt x="33" y="675"/>
                    <a:pt x="49" y="574"/>
                    <a:pt x="49" y="489"/>
                  </a:cubicBezTo>
                  <a:cubicBezTo>
                    <a:pt x="49" y="324"/>
                    <a:pt x="49" y="170"/>
                    <a:pt x="33" y="21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1518608" y="3505672"/>
              <a:ext cx="205603" cy="228745"/>
            </a:xfrm>
            <a:custGeom>
              <a:avLst/>
              <a:gdLst/>
              <a:ahLst/>
              <a:cxnLst/>
              <a:rect l="l" t="t" r="r" b="b"/>
              <a:pathLst>
                <a:path w="2070" h="2303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32"/>
                    <a:pt x="49" y="49"/>
                    <a:pt x="65" y="81"/>
                  </a:cubicBezTo>
                  <a:cubicBezTo>
                    <a:pt x="65" y="117"/>
                    <a:pt x="86" y="133"/>
                    <a:pt x="118" y="150"/>
                  </a:cubicBezTo>
                  <a:cubicBezTo>
                    <a:pt x="320" y="335"/>
                    <a:pt x="522" y="521"/>
                    <a:pt x="724" y="707"/>
                  </a:cubicBezTo>
                  <a:cubicBezTo>
                    <a:pt x="841" y="788"/>
                    <a:pt x="942" y="889"/>
                    <a:pt x="1059" y="990"/>
                  </a:cubicBezTo>
                  <a:cubicBezTo>
                    <a:pt x="1176" y="1091"/>
                    <a:pt x="1314" y="1212"/>
                    <a:pt x="1447" y="1313"/>
                  </a:cubicBezTo>
                  <a:cubicBezTo>
                    <a:pt x="1479" y="1361"/>
                    <a:pt x="1532" y="1394"/>
                    <a:pt x="1580" y="1430"/>
                  </a:cubicBezTo>
                  <a:cubicBezTo>
                    <a:pt x="1601" y="1446"/>
                    <a:pt x="1617" y="1462"/>
                    <a:pt x="1633" y="1479"/>
                  </a:cubicBezTo>
                  <a:cubicBezTo>
                    <a:pt x="1835" y="1648"/>
                    <a:pt x="2037" y="1818"/>
                    <a:pt x="1952" y="2121"/>
                  </a:cubicBezTo>
                  <a:lnTo>
                    <a:pt x="1952" y="2238"/>
                  </a:lnTo>
                  <a:lnTo>
                    <a:pt x="1952" y="2286"/>
                  </a:lnTo>
                  <a:lnTo>
                    <a:pt x="1952" y="2303"/>
                  </a:lnTo>
                  <a:cubicBezTo>
                    <a:pt x="1968" y="2303"/>
                    <a:pt x="1968" y="2303"/>
                    <a:pt x="1968" y="2286"/>
                  </a:cubicBezTo>
                  <a:lnTo>
                    <a:pt x="1968" y="2238"/>
                  </a:lnTo>
                  <a:cubicBezTo>
                    <a:pt x="1968" y="2202"/>
                    <a:pt x="1984" y="2169"/>
                    <a:pt x="1984" y="2137"/>
                  </a:cubicBezTo>
                  <a:cubicBezTo>
                    <a:pt x="2069" y="1798"/>
                    <a:pt x="1851" y="1632"/>
                    <a:pt x="1649" y="1462"/>
                  </a:cubicBezTo>
                  <a:cubicBezTo>
                    <a:pt x="1633" y="1446"/>
                    <a:pt x="1617" y="1430"/>
                    <a:pt x="1601" y="1414"/>
                  </a:cubicBezTo>
                  <a:cubicBezTo>
                    <a:pt x="1548" y="1378"/>
                    <a:pt x="1500" y="1329"/>
                    <a:pt x="1463" y="1293"/>
                  </a:cubicBezTo>
                  <a:cubicBezTo>
                    <a:pt x="1330" y="1192"/>
                    <a:pt x="1197" y="1075"/>
                    <a:pt x="1075" y="974"/>
                  </a:cubicBezTo>
                  <a:cubicBezTo>
                    <a:pt x="958" y="873"/>
                    <a:pt x="857" y="772"/>
                    <a:pt x="740" y="671"/>
                  </a:cubicBezTo>
                  <a:cubicBezTo>
                    <a:pt x="538" y="505"/>
                    <a:pt x="336" y="319"/>
                    <a:pt x="134" y="133"/>
                  </a:cubicBezTo>
                  <a:cubicBezTo>
                    <a:pt x="102" y="117"/>
                    <a:pt x="102" y="101"/>
                    <a:pt x="86" y="65"/>
                  </a:cubicBezTo>
                  <a:cubicBezTo>
                    <a:pt x="65" y="49"/>
                    <a:pt x="49" y="16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480264" y="1705307"/>
              <a:ext cx="158920" cy="96743"/>
            </a:xfrm>
            <a:custGeom>
              <a:avLst/>
              <a:gdLst/>
              <a:ahLst/>
              <a:cxnLst/>
              <a:rect l="l" t="t" r="r" b="b"/>
              <a:pathLst>
                <a:path w="1600" h="974" extrusionOk="0">
                  <a:moveTo>
                    <a:pt x="1592" y="0"/>
                  </a:moveTo>
                  <a:cubicBezTo>
                    <a:pt x="1588" y="0"/>
                    <a:pt x="1584" y="4"/>
                    <a:pt x="1584" y="12"/>
                  </a:cubicBezTo>
                  <a:lnTo>
                    <a:pt x="1414" y="97"/>
                  </a:lnTo>
                  <a:cubicBezTo>
                    <a:pt x="1297" y="182"/>
                    <a:pt x="1164" y="250"/>
                    <a:pt x="1046" y="331"/>
                  </a:cubicBezTo>
                  <a:cubicBezTo>
                    <a:pt x="808" y="469"/>
                    <a:pt x="574" y="618"/>
                    <a:pt x="339" y="755"/>
                  </a:cubicBezTo>
                  <a:lnTo>
                    <a:pt x="16" y="957"/>
                  </a:lnTo>
                  <a:cubicBezTo>
                    <a:pt x="16" y="957"/>
                    <a:pt x="0" y="957"/>
                    <a:pt x="16" y="974"/>
                  </a:cubicBezTo>
                  <a:lnTo>
                    <a:pt x="37" y="974"/>
                  </a:lnTo>
                  <a:lnTo>
                    <a:pt x="356" y="788"/>
                  </a:lnTo>
                  <a:cubicBezTo>
                    <a:pt x="590" y="634"/>
                    <a:pt x="824" y="501"/>
                    <a:pt x="1063" y="351"/>
                  </a:cubicBezTo>
                  <a:cubicBezTo>
                    <a:pt x="1180" y="283"/>
                    <a:pt x="1313" y="198"/>
                    <a:pt x="1430" y="129"/>
                  </a:cubicBezTo>
                  <a:lnTo>
                    <a:pt x="1600" y="28"/>
                  </a:lnTo>
                  <a:lnTo>
                    <a:pt x="1600" y="12"/>
                  </a:lnTo>
                  <a:cubicBezTo>
                    <a:pt x="1600" y="4"/>
                    <a:pt x="1596" y="0"/>
                    <a:pt x="1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1269501" y="1446565"/>
              <a:ext cx="142134" cy="184943"/>
            </a:xfrm>
            <a:custGeom>
              <a:avLst/>
              <a:gdLst/>
              <a:ahLst/>
              <a:cxnLst/>
              <a:rect l="l" t="t" r="r" b="b"/>
              <a:pathLst>
                <a:path w="1431" h="1862" extrusionOk="0">
                  <a:moveTo>
                    <a:pt x="1418" y="0"/>
                  </a:moveTo>
                  <a:cubicBezTo>
                    <a:pt x="1416" y="0"/>
                    <a:pt x="1414" y="2"/>
                    <a:pt x="1414" y="8"/>
                  </a:cubicBezTo>
                  <a:cubicBezTo>
                    <a:pt x="1297" y="28"/>
                    <a:pt x="1196" y="92"/>
                    <a:pt x="1095" y="161"/>
                  </a:cubicBezTo>
                  <a:cubicBezTo>
                    <a:pt x="1026" y="193"/>
                    <a:pt x="978" y="230"/>
                    <a:pt x="909" y="262"/>
                  </a:cubicBezTo>
                  <a:cubicBezTo>
                    <a:pt x="723" y="347"/>
                    <a:pt x="554" y="464"/>
                    <a:pt x="388" y="565"/>
                  </a:cubicBezTo>
                  <a:cubicBezTo>
                    <a:pt x="303" y="613"/>
                    <a:pt x="202" y="666"/>
                    <a:pt x="117" y="714"/>
                  </a:cubicBezTo>
                  <a:cubicBezTo>
                    <a:pt x="49" y="751"/>
                    <a:pt x="16" y="783"/>
                    <a:pt x="16" y="852"/>
                  </a:cubicBezTo>
                  <a:lnTo>
                    <a:pt x="16" y="1458"/>
                  </a:lnTo>
                  <a:lnTo>
                    <a:pt x="16" y="1745"/>
                  </a:lnTo>
                  <a:lnTo>
                    <a:pt x="16" y="1761"/>
                  </a:lnTo>
                  <a:cubicBezTo>
                    <a:pt x="0" y="1793"/>
                    <a:pt x="0" y="1825"/>
                    <a:pt x="32" y="1862"/>
                  </a:cubicBezTo>
                  <a:lnTo>
                    <a:pt x="69" y="1862"/>
                  </a:lnTo>
                  <a:lnTo>
                    <a:pt x="49" y="1846"/>
                  </a:lnTo>
                  <a:cubicBezTo>
                    <a:pt x="32" y="1825"/>
                    <a:pt x="32" y="1793"/>
                    <a:pt x="32" y="1761"/>
                  </a:cubicBezTo>
                  <a:lnTo>
                    <a:pt x="32" y="1745"/>
                  </a:lnTo>
                  <a:lnTo>
                    <a:pt x="32" y="1458"/>
                  </a:lnTo>
                  <a:cubicBezTo>
                    <a:pt x="49" y="1256"/>
                    <a:pt x="49" y="1054"/>
                    <a:pt x="49" y="852"/>
                  </a:cubicBezTo>
                  <a:cubicBezTo>
                    <a:pt x="49" y="799"/>
                    <a:pt x="69" y="767"/>
                    <a:pt x="117" y="735"/>
                  </a:cubicBezTo>
                  <a:cubicBezTo>
                    <a:pt x="218" y="682"/>
                    <a:pt x="303" y="634"/>
                    <a:pt x="404" y="581"/>
                  </a:cubicBezTo>
                  <a:cubicBezTo>
                    <a:pt x="574" y="480"/>
                    <a:pt x="739" y="379"/>
                    <a:pt x="925" y="278"/>
                  </a:cubicBezTo>
                  <a:cubicBezTo>
                    <a:pt x="978" y="262"/>
                    <a:pt x="1042" y="209"/>
                    <a:pt x="1095" y="177"/>
                  </a:cubicBezTo>
                  <a:cubicBezTo>
                    <a:pt x="1196" y="129"/>
                    <a:pt x="1297" y="60"/>
                    <a:pt x="1414" y="28"/>
                  </a:cubicBezTo>
                  <a:cubicBezTo>
                    <a:pt x="1430" y="28"/>
                    <a:pt x="1430" y="8"/>
                    <a:pt x="1430" y="8"/>
                  </a:cubicBezTo>
                  <a:cubicBezTo>
                    <a:pt x="1430" y="8"/>
                    <a:pt x="1423" y="0"/>
                    <a:pt x="1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2136906" y="3055829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21" y="1"/>
                  </a:moveTo>
                  <a:cubicBezTo>
                    <a:pt x="1" y="49"/>
                    <a:pt x="1" y="118"/>
                    <a:pt x="1" y="166"/>
                  </a:cubicBezTo>
                  <a:lnTo>
                    <a:pt x="1" y="251"/>
                  </a:lnTo>
                  <a:cubicBezTo>
                    <a:pt x="1" y="251"/>
                    <a:pt x="1" y="267"/>
                    <a:pt x="21" y="267"/>
                  </a:cubicBezTo>
                  <a:cubicBezTo>
                    <a:pt x="21" y="267"/>
                    <a:pt x="37" y="267"/>
                    <a:pt x="37" y="251"/>
                  </a:cubicBezTo>
                  <a:lnTo>
                    <a:pt x="37" y="166"/>
                  </a:lnTo>
                  <a:cubicBezTo>
                    <a:pt x="21" y="118"/>
                    <a:pt x="21" y="65"/>
                    <a:pt x="37" y="17"/>
                  </a:cubicBezTo>
                  <a:cubicBezTo>
                    <a:pt x="53" y="17"/>
                    <a:pt x="37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747846" y="298719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4"/>
                    <a:pt x="17" y="271"/>
                    <a:pt x="17" y="405"/>
                  </a:cubicBezTo>
                  <a:lnTo>
                    <a:pt x="17" y="607"/>
                  </a:lnTo>
                  <a:lnTo>
                    <a:pt x="17" y="825"/>
                  </a:lnTo>
                  <a:lnTo>
                    <a:pt x="17" y="926"/>
                  </a:lnTo>
                  <a:lnTo>
                    <a:pt x="49" y="926"/>
                  </a:lnTo>
                  <a:lnTo>
                    <a:pt x="49" y="825"/>
                  </a:lnTo>
                  <a:lnTo>
                    <a:pt x="49" y="607"/>
                  </a:lnTo>
                  <a:lnTo>
                    <a:pt x="49" y="405"/>
                  </a:ln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1339724" y="1677297"/>
              <a:ext cx="8443" cy="103099"/>
            </a:xfrm>
            <a:custGeom>
              <a:avLst/>
              <a:gdLst/>
              <a:ahLst/>
              <a:cxnLst/>
              <a:rect l="l" t="t" r="r" b="b"/>
              <a:pathLst>
                <a:path w="85" h="1038" extrusionOk="0">
                  <a:moveTo>
                    <a:pt x="20" y="0"/>
                  </a:moveTo>
                  <a:cubicBezTo>
                    <a:pt x="18" y="0"/>
                    <a:pt x="16" y="2"/>
                    <a:pt x="16" y="7"/>
                  </a:cubicBezTo>
                  <a:cubicBezTo>
                    <a:pt x="0" y="7"/>
                    <a:pt x="0" y="7"/>
                    <a:pt x="0" y="28"/>
                  </a:cubicBezTo>
                  <a:cubicBezTo>
                    <a:pt x="32" y="129"/>
                    <a:pt x="32" y="246"/>
                    <a:pt x="32" y="347"/>
                  </a:cubicBezTo>
                  <a:cubicBezTo>
                    <a:pt x="16" y="395"/>
                    <a:pt x="16" y="448"/>
                    <a:pt x="16" y="480"/>
                  </a:cubicBezTo>
                  <a:lnTo>
                    <a:pt x="16" y="633"/>
                  </a:lnTo>
                  <a:cubicBezTo>
                    <a:pt x="0" y="767"/>
                    <a:pt x="0" y="900"/>
                    <a:pt x="69" y="1037"/>
                  </a:cubicBezTo>
                  <a:lnTo>
                    <a:pt x="85" y="1037"/>
                  </a:lnTo>
                  <a:lnTo>
                    <a:pt x="85" y="1017"/>
                  </a:lnTo>
                  <a:cubicBezTo>
                    <a:pt x="32" y="900"/>
                    <a:pt x="32" y="767"/>
                    <a:pt x="49" y="633"/>
                  </a:cubicBezTo>
                  <a:lnTo>
                    <a:pt x="49" y="480"/>
                  </a:lnTo>
                  <a:lnTo>
                    <a:pt x="49" y="347"/>
                  </a:lnTo>
                  <a:cubicBezTo>
                    <a:pt x="69" y="246"/>
                    <a:pt x="69" y="129"/>
                    <a:pt x="32" y="7"/>
                  </a:cubicBezTo>
                  <a:cubicBezTo>
                    <a:pt x="32" y="7"/>
                    <a:pt x="25" y="0"/>
                    <a:pt x="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869817" y="2462362"/>
              <a:ext cx="336314" cy="232421"/>
            </a:xfrm>
            <a:custGeom>
              <a:avLst/>
              <a:gdLst/>
              <a:ahLst/>
              <a:cxnLst/>
              <a:rect l="l" t="t" r="r" b="b"/>
              <a:pathLst>
                <a:path w="3386" h="2340" extrusionOk="0">
                  <a:moveTo>
                    <a:pt x="3366" y="1"/>
                  </a:moveTo>
                  <a:cubicBezTo>
                    <a:pt x="3265" y="17"/>
                    <a:pt x="3184" y="49"/>
                    <a:pt x="3099" y="102"/>
                  </a:cubicBezTo>
                  <a:cubicBezTo>
                    <a:pt x="3063" y="118"/>
                    <a:pt x="3030" y="134"/>
                    <a:pt x="2982" y="150"/>
                  </a:cubicBezTo>
                  <a:cubicBezTo>
                    <a:pt x="2578" y="336"/>
                    <a:pt x="2174" y="522"/>
                    <a:pt x="1786" y="708"/>
                  </a:cubicBezTo>
                  <a:cubicBezTo>
                    <a:pt x="1584" y="789"/>
                    <a:pt x="1366" y="890"/>
                    <a:pt x="1164" y="991"/>
                  </a:cubicBezTo>
                  <a:lnTo>
                    <a:pt x="1043" y="1043"/>
                  </a:lnTo>
                  <a:cubicBezTo>
                    <a:pt x="760" y="1176"/>
                    <a:pt x="457" y="1314"/>
                    <a:pt x="170" y="1431"/>
                  </a:cubicBezTo>
                  <a:cubicBezTo>
                    <a:pt x="33" y="1479"/>
                    <a:pt x="1" y="1548"/>
                    <a:pt x="1" y="1665"/>
                  </a:cubicBezTo>
                  <a:cubicBezTo>
                    <a:pt x="17" y="1782"/>
                    <a:pt x="1" y="1900"/>
                    <a:pt x="1" y="2021"/>
                  </a:cubicBezTo>
                  <a:lnTo>
                    <a:pt x="1" y="2186"/>
                  </a:lnTo>
                  <a:lnTo>
                    <a:pt x="1" y="2223"/>
                  </a:lnTo>
                  <a:cubicBezTo>
                    <a:pt x="1" y="2255"/>
                    <a:pt x="1" y="2303"/>
                    <a:pt x="33" y="2340"/>
                  </a:cubicBezTo>
                  <a:lnTo>
                    <a:pt x="53" y="2340"/>
                  </a:lnTo>
                  <a:lnTo>
                    <a:pt x="53" y="2324"/>
                  </a:lnTo>
                  <a:cubicBezTo>
                    <a:pt x="33" y="2287"/>
                    <a:pt x="33" y="2255"/>
                    <a:pt x="33" y="2223"/>
                  </a:cubicBezTo>
                  <a:lnTo>
                    <a:pt x="33" y="2186"/>
                  </a:lnTo>
                  <a:lnTo>
                    <a:pt x="33" y="2021"/>
                  </a:lnTo>
                  <a:lnTo>
                    <a:pt x="33" y="1665"/>
                  </a:lnTo>
                  <a:cubicBezTo>
                    <a:pt x="17" y="1548"/>
                    <a:pt x="53" y="1496"/>
                    <a:pt x="170" y="1447"/>
                  </a:cubicBezTo>
                  <a:cubicBezTo>
                    <a:pt x="473" y="1330"/>
                    <a:pt x="776" y="1193"/>
                    <a:pt x="1063" y="1059"/>
                  </a:cubicBezTo>
                  <a:lnTo>
                    <a:pt x="1180" y="1011"/>
                  </a:lnTo>
                  <a:cubicBezTo>
                    <a:pt x="1382" y="926"/>
                    <a:pt x="1584" y="825"/>
                    <a:pt x="1786" y="724"/>
                  </a:cubicBezTo>
                  <a:cubicBezTo>
                    <a:pt x="2190" y="538"/>
                    <a:pt x="2594" y="352"/>
                    <a:pt x="2998" y="183"/>
                  </a:cubicBezTo>
                  <a:cubicBezTo>
                    <a:pt x="3030" y="167"/>
                    <a:pt x="3083" y="150"/>
                    <a:pt x="3115" y="118"/>
                  </a:cubicBezTo>
                  <a:cubicBezTo>
                    <a:pt x="3184" y="82"/>
                    <a:pt x="3285" y="33"/>
                    <a:pt x="3366" y="33"/>
                  </a:cubicBezTo>
                  <a:cubicBezTo>
                    <a:pt x="3386" y="33"/>
                    <a:pt x="3386" y="17"/>
                    <a:pt x="3386" y="17"/>
                  </a:cubicBezTo>
                  <a:cubicBezTo>
                    <a:pt x="3386" y="1"/>
                    <a:pt x="3386" y="1"/>
                    <a:pt x="33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851343" y="2784970"/>
              <a:ext cx="361245" cy="257351"/>
            </a:xfrm>
            <a:custGeom>
              <a:avLst/>
              <a:gdLst/>
              <a:ahLst/>
              <a:cxnLst/>
              <a:rect l="l" t="t" r="r" b="b"/>
              <a:pathLst>
                <a:path w="3637" h="2591" extrusionOk="0">
                  <a:moveTo>
                    <a:pt x="3552" y="1"/>
                  </a:moveTo>
                  <a:lnTo>
                    <a:pt x="3552" y="17"/>
                  </a:lnTo>
                  <a:cubicBezTo>
                    <a:pt x="3604" y="65"/>
                    <a:pt x="3604" y="134"/>
                    <a:pt x="3588" y="203"/>
                  </a:cubicBezTo>
                  <a:cubicBezTo>
                    <a:pt x="3572" y="235"/>
                    <a:pt x="3572" y="267"/>
                    <a:pt x="3572" y="288"/>
                  </a:cubicBezTo>
                  <a:lnTo>
                    <a:pt x="3572" y="1043"/>
                  </a:lnTo>
                  <a:cubicBezTo>
                    <a:pt x="3572" y="1128"/>
                    <a:pt x="3552" y="1160"/>
                    <a:pt x="3487" y="1197"/>
                  </a:cubicBezTo>
                  <a:cubicBezTo>
                    <a:pt x="2897" y="1415"/>
                    <a:pt x="2340" y="1633"/>
                    <a:pt x="1871" y="1819"/>
                  </a:cubicBezTo>
                  <a:cubicBezTo>
                    <a:pt x="1601" y="1920"/>
                    <a:pt x="1350" y="2021"/>
                    <a:pt x="1096" y="2122"/>
                  </a:cubicBezTo>
                  <a:cubicBezTo>
                    <a:pt x="926" y="2186"/>
                    <a:pt x="760" y="2271"/>
                    <a:pt x="574" y="2340"/>
                  </a:cubicBezTo>
                  <a:cubicBezTo>
                    <a:pt x="522" y="2356"/>
                    <a:pt x="457" y="2372"/>
                    <a:pt x="405" y="2408"/>
                  </a:cubicBezTo>
                  <a:cubicBezTo>
                    <a:pt x="271" y="2441"/>
                    <a:pt x="138" y="2489"/>
                    <a:pt x="17" y="2558"/>
                  </a:cubicBezTo>
                  <a:lnTo>
                    <a:pt x="1" y="2574"/>
                  </a:lnTo>
                  <a:lnTo>
                    <a:pt x="17" y="2590"/>
                  </a:lnTo>
                  <a:cubicBezTo>
                    <a:pt x="154" y="2526"/>
                    <a:pt x="288" y="2473"/>
                    <a:pt x="405" y="2425"/>
                  </a:cubicBezTo>
                  <a:cubicBezTo>
                    <a:pt x="473" y="2408"/>
                    <a:pt x="522" y="2388"/>
                    <a:pt x="591" y="2356"/>
                  </a:cubicBezTo>
                  <a:cubicBezTo>
                    <a:pt x="760" y="2287"/>
                    <a:pt x="926" y="2223"/>
                    <a:pt x="1112" y="2154"/>
                  </a:cubicBezTo>
                  <a:lnTo>
                    <a:pt x="1871" y="1851"/>
                  </a:lnTo>
                  <a:cubicBezTo>
                    <a:pt x="2340" y="1649"/>
                    <a:pt x="2913" y="1431"/>
                    <a:pt x="3487" y="1213"/>
                  </a:cubicBezTo>
                  <a:cubicBezTo>
                    <a:pt x="3588" y="1176"/>
                    <a:pt x="3604" y="1128"/>
                    <a:pt x="3604" y="1043"/>
                  </a:cubicBezTo>
                  <a:lnTo>
                    <a:pt x="3604" y="288"/>
                  </a:lnTo>
                  <a:lnTo>
                    <a:pt x="3604" y="203"/>
                  </a:lnTo>
                  <a:cubicBezTo>
                    <a:pt x="3620" y="134"/>
                    <a:pt x="3637" y="65"/>
                    <a:pt x="35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697687" y="3552156"/>
              <a:ext cx="4966" cy="20163"/>
            </a:xfrm>
            <a:custGeom>
              <a:avLst/>
              <a:gdLst/>
              <a:ahLst/>
              <a:cxnLst/>
              <a:rect l="l" t="t" r="r" b="b"/>
              <a:pathLst>
                <a:path w="50" h="20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69"/>
                  </a:lnTo>
                  <a:cubicBezTo>
                    <a:pt x="1" y="118"/>
                    <a:pt x="1" y="154"/>
                    <a:pt x="17" y="186"/>
                  </a:cubicBezTo>
                  <a:lnTo>
                    <a:pt x="33" y="203"/>
                  </a:lnTo>
                  <a:lnTo>
                    <a:pt x="49" y="203"/>
                  </a:lnTo>
                  <a:lnTo>
                    <a:pt x="49" y="186"/>
                  </a:lnTo>
                  <a:cubicBezTo>
                    <a:pt x="33" y="154"/>
                    <a:pt x="33" y="118"/>
                    <a:pt x="33" y="69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/>
            <p:cNvSpPr/>
            <p:nvPr/>
          </p:nvSpPr>
          <p:spPr>
            <a:xfrm>
              <a:off x="687655" y="2473288"/>
              <a:ext cx="128924" cy="146107"/>
            </a:xfrm>
            <a:custGeom>
              <a:avLst/>
              <a:gdLst/>
              <a:ahLst/>
              <a:cxnLst/>
              <a:rect l="l" t="t" r="r" b="b"/>
              <a:pathLst>
                <a:path w="1298" h="1471" extrusionOk="0">
                  <a:moveTo>
                    <a:pt x="1275" y="1"/>
                  </a:moveTo>
                  <a:cubicBezTo>
                    <a:pt x="1272" y="1"/>
                    <a:pt x="1268" y="3"/>
                    <a:pt x="1261" y="8"/>
                  </a:cubicBezTo>
                  <a:lnTo>
                    <a:pt x="1043" y="109"/>
                  </a:lnTo>
                  <a:cubicBezTo>
                    <a:pt x="857" y="194"/>
                    <a:pt x="675" y="258"/>
                    <a:pt x="506" y="343"/>
                  </a:cubicBezTo>
                  <a:cubicBezTo>
                    <a:pt x="421" y="396"/>
                    <a:pt x="336" y="428"/>
                    <a:pt x="251" y="460"/>
                  </a:cubicBezTo>
                  <a:cubicBezTo>
                    <a:pt x="203" y="497"/>
                    <a:pt x="150" y="513"/>
                    <a:pt x="102" y="545"/>
                  </a:cubicBezTo>
                  <a:cubicBezTo>
                    <a:pt x="49" y="561"/>
                    <a:pt x="1" y="598"/>
                    <a:pt x="1" y="662"/>
                  </a:cubicBezTo>
                  <a:lnTo>
                    <a:pt x="1" y="949"/>
                  </a:lnTo>
                  <a:cubicBezTo>
                    <a:pt x="1" y="1119"/>
                    <a:pt x="1" y="1285"/>
                    <a:pt x="17" y="1454"/>
                  </a:cubicBezTo>
                  <a:cubicBezTo>
                    <a:pt x="17" y="1470"/>
                    <a:pt x="17" y="1470"/>
                    <a:pt x="33" y="1470"/>
                  </a:cubicBezTo>
                  <a:cubicBezTo>
                    <a:pt x="33" y="1470"/>
                    <a:pt x="49" y="1470"/>
                    <a:pt x="49" y="1454"/>
                  </a:cubicBezTo>
                  <a:cubicBezTo>
                    <a:pt x="17" y="1285"/>
                    <a:pt x="33" y="1119"/>
                    <a:pt x="33" y="949"/>
                  </a:cubicBezTo>
                  <a:lnTo>
                    <a:pt x="33" y="662"/>
                  </a:lnTo>
                  <a:cubicBezTo>
                    <a:pt x="33" y="614"/>
                    <a:pt x="69" y="578"/>
                    <a:pt x="118" y="561"/>
                  </a:cubicBezTo>
                  <a:cubicBezTo>
                    <a:pt x="170" y="545"/>
                    <a:pt x="219" y="513"/>
                    <a:pt x="271" y="497"/>
                  </a:cubicBezTo>
                  <a:cubicBezTo>
                    <a:pt x="352" y="460"/>
                    <a:pt x="421" y="412"/>
                    <a:pt x="506" y="376"/>
                  </a:cubicBezTo>
                  <a:cubicBezTo>
                    <a:pt x="691" y="295"/>
                    <a:pt x="877" y="210"/>
                    <a:pt x="1059" y="125"/>
                  </a:cubicBezTo>
                  <a:lnTo>
                    <a:pt x="1281" y="24"/>
                  </a:lnTo>
                  <a:cubicBezTo>
                    <a:pt x="1281" y="24"/>
                    <a:pt x="1297" y="8"/>
                    <a:pt x="1281" y="8"/>
                  </a:cubicBezTo>
                  <a:cubicBezTo>
                    <a:pt x="1281" y="8"/>
                    <a:pt x="1281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1923059" y="3712665"/>
              <a:ext cx="20163" cy="21752"/>
            </a:xfrm>
            <a:custGeom>
              <a:avLst/>
              <a:gdLst/>
              <a:ahLst/>
              <a:cxnLst/>
              <a:rect l="l" t="t" r="r" b="b"/>
              <a:pathLst>
                <a:path w="203" h="219" extrusionOk="0">
                  <a:moveTo>
                    <a:pt x="1" y="1"/>
                  </a:moveTo>
                  <a:lnTo>
                    <a:pt x="1" y="17"/>
                  </a:lnTo>
                  <a:lnTo>
                    <a:pt x="69" y="219"/>
                  </a:lnTo>
                  <a:lnTo>
                    <a:pt x="203" y="219"/>
                  </a:lnTo>
                  <a:lnTo>
                    <a:pt x="203" y="202"/>
                  </a:lnTo>
                  <a:lnTo>
                    <a:pt x="203" y="186"/>
                  </a:lnTo>
                  <a:lnTo>
                    <a:pt x="86" y="186"/>
                  </a:lnTo>
                  <a:lnTo>
                    <a:pt x="17" y="17"/>
                  </a:ln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/>
            <p:cNvSpPr/>
            <p:nvPr/>
          </p:nvSpPr>
          <p:spPr>
            <a:xfrm>
              <a:off x="505493" y="2875256"/>
              <a:ext cx="130513" cy="56715"/>
            </a:xfrm>
            <a:custGeom>
              <a:avLst/>
              <a:gdLst/>
              <a:ahLst/>
              <a:cxnLst/>
              <a:rect l="l" t="t" r="r" b="b"/>
              <a:pathLst>
                <a:path w="1314" h="571" extrusionOk="0">
                  <a:moveTo>
                    <a:pt x="1297" y="1"/>
                  </a:moveTo>
                  <a:lnTo>
                    <a:pt x="1043" y="102"/>
                  </a:lnTo>
                  <a:cubicBezTo>
                    <a:pt x="825" y="203"/>
                    <a:pt x="607" y="304"/>
                    <a:pt x="368" y="405"/>
                  </a:cubicBezTo>
                  <a:cubicBezTo>
                    <a:pt x="287" y="437"/>
                    <a:pt x="203" y="469"/>
                    <a:pt x="118" y="506"/>
                  </a:cubicBezTo>
                  <a:cubicBezTo>
                    <a:pt x="85" y="522"/>
                    <a:pt x="49" y="538"/>
                    <a:pt x="1" y="538"/>
                  </a:cubicBezTo>
                  <a:lnTo>
                    <a:pt x="1" y="570"/>
                  </a:lnTo>
                  <a:lnTo>
                    <a:pt x="17" y="570"/>
                  </a:lnTo>
                  <a:cubicBezTo>
                    <a:pt x="49" y="554"/>
                    <a:pt x="102" y="538"/>
                    <a:pt x="134" y="522"/>
                  </a:cubicBezTo>
                  <a:cubicBezTo>
                    <a:pt x="219" y="490"/>
                    <a:pt x="304" y="453"/>
                    <a:pt x="388" y="421"/>
                  </a:cubicBezTo>
                  <a:cubicBezTo>
                    <a:pt x="607" y="320"/>
                    <a:pt x="841" y="235"/>
                    <a:pt x="1059" y="134"/>
                  </a:cubicBezTo>
                  <a:lnTo>
                    <a:pt x="1297" y="33"/>
                  </a:lnTo>
                  <a:cubicBezTo>
                    <a:pt x="1314" y="33"/>
                    <a:pt x="1314" y="17"/>
                    <a:pt x="1314" y="17"/>
                  </a:cubicBezTo>
                  <a:cubicBezTo>
                    <a:pt x="1314" y="1"/>
                    <a:pt x="1297" y="1"/>
                    <a:pt x="1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/>
            <p:cNvSpPr/>
            <p:nvPr/>
          </p:nvSpPr>
          <p:spPr>
            <a:xfrm>
              <a:off x="787973" y="3619200"/>
              <a:ext cx="4966" cy="100418"/>
            </a:xfrm>
            <a:custGeom>
              <a:avLst/>
              <a:gdLst/>
              <a:ahLst/>
              <a:cxnLst/>
              <a:rect l="l" t="t" r="r" b="b"/>
              <a:pathLst>
                <a:path w="50" h="1011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33" y="218"/>
                    <a:pt x="17" y="404"/>
                    <a:pt x="17" y="606"/>
                  </a:cubicBezTo>
                  <a:lnTo>
                    <a:pt x="17" y="723"/>
                  </a:lnTo>
                  <a:lnTo>
                    <a:pt x="17" y="792"/>
                  </a:lnTo>
                  <a:cubicBezTo>
                    <a:pt x="17" y="857"/>
                    <a:pt x="17" y="925"/>
                    <a:pt x="1" y="994"/>
                  </a:cubicBezTo>
                  <a:cubicBezTo>
                    <a:pt x="1" y="1010"/>
                    <a:pt x="17" y="1010"/>
                    <a:pt x="17" y="1010"/>
                  </a:cubicBezTo>
                  <a:cubicBezTo>
                    <a:pt x="33" y="1010"/>
                    <a:pt x="33" y="1010"/>
                    <a:pt x="33" y="994"/>
                  </a:cubicBezTo>
                  <a:lnTo>
                    <a:pt x="33" y="792"/>
                  </a:lnTo>
                  <a:lnTo>
                    <a:pt x="33" y="723"/>
                  </a:lnTo>
                  <a:cubicBezTo>
                    <a:pt x="49" y="691"/>
                    <a:pt x="49" y="639"/>
                    <a:pt x="49" y="606"/>
                  </a:cubicBez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487019" y="1711664"/>
              <a:ext cx="153854" cy="108860"/>
            </a:xfrm>
            <a:custGeom>
              <a:avLst/>
              <a:gdLst/>
              <a:ahLst/>
              <a:cxnLst/>
              <a:rect l="l" t="t" r="r" b="b"/>
              <a:pathLst>
                <a:path w="1549" h="1096" extrusionOk="0">
                  <a:moveTo>
                    <a:pt x="1516" y="1"/>
                  </a:moveTo>
                  <a:cubicBezTo>
                    <a:pt x="1500" y="1"/>
                    <a:pt x="1500" y="1"/>
                    <a:pt x="1500" y="17"/>
                  </a:cubicBezTo>
                  <a:cubicBezTo>
                    <a:pt x="1532" y="166"/>
                    <a:pt x="1532" y="166"/>
                    <a:pt x="1399" y="251"/>
                  </a:cubicBezTo>
                  <a:lnTo>
                    <a:pt x="1382" y="251"/>
                  </a:lnTo>
                  <a:cubicBezTo>
                    <a:pt x="1079" y="421"/>
                    <a:pt x="793" y="607"/>
                    <a:pt x="490" y="772"/>
                  </a:cubicBezTo>
                  <a:cubicBezTo>
                    <a:pt x="336" y="857"/>
                    <a:pt x="203" y="942"/>
                    <a:pt x="49" y="1043"/>
                  </a:cubicBezTo>
                  <a:cubicBezTo>
                    <a:pt x="49" y="1043"/>
                    <a:pt x="33" y="1043"/>
                    <a:pt x="17" y="1059"/>
                  </a:cubicBezTo>
                  <a:lnTo>
                    <a:pt x="1" y="1059"/>
                  </a:lnTo>
                  <a:lnTo>
                    <a:pt x="1" y="1075"/>
                  </a:lnTo>
                  <a:lnTo>
                    <a:pt x="17" y="1095"/>
                  </a:lnTo>
                  <a:lnTo>
                    <a:pt x="33" y="1075"/>
                  </a:lnTo>
                  <a:cubicBezTo>
                    <a:pt x="49" y="1075"/>
                    <a:pt x="49" y="1059"/>
                    <a:pt x="69" y="1059"/>
                  </a:cubicBezTo>
                  <a:cubicBezTo>
                    <a:pt x="219" y="974"/>
                    <a:pt x="352" y="893"/>
                    <a:pt x="506" y="809"/>
                  </a:cubicBezTo>
                  <a:cubicBezTo>
                    <a:pt x="793" y="623"/>
                    <a:pt x="1096" y="453"/>
                    <a:pt x="1399" y="267"/>
                  </a:cubicBezTo>
                  <a:cubicBezTo>
                    <a:pt x="1548" y="186"/>
                    <a:pt x="1548" y="166"/>
                    <a:pt x="1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/>
            <p:cNvSpPr/>
            <p:nvPr/>
          </p:nvSpPr>
          <p:spPr>
            <a:xfrm>
              <a:off x="1643857" y="3485608"/>
              <a:ext cx="6853" cy="76679"/>
            </a:xfrm>
            <a:custGeom>
              <a:avLst/>
              <a:gdLst/>
              <a:ahLst/>
              <a:cxnLst/>
              <a:rect l="l" t="t" r="r" b="b"/>
              <a:pathLst>
                <a:path w="69" h="772" extrusionOk="0">
                  <a:moveTo>
                    <a:pt x="37" y="0"/>
                  </a:moveTo>
                  <a:cubicBezTo>
                    <a:pt x="16" y="133"/>
                    <a:pt x="16" y="267"/>
                    <a:pt x="16" y="384"/>
                  </a:cubicBezTo>
                  <a:lnTo>
                    <a:pt x="16" y="622"/>
                  </a:lnTo>
                  <a:lnTo>
                    <a:pt x="16" y="671"/>
                  </a:lnTo>
                  <a:cubicBezTo>
                    <a:pt x="16" y="707"/>
                    <a:pt x="37" y="723"/>
                    <a:pt x="16" y="755"/>
                  </a:cubicBezTo>
                  <a:cubicBezTo>
                    <a:pt x="0" y="755"/>
                    <a:pt x="0" y="772"/>
                    <a:pt x="16" y="772"/>
                  </a:cubicBezTo>
                  <a:lnTo>
                    <a:pt x="37" y="772"/>
                  </a:lnTo>
                  <a:cubicBezTo>
                    <a:pt x="53" y="739"/>
                    <a:pt x="53" y="707"/>
                    <a:pt x="53" y="671"/>
                  </a:cubicBezTo>
                  <a:lnTo>
                    <a:pt x="53" y="622"/>
                  </a:lnTo>
                  <a:lnTo>
                    <a:pt x="53" y="384"/>
                  </a:lnTo>
                  <a:cubicBezTo>
                    <a:pt x="53" y="267"/>
                    <a:pt x="53" y="133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/>
            <p:cNvSpPr/>
            <p:nvPr/>
          </p:nvSpPr>
          <p:spPr>
            <a:xfrm>
              <a:off x="1737719" y="2907835"/>
              <a:ext cx="170640" cy="307014"/>
            </a:xfrm>
            <a:custGeom>
              <a:avLst/>
              <a:gdLst/>
              <a:ahLst/>
              <a:cxnLst/>
              <a:rect l="l" t="t" r="r" b="b"/>
              <a:pathLst>
                <a:path w="1718" h="3091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lnTo>
                    <a:pt x="0" y="24"/>
                  </a:lnTo>
                  <a:cubicBezTo>
                    <a:pt x="0" y="40"/>
                    <a:pt x="0" y="61"/>
                    <a:pt x="17" y="77"/>
                  </a:cubicBezTo>
                  <a:cubicBezTo>
                    <a:pt x="17" y="109"/>
                    <a:pt x="33" y="162"/>
                    <a:pt x="65" y="178"/>
                  </a:cubicBezTo>
                  <a:cubicBezTo>
                    <a:pt x="202" y="311"/>
                    <a:pt x="336" y="464"/>
                    <a:pt x="437" y="614"/>
                  </a:cubicBezTo>
                  <a:cubicBezTo>
                    <a:pt x="505" y="683"/>
                    <a:pt x="554" y="747"/>
                    <a:pt x="606" y="816"/>
                  </a:cubicBezTo>
                  <a:cubicBezTo>
                    <a:pt x="841" y="1103"/>
                    <a:pt x="1059" y="1390"/>
                    <a:pt x="1277" y="1656"/>
                  </a:cubicBezTo>
                  <a:cubicBezTo>
                    <a:pt x="1394" y="1810"/>
                    <a:pt x="1515" y="1943"/>
                    <a:pt x="1632" y="2097"/>
                  </a:cubicBezTo>
                  <a:cubicBezTo>
                    <a:pt x="1649" y="2097"/>
                    <a:pt x="1649" y="2097"/>
                    <a:pt x="1649" y="2113"/>
                  </a:cubicBezTo>
                  <a:cubicBezTo>
                    <a:pt x="1665" y="2129"/>
                    <a:pt x="1697" y="2145"/>
                    <a:pt x="1681" y="2198"/>
                  </a:cubicBezTo>
                  <a:cubicBezTo>
                    <a:pt x="1665" y="2347"/>
                    <a:pt x="1665" y="2517"/>
                    <a:pt x="1665" y="2666"/>
                  </a:cubicBezTo>
                  <a:cubicBezTo>
                    <a:pt x="1665" y="2751"/>
                    <a:pt x="1681" y="2852"/>
                    <a:pt x="1665" y="2937"/>
                  </a:cubicBezTo>
                  <a:cubicBezTo>
                    <a:pt x="1665" y="2969"/>
                    <a:pt x="1665" y="3022"/>
                    <a:pt x="1649" y="3054"/>
                  </a:cubicBezTo>
                  <a:lnTo>
                    <a:pt x="1649" y="3070"/>
                  </a:lnTo>
                  <a:lnTo>
                    <a:pt x="1665" y="3090"/>
                  </a:lnTo>
                  <a:lnTo>
                    <a:pt x="1665" y="3070"/>
                  </a:lnTo>
                  <a:cubicBezTo>
                    <a:pt x="1697" y="3038"/>
                    <a:pt x="1697" y="2989"/>
                    <a:pt x="1697" y="2937"/>
                  </a:cubicBezTo>
                  <a:lnTo>
                    <a:pt x="1697" y="2666"/>
                  </a:lnTo>
                  <a:cubicBezTo>
                    <a:pt x="1697" y="2517"/>
                    <a:pt x="1697" y="2347"/>
                    <a:pt x="1717" y="2198"/>
                  </a:cubicBezTo>
                  <a:cubicBezTo>
                    <a:pt x="1717" y="2145"/>
                    <a:pt x="1697" y="2113"/>
                    <a:pt x="1665" y="2097"/>
                  </a:cubicBezTo>
                  <a:cubicBezTo>
                    <a:pt x="1665" y="2080"/>
                    <a:pt x="1665" y="2080"/>
                    <a:pt x="1649" y="2080"/>
                  </a:cubicBezTo>
                  <a:cubicBezTo>
                    <a:pt x="1532" y="1927"/>
                    <a:pt x="1431" y="1794"/>
                    <a:pt x="1313" y="1640"/>
                  </a:cubicBezTo>
                  <a:cubicBezTo>
                    <a:pt x="1091" y="1373"/>
                    <a:pt x="857" y="1087"/>
                    <a:pt x="623" y="800"/>
                  </a:cubicBezTo>
                  <a:cubicBezTo>
                    <a:pt x="570" y="731"/>
                    <a:pt x="522" y="666"/>
                    <a:pt x="469" y="598"/>
                  </a:cubicBezTo>
                  <a:cubicBezTo>
                    <a:pt x="352" y="444"/>
                    <a:pt x="235" y="295"/>
                    <a:pt x="81" y="162"/>
                  </a:cubicBezTo>
                  <a:cubicBezTo>
                    <a:pt x="49" y="141"/>
                    <a:pt x="49" y="109"/>
                    <a:pt x="33" y="61"/>
                  </a:cubicBezTo>
                  <a:cubicBezTo>
                    <a:pt x="33" y="40"/>
                    <a:pt x="33" y="24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/>
            <p:cNvSpPr/>
            <p:nvPr/>
          </p:nvSpPr>
          <p:spPr>
            <a:xfrm>
              <a:off x="2116842" y="3291329"/>
              <a:ext cx="5364" cy="27016"/>
            </a:xfrm>
            <a:custGeom>
              <a:avLst/>
              <a:gdLst/>
              <a:ahLst/>
              <a:cxnLst/>
              <a:rect l="l" t="t" r="r" b="b"/>
              <a:pathLst>
                <a:path w="54" h="272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" y="70"/>
                    <a:pt x="21" y="118"/>
                    <a:pt x="21" y="171"/>
                  </a:cubicBezTo>
                  <a:lnTo>
                    <a:pt x="21" y="255"/>
                  </a:lnTo>
                  <a:cubicBezTo>
                    <a:pt x="21" y="272"/>
                    <a:pt x="21" y="272"/>
                    <a:pt x="37" y="272"/>
                  </a:cubicBezTo>
                  <a:lnTo>
                    <a:pt x="37" y="255"/>
                  </a:lnTo>
                  <a:cubicBezTo>
                    <a:pt x="53" y="239"/>
                    <a:pt x="37" y="203"/>
                    <a:pt x="37" y="171"/>
                  </a:cubicBezTo>
                  <a:cubicBezTo>
                    <a:pt x="37" y="118"/>
                    <a:pt x="37" y="70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/>
            <p:cNvSpPr/>
            <p:nvPr/>
          </p:nvSpPr>
          <p:spPr>
            <a:xfrm>
              <a:off x="2155381" y="3336720"/>
              <a:ext cx="5364" cy="33373"/>
            </a:xfrm>
            <a:custGeom>
              <a:avLst/>
              <a:gdLst/>
              <a:ahLst/>
              <a:cxnLst/>
              <a:rect l="l" t="t" r="r" b="b"/>
              <a:pathLst>
                <a:path w="54" h="336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85"/>
                    <a:pt x="1" y="150"/>
                    <a:pt x="1" y="202"/>
                  </a:cubicBezTo>
                  <a:lnTo>
                    <a:pt x="1" y="319"/>
                  </a:lnTo>
                  <a:lnTo>
                    <a:pt x="17" y="336"/>
                  </a:lnTo>
                  <a:lnTo>
                    <a:pt x="37" y="319"/>
                  </a:lnTo>
                  <a:lnTo>
                    <a:pt x="37" y="202"/>
                  </a:lnTo>
                  <a:cubicBezTo>
                    <a:pt x="37" y="134"/>
                    <a:pt x="37" y="85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/>
            <p:cNvSpPr/>
            <p:nvPr/>
          </p:nvSpPr>
          <p:spPr>
            <a:xfrm>
              <a:off x="1409946" y="1639852"/>
              <a:ext cx="71911" cy="190704"/>
            </a:xfrm>
            <a:custGeom>
              <a:avLst/>
              <a:gdLst/>
              <a:ahLst/>
              <a:cxnLst/>
              <a:rect l="l" t="t" r="r" b="b"/>
              <a:pathLst>
                <a:path w="724" h="1920" extrusionOk="0">
                  <a:moveTo>
                    <a:pt x="0" y="1"/>
                  </a:moveTo>
                  <a:lnTo>
                    <a:pt x="0" y="17"/>
                  </a:lnTo>
                  <a:cubicBezTo>
                    <a:pt x="117" y="134"/>
                    <a:pt x="186" y="267"/>
                    <a:pt x="271" y="384"/>
                  </a:cubicBezTo>
                  <a:cubicBezTo>
                    <a:pt x="303" y="437"/>
                    <a:pt x="319" y="485"/>
                    <a:pt x="352" y="522"/>
                  </a:cubicBezTo>
                  <a:cubicBezTo>
                    <a:pt x="372" y="554"/>
                    <a:pt x="404" y="586"/>
                    <a:pt x="420" y="639"/>
                  </a:cubicBezTo>
                  <a:cubicBezTo>
                    <a:pt x="473" y="724"/>
                    <a:pt x="537" y="808"/>
                    <a:pt x="606" y="889"/>
                  </a:cubicBezTo>
                  <a:cubicBezTo>
                    <a:pt x="691" y="1010"/>
                    <a:pt x="675" y="1144"/>
                    <a:pt x="675" y="1277"/>
                  </a:cubicBezTo>
                  <a:cubicBezTo>
                    <a:pt x="654" y="1293"/>
                    <a:pt x="654" y="1313"/>
                    <a:pt x="654" y="1330"/>
                  </a:cubicBezTo>
                  <a:cubicBezTo>
                    <a:pt x="638" y="1479"/>
                    <a:pt x="638" y="1633"/>
                    <a:pt x="654" y="1782"/>
                  </a:cubicBezTo>
                  <a:cubicBezTo>
                    <a:pt x="654" y="1818"/>
                    <a:pt x="638" y="1835"/>
                    <a:pt x="638" y="1867"/>
                  </a:cubicBezTo>
                  <a:cubicBezTo>
                    <a:pt x="638" y="1867"/>
                    <a:pt x="622" y="1883"/>
                    <a:pt x="622" y="1899"/>
                  </a:cubicBezTo>
                  <a:lnTo>
                    <a:pt x="622" y="1919"/>
                  </a:lnTo>
                  <a:lnTo>
                    <a:pt x="638" y="1919"/>
                  </a:lnTo>
                  <a:lnTo>
                    <a:pt x="638" y="1899"/>
                  </a:lnTo>
                  <a:cubicBezTo>
                    <a:pt x="654" y="1899"/>
                    <a:pt x="654" y="1883"/>
                    <a:pt x="654" y="1867"/>
                  </a:cubicBezTo>
                  <a:cubicBezTo>
                    <a:pt x="675" y="1851"/>
                    <a:pt x="691" y="1818"/>
                    <a:pt x="675" y="1782"/>
                  </a:cubicBezTo>
                  <a:cubicBezTo>
                    <a:pt x="675" y="1633"/>
                    <a:pt x="675" y="1479"/>
                    <a:pt x="691" y="1346"/>
                  </a:cubicBezTo>
                  <a:lnTo>
                    <a:pt x="691" y="1277"/>
                  </a:lnTo>
                  <a:cubicBezTo>
                    <a:pt x="707" y="1144"/>
                    <a:pt x="723" y="1010"/>
                    <a:pt x="622" y="873"/>
                  </a:cubicBezTo>
                  <a:cubicBezTo>
                    <a:pt x="553" y="808"/>
                    <a:pt x="489" y="707"/>
                    <a:pt x="436" y="623"/>
                  </a:cubicBezTo>
                  <a:cubicBezTo>
                    <a:pt x="420" y="586"/>
                    <a:pt x="404" y="538"/>
                    <a:pt x="372" y="506"/>
                  </a:cubicBezTo>
                  <a:cubicBezTo>
                    <a:pt x="352" y="469"/>
                    <a:pt x="319" y="421"/>
                    <a:pt x="287" y="368"/>
                  </a:cubicBezTo>
                  <a:cubicBezTo>
                    <a:pt x="218" y="251"/>
                    <a:pt x="133" y="118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/>
            <p:cNvSpPr/>
            <p:nvPr/>
          </p:nvSpPr>
          <p:spPr>
            <a:xfrm>
              <a:off x="978578" y="3395322"/>
              <a:ext cx="6953" cy="91975"/>
            </a:xfrm>
            <a:custGeom>
              <a:avLst/>
              <a:gdLst/>
              <a:ahLst/>
              <a:cxnLst/>
              <a:rect l="l" t="t" r="r" b="b"/>
              <a:pathLst>
                <a:path w="70" h="926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cubicBezTo>
                    <a:pt x="17" y="166"/>
                    <a:pt x="17" y="319"/>
                    <a:pt x="17" y="469"/>
                  </a:cubicBezTo>
                  <a:lnTo>
                    <a:pt x="17" y="772"/>
                  </a:lnTo>
                  <a:lnTo>
                    <a:pt x="17" y="808"/>
                  </a:lnTo>
                  <a:cubicBezTo>
                    <a:pt x="17" y="840"/>
                    <a:pt x="17" y="889"/>
                    <a:pt x="49" y="925"/>
                  </a:cubicBezTo>
                  <a:lnTo>
                    <a:pt x="69" y="925"/>
                  </a:lnTo>
                  <a:lnTo>
                    <a:pt x="69" y="909"/>
                  </a:lnTo>
                  <a:cubicBezTo>
                    <a:pt x="33" y="873"/>
                    <a:pt x="49" y="840"/>
                    <a:pt x="49" y="808"/>
                  </a:cubicBezTo>
                  <a:lnTo>
                    <a:pt x="49" y="772"/>
                  </a:lnTo>
                  <a:lnTo>
                    <a:pt x="49" y="469"/>
                  </a:lnTo>
                  <a:cubicBezTo>
                    <a:pt x="49" y="319"/>
                    <a:pt x="49" y="166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/>
            <p:cNvSpPr/>
            <p:nvPr/>
          </p:nvSpPr>
          <p:spPr>
            <a:xfrm>
              <a:off x="888292" y="2829964"/>
              <a:ext cx="4867" cy="20163"/>
            </a:xfrm>
            <a:custGeom>
              <a:avLst/>
              <a:gdLst/>
              <a:ahLst/>
              <a:cxnLst/>
              <a:rect l="l" t="t" r="r" b="b"/>
              <a:pathLst>
                <a:path w="49" h="203" extrusionOk="0">
                  <a:moveTo>
                    <a:pt x="17" y="0"/>
                  </a:moveTo>
                  <a:lnTo>
                    <a:pt x="17" y="16"/>
                  </a:lnTo>
                  <a:lnTo>
                    <a:pt x="17" y="69"/>
                  </a:lnTo>
                  <a:cubicBezTo>
                    <a:pt x="0" y="117"/>
                    <a:pt x="0" y="154"/>
                    <a:pt x="17" y="202"/>
                  </a:cubicBezTo>
                  <a:lnTo>
                    <a:pt x="33" y="202"/>
                  </a:lnTo>
                  <a:cubicBezTo>
                    <a:pt x="49" y="202"/>
                    <a:pt x="49" y="186"/>
                    <a:pt x="49" y="186"/>
                  </a:cubicBezTo>
                  <a:cubicBezTo>
                    <a:pt x="33" y="154"/>
                    <a:pt x="33" y="117"/>
                    <a:pt x="33" y="69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/>
            <p:cNvSpPr/>
            <p:nvPr/>
          </p:nvSpPr>
          <p:spPr>
            <a:xfrm>
              <a:off x="1409946" y="1646308"/>
              <a:ext cx="6853" cy="160609"/>
            </a:xfrm>
            <a:custGeom>
              <a:avLst/>
              <a:gdLst/>
              <a:ahLst/>
              <a:cxnLst/>
              <a:rect l="l" t="t" r="r" b="b"/>
              <a:pathLst>
                <a:path w="69" h="1617" extrusionOk="0">
                  <a:moveTo>
                    <a:pt x="49" y="0"/>
                  </a:moveTo>
                  <a:cubicBezTo>
                    <a:pt x="16" y="37"/>
                    <a:pt x="16" y="53"/>
                    <a:pt x="16" y="101"/>
                  </a:cubicBezTo>
                  <a:lnTo>
                    <a:pt x="16" y="372"/>
                  </a:lnTo>
                  <a:cubicBezTo>
                    <a:pt x="0" y="574"/>
                    <a:pt x="0" y="776"/>
                    <a:pt x="16" y="978"/>
                  </a:cubicBezTo>
                  <a:cubicBezTo>
                    <a:pt x="32" y="1147"/>
                    <a:pt x="32" y="1313"/>
                    <a:pt x="32" y="1467"/>
                  </a:cubicBezTo>
                  <a:lnTo>
                    <a:pt x="32" y="1483"/>
                  </a:lnTo>
                  <a:cubicBezTo>
                    <a:pt x="49" y="1531"/>
                    <a:pt x="49" y="1568"/>
                    <a:pt x="16" y="1600"/>
                  </a:cubicBezTo>
                  <a:lnTo>
                    <a:pt x="16" y="1616"/>
                  </a:lnTo>
                  <a:lnTo>
                    <a:pt x="32" y="1616"/>
                  </a:lnTo>
                  <a:cubicBezTo>
                    <a:pt x="69" y="1584"/>
                    <a:pt x="69" y="1531"/>
                    <a:pt x="69" y="1483"/>
                  </a:cubicBezTo>
                  <a:lnTo>
                    <a:pt x="69" y="1467"/>
                  </a:lnTo>
                  <a:cubicBezTo>
                    <a:pt x="69" y="1313"/>
                    <a:pt x="49" y="1147"/>
                    <a:pt x="49" y="978"/>
                  </a:cubicBezTo>
                  <a:cubicBezTo>
                    <a:pt x="32" y="776"/>
                    <a:pt x="32" y="574"/>
                    <a:pt x="32" y="372"/>
                  </a:cubicBezTo>
                  <a:lnTo>
                    <a:pt x="32" y="101"/>
                  </a:lnTo>
                  <a:cubicBezTo>
                    <a:pt x="32" y="69"/>
                    <a:pt x="49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/>
            <p:cNvSpPr/>
            <p:nvPr/>
          </p:nvSpPr>
          <p:spPr>
            <a:xfrm>
              <a:off x="487019" y="2031093"/>
              <a:ext cx="153854" cy="203914"/>
            </a:xfrm>
            <a:custGeom>
              <a:avLst/>
              <a:gdLst/>
              <a:ahLst/>
              <a:cxnLst/>
              <a:rect l="l" t="t" r="r" b="b"/>
              <a:pathLst>
                <a:path w="1549" h="2053" extrusionOk="0">
                  <a:moveTo>
                    <a:pt x="1500" y="0"/>
                  </a:moveTo>
                  <a:lnTo>
                    <a:pt x="1500" y="16"/>
                  </a:lnTo>
                  <a:cubicBezTo>
                    <a:pt x="1516" y="101"/>
                    <a:pt x="1516" y="182"/>
                    <a:pt x="1516" y="267"/>
                  </a:cubicBezTo>
                  <a:cubicBezTo>
                    <a:pt x="1500" y="319"/>
                    <a:pt x="1500" y="368"/>
                    <a:pt x="1500" y="420"/>
                  </a:cubicBezTo>
                  <a:cubicBezTo>
                    <a:pt x="1516" y="586"/>
                    <a:pt x="1516" y="772"/>
                    <a:pt x="1516" y="941"/>
                  </a:cubicBezTo>
                  <a:lnTo>
                    <a:pt x="1516" y="1160"/>
                  </a:lnTo>
                  <a:cubicBezTo>
                    <a:pt x="1516" y="1228"/>
                    <a:pt x="1516" y="1244"/>
                    <a:pt x="1447" y="1277"/>
                  </a:cubicBezTo>
                  <a:cubicBezTo>
                    <a:pt x="1079" y="1463"/>
                    <a:pt x="724" y="1665"/>
                    <a:pt x="352" y="1850"/>
                  </a:cubicBezTo>
                  <a:cubicBezTo>
                    <a:pt x="251" y="1919"/>
                    <a:pt x="134" y="1968"/>
                    <a:pt x="17" y="2036"/>
                  </a:cubicBezTo>
                  <a:cubicBezTo>
                    <a:pt x="17" y="2036"/>
                    <a:pt x="1" y="2052"/>
                    <a:pt x="17" y="2052"/>
                  </a:cubicBezTo>
                  <a:lnTo>
                    <a:pt x="33" y="2052"/>
                  </a:lnTo>
                  <a:cubicBezTo>
                    <a:pt x="150" y="2000"/>
                    <a:pt x="251" y="1935"/>
                    <a:pt x="372" y="1883"/>
                  </a:cubicBezTo>
                  <a:cubicBezTo>
                    <a:pt x="724" y="1681"/>
                    <a:pt x="1096" y="1495"/>
                    <a:pt x="1463" y="1313"/>
                  </a:cubicBezTo>
                  <a:cubicBezTo>
                    <a:pt x="1532" y="1261"/>
                    <a:pt x="1532" y="1228"/>
                    <a:pt x="1532" y="1160"/>
                  </a:cubicBezTo>
                  <a:lnTo>
                    <a:pt x="1532" y="941"/>
                  </a:lnTo>
                  <a:cubicBezTo>
                    <a:pt x="1532" y="772"/>
                    <a:pt x="1548" y="586"/>
                    <a:pt x="1532" y="404"/>
                  </a:cubicBezTo>
                  <a:lnTo>
                    <a:pt x="1532" y="267"/>
                  </a:lnTo>
                  <a:cubicBezTo>
                    <a:pt x="1548" y="182"/>
                    <a:pt x="1548" y="81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523967" y="2699550"/>
              <a:ext cx="113628" cy="51848"/>
            </a:xfrm>
            <a:custGeom>
              <a:avLst/>
              <a:gdLst/>
              <a:ahLst/>
              <a:cxnLst/>
              <a:rect l="l" t="t" r="r" b="b"/>
              <a:pathLst>
                <a:path w="1144" h="522" extrusionOk="0">
                  <a:moveTo>
                    <a:pt x="1128" y="0"/>
                  </a:moveTo>
                  <a:cubicBezTo>
                    <a:pt x="1027" y="16"/>
                    <a:pt x="942" y="53"/>
                    <a:pt x="873" y="101"/>
                  </a:cubicBezTo>
                  <a:cubicBezTo>
                    <a:pt x="825" y="117"/>
                    <a:pt x="788" y="138"/>
                    <a:pt x="756" y="154"/>
                  </a:cubicBezTo>
                  <a:cubicBezTo>
                    <a:pt x="570" y="239"/>
                    <a:pt x="404" y="319"/>
                    <a:pt x="235" y="388"/>
                  </a:cubicBezTo>
                  <a:cubicBezTo>
                    <a:pt x="150" y="420"/>
                    <a:pt x="81" y="457"/>
                    <a:pt x="17" y="489"/>
                  </a:cubicBezTo>
                  <a:cubicBezTo>
                    <a:pt x="0" y="489"/>
                    <a:pt x="0" y="505"/>
                    <a:pt x="0" y="505"/>
                  </a:cubicBezTo>
                  <a:lnTo>
                    <a:pt x="17" y="521"/>
                  </a:lnTo>
                  <a:cubicBezTo>
                    <a:pt x="101" y="489"/>
                    <a:pt x="166" y="457"/>
                    <a:pt x="235" y="420"/>
                  </a:cubicBezTo>
                  <a:cubicBezTo>
                    <a:pt x="404" y="340"/>
                    <a:pt x="586" y="255"/>
                    <a:pt x="772" y="186"/>
                  </a:cubicBezTo>
                  <a:cubicBezTo>
                    <a:pt x="808" y="170"/>
                    <a:pt x="841" y="138"/>
                    <a:pt x="873" y="117"/>
                  </a:cubicBezTo>
                  <a:cubicBezTo>
                    <a:pt x="958" y="85"/>
                    <a:pt x="1043" y="37"/>
                    <a:pt x="1128" y="37"/>
                  </a:cubicBezTo>
                  <a:lnTo>
                    <a:pt x="1144" y="16"/>
                  </a:lnTo>
                  <a:cubicBezTo>
                    <a:pt x="1144" y="0"/>
                    <a:pt x="1128" y="0"/>
                    <a:pt x="1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513936" y="3508850"/>
              <a:ext cx="126937" cy="122070"/>
            </a:xfrm>
            <a:custGeom>
              <a:avLst/>
              <a:gdLst/>
              <a:ahLst/>
              <a:cxnLst/>
              <a:rect l="l" t="t" r="r" b="b"/>
              <a:pathLst>
                <a:path w="1278" h="1229" extrusionOk="0">
                  <a:moveTo>
                    <a:pt x="1245" y="0"/>
                  </a:moveTo>
                  <a:cubicBezTo>
                    <a:pt x="1229" y="0"/>
                    <a:pt x="1229" y="17"/>
                    <a:pt x="1229" y="17"/>
                  </a:cubicBezTo>
                  <a:cubicBezTo>
                    <a:pt x="1245" y="186"/>
                    <a:pt x="1245" y="352"/>
                    <a:pt x="1245" y="521"/>
                  </a:cubicBezTo>
                  <a:cubicBezTo>
                    <a:pt x="1245" y="606"/>
                    <a:pt x="1229" y="691"/>
                    <a:pt x="1245" y="792"/>
                  </a:cubicBezTo>
                  <a:cubicBezTo>
                    <a:pt x="1245" y="841"/>
                    <a:pt x="1212" y="857"/>
                    <a:pt x="1144" y="877"/>
                  </a:cubicBezTo>
                  <a:cubicBezTo>
                    <a:pt x="825" y="978"/>
                    <a:pt x="469" y="1079"/>
                    <a:pt x="134" y="1180"/>
                  </a:cubicBezTo>
                  <a:cubicBezTo>
                    <a:pt x="101" y="1196"/>
                    <a:pt x="65" y="1196"/>
                    <a:pt x="49" y="1196"/>
                  </a:cubicBezTo>
                  <a:cubicBezTo>
                    <a:pt x="33" y="1196"/>
                    <a:pt x="17" y="1212"/>
                    <a:pt x="0" y="1212"/>
                  </a:cubicBezTo>
                  <a:lnTo>
                    <a:pt x="0" y="1228"/>
                  </a:lnTo>
                  <a:lnTo>
                    <a:pt x="49" y="1228"/>
                  </a:lnTo>
                  <a:cubicBezTo>
                    <a:pt x="81" y="1228"/>
                    <a:pt x="101" y="1212"/>
                    <a:pt x="134" y="1212"/>
                  </a:cubicBezTo>
                  <a:cubicBezTo>
                    <a:pt x="485" y="1095"/>
                    <a:pt x="841" y="994"/>
                    <a:pt x="1144" y="909"/>
                  </a:cubicBezTo>
                  <a:cubicBezTo>
                    <a:pt x="1192" y="893"/>
                    <a:pt x="1261" y="857"/>
                    <a:pt x="1261" y="792"/>
                  </a:cubicBezTo>
                  <a:lnTo>
                    <a:pt x="1261" y="521"/>
                  </a:lnTo>
                  <a:cubicBezTo>
                    <a:pt x="1261" y="352"/>
                    <a:pt x="1277" y="186"/>
                    <a:pt x="1245" y="17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1262647" y="2901776"/>
              <a:ext cx="147398" cy="152563"/>
            </a:xfrm>
            <a:custGeom>
              <a:avLst/>
              <a:gdLst/>
              <a:ahLst/>
              <a:cxnLst/>
              <a:rect l="l" t="t" r="r" b="b"/>
              <a:pathLst>
                <a:path w="1484" h="1536" extrusionOk="0">
                  <a:moveTo>
                    <a:pt x="1467" y="0"/>
                  </a:moveTo>
                  <a:cubicBezTo>
                    <a:pt x="1063" y="138"/>
                    <a:pt x="659" y="287"/>
                    <a:pt x="271" y="441"/>
                  </a:cubicBezTo>
                  <a:lnTo>
                    <a:pt x="255" y="457"/>
                  </a:lnTo>
                  <a:cubicBezTo>
                    <a:pt x="170" y="457"/>
                    <a:pt x="85" y="473"/>
                    <a:pt x="37" y="542"/>
                  </a:cubicBezTo>
                  <a:cubicBezTo>
                    <a:pt x="0" y="606"/>
                    <a:pt x="17" y="675"/>
                    <a:pt x="17" y="744"/>
                  </a:cubicBezTo>
                  <a:lnTo>
                    <a:pt x="17" y="808"/>
                  </a:lnTo>
                  <a:lnTo>
                    <a:pt x="17" y="1047"/>
                  </a:lnTo>
                  <a:cubicBezTo>
                    <a:pt x="17" y="1196"/>
                    <a:pt x="17" y="1366"/>
                    <a:pt x="37" y="1515"/>
                  </a:cubicBezTo>
                  <a:cubicBezTo>
                    <a:pt x="37" y="1535"/>
                    <a:pt x="53" y="1535"/>
                    <a:pt x="53" y="1535"/>
                  </a:cubicBezTo>
                  <a:cubicBezTo>
                    <a:pt x="53" y="1535"/>
                    <a:pt x="69" y="1535"/>
                    <a:pt x="69" y="1515"/>
                  </a:cubicBezTo>
                  <a:cubicBezTo>
                    <a:pt x="53" y="1366"/>
                    <a:pt x="53" y="1196"/>
                    <a:pt x="53" y="1047"/>
                  </a:cubicBezTo>
                  <a:lnTo>
                    <a:pt x="53" y="808"/>
                  </a:lnTo>
                  <a:lnTo>
                    <a:pt x="53" y="744"/>
                  </a:lnTo>
                  <a:cubicBezTo>
                    <a:pt x="37" y="675"/>
                    <a:pt x="37" y="606"/>
                    <a:pt x="69" y="558"/>
                  </a:cubicBezTo>
                  <a:cubicBezTo>
                    <a:pt x="101" y="489"/>
                    <a:pt x="186" y="489"/>
                    <a:pt x="255" y="473"/>
                  </a:cubicBezTo>
                  <a:lnTo>
                    <a:pt x="287" y="473"/>
                  </a:lnTo>
                  <a:cubicBezTo>
                    <a:pt x="659" y="323"/>
                    <a:pt x="1063" y="154"/>
                    <a:pt x="1467" y="21"/>
                  </a:cubicBezTo>
                  <a:cubicBezTo>
                    <a:pt x="1483" y="21"/>
                    <a:pt x="1483" y="21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1553570" y="3229548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37" y="1"/>
                  </a:moveTo>
                  <a:lnTo>
                    <a:pt x="37" y="17"/>
                  </a:lnTo>
                  <a:cubicBezTo>
                    <a:pt x="0" y="134"/>
                    <a:pt x="16" y="271"/>
                    <a:pt x="16" y="405"/>
                  </a:cubicBezTo>
                  <a:lnTo>
                    <a:pt x="16" y="639"/>
                  </a:lnTo>
                  <a:lnTo>
                    <a:pt x="16" y="675"/>
                  </a:lnTo>
                  <a:cubicBezTo>
                    <a:pt x="16" y="708"/>
                    <a:pt x="16" y="740"/>
                    <a:pt x="0" y="776"/>
                  </a:cubicBezTo>
                  <a:lnTo>
                    <a:pt x="0" y="793"/>
                  </a:lnTo>
                  <a:lnTo>
                    <a:pt x="16" y="793"/>
                  </a:lnTo>
                  <a:lnTo>
                    <a:pt x="16" y="776"/>
                  </a:lnTo>
                  <a:cubicBezTo>
                    <a:pt x="53" y="740"/>
                    <a:pt x="37" y="708"/>
                    <a:pt x="37" y="675"/>
                  </a:cubicBezTo>
                  <a:lnTo>
                    <a:pt x="37" y="639"/>
                  </a:lnTo>
                  <a:lnTo>
                    <a:pt x="37" y="405"/>
                  </a:lnTo>
                  <a:cubicBezTo>
                    <a:pt x="37" y="271"/>
                    <a:pt x="37" y="154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/>
            <p:cNvSpPr/>
            <p:nvPr/>
          </p:nvSpPr>
          <p:spPr>
            <a:xfrm>
              <a:off x="511949" y="2228054"/>
              <a:ext cx="124057" cy="63965"/>
            </a:xfrm>
            <a:custGeom>
              <a:avLst/>
              <a:gdLst/>
              <a:ahLst/>
              <a:cxnLst/>
              <a:rect l="l" t="t" r="r" b="b"/>
              <a:pathLst>
                <a:path w="1249" h="644" extrusionOk="0">
                  <a:moveTo>
                    <a:pt x="1232" y="1"/>
                  </a:moveTo>
                  <a:cubicBezTo>
                    <a:pt x="1131" y="17"/>
                    <a:pt x="1047" y="69"/>
                    <a:pt x="978" y="118"/>
                  </a:cubicBezTo>
                  <a:cubicBezTo>
                    <a:pt x="929" y="138"/>
                    <a:pt x="893" y="170"/>
                    <a:pt x="845" y="187"/>
                  </a:cubicBezTo>
                  <a:cubicBezTo>
                    <a:pt x="643" y="288"/>
                    <a:pt x="441" y="389"/>
                    <a:pt x="255" y="490"/>
                  </a:cubicBezTo>
                  <a:cubicBezTo>
                    <a:pt x="170" y="542"/>
                    <a:pt x="85" y="574"/>
                    <a:pt x="0" y="623"/>
                  </a:cubicBezTo>
                  <a:lnTo>
                    <a:pt x="0" y="643"/>
                  </a:lnTo>
                  <a:lnTo>
                    <a:pt x="20" y="643"/>
                  </a:lnTo>
                  <a:cubicBezTo>
                    <a:pt x="101" y="607"/>
                    <a:pt x="186" y="558"/>
                    <a:pt x="271" y="522"/>
                  </a:cubicBezTo>
                  <a:cubicBezTo>
                    <a:pt x="457" y="405"/>
                    <a:pt x="659" y="304"/>
                    <a:pt x="861" y="219"/>
                  </a:cubicBezTo>
                  <a:cubicBezTo>
                    <a:pt x="909" y="187"/>
                    <a:pt x="946" y="170"/>
                    <a:pt x="978" y="138"/>
                  </a:cubicBezTo>
                  <a:cubicBezTo>
                    <a:pt x="1063" y="86"/>
                    <a:pt x="1148" y="53"/>
                    <a:pt x="1232" y="37"/>
                  </a:cubicBezTo>
                  <a:cubicBezTo>
                    <a:pt x="1249" y="37"/>
                    <a:pt x="1249" y="37"/>
                    <a:pt x="1249" y="17"/>
                  </a:cubicBezTo>
                  <a:lnTo>
                    <a:pt x="12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/>
            <p:cNvSpPr/>
            <p:nvPr/>
          </p:nvSpPr>
          <p:spPr>
            <a:xfrm>
              <a:off x="1909849" y="1960870"/>
              <a:ext cx="165376" cy="369191"/>
            </a:xfrm>
            <a:custGeom>
              <a:avLst/>
              <a:gdLst/>
              <a:ahLst/>
              <a:cxnLst/>
              <a:rect l="l" t="t" r="r" b="b"/>
              <a:pathLst>
                <a:path w="1665" h="3717" extrusionOk="0">
                  <a:moveTo>
                    <a:pt x="0" y="0"/>
                  </a:moveTo>
                  <a:lnTo>
                    <a:pt x="0" y="16"/>
                  </a:lnTo>
                  <a:cubicBezTo>
                    <a:pt x="33" y="33"/>
                    <a:pt x="49" y="65"/>
                    <a:pt x="85" y="101"/>
                  </a:cubicBezTo>
                  <a:lnTo>
                    <a:pt x="85" y="134"/>
                  </a:lnTo>
                  <a:cubicBezTo>
                    <a:pt x="352" y="586"/>
                    <a:pt x="606" y="1059"/>
                    <a:pt x="857" y="1515"/>
                  </a:cubicBezTo>
                  <a:lnTo>
                    <a:pt x="1043" y="1834"/>
                  </a:lnTo>
                  <a:cubicBezTo>
                    <a:pt x="1095" y="1919"/>
                    <a:pt x="1128" y="1984"/>
                    <a:pt x="1176" y="2069"/>
                  </a:cubicBezTo>
                  <a:cubicBezTo>
                    <a:pt x="1297" y="2287"/>
                    <a:pt x="1431" y="2525"/>
                    <a:pt x="1564" y="2759"/>
                  </a:cubicBezTo>
                  <a:cubicBezTo>
                    <a:pt x="1564" y="2776"/>
                    <a:pt x="1564" y="2776"/>
                    <a:pt x="1580" y="2792"/>
                  </a:cubicBezTo>
                  <a:cubicBezTo>
                    <a:pt x="1616" y="2844"/>
                    <a:pt x="1633" y="2877"/>
                    <a:pt x="1564" y="2909"/>
                  </a:cubicBezTo>
                  <a:cubicBezTo>
                    <a:pt x="1548" y="2929"/>
                    <a:pt x="1564" y="2945"/>
                    <a:pt x="1564" y="2961"/>
                  </a:cubicBezTo>
                  <a:lnTo>
                    <a:pt x="1564" y="2978"/>
                  </a:lnTo>
                  <a:lnTo>
                    <a:pt x="1564" y="3264"/>
                  </a:lnTo>
                  <a:cubicBezTo>
                    <a:pt x="1548" y="3414"/>
                    <a:pt x="1532" y="3567"/>
                    <a:pt x="1580" y="3717"/>
                  </a:cubicBezTo>
                  <a:lnTo>
                    <a:pt x="1600" y="3717"/>
                  </a:lnTo>
                  <a:cubicBezTo>
                    <a:pt x="1616" y="3717"/>
                    <a:pt x="1616" y="3717"/>
                    <a:pt x="1616" y="3701"/>
                  </a:cubicBezTo>
                  <a:cubicBezTo>
                    <a:pt x="1564" y="3567"/>
                    <a:pt x="1564" y="3414"/>
                    <a:pt x="1580" y="3264"/>
                  </a:cubicBezTo>
                  <a:cubicBezTo>
                    <a:pt x="1580" y="3163"/>
                    <a:pt x="1600" y="3062"/>
                    <a:pt x="1580" y="2961"/>
                  </a:cubicBezTo>
                  <a:lnTo>
                    <a:pt x="1580" y="2945"/>
                  </a:lnTo>
                  <a:cubicBezTo>
                    <a:pt x="1665" y="2877"/>
                    <a:pt x="1633" y="2808"/>
                    <a:pt x="1600" y="2776"/>
                  </a:cubicBezTo>
                  <a:cubicBezTo>
                    <a:pt x="1600" y="2759"/>
                    <a:pt x="1580" y="2759"/>
                    <a:pt x="1580" y="2743"/>
                  </a:cubicBezTo>
                  <a:cubicBezTo>
                    <a:pt x="1463" y="2505"/>
                    <a:pt x="1330" y="2271"/>
                    <a:pt x="1196" y="2052"/>
                  </a:cubicBezTo>
                  <a:cubicBezTo>
                    <a:pt x="1160" y="1968"/>
                    <a:pt x="1111" y="1899"/>
                    <a:pt x="1075" y="1834"/>
                  </a:cubicBezTo>
                  <a:lnTo>
                    <a:pt x="893" y="1495"/>
                  </a:lnTo>
                  <a:cubicBezTo>
                    <a:pt x="639" y="1043"/>
                    <a:pt x="368" y="570"/>
                    <a:pt x="118" y="117"/>
                  </a:cubicBezTo>
                  <a:lnTo>
                    <a:pt x="101" y="101"/>
                  </a:lnTo>
                  <a:cubicBezTo>
                    <a:pt x="85" y="49"/>
                    <a:pt x="65" y="16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891470" y="1738680"/>
              <a:ext cx="6953" cy="26420"/>
            </a:xfrm>
            <a:custGeom>
              <a:avLst/>
              <a:gdLst/>
              <a:ahLst/>
              <a:cxnLst/>
              <a:rect l="l" t="t" r="r" b="b"/>
              <a:pathLst>
                <a:path w="70" h="266" extrusionOk="0">
                  <a:moveTo>
                    <a:pt x="19" y="0"/>
                  </a:moveTo>
                  <a:cubicBezTo>
                    <a:pt x="17" y="0"/>
                    <a:pt x="17" y="5"/>
                    <a:pt x="17" y="15"/>
                  </a:cubicBezTo>
                  <a:cubicBezTo>
                    <a:pt x="1" y="15"/>
                    <a:pt x="1" y="15"/>
                    <a:pt x="1" y="32"/>
                  </a:cubicBezTo>
                  <a:cubicBezTo>
                    <a:pt x="37" y="80"/>
                    <a:pt x="37" y="133"/>
                    <a:pt x="37" y="181"/>
                  </a:cubicBezTo>
                  <a:lnTo>
                    <a:pt x="37" y="250"/>
                  </a:lnTo>
                  <a:cubicBezTo>
                    <a:pt x="37" y="250"/>
                    <a:pt x="37" y="266"/>
                    <a:pt x="53" y="266"/>
                  </a:cubicBezTo>
                  <a:lnTo>
                    <a:pt x="53" y="250"/>
                  </a:lnTo>
                  <a:lnTo>
                    <a:pt x="53" y="181"/>
                  </a:lnTo>
                  <a:cubicBezTo>
                    <a:pt x="53" y="133"/>
                    <a:pt x="69" y="64"/>
                    <a:pt x="37" y="15"/>
                  </a:cubicBezTo>
                  <a:cubicBezTo>
                    <a:pt x="27" y="5"/>
                    <a:pt x="22" y="0"/>
                    <a:pt x="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/>
            <p:cNvSpPr/>
            <p:nvPr/>
          </p:nvSpPr>
          <p:spPr>
            <a:xfrm>
              <a:off x="1411536" y="3259644"/>
              <a:ext cx="90386" cy="179083"/>
            </a:xfrm>
            <a:custGeom>
              <a:avLst/>
              <a:gdLst/>
              <a:ahLst/>
              <a:cxnLst/>
              <a:rect l="l" t="t" r="r" b="b"/>
              <a:pathLst>
                <a:path w="910" h="1803" extrusionOk="0">
                  <a:moveTo>
                    <a:pt x="33" y="1"/>
                  </a:moveTo>
                  <a:cubicBezTo>
                    <a:pt x="0" y="33"/>
                    <a:pt x="0" y="69"/>
                    <a:pt x="0" y="102"/>
                  </a:cubicBezTo>
                  <a:lnTo>
                    <a:pt x="0" y="118"/>
                  </a:lnTo>
                  <a:lnTo>
                    <a:pt x="0" y="910"/>
                  </a:lnTo>
                  <a:lnTo>
                    <a:pt x="0" y="926"/>
                  </a:lnTo>
                  <a:cubicBezTo>
                    <a:pt x="0" y="978"/>
                    <a:pt x="0" y="1027"/>
                    <a:pt x="85" y="1063"/>
                  </a:cubicBezTo>
                  <a:cubicBezTo>
                    <a:pt x="154" y="1079"/>
                    <a:pt x="186" y="1128"/>
                    <a:pt x="235" y="1180"/>
                  </a:cubicBezTo>
                  <a:cubicBezTo>
                    <a:pt x="255" y="1196"/>
                    <a:pt x="271" y="1213"/>
                    <a:pt x="303" y="1229"/>
                  </a:cubicBezTo>
                  <a:cubicBezTo>
                    <a:pt x="473" y="1398"/>
                    <a:pt x="659" y="1548"/>
                    <a:pt x="840" y="1701"/>
                  </a:cubicBezTo>
                  <a:cubicBezTo>
                    <a:pt x="861" y="1718"/>
                    <a:pt x="861" y="1734"/>
                    <a:pt x="877" y="1770"/>
                  </a:cubicBezTo>
                  <a:cubicBezTo>
                    <a:pt x="877" y="1770"/>
                    <a:pt x="877" y="1786"/>
                    <a:pt x="893" y="1802"/>
                  </a:cubicBezTo>
                  <a:lnTo>
                    <a:pt x="909" y="1802"/>
                  </a:lnTo>
                  <a:lnTo>
                    <a:pt x="909" y="1786"/>
                  </a:lnTo>
                  <a:cubicBezTo>
                    <a:pt x="909" y="1786"/>
                    <a:pt x="909" y="1770"/>
                    <a:pt x="893" y="1750"/>
                  </a:cubicBezTo>
                  <a:cubicBezTo>
                    <a:pt x="893" y="1734"/>
                    <a:pt x="877" y="1701"/>
                    <a:pt x="861" y="1685"/>
                  </a:cubicBezTo>
                  <a:cubicBezTo>
                    <a:pt x="675" y="1532"/>
                    <a:pt x="489" y="1366"/>
                    <a:pt x="319" y="1213"/>
                  </a:cubicBezTo>
                  <a:cubicBezTo>
                    <a:pt x="303" y="1196"/>
                    <a:pt x="271" y="1180"/>
                    <a:pt x="255" y="1164"/>
                  </a:cubicBezTo>
                  <a:cubicBezTo>
                    <a:pt x="202" y="1095"/>
                    <a:pt x="154" y="1043"/>
                    <a:pt x="101" y="1027"/>
                  </a:cubicBezTo>
                  <a:cubicBezTo>
                    <a:pt x="16" y="1011"/>
                    <a:pt x="16" y="978"/>
                    <a:pt x="16" y="926"/>
                  </a:cubicBezTo>
                  <a:lnTo>
                    <a:pt x="16" y="910"/>
                  </a:lnTo>
                  <a:lnTo>
                    <a:pt x="16" y="118"/>
                  </a:lnTo>
                  <a:lnTo>
                    <a:pt x="16" y="102"/>
                  </a:lnTo>
                  <a:cubicBezTo>
                    <a:pt x="16" y="69"/>
                    <a:pt x="16" y="33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930008" y="3411015"/>
              <a:ext cx="5364" cy="92670"/>
            </a:xfrm>
            <a:custGeom>
              <a:avLst/>
              <a:gdLst/>
              <a:ahLst/>
              <a:cxnLst/>
              <a:rect l="l" t="t" r="r" b="b"/>
              <a:pathLst>
                <a:path w="54" h="933" extrusionOk="0">
                  <a:moveTo>
                    <a:pt x="5" y="1"/>
                  </a:moveTo>
                  <a:cubicBezTo>
                    <a:pt x="2" y="1"/>
                    <a:pt x="1" y="2"/>
                    <a:pt x="1" y="8"/>
                  </a:cubicBezTo>
                  <a:lnTo>
                    <a:pt x="1" y="24"/>
                  </a:lnTo>
                  <a:cubicBezTo>
                    <a:pt x="17" y="60"/>
                    <a:pt x="17" y="109"/>
                    <a:pt x="17" y="161"/>
                  </a:cubicBezTo>
                  <a:lnTo>
                    <a:pt x="17" y="396"/>
                  </a:lnTo>
                  <a:lnTo>
                    <a:pt x="17" y="783"/>
                  </a:lnTo>
                  <a:cubicBezTo>
                    <a:pt x="1" y="816"/>
                    <a:pt x="17" y="852"/>
                    <a:pt x="17" y="884"/>
                  </a:cubicBezTo>
                  <a:lnTo>
                    <a:pt x="17" y="917"/>
                  </a:lnTo>
                  <a:cubicBezTo>
                    <a:pt x="17" y="933"/>
                    <a:pt x="33" y="933"/>
                    <a:pt x="33" y="933"/>
                  </a:cubicBezTo>
                  <a:cubicBezTo>
                    <a:pt x="53" y="933"/>
                    <a:pt x="53" y="933"/>
                    <a:pt x="53" y="917"/>
                  </a:cubicBezTo>
                  <a:cubicBezTo>
                    <a:pt x="53" y="901"/>
                    <a:pt x="53" y="884"/>
                    <a:pt x="33" y="868"/>
                  </a:cubicBezTo>
                  <a:lnTo>
                    <a:pt x="33" y="783"/>
                  </a:lnTo>
                  <a:cubicBezTo>
                    <a:pt x="53" y="650"/>
                    <a:pt x="53" y="513"/>
                    <a:pt x="53" y="396"/>
                  </a:cubicBezTo>
                  <a:lnTo>
                    <a:pt x="53" y="161"/>
                  </a:lnTo>
                  <a:cubicBezTo>
                    <a:pt x="53" y="109"/>
                    <a:pt x="53" y="60"/>
                    <a:pt x="17" y="8"/>
                  </a:cubicBezTo>
                  <a:cubicBezTo>
                    <a:pt x="17" y="8"/>
                    <a:pt x="10" y="1"/>
                    <a:pt x="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2008578" y="2724779"/>
              <a:ext cx="3278" cy="33473"/>
            </a:xfrm>
            <a:custGeom>
              <a:avLst/>
              <a:gdLst/>
              <a:ahLst/>
              <a:cxnLst/>
              <a:rect l="l" t="t" r="r" b="b"/>
              <a:pathLst>
                <a:path w="33" h="337" extrusionOk="0">
                  <a:moveTo>
                    <a:pt x="33" y="1"/>
                  </a:moveTo>
                  <a:cubicBezTo>
                    <a:pt x="16" y="1"/>
                    <a:pt x="16" y="17"/>
                    <a:pt x="16" y="17"/>
                  </a:cubicBezTo>
                  <a:cubicBezTo>
                    <a:pt x="0" y="86"/>
                    <a:pt x="0" y="150"/>
                    <a:pt x="0" y="203"/>
                  </a:cubicBezTo>
                  <a:lnTo>
                    <a:pt x="0" y="320"/>
                  </a:lnTo>
                  <a:cubicBezTo>
                    <a:pt x="0" y="320"/>
                    <a:pt x="0" y="336"/>
                    <a:pt x="16" y="336"/>
                  </a:cubicBezTo>
                  <a:lnTo>
                    <a:pt x="33" y="320"/>
                  </a:lnTo>
                  <a:lnTo>
                    <a:pt x="33" y="203"/>
                  </a:lnTo>
                  <a:cubicBezTo>
                    <a:pt x="16" y="134"/>
                    <a:pt x="16" y="86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1291154" y="1895415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0" y="1"/>
                  </a:moveTo>
                  <a:cubicBezTo>
                    <a:pt x="16" y="170"/>
                    <a:pt x="16" y="336"/>
                    <a:pt x="0" y="490"/>
                  </a:cubicBezTo>
                  <a:lnTo>
                    <a:pt x="0" y="809"/>
                  </a:lnTo>
                  <a:lnTo>
                    <a:pt x="0" y="861"/>
                  </a:lnTo>
                  <a:cubicBezTo>
                    <a:pt x="0" y="926"/>
                    <a:pt x="0" y="978"/>
                    <a:pt x="33" y="1027"/>
                  </a:cubicBezTo>
                  <a:lnTo>
                    <a:pt x="53" y="1027"/>
                  </a:lnTo>
                  <a:lnTo>
                    <a:pt x="53" y="1011"/>
                  </a:lnTo>
                  <a:cubicBezTo>
                    <a:pt x="16" y="962"/>
                    <a:pt x="33" y="926"/>
                    <a:pt x="33" y="861"/>
                  </a:cubicBezTo>
                  <a:lnTo>
                    <a:pt x="33" y="809"/>
                  </a:lnTo>
                  <a:lnTo>
                    <a:pt x="33" y="490"/>
                  </a:lnTo>
                  <a:cubicBezTo>
                    <a:pt x="33" y="336"/>
                    <a:pt x="33" y="170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2010167" y="3420153"/>
              <a:ext cx="4867" cy="18574"/>
            </a:xfrm>
            <a:custGeom>
              <a:avLst/>
              <a:gdLst/>
              <a:ahLst/>
              <a:cxnLst/>
              <a:rect l="l" t="t" r="r" b="b"/>
              <a:pathLst>
                <a:path w="49" h="187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cubicBezTo>
                    <a:pt x="0" y="53"/>
                    <a:pt x="0" y="85"/>
                    <a:pt x="17" y="118"/>
                  </a:cubicBezTo>
                  <a:lnTo>
                    <a:pt x="17" y="186"/>
                  </a:lnTo>
                  <a:lnTo>
                    <a:pt x="33" y="186"/>
                  </a:lnTo>
                  <a:lnTo>
                    <a:pt x="33" y="118"/>
                  </a:lnTo>
                  <a:cubicBezTo>
                    <a:pt x="33" y="85"/>
                    <a:pt x="33" y="53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1441631" y="3468723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776"/>
                  </a:lnTo>
                  <a:lnTo>
                    <a:pt x="16" y="792"/>
                  </a:lnTo>
                  <a:lnTo>
                    <a:pt x="33" y="776"/>
                  </a:lnTo>
                  <a:lnTo>
                    <a:pt x="33" y="17"/>
                  </a:ln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/>
            <p:cNvSpPr/>
            <p:nvPr/>
          </p:nvSpPr>
          <p:spPr>
            <a:xfrm>
              <a:off x="869817" y="3321424"/>
              <a:ext cx="332739" cy="199147"/>
            </a:xfrm>
            <a:custGeom>
              <a:avLst/>
              <a:gdLst/>
              <a:ahLst/>
              <a:cxnLst/>
              <a:rect l="l" t="t" r="r" b="b"/>
              <a:pathLst>
                <a:path w="3350" h="2005" extrusionOk="0">
                  <a:moveTo>
                    <a:pt x="3333" y="1"/>
                  </a:moveTo>
                  <a:cubicBezTo>
                    <a:pt x="3184" y="17"/>
                    <a:pt x="3014" y="86"/>
                    <a:pt x="2861" y="138"/>
                  </a:cubicBezTo>
                  <a:cubicBezTo>
                    <a:pt x="2828" y="138"/>
                    <a:pt x="2796" y="154"/>
                    <a:pt x="2780" y="170"/>
                  </a:cubicBezTo>
                  <a:lnTo>
                    <a:pt x="2643" y="203"/>
                  </a:lnTo>
                  <a:cubicBezTo>
                    <a:pt x="2053" y="405"/>
                    <a:pt x="1467" y="607"/>
                    <a:pt x="877" y="776"/>
                  </a:cubicBezTo>
                  <a:cubicBezTo>
                    <a:pt x="724" y="825"/>
                    <a:pt x="574" y="877"/>
                    <a:pt x="437" y="926"/>
                  </a:cubicBezTo>
                  <a:cubicBezTo>
                    <a:pt x="336" y="962"/>
                    <a:pt x="255" y="995"/>
                    <a:pt x="154" y="1027"/>
                  </a:cubicBezTo>
                  <a:cubicBezTo>
                    <a:pt x="33" y="1063"/>
                    <a:pt x="1" y="1112"/>
                    <a:pt x="1" y="1229"/>
                  </a:cubicBezTo>
                  <a:cubicBezTo>
                    <a:pt x="17" y="1350"/>
                    <a:pt x="1" y="1451"/>
                    <a:pt x="1" y="1568"/>
                  </a:cubicBezTo>
                  <a:cubicBezTo>
                    <a:pt x="1" y="1702"/>
                    <a:pt x="1" y="1855"/>
                    <a:pt x="17" y="2005"/>
                  </a:cubicBezTo>
                  <a:lnTo>
                    <a:pt x="53" y="2005"/>
                  </a:lnTo>
                  <a:cubicBezTo>
                    <a:pt x="33" y="1855"/>
                    <a:pt x="33" y="1702"/>
                    <a:pt x="33" y="1568"/>
                  </a:cubicBezTo>
                  <a:lnTo>
                    <a:pt x="33" y="1229"/>
                  </a:lnTo>
                  <a:cubicBezTo>
                    <a:pt x="17" y="1112"/>
                    <a:pt x="69" y="1079"/>
                    <a:pt x="154" y="1047"/>
                  </a:cubicBezTo>
                  <a:cubicBezTo>
                    <a:pt x="255" y="1011"/>
                    <a:pt x="356" y="995"/>
                    <a:pt x="437" y="962"/>
                  </a:cubicBezTo>
                  <a:lnTo>
                    <a:pt x="893" y="809"/>
                  </a:lnTo>
                  <a:cubicBezTo>
                    <a:pt x="1483" y="623"/>
                    <a:pt x="2073" y="421"/>
                    <a:pt x="2643" y="239"/>
                  </a:cubicBezTo>
                  <a:lnTo>
                    <a:pt x="2780" y="187"/>
                  </a:lnTo>
                  <a:cubicBezTo>
                    <a:pt x="2812" y="187"/>
                    <a:pt x="2845" y="170"/>
                    <a:pt x="2881" y="154"/>
                  </a:cubicBezTo>
                  <a:cubicBezTo>
                    <a:pt x="3030" y="102"/>
                    <a:pt x="3184" y="53"/>
                    <a:pt x="3350" y="17"/>
                  </a:cubicBezTo>
                  <a:lnTo>
                    <a:pt x="33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/>
            <p:cNvSpPr/>
            <p:nvPr/>
          </p:nvSpPr>
          <p:spPr>
            <a:xfrm>
              <a:off x="1921470" y="3575795"/>
              <a:ext cx="132102" cy="158622"/>
            </a:xfrm>
            <a:custGeom>
              <a:avLst/>
              <a:gdLst/>
              <a:ahLst/>
              <a:cxnLst/>
              <a:rect l="l" t="t" r="r" b="b"/>
              <a:pathLst>
                <a:path w="1330" h="1597" extrusionOk="0">
                  <a:moveTo>
                    <a:pt x="69" y="1"/>
                  </a:moveTo>
                  <a:cubicBezTo>
                    <a:pt x="69" y="1"/>
                    <a:pt x="49" y="1"/>
                    <a:pt x="49" y="17"/>
                  </a:cubicBezTo>
                  <a:cubicBezTo>
                    <a:pt x="1" y="134"/>
                    <a:pt x="33" y="219"/>
                    <a:pt x="134" y="304"/>
                  </a:cubicBezTo>
                  <a:cubicBezTo>
                    <a:pt x="372" y="522"/>
                    <a:pt x="590" y="756"/>
                    <a:pt x="809" y="975"/>
                  </a:cubicBezTo>
                  <a:cubicBezTo>
                    <a:pt x="893" y="1059"/>
                    <a:pt x="978" y="1144"/>
                    <a:pt x="1059" y="1229"/>
                  </a:cubicBezTo>
                  <a:cubicBezTo>
                    <a:pt x="1079" y="1245"/>
                    <a:pt x="1095" y="1261"/>
                    <a:pt x="1112" y="1278"/>
                  </a:cubicBezTo>
                  <a:cubicBezTo>
                    <a:pt x="1144" y="1314"/>
                    <a:pt x="1180" y="1346"/>
                    <a:pt x="1213" y="1379"/>
                  </a:cubicBezTo>
                  <a:cubicBezTo>
                    <a:pt x="1281" y="1431"/>
                    <a:pt x="1297" y="1479"/>
                    <a:pt x="1297" y="1580"/>
                  </a:cubicBezTo>
                  <a:cubicBezTo>
                    <a:pt x="1297" y="1597"/>
                    <a:pt x="1297" y="1597"/>
                    <a:pt x="1314" y="1597"/>
                  </a:cubicBezTo>
                  <a:lnTo>
                    <a:pt x="1314" y="1580"/>
                  </a:lnTo>
                  <a:cubicBezTo>
                    <a:pt x="1330" y="1516"/>
                    <a:pt x="1330" y="1431"/>
                    <a:pt x="1229" y="1362"/>
                  </a:cubicBezTo>
                  <a:cubicBezTo>
                    <a:pt x="1196" y="1330"/>
                    <a:pt x="1160" y="1294"/>
                    <a:pt x="1128" y="1261"/>
                  </a:cubicBezTo>
                  <a:cubicBezTo>
                    <a:pt x="1112" y="1245"/>
                    <a:pt x="1095" y="1229"/>
                    <a:pt x="1095" y="1213"/>
                  </a:cubicBezTo>
                  <a:cubicBezTo>
                    <a:pt x="994" y="1128"/>
                    <a:pt x="910" y="1043"/>
                    <a:pt x="825" y="958"/>
                  </a:cubicBezTo>
                  <a:cubicBezTo>
                    <a:pt x="607" y="724"/>
                    <a:pt x="388" y="506"/>
                    <a:pt x="150" y="284"/>
                  </a:cubicBezTo>
                  <a:cubicBezTo>
                    <a:pt x="69" y="203"/>
                    <a:pt x="17" y="134"/>
                    <a:pt x="85" y="17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936861" y="2246529"/>
              <a:ext cx="6456" cy="21752"/>
            </a:xfrm>
            <a:custGeom>
              <a:avLst/>
              <a:gdLst/>
              <a:ahLst/>
              <a:cxnLst/>
              <a:rect l="l" t="t" r="r" b="b"/>
              <a:pathLst>
                <a:path w="65" h="219" extrusionOk="0">
                  <a:moveTo>
                    <a:pt x="16" y="1"/>
                  </a:moveTo>
                  <a:cubicBezTo>
                    <a:pt x="0" y="1"/>
                    <a:pt x="0" y="17"/>
                    <a:pt x="16" y="17"/>
                  </a:cubicBezTo>
                  <a:cubicBezTo>
                    <a:pt x="33" y="69"/>
                    <a:pt x="33" y="118"/>
                    <a:pt x="33" y="170"/>
                  </a:cubicBezTo>
                  <a:lnTo>
                    <a:pt x="33" y="219"/>
                  </a:lnTo>
                  <a:lnTo>
                    <a:pt x="65" y="219"/>
                  </a:lnTo>
                  <a:lnTo>
                    <a:pt x="65" y="170"/>
                  </a:lnTo>
                  <a:cubicBezTo>
                    <a:pt x="65" y="118"/>
                    <a:pt x="65" y="53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511949" y="1562776"/>
              <a:ext cx="124057" cy="77176"/>
            </a:xfrm>
            <a:custGeom>
              <a:avLst/>
              <a:gdLst/>
              <a:ahLst/>
              <a:cxnLst/>
              <a:rect l="l" t="t" r="r" b="b"/>
              <a:pathLst>
                <a:path w="1249" h="777" extrusionOk="0">
                  <a:moveTo>
                    <a:pt x="1232" y="1"/>
                  </a:moveTo>
                  <a:cubicBezTo>
                    <a:pt x="1063" y="86"/>
                    <a:pt x="909" y="187"/>
                    <a:pt x="760" y="272"/>
                  </a:cubicBezTo>
                  <a:lnTo>
                    <a:pt x="558" y="421"/>
                  </a:lnTo>
                  <a:cubicBezTo>
                    <a:pt x="424" y="490"/>
                    <a:pt x="287" y="575"/>
                    <a:pt x="170" y="639"/>
                  </a:cubicBezTo>
                  <a:cubicBezTo>
                    <a:pt x="121" y="676"/>
                    <a:pt x="69" y="724"/>
                    <a:pt x="0" y="756"/>
                  </a:cubicBezTo>
                  <a:lnTo>
                    <a:pt x="0" y="777"/>
                  </a:lnTo>
                  <a:lnTo>
                    <a:pt x="20" y="777"/>
                  </a:lnTo>
                  <a:cubicBezTo>
                    <a:pt x="69" y="740"/>
                    <a:pt x="138" y="708"/>
                    <a:pt x="186" y="676"/>
                  </a:cubicBezTo>
                  <a:cubicBezTo>
                    <a:pt x="303" y="591"/>
                    <a:pt x="441" y="506"/>
                    <a:pt x="558" y="437"/>
                  </a:cubicBezTo>
                  <a:cubicBezTo>
                    <a:pt x="643" y="389"/>
                    <a:pt x="707" y="336"/>
                    <a:pt x="776" y="304"/>
                  </a:cubicBezTo>
                  <a:cubicBezTo>
                    <a:pt x="929" y="203"/>
                    <a:pt x="1079" y="102"/>
                    <a:pt x="1232" y="33"/>
                  </a:cubicBezTo>
                  <a:cubicBezTo>
                    <a:pt x="1249" y="33"/>
                    <a:pt x="1249" y="17"/>
                    <a:pt x="1249" y="17"/>
                  </a:cubicBezTo>
                  <a:cubicBezTo>
                    <a:pt x="1249" y="1"/>
                    <a:pt x="1232" y="1"/>
                    <a:pt x="1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1742487" y="1965638"/>
              <a:ext cx="140545" cy="322707"/>
            </a:xfrm>
            <a:custGeom>
              <a:avLst/>
              <a:gdLst/>
              <a:ahLst/>
              <a:cxnLst/>
              <a:rect l="l" t="t" r="r" b="b"/>
              <a:pathLst>
                <a:path w="1415" h="3249" extrusionOk="0">
                  <a:moveTo>
                    <a:pt x="53" y="1"/>
                  </a:moveTo>
                  <a:cubicBezTo>
                    <a:pt x="17" y="33"/>
                    <a:pt x="1" y="69"/>
                    <a:pt x="1" y="118"/>
                  </a:cubicBezTo>
                  <a:cubicBezTo>
                    <a:pt x="17" y="288"/>
                    <a:pt x="17" y="473"/>
                    <a:pt x="1" y="639"/>
                  </a:cubicBezTo>
                  <a:lnTo>
                    <a:pt x="1" y="1011"/>
                  </a:lnTo>
                  <a:cubicBezTo>
                    <a:pt x="1" y="1079"/>
                    <a:pt x="17" y="1128"/>
                    <a:pt x="53" y="1180"/>
                  </a:cubicBezTo>
                  <a:cubicBezTo>
                    <a:pt x="538" y="1952"/>
                    <a:pt x="926" y="2558"/>
                    <a:pt x="1282" y="3132"/>
                  </a:cubicBezTo>
                  <a:cubicBezTo>
                    <a:pt x="1282" y="3132"/>
                    <a:pt x="1282" y="3148"/>
                    <a:pt x="1298" y="3164"/>
                  </a:cubicBezTo>
                  <a:cubicBezTo>
                    <a:pt x="1314" y="3200"/>
                    <a:pt x="1330" y="3233"/>
                    <a:pt x="1399" y="3249"/>
                  </a:cubicBezTo>
                  <a:cubicBezTo>
                    <a:pt x="1399" y="3249"/>
                    <a:pt x="1399" y="3233"/>
                    <a:pt x="1415" y="3233"/>
                  </a:cubicBezTo>
                  <a:lnTo>
                    <a:pt x="1399" y="3216"/>
                  </a:lnTo>
                  <a:cubicBezTo>
                    <a:pt x="1346" y="3216"/>
                    <a:pt x="1330" y="3184"/>
                    <a:pt x="1314" y="3148"/>
                  </a:cubicBezTo>
                  <a:cubicBezTo>
                    <a:pt x="1314" y="3132"/>
                    <a:pt x="1298" y="3132"/>
                    <a:pt x="1298" y="3115"/>
                  </a:cubicBezTo>
                  <a:cubicBezTo>
                    <a:pt x="942" y="2542"/>
                    <a:pt x="558" y="1952"/>
                    <a:pt x="70" y="1164"/>
                  </a:cubicBezTo>
                  <a:cubicBezTo>
                    <a:pt x="33" y="1112"/>
                    <a:pt x="33" y="1079"/>
                    <a:pt x="33" y="1011"/>
                  </a:cubicBezTo>
                  <a:cubicBezTo>
                    <a:pt x="17" y="894"/>
                    <a:pt x="33" y="760"/>
                    <a:pt x="33" y="639"/>
                  </a:cubicBezTo>
                  <a:cubicBezTo>
                    <a:pt x="33" y="473"/>
                    <a:pt x="53" y="288"/>
                    <a:pt x="33" y="102"/>
                  </a:cubicBezTo>
                  <a:cubicBezTo>
                    <a:pt x="17" y="86"/>
                    <a:pt x="33" y="5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1378162" y="3262922"/>
              <a:ext cx="3377" cy="103993"/>
            </a:xfrm>
            <a:custGeom>
              <a:avLst/>
              <a:gdLst/>
              <a:ahLst/>
              <a:cxnLst/>
              <a:rect l="l" t="t" r="r" b="b"/>
              <a:pathLst>
                <a:path w="34" h="1047" extrusionOk="0">
                  <a:moveTo>
                    <a:pt x="17" y="0"/>
                  </a:moveTo>
                  <a:cubicBezTo>
                    <a:pt x="1" y="0"/>
                    <a:pt x="1" y="20"/>
                    <a:pt x="1" y="20"/>
                  </a:cubicBezTo>
                  <a:lnTo>
                    <a:pt x="1" y="238"/>
                  </a:lnTo>
                  <a:lnTo>
                    <a:pt x="1" y="877"/>
                  </a:lnTo>
                  <a:lnTo>
                    <a:pt x="1" y="978"/>
                  </a:lnTo>
                  <a:cubicBezTo>
                    <a:pt x="1" y="994"/>
                    <a:pt x="1" y="1010"/>
                    <a:pt x="17" y="1030"/>
                  </a:cubicBezTo>
                  <a:lnTo>
                    <a:pt x="17" y="1046"/>
                  </a:lnTo>
                  <a:cubicBezTo>
                    <a:pt x="33" y="1046"/>
                    <a:pt x="33" y="1046"/>
                    <a:pt x="33" y="1030"/>
                  </a:cubicBezTo>
                  <a:lnTo>
                    <a:pt x="33" y="978"/>
                  </a:lnTo>
                  <a:cubicBezTo>
                    <a:pt x="33" y="945"/>
                    <a:pt x="17" y="909"/>
                    <a:pt x="17" y="877"/>
                  </a:cubicBezTo>
                  <a:lnTo>
                    <a:pt x="17" y="238"/>
                  </a:lnTo>
                  <a:lnTo>
                    <a:pt x="17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1033505" y="3716241"/>
              <a:ext cx="5364" cy="18176"/>
            </a:xfrm>
            <a:custGeom>
              <a:avLst/>
              <a:gdLst/>
              <a:ahLst/>
              <a:cxnLst/>
              <a:rect l="l" t="t" r="r" b="b"/>
              <a:pathLst>
                <a:path w="54" h="183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37" y="166"/>
                  </a:lnTo>
                  <a:cubicBezTo>
                    <a:pt x="37" y="183"/>
                    <a:pt x="37" y="183"/>
                    <a:pt x="53" y="183"/>
                  </a:cubicBezTo>
                  <a:lnTo>
                    <a:pt x="53" y="16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1735732" y="2925415"/>
              <a:ext cx="174216" cy="304232"/>
            </a:xfrm>
            <a:custGeom>
              <a:avLst/>
              <a:gdLst/>
              <a:ahLst/>
              <a:cxnLst/>
              <a:rect l="l" t="t" r="r" b="b"/>
              <a:pathLst>
                <a:path w="1754" h="3063" extrusionOk="0">
                  <a:moveTo>
                    <a:pt x="69" y="1"/>
                  </a:moveTo>
                  <a:cubicBezTo>
                    <a:pt x="37" y="33"/>
                    <a:pt x="37" y="65"/>
                    <a:pt x="37" y="102"/>
                  </a:cubicBezTo>
                  <a:lnTo>
                    <a:pt x="37" y="118"/>
                  </a:lnTo>
                  <a:cubicBezTo>
                    <a:pt x="37" y="186"/>
                    <a:pt x="53" y="251"/>
                    <a:pt x="53" y="320"/>
                  </a:cubicBezTo>
                  <a:cubicBezTo>
                    <a:pt x="53" y="469"/>
                    <a:pt x="69" y="639"/>
                    <a:pt x="37" y="772"/>
                  </a:cubicBezTo>
                  <a:cubicBezTo>
                    <a:pt x="0" y="994"/>
                    <a:pt x="101" y="1112"/>
                    <a:pt x="202" y="1229"/>
                  </a:cubicBezTo>
                  <a:lnTo>
                    <a:pt x="222" y="1245"/>
                  </a:lnTo>
                  <a:cubicBezTo>
                    <a:pt x="404" y="1447"/>
                    <a:pt x="574" y="1649"/>
                    <a:pt x="760" y="1851"/>
                  </a:cubicBezTo>
                  <a:cubicBezTo>
                    <a:pt x="861" y="1984"/>
                    <a:pt x="978" y="2121"/>
                    <a:pt x="1079" y="2255"/>
                  </a:cubicBezTo>
                  <a:cubicBezTo>
                    <a:pt x="1281" y="2473"/>
                    <a:pt x="1467" y="2691"/>
                    <a:pt x="1652" y="2893"/>
                  </a:cubicBezTo>
                  <a:cubicBezTo>
                    <a:pt x="1685" y="2929"/>
                    <a:pt x="1685" y="2962"/>
                    <a:pt x="1701" y="2994"/>
                  </a:cubicBezTo>
                  <a:cubicBezTo>
                    <a:pt x="1701" y="3014"/>
                    <a:pt x="1717" y="3047"/>
                    <a:pt x="1717" y="3063"/>
                  </a:cubicBezTo>
                  <a:lnTo>
                    <a:pt x="1737" y="3063"/>
                  </a:lnTo>
                  <a:cubicBezTo>
                    <a:pt x="1737" y="3063"/>
                    <a:pt x="1753" y="3063"/>
                    <a:pt x="1753" y="3047"/>
                  </a:cubicBezTo>
                  <a:cubicBezTo>
                    <a:pt x="1737" y="3030"/>
                    <a:pt x="1737" y="3014"/>
                    <a:pt x="1717" y="2994"/>
                  </a:cubicBezTo>
                  <a:cubicBezTo>
                    <a:pt x="1717" y="2962"/>
                    <a:pt x="1701" y="2913"/>
                    <a:pt x="1669" y="2877"/>
                  </a:cubicBezTo>
                  <a:cubicBezTo>
                    <a:pt x="1483" y="2675"/>
                    <a:pt x="1297" y="2457"/>
                    <a:pt x="1111" y="2239"/>
                  </a:cubicBezTo>
                  <a:cubicBezTo>
                    <a:pt x="994" y="2105"/>
                    <a:pt x="877" y="1968"/>
                    <a:pt x="776" y="1835"/>
                  </a:cubicBezTo>
                  <a:cubicBezTo>
                    <a:pt x="590" y="1633"/>
                    <a:pt x="424" y="1431"/>
                    <a:pt x="239" y="1229"/>
                  </a:cubicBezTo>
                  <a:lnTo>
                    <a:pt x="222" y="1213"/>
                  </a:lnTo>
                  <a:cubicBezTo>
                    <a:pt x="121" y="1075"/>
                    <a:pt x="37" y="974"/>
                    <a:pt x="69" y="792"/>
                  </a:cubicBezTo>
                  <a:cubicBezTo>
                    <a:pt x="85" y="639"/>
                    <a:pt x="85" y="469"/>
                    <a:pt x="69" y="320"/>
                  </a:cubicBezTo>
                  <a:lnTo>
                    <a:pt x="69" y="118"/>
                  </a:lnTo>
                  <a:lnTo>
                    <a:pt x="69" y="102"/>
                  </a:lnTo>
                  <a:cubicBezTo>
                    <a:pt x="69" y="65"/>
                    <a:pt x="69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1189246" y="1405544"/>
              <a:ext cx="4867" cy="78765"/>
            </a:xfrm>
            <a:custGeom>
              <a:avLst/>
              <a:gdLst/>
              <a:ahLst/>
              <a:cxnLst/>
              <a:rect l="l" t="t" r="r" b="b"/>
              <a:pathLst>
                <a:path w="49" h="793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4"/>
                    <a:pt x="16" y="271"/>
                    <a:pt x="0" y="404"/>
                  </a:cubicBezTo>
                  <a:lnTo>
                    <a:pt x="0" y="622"/>
                  </a:lnTo>
                  <a:lnTo>
                    <a:pt x="0" y="675"/>
                  </a:lnTo>
                  <a:cubicBezTo>
                    <a:pt x="0" y="707"/>
                    <a:pt x="0" y="744"/>
                    <a:pt x="16" y="776"/>
                  </a:cubicBezTo>
                  <a:lnTo>
                    <a:pt x="33" y="792"/>
                  </a:lnTo>
                  <a:cubicBezTo>
                    <a:pt x="49" y="792"/>
                    <a:pt x="49" y="776"/>
                    <a:pt x="49" y="776"/>
                  </a:cubicBezTo>
                  <a:cubicBezTo>
                    <a:pt x="33" y="744"/>
                    <a:pt x="33" y="707"/>
                    <a:pt x="33" y="675"/>
                  </a:cubicBezTo>
                  <a:lnTo>
                    <a:pt x="33" y="622"/>
                  </a:lnTo>
                  <a:lnTo>
                    <a:pt x="33" y="404"/>
                  </a:lnTo>
                  <a:cubicBezTo>
                    <a:pt x="33" y="271"/>
                    <a:pt x="33" y="154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2165412" y="2572712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37" y="1"/>
                  </a:moveTo>
                  <a:cubicBezTo>
                    <a:pt x="1" y="49"/>
                    <a:pt x="17" y="82"/>
                    <a:pt x="17" y="134"/>
                  </a:cubicBezTo>
                  <a:cubicBezTo>
                    <a:pt x="17" y="166"/>
                    <a:pt x="17" y="219"/>
                    <a:pt x="1" y="251"/>
                  </a:cubicBezTo>
                  <a:lnTo>
                    <a:pt x="1" y="267"/>
                  </a:lnTo>
                  <a:lnTo>
                    <a:pt x="17" y="267"/>
                  </a:lnTo>
                  <a:cubicBezTo>
                    <a:pt x="53" y="219"/>
                    <a:pt x="37" y="166"/>
                    <a:pt x="37" y="134"/>
                  </a:cubicBezTo>
                  <a:cubicBezTo>
                    <a:pt x="37" y="82"/>
                    <a:pt x="37" y="49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1409946" y="3055829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65"/>
                    <a:pt x="32" y="134"/>
                    <a:pt x="0" y="203"/>
                  </a:cubicBezTo>
                  <a:cubicBezTo>
                    <a:pt x="0" y="219"/>
                    <a:pt x="0" y="219"/>
                    <a:pt x="16" y="219"/>
                  </a:cubicBezTo>
                  <a:lnTo>
                    <a:pt x="32" y="219"/>
                  </a:lnTo>
                  <a:cubicBezTo>
                    <a:pt x="49" y="150"/>
                    <a:pt x="32" y="65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1737719" y="3080760"/>
              <a:ext cx="150577" cy="259238"/>
            </a:xfrm>
            <a:custGeom>
              <a:avLst/>
              <a:gdLst/>
              <a:ahLst/>
              <a:cxnLst/>
              <a:rect l="l" t="t" r="r" b="b"/>
              <a:pathLst>
                <a:path w="1516" h="2610" extrusionOk="0">
                  <a:moveTo>
                    <a:pt x="49" y="0"/>
                  </a:moveTo>
                  <a:cubicBezTo>
                    <a:pt x="33" y="0"/>
                    <a:pt x="33" y="0"/>
                    <a:pt x="33" y="16"/>
                  </a:cubicBezTo>
                  <a:cubicBezTo>
                    <a:pt x="17" y="117"/>
                    <a:pt x="0" y="202"/>
                    <a:pt x="101" y="319"/>
                  </a:cubicBezTo>
                  <a:cubicBezTo>
                    <a:pt x="384" y="606"/>
                    <a:pt x="639" y="925"/>
                    <a:pt x="909" y="1228"/>
                  </a:cubicBezTo>
                  <a:cubicBezTo>
                    <a:pt x="1010" y="1349"/>
                    <a:pt x="1111" y="1466"/>
                    <a:pt x="1192" y="1584"/>
                  </a:cubicBezTo>
                  <a:cubicBezTo>
                    <a:pt x="1229" y="1600"/>
                    <a:pt x="1245" y="1632"/>
                    <a:pt x="1277" y="1668"/>
                  </a:cubicBezTo>
                  <a:cubicBezTo>
                    <a:pt x="1330" y="1733"/>
                    <a:pt x="1394" y="1802"/>
                    <a:pt x="1463" y="1870"/>
                  </a:cubicBezTo>
                  <a:cubicBezTo>
                    <a:pt x="1495" y="1903"/>
                    <a:pt x="1495" y="1935"/>
                    <a:pt x="1479" y="1971"/>
                  </a:cubicBezTo>
                  <a:lnTo>
                    <a:pt x="1479" y="2339"/>
                  </a:lnTo>
                  <a:lnTo>
                    <a:pt x="1479" y="2440"/>
                  </a:lnTo>
                  <a:lnTo>
                    <a:pt x="1479" y="2460"/>
                  </a:lnTo>
                  <a:cubicBezTo>
                    <a:pt x="1479" y="2509"/>
                    <a:pt x="1479" y="2541"/>
                    <a:pt x="1463" y="2593"/>
                  </a:cubicBezTo>
                  <a:cubicBezTo>
                    <a:pt x="1447" y="2593"/>
                    <a:pt x="1463" y="2610"/>
                    <a:pt x="1463" y="2610"/>
                  </a:cubicBezTo>
                  <a:lnTo>
                    <a:pt x="1479" y="2610"/>
                  </a:lnTo>
                  <a:cubicBezTo>
                    <a:pt x="1515" y="2561"/>
                    <a:pt x="1515" y="2509"/>
                    <a:pt x="1515" y="2460"/>
                  </a:cubicBezTo>
                  <a:lnTo>
                    <a:pt x="1515" y="2440"/>
                  </a:lnTo>
                  <a:lnTo>
                    <a:pt x="1515" y="2339"/>
                  </a:lnTo>
                  <a:lnTo>
                    <a:pt x="1515" y="1971"/>
                  </a:lnTo>
                  <a:cubicBezTo>
                    <a:pt x="1515" y="1935"/>
                    <a:pt x="1515" y="1903"/>
                    <a:pt x="1479" y="1854"/>
                  </a:cubicBezTo>
                  <a:cubicBezTo>
                    <a:pt x="1414" y="1786"/>
                    <a:pt x="1346" y="1717"/>
                    <a:pt x="1293" y="1652"/>
                  </a:cubicBezTo>
                  <a:cubicBezTo>
                    <a:pt x="1261" y="1616"/>
                    <a:pt x="1245" y="1584"/>
                    <a:pt x="1229" y="1567"/>
                  </a:cubicBezTo>
                  <a:cubicBezTo>
                    <a:pt x="1128" y="1450"/>
                    <a:pt x="1027" y="1329"/>
                    <a:pt x="926" y="1212"/>
                  </a:cubicBezTo>
                  <a:cubicBezTo>
                    <a:pt x="671" y="909"/>
                    <a:pt x="404" y="590"/>
                    <a:pt x="118" y="303"/>
                  </a:cubicBezTo>
                  <a:cubicBezTo>
                    <a:pt x="33" y="202"/>
                    <a:pt x="33" y="117"/>
                    <a:pt x="49" y="16"/>
                  </a:cubicBezTo>
                  <a:cubicBezTo>
                    <a:pt x="65" y="16"/>
                    <a:pt x="49" y="0"/>
                    <a:pt x="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1409946" y="2905352"/>
              <a:ext cx="91975" cy="187128"/>
            </a:xfrm>
            <a:custGeom>
              <a:avLst/>
              <a:gdLst/>
              <a:ahLst/>
              <a:cxnLst/>
              <a:rect l="l" t="t" r="r" b="b"/>
              <a:pathLst>
                <a:path w="926" h="1884" extrusionOk="0">
                  <a:moveTo>
                    <a:pt x="32" y="1"/>
                  </a:moveTo>
                  <a:lnTo>
                    <a:pt x="32" y="17"/>
                  </a:lnTo>
                  <a:cubicBezTo>
                    <a:pt x="0" y="336"/>
                    <a:pt x="0" y="639"/>
                    <a:pt x="32" y="942"/>
                  </a:cubicBezTo>
                  <a:lnTo>
                    <a:pt x="32" y="958"/>
                  </a:lnTo>
                  <a:cubicBezTo>
                    <a:pt x="32" y="994"/>
                    <a:pt x="32" y="1027"/>
                    <a:pt x="69" y="1043"/>
                  </a:cubicBezTo>
                  <a:cubicBezTo>
                    <a:pt x="251" y="1144"/>
                    <a:pt x="388" y="1297"/>
                    <a:pt x="521" y="1447"/>
                  </a:cubicBezTo>
                  <a:cubicBezTo>
                    <a:pt x="590" y="1532"/>
                    <a:pt x="675" y="1617"/>
                    <a:pt x="755" y="1701"/>
                  </a:cubicBezTo>
                  <a:cubicBezTo>
                    <a:pt x="776" y="1701"/>
                    <a:pt x="776" y="1718"/>
                    <a:pt x="792" y="1718"/>
                  </a:cubicBezTo>
                  <a:cubicBezTo>
                    <a:pt x="840" y="1766"/>
                    <a:pt x="893" y="1802"/>
                    <a:pt x="893" y="1883"/>
                  </a:cubicBezTo>
                  <a:lnTo>
                    <a:pt x="909" y="1883"/>
                  </a:lnTo>
                  <a:cubicBezTo>
                    <a:pt x="909" y="1883"/>
                    <a:pt x="925" y="1883"/>
                    <a:pt x="925" y="1867"/>
                  </a:cubicBezTo>
                  <a:cubicBezTo>
                    <a:pt x="909" y="1802"/>
                    <a:pt x="856" y="1750"/>
                    <a:pt x="808" y="1701"/>
                  </a:cubicBezTo>
                  <a:cubicBezTo>
                    <a:pt x="792" y="1701"/>
                    <a:pt x="792" y="1681"/>
                    <a:pt x="776" y="1681"/>
                  </a:cubicBezTo>
                  <a:cubicBezTo>
                    <a:pt x="691" y="1600"/>
                    <a:pt x="606" y="1516"/>
                    <a:pt x="537" y="1431"/>
                  </a:cubicBezTo>
                  <a:cubicBezTo>
                    <a:pt x="404" y="1277"/>
                    <a:pt x="271" y="1112"/>
                    <a:pt x="69" y="1011"/>
                  </a:cubicBezTo>
                  <a:cubicBezTo>
                    <a:pt x="49" y="1011"/>
                    <a:pt x="49" y="994"/>
                    <a:pt x="49" y="958"/>
                  </a:cubicBezTo>
                  <a:lnTo>
                    <a:pt x="49" y="942"/>
                  </a:lnTo>
                  <a:cubicBezTo>
                    <a:pt x="32" y="639"/>
                    <a:pt x="32" y="336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1256191" y="1192691"/>
              <a:ext cx="237287" cy="121077"/>
            </a:xfrm>
            <a:custGeom>
              <a:avLst/>
              <a:gdLst/>
              <a:ahLst/>
              <a:cxnLst/>
              <a:rect l="l" t="t" r="r" b="b"/>
              <a:pathLst>
                <a:path w="2389" h="1219" extrusionOk="0">
                  <a:moveTo>
                    <a:pt x="1589" y="0"/>
                  </a:moveTo>
                  <a:cubicBezTo>
                    <a:pt x="1547" y="0"/>
                    <a:pt x="1502" y="15"/>
                    <a:pt x="1463" y="39"/>
                  </a:cubicBezTo>
                  <a:lnTo>
                    <a:pt x="1144" y="241"/>
                  </a:lnTo>
                  <a:cubicBezTo>
                    <a:pt x="789" y="443"/>
                    <a:pt x="437" y="665"/>
                    <a:pt x="102" y="867"/>
                  </a:cubicBezTo>
                  <a:cubicBezTo>
                    <a:pt x="49" y="899"/>
                    <a:pt x="17" y="931"/>
                    <a:pt x="17" y="984"/>
                  </a:cubicBezTo>
                  <a:cubicBezTo>
                    <a:pt x="1" y="1000"/>
                    <a:pt x="17" y="1000"/>
                    <a:pt x="17" y="1000"/>
                  </a:cubicBezTo>
                  <a:lnTo>
                    <a:pt x="33" y="1000"/>
                  </a:lnTo>
                  <a:cubicBezTo>
                    <a:pt x="49" y="948"/>
                    <a:pt x="65" y="915"/>
                    <a:pt x="102" y="899"/>
                  </a:cubicBezTo>
                  <a:cubicBezTo>
                    <a:pt x="453" y="681"/>
                    <a:pt x="809" y="479"/>
                    <a:pt x="1160" y="261"/>
                  </a:cubicBezTo>
                  <a:lnTo>
                    <a:pt x="1479" y="75"/>
                  </a:lnTo>
                  <a:cubicBezTo>
                    <a:pt x="1518" y="48"/>
                    <a:pt x="1555" y="32"/>
                    <a:pt x="1586" y="32"/>
                  </a:cubicBezTo>
                  <a:cubicBezTo>
                    <a:pt x="1597" y="32"/>
                    <a:pt x="1607" y="34"/>
                    <a:pt x="1617" y="39"/>
                  </a:cubicBezTo>
                  <a:cubicBezTo>
                    <a:pt x="1665" y="39"/>
                    <a:pt x="1698" y="75"/>
                    <a:pt x="1734" y="124"/>
                  </a:cubicBezTo>
                  <a:cubicBezTo>
                    <a:pt x="1766" y="208"/>
                    <a:pt x="1819" y="293"/>
                    <a:pt x="1867" y="378"/>
                  </a:cubicBezTo>
                  <a:cubicBezTo>
                    <a:pt x="1952" y="544"/>
                    <a:pt x="2053" y="697"/>
                    <a:pt x="2154" y="867"/>
                  </a:cubicBezTo>
                  <a:cubicBezTo>
                    <a:pt x="2170" y="899"/>
                    <a:pt x="2186" y="931"/>
                    <a:pt x="2202" y="968"/>
                  </a:cubicBezTo>
                  <a:cubicBezTo>
                    <a:pt x="2239" y="1069"/>
                    <a:pt x="2287" y="1150"/>
                    <a:pt x="2372" y="1218"/>
                  </a:cubicBezTo>
                  <a:lnTo>
                    <a:pt x="2388" y="1218"/>
                  </a:lnTo>
                  <a:lnTo>
                    <a:pt x="2388" y="1202"/>
                  </a:lnTo>
                  <a:cubicBezTo>
                    <a:pt x="2303" y="1133"/>
                    <a:pt x="2271" y="1049"/>
                    <a:pt x="2223" y="968"/>
                  </a:cubicBezTo>
                  <a:cubicBezTo>
                    <a:pt x="2202" y="915"/>
                    <a:pt x="2186" y="883"/>
                    <a:pt x="2170" y="847"/>
                  </a:cubicBezTo>
                  <a:cubicBezTo>
                    <a:pt x="2069" y="681"/>
                    <a:pt x="1984" y="528"/>
                    <a:pt x="1883" y="362"/>
                  </a:cubicBezTo>
                  <a:cubicBezTo>
                    <a:pt x="1851" y="277"/>
                    <a:pt x="1799" y="208"/>
                    <a:pt x="1750" y="124"/>
                  </a:cubicBezTo>
                  <a:cubicBezTo>
                    <a:pt x="1718" y="59"/>
                    <a:pt x="1665" y="23"/>
                    <a:pt x="1633" y="6"/>
                  </a:cubicBezTo>
                  <a:cubicBezTo>
                    <a:pt x="1619" y="2"/>
                    <a:pt x="1604" y="0"/>
                    <a:pt x="15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928419" y="357748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3"/>
                    <a:pt x="17" y="251"/>
                    <a:pt x="17" y="352"/>
                  </a:cubicBezTo>
                  <a:lnTo>
                    <a:pt x="17" y="521"/>
                  </a:lnTo>
                  <a:lnTo>
                    <a:pt x="17" y="857"/>
                  </a:lnTo>
                  <a:lnTo>
                    <a:pt x="17" y="1010"/>
                  </a:lnTo>
                  <a:lnTo>
                    <a:pt x="33" y="1010"/>
                  </a:lnTo>
                  <a:lnTo>
                    <a:pt x="33" y="857"/>
                  </a:lnTo>
                  <a:lnTo>
                    <a:pt x="33" y="521"/>
                  </a:lnTo>
                  <a:lnTo>
                    <a:pt x="33" y="352"/>
                  </a:lnTo>
                  <a:cubicBezTo>
                    <a:pt x="33" y="234"/>
                    <a:pt x="49" y="133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670770" y="1450836"/>
              <a:ext cx="145809" cy="192293"/>
            </a:xfrm>
            <a:custGeom>
              <a:avLst/>
              <a:gdLst/>
              <a:ahLst/>
              <a:cxnLst/>
              <a:rect l="l" t="t" r="r" b="b"/>
              <a:pathLst>
                <a:path w="1468" h="1936" extrusionOk="0">
                  <a:moveTo>
                    <a:pt x="1431" y="1"/>
                  </a:moveTo>
                  <a:cubicBezTo>
                    <a:pt x="1415" y="1"/>
                    <a:pt x="1415" y="1"/>
                    <a:pt x="1415" y="17"/>
                  </a:cubicBezTo>
                  <a:lnTo>
                    <a:pt x="1415" y="267"/>
                  </a:lnTo>
                  <a:cubicBezTo>
                    <a:pt x="1431" y="506"/>
                    <a:pt x="1431" y="756"/>
                    <a:pt x="1451" y="995"/>
                  </a:cubicBezTo>
                  <a:cubicBezTo>
                    <a:pt x="1451" y="1043"/>
                    <a:pt x="1415" y="1059"/>
                    <a:pt x="1383" y="1096"/>
                  </a:cubicBezTo>
                  <a:lnTo>
                    <a:pt x="1366" y="1096"/>
                  </a:lnTo>
                  <a:cubicBezTo>
                    <a:pt x="1181" y="1197"/>
                    <a:pt x="995" y="1314"/>
                    <a:pt x="809" y="1431"/>
                  </a:cubicBezTo>
                  <a:cubicBezTo>
                    <a:pt x="558" y="1580"/>
                    <a:pt x="288" y="1750"/>
                    <a:pt x="37" y="1883"/>
                  </a:cubicBezTo>
                  <a:cubicBezTo>
                    <a:pt x="17" y="1904"/>
                    <a:pt x="17" y="1904"/>
                    <a:pt x="17" y="1920"/>
                  </a:cubicBezTo>
                  <a:cubicBezTo>
                    <a:pt x="1" y="1936"/>
                    <a:pt x="17" y="1936"/>
                    <a:pt x="17" y="1936"/>
                  </a:cubicBezTo>
                  <a:lnTo>
                    <a:pt x="37" y="1936"/>
                  </a:lnTo>
                  <a:lnTo>
                    <a:pt x="37" y="1920"/>
                  </a:lnTo>
                  <a:lnTo>
                    <a:pt x="54" y="1920"/>
                  </a:lnTo>
                  <a:cubicBezTo>
                    <a:pt x="304" y="1766"/>
                    <a:pt x="575" y="1617"/>
                    <a:pt x="825" y="1447"/>
                  </a:cubicBezTo>
                  <a:cubicBezTo>
                    <a:pt x="995" y="1346"/>
                    <a:pt x="1197" y="1229"/>
                    <a:pt x="1383" y="1112"/>
                  </a:cubicBezTo>
                  <a:cubicBezTo>
                    <a:pt x="1431" y="1096"/>
                    <a:pt x="1467" y="1059"/>
                    <a:pt x="1467" y="995"/>
                  </a:cubicBezTo>
                  <a:cubicBezTo>
                    <a:pt x="1467" y="756"/>
                    <a:pt x="1451" y="506"/>
                    <a:pt x="1451" y="267"/>
                  </a:cubicBezTo>
                  <a:lnTo>
                    <a:pt x="1451" y="17"/>
                  </a:lnTo>
                  <a:cubicBezTo>
                    <a:pt x="1451" y="1"/>
                    <a:pt x="1431" y="1"/>
                    <a:pt x="14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1338035" y="1870584"/>
              <a:ext cx="6555" cy="103596"/>
            </a:xfrm>
            <a:custGeom>
              <a:avLst/>
              <a:gdLst/>
              <a:ahLst/>
              <a:cxnLst/>
              <a:rect l="l" t="t" r="r" b="b"/>
              <a:pathLst>
                <a:path w="66" h="1043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82"/>
                    <a:pt x="17" y="336"/>
                    <a:pt x="17" y="505"/>
                  </a:cubicBezTo>
                  <a:lnTo>
                    <a:pt x="17" y="808"/>
                  </a:lnTo>
                  <a:lnTo>
                    <a:pt x="17" y="873"/>
                  </a:lnTo>
                  <a:cubicBezTo>
                    <a:pt x="17" y="925"/>
                    <a:pt x="17" y="974"/>
                    <a:pt x="49" y="1043"/>
                  </a:cubicBezTo>
                  <a:lnTo>
                    <a:pt x="66" y="1043"/>
                  </a:lnTo>
                  <a:lnTo>
                    <a:pt x="66" y="1026"/>
                  </a:lnTo>
                  <a:cubicBezTo>
                    <a:pt x="33" y="974"/>
                    <a:pt x="49" y="925"/>
                    <a:pt x="49" y="873"/>
                  </a:cubicBezTo>
                  <a:lnTo>
                    <a:pt x="49" y="808"/>
                  </a:lnTo>
                  <a:lnTo>
                    <a:pt x="49" y="505"/>
                  </a:lnTo>
                  <a:cubicBezTo>
                    <a:pt x="49" y="336"/>
                    <a:pt x="49" y="166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1643857" y="3318246"/>
              <a:ext cx="6853" cy="78765"/>
            </a:xfrm>
            <a:custGeom>
              <a:avLst/>
              <a:gdLst/>
              <a:ahLst/>
              <a:cxnLst/>
              <a:rect l="l" t="t" r="r" b="b"/>
              <a:pathLst>
                <a:path w="69" h="793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623"/>
                  </a:lnTo>
                  <a:lnTo>
                    <a:pt x="16" y="675"/>
                  </a:lnTo>
                  <a:cubicBezTo>
                    <a:pt x="16" y="707"/>
                    <a:pt x="37" y="740"/>
                    <a:pt x="16" y="776"/>
                  </a:cubicBezTo>
                  <a:cubicBezTo>
                    <a:pt x="0" y="776"/>
                    <a:pt x="0" y="776"/>
                    <a:pt x="16" y="792"/>
                  </a:cubicBezTo>
                  <a:lnTo>
                    <a:pt x="37" y="776"/>
                  </a:lnTo>
                  <a:cubicBezTo>
                    <a:pt x="53" y="740"/>
                    <a:pt x="53" y="707"/>
                    <a:pt x="53" y="675"/>
                  </a:cubicBezTo>
                  <a:lnTo>
                    <a:pt x="53" y="623"/>
                  </a:lnTo>
                  <a:lnTo>
                    <a:pt x="53" y="388"/>
                  </a:lnTo>
                  <a:cubicBezTo>
                    <a:pt x="53" y="27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2081979" y="2505767"/>
              <a:ext cx="105185" cy="199047"/>
            </a:xfrm>
            <a:custGeom>
              <a:avLst/>
              <a:gdLst/>
              <a:ahLst/>
              <a:cxnLst/>
              <a:rect l="l" t="t" r="r" b="b"/>
              <a:pathLst>
                <a:path w="1059" h="2004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50" y="335"/>
                    <a:pt x="170" y="372"/>
                    <a:pt x="202" y="404"/>
                  </a:cubicBezTo>
                  <a:cubicBezTo>
                    <a:pt x="372" y="707"/>
                    <a:pt x="554" y="994"/>
                    <a:pt x="724" y="1281"/>
                  </a:cubicBezTo>
                  <a:cubicBezTo>
                    <a:pt x="776" y="1345"/>
                    <a:pt x="825" y="1430"/>
                    <a:pt x="877" y="1499"/>
                  </a:cubicBezTo>
                  <a:cubicBezTo>
                    <a:pt x="893" y="1531"/>
                    <a:pt x="909" y="1547"/>
                    <a:pt x="909" y="1564"/>
                  </a:cubicBezTo>
                  <a:cubicBezTo>
                    <a:pt x="978" y="1648"/>
                    <a:pt x="1027" y="1733"/>
                    <a:pt x="1010" y="1850"/>
                  </a:cubicBezTo>
                  <a:lnTo>
                    <a:pt x="1010" y="1866"/>
                  </a:lnTo>
                  <a:cubicBezTo>
                    <a:pt x="1010" y="1903"/>
                    <a:pt x="1010" y="1951"/>
                    <a:pt x="994" y="1988"/>
                  </a:cubicBezTo>
                  <a:lnTo>
                    <a:pt x="994" y="2004"/>
                  </a:lnTo>
                  <a:lnTo>
                    <a:pt x="1010" y="2004"/>
                  </a:lnTo>
                  <a:lnTo>
                    <a:pt x="1010" y="1988"/>
                  </a:lnTo>
                  <a:cubicBezTo>
                    <a:pt x="1027" y="1951"/>
                    <a:pt x="1043" y="1903"/>
                    <a:pt x="1043" y="1866"/>
                  </a:cubicBezTo>
                  <a:lnTo>
                    <a:pt x="1043" y="1850"/>
                  </a:lnTo>
                  <a:cubicBezTo>
                    <a:pt x="1059" y="1733"/>
                    <a:pt x="994" y="1632"/>
                    <a:pt x="942" y="1547"/>
                  </a:cubicBezTo>
                  <a:cubicBezTo>
                    <a:pt x="926" y="1531"/>
                    <a:pt x="909" y="1515"/>
                    <a:pt x="893" y="1483"/>
                  </a:cubicBezTo>
                  <a:cubicBezTo>
                    <a:pt x="841" y="1414"/>
                    <a:pt x="808" y="1345"/>
                    <a:pt x="756" y="1261"/>
                  </a:cubicBezTo>
                  <a:cubicBezTo>
                    <a:pt x="574" y="978"/>
                    <a:pt x="388" y="691"/>
                    <a:pt x="219" y="388"/>
                  </a:cubicBezTo>
                  <a:cubicBezTo>
                    <a:pt x="202" y="352"/>
                    <a:pt x="170" y="319"/>
                    <a:pt x="150" y="287"/>
                  </a:cubicBezTo>
                  <a:cubicBezTo>
                    <a:pt x="85" y="202"/>
                    <a:pt x="17" y="117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1672363" y="3189421"/>
              <a:ext cx="5264" cy="13409"/>
            </a:xfrm>
            <a:custGeom>
              <a:avLst/>
              <a:gdLst/>
              <a:ahLst/>
              <a:cxnLst/>
              <a:rect l="l" t="t" r="r" b="b"/>
              <a:pathLst>
                <a:path w="53" h="135" extrusionOk="0">
                  <a:moveTo>
                    <a:pt x="16" y="1"/>
                  </a:moveTo>
                  <a:cubicBezTo>
                    <a:pt x="0" y="33"/>
                    <a:pt x="0" y="69"/>
                    <a:pt x="0" y="86"/>
                  </a:cubicBezTo>
                  <a:lnTo>
                    <a:pt x="0" y="118"/>
                  </a:lnTo>
                  <a:cubicBezTo>
                    <a:pt x="0" y="134"/>
                    <a:pt x="16" y="134"/>
                    <a:pt x="16" y="134"/>
                  </a:cubicBezTo>
                  <a:lnTo>
                    <a:pt x="32" y="134"/>
                  </a:lnTo>
                  <a:lnTo>
                    <a:pt x="32" y="86"/>
                  </a:lnTo>
                  <a:cubicBezTo>
                    <a:pt x="32" y="69"/>
                    <a:pt x="32" y="33"/>
                    <a:pt x="53" y="17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1409946" y="3590694"/>
              <a:ext cx="4867" cy="143723"/>
            </a:xfrm>
            <a:custGeom>
              <a:avLst/>
              <a:gdLst/>
              <a:ahLst/>
              <a:cxnLst/>
              <a:rect l="l" t="t" r="r" b="b"/>
              <a:pathLst>
                <a:path w="49" h="1447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lnTo>
                    <a:pt x="0" y="271"/>
                  </a:lnTo>
                  <a:cubicBezTo>
                    <a:pt x="16" y="457"/>
                    <a:pt x="16" y="659"/>
                    <a:pt x="16" y="861"/>
                  </a:cubicBezTo>
                  <a:lnTo>
                    <a:pt x="16" y="1027"/>
                  </a:lnTo>
                  <a:cubicBezTo>
                    <a:pt x="16" y="1164"/>
                    <a:pt x="16" y="1297"/>
                    <a:pt x="0" y="1430"/>
                  </a:cubicBezTo>
                  <a:cubicBezTo>
                    <a:pt x="0" y="1447"/>
                    <a:pt x="0" y="1447"/>
                    <a:pt x="16" y="1447"/>
                  </a:cubicBezTo>
                  <a:cubicBezTo>
                    <a:pt x="16" y="1447"/>
                    <a:pt x="32" y="1447"/>
                    <a:pt x="32" y="1430"/>
                  </a:cubicBezTo>
                  <a:cubicBezTo>
                    <a:pt x="49" y="1297"/>
                    <a:pt x="49" y="1164"/>
                    <a:pt x="32" y="1027"/>
                  </a:cubicBezTo>
                  <a:lnTo>
                    <a:pt x="32" y="861"/>
                  </a:lnTo>
                  <a:lnTo>
                    <a:pt x="32" y="271"/>
                  </a:lnTo>
                  <a:lnTo>
                    <a:pt x="32" y="17"/>
                  </a:ln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1739308" y="2616117"/>
              <a:ext cx="148988" cy="277713"/>
            </a:xfrm>
            <a:custGeom>
              <a:avLst/>
              <a:gdLst/>
              <a:ahLst/>
              <a:cxnLst/>
              <a:rect l="l" t="t" r="r" b="b"/>
              <a:pathLst>
                <a:path w="1500" h="2796" extrusionOk="0">
                  <a:moveTo>
                    <a:pt x="49" y="0"/>
                  </a:moveTo>
                  <a:cubicBezTo>
                    <a:pt x="17" y="49"/>
                    <a:pt x="1" y="101"/>
                    <a:pt x="1" y="170"/>
                  </a:cubicBezTo>
                  <a:cubicBezTo>
                    <a:pt x="1" y="218"/>
                    <a:pt x="17" y="271"/>
                    <a:pt x="65" y="287"/>
                  </a:cubicBezTo>
                  <a:cubicBezTo>
                    <a:pt x="150" y="372"/>
                    <a:pt x="235" y="473"/>
                    <a:pt x="304" y="574"/>
                  </a:cubicBezTo>
                  <a:cubicBezTo>
                    <a:pt x="336" y="622"/>
                    <a:pt x="368" y="675"/>
                    <a:pt x="405" y="723"/>
                  </a:cubicBezTo>
                  <a:cubicBezTo>
                    <a:pt x="554" y="909"/>
                    <a:pt x="691" y="1111"/>
                    <a:pt x="825" y="1297"/>
                  </a:cubicBezTo>
                  <a:cubicBezTo>
                    <a:pt x="926" y="1430"/>
                    <a:pt x="1043" y="1584"/>
                    <a:pt x="1144" y="1717"/>
                  </a:cubicBezTo>
                  <a:lnTo>
                    <a:pt x="1160" y="1733"/>
                  </a:lnTo>
                  <a:cubicBezTo>
                    <a:pt x="1463" y="2137"/>
                    <a:pt x="1463" y="2137"/>
                    <a:pt x="1463" y="2626"/>
                  </a:cubicBezTo>
                  <a:cubicBezTo>
                    <a:pt x="1463" y="2695"/>
                    <a:pt x="1447" y="2727"/>
                    <a:pt x="1431" y="2759"/>
                  </a:cubicBezTo>
                  <a:lnTo>
                    <a:pt x="1431" y="2796"/>
                  </a:lnTo>
                  <a:lnTo>
                    <a:pt x="1447" y="2796"/>
                  </a:lnTo>
                  <a:lnTo>
                    <a:pt x="1447" y="2775"/>
                  </a:lnTo>
                  <a:cubicBezTo>
                    <a:pt x="1479" y="2743"/>
                    <a:pt x="1499" y="2695"/>
                    <a:pt x="1499" y="2626"/>
                  </a:cubicBezTo>
                  <a:cubicBezTo>
                    <a:pt x="1499" y="2137"/>
                    <a:pt x="1499" y="2137"/>
                    <a:pt x="1176" y="1717"/>
                  </a:cubicBezTo>
                  <a:lnTo>
                    <a:pt x="1160" y="1701"/>
                  </a:lnTo>
                  <a:cubicBezTo>
                    <a:pt x="1059" y="1563"/>
                    <a:pt x="958" y="1414"/>
                    <a:pt x="857" y="1281"/>
                  </a:cubicBezTo>
                  <a:cubicBezTo>
                    <a:pt x="708" y="1095"/>
                    <a:pt x="570" y="893"/>
                    <a:pt x="421" y="707"/>
                  </a:cubicBezTo>
                  <a:cubicBezTo>
                    <a:pt x="388" y="655"/>
                    <a:pt x="352" y="606"/>
                    <a:pt x="320" y="554"/>
                  </a:cubicBezTo>
                  <a:cubicBezTo>
                    <a:pt x="251" y="453"/>
                    <a:pt x="186" y="352"/>
                    <a:pt x="85" y="271"/>
                  </a:cubicBezTo>
                  <a:cubicBezTo>
                    <a:pt x="49" y="251"/>
                    <a:pt x="33" y="202"/>
                    <a:pt x="17" y="170"/>
                  </a:cubicBezTo>
                  <a:cubicBezTo>
                    <a:pt x="17" y="101"/>
                    <a:pt x="33" y="49"/>
                    <a:pt x="65" y="16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669181" y="3266497"/>
              <a:ext cx="148988" cy="159019"/>
            </a:xfrm>
            <a:custGeom>
              <a:avLst/>
              <a:gdLst/>
              <a:ahLst/>
              <a:cxnLst/>
              <a:rect l="l" t="t" r="r" b="b"/>
              <a:pathLst>
                <a:path w="1500" h="1601" extrusionOk="0">
                  <a:moveTo>
                    <a:pt x="1483" y="0"/>
                  </a:moveTo>
                  <a:cubicBezTo>
                    <a:pt x="1330" y="33"/>
                    <a:pt x="1180" y="85"/>
                    <a:pt x="1027" y="150"/>
                  </a:cubicBezTo>
                  <a:cubicBezTo>
                    <a:pt x="962" y="166"/>
                    <a:pt x="894" y="186"/>
                    <a:pt x="825" y="219"/>
                  </a:cubicBezTo>
                  <a:cubicBezTo>
                    <a:pt x="639" y="287"/>
                    <a:pt x="437" y="352"/>
                    <a:pt x="235" y="421"/>
                  </a:cubicBezTo>
                  <a:lnTo>
                    <a:pt x="102" y="469"/>
                  </a:lnTo>
                  <a:cubicBezTo>
                    <a:pt x="53" y="489"/>
                    <a:pt x="1" y="522"/>
                    <a:pt x="1" y="622"/>
                  </a:cubicBezTo>
                  <a:lnTo>
                    <a:pt x="1" y="1430"/>
                  </a:lnTo>
                  <a:lnTo>
                    <a:pt x="1" y="1499"/>
                  </a:lnTo>
                  <a:cubicBezTo>
                    <a:pt x="17" y="1531"/>
                    <a:pt x="33" y="1548"/>
                    <a:pt x="1" y="1580"/>
                  </a:cubicBezTo>
                  <a:lnTo>
                    <a:pt x="1" y="1600"/>
                  </a:lnTo>
                  <a:lnTo>
                    <a:pt x="17" y="1600"/>
                  </a:lnTo>
                  <a:cubicBezTo>
                    <a:pt x="53" y="1564"/>
                    <a:pt x="53" y="1515"/>
                    <a:pt x="33" y="1479"/>
                  </a:cubicBezTo>
                  <a:cubicBezTo>
                    <a:pt x="33" y="1463"/>
                    <a:pt x="17" y="1447"/>
                    <a:pt x="17" y="1430"/>
                  </a:cubicBezTo>
                  <a:cubicBezTo>
                    <a:pt x="33" y="1160"/>
                    <a:pt x="33" y="893"/>
                    <a:pt x="17" y="622"/>
                  </a:cubicBezTo>
                  <a:cubicBezTo>
                    <a:pt x="17" y="538"/>
                    <a:pt x="53" y="522"/>
                    <a:pt x="118" y="505"/>
                  </a:cubicBezTo>
                  <a:lnTo>
                    <a:pt x="255" y="453"/>
                  </a:lnTo>
                  <a:cubicBezTo>
                    <a:pt x="437" y="388"/>
                    <a:pt x="639" y="303"/>
                    <a:pt x="841" y="235"/>
                  </a:cubicBezTo>
                  <a:cubicBezTo>
                    <a:pt x="910" y="219"/>
                    <a:pt x="978" y="202"/>
                    <a:pt x="1027" y="166"/>
                  </a:cubicBezTo>
                  <a:lnTo>
                    <a:pt x="1483" y="17"/>
                  </a:lnTo>
                  <a:lnTo>
                    <a:pt x="1500" y="17"/>
                  </a:lnTo>
                  <a:cubicBezTo>
                    <a:pt x="1500" y="0"/>
                    <a:pt x="1483" y="0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2078801" y="3107577"/>
              <a:ext cx="108364" cy="212357"/>
            </a:xfrm>
            <a:custGeom>
              <a:avLst/>
              <a:gdLst/>
              <a:ahLst/>
              <a:cxnLst/>
              <a:rect l="l" t="t" r="r" b="b"/>
              <a:pathLst>
                <a:path w="1091" h="2138" extrusionOk="0">
                  <a:moveTo>
                    <a:pt x="81" y="1"/>
                  </a:moveTo>
                  <a:lnTo>
                    <a:pt x="81" y="17"/>
                  </a:lnTo>
                  <a:cubicBezTo>
                    <a:pt x="65" y="49"/>
                    <a:pt x="65" y="69"/>
                    <a:pt x="65" y="102"/>
                  </a:cubicBezTo>
                  <a:cubicBezTo>
                    <a:pt x="33" y="304"/>
                    <a:pt x="0" y="506"/>
                    <a:pt x="150" y="691"/>
                  </a:cubicBezTo>
                  <a:cubicBezTo>
                    <a:pt x="384" y="978"/>
                    <a:pt x="622" y="1281"/>
                    <a:pt x="840" y="1584"/>
                  </a:cubicBezTo>
                  <a:lnTo>
                    <a:pt x="958" y="1734"/>
                  </a:lnTo>
                  <a:cubicBezTo>
                    <a:pt x="974" y="1750"/>
                    <a:pt x="990" y="1750"/>
                    <a:pt x="990" y="1766"/>
                  </a:cubicBezTo>
                  <a:cubicBezTo>
                    <a:pt x="1026" y="1786"/>
                    <a:pt x="1059" y="1802"/>
                    <a:pt x="1042" y="1851"/>
                  </a:cubicBezTo>
                  <a:lnTo>
                    <a:pt x="1042" y="1952"/>
                  </a:lnTo>
                  <a:cubicBezTo>
                    <a:pt x="1042" y="2004"/>
                    <a:pt x="1042" y="2069"/>
                    <a:pt x="1010" y="2122"/>
                  </a:cubicBezTo>
                  <a:lnTo>
                    <a:pt x="1010" y="2138"/>
                  </a:lnTo>
                  <a:lnTo>
                    <a:pt x="1026" y="2138"/>
                  </a:lnTo>
                  <a:cubicBezTo>
                    <a:pt x="1075" y="2069"/>
                    <a:pt x="1075" y="2004"/>
                    <a:pt x="1075" y="1952"/>
                  </a:cubicBezTo>
                  <a:lnTo>
                    <a:pt x="1075" y="1851"/>
                  </a:lnTo>
                  <a:cubicBezTo>
                    <a:pt x="1091" y="1786"/>
                    <a:pt x="1042" y="1766"/>
                    <a:pt x="1010" y="1750"/>
                  </a:cubicBezTo>
                  <a:cubicBezTo>
                    <a:pt x="990" y="1734"/>
                    <a:pt x="990" y="1718"/>
                    <a:pt x="974" y="1718"/>
                  </a:cubicBezTo>
                  <a:lnTo>
                    <a:pt x="857" y="1564"/>
                  </a:lnTo>
                  <a:cubicBezTo>
                    <a:pt x="638" y="1261"/>
                    <a:pt x="420" y="958"/>
                    <a:pt x="182" y="675"/>
                  </a:cubicBezTo>
                  <a:cubicBezTo>
                    <a:pt x="33" y="489"/>
                    <a:pt x="65" y="304"/>
                    <a:pt x="81" y="102"/>
                  </a:cubicBezTo>
                  <a:cubicBezTo>
                    <a:pt x="101" y="86"/>
                    <a:pt x="101" y="49"/>
                    <a:pt x="101" y="17"/>
                  </a:cubicBezTo>
                  <a:cubicBezTo>
                    <a:pt x="101" y="17"/>
                    <a:pt x="101" y="1"/>
                    <a:pt x="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1518608" y="3518882"/>
              <a:ext cx="140545" cy="215535"/>
            </a:xfrm>
            <a:custGeom>
              <a:avLst/>
              <a:gdLst/>
              <a:ahLst/>
              <a:cxnLst/>
              <a:rect l="l" t="t" r="r" b="b"/>
              <a:pathLst>
                <a:path w="1415" h="2170" extrusionOk="0">
                  <a:moveTo>
                    <a:pt x="65" y="0"/>
                  </a:moveTo>
                  <a:cubicBezTo>
                    <a:pt x="1" y="49"/>
                    <a:pt x="17" y="134"/>
                    <a:pt x="33" y="186"/>
                  </a:cubicBezTo>
                  <a:lnTo>
                    <a:pt x="33" y="271"/>
                  </a:lnTo>
                  <a:cubicBezTo>
                    <a:pt x="17" y="437"/>
                    <a:pt x="17" y="606"/>
                    <a:pt x="33" y="776"/>
                  </a:cubicBezTo>
                  <a:lnTo>
                    <a:pt x="33" y="994"/>
                  </a:lnTo>
                  <a:cubicBezTo>
                    <a:pt x="33" y="1043"/>
                    <a:pt x="33" y="1079"/>
                    <a:pt x="65" y="1111"/>
                  </a:cubicBezTo>
                  <a:cubicBezTo>
                    <a:pt x="522" y="1499"/>
                    <a:pt x="942" y="1834"/>
                    <a:pt x="1330" y="2153"/>
                  </a:cubicBezTo>
                  <a:cubicBezTo>
                    <a:pt x="1346" y="2170"/>
                    <a:pt x="1362" y="2170"/>
                    <a:pt x="1378" y="2170"/>
                  </a:cubicBezTo>
                  <a:lnTo>
                    <a:pt x="1415" y="2170"/>
                  </a:lnTo>
                  <a:lnTo>
                    <a:pt x="1415" y="2137"/>
                  </a:lnTo>
                  <a:lnTo>
                    <a:pt x="1346" y="2137"/>
                  </a:lnTo>
                  <a:cubicBezTo>
                    <a:pt x="958" y="1818"/>
                    <a:pt x="538" y="1463"/>
                    <a:pt x="86" y="1095"/>
                  </a:cubicBezTo>
                  <a:cubicBezTo>
                    <a:pt x="49" y="1059"/>
                    <a:pt x="49" y="1043"/>
                    <a:pt x="49" y="994"/>
                  </a:cubicBezTo>
                  <a:lnTo>
                    <a:pt x="49" y="776"/>
                  </a:lnTo>
                  <a:cubicBezTo>
                    <a:pt x="49" y="606"/>
                    <a:pt x="49" y="437"/>
                    <a:pt x="65" y="271"/>
                  </a:cubicBezTo>
                  <a:cubicBezTo>
                    <a:pt x="65" y="235"/>
                    <a:pt x="49" y="218"/>
                    <a:pt x="49" y="186"/>
                  </a:cubicBezTo>
                  <a:cubicBezTo>
                    <a:pt x="49" y="117"/>
                    <a:pt x="33" y="69"/>
                    <a:pt x="86" y="17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978578" y="3560599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17" y="118"/>
                    <a:pt x="17" y="202"/>
                    <a:pt x="17" y="303"/>
                  </a:cubicBezTo>
                  <a:lnTo>
                    <a:pt x="17" y="388"/>
                  </a:lnTo>
                  <a:cubicBezTo>
                    <a:pt x="17" y="421"/>
                    <a:pt x="0" y="473"/>
                    <a:pt x="0" y="505"/>
                  </a:cubicBezTo>
                  <a:cubicBezTo>
                    <a:pt x="0" y="675"/>
                    <a:pt x="0" y="841"/>
                    <a:pt x="17" y="1010"/>
                  </a:cubicBezTo>
                  <a:lnTo>
                    <a:pt x="33" y="1027"/>
                  </a:lnTo>
                  <a:lnTo>
                    <a:pt x="49" y="1010"/>
                  </a:lnTo>
                  <a:cubicBezTo>
                    <a:pt x="17" y="841"/>
                    <a:pt x="33" y="675"/>
                    <a:pt x="33" y="522"/>
                  </a:cubicBezTo>
                  <a:lnTo>
                    <a:pt x="33" y="388"/>
                  </a:lnTo>
                  <a:lnTo>
                    <a:pt x="33" y="303"/>
                  </a:lnTo>
                  <a:cubicBezTo>
                    <a:pt x="49" y="202"/>
                    <a:pt x="49" y="118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2136906" y="2918562"/>
              <a:ext cx="3774" cy="13409"/>
            </a:xfrm>
            <a:custGeom>
              <a:avLst/>
              <a:gdLst/>
              <a:ahLst/>
              <a:cxnLst/>
              <a:rect l="l" t="t" r="r" b="b"/>
              <a:pathLst>
                <a:path w="38" h="135" extrusionOk="0">
                  <a:moveTo>
                    <a:pt x="21" y="1"/>
                  </a:moveTo>
                  <a:cubicBezTo>
                    <a:pt x="1" y="33"/>
                    <a:pt x="1" y="54"/>
                    <a:pt x="1" y="86"/>
                  </a:cubicBezTo>
                  <a:lnTo>
                    <a:pt x="1" y="118"/>
                  </a:lnTo>
                  <a:cubicBezTo>
                    <a:pt x="1" y="118"/>
                    <a:pt x="1" y="134"/>
                    <a:pt x="21" y="134"/>
                  </a:cubicBezTo>
                  <a:cubicBezTo>
                    <a:pt x="21" y="134"/>
                    <a:pt x="37" y="134"/>
                    <a:pt x="37" y="118"/>
                  </a:cubicBezTo>
                  <a:lnTo>
                    <a:pt x="37" y="86"/>
                  </a:lnTo>
                  <a:cubicBezTo>
                    <a:pt x="21" y="54"/>
                    <a:pt x="21" y="33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2078801" y="3244844"/>
              <a:ext cx="102007" cy="166965"/>
            </a:xfrm>
            <a:custGeom>
              <a:avLst/>
              <a:gdLst/>
              <a:ahLst/>
              <a:cxnLst/>
              <a:rect l="l" t="t" r="r" b="b"/>
              <a:pathLst>
                <a:path w="1027" h="1681" extrusionOk="0">
                  <a:moveTo>
                    <a:pt x="81" y="0"/>
                  </a:moveTo>
                  <a:lnTo>
                    <a:pt x="81" y="16"/>
                  </a:lnTo>
                  <a:cubicBezTo>
                    <a:pt x="33" y="267"/>
                    <a:pt x="0" y="505"/>
                    <a:pt x="218" y="723"/>
                  </a:cubicBezTo>
                  <a:cubicBezTo>
                    <a:pt x="384" y="925"/>
                    <a:pt x="537" y="1127"/>
                    <a:pt x="707" y="1329"/>
                  </a:cubicBezTo>
                  <a:cubicBezTo>
                    <a:pt x="772" y="1430"/>
                    <a:pt x="857" y="1515"/>
                    <a:pt x="925" y="1616"/>
                  </a:cubicBezTo>
                  <a:cubicBezTo>
                    <a:pt x="941" y="1632"/>
                    <a:pt x="958" y="1648"/>
                    <a:pt x="990" y="1665"/>
                  </a:cubicBezTo>
                  <a:lnTo>
                    <a:pt x="1010" y="1681"/>
                  </a:lnTo>
                  <a:lnTo>
                    <a:pt x="1026" y="1681"/>
                  </a:lnTo>
                  <a:lnTo>
                    <a:pt x="1026" y="1665"/>
                  </a:lnTo>
                  <a:lnTo>
                    <a:pt x="1010" y="1648"/>
                  </a:lnTo>
                  <a:cubicBezTo>
                    <a:pt x="974" y="1632"/>
                    <a:pt x="958" y="1616"/>
                    <a:pt x="958" y="1596"/>
                  </a:cubicBezTo>
                  <a:cubicBezTo>
                    <a:pt x="873" y="1495"/>
                    <a:pt x="788" y="1414"/>
                    <a:pt x="723" y="1313"/>
                  </a:cubicBezTo>
                  <a:cubicBezTo>
                    <a:pt x="570" y="1111"/>
                    <a:pt x="404" y="909"/>
                    <a:pt x="234" y="707"/>
                  </a:cubicBezTo>
                  <a:cubicBezTo>
                    <a:pt x="33" y="505"/>
                    <a:pt x="49" y="267"/>
                    <a:pt x="101" y="16"/>
                  </a:cubicBezTo>
                  <a:cubicBezTo>
                    <a:pt x="101" y="16"/>
                    <a:pt x="101" y="0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1408258" y="2880123"/>
              <a:ext cx="66746" cy="175805"/>
            </a:xfrm>
            <a:custGeom>
              <a:avLst/>
              <a:gdLst/>
              <a:ahLst/>
              <a:cxnLst/>
              <a:rect l="l" t="t" r="r" b="b"/>
              <a:pathLst>
                <a:path w="672" h="1770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3" y="69"/>
                    <a:pt x="33" y="117"/>
                    <a:pt x="1" y="202"/>
                  </a:cubicBezTo>
                  <a:lnTo>
                    <a:pt x="1" y="218"/>
                  </a:lnTo>
                  <a:cubicBezTo>
                    <a:pt x="150" y="340"/>
                    <a:pt x="288" y="489"/>
                    <a:pt x="405" y="622"/>
                  </a:cubicBezTo>
                  <a:cubicBezTo>
                    <a:pt x="469" y="691"/>
                    <a:pt x="538" y="760"/>
                    <a:pt x="607" y="824"/>
                  </a:cubicBezTo>
                  <a:cubicBezTo>
                    <a:pt x="623" y="861"/>
                    <a:pt x="639" y="893"/>
                    <a:pt x="639" y="925"/>
                  </a:cubicBezTo>
                  <a:lnTo>
                    <a:pt x="639" y="1329"/>
                  </a:lnTo>
                  <a:lnTo>
                    <a:pt x="639" y="1652"/>
                  </a:lnTo>
                  <a:cubicBezTo>
                    <a:pt x="639" y="1685"/>
                    <a:pt x="623" y="1701"/>
                    <a:pt x="623" y="1717"/>
                  </a:cubicBezTo>
                  <a:cubicBezTo>
                    <a:pt x="623" y="1733"/>
                    <a:pt x="623" y="1733"/>
                    <a:pt x="607" y="1753"/>
                  </a:cubicBezTo>
                  <a:cubicBezTo>
                    <a:pt x="607" y="1753"/>
                    <a:pt x="607" y="1770"/>
                    <a:pt x="623" y="1770"/>
                  </a:cubicBezTo>
                  <a:lnTo>
                    <a:pt x="639" y="1753"/>
                  </a:lnTo>
                  <a:lnTo>
                    <a:pt x="639" y="1733"/>
                  </a:lnTo>
                  <a:cubicBezTo>
                    <a:pt x="655" y="1701"/>
                    <a:pt x="655" y="1685"/>
                    <a:pt x="655" y="1652"/>
                  </a:cubicBezTo>
                  <a:lnTo>
                    <a:pt x="655" y="1329"/>
                  </a:lnTo>
                  <a:cubicBezTo>
                    <a:pt x="655" y="1196"/>
                    <a:pt x="655" y="1063"/>
                    <a:pt x="671" y="925"/>
                  </a:cubicBezTo>
                  <a:cubicBezTo>
                    <a:pt x="671" y="877"/>
                    <a:pt x="655" y="844"/>
                    <a:pt x="623" y="808"/>
                  </a:cubicBezTo>
                  <a:cubicBezTo>
                    <a:pt x="554" y="743"/>
                    <a:pt x="490" y="675"/>
                    <a:pt x="421" y="606"/>
                  </a:cubicBezTo>
                  <a:cubicBezTo>
                    <a:pt x="304" y="473"/>
                    <a:pt x="187" y="319"/>
                    <a:pt x="33" y="202"/>
                  </a:cubicBezTo>
                  <a:cubicBezTo>
                    <a:pt x="49" y="154"/>
                    <a:pt x="86" y="85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1332870" y="3632411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37" y="102"/>
                    <a:pt x="17" y="186"/>
                    <a:pt x="17" y="271"/>
                  </a:cubicBezTo>
                  <a:cubicBezTo>
                    <a:pt x="17" y="320"/>
                    <a:pt x="0" y="356"/>
                    <a:pt x="0" y="388"/>
                  </a:cubicBezTo>
                  <a:lnTo>
                    <a:pt x="0" y="825"/>
                  </a:lnTo>
                  <a:lnTo>
                    <a:pt x="0" y="1010"/>
                  </a:lnTo>
                  <a:cubicBezTo>
                    <a:pt x="0" y="1027"/>
                    <a:pt x="17" y="1027"/>
                    <a:pt x="17" y="1027"/>
                  </a:cubicBezTo>
                  <a:cubicBezTo>
                    <a:pt x="17" y="1027"/>
                    <a:pt x="37" y="1027"/>
                    <a:pt x="37" y="1010"/>
                  </a:cubicBezTo>
                  <a:lnTo>
                    <a:pt x="37" y="825"/>
                  </a:lnTo>
                  <a:lnTo>
                    <a:pt x="37" y="388"/>
                  </a:lnTo>
                  <a:lnTo>
                    <a:pt x="37" y="287"/>
                  </a:lnTo>
                  <a:cubicBezTo>
                    <a:pt x="53" y="186"/>
                    <a:pt x="53" y="102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690833" y="1629820"/>
              <a:ext cx="122170" cy="70322"/>
            </a:xfrm>
            <a:custGeom>
              <a:avLst/>
              <a:gdLst/>
              <a:ahLst/>
              <a:cxnLst/>
              <a:rect l="l" t="t" r="r" b="b"/>
              <a:pathLst>
                <a:path w="1230" h="708" extrusionOk="0">
                  <a:moveTo>
                    <a:pt x="1213" y="1"/>
                  </a:moveTo>
                  <a:cubicBezTo>
                    <a:pt x="1080" y="33"/>
                    <a:pt x="979" y="118"/>
                    <a:pt x="861" y="182"/>
                  </a:cubicBezTo>
                  <a:cubicBezTo>
                    <a:pt x="809" y="203"/>
                    <a:pt x="777" y="235"/>
                    <a:pt x="744" y="251"/>
                  </a:cubicBezTo>
                  <a:cubicBezTo>
                    <a:pt x="558" y="352"/>
                    <a:pt x="389" y="453"/>
                    <a:pt x="219" y="554"/>
                  </a:cubicBezTo>
                  <a:cubicBezTo>
                    <a:pt x="154" y="607"/>
                    <a:pt x="70" y="639"/>
                    <a:pt x="1" y="687"/>
                  </a:cubicBezTo>
                  <a:lnTo>
                    <a:pt x="1" y="708"/>
                  </a:lnTo>
                  <a:lnTo>
                    <a:pt x="17" y="708"/>
                  </a:lnTo>
                  <a:cubicBezTo>
                    <a:pt x="86" y="655"/>
                    <a:pt x="171" y="623"/>
                    <a:pt x="239" y="570"/>
                  </a:cubicBezTo>
                  <a:lnTo>
                    <a:pt x="744" y="267"/>
                  </a:lnTo>
                  <a:cubicBezTo>
                    <a:pt x="793" y="251"/>
                    <a:pt x="825" y="219"/>
                    <a:pt x="878" y="203"/>
                  </a:cubicBezTo>
                  <a:cubicBezTo>
                    <a:pt x="979" y="134"/>
                    <a:pt x="1096" y="65"/>
                    <a:pt x="1213" y="17"/>
                  </a:cubicBezTo>
                  <a:cubicBezTo>
                    <a:pt x="1229" y="17"/>
                    <a:pt x="1229" y="17"/>
                    <a:pt x="12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1137498" y="1786753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86"/>
                    <a:pt x="16" y="356"/>
                    <a:pt x="16" y="521"/>
                  </a:cubicBezTo>
                  <a:lnTo>
                    <a:pt x="16" y="844"/>
                  </a:lnTo>
                  <a:lnTo>
                    <a:pt x="16" y="893"/>
                  </a:lnTo>
                  <a:cubicBezTo>
                    <a:pt x="16" y="925"/>
                    <a:pt x="0" y="978"/>
                    <a:pt x="49" y="1010"/>
                  </a:cubicBezTo>
                  <a:lnTo>
                    <a:pt x="49" y="1026"/>
                  </a:lnTo>
                  <a:lnTo>
                    <a:pt x="65" y="1010"/>
                  </a:lnTo>
                  <a:lnTo>
                    <a:pt x="65" y="994"/>
                  </a:lnTo>
                  <a:cubicBezTo>
                    <a:pt x="32" y="962"/>
                    <a:pt x="32" y="925"/>
                    <a:pt x="32" y="893"/>
                  </a:cubicBezTo>
                  <a:cubicBezTo>
                    <a:pt x="32" y="877"/>
                    <a:pt x="49" y="861"/>
                    <a:pt x="32" y="844"/>
                  </a:cubicBezTo>
                  <a:lnTo>
                    <a:pt x="32" y="521"/>
                  </a:lnTo>
                  <a:cubicBezTo>
                    <a:pt x="49" y="356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1261058" y="3608473"/>
              <a:ext cx="150577" cy="125944"/>
            </a:xfrm>
            <a:custGeom>
              <a:avLst/>
              <a:gdLst/>
              <a:ahLst/>
              <a:cxnLst/>
              <a:rect l="l" t="t" r="r" b="b"/>
              <a:pathLst>
                <a:path w="1516" h="1268" extrusionOk="0">
                  <a:moveTo>
                    <a:pt x="1503" y="0"/>
                  </a:moveTo>
                  <a:cubicBezTo>
                    <a:pt x="1501" y="0"/>
                    <a:pt x="1499" y="2"/>
                    <a:pt x="1499" y="7"/>
                  </a:cubicBezTo>
                  <a:cubicBezTo>
                    <a:pt x="1398" y="23"/>
                    <a:pt x="1297" y="56"/>
                    <a:pt x="1196" y="92"/>
                  </a:cubicBezTo>
                  <a:cubicBezTo>
                    <a:pt x="925" y="157"/>
                    <a:pt x="639" y="242"/>
                    <a:pt x="356" y="326"/>
                  </a:cubicBezTo>
                  <a:cubicBezTo>
                    <a:pt x="336" y="326"/>
                    <a:pt x="303" y="343"/>
                    <a:pt x="287" y="343"/>
                  </a:cubicBezTo>
                  <a:cubicBezTo>
                    <a:pt x="244" y="356"/>
                    <a:pt x="203" y="383"/>
                    <a:pt x="152" y="383"/>
                  </a:cubicBezTo>
                  <a:cubicBezTo>
                    <a:pt x="141" y="383"/>
                    <a:pt x="130" y="382"/>
                    <a:pt x="117" y="379"/>
                  </a:cubicBezTo>
                  <a:cubicBezTo>
                    <a:pt x="85" y="379"/>
                    <a:pt x="69" y="395"/>
                    <a:pt x="53" y="411"/>
                  </a:cubicBezTo>
                  <a:cubicBezTo>
                    <a:pt x="16" y="444"/>
                    <a:pt x="0" y="480"/>
                    <a:pt x="0" y="528"/>
                  </a:cubicBezTo>
                  <a:cubicBezTo>
                    <a:pt x="16" y="698"/>
                    <a:pt x="16" y="884"/>
                    <a:pt x="16" y="1050"/>
                  </a:cubicBezTo>
                  <a:lnTo>
                    <a:pt x="16" y="1251"/>
                  </a:lnTo>
                  <a:lnTo>
                    <a:pt x="16" y="1268"/>
                  </a:lnTo>
                  <a:cubicBezTo>
                    <a:pt x="33" y="1268"/>
                    <a:pt x="33" y="1268"/>
                    <a:pt x="33" y="1251"/>
                  </a:cubicBezTo>
                  <a:lnTo>
                    <a:pt x="33" y="1050"/>
                  </a:lnTo>
                  <a:cubicBezTo>
                    <a:pt x="33" y="884"/>
                    <a:pt x="53" y="698"/>
                    <a:pt x="33" y="528"/>
                  </a:cubicBezTo>
                  <a:cubicBezTo>
                    <a:pt x="33" y="480"/>
                    <a:pt x="53" y="444"/>
                    <a:pt x="69" y="427"/>
                  </a:cubicBezTo>
                  <a:cubicBezTo>
                    <a:pt x="85" y="411"/>
                    <a:pt x="101" y="411"/>
                    <a:pt x="117" y="411"/>
                  </a:cubicBezTo>
                  <a:cubicBezTo>
                    <a:pt x="186" y="411"/>
                    <a:pt x="235" y="395"/>
                    <a:pt x="287" y="379"/>
                  </a:cubicBezTo>
                  <a:cubicBezTo>
                    <a:pt x="319" y="359"/>
                    <a:pt x="336" y="359"/>
                    <a:pt x="372" y="343"/>
                  </a:cubicBezTo>
                  <a:cubicBezTo>
                    <a:pt x="639" y="278"/>
                    <a:pt x="925" y="193"/>
                    <a:pt x="1212" y="108"/>
                  </a:cubicBezTo>
                  <a:cubicBezTo>
                    <a:pt x="1297" y="92"/>
                    <a:pt x="1398" y="56"/>
                    <a:pt x="1499" y="23"/>
                  </a:cubicBezTo>
                  <a:cubicBezTo>
                    <a:pt x="1515" y="23"/>
                    <a:pt x="1515" y="23"/>
                    <a:pt x="1515" y="7"/>
                  </a:cubicBezTo>
                  <a:cubicBezTo>
                    <a:pt x="1515" y="7"/>
                    <a:pt x="1508" y="0"/>
                    <a:pt x="1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1582077" y="3259644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4"/>
                    <a:pt x="16" y="271"/>
                    <a:pt x="16" y="389"/>
                  </a:cubicBezTo>
                  <a:cubicBezTo>
                    <a:pt x="16" y="473"/>
                    <a:pt x="32" y="558"/>
                    <a:pt x="16" y="639"/>
                  </a:cubicBezTo>
                  <a:lnTo>
                    <a:pt x="16" y="675"/>
                  </a:lnTo>
                  <a:cubicBezTo>
                    <a:pt x="32" y="708"/>
                    <a:pt x="32" y="740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0"/>
                    <a:pt x="53" y="708"/>
                    <a:pt x="53" y="675"/>
                  </a:cubicBezTo>
                  <a:lnTo>
                    <a:pt x="53" y="639"/>
                  </a:lnTo>
                  <a:lnTo>
                    <a:pt x="53" y="389"/>
                  </a:lnTo>
                  <a:cubicBezTo>
                    <a:pt x="53" y="271"/>
                    <a:pt x="53" y="134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1924649" y="3010537"/>
              <a:ext cx="127335" cy="235996"/>
            </a:xfrm>
            <a:custGeom>
              <a:avLst/>
              <a:gdLst/>
              <a:ahLst/>
              <a:cxnLst/>
              <a:rect l="l" t="t" r="r" b="b"/>
              <a:pathLst>
                <a:path w="1282" h="2376" extrusionOk="0">
                  <a:moveTo>
                    <a:pt x="17" y="0"/>
                  </a:moveTo>
                  <a:cubicBezTo>
                    <a:pt x="1" y="117"/>
                    <a:pt x="1" y="238"/>
                    <a:pt x="102" y="339"/>
                  </a:cubicBezTo>
                  <a:cubicBezTo>
                    <a:pt x="255" y="521"/>
                    <a:pt x="389" y="707"/>
                    <a:pt x="522" y="877"/>
                  </a:cubicBezTo>
                  <a:cubicBezTo>
                    <a:pt x="591" y="962"/>
                    <a:pt x="643" y="1026"/>
                    <a:pt x="692" y="1095"/>
                  </a:cubicBezTo>
                  <a:cubicBezTo>
                    <a:pt x="744" y="1164"/>
                    <a:pt x="793" y="1228"/>
                    <a:pt x="861" y="1297"/>
                  </a:cubicBezTo>
                  <a:cubicBezTo>
                    <a:pt x="962" y="1430"/>
                    <a:pt x="1080" y="1584"/>
                    <a:pt x="1181" y="1717"/>
                  </a:cubicBezTo>
                  <a:cubicBezTo>
                    <a:pt x="1229" y="1786"/>
                    <a:pt x="1265" y="1854"/>
                    <a:pt x="1249" y="1919"/>
                  </a:cubicBezTo>
                  <a:lnTo>
                    <a:pt x="1249" y="2089"/>
                  </a:lnTo>
                  <a:cubicBezTo>
                    <a:pt x="1249" y="2173"/>
                    <a:pt x="1265" y="2274"/>
                    <a:pt x="1229" y="2359"/>
                  </a:cubicBezTo>
                  <a:cubicBezTo>
                    <a:pt x="1213" y="2359"/>
                    <a:pt x="1229" y="2375"/>
                    <a:pt x="1229" y="2375"/>
                  </a:cubicBezTo>
                  <a:lnTo>
                    <a:pt x="1249" y="2359"/>
                  </a:lnTo>
                  <a:cubicBezTo>
                    <a:pt x="1282" y="2274"/>
                    <a:pt x="1282" y="2173"/>
                    <a:pt x="1282" y="2089"/>
                  </a:cubicBezTo>
                  <a:cubicBezTo>
                    <a:pt x="1282" y="2036"/>
                    <a:pt x="1265" y="1988"/>
                    <a:pt x="1282" y="1919"/>
                  </a:cubicBezTo>
                  <a:cubicBezTo>
                    <a:pt x="1282" y="1834"/>
                    <a:pt x="1265" y="1769"/>
                    <a:pt x="1213" y="1701"/>
                  </a:cubicBezTo>
                  <a:cubicBezTo>
                    <a:pt x="1096" y="1567"/>
                    <a:pt x="979" y="1414"/>
                    <a:pt x="878" y="1281"/>
                  </a:cubicBezTo>
                  <a:cubicBezTo>
                    <a:pt x="825" y="1212"/>
                    <a:pt x="777" y="1147"/>
                    <a:pt x="724" y="1079"/>
                  </a:cubicBezTo>
                  <a:cubicBezTo>
                    <a:pt x="659" y="1010"/>
                    <a:pt x="607" y="945"/>
                    <a:pt x="558" y="861"/>
                  </a:cubicBezTo>
                  <a:cubicBezTo>
                    <a:pt x="405" y="691"/>
                    <a:pt x="272" y="505"/>
                    <a:pt x="118" y="319"/>
                  </a:cubicBezTo>
                  <a:cubicBezTo>
                    <a:pt x="17" y="218"/>
                    <a:pt x="17" y="117"/>
                    <a:pt x="53" y="16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1735732" y="3570630"/>
              <a:ext cx="98828" cy="163787"/>
            </a:xfrm>
            <a:custGeom>
              <a:avLst/>
              <a:gdLst/>
              <a:ahLst/>
              <a:cxnLst/>
              <a:rect l="l" t="t" r="r" b="b"/>
              <a:pathLst>
                <a:path w="995" h="1649" extrusionOk="0">
                  <a:moveTo>
                    <a:pt x="53" y="0"/>
                  </a:moveTo>
                  <a:cubicBezTo>
                    <a:pt x="37" y="0"/>
                    <a:pt x="37" y="0"/>
                    <a:pt x="37" y="17"/>
                  </a:cubicBezTo>
                  <a:cubicBezTo>
                    <a:pt x="0" y="271"/>
                    <a:pt x="0" y="522"/>
                    <a:pt x="0" y="724"/>
                  </a:cubicBezTo>
                  <a:cubicBezTo>
                    <a:pt x="0" y="776"/>
                    <a:pt x="20" y="808"/>
                    <a:pt x="69" y="841"/>
                  </a:cubicBezTo>
                  <a:cubicBezTo>
                    <a:pt x="271" y="1027"/>
                    <a:pt x="489" y="1229"/>
                    <a:pt x="691" y="1414"/>
                  </a:cubicBezTo>
                  <a:cubicBezTo>
                    <a:pt x="776" y="1483"/>
                    <a:pt x="845" y="1548"/>
                    <a:pt x="893" y="1616"/>
                  </a:cubicBezTo>
                  <a:cubicBezTo>
                    <a:pt x="929" y="1649"/>
                    <a:pt x="946" y="1649"/>
                    <a:pt x="962" y="1649"/>
                  </a:cubicBezTo>
                  <a:lnTo>
                    <a:pt x="978" y="1649"/>
                  </a:lnTo>
                  <a:cubicBezTo>
                    <a:pt x="978" y="1649"/>
                    <a:pt x="994" y="1649"/>
                    <a:pt x="994" y="1632"/>
                  </a:cubicBezTo>
                  <a:lnTo>
                    <a:pt x="978" y="1616"/>
                  </a:lnTo>
                  <a:cubicBezTo>
                    <a:pt x="946" y="1616"/>
                    <a:pt x="929" y="1616"/>
                    <a:pt x="909" y="1600"/>
                  </a:cubicBezTo>
                  <a:cubicBezTo>
                    <a:pt x="861" y="1531"/>
                    <a:pt x="792" y="1467"/>
                    <a:pt x="707" y="1398"/>
                  </a:cubicBezTo>
                  <a:cubicBezTo>
                    <a:pt x="505" y="1212"/>
                    <a:pt x="287" y="1010"/>
                    <a:pt x="85" y="825"/>
                  </a:cubicBezTo>
                  <a:cubicBezTo>
                    <a:pt x="53" y="808"/>
                    <a:pt x="37" y="776"/>
                    <a:pt x="37" y="724"/>
                  </a:cubicBezTo>
                  <a:cubicBezTo>
                    <a:pt x="37" y="522"/>
                    <a:pt x="37" y="271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1416701" y="1611346"/>
              <a:ext cx="81943" cy="249306"/>
            </a:xfrm>
            <a:custGeom>
              <a:avLst/>
              <a:gdLst/>
              <a:ahLst/>
              <a:cxnLst/>
              <a:rect l="l" t="t" r="r" b="b"/>
              <a:pathLst>
                <a:path w="825" h="2510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49" y="33"/>
                    <a:pt x="65" y="49"/>
                    <a:pt x="82" y="86"/>
                  </a:cubicBezTo>
                  <a:lnTo>
                    <a:pt x="102" y="102"/>
                  </a:lnTo>
                  <a:cubicBezTo>
                    <a:pt x="284" y="405"/>
                    <a:pt x="469" y="692"/>
                    <a:pt x="655" y="974"/>
                  </a:cubicBezTo>
                  <a:lnTo>
                    <a:pt x="788" y="1213"/>
                  </a:lnTo>
                  <a:lnTo>
                    <a:pt x="788" y="2340"/>
                  </a:lnTo>
                  <a:lnTo>
                    <a:pt x="788" y="2372"/>
                  </a:lnTo>
                  <a:cubicBezTo>
                    <a:pt x="788" y="2388"/>
                    <a:pt x="809" y="2408"/>
                    <a:pt x="788" y="2425"/>
                  </a:cubicBezTo>
                  <a:cubicBezTo>
                    <a:pt x="788" y="2441"/>
                    <a:pt x="788" y="2441"/>
                    <a:pt x="772" y="2457"/>
                  </a:cubicBezTo>
                  <a:lnTo>
                    <a:pt x="772" y="2489"/>
                  </a:lnTo>
                  <a:lnTo>
                    <a:pt x="772" y="2509"/>
                  </a:lnTo>
                  <a:lnTo>
                    <a:pt x="788" y="2509"/>
                  </a:lnTo>
                  <a:lnTo>
                    <a:pt x="788" y="2489"/>
                  </a:lnTo>
                  <a:lnTo>
                    <a:pt x="809" y="2473"/>
                  </a:lnTo>
                  <a:cubicBezTo>
                    <a:pt x="809" y="2457"/>
                    <a:pt x="825" y="2441"/>
                    <a:pt x="825" y="2425"/>
                  </a:cubicBezTo>
                  <a:lnTo>
                    <a:pt x="825" y="2356"/>
                  </a:lnTo>
                  <a:lnTo>
                    <a:pt x="825" y="2340"/>
                  </a:lnTo>
                  <a:lnTo>
                    <a:pt x="825" y="1213"/>
                  </a:lnTo>
                  <a:lnTo>
                    <a:pt x="825" y="1196"/>
                  </a:lnTo>
                  <a:lnTo>
                    <a:pt x="671" y="958"/>
                  </a:lnTo>
                  <a:cubicBezTo>
                    <a:pt x="485" y="671"/>
                    <a:pt x="304" y="389"/>
                    <a:pt x="118" y="86"/>
                  </a:cubicBezTo>
                  <a:lnTo>
                    <a:pt x="102" y="65"/>
                  </a:lnTo>
                  <a:cubicBezTo>
                    <a:pt x="82" y="33"/>
                    <a:pt x="65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941629" y="1711664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34"/>
                    <a:pt x="17" y="251"/>
                    <a:pt x="17" y="352"/>
                  </a:cubicBezTo>
                  <a:lnTo>
                    <a:pt x="17" y="538"/>
                  </a:lnTo>
                  <a:lnTo>
                    <a:pt x="17" y="857"/>
                  </a:lnTo>
                  <a:lnTo>
                    <a:pt x="17" y="1011"/>
                  </a:lnTo>
                  <a:lnTo>
                    <a:pt x="17" y="1027"/>
                  </a:lnTo>
                  <a:cubicBezTo>
                    <a:pt x="37" y="1027"/>
                    <a:pt x="37" y="1011"/>
                    <a:pt x="37" y="1011"/>
                  </a:cubicBezTo>
                  <a:lnTo>
                    <a:pt x="37" y="857"/>
                  </a:lnTo>
                  <a:lnTo>
                    <a:pt x="37" y="538"/>
                  </a:lnTo>
                  <a:lnTo>
                    <a:pt x="37" y="352"/>
                  </a:lnTo>
                  <a:cubicBezTo>
                    <a:pt x="37" y="251"/>
                    <a:pt x="53" y="134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1332870" y="3453427"/>
              <a:ext cx="5264" cy="100418"/>
            </a:xfrm>
            <a:custGeom>
              <a:avLst/>
              <a:gdLst/>
              <a:ahLst/>
              <a:cxnLst/>
              <a:rect l="l" t="t" r="r" b="b"/>
              <a:pathLst>
                <a:path w="53" h="1011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38"/>
                    <a:pt x="17" y="255"/>
                    <a:pt x="17" y="356"/>
                  </a:cubicBezTo>
                  <a:lnTo>
                    <a:pt x="17" y="542"/>
                  </a:lnTo>
                  <a:lnTo>
                    <a:pt x="17" y="861"/>
                  </a:lnTo>
                  <a:lnTo>
                    <a:pt x="17" y="1011"/>
                  </a:lnTo>
                  <a:lnTo>
                    <a:pt x="53" y="1011"/>
                  </a:lnTo>
                  <a:lnTo>
                    <a:pt x="53" y="861"/>
                  </a:lnTo>
                  <a:lnTo>
                    <a:pt x="53" y="542"/>
                  </a:lnTo>
                  <a:cubicBezTo>
                    <a:pt x="37" y="474"/>
                    <a:pt x="53" y="425"/>
                    <a:pt x="53" y="356"/>
                  </a:cubicBezTo>
                  <a:cubicBezTo>
                    <a:pt x="53" y="255"/>
                    <a:pt x="53" y="138"/>
                    <a:pt x="37" y="21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669181" y="2450344"/>
              <a:ext cx="150577" cy="180672"/>
            </a:xfrm>
            <a:custGeom>
              <a:avLst/>
              <a:gdLst/>
              <a:ahLst/>
              <a:cxnLst/>
              <a:rect l="l" t="t" r="r" b="b"/>
              <a:pathLst>
                <a:path w="1516" h="1819" extrusionOk="0">
                  <a:moveTo>
                    <a:pt x="1467" y="1"/>
                  </a:moveTo>
                  <a:lnTo>
                    <a:pt x="1467" y="21"/>
                  </a:lnTo>
                  <a:cubicBezTo>
                    <a:pt x="1483" y="37"/>
                    <a:pt x="1483" y="69"/>
                    <a:pt x="1483" y="102"/>
                  </a:cubicBezTo>
                  <a:lnTo>
                    <a:pt x="1483" y="122"/>
                  </a:lnTo>
                  <a:lnTo>
                    <a:pt x="1483" y="388"/>
                  </a:lnTo>
                  <a:lnTo>
                    <a:pt x="1483" y="978"/>
                  </a:lnTo>
                  <a:cubicBezTo>
                    <a:pt x="1483" y="1079"/>
                    <a:pt x="1467" y="1112"/>
                    <a:pt x="1382" y="1148"/>
                  </a:cubicBezTo>
                  <a:cubicBezTo>
                    <a:pt x="1027" y="1297"/>
                    <a:pt x="692" y="1467"/>
                    <a:pt x="372" y="1617"/>
                  </a:cubicBezTo>
                  <a:cubicBezTo>
                    <a:pt x="255" y="1669"/>
                    <a:pt x="134" y="1738"/>
                    <a:pt x="17" y="1786"/>
                  </a:cubicBezTo>
                  <a:lnTo>
                    <a:pt x="1" y="1802"/>
                  </a:lnTo>
                  <a:lnTo>
                    <a:pt x="1" y="1819"/>
                  </a:lnTo>
                  <a:lnTo>
                    <a:pt x="33" y="1819"/>
                  </a:lnTo>
                  <a:lnTo>
                    <a:pt x="33" y="1802"/>
                  </a:lnTo>
                  <a:cubicBezTo>
                    <a:pt x="154" y="1754"/>
                    <a:pt x="271" y="1701"/>
                    <a:pt x="372" y="1653"/>
                  </a:cubicBezTo>
                  <a:cubicBezTo>
                    <a:pt x="708" y="1483"/>
                    <a:pt x="1043" y="1334"/>
                    <a:pt x="1382" y="1180"/>
                  </a:cubicBezTo>
                  <a:cubicBezTo>
                    <a:pt x="1483" y="1132"/>
                    <a:pt x="1516" y="1095"/>
                    <a:pt x="1516" y="978"/>
                  </a:cubicBezTo>
                  <a:lnTo>
                    <a:pt x="1516" y="388"/>
                  </a:lnTo>
                  <a:lnTo>
                    <a:pt x="1516" y="122"/>
                  </a:lnTo>
                  <a:lnTo>
                    <a:pt x="1516" y="102"/>
                  </a:lnTo>
                  <a:cubicBezTo>
                    <a:pt x="1516" y="69"/>
                    <a:pt x="1516" y="37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669181" y="1452922"/>
              <a:ext cx="142134" cy="187029"/>
            </a:xfrm>
            <a:custGeom>
              <a:avLst/>
              <a:gdLst/>
              <a:ahLst/>
              <a:cxnLst/>
              <a:rect l="l" t="t" r="r" b="b"/>
              <a:pathLst>
                <a:path w="1431" h="1883" extrusionOk="0">
                  <a:moveTo>
                    <a:pt x="1423" y="0"/>
                  </a:moveTo>
                  <a:cubicBezTo>
                    <a:pt x="1419" y="0"/>
                    <a:pt x="1415" y="4"/>
                    <a:pt x="1415" y="12"/>
                  </a:cubicBezTo>
                  <a:lnTo>
                    <a:pt x="1346" y="44"/>
                  </a:lnTo>
                  <a:cubicBezTo>
                    <a:pt x="1011" y="246"/>
                    <a:pt x="675" y="469"/>
                    <a:pt x="336" y="671"/>
                  </a:cubicBezTo>
                  <a:cubicBezTo>
                    <a:pt x="320" y="671"/>
                    <a:pt x="320" y="687"/>
                    <a:pt x="320" y="687"/>
                  </a:cubicBezTo>
                  <a:lnTo>
                    <a:pt x="304" y="687"/>
                  </a:lnTo>
                  <a:cubicBezTo>
                    <a:pt x="17" y="772"/>
                    <a:pt x="1" y="990"/>
                    <a:pt x="17" y="1192"/>
                  </a:cubicBezTo>
                  <a:cubicBezTo>
                    <a:pt x="33" y="1309"/>
                    <a:pt x="33" y="1442"/>
                    <a:pt x="33" y="1559"/>
                  </a:cubicBezTo>
                  <a:lnTo>
                    <a:pt x="33" y="1729"/>
                  </a:lnTo>
                  <a:lnTo>
                    <a:pt x="33" y="1761"/>
                  </a:lnTo>
                  <a:cubicBezTo>
                    <a:pt x="17" y="1798"/>
                    <a:pt x="17" y="1846"/>
                    <a:pt x="53" y="1883"/>
                  </a:cubicBezTo>
                  <a:lnTo>
                    <a:pt x="70" y="1883"/>
                  </a:lnTo>
                  <a:lnTo>
                    <a:pt x="70" y="1862"/>
                  </a:lnTo>
                  <a:cubicBezTo>
                    <a:pt x="53" y="1830"/>
                    <a:pt x="53" y="1798"/>
                    <a:pt x="53" y="1761"/>
                  </a:cubicBezTo>
                  <a:lnTo>
                    <a:pt x="53" y="1729"/>
                  </a:lnTo>
                  <a:lnTo>
                    <a:pt x="53" y="1559"/>
                  </a:lnTo>
                  <a:cubicBezTo>
                    <a:pt x="53" y="1442"/>
                    <a:pt x="70" y="1309"/>
                    <a:pt x="53" y="1192"/>
                  </a:cubicBezTo>
                  <a:cubicBezTo>
                    <a:pt x="17" y="921"/>
                    <a:pt x="102" y="788"/>
                    <a:pt x="320" y="719"/>
                  </a:cubicBezTo>
                  <a:lnTo>
                    <a:pt x="336" y="703"/>
                  </a:lnTo>
                  <a:lnTo>
                    <a:pt x="336" y="687"/>
                  </a:lnTo>
                  <a:cubicBezTo>
                    <a:pt x="692" y="485"/>
                    <a:pt x="1027" y="267"/>
                    <a:pt x="1366" y="65"/>
                  </a:cubicBezTo>
                  <a:lnTo>
                    <a:pt x="1431" y="28"/>
                  </a:lnTo>
                  <a:lnTo>
                    <a:pt x="1431" y="12"/>
                  </a:lnTo>
                  <a:cubicBezTo>
                    <a:pt x="1431" y="4"/>
                    <a:pt x="1427" y="0"/>
                    <a:pt x="14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1443220" y="2771362"/>
              <a:ext cx="5264" cy="77176"/>
            </a:xfrm>
            <a:custGeom>
              <a:avLst/>
              <a:gdLst/>
              <a:ahLst/>
              <a:cxnLst/>
              <a:rect l="l" t="t" r="r" b="b"/>
              <a:pathLst>
                <a:path w="53" h="777" extrusionOk="0">
                  <a:moveTo>
                    <a:pt x="37" y="0"/>
                  </a:moveTo>
                  <a:cubicBezTo>
                    <a:pt x="17" y="138"/>
                    <a:pt x="17" y="271"/>
                    <a:pt x="17" y="388"/>
                  </a:cubicBezTo>
                  <a:lnTo>
                    <a:pt x="17" y="627"/>
                  </a:lnTo>
                  <a:lnTo>
                    <a:pt x="17" y="675"/>
                  </a:lnTo>
                  <a:cubicBezTo>
                    <a:pt x="17" y="707"/>
                    <a:pt x="17" y="728"/>
                    <a:pt x="0" y="760"/>
                  </a:cubicBezTo>
                  <a:lnTo>
                    <a:pt x="0" y="776"/>
                  </a:lnTo>
                  <a:lnTo>
                    <a:pt x="37" y="776"/>
                  </a:lnTo>
                  <a:cubicBezTo>
                    <a:pt x="53" y="744"/>
                    <a:pt x="53" y="707"/>
                    <a:pt x="53" y="675"/>
                  </a:cubicBezTo>
                  <a:cubicBezTo>
                    <a:pt x="37" y="659"/>
                    <a:pt x="37" y="643"/>
                    <a:pt x="37" y="627"/>
                  </a:cubicBezTo>
                  <a:cubicBezTo>
                    <a:pt x="53" y="558"/>
                    <a:pt x="53" y="473"/>
                    <a:pt x="37" y="388"/>
                  </a:cubicBezTo>
                  <a:cubicBezTo>
                    <a:pt x="37" y="271"/>
                    <a:pt x="37" y="138"/>
                    <a:pt x="53" y="21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1735732" y="3385290"/>
              <a:ext cx="154152" cy="244042"/>
            </a:xfrm>
            <a:custGeom>
              <a:avLst/>
              <a:gdLst/>
              <a:ahLst/>
              <a:cxnLst/>
              <a:rect l="l" t="t" r="r" b="b"/>
              <a:pathLst>
                <a:path w="1552" h="2457" extrusionOk="0">
                  <a:moveTo>
                    <a:pt x="53" y="0"/>
                  </a:moveTo>
                  <a:cubicBezTo>
                    <a:pt x="0" y="133"/>
                    <a:pt x="0" y="218"/>
                    <a:pt x="121" y="335"/>
                  </a:cubicBezTo>
                  <a:cubicBezTo>
                    <a:pt x="457" y="638"/>
                    <a:pt x="776" y="974"/>
                    <a:pt x="1095" y="1293"/>
                  </a:cubicBezTo>
                  <a:cubicBezTo>
                    <a:pt x="1212" y="1430"/>
                    <a:pt x="1350" y="1547"/>
                    <a:pt x="1467" y="1681"/>
                  </a:cubicBezTo>
                  <a:cubicBezTo>
                    <a:pt x="1499" y="1697"/>
                    <a:pt x="1515" y="1733"/>
                    <a:pt x="1515" y="1765"/>
                  </a:cubicBezTo>
                  <a:lnTo>
                    <a:pt x="1515" y="2020"/>
                  </a:lnTo>
                  <a:lnTo>
                    <a:pt x="1515" y="2323"/>
                  </a:lnTo>
                  <a:cubicBezTo>
                    <a:pt x="1515" y="2355"/>
                    <a:pt x="1499" y="2371"/>
                    <a:pt x="1499" y="2388"/>
                  </a:cubicBezTo>
                  <a:cubicBezTo>
                    <a:pt x="1483" y="2404"/>
                    <a:pt x="1483" y="2424"/>
                    <a:pt x="1483" y="2440"/>
                  </a:cubicBezTo>
                  <a:cubicBezTo>
                    <a:pt x="1467" y="2440"/>
                    <a:pt x="1483" y="2440"/>
                    <a:pt x="1483" y="2456"/>
                  </a:cubicBezTo>
                  <a:lnTo>
                    <a:pt x="1499" y="2440"/>
                  </a:lnTo>
                  <a:cubicBezTo>
                    <a:pt x="1499" y="2424"/>
                    <a:pt x="1515" y="2424"/>
                    <a:pt x="1515" y="2404"/>
                  </a:cubicBezTo>
                  <a:cubicBezTo>
                    <a:pt x="1535" y="2388"/>
                    <a:pt x="1535" y="2355"/>
                    <a:pt x="1535" y="2323"/>
                  </a:cubicBezTo>
                  <a:cubicBezTo>
                    <a:pt x="1552" y="2222"/>
                    <a:pt x="1552" y="2121"/>
                    <a:pt x="1552" y="2020"/>
                  </a:cubicBezTo>
                  <a:lnTo>
                    <a:pt x="1552" y="1765"/>
                  </a:lnTo>
                  <a:cubicBezTo>
                    <a:pt x="1552" y="1717"/>
                    <a:pt x="1515" y="1681"/>
                    <a:pt x="1483" y="1648"/>
                  </a:cubicBezTo>
                  <a:cubicBezTo>
                    <a:pt x="1366" y="1531"/>
                    <a:pt x="1232" y="1414"/>
                    <a:pt x="1111" y="1277"/>
                  </a:cubicBezTo>
                  <a:cubicBezTo>
                    <a:pt x="792" y="958"/>
                    <a:pt x="473" y="622"/>
                    <a:pt x="138" y="319"/>
                  </a:cubicBezTo>
                  <a:cubicBezTo>
                    <a:pt x="37" y="202"/>
                    <a:pt x="37" y="133"/>
                    <a:pt x="69" y="16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1413125" y="1194876"/>
              <a:ext cx="88797" cy="306219"/>
            </a:xfrm>
            <a:custGeom>
              <a:avLst/>
              <a:gdLst/>
              <a:ahLst/>
              <a:cxnLst/>
              <a:rect l="l" t="t" r="r" b="b"/>
              <a:pathLst>
                <a:path w="894" h="3083" extrusionOk="0">
                  <a:moveTo>
                    <a:pt x="37" y="1"/>
                  </a:moveTo>
                  <a:lnTo>
                    <a:pt x="17" y="17"/>
                  </a:lnTo>
                  <a:cubicBezTo>
                    <a:pt x="0" y="287"/>
                    <a:pt x="53" y="506"/>
                    <a:pt x="202" y="707"/>
                  </a:cubicBezTo>
                  <a:cubicBezTo>
                    <a:pt x="356" y="909"/>
                    <a:pt x="473" y="1128"/>
                    <a:pt x="590" y="1350"/>
                  </a:cubicBezTo>
                  <a:cubicBezTo>
                    <a:pt x="643" y="1467"/>
                    <a:pt x="707" y="1584"/>
                    <a:pt x="776" y="1701"/>
                  </a:cubicBezTo>
                  <a:cubicBezTo>
                    <a:pt x="824" y="1770"/>
                    <a:pt x="824" y="1818"/>
                    <a:pt x="824" y="1887"/>
                  </a:cubicBezTo>
                  <a:lnTo>
                    <a:pt x="824" y="2174"/>
                  </a:lnTo>
                  <a:cubicBezTo>
                    <a:pt x="824" y="2360"/>
                    <a:pt x="845" y="2542"/>
                    <a:pt x="824" y="2727"/>
                  </a:cubicBezTo>
                  <a:lnTo>
                    <a:pt x="824" y="2796"/>
                  </a:lnTo>
                  <a:cubicBezTo>
                    <a:pt x="824" y="2897"/>
                    <a:pt x="808" y="2982"/>
                    <a:pt x="861" y="3083"/>
                  </a:cubicBezTo>
                  <a:lnTo>
                    <a:pt x="877" y="3083"/>
                  </a:lnTo>
                  <a:cubicBezTo>
                    <a:pt x="893" y="3083"/>
                    <a:pt x="893" y="3083"/>
                    <a:pt x="877" y="3067"/>
                  </a:cubicBezTo>
                  <a:cubicBezTo>
                    <a:pt x="845" y="2982"/>
                    <a:pt x="845" y="2897"/>
                    <a:pt x="861" y="2796"/>
                  </a:cubicBezTo>
                  <a:lnTo>
                    <a:pt x="861" y="2743"/>
                  </a:lnTo>
                  <a:lnTo>
                    <a:pt x="861" y="2174"/>
                  </a:lnTo>
                  <a:lnTo>
                    <a:pt x="861" y="1887"/>
                  </a:lnTo>
                  <a:cubicBezTo>
                    <a:pt x="861" y="1818"/>
                    <a:pt x="845" y="1754"/>
                    <a:pt x="808" y="1685"/>
                  </a:cubicBezTo>
                  <a:cubicBezTo>
                    <a:pt x="744" y="1568"/>
                    <a:pt x="675" y="1451"/>
                    <a:pt x="606" y="1330"/>
                  </a:cubicBezTo>
                  <a:cubicBezTo>
                    <a:pt x="489" y="1111"/>
                    <a:pt x="372" y="893"/>
                    <a:pt x="219" y="691"/>
                  </a:cubicBezTo>
                  <a:cubicBezTo>
                    <a:pt x="85" y="489"/>
                    <a:pt x="37" y="287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869817" y="2634492"/>
              <a:ext cx="336314" cy="224077"/>
            </a:xfrm>
            <a:custGeom>
              <a:avLst/>
              <a:gdLst/>
              <a:ahLst/>
              <a:cxnLst/>
              <a:rect l="l" t="t" r="r" b="b"/>
              <a:pathLst>
                <a:path w="3386" h="2256" extrusionOk="0">
                  <a:moveTo>
                    <a:pt x="3366" y="1"/>
                  </a:moveTo>
                  <a:cubicBezTo>
                    <a:pt x="3047" y="118"/>
                    <a:pt x="2711" y="268"/>
                    <a:pt x="2291" y="453"/>
                  </a:cubicBezTo>
                  <a:cubicBezTo>
                    <a:pt x="1952" y="607"/>
                    <a:pt x="1617" y="740"/>
                    <a:pt x="1281" y="873"/>
                  </a:cubicBezTo>
                  <a:lnTo>
                    <a:pt x="1128" y="942"/>
                  </a:lnTo>
                  <a:cubicBezTo>
                    <a:pt x="893" y="1043"/>
                    <a:pt x="659" y="1144"/>
                    <a:pt x="421" y="1229"/>
                  </a:cubicBezTo>
                  <a:cubicBezTo>
                    <a:pt x="320" y="1277"/>
                    <a:pt x="203" y="1330"/>
                    <a:pt x="85" y="1378"/>
                  </a:cubicBezTo>
                  <a:cubicBezTo>
                    <a:pt x="53" y="1399"/>
                    <a:pt x="1" y="1415"/>
                    <a:pt x="1" y="1479"/>
                  </a:cubicBezTo>
                  <a:lnTo>
                    <a:pt x="1" y="1867"/>
                  </a:lnTo>
                  <a:lnTo>
                    <a:pt x="1" y="2207"/>
                  </a:lnTo>
                  <a:cubicBezTo>
                    <a:pt x="1" y="2223"/>
                    <a:pt x="17" y="2223"/>
                    <a:pt x="33" y="2239"/>
                  </a:cubicBezTo>
                  <a:lnTo>
                    <a:pt x="33" y="2255"/>
                  </a:lnTo>
                  <a:lnTo>
                    <a:pt x="53" y="2255"/>
                  </a:lnTo>
                  <a:cubicBezTo>
                    <a:pt x="69" y="2239"/>
                    <a:pt x="69" y="2239"/>
                    <a:pt x="53" y="2239"/>
                  </a:cubicBezTo>
                  <a:lnTo>
                    <a:pt x="53" y="2223"/>
                  </a:lnTo>
                  <a:lnTo>
                    <a:pt x="33" y="2207"/>
                  </a:lnTo>
                  <a:lnTo>
                    <a:pt x="33" y="1867"/>
                  </a:lnTo>
                  <a:lnTo>
                    <a:pt x="33" y="1479"/>
                  </a:lnTo>
                  <a:cubicBezTo>
                    <a:pt x="33" y="1447"/>
                    <a:pt x="53" y="1415"/>
                    <a:pt x="85" y="1399"/>
                  </a:cubicBezTo>
                  <a:cubicBezTo>
                    <a:pt x="203" y="1346"/>
                    <a:pt x="320" y="1314"/>
                    <a:pt x="437" y="1261"/>
                  </a:cubicBezTo>
                  <a:cubicBezTo>
                    <a:pt x="675" y="1160"/>
                    <a:pt x="910" y="1059"/>
                    <a:pt x="1144" y="974"/>
                  </a:cubicBezTo>
                  <a:lnTo>
                    <a:pt x="1297" y="910"/>
                  </a:lnTo>
                  <a:cubicBezTo>
                    <a:pt x="1617" y="772"/>
                    <a:pt x="1972" y="623"/>
                    <a:pt x="2291" y="490"/>
                  </a:cubicBezTo>
                  <a:cubicBezTo>
                    <a:pt x="2727" y="288"/>
                    <a:pt x="3063" y="150"/>
                    <a:pt x="3366" y="17"/>
                  </a:cubicBezTo>
                  <a:cubicBezTo>
                    <a:pt x="3386" y="17"/>
                    <a:pt x="3386" y="17"/>
                    <a:pt x="3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1923059" y="3418564"/>
              <a:ext cx="147398" cy="245631"/>
            </a:xfrm>
            <a:custGeom>
              <a:avLst/>
              <a:gdLst/>
              <a:ahLst/>
              <a:cxnLst/>
              <a:rect l="l" t="t" r="r" b="b"/>
              <a:pathLst>
                <a:path w="1484" h="2473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18"/>
                    <a:pt x="86" y="186"/>
                    <a:pt x="154" y="251"/>
                  </a:cubicBezTo>
                  <a:cubicBezTo>
                    <a:pt x="457" y="574"/>
                    <a:pt x="740" y="877"/>
                    <a:pt x="1027" y="1196"/>
                  </a:cubicBezTo>
                  <a:cubicBezTo>
                    <a:pt x="1128" y="1297"/>
                    <a:pt x="1229" y="1414"/>
                    <a:pt x="1330" y="1515"/>
                  </a:cubicBezTo>
                  <a:cubicBezTo>
                    <a:pt x="1415" y="1600"/>
                    <a:pt x="1447" y="1685"/>
                    <a:pt x="1447" y="1802"/>
                  </a:cubicBezTo>
                  <a:cubicBezTo>
                    <a:pt x="1431" y="1919"/>
                    <a:pt x="1431" y="2036"/>
                    <a:pt x="1431" y="2154"/>
                  </a:cubicBezTo>
                  <a:cubicBezTo>
                    <a:pt x="1431" y="2206"/>
                    <a:pt x="1447" y="2271"/>
                    <a:pt x="1431" y="2323"/>
                  </a:cubicBezTo>
                  <a:cubicBezTo>
                    <a:pt x="1431" y="2339"/>
                    <a:pt x="1447" y="2356"/>
                    <a:pt x="1447" y="2356"/>
                  </a:cubicBezTo>
                  <a:cubicBezTo>
                    <a:pt x="1447" y="2392"/>
                    <a:pt x="1447" y="2424"/>
                    <a:pt x="1415" y="2457"/>
                  </a:cubicBezTo>
                  <a:lnTo>
                    <a:pt x="1415" y="2473"/>
                  </a:lnTo>
                  <a:lnTo>
                    <a:pt x="1431" y="2473"/>
                  </a:lnTo>
                  <a:cubicBezTo>
                    <a:pt x="1467" y="2440"/>
                    <a:pt x="1467" y="2392"/>
                    <a:pt x="1467" y="2356"/>
                  </a:cubicBezTo>
                  <a:lnTo>
                    <a:pt x="1467" y="2323"/>
                  </a:lnTo>
                  <a:lnTo>
                    <a:pt x="1467" y="2154"/>
                  </a:lnTo>
                  <a:lnTo>
                    <a:pt x="1467" y="1802"/>
                  </a:lnTo>
                  <a:cubicBezTo>
                    <a:pt x="1483" y="1685"/>
                    <a:pt x="1431" y="1584"/>
                    <a:pt x="1346" y="1499"/>
                  </a:cubicBezTo>
                  <a:cubicBezTo>
                    <a:pt x="1245" y="1382"/>
                    <a:pt x="1144" y="1281"/>
                    <a:pt x="1043" y="1180"/>
                  </a:cubicBezTo>
                  <a:cubicBezTo>
                    <a:pt x="760" y="857"/>
                    <a:pt x="473" y="554"/>
                    <a:pt x="187" y="235"/>
                  </a:cubicBezTo>
                  <a:cubicBezTo>
                    <a:pt x="118" y="170"/>
                    <a:pt x="53" y="101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1732455" y="3231138"/>
              <a:ext cx="159019" cy="250895"/>
            </a:xfrm>
            <a:custGeom>
              <a:avLst/>
              <a:gdLst/>
              <a:ahLst/>
              <a:cxnLst/>
              <a:rect l="l" t="t" r="r" b="b"/>
              <a:pathLst>
                <a:path w="1601" h="2526" extrusionOk="0">
                  <a:moveTo>
                    <a:pt x="102" y="1"/>
                  </a:moveTo>
                  <a:cubicBezTo>
                    <a:pt x="86" y="1"/>
                    <a:pt x="86" y="1"/>
                    <a:pt x="86" y="17"/>
                  </a:cubicBezTo>
                  <a:cubicBezTo>
                    <a:pt x="53" y="86"/>
                    <a:pt x="1" y="203"/>
                    <a:pt x="102" y="288"/>
                  </a:cubicBezTo>
                  <a:cubicBezTo>
                    <a:pt x="288" y="474"/>
                    <a:pt x="474" y="676"/>
                    <a:pt x="639" y="861"/>
                  </a:cubicBezTo>
                  <a:cubicBezTo>
                    <a:pt x="861" y="1096"/>
                    <a:pt x="1063" y="1330"/>
                    <a:pt x="1282" y="1532"/>
                  </a:cubicBezTo>
                  <a:cubicBezTo>
                    <a:pt x="1500" y="1734"/>
                    <a:pt x="1568" y="1956"/>
                    <a:pt x="1532" y="2239"/>
                  </a:cubicBezTo>
                  <a:lnTo>
                    <a:pt x="1532" y="2259"/>
                  </a:lnTo>
                  <a:lnTo>
                    <a:pt x="1532" y="2360"/>
                  </a:lnTo>
                  <a:cubicBezTo>
                    <a:pt x="1548" y="2392"/>
                    <a:pt x="1532" y="2425"/>
                    <a:pt x="1532" y="2461"/>
                  </a:cubicBezTo>
                  <a:cubicBezTo>
                    <a:pt x="1516" y="2477"/>
                    <a:pt x="1516" y="2493"/>
                    <a:pt x="1516" y="2510"/>
                  </a:cubicBezTo>
                  <a:cubicBezTo>
                    <a:pt x="1500" y="2526"/>
                    <a:pt x="1516" y="2526"/>
                    <a:pt x="1516" y="2526"/>
                  </a:cubicBezTo>
                  <a:lnTo>
                    <a:pt x="1532" y="2526"/>
                  </a:lnTo>
                  <a:cubicBezTo>
                    <a:pt x="1532" y="2510"/>
                    <a:pt x="1548" y="2493"/>
                    <a:pt x="1548" y="2477"/>
                  </a:cubicBezTo>
                  <a:cubicBezTo>
                    <a:pt x="1568" y="2441"/>
                    <a:pt x="1585" y="2392"/>
                    <a:pt x="1568" y="2340"/>
                  </a:cubicBezTo>
                  <a:cubicBezTo>
                    <a:pt x="1548" y="2324"/>
                    <a:pt x="1548" y="2291"/>
                    <a:pt x="1568" y="2259"/>
                  </a:cubicBezTo>
                  <a:lnTo>
                    <a:pt x="1568" y="2239"/>
                  </a:lnTo>
                  <a:cubicBezTo>
                    <a:pt x="1601" y="1956"/>
                    <a:pt x="1516" y="1718"/>
                    <a:pt x="1298" y="1516"/>
                  </a:cubicBezTo>
                  <a:cubicBezTo>
                    <a:pt x="1080" y="1298"/>
                    <a:pt x="878" y="1079"/>
                    <a:pt x="676" y="845"/>
                  </a:cubicBezTo>
                  <a:cubicBezTo>
                    <a:pt x="490" y="659"/>
                    <a:pt x="304" y="457"/>
                    <a:pt x="118" y="255"/>
                  </a:cubicBezTo>
                  <a:cubicBezTo>
                    <a:pt x="53" y="203"/>
                    <a:pt x="53" y="138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687655" y="2111348"/>
              <a:ext cx="135380" cy="185440"/>
            </a:xfrm>
            <a:custGeom>
              <a:avLst/>
              <a:gdLst/>
              <a:ahLst/>
              <a:cxnLst/>
              <a:rect l="l" t="t" r="r" b="b"/>
              <a:pathLst>
                <a:path w="1363" h="1867" extrusionOk="0">
                  <a:moveTo>
                    <a:pt x="1281" y="0"/>
                  </a:moveTo>
                  <a:cubicBezTo>
                    <a:pt x="1261" y="16"/>
                    <a:pt x="1261" y="16"/>
                    <a:pt x="1261" y="32"/>
                  </a:cubicBezTo>
                  <a:cubicBezTo>
                    <a:pt x="1330" y="234"/>
                    <a:pt x="1180" y="303"/>
                    <a:pt x="1043" y="352"/>
                  </a:cubicBezTo>
                  <a:cubicBezTo>
                    <a:pt x="857" y="436"/>
                    <a:pt x="691" y="537"/>
                    <a:pt x="522" y="622"/>
                  </a:cubicBezTo>
                  <a:cubicBezTo>
                    <a:pt x="372" y="707"/>
                    <a:pt x="235" y="772"/>
                    <a:pt x="85" y="840"/>
                  </a:cubicBezTo>
                  <a:cubicBezTo>
                    <a:pt x="33" y="873"/>
                    <a:pt x="1" y="909"/>
                    <a:pt x="1" y="958"/>
                  </a:cubicBezTo>
                  <a:lnTo>
                    <a:pt x="1" y="1818"/>
                  </a:lnTo>
                  <a:cubicBezTo>
                    <a:pt x="1" y="1834"/>
                    <a:pt x="17" y="1850"/>
                    <a:pt x="17" y="1850"/>
                  </a:cubicBezTo>
                  <a:lnTo>
                    <a:pt x="33" y="1866"/>
                  </a:lnTo>
                  <a:lnTo>
                    <a:pt x="49" y="1866"/>
                  </a:lnTo>
                  <a:lnTo>
                    <a:pt x="49" y="1850"/>
                  </a:lnTo>
                  <a:lnTo>
                    <a:pt x="49" y="1834"/>
                  </a:lnTo>
                  <a:cubicBezTo>
                    <a:pt x="33" y="1834"/>
                    <a:pt x="33" y="1818"/>
                    <a:pt x="33" y="1818"/>
                  </a:cubicBezTo>
                  <a:lnTo>
                    <a:pt x="33" y="958"/>
                  </a:lnTo>
                  <a:cubicBezTo>
                    <a:pt x="33" y="925"/>
                    <a:pt x="49" y="889"/>
                    <a:pt x="85" y="873"/>
                  </a:cubicBezTo>
                  <a:cubicBezTo>
                    <a:pt x="235" y="808"/>
                    <a:pt x="388" y="723"/>
                    <a:pt x="538" y="638"/>
                  </a:cubicBezTo>
                  <a:cubicBezTo>
                    <a:pt x="708" y="554"/>
                    <a:pt x="877" y="453"/>
                    <a:pt x="1059" y="384"/>
                  </a:cubicBezTo>
                  <a:cubicBezTo>
                    <a:pt x="1196" y="319"/>
                    <a:pt x="1362" y="251"/>
                    <a:pt x="1297" y="32"/>
                  </a:cubicBezTo>
                  <a:lnTo>
                    <a:pt x="1297" y="16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1378162" y="3441806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09"/>
                  </a:lnTo>
                  <a:cubicBezTo>
                    <a:pt x="1" y="877"/>
                    <a:pt x="1" y="946"/>
                    <a:pt x="17" y="994"/>
                  </a:cubicBezTo>
                  <a:lnTo>
                    <a:pt x="33" y="994"/>
                  </a:lnTo>
                  <a:cubicBezTo>
                    <a:pt x="49" y="994"/>
                    <a:pt x="49" y="994"/>
                    <a:pt x="49" y="978"/>
                  </a:cubicBezTo>
                  <a:cubicBezTo>
                    <a:pt x="33" y="926"/>
                    <a:pt x="17" y="877"/>
                    <a:pt x="17" y="809"/>
                  </a:cubicBezTo>
                  <a:lnTo>
                    <a:pt x="17" y="21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1744175" y="2950346"/>
              <a:ext cx="147299" cy="242452"/>
            </a:xfrm>
            <a:custGeom>
              <a:avLst/>
              <a:gdLst/>
              <a:ahLst/>
              <a:cxnLst/>
              <a:rect l="l" t="t" r="r" b="b"/>
              <a:pathLst>
                <a:path w="1483" h="2441" extrusionOk="0">
                  <a:moveTo>
                    <a:pt x="16" y="0"/>
                  </a:moveTo>
                  <a:lnTo>
                    <a:pt x="0" y="16"/>
                  </a:lnTo>
                  <a:lnTo>
                    <a:pt x="0" y="36"/>
                  </a:lnTo>
                  <a:cubicBezTo>
                    <a:pt x="16" y="36"/>
                    <a:pt x="16" y="53"/>
                    <a:pt x="36" y="53"/>
                  </a:cubicBezTo>
                  <a:cubicBezTo>
                    <a:pt x="53" y="69"/>
                    <a:pt x="85" y="85"/>
                    <a:pt x="101" y="101"/>
                  </a:cubicBezTo>
                  <a:cubicBezTo>
                    <a:pt x="218" y="255"/>
                    <a:pt x="339" y="404"/>
                    <a:pt x="457" y="558"/>
                  </a:cubicBezTo>
                  <a:lnTo>
                    <a:pt x="1212" y="1467"/>
                  </a:lnTo>
                  <a:cubicBezTo>
                    <a:pt x="1382" y="1669"/>
                    <a:pt x="1450" y="1854"/>
                    <a:pt x="1414" y="2056"/>
                  </a:cubicBezTo>
                  <a:lnTo>
                    <a:pt x="1414" y="2238"/>
                  </a:lnTo>
                  <a:lnTo>
                    <a:pt x="1414" y="2291"/>
                  </a:lnTo>
                  <a:cubicBezTo>
                    <a:pt x="1414" y="2323"/>
                    <a:pt x="1414" y="2375"/>
                    <a:pt x="1398" y="2424"/>
                  </a:cubicBezTo>
                  <a:cubicBezTo>
                    <a:pt x="1382" y="2424"/>
                    <a:pt x="1398" y="2424"/>
                    <a:pt x="1398" y="2440"/>
                  </a:cubicBezTo>
                  <a:lnTo>
                    <a:pt x="1414" y="2424"/>
                  </a:lnTo>
                  <a:cubicBezTo>
                    <a:pt x="1450" y="2392"/>
                    <a:pt x="1450" y="2339"/>
                    <a:pt x="1450" y="2291"/>
                  </a:cubicBezTo>
                  <a:lnTo>
                    <a:pt x="1450" y="2238"/>
                  </a:lnTo>
                  <a:cubicBezTo>
                    <a:pt x="1430" y="2173"/>
                    <a:pt x="1430" y="2121"/>
                    <a:pt x="1450" y="2056"/>
                  </a:cubicBezTo>
                  <a:cubicBezTo>
                    <a:pt x="1483" y="1834"/>
                    <a:pt x="1414" y="1652"/>
                    <a:pt x="1248" y="1450"/>
                  </a:cubicBezTo>
                  <a:cubicBezTo>
                    <a:pt x="978" y="1147"/>
                    <a:pt x="723" y="844"/>
                    <a:pt x="473" y="541"/>
                  </a:cubicBezTo>
                  <a:cubicBezTo>
                    <a:pt x="356" y="388"/>
                    <a:pt x="238" y="238"/>
                    <a:pt x="117" y="85"/>
                  </a:cubicBezTo>
                  <a:cubicBezTo>
                    <a:pt x="101" y="69"/>
                    <a:pt x="69" y="53"/>
                    <a:pt x="53" y="36"/>
                  </a:cubicBezTo>
                  <a:cubicBezTo>
                    <a:pt x="36" y="16"/>
                    <a:pt x="36" y="16"/>
                    <a:pt x="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2083569" y="2283478"/>
              <a:ext cx="98828" cy="227156"/>
            </a:xfrm>
            <a:custGeom>
              <a:avLst/>
              <a:gdLst/>
              <a:ahLst/>
              <a:cxnLst/>
              <a:rect l="l" t="t" r="r" b="b"/>
              <a:pathLst>
                <a:path w="995" h="2287" extrusionOk="0">
                  <a:moveTo>
                    <a:pt x="53" y="0"/>
                  </a:moveTo>
                  <a:cubicBezTo>
                    <a:pt x="17" y="33"/>
                    <a:pt x="17" y="65"/>
                    <a:pt x="17" y="85"/>
                  </a:cubicBezTo>
                  <a:lnTo>
                    <a:pt x="17" y="267"/>
                  </a:lnTo>
                  <a:cubicBezTo>
                    <a:pt x="17" y="368"/>
                    <a:pt x="17" y="469"/>
                    <a:pt x="1" y="570"/>
                  </a:cubicBezTo>
                  <a:cubicBezTo>
                    <a:pt x="1" y="671"/>
                    <a:pt x="53" y="756"/>
                    <a:pt x="85" y="840"/>
                  </a:cubicBezTo>
                  <a:lnTo>
                    <a:pt x="102" y="840"/>
                  </a:lnTo>
                  <a:cubicBezTo>
                    <a:pt x="320" y="1244"/>
                    <a:pt x="590" y="1717"/>
                    <a:pt x="861" y="2186"/>
                  </a:cubicBezTo>
                  <a:cubicBezTo>
                    <a:pt x="877" y="2186"/>
                    <a:pt x="877" y="2206"/>
                    <a:pt x="877" y="2206"/>
                  </a:cubicBezTo>
                  <a:cubicBezTo>
                    <a:pt x="893" y="2238"/>
                    <a:pt x="910" y="2287"/>
                    <a:pt x="978" y="2287"/>
                  </a:cubicBezTo>
                  <a:cubicBezTo>
                    <a:pt x="978" y="2287"/>
                    <a:pt x="994" y="2287"/>
                    <a:pt x="994" y="2270"/>
                  </a:cubicBezTo>
                  <a:lnTo>
                    <a:pt x="978" y="2254"/>
                  </a:lnTo>
                  <a:cubicBezTo>
                    <a:pt x="926" y="2254"/>
                    <a:pt x="926" y="2238"/>
                    <a:pt x="910" y="2206"/>
                  </a:cubicBezTo>
                  <a:cubicBezTo>
                    <a:pt x="893" y="2186"/>
                    <a:pt x="893" y="2186"/>
                    <a:pt x="893" y="2169"/>
                  </a:cubicBezTo>
                  <a:cubicBezTo>
                    <a:pt x="607" y="1701"/>
                    <a:pt x="336" y="1228"/>
                    <a:pt x="118" y="840"/>
                  </a:cubicBezTo>
                  <a:lnTo>
                    <a:pt x="118" y="824"/>
                  </a:lnTo>
                  <a:cubicBezTo>
                    <a:pt x="69" y="739"/>
                    <a:pt x="17" y="655"/>
                    <a:pt x="33" y="570"/>
                  </a:cubicBezTo>
                  <a:lnTo>
                    <a:pt x="33" y="267"/>
                  </a:lnTo>
                  <a:lnTo>
                    <a:pt x="33" y="85"/>
                  </a:lnTo>
                  <a:cubicBezTo>
                    <a:pt x="33" y="49"/>
                    <a:pt x="53" y="3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6"/>
            <p:cNvSpPr/>
            <p:nvPr/>
          </p:nvSpPr>
          <p:spPr>
            <a:xfrm>
              <a:off x="1923059" y="2604397"/>
              <a:ext cx="147398" cy="282580"/>
            </a:xfrm>
            <a:custGeom>
              <a:avLst/>
              <a:gdLst/>
              <a:ahLst/>
              <a:cxnLst/>
              <a:rect l="l" t="t" r="r" b="b"/>
              <a:pathLst>
                <a:path w="1484" h="2845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67"/>
                    <a:pt x="17" y="235"/>
                  </a:cubicBezTo>
                  <a:cubicBezTo>
                    <a:pt x="17" y="288"/>
                    <a:pt x="33" y="352"/>
                    <a:pt x="17" y="405"/>
                  </a:cubicBezTo>
                  <a:cubicBezTo>
                    <a:pt x="1" y="591"/>
                    <a:pt x="53" y="756"/>
                    <a:pt x="187" y="926"/>
                  </a:cubicBezTo>
                  <a:cubicBezTo>
                    <a:pt x="336" y="1144"/>
                    <a:pt x="490" y="1362"/>
                    <a:pt x="639" y="1580"/>
                  </a:cubicBezTo>
                  <a:cubicBezTo>
                    <a:pt x="793" y="1803"/>
                    <a:pt x="942" y="2021"/>
                    <a:pt x="1096" y="2239"/>
                  </a:cubicBezTo>
                  <a:cubicBezTo>
                    <a:pt x="1128" y="2271"/>
                    <a:pt x="1144" y="2324"/>
                    <a:pt x="1180" y="2372"/>
                  </a:cubicBezTo>
                  <a:cubicBezTo>
                    <a:pt x="1229" y="2457"/>
                    <a:pt x="1298" y="2558"/>
                    <a:pt x="1399" y="2627"/>
                  </a:cubicBezTo>
                  <a:cubicBezTo>
                    <a:pt x="1415" y="2659"/>
                    <a:pt x="1431" y="2712"/>
                    <a:pt x="1431" y="2760"/>
                  </a:cubicBezTo>
                  <a:cubicBezTo>
                    <a:pt x="1447" y="2776"/>
                    <a:pt x="1447" y="2813"/>
                    <a:pt x="1447" y="2829"/>
                  </a:cubicBezTo>
                  <a:lnTo>
                    <a:pt x="1467" y="2845"/>
                  </a:lnTo>
                  <a:cubicBezTo>
                    <a:pt x="1483" y="2845"/>
                    <a:pt x="1483" y="2829"/>
                    <a:pt x="1483" y="2829"/>
                  </a:cubicBezTo>
                  <a:cubicBezTo>
                    <a:pt x="1467" y="2792"/>
                    <a:pt x="1467" y="2776"/>
                    <a:pt x="1467" y="2760"/>
                  </a:cubicBezTo>
                  <a:cubicBezTo>
                    <a:pt x="1447" y="2691"/>
                    <a:pt x="1447" y="2643"/>
                    <a:pt x="1415" y="2611"/>
                  </a:cubicBezTo>
                  <a:cubicBezTo>
                    <a:pt x="1314" y="2542"/>
                    <a:pt x="1265" y="2441"/>
                    <a:pt x="1197" y="2356"/>
                  </a:cubicBezTo>
                  <a:cubicBezTo>
                    <a:pt x="1180" y="2308"/>
                    <a:pt x="1144" y="2255"/>
                    <a:pt x="1112" y="2223"/>
                  </a:cubicBezTo>
                  <a:cubicBezTo>
                    <a:pt x="962" y="2005"/>
                    <a:pt x="809" y="1782"/>
                    <a:pt x="659" y="1564"/>
                  </a:cubicBezTo>
                  <a:cubicBezTo>
                    <a:pt x="506" y="1346"/>
                    <a:pt x="356" y="1128"/>
                    <a:pt x="203" y="910"/>
                  </a:cubicBezTo>
                  <a:cubicBezTo>
                    <a:pt x="69" y="740"/>
                    <a:pt x="33" y="591"/>
                    <a:pt x="53" y="405"/>
                  </a:cubicBezTo>
                  <a:lnTo>
                    <a:pt x="53" y="235"/>
                  </a:lnTo>
                  <a:cubicBezTo>
                    <a:pt x="53" y="167"/>
                    <a:pt x="53" y="86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6"/>
            <p:cNvSpPr/>
            <p:nvPr/>
          </p:nvSpPr>
          <p:spPr>
            <a:xfrm>
              <a:off x="1414714" y="1833635"/>
              <a:ext cx="82340" cy="212357"/>
            </a:xfrm>
            <a:custGeom>
              <a:avLst/>
              <a:gdLst/>
              <a:ahLst/>
              <a:cxnLst/>
              <a:rect l="l" t="t" r="r" b="b"/>
              <a:pathLst>
                <a:path w="829" h="2138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02"/>
                    <a:pt x="154" y="203"/>
                    <a:pt x="203" y="304"/>
                  </a:cubicBezTo>
                  <a:cubicBezTo>
                    <a:pt x="255" y="372"/>
                    <a:pt x="287" y="437"/>
                    <a:pt x="340" y="490"/>
                  </a:cubicBezTo>
                  <a:cubicBezTo>
                    <a:pt x="372" y="538"/>
                    <a:pt x="404" y="591"/>
                    <a:pt x="425" y="639"/>
                  </a:cubicBezTo>
                  <a:cubicBezTo>
                    <a:pt x="473" y="708"/>
                    <a:pt x="505" y="776"/>
                    <a:pt x="558" y="825"/>
                  </a:cubicBezTo>
                  <a:cubicBezTo>
                    <a:pt x="590" y="877"/>
                    <a:pt x="606" y="926"/>
                    <a:pt x="606" y="978"/>
                  </a:cubicBezTo>
                  <a:lnTo>
                    <a:pt x="606" y="1196"/>
                  </a:lnTo>
                  <a:cubicBezTo>
                    <a:pt x="606" y="1346"/>
                    <a:pt x="606" y="1499"/>
                    <a:pt x="590" y="1649"/>
                  </a:cubicBezTo>
                  <a:cubicBezTo>
                    <a:pt x="558" y="1867"/>
                    <a:pt x="659" y="2004"/>
                    <a:pt x="808" y="2138"/>
                  </a:cubicBezTo>
                  <a:lnTo>
                    <a:pt x="829" y="2138"/>
                  </a:lnTo>
                  <a:lnTo>
                    <a:pt x="829" y="2122"/>
                  </a:lnTo>
                  <a:cubicBezTo>
                    <a:pt x="691" y="1988"/>
                    <a:pt x="590" y="1867"/>
                    <a:pt x="627" y="1649"/>
                  </a:cubicBezTo>
                  <a:cubicBezTo>
                    <a:pt x="643" y="1499"/>
                    <a:pt x="643" y="1346"/>
                    <a:pt x="627" y="1196"/>
                  </a:cubicBezTo>
                  <a:lnTo>
                    <a:pt x="627" y="978"/>
                  </a:lnTo>
                  <a:cubicBezTo>
                    <a:pt x="627" y="926"/>
                    <a:pt x="627" y="857"/>
                    <a:pt x="574" y="809"/>
                  </a:cubicBezTo>
                  <a:cubicBezTo>
                    <a:pt x="526" y="756"/>
                    <a:pt x="489" y="691"/>
                    <a:pt x="457" y="623"/>
                  </a:cubicBezTo>
                  <a:cubicBezTo>
                    <a:pt x="425" y="574"/>
                    <a:pt x="388" y="522"/>
                    <a:pt x="356" y="473"/>
                  </a:cubicBezTo>
                  <a:cubicBezTo>
                    <a:pt x="304" y="421"/>
                    <a:pt x="271" y="352"/>
                    <a:pt x="239" y="288"/>
                  </a:cubicBezTo>
                  <a:cubicBezTo>
                    <a:pt x="170" y="187"/>
                    <a:pt x="102" y="86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608990" y="1746626"/>
              <a:ext cx="5364" cy="77076"/>
            </a:xfrm>
            <a:custGeom>
              <a:avLst/>
              <a:gdLst/>
              <a:ahLst/>
              <a:cxnLst/>
              <a:rect l="l" t="t" r="r" b="b"/>
              <a:pathLst>
                <a:path w="54" h="776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37"/>
                    <a:pt x="17" y="255"/>
                    <a:pt x="17" y="372"/>
                  </a:cubicBezTo>
                  <a:cubicBezTo>
                    <a:pt x="17" y="440"/>
                    <a:pt x="1" y="505"/>
                    <a:pt x="17" y="590"/>
                  </a:cubicBezTo>
                  <a:lnTo>
                    <a:pt x="17" y="642"/>
                  </a:lnTo>
                  <a:cubicBezTo>
                    <a:pt x="1" y="691"/>
                    <a:pt x="1" y="723"/>
                    <a:pt x="33" y="776"/>
                  </a:cubicBezTo>
                  <a:lnTo>
                    <a:pt x="53" y="776"/>
                  </a:lnTo>
                  <a:lnTo>
                    <a:pt x="53" y="760"/>
                  </a:lnTo>
                  <a:cubicBezTo>
                    <a:pt x="33" y="723"/>
                    <a:pt x="33" y="691"/>
                    <a:pt x="33" y="642"/>
                  </a:cubicBezTo>
                  <a:lnTo>
                    <a:pt x="33" y="590"/>
                  </a:lnTo>
                  <a:lnTo>
                    <a:pt x="33" y="372"/>
                  </a:lnTo>
                  <a:cubicBezTo>
                    <a:pt x="33" y="255"/>
                    <a:pt x="33" y="137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1921470" y="2893731"/>
              <a:ext cx="148988" cy="255663"/>
            </a:xfrm>
            <a:custGeom>
              <a:avLst/>
              <a:gdLst/>
              <a:ahLst/>
              <a:cxnLst/>
              <a:rect l="l" t="t" r="r" b="b"/>
              <a:pathLst>
                <a:path w="1500" h="2574" extrusionOk="0">
                  <a:moveTo>
                    <a:pt x="69" y="1"/>
                  </a:moveTo>
                  <a:cubicBezTo>
                    <a:pt x="17" y="304"/>
                    <a:pt x="1" y="623"/>
                    <a:pt x="251" y="909"/>
                  </a:cubicBezTo>
                  <a:cubicBezTo>
                    <a:pt x="453" y="1144"/>
                    <a:pt x="655" y="1414"/>
                    <a:pt x="841" y="1665"/>
                  </a:cubicBezTo>
                  <a:cubicBezTo>
                    <a:pt x="926" y="1782"/>
                    <a:pt x="1011" y="1899"/>
                    <a:pt x="1112" y="2020"/>
                  </a:cubicBezTo>
                  <a:cubicBezTo>
                    <a:pt x="1196" y="2138"/>
                    <a:pt x="1281" y="2239"/>
                    <a:pt x="1398" y="2372"/>
                  </a:cubicBezTo>
                  <a:cubicBezTo>
                    <a:pt x="1431" y="2404"/>
                    <a:pt x="1431" y="2457"/>
                    <a:pt x="1447" y="2505"/>
                  </a:cubicBezTo>
                  <a:cubicBezTo>
                    <a:pt x="1463" y="2525"/>
                    <a:pt x="1463" y="2541"/>
                    <a:pt x="1463" y="2574"/>
                  </a:cubicBezTo>
                  <a:lnTo>
                    <a:pt x="1483" y="2574"/>
                  </a:lnTo>
                  <a:cubicBezTo>
                    <a:pt x="1499" y="2574"/>
                    <a:pt x="1499" y="2558"/>
                    <a:pt x="1499" y="2558"/>
                  </a:cubicBezTo>
                  <a:cubicBezTo>
                    <a:pt x="1483" y="2541"/>
                    <a:pt x="1483" y="2525"/>
                    <a:pt x="1483" y="2489"/>
                  </a:cubicBezTo>
                  <a:cubicBezTo>
                    <a:pt x="1463" y="2440"/>
                    <a:pt x="1447" y="2388"/>
                    <a:pt x="1415" y="2356"/>
                  </a:cubicBezTo>
                  <a:cubicBezTo>
                    <a:pt x="1314" y="2222"/>
                    <a:pt x="1213" y="2121"/>
                    <a:pt x="1128" y="2000"/>
                  </a:cubicBezTo>
                  <a:cubicBezTo>
                    <a:pt x="1043" y="1883"/>
                    <a:pt x="942" y="1766"/>
                    <a:pt x="857" y="1649"/>
                  </a:cubicBezTo>
                  <a:cubicBezTo>
                    <a:pt x="675" y="1394"/>
                    <a:pt x="473" y="1128"/>
                    <a:pt x="271" y="889"/>
                  </a:cubicBezTo>
                  <a:cubicBezTo>
                    <a:pt x="17" y="606"/>
                    <a:pt x="33" y="304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2086747" y="2696372"/>
              <a:ext cx="95650" cy="133691"/>
            </a:xfrm>
            <a:custGeom>
              <a:avLst/>
              <a:gdLst/>
              <a:ahLst/>
              <a:cxnLst/>
              <a:rect l="l" t="t" r="r" b="b"/>
              <a:pathLst>
                <a:path w="963" h="1346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70" y="48"/>
                    <a:pt x="102" y="101"/>
                    <a:pt x="138" y="170"/>
                  </a:cubicBezTo>
                  <a:cubicBezTo>
                    <a:pt x="154" y="186"/>
                    <a:pt x="154" y="218"/>
                    <a:pt x="171" y="234"/>
                  </a:cubicBezTo>
                  <a:cubicBezTo>
                    <a:pt x="223" y="319"/>
                    <a:pt x="272" y="404"/>
                    <a:pt x="340" y="489"/>
                  </a:cubicBezTo>
                  <a:cubicBezTo>
                    <a:pt x="457" y="675"/>
                    <a:pt x="591" y="893"/>
                    <a:pt x="728" y="1079"/>
                  </a:cubicBezTo>
                  <a:cubicBezTo>
                    <a:pt x="744" y="1111"/>
                    <a:pt x="760" y="1127"/>
                    <a:pt x="777" y="1159"/>
                  </a:cubicBezTo>
                  <a:cubicBezTo>
                    <a:pt x="809" y="1228"/>
                    <a:pt x="845" y="1313"/>
                    <a:pt x="930" y="1345"/>
                  </a:cubicBezTo>
                  <a:lnTo>
                    <a:pt x="946" y="1345"/>
                  </a:lnTo>
                  <a:cubicBezTo>
                    <a:pt x="962" y="1329"/>
                    <a:pt x="946" y="1329"/>
                    <a:pt x="946" y="1313"/>
                  </a:cubicBezTo>
                  <a:cubicBezTo>
                    <a:pt x="861" y="1297"/>
                    <a:pt x="829" y="1228"/>
                    <a:pt x="793" y="1143"/>
                  </a:cubicBezTo>
                  <a:cubicBezTo>
                    <a:pt x="777" y="1127"/>
                    <a:pt x="777" y="1095"/>
                    <a:pt x="744" y="1058"/>
                  </a:cubicBezTo>
                  <a:cubicBezTo>
                    <a:pt x="607" y="877"/>
                    <a:pt x="490" y="675"/>
                    <a:pt x="356" y="473"/>
                  </a:cubicBezTo>
                  <a:cubicBezTo>
                    <a:pt x="304" y="388"/>
                    <a:pt x="255" y="303"/>
                    <a:pt x="187" y="218"/>
                  </a:cubicBezTo>
                  <a:cubicBezTo>
                    <a:pt x="187" y="202"/>
                    <a:pt x="171" y="170"/>
                    <a:pt x="154" y="149"/>
                  </a:cubicBezTo>
                  <a:cubicBezTo>
                    <a:pt x="122" y="101"/>
                    <a:pt x="102" y="32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515525" y="2375353"/>
              <a:ext cx="122070" cy="57013"/>
            </a:xfrm>
            <a:custGeom>
              <a:avLst/>
              <a:gdLst/>
              <a:ahLst/>
              <a:cxnLst/>
              <a:rect l="l" t="t" r="r" b="b"/>
              <a:pathLst>
                <a:path w="1229" h="574" extrusionOk="0">
                  <a:moveTo>
                    <a:pt x="1213" y="0"/>
                  </a:moveTo>
                  <a:cubicBezTo>
                    <a:pt x="958" y="101"/>
                    <a:pt x="724" y="218"/>
                    <a:pt x="489" y="336"/>
                  </a:cubicBezTo>
                  <a:cubicBezTo>
                    <a:pt x="421" y="372"/>
                    <a:pt x="352" y="404"/>
                    <a:pt x="287" y="437"/>
                  </a:cubicBezTo>
                  <a:cubicBezTo>
                    <a:pt x="251" y="453"/>
                    <a:pt x="235" y="473"/>
                    <a:pt x="219" y="489"/>
                  </a:cubicBezTo>
                  <a:cubicBezTo>
                    <a:pt x="163" y="515"/>
                    <a:pt x="120" y="542"/>
                    <a:pt x="60" y="542"/>
                  </a:cubicBezTo>
                  <a:cubicBezTo>
                    <a:pt x="47" y="542"/>
                    <a:pt x="32" y="541"/>
                    <a:pt x="17" y="538"/>
                  </a:cubicBezTo>
                  <a:lnTo>
                    <a:pt x="1" y="554"/>
                  </a:lnTo>
                  <a:cubicBezTo>
                    <a:pt x="1" y="554"/>
                    <a:pt x="17" y="554"/>
                    <a:pt x="17" y="574"/>
                  </a:cubicBezTo>
                  <a:lnTo>
                    <a:pt x="65" y="574"/>
                  </a:lnTo>
                  <a:cubicBezTo>
                    <a:pt x="134" y="574"/>
                    <a:pt x="186" y="538"/>
                    <a:pt x="235" y="505"/>
                  </a:cubicBezTo>
                  <a:cubicBezTo>
                    <a:pt x="251" y="489"/>
                    <a:pt x="267" y="473"/>
                    <a:pt x="287" y="473"/>
                  </a:cubicBezTo>
                  <a:cubicBezTo>
                    <a:pt x="368" y="437"/>
                    <a:pt x="437" y="404"/>
                    <a:pt x="506" y="352"/>
                  </a:cubicBezTo>
                  <a:cubicBezTo>
                    <a:pt x="740" y="251"/>
                    <a:pt x="974" y="117"/>
                    <a:pt x="1229" y="16"/>
                  </a:cubicBezTo>
                  <a:lnTo>
                    <a:pt x="1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1523475" y="3533682"/>
              <a:ext cx="178984" cy="200736"/>
            </a:xfrm>
            <a:custGeom>
              <a:avLst/>
              <a:gdLst/>
              <a:ahLst/>
              <a:cxnLst/>
              <a:rect l="l" t="t" r="r" b="b"/>
              <a:pathLst>
                <a:path w="1802" h="2021" extrusionOk="0">
                  <a:moveTo>
                    <a:pt x="16" y="1"/>
                  </a:moveTo>
                  <a:lnTo>
                    <a:pt x="0" y="21"/>
                  </a:lnTo>
                  <a:cubicBezTo>
                    <a:pt x="0" y="37"/>
                    <a:pt x="16" y="37"/>
                    <a:pt x="16" y="37"/>
                  </a:cubicBezTo>
                  <a:cubicBezTo>
                    <a:pt x="69" y="37"/>
                    <a:pt x="85" y="69"/>
                    <a:pt x="117" y="86"/>
                  </a:cubicBezTo>
                  <a:cubicBezTo>
                    <a:pt x="138" y="102"/>
                    <a:pt x="138" y="102"/>
                    <a:pt x="154" y="122"/>
                  </a:cubicBezTo>
                  <a:cubicBezTo>
                    <a:pt x="271" y="223"/>
                    <a:pt x="388" y="340"/>
                    <a:pt x="521" y="457"/>
                  </a:cubicBezTo>
                  <a:cubicBezTo>
                    <a:pt x="893" y="793"/>
                    <a:pt x="1265" y="1132"/>
                    <a:pt x="1653" y="1467"/>
                  </a:cubicBezTo>
                  <a:cubicBezTo>
                    <a:pt x="1753" y="1552"/>
                    <a:pt x="1770" y="1653"/>
                    <a:pt x="1753" y="1754"/>
                  </a:cubicBezTo>
                  <a:lnTo>
                    <a:pt x="1753" y="1920"/>
                  </a:lnTo>
                  <a:lnTo>
                    <a:pt x="1753" y="2004"/>
                  </a:lnTo>
                  <a:cubicBezTo>
                    <a:pt x="1753" y="2021"/>
                    <a:pt x="1753" y="2021"/>
                    <a:pt x="1770" y="2021"/>
                  </a:cubicBezTo>
                  <a:lnTo>
                    <a:pt x="1770" y="2004"/>
                  </a:lnTo>
                  <a:lnTo>
                    <a:pt x="1770" y="1920"/>
                  </a:lnTo>
                  <a:cubicBezTo>
                    <a:pt x="1786" y="1871"/>
                    <a:pt x="1786" y="1803"/>
                    <a:pt x="1786" y="1754"/>
                  </a:cubicBezTo>
                  <a:cubicBezTo>
                    <a:pt x="1802" y="1617"/>
                    <a:pt x="1770" y="1536"/>
                    <a:pt x="1669" y="1435"/>
                  </a:cubicBezTo>
                  <a:cubicBezTo>
                    <a:pt x="1281" y="1112"/>
                    <a:pt x="909" y="760"/>
                    <a:pt x="542" y="441"/>
                  </a:cubicBezTo>
                  <a:cubicBezTo>
                    <a:pt x="420" y="324"/>
                    <a:pt x="287" y="203"/>
                    <a:pt x="170" y="86"/>
                  </a:cubicBezTo>
                  <a:cubicBezTo>
                    <a:pt x="154" y="86"/>
                    <a:pt x="154" y="86"/>
                    <a:pt x="138" y="69"/>
                  </a:cubicBezTo>
                  <a:cubicBezTo>
                    <a:pt x="101" y="37"/>
                    <a:pt x="69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886702" y="3589105"/>
              <a:ext cx="3278" cy="98828"/>
            </a:xfrm>
            <a:custGeom>
              <a:avLst/>
              <a:gdLst/>
              <a:ahLst/>
              <a:cxnLst/>
              <a:rect l="l" t="t" r="r" b="b"/>
              <a:pathLst>
                <a:path w="33" h="995" extrusionOk="0">
                  <a:moveTo>
                    <a:pt x="0" y="0"/>
                  </a:moveTo>
                  <a:lnTo>
                    <a:pt x="0" y="218"/>
                  </a:lnTo>
                  <a:lnTo>
                    <a:pt x="0" y="841"/>
                  </a:lnTo>
                  <a:lnTo>
                    <a:pt x="0" y="877"/>
                  </a:lnTo>
                  <a:cubicBezTo>
                    <a:pt x="0" y="909"/>
                    <a:pt x="0" y="942"/>
                    <a:pt x="16" y="978"/>
                  </a:cubicBezTo>
                  <a:lnTo>
                    <a:pt x="33" y="994"/>
                  </a:lnTo>
                  <a:lnTo>
                    <a:pt x="33" y="978"/>
                  </a:lnTo>
                  <a:cubicBezTo>
                    <a:pt x="16" y="942"/>
                    <a:pt x="16" y="909"/>
                    <a:pt x="33" y="877"/>
                  </a:cubicBezTo>
                  <a:lnTo>
                    <a:pt x="33" y="841"/>
                  </a:lnTo>
                  <a:lnTo>
                    <a:pt x="33" y="2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1923059" y="3460280"/>
              <a:ext cx="147398" cy="217621"/>
            </a:xfrm>
            <a:custGeom>
              <a:avLst/>
              <a:gdLst/>
              <a:ahLst/>
              <a:cxnLst/>
              <a:rect l="l" t="t" r="r" b="b"/>
              <a:pathLst>
                <a:path w="1484" h="2191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" y="170"/>
                    <a:pt x="1" y="304"/>
                    <a:pt x="1" y="457"/>
                  </a:cubicBezTo>
                  <a:cubicBezTo>
                    <a:pt x="17" y="506"/>
                    <a:pt x="17" y="574"/>
                    <a:pt x="17" y="623"/>
                  </a:cubicBezTo>
                  <a:cubicBezTo>
                    <a:pt x="17" y="659"/>
                    <a:pt x="33" y="691"/>
                    <a:pt x="69" y="724"/>
                  </a:cubicBezTo>
                  <a:lnTo>
                    <a:pt x="86" y="724"/>
                  </a:lnTo>
                  <a:cubicBezTo>
                    <a:pt x="154" y="792"/>
                    <a:pt x="203" y="861"/>
                    <a:pt x="271" y="926"/>
                  </a:cubicBezTo>
                  <a:cubicBezTo>
                    <a:pt x="457" y="1128"/>
                    <a:pt x="639" y="1330"/>
                    <a:pt x="841" y="1515"/>
                  </a:cubicBezTo>
                  <a:cubicBezTo>
                    <a:pt x="910" y="1584"/>
                    <a:pt x="978" y="1669"/>
                    <a:pt x="1043" y="1734"/>
                  </a:cubicBezTo>
                  <a:cubicBezTo>
                    <a:pt x="1164" y="1851"/>
                    <a:pt x="1281" y="1972"/>
                    <a:pt x="1399" y="2089"/>
                  </a:cubicBezTo>
                  <a:cubicBezTo>
                    <a:pt x="1415" y="2105"/>
                    <a:pt x="1431" y="2121"/>
                    <a:pt x="1431" y="2154"/>
                  </a:cubicBezTo>
                  <a:cubicBezTo>
                    <a:pt x="1447" y="2154"/>
                    <a:pt x="1447" y="2174"/>
                    <a:pt x="1447" y="2190"/>
                  </a:cubicBezTo>
                  <a:lnTo>
                    <a:pt x="1467" y="2190"/>
                  </a:lnTo>
                  <a:cubicBezTo>
                    <a:pt x="1483" y="2190"/>
                    <a:pt x="1483" y="2190"/>
                    <a:pt x="1483" y="2174"/>
                  </a:cubicBezTo>
                  <a:cubicBezTo>
                    <a:pt x="1467" y="2154"/>
                    <a:pt x="1467" y="2154"/>
                    <a:pt x="1467" y="2138"/>
                  </a:cubicBezTo>
                  <a:cubicBezTo>
                    <a:pt x="1447" y="2105"/>
                    <a:pt x="1447" y="2089"/>
                    <a:pt x="1415" y="2073"/>
                  </a:cubicBezTo>
                  <a:cubicBezTo>
                    <a:pt x="1298" y="1952"/>
                    <a:pt x="1180" y="1835"/>
                    <a:pt x="1063" y="1717"/>
                  </a:cubicBezTo>
                  <a:cubicBezTo>
                    <a:pt x="995" y="1649"/>
                    <a:pt x="926" y="1568"/>
                    <a:pt x="861" y="1499"/>
                  </a:cubicBezTo>
                  <a:cubicBezTo>
                    <a:pt x="659" y="1297"/>
                    <a:pt x="473" y="1111"/>
                    <a:pt x="288" y="909"/>
                  </a:cubicBezTo>
                  <a:cubicBezTo>
                    <a:pt x="219" y="841"/>
                    <a:pt x="170" y="776"/>
                    <a:pt x="102" y="707"/>
                  </a:cubicBezTo>
                  <a:lnTo>
                    <a:pt x="86" y="707"/>
                  </a:lnTo>
                  <a:cubicBezTo>
                    <a:pt x="69" y="675"/>
                    <a:pt x="33" y="659"/>
                    <a:pt x="33" y="623"/>
                  </a:cubicBezTo>
                  <a:lnTo>
                    <a:pt x="33" y="457"/>
                  </a:lnTo>
                  <a:cubicBezTo>
                    <a:pt x="33" y="320"/>
                    <a:pt x="33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2080390" y="3480344"/>
              <a:ext cx="102007" cy="187526"/>
            </a:xfrm>
            <a:custGeom>
              <a:avLst/>
              <a:gdLst/>
              <a:ahLst/>
              <a:cxnLst/>
              <a:rect l="l" t="t" r="r" b="b"/>
              <a:pathLst>
                <a:path w="1027" h="1888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69"/>
                    <a:pt x="33" y="134"/>
                    <a:pt x="33" y="203"/>
                  </a:cubicBezTo>
                  <a:cubicBezTo>
                    <a:pt x="49" y="255"/>
                    <a:pt x="49" y="304"/>
                    <a:pt x="33" y="356"/>
                  </a:cubicBezTo>
                  <a:lnTo>
                    <a:pt x="33" y="421"/>
                  </a:lnTo>
                  <a:lnTo>
                    <a:pt x="33" y="473"/>
                  </a:lnTo>
                  <a:cubicBezTo>
                    <a:pt x="0" y="740"/>
                    <a:pt x="65" y="926"/>
                    <a:pt x="251" y="1095"/>
                  </a:cubicBezTo>
                  <a:cubicBezTo>
                    <a:pt x="404" y="1245"/>
                    <a:pt x="554" y="1414"/>
                    <a:pt x="691" y="1568"/>
                  </a:cubicBezTo>
                  <a:cubicBezTo>
                    <a:pt x="756" y="1649"/>
                    <a:pt x="824" y="1717"/>
                    <a:pt x="909" y="1802"/>
                  </a:cubicBezTo>
                  <a:lnTo>
                    <a:pt x="909" y="1818"/>
                  </a:lnTo>
                  <a:cubicBezTo>
                    <a:pt x="942" y="1835"/>
                    <a:pt x="974" y="1871"/>
                    <a:pt x="1010" y="1887"/>
                  </a:cubicBezTo>
                  <a:lnTo>
                    <a:pt x="1026" y="1887"/>
                  </a:lnTo>
                  <a:lnTo>
                    <a:pt x="1026" y="1871"/>
                  </a:lnTo>
                  <a:lnTo>
                    <a:pt x="1026" y="1851"/>
                  </a:lnTo>
                  <a:cubicBezTo>
                    <a:pt x="974" y="1851"/>
                    <a:pt x="958" y="1818"/>
                    <a:pt x="942" y="1802"/>
                  </a:cubicBezTo>
                  <a:lnTo>
                    <a:pt x="925" y="1786"/>
                  </a:lnTo>
                  <a:cubicBezTo>
                    <a:pt x="857" y="1701"/>
                    <a:pt x="772" y="1633"/>
                    <a:pt x="707" y="1548"/>
                  </a:cubicBezTo>
                  <a:cubicBezTo>
                    <a:pt x="570" y="1398"/>
                    <a:pt x="420" y="1229"/>
                    <a:pt x="267" y="1079"/>
                  </a:cubicBezTo>
                  <a:cubicBezTo>
                    <a:pt x="101" y="926"/>
                    <a:pt x="33" y="724"/>
                    <a:pt x="49" y="473"/>
                  </a:cubicBezTo>
                  <a:cubicBezTo>
                    <a:pt x="65" y="457"/>
                    <a:pt x="65" y="437"/>
                    <a:pt x="49" y="421"/>
                  </a:cubicBezTo>
                  <a:cubicBezTo>
                    <a:pt x="49" y="405"/>
                    <a:pt x="49" y="388"/>
                    <a:pt x="65" y="356"/>
                  </a:cubicBezTo>
                  <a:cubicBezTo>
                    <a:pt x="85" y="304"/>
                    <a:pt x="65" y="255"/>
                    <a:pt x="65" y="203"/>
                  </a:cubicBezTo>
                  <a:cubicBezTo>
                    <a:pt x="49" y="134"/>
                    <a:pt x="49" y="85"/>
                    <a:pt x="85" y="33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575716" y="1770266"/>
              <a:ext cx="6555" cy="76778"/>
            </a:xfrm>
            <a:custGeom>
              <a:avLst/>
              <a:gdLst/>
              <a:ahLst/>
              <a:cxnLst/>
              <a:rect l="l" t="t" r="r" b="b"/>
              <a:pathLst>
                <a:path w="66" h="773" extrusionOk="0">
                  <a:moveTo>
                    <a:pt x="17" y="0"/>
                  </a:moveTo>
                  <a:cubicBezTo>
                    <a:pt x="17" y="0"/>
                    <a:pt x="1" y="0"/>
                    <a:pt x="17" y="17"/>
                  </a:cubicBezTo>
                  <a:cubicBezTo>
                    <a:pt x="33" y="134"/>
                    <a:pt x="33" y="251"/>
                    <a:pt x="17" y="384"/>
                  </a:cubicBezTo>
                  <a:lnTo>
                    <a:pt x="17" y="606"/>
                  </a:lnTo>
                  <a:lnTo>
                    <a:pt x="17" y="655"/>
                  </a:lnTo>
                  <a:cubicBezTo>
                    <a:pt x="17" y="687"/>
                    <a:pt x="17" y="724"/>
                    <a:pt x="33" y="756"/>
                  </a:cubicBezTo>
                  <a:lnTo>
                    <a:pt x="49" y="772"/>
                  </a:lnTo>
                  <a:lnTo>
                    <a:pt x="65" y="756"/>
                  </a:lnTo>
                  <a:cubicBezTo>
                    <a:pt x="49" y="724"/>
                    <a:pt x="49" y="687"/>
                    <a:pt x="49" y="655"/>
                  </a:cubicBezTo>
                  <a:lnTo>
                    <a:pt x="49" y="606"/>
                  </a:lnTo>
                  <a:lnTo>
                    <a:pt x="49" y="384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1923059" y="3560599"/>
              <a:ext cx="148988" cy="173819"/>
            </a:xfrm>
            <a:custGeom>
              <a:avLst/>
              <a:gdLst/>
              <a:ahLst/>
              <a:cxnLst/>
              <a:rect l="l" t="t" r="r" b="b"/>
              <a:pathLst>
                <a:path w="1500" h="1750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85"/>
                    <a:pt x="53" y="134"/>
                    <a:pt x="118" y="202"/>
                  </a:cubicBezTo>
                  <a:cubicBezTo>
                    <a:pt x="372" y="437"/>
                    <a:pt x="623" y="691"/>
                    <a:pt x="861" y="926"/>
                  </a:cubicBezTo>
                  <a:cubicBezTo>
                    <a:pt x="1027" y="1095"/>
                    <a:pt x="1180" y="1245"/>
                    <a:pt x="1330" y="1414"/>
                  </a:cubicBezTo>
                  <a:cubicBezTo>
                    <a:pt x="1431" y="1515"/>
                    <a:pt x="1483" y="1616"/>
                    <a:pt x="1447" y="1733"/>
                  </a:cubicBezTo>
                  <a:cubicBezTo>
                    <a:pt x="1447" y="1750"/>
                    <a:pt x="1467" y="1750"/>
                    <a:pt x="1467" y="1750"/>
                  </a:cubicBezTo>
                  <a:cubicBezTo>
                    <a:pt x="1467" y="1750"/>
                    <a:pt x="1483" y="1750"/>
                    <a:pt x="1483" y="1733"/>
                  </a:cubicBezTo>
                  <a:cubicBezTo>
                    <a:pt x="1500" y="1616"/>
                    <a:pt x="1467" y="1499"/>
                    <a:pt x="1346" y="1398"/>
                  </a:cubicBezTo>
                  <a:cubicBezTo>
                    <a:pt x="1197" y="1229"/>
                    <a:pt x="1043" y="1079"/>
                    <a:pt x="877" y="909"/>
                  </a:cubicBezTo>
                  <a:cubicBezTo>
                    <a:pt x="639" y="675"/>
                    <a:pt x="389" y="421"/>
                    <a:pt x="134" y="170"/>
                  </a:cubicBezTo>
                  <a:cubicBezTo>
                    <a:pt x="69" y="118"/>
                    <a:pt x="33" y="69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667591" y="3427007"/>
              <a:ext cx="155444" cy="155344"/>
            </a:xfrm>
            <a:custGeom>
              <a:avLst/>
              <a:gdLst/>
              <a:ahLst/>
              <a:cxnLst/>
              <a:rect l="l" t="t" r="r" b="b"/>
              <a:pathLst>
                <a:path w="1565" h="1564" extrusionOk="0">
                  <a:moveTo>
                    <a:pt x="1499" y="0"/>
                  </a:moveTo>
                  <a:cubicBezTo>
                    <a:pt x="1112" y="117"/>
                    <a:pt x="724" y="251"/>
                    <a:pt x="352" y="368"/>
                  </a:cubicBezTo>
                  <a:cubicBezTo>
                    <a:pt x="336" y="368"/>
                    <a:pt x="336" y="368"/>
                    <a:pt x="336" y="388"/>
                  </a:cubicBezTo>
                  <a:lnTo>
                    <a:pt x="287" y="388"/>
                  </a:lnTo>
                  <a:cubicBezTo>
                    <a:pt x="203" y="404"/>
                    <a:pt x="102" y="420"/>
                    <a:pt x="33" y="505"/>
                  </a:cubicBezTo>
                  <a:cubicBezTo>
                    <a:pt x="1" y="554"/>
                    <a:pt x="1" y="639"/>
                    <a:pt x="17" y="723"/>
                  </a:cubicBezTo>
                  <a:lnTo>
                    <a:pt x="17" y="808"/>
                  </a:lnTo>
                  <a:lnTo>
                    <a:pt x="17" y="1329"/>
                  </a:lnTo>
                  <a:lnTo>
                    <a:pt x="17" y="1564"/>
                  </a:lnTo>
                  <a:lnTo>
                    <a:pt x="33" y="1564"/>
                  </a:lnTo>
                  <a:cubicBezTo>
                    <a:pt x="134" y="1564"/>
                    <a:pt x="235" y="1531"/>
                    <a:pt x="336" y="1499"/>
                  </a:cubicBezTo>
                  <a:cubicBezTo>
                    <a:pt x="372" y="1499"/>
                    <a:pt x="405" y="1479"/>
                    <a:pt x="437" y="1463"/>
                  </a:cubicBezTo>
                  <a:cubicBezTo>
                    <a:pt x="607" y="1430"/>
                    <a:pt x="776" y="1378"/>
                    <a:pt x="926" y="1329"/>
                  </a:cubicBezTo>
                  <a:cubicBezTo>
                    <a:pt x="1095" y="1261"/>
                    <a:pt x="1261" y="1212"/>
                    <a:pt x="1431" y="1160"/>
                  </a:cubicBezTo>
                  <a:cubicBezTo>
                    <a:pt x="1548" y="1143"/>
                    <a:pt x="1564" y="1075"/>
                    <a:pt x="1548" y="994"/>
                  </a:cubicBezTo>
                  <a:lnTo>
                    <a:pt x="1548" y="691"/>
                  </a:lnTo>
                  <a:cubicBezTo>
                    <a:pt x="1564" y="538"/>
                    <a:pt x="1564" y="368"/>
                    <a:pt x="1548" y="218"/>
                  </a:cubicBezTo>
                  <a:lnTo>
                    <a:pt x="1532" y="202"/>
                  </a:lnTo>
                  <a:cubicBezTo>
                    <a:pt x="1516" y="202"/>
                    <a:pt x="1516" y="218"/>
                    <a:pt x="1516" y="218"/>
                  </a:cubicBezTo>
                  <a:cubicBezTo>
                    <a:pt x="1532" y="368"/>
                    <a:pt x="1532" y="538"/>
                    <a:pt x="1532" y="691"/>
                  </a:cubicBezTo>
                  <a:lnTo>
                    <a:pt x="1532" y="994"/>
                  </a:lnTo>
                  <a:cubicBezTo>
                    <a:pt x="1532" y="1075"/>
                    <a:pt x="1516" y="1111"/>
                    <a:pt x="1415" y="1143"/>
                  </a:cubicBezTo>
                  <a:cubicBezTo>
                    <a:pt x="1245" y="1196"/>
                    <a:pt x="1079" y="1244"/>
                    <a:pt x="926" y="1297"/>
                  </a:cubicBezTo>
                  <a:cubicBezTo>
                    <a:pt x="756" y="1345"/>
                    <a:pt x="590" y="1398"/>
                    <a:pt x="437" y="1446"/>
                  </a:cubicBezTo>
                  <a:cubicBezTo>
                    <a:pt x="388" y="1463"/>
                    <a:pt x="352" y="1463"/>
                    <a:pt x="320" y="1479"/>
                  </a:cubicBezTo>
                  <a:cubicBezTo>
                    <a:pt x="235" y="1515"/>
                    <a:pt x="150" y="1531"/>
                    <a:pt x="49" y="1547"/>
                  </a:cubicBezTo>
                  <a:cubicBezTo>
                    <a:pt x="49" y="1479"/>
                    <a:pt x="33" y="1398"/>
                    <a:pt x="33" y="1329"/>
                  </a:cubicBezTo>
                  <a:cubicBezTo>
                    <a:pt x="33" y="1160"/>
                    <a:pt x="33" y="994"/>
                    <a:pt x="49" y="808"/>
                  </a:cubicBezTo>
                  <a:cubicBezTo>
                    <a:pt x="49" y="772"/>
                    <a:pt x="33" y="740"/>
                    <a:pt x="33" y="723"/>
                  </a:cubicBezTo>
                  <a:cubicBezTo>
                    <a:pt x="33" y="639"/>
                    <a:pt x="17" y="570"/>
                    <a:pt x="69" y="521"/>
                  </a:cubicBezTo>
                  <a:cubicBezTo>
                    <a:pt x="102" y="453"/>
                    <a:pt x="203" y="437"/>
                    <a:pt x="304" y="420"/>
                  </a:cubicBezTo>
                  <a:cubicBezTo>
                    <a:pt x="320" y="420"/>
                    <a:pt x="320" y="404"/>
                    <a:pt x="336" y="404"/>
                  </a:cubicBezTo>
                  <a:lnTo>
                    <a:pt x="352" y="404"/>
                  </a:lnTo>
                  <a:lnTo>
                    <a:pt x="352" y="388"/>
                  </a:lnTo>
                  <a:cubicBezTo>
                    <a:pt x="740" y="267"/>
                    <a:pt x="1128" y="150"/>
                    <a:pt x="1499" y="33"/>
                  </a:cubicBezTo>
                  <a:cubicBezTo>
                    <a:pt x="1516" y="33"/>
                    <a:pt x="1516" y="16"/>
                    <a:pt x="1516" y="16"/>
                  </a:cubicBezTo>
                  <a:cubicBezTo>
                    <a:pt x="1516" y="0"/>
                    <a:pt x="1499" y="0"/>
                    <a:pt x="14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1735732" y="3107577"/>
              <a:ext cx="174216" cy="267780"/>
            </a:xfrm>
            <a:custGeom>
              <a:avLst/>
              <a:gdLst/>
              <a:ahLst/>
              <a:cxnLst/>
              <a:rect l="l" t="t" r="r" b="b"/>
              <a:pathLst>
                <a:path w="1754" h="2696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20" y="118"/>
                    <a:pt x="37" y="203"/>
                    <a:pt x="37" y="304"/>
                  </a:cubicBezTo>
                  <a:lnTo>
                    <a:pt x="37" y="522"/>
                  </a:lnTo>
                  <a:cubicBezTo>
                    <a:pt x="0" y="675"/>
                    <a:pt x="53" y="809"/>
                    <a:pt x="186" y="942"/>
                  </a:cubicBezTo>
                  <a:cubicBezTo>
                    <a:pt x="473" y="1245"/>
                    <a:pt x="744" y="1548"/>
                    <a:pt x="994" y="1835"/>
                  </a:cubicBezTo>
                  <a:cubicBezTo>
                    <a:pt x="1131" y="1968"/>
                    <a:pt x="1249" y="2122"/>
                    <a:pt x="1382" y="2271"/>
                  </a:cubicBezTo>
                  <a:cubicBezTo>
                    <a:pt x="1414" y="2307"/>
                    <a:pt x="1451" y="2340"/>
                    <a:pt x="1483" y="2372"/>
                  </a:cubicBezTo>
                  <a:cubicBezTo>
                    <a:pt x="1584" y="2473"/>
                    <a:pt x="1669" y="2558"/>
                    <a:pt x="1737" y="2675"/>
                  </a:cubicBezTo>
                  <a:lnTo>
                    <a:pt x="1753" y="2695"/>
                  </a:lnTo>
                  <a:lnTo>
                    <a:pt x="1753" y="2675"/>
                  </a:lnTo>
                  <a:cubicBezTo>
                    <a:pt x="1701" y="2542"/>
                    <a:pt x="1600" y="2457"/>
                    <a:pt x="1515" y="2356"/>
                  </a:cubicBezTo>
                  <a:cubicBezTo>
                    <a:pt x="1467" y="2323"/>
                    <a:pt x="1434" y="2291"/>
                    <a:pt x="1398" y="2255"/>
                  </a:cubicBezTo>
                  <a:cubicBezTo>
                    <a:pt x="1281" y="2105"/>
                    <a:pt x="1148" y="1952"/>
                    <a:pt x="1010" y="1819"/>
                  </a:cubicBezTo>
                  <a:cubicBezTo>
                    <a:pt x="760" y="1516"/>
                    <a:pt x="489" y="1213"/>
                    <a:pt x="202" y="926"/>
                  </a:cubicBezTo>
                  <a:cubicBezTo>
                    <a:pt x="85" y="792"/>
                    <a:pt x="37" y="675"/>
                    <a:pt x="53" y="522"/>
                  </a:cubicBezTo>
                  <a:cubicBezTo>
                    <a:pt x="69" y="453"/>
                    <a:pt x="53" y="372"/>
                    <a:pt x="53" y="304"/>
                  </a:cubicBezTo>
                  <a:cubicBezTo>
                    <a:pt x="53" y="219"/>
                    <a:pt x="53" y="118"/>
                    <a:pt x="69" y="17"/>
                  </a:cubicBezTo>
                  <a:cubicBezTo>
                    <a:pt x="85" y="17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869817" y="2116115"/>
              <a:ext cx="339592" cy="247717"/>
            </a:xfrm>
            <a:custGeom>
              <a:avLst/>
              <a:gdLst/>
              <a:ahLst/>
              <a:cxnLst/>
              <a:rect l="l" t="t" r="r" b="b"/>
              <a:pathLst>
                <a:path w="3419" h="2494" extrusionOk="0">
                  <a:moveTo>
                    <a:pt x="3402" y="1"/>
                  </a:moveTo>
                  <a:cubicBezTo>
                    <a:pt x="3232" y="69"/>
                    <a:pt x="3063" y="134"/>
                    <a:pt x="2913" y="219"/>
                  </a:cubicBezTo>
                  <a:cubicBezTo>
                    <a:pt x="2861" y="255"/>
                    <a:pt x="2812" y="271"/>
                    <a:pt x="2760" y="304"/>
                  </a:cubicBezTo>
                  <a:cubicBezTo>
                    <a:pt x="2558" y="405"/>
                    <a:pt x="2340" y="489"/>
                    <a:pt x="2138" y="590"/>
                  </a:cubicBezTo>
                  <a:cubicBezTo>
                    <a:pt x="1936" y="691"/>
                    <a:pt x="1718" y="792"/>
                    <a:pt x="1516" y="893"/>
                  </a:cubicBezTo>
                  <a:cubicBezTo>
                    <a:pt x="1095" y="1095"/>
                    <a:pt x="675" y="1297"/>
                    <a:pt x="271" y="1499"/>
                  </a:cubicBezTo>
                  <a:lnTo>
                    <a:pt x="33" y="1617"/>
                  </a:lnTo>
                  <a:cubicBezTo>
                    <a:pt x="33" y="1617"/>
                    <a:pt x="17" y="1617"/>
                    <a:pt x="17" y="1633"/>
                  </a:cubicBezTo>
                  <a:lnTo>
                    <a:pt x="1" y="1649"/>
                  </a:lnTo>
                  <a:cubicBezTo>
                    <a:pt x="17" y="1786"/>
                    <a:pt x="17" y="1919"/>
                    <a:pt x="17" y="2053"/>
                  </a:cubicBezTo>
                  <a:cubicBezTo>
                    <a:pt x="17" y="2206"/>
                    <a:pt x="17" y="2340"/>
                    <a:pt x="33" y="2493"/>
                  </a:cubicBezTo>
                  <a:lnTo>
                    <a:pt x="69" y="2493"/>
                  </a:lnTo>
                  <a:cubicBezTo>
                    <a:pt x="33" y="2340"/>
                    <a:pt x="53" y="2206"/>
                    <a:pt x="53" y="2053"/>
                  </a:cubicBezTo>
                  <a:cubicBezTo>
                    <a:pt x="53" y="1919"/>
                    <a:pt x="53" y="1786"/>
                    <a:pt x="33" y="1649"/>
                  </a:cubicBezTo>
                  <a:lnTo>
                    <a:pt x="53" y="1633"/>
                  </a:lnTo>
                  <a:lnTo>
                    <a:pt x="287" y="1516"/>
                  </a:lnTo>
                  <a:cubicBezTo>
                    <a:pt x="691" y="1330"/>
                    <a:pt x="1112" y="1112"/>
                    <a:pt x="1532" y="926"/>
                  </a:cubicBezTo>
                  <a:cubicBezTo>
                    <a:pt x="1734" y="825"/>
                    <a:pt x="1936" y="724"/>
                    <a:pt x="2154" y="623"/>
                  </a:cubicBezTo>
                  <a:lnTo>
                    <a:pt x="2760" y="320"/>
                  </a:lnTo>
                  <a:cubicBezTo>
                    <a:pt x="2828" y="304"/>
                    <a:pt x="2881" y="271"/>
                    <a:pt x="2929" y="235"/>
                  </a:cubicBezTo>
                  <a:cubicBezTo>
                    <a:pt x="3083" y="170"/>
                    <a:pt x="3232" y="85"/>
                    <a:pt x="3402" y="33"/>
                  </a:cubicBezTo>
                  <a:cubicBezTo>
                    <a:pt x="3402" y="17"/>
                    <a:pt x="3418" y="17"/>
                    <a:pt x="3418" y="17"/>
                  </a:cubicBezTo>
                  <a:lnTo>
                    <a:pt x="34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1923059" y="2418659"/>
              <a:ext cx="147398" cy="322707"/>
            </a:xfrm>
            <a:custGeom>
              <a:avLst/>
              <a:gdLst/>
              <a:ahLst/>
              <a:cxnLst/>
              <a:rect l="l" t="t" r="r" b="b"/>
              <a:pathLst>
                <a:path w="1484" h="3249" extrusionOk="0">
                  <a:moveTo>
                    <a:pt x="53" y="1"/>
                  </a:moveTo>
                  <a:lnTo>
                    <a:pt x="33" y="17"/>
                  </a:lnTo>
                  <a:cubicBezTo>
                    <a:pt x="1" y="154"/>
                    <a:pt x="33" y="255"/>
                    <a:pt x="134" y="405"/>
                  </a:cubicBezTo>
                  <a:cubicBezTo>
                    <a:pt x="271" y="590"/>
                    <a:pt x="389" y="792"/>
                    <a:pt x="522" y="994"/>
                  </a:cubicBezTo>
                  <a:cubicBezTo>
                    <a:pt x="574" y="1063"/>
                    <a:pt x="623" y="1148"/>
                    <a:pt x="675" y="1229"/>
                  </a:cubicBezTo>
                  <a:cubicBezTo>
                    <a:pt x="724" y="1297"/>
                    <a:pt x="776" y="1382"/>
                    <a:pt x="809" y="1451"/>
                  </a:cubicBezTo>
                  <a:cubicBezTo>
                    <a:pt x="942" y="1653"/>
                    <a:pt x="1079" y="1871"/>
                    <a:pt x="1213" y="2073"/>
                  </a:cubicBezTo>
                  <a:cubicBezTo>
                    <a:pt x="1245" y="2121"/>
                    <a:pt x="1265" y="2174"/>
                    <a:pt x="1265" y="2239"/>
                  </a:cubicBezTo>
                  <a:lnTo>
                    <a:pt x="1265" y="2441"/>
                  </a:lnTo>
                  <a:cubicBezTo>
                    <a:pt x="1265" y="2562"/>
                    <a:pt x="1265" y="2679"/>
                    <a:pt x="1245" y="2796"/>
                  </a:cubicBezTo>
                  <a:cubicBezTo>
                    <a:pt x="1229" y="2844"/>
                    <a:pt x="1245" y="2913"/>
                    <a:pt x="1330" y="2982"/>
                  </a:cubicBezTo>
                  <a:cubicBezTo>
                    <a:pt x="1399" y="3046"/>
                    <a:pt x="1431" y="3131"/>
                    <a:pt x="1447" y="3232"/>
                  </a:cubicBezTo>
                  <a:cubicBezTo>
                    <a:pt x="1447" y="3248"/>
                    <a:pt x="1467" y="3248"/>
                    <a:pt x="1467" y="3248"/>
                  </a:cubicBezTo>
                  <a:cubicBezTo>
                    <a:pt x="1483" y="3248"/>
                    <a:pt x="1483" y="3248"/>
                    <a:pt x="1483" y="3232"/>
                  </a:cubicBezTo>
                  <a:cubicBezTo>
                    <a:pt x="1467" y="3131"/>
                    <a:pt x="1415" y="3046"/>
                    <a:pt x="1346" y="2966"/>
                  </a:cubicBezTo>
                  <a:cubicBezTo>
                    <a:pt x="1298" y="2929"/>
                    <a:pt x="1245" y="2865"/>
                    <a:pt x="1265" y="2796"/>
                  </a:cubicBezTo>
                  <a:cubicBezTo>
                    <a:pt x="1298" y="2679"/>
                    <a:pt x="1298" y="2562"/>
                    <a:pt x="1298" y="2441"/>
                  </a:cubicBezTo>
                  <a:cubicBezTo>
                    <a:pt x="1281" y="2376"/>
                    <a:pt x="1281" y="2307"/>
                    <a:pt x="1298" y="2239"/>
                  </a:cubicBezTo>
                  <a:cubicBezTo>
                    <a:pt x="1298" y="2174"/>
                    <a:pt x="1281" y="2105"/>
                    <a:pt x="1229" y="2057"/>
                  </a:cubicBezTo>
                  <a:cubicBezTo>
                    <a:pt x="1096" y="1855"/>
                    <a:pt x="962" y="1633"/>
                    <a:pt x="841" y="1431"/>
                  </a:cubicBezTo>
                  <a:cubicBezTo>
                    <a:pt x="793" y="1366"/>
                    <a:pt x="740" y="1297"/>
                    <a:pt x="692" y="1212"/>
                  </a:cubicBezTo>
                  <a:cubicBezTo>
                    <a:pt x="639" y="1128"/>
                    <a:pt x="591" y="1063"/>
                    <a:pt x="538" y="978"/>
                  </a:cubicBezTo>
                  <a:cubicBezTo>
                    <a:pt x="421" y="776"/>
                    <a:pt x="288" y="574"/>
                    <a:pt x="154" y="388"/>
                  </a:cubicBezTo>
                  <a:cubicBezTo>
                    <a:pt x="53" y="255"/>
                    <a:pt x="33" y="154"/>
                    <a:pt x="69" y="17"/>
                  </a:cubicBezTo>
                  <a:cubicBezTo>
                    <a:pt x="69" y="17"/>
                    <a:pt x="53" y="17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2080390" y="3065861"/>
              <a:ext cx="105185" cy="162198"/>
            </a:xfrm>
            <a:custGeom>
              <a:avLst/>
              <a:gdLst/>
              <a:ahLst/>
              <a:cxnLst/>
              <a:rect l="l" t="t" r="r" b="b"/>
              <a:pathLst>
                <a:path w="1059" h="1633" extrusionOk="0">
                  <a:moveTo>
                    <a:pt x="17" y="1"/>
                  </a:moveTo>
                  <a:lnTo>
                    <a:pt x="0" y="17"/>
                  </a:lnTo>
                  <a:cubicBezTo>
                    <a:pt x="33" y="166"/>
                    <a:pt x="134" y="287"/>
                    <a:pt x="218" y="388"/>
                  </a:cubicBezTo>
                  <a:cubicBezTo>
                    <a:pt x="267" y="437"/>
                    <a:pt x="319" y="506"/>
                    <a:pt x="368" y="554"/>
                  </a:cubicBezTo>
                  <a:cubicBezTo>
                    <a:pt x="437" y="691"/>
                    <a:pt x="538" y="825"/>
                    <a:pt x="639" y="942"/>
                  </a:cubicBezTo>
                  <a:cubicBezTo>
                    <a:pt x="707" y="1027"/>
                    <a:pt x="772" y="1128"/>
                    <a:pt x="841" y="1229"/>
                  </a:cubicBezTo>
                  <a:cubicBezTo>
                    <a:pt x="857" y="1261"/>
                    <a:pt x="893" y="1277"/>
                    <a:pt x="909" y="1313"/>
                  </a:cubicBezTo>
                  <a:cubicBezTo>
                    <a:pt x="958" y="1346"/>
                    <a:pt x="994" y="1378"/>
                    <a:pt x="1010" y="1447"/>
                  </a:cubicBezTo>
                  <a:cubicBezTo>
                    <a:pt x="1026" y="1499"/>
                    <a:pt x="1026" y="1548"/>
                    <a:pt x="1010" y="1600"/>
                  </a:cubicBezTo>
                  <a:lnTo>
                    <a:pt x="1010" y="1633"/>
                  </a:lnTo>
                  <a:lnTo>
                    <a:pt x="1026" y="1633"/>
                  </a:lnTo>
                  <a:lnTo>
                    <a:pt x="1026" y="1616"/>
                  </a:lnTo>
                  <a:cubicBezTo>
                    <a:pt x="1059" y="1548"/>
                    <a:pt x="1059" y="1499"/>
                    <a:pt x="1043" y="1431"/>
                  </a:cubicBezTo>
                  <a:cubicBezTo>
                    <a:pt x="1010" y="1362"/>
                    <a:pt x="974" y="1330"/>
                    <a:pt x="925" y="1297"/>
                  </a:cubicBezTo>
                  <a:cubicBezTo>
                    <a:pt x="909" y="1261"/>
                    <a:pt x="893" y="1245"/>
                    <a:pt x="857" y="1212"/>
                  </a:cubicBezTo>
                  <a:cubicBezTo>
                    <a:pt x="792" y="1111"/>
                    <a:pt x="723" y="1027"/>
                    <a:pt x="655" y="926"/>
                  </a:cubicBezTo>
                  <a:cubicBezTo>
                    <a:pt x="554" y="808"/>
                    <a:pt x="469" y="671"/>
                    <a:pt x="388" y="554"/>
                  </a:cubicBezTo>
                  <a:cubicBezTo>
                    <a:pt x="336" y="489"/>
                    <a:pt x="287" y="421"/>
                    <a:pt x="251" y="368"/>
                  </a:cubicBezTo>
                  <a:cubicBezTo>
                    <a:pt x="150" y="267"/>
                    <a:pt x="65" y="166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1923059" y="2724779"/>
              <a:ext cx="128924" cy="252484"/>
            </a:xfrm>
            <a:custGeom>
              <a:avLst/>
              <a:gdLst/>
              <a:ahLst/>
              <a:cxnLst/>
              <a:rect l="l" t="t" r="r" b="b"/>
              <a:pathLst>
                <a:path w="1298" h="2542" extrusionOk="0">
                  <a:moveTo>
                    <a:pt x="53" y="1"/>
                  </a:moveTo>
                  <a:cubicBezTo>
                    <a:pt x="1" y="118"/>
                    <a:pt x="17" y="219"/>
                    <a:pt x="118" y="336"/>
                  </a:cubicBezTo>
                  <a:cubicBezTo>
                    <a:pt x="235" y="469"/>
                    <a:pt x="320" y="623"/>
                    <a:pt x="421" y="756"/>
                  </a:cubicBezTo>
                  <a:cubicBezTo>
                    <a:pt x="437" y="793"/>
                    <a:pt x="473" y="809"/>
                    <a:pt x="490" y="841"/>
                  </a:cubicBezTo>
                  <a:cubicBezTo>
                    <a:pt x="574" y="958"/>
                    <a:pt x="659" y="1096"/>
                    <a:pt x="740" y="1213"/>
                  </a:cubicBezTo>
                  <a:cubicBezTo>
                    <a:pt x="894" y="1431"/>
                    <a:pt x="1063" y="1665"/>
                    <a:pt x="1213" y="1883"/>
                  </a:cubicBezTo>
                  <a:cubicBezTo>
                    <a:pt x="1265" y="1952"/>
                    <a:pt x="1265" y="1984"/>
                    <a:pt x="1265" y="2053"/>
                  </a:cubicBezTo>
                  <a:lnTo>
                    <a:pt x="1265" y="2255"/>
                  </a:lnTo>
                  <a:lnTo>
                    <a:pt x="1265" y="2388"/>
                  </a:lnTo>
                  <a:lnTo>
                    <a:pt x="1265" y="2425"/>
                  </a:lnTo>
                  <a:cubicBezTo>
                    <a:pt x="1265" y="2457"/>
                    <a:pt x="1265" y="2489"/>
                    <a:pt x="1229" y="2526"/>
                  </a:cubicBezTo>
                  <a:lnTo>
                    <a:pt x="1229" y="2542"/>
                  </a:lnTo>
                  <a:lnTo>
                    <a:pt x="1245" y="2542"/>
                  </a:lnTo>
                  <a:cubicBezTo>
                    <a:pt x="1298" y="2509"/>
                    <a:pt x="1298" y="2457"/>
                    <a:pt x="1298" y="2425"/>
                  </a:cubicBezTo>
                  <a:lnTo>
                    <a:pt x="1298" y="2388"/>
                  </a:lnTo>
                  <a:lnTo>
                    <a:pt x="1298" y="2255"/>
                  </a:lnTo>
                  <a:lnTo>
                    <a:pt x="1298" y="2053"/>
                  </a:lnTo>
                  <a:cubicBezTo>
                    <a:pt x="1298" y="1984"/>
                    <a:pt x="1281" y="1936"/>
                    <a:pt x="1245" y="1867"/>
                  </a:cubicBezTo>
                  <a:cubicBezTo>
                    <a:pt x="1079" y="1649"/>
                    <a:pt x="926" y="1431"/>
                    <a:pt x="760" y="1197"/>
                  </a:cubicBezTo>
                  <a:cubicBezTo>
                    <a:pt x="675" y="1075"/>
                    <a:pt x="591" y="942"/>
                    <a:pt x="506" y="825"/>
                  </a:cubicBezTo>
                  <a:cubicBezTo>
                    <a:pt x="490" y="793"/>
                    <a:pt x="473" y="772"/>
                    <a:pt x="457" y="740"/>
                  </a:cubicBezTo>
                  <a:cubicBezTo>
                    <a:pt x="356" y="607"/>
                    <a:pt x="255" y="453"/>
                    <a:pt x="134" y="320"/>
                  </a:cubicBezTo>
                  <a:cubicBezTo>
                    <a:pt x="53" y="219"/>
                    <a:pt x="17" y="118"/>
                    <a:pt x="69" y="17"/>
                  </a:cubicBezTo>
                  <a:cubicBezTo>
                    <a:pt x="86" y="1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669181" y="2440312"/>
              <a:ext cx="152166" cy="187526"/>
            </a:xfrm>
            <a:custGeom>
              <a:avLst/>
              <a:gdLst/>
              <a:ahLst/>
              <a:cxnLst/>
              <a:rect l="l" t="t" r="r" b="b"/>
              <a:pathLst>
                <a:path w="1532" h="1888" extrusionOk="0">
                  <a:moveTo>
                    <a:pt x="1516" y="1"/>
                  </a:moveTo>
                  <a:cubicBezTo>
                    <a:pt x="1516" y="1"/>
                    <a:pt x="1500" y="1"/>
                    <a:pt x="1500" y="21"/>
                  </a:cubicBezTo>
                  <a:cubicBezTo>
                    <a:pt x="1483" y="53"/>
                    <a:pt x="1467" y="86"/>
                    <a:pt x="1431" y="102"/>
                  </a:cubicBezTo>
                  <a:cubicBezTo>
                    <a:pt x="1164" y="203"/>
                    <a:pt x="910" y="324"/>
                    <a:pt x="659" y="441"/>
                  </a:cubicBezTo>
                  <a:cubicBezTo>
                    <a:pt x="490" y="526"/>
                    <a:pt x="304" y="627"/>
                    <a:pt x="134" y="691"/>
                  </a:cubicBezTo>
                  <a:cubicBezTo>
                    <a:pt x="53" y="728"/>
                    <a:pt x="17" y="792"/>
                    <a:pt x="17" y="877"/>
                  </a:cubicBezTo>
                  <a:lnTo>
                    <a:pt x="17" y="1435"/>
                  </a:lnTo>
                  <a:cubicBezTo>
                    <a:pt x="1" y="1568"/>
                    <a:pt x="1" y="1685"/>
                    <a:pt x="1" y="1802"/>
                  </a:cubicBezTo>
                  <a:cubicBezTo>
                    <a:pt x="1" y="1819"/>
                    <a:pt x="17" y="1839"/>
                    <a:pt x="17" y="1855"/>
                  </a:cubicBezTo>
                  <a:cubicBezTo>
                    <a:pt x="17" y="1871"/>
                    <a:pt x="17" y="1871"/>
                    <a:pt x="33" y="1871"/>
                  </a:cubicBezTo>
                  <a:lnTo>
                    <a:pt x="33" y="1887"/>
                  </a:lnTo>
                  <a:lnTo>
                    <a:pt x="53" y="1887"/>
                  </a:lnTo>
                  <a:lnTo>
                    <a:pt x="53" y="1871"/>
                  </a:lnTo>
                  <a:cubicBezTo>
                    <a:pt x="53" y="1855"/>
                    <a:pt x="53" y="1855"/>
                    <a:pt x="33" y="1839"/>
                  </a:cubicBezTo>
                  <a:lnTo>
                    <a:pt x="33" y="1802"/>
                  </a:lnTo>
                  <a:lnTo>
                    <a:pt x="33" y="1451"/>
                  </a:lnTo>
                  <a:cubicBezTo>
                    <a:pt x="53" y="1249"/>
                    <a:pt x="53" y="1063"/>
                    <a:pt x="53" y="877"/>
                  </a:cubicBezTo>
                  <a:cubicBezTo>
                    <a:pt x="53" y="792"/>
                    <a:pt x="70" y="744"/>
                    <a:pt x="134" y="728"/>
                  </a:cubicBezTo>
                  <a:cubicBezTo>
                    <a:pt x="320" y="643"/>
                    <a:pt x="506" y="558"/>
                    <a:pt x="675" y="473"/>
                  </a:cubicBezTo>
                  <a:cubicBezTo>
                    <a:pt x="926" y="356"/>
                    <a:pt x="1180" y="223"/>
                    <a:pt x="1431" y="122"/>
                  </a:cubicBezTo>
                  <a:cubicBezTo>
                    <a:pt x="1500" y="102"/>
                    <a:pt x="1516" y="69"/>
                    <a:pt x="1532" y="21"/>
                  </a:cubicBezTo>
                  <a:cubicBezTo>
                    <a:pt x="1532" y="21"/>
                    <a:pt x="1532" y="1"/>
                    <a:pt x="1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687655" y="3124463"/>
              <a:ext cx="128924" cy="140545"/>
            </a:xfrm>
            <a:custGeom>
              <a:avLst/>
              <a:gdLst/>
              <a:ahLst/>
              <a:cxnLst/>
              <a:rect l="l" t="t" r="r" b="b"/>
              <a:pathLst>
                <a:path w="1298" h="1415" extrusionOk="0">
                  <a:moveTo>
                    <a:pt x="1281" y="0"/>
                  </a:moveTo>
                  <a:lnTo>
                    <a:pt x="1027" y="101"/>
                  </a:lnTo>
                  <a:cubicBezTo>
                    <a:pt x="708" y="218"/>
                    <a:pt x="388" y="336"/>
                    <a:pt x="85" y="453"/>
                  </a:cubicBezTo>
                  <a:cubicBezTo>
                    <a:pt x="33" y="469"/>
                    <a:pt x="1" y="485"/>
                    <a:pt x="1" y="538"/>
                  </a:cubicBezTo>
                  <a:lnTo>
                    <a:pt x="1" y="857"/>
                  </a:lnTo>
                  <a:cubicBezTo>
                    <a:pt x="1" y="1043"/>
                    <a:pt x="1" y="1228"/>
                    <a:pt x="17" y="1394"/>
                  </a:cubicBezTo>
                  <a:cubicBezTo>
                    <a:pt x="17" y="1414"/>
                    <a:pt x="17" y="1414"/>
                    <a:pt x="33" y="1414"/>
                  </a:cubicBezTo>
                  <a:cubicBezTo>
                    <a:pt x="33" y="1414"/>
                    <a:pt x="49" y="1414"/>
                    <a:pt x="49" y="1394"/>
                  </a:cubicBezTo>
                  <a:cubicBezTo>
                    <a:pt x="17" y="1212"/>
                    <a:pt x="33" y="1043"/>
                    <a:pt x="33" y="857"/>
                  </a:cubicBezTo>
                  <a:lnTo>
                    <a:pt x="33" y="538"/>
                  </a:lnTo>
                  <a:cubicBezTo>
                    <a:pt x="33" y="505"/>
                    <a:pt x="49" y="485"/>
                    <a:pt x="85" y="485"/>
                  </a:cubicBezTo>
                  <a:cubicBezTo>
                    <a:pt x="405" y="368"/>
                    <a:pt x="724" y="235"/>
                    <a:pt x="1027" y="117"/>
                  </a:cubicBezTo>
                  <a:lnTo>
                    <a:pt x="1297" y="17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669181" y="2288543"/>
              <a:ext cx="150577" cy="177196"/>
            </a:xfrm>
            <a:custGeom>
              <a:avLst/>
              <a:gdLst/>
              <a:ahLst/>
              <a:cxnLst/>
              <a:rect l="l" t="t" r="r" b="b"/>
              <a:pathLst>
                <a:path w="1516" h="1784" extrusionOk="0">
                  <a:moveTo>
                    <a:pt x="1426" y="1"/>
                  </a:moveTo>
                  <a:cubicBezTo>
                    <a:pt x="1400" y="1"/>
                    <a:pt x="1354" y="28"/>
                    <a:pt x="1281" y="66"/>
                  </a:cubicBezTo>
                  <a:cubicBezTo>
                    <a:pt x="926" y="236"/>
                    <a:pt x="558" y="418"/>
                    <a:pt x="134" y="620"/>
                  </a:cubicBezTo>
                  <a:cubicBezTo>
                    <a:pt x="53" y="656"/>
                    <a:pt x="17" y="705"/>
                    <a:pt x="17" y="789"/>
                  </a:cubicBezTo>
                  <a:cubicBezTo>
                    <a:pt x="33" y="943"/>
                    <a:pt x="33" y="1076"/>
                    <a:pt x="33" y="1226"/>
                  </a:cubicBezTo>
                  <a:lnTo>
                    <a:pt x="33" y="1682"/>
                  </a:lnTo>
                  <a:cubicBezTo>
                    <a:pt x="33" y="1698"/>
                    <a:pt x="17" y="1715"/>
                    <a:pt x="17" y="1731"/>
                  </a:cubicBezTo>
                  <a:cubicBezTo>
                    <a:pt x="1" y="1731"/>
                    <a:pt x="1" y="1751"/>
                    <a:pt x="1" y="1767"/>
                  </a:cubicBezTo>
                  <a:cubicBezTo>
                    <a:pt x="1" y="1767"/>
                    <a:pt x="1" y="1783"/>
                    <a:pt x="17" y="1783"/>
                  </a:cubicBezTo>
                  <a:cubicBezTo>
                    <a:pt x="17" y="1783"/>
                    <a:pt x="17" y="1767"/>
                    <a:pt x="33" y="1767"/>
                  </a:cubicBezTo>
                  <a:lnTo>
                    <a:pt x="33" y="1731"/>
                  </a:lnTo>
                  <a:cubicBezTo>
                    <a:pt x="53" y="1731"/>
                    <a:pt x="53" y="1715"/>
                    <a:pt x="53" y="1682"/>
                  </a:cubicBezTo>
                  <a:lnTo>
                    <a:pt x="53" y="1226"/>
                  </a:lnTo>
                  <a:lnTo>
                    <a:pt x="53" y="789"/>
                  </a:lnTo>
                  <a:cubicBezTo>
                    <a:pt x="53" y="705"/>
                    <a:pt x="70" y="672"/>
                    <a:pt x="134" y="640"/>
                  </a:cubicBezTo>
                  <a:cubicBezTo>
                    <a:pt x="558" y="438"/>
                    <a:pt x="942" y="252"/>
                    <a:pt x="1281" y="82"/>
                  </a:cubicBezTo>
                  <a:lnTo>
                    <a:pt x="1298" y="82"/>
                  </a:lnTo>
                  <a:cubicBezTo>
                    <a:pt x="1365" y="57"/>
                    <a:pt x="1410" y="28"/>
                    <a:pt x="1433" y="28"/>
                  </a:cubicBezTo>
                  <a:cubicBezTo>
                    <a:pt x="1439" y="28"/>
                    <a:pt x="1444" y="30"/>
                    <a:pt x="1447" y="34"/>
                  </a:cubicBezTo>
                  <a:cubicBezTo>
                    <a:pt x="1467" y="34"/>
                    <a:pt x="1467" y="99"/>
                    <a:pt x="1467" y="183"/>
                  </a:cubicBezTo>
                  <a:lnTo>
                    <a:pt x="1467" y="200"/>
                  </a:lnTo>
                  <a:lnTo>
                    <a:pt x="1467" y="216"/>
                  </a:lnTo>
                  <a:cubicBezTo>
                    <a:pt x="1500" y="369"/>
                    <a:pt x="1500" y="519"/>
                    <a:pt x="1483" y="672"/>
                  </a:cubicBezTo>
                  <a:lnTo>
                    <a:pt x="1483" y="959"/>
                  </a:lnTo>
                  <a:cubicBezTo>
                    <a:pt x="1483" y="1008"/>
                    <a:pt x="1467" y="1024"/>
                    <a:pt x="1431" y="1060"/>
                  </a:cubicBezTo>
                  <a:cubicBezTo>
                    <a:pt x="1366" y="1109"/>
                    <a:pt x="1314" y="1125"/>
                    <a:pt x="1245" y="1161"/>
                  </a:cubicBezTo>
                  <a:cubicBezTo>
                    <a:pt x="1213" y="1177"/>
                    <a:pt x="1180" y="1177"/>
                    <a:pt x="1164" y="1193"/>
                  </a:cubicBezTo>
                  <a:cubicBezTo>
                    <a:pt x="894" y="1327"/>
                    <a:pt x="623" y="1448"/>
                    <a:pt x="356" y="1565"/>
                  </a:cubicBezTo>
                  <a:cubicBezTo>
                    <a:pt x="255" y="1614"/>
                    <a:pt x="154" y="1666"/>
                    <a:pt x="70" y="1715"/>
                  </a:cubicBezTo>
                  <a:cubicBezTo>
                    <a:pt x="53" y="1715"/>
                    <a:pt x="53" y="1715"/>
                    <a:pt x="53" y="1731"/>
                  </a:cubicBezTo>
                  <a:lnTo>
                    <a:pt x="70" y="1731"/>
                  </a:lnTo>
                  <a:cubicBezTo>
                    <a:pt x="170" y="1682"/>
                    <a:pt x="271" y="1650"/>
                    <a:pt x="372" y="1597"/>
                  </a:cubicBezTo>
                  <a:cubicBezTo>
                    <a:pt x="623" y="1480"/>
                    <a:pt x="910" y="1347"/>
                    <a:pt x="1164" y="1226"/>
                  </a:cubicBezTo>
                  <a:cubicBezTo>
                    <a:pt x="1197" y="1210"/>
                    <a:pt x="1229" y="1193"/>
                    <a:pt x="1265" y="1177"/>
                  </a:cubicBezTo>
                  <a:cubicBezTo>
                    <a:pt x="1314" y="1161"/>
                    <a:pt x="1382" y="1125"/>
                    <a:pt x="1447" y="1092"/>
                  </a:cubicBezTo>
                  <a:cubicBezTo>
                    <a:pt x="1500" y="1044"/>
                    <a:pt x="1516" y="1008"/>
                    <a:pt x="1516" y="959"/>
                  </a:cubicBezTo>
                  <a:cubicBezTo>
                    <a:pt x="1500" y="858"/>
                    <a:pt x="1516" y="773"/>
                    <a:pt x="1516" y="672"/>
                  </a:cubicBezTo>
                  <a:cubicBezTo>
                    <a:pt x="1516" y="519"/>
                    <a:pt x="1516" y="369"/>
                    <a:pt x="1483" y="200"/>
                  </a:cubicBezTo>
                  <a:lnTo>
                    <a:pt x="1483" y="183"/>
                  </a:lnTo>
                  <a:cubicBezTo>
                    <a:pt x="1483" y="82"/>
                    <a:pt x="1483" y="34"/>
                    <a:pt x="1447" y="14"/>
                  </a:cubicBezTo>
                  <a:cubicBezTo>
                    <a:pt x="1443" y="5"/>
                    <a:pt x="1436" y="1"/>
                    <a:pt x="1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515525" y="3323609"/>
              <a:ext cx="125348" cy="149981"/>
            </a:xfrm>
            <a:custGeom>
              <a:avLst/>
              <a:gdLst/>
              <a:ahLst/>
              <a:cxnLst/>
              <a:rect l="l" t="t" r="r" b="b"/>
              <a:pathLst>
                <a:path w="1262" h="1510" extrusionOk="0">
                  <a:moveTo>
                    <a:pt x="1247" y="0"/>
                  </a:moveTo>
                  <a:cubicBezTo>
                    <a:pt x="1245" y="0"/>
                    <a:pt x="1245" y="5"/>
                    <a:pt x="1245" y="15"/>
                  </a:cubicBezTo>
                  <a:cubicBezTo>
                    <a:pt x="1176" y="96"/>
                    <a:pt x="1196" y="217"/>
                    <a:pt x="1213" y="298"/>
                  </a:cubicBezTo>
                  <a:cubicBezTo>
                    <a:pt x="1229" y="435"/>
                    <a:pt x="1229" y="569"/>
                    <a:pt x="1213" y="702"/>
                  </a:cubicBezTo>
                  <a:cubicBezTo>
                    <a:pt x="1213" y="803"/>
                    <a:pt x="1213" y="904"/>
                    <a:pt x="1229" y="1025"/>
                  </a:cubicBezTo>
                  <a:cubicBezTo>
                    <a:pt x="1229" y="1074"/>
                    <a:pt x="1213" y="1106"/>
                    <a:pt x="1144" y="1126"/>
                  </a:cubicBezTo>
                  <a:cubicBezTo>
                    <a:pt x="772" y="1227"/>
                    <a:pt x="405" y="1360"/>
                    <a:pt x="102" y="1478"/>
                  </a:cubicBezTo>
                  <a:lnTo>
                    <a:pt x="17" y="1478"/>
                  </a:lnTo>
                  <a:cubicBezTo>
                    <a:pt x="17" y="1478"/>
                    <a:pt x="1" y="1478"/>
                    <a:pt x="1" y="1494"/>
                  </a:cubicBezTo>
                  <a:lnTo>
                    <a:pt x="17" y="1494"/>
                  </a:lnTo>
                  <a:cubicBezTo>
                    <a:pt x="33" y="1494"/>
                    <a:pt x="33" y="1510"/>
                    <a:pt x="49" y="1510"/>
                  </a:cubicBezTo>
                  <a:lnTo>
                    <a:pt x="65" y="1510"/>
                  </a:lnTo>
                  <a:cubicBezTo>
                    <a:pt x="85" y="1510"/>
                    <a:pt x="102" y="1510"/>
                    <a:pt x="102" y="1494"/>
                  </a:cubicBezTo>
                  <a:cubicBezTo>
                    <a:pt x="421" y="1393"/>
                    <a:pt x="772" y="1259"/>
                    <a:pt x="1160" y="1158"/>
                  </a:cubicBezTo>
                  <a:cubicBezTo>
                    <a:pt x="1229" y="1126"/>
                    <a:pt x="1261" y="1090"/>
                    <a:pt x="1245" y="1025"/>
                  </a:cubicBezTo>
                  <a:lnTo>
                    <a:pt x="1245" y="702"/>
                  </a:lnTo>
                  <a:cubicBezTo>
                    <a:pt x="1245" y="569"/>
                    <a:pt x="1245" y="435"/>
                    <a:pt x="1229" y="298"/>
                  </a:cubicBezTo>
                  <a:lnTo>
                    <a:pt x="1229" y="282"/>
                  </a:lnTo>
                  <a:cubicBezTo>
                    <a:pt x="1229" y="217"/>
                    <a:pt x="1213" y="116"/>
                    <a:pt x="1261" y="31"/>
                  </a:cubicBezTo>
                  <a:lnTo>
                    <a:pt x="1261" y="15"/>
                  </a:lnTo>
                  <a:cubicBezTo>
                    <a:pt x="1253" y="5"/>
                    <a:pt x="1249" y="0"/>
                    <a:pt x="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497050" y="2693094"/>
              <a:ext cx="147398" cy="88399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447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15" y="17"/>
                    <a:pt x="1415" y="33"/>
                    <a:pt x="1415" y="33"/>
                  </a:cubicBezTo>
                  <a:cubicBezTo>
                    <a:pt x="1399" y="49"/>
                    <a:pt x="1399" y="65"/>
                    <a:pt x="1399" y="102"/>
                  </a:cubicBezTo>
                  <a:cubicBezTo>
                    <a:pt x="1447" y="219"/>
                    <a:pt x="1382" y="267"/>
                    <a:pt x="1261" y="320"/>
                  </a:cubicBezTo>
                  <a:cubicBezTo>
                    <a:pt x="958" y="453"/>
                    <a:pt x="639" y="586"/>
                    <a:pt x="352" y="724"/>
                  </a:cubicBezTo>
                  <a:cubicBezTo>
                    <a:pt x="235" y="772"/>
                    <a:pt x="118" y="825"/>
                    <a:pt x="17" y="873"/>
                  </a:cubicBezTo>
                  <a:cubicBezTo>
                    <a:pt x="1" y="873"/>
                    <a:pt x="1" y="873"/>
                    <a:pt x="1" y="889"/>
                  </a:cubicBezTo>
                  <a:lnTo>
                    <a:pt x="17" y="889"/>
                  </a:lnTo>
                  <a:lnTo>
                    <a:pt x="372" y="740"/>
                  </a:lnTo>
                  <a:cubicBezTo>
                    <a:pt x="655" y="607"/>
                    <a:pt x="958" y="469"/>
                    <a:pt x="1261" y="336"/>
                  </a:cubicBezTo>
                  <a:cubicBezTo>
                    <a:pt x="1362" y="283"/>
                    <a:pt x="1483" y="251"/>
                    <a:pt x="1431" y="81"/>
                  </a:cubicBezTo>
                  <a:cubicBezTo>
                    <a:pt x="1415" y="81"/>
                    <a:pt x="1431" y="65"/>
                    <a:pt x="1431" y="49"/>
                  </a:cubicBezTo>
                  <a:cubicBezTo>
                    <a:pt x="1447" y="33"/>
                    <a:pt x="1447" y="33"/>
                    <a:pt x="1447" y="17"/>
                  </a:cubicBezTo>
                  <a:lnTo>
                    <a:pt x="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1735732" y="2801458"/>
              <a:ext cx="147299" cy="237585"/>
            </a:xfrm>
            <a:custGeom>
              <a:avLst/>
              <a:gdLst/>
              <a:ahLst/>
              <a:cxnLst/>
              <a:rect l="l" t="t" r="r" b="b"/>
              <a:pathLst>
                <a:path w="1483" h="2392" extrusionOk="0">
                  <a:moveTo>
                    <a:pt x="85" y="0"/>
                  </a:moveTo>
                  <a:cubicBezTo>
                    <a:pt x="69" y="21"/>
                    <a:pt x="37" y="37"/>
                    <a:pt x="37" y="85"/>
                  </a:cubicBezTo>
                  <a:cubicBezTo>
                    <a:pt x="37" y="101"/>
                    <a:pt x="37" y="101"/>
                    <a:pt x="53" y="122"/>
                  </a:cubicBezTo>
                  <a:cubicBezTo>
                    <a:pt x="53" y="138"/>
                    <a:pt x="53" y="170"/>
                    <a:pt x="37" y="186"/>
                  </a:cubicBezTo>
                  <a:cubicBezTo>
                    <a:pt x="0" y="505"/>
                    <a:pt x="85" y="760"/>
                    <a:pt x="303" y="1010"/>
                  </a:cubicBezTo>
                  <a:cubicBezTo>
                    <a:pt x="590" y="1313"/>
                    <a:pt x="845" y="1653"/>
                    <a:pt x="1095" y="1972"/>
                  </a:cubicBezTo>
                  <a:cubicBezTo>
                    <a:pt x="1196" y="2089"/>
                    <a:pt x="1297" y="2222"/>
                    <a:pt x="1398" y="2360"/>
                  </a:cubicBezTo>
                  <a:cubicBezTo>
                    <a:pt x="1414" y="2376"/>
                    <a:pt x="1434" y="2392"/>
                    <a:pt x="1467" y="2392"/>
                  </a:cubicBezTo>
                  <a:lnTo>
                    <a:pt x="1483" y="2392"/>
                  </a:lnTo>
                  <a:lnTo>
                    <a:pt x="1483" y="2376"/>
                  </a:lnTo>
                  <a:lnTo>
                    <a:pt x="1467" y="2376"/>
                  </a:lnTo>
                  <a:cubicBezTo>
                    <a:pt x="1451" y="2376"/>
                    <a:pt x="1434" y="2360"/>
                    <a:pt x="1414" y="2343"/>
                  </a:cubicBezTo>
                  <a:cubicBezTo>
                    <a:pt x="1313" y="2206"/>
                    <a:pt x="1212" y="2073"/>
                    <a:pt x="1111" y="1956"/>
                  </a:cubicBezTo>
                  <a:cubicBezTo>
                    <a:pt x="861" y="1636"/>
                    <a:pt x="606" y="1297"/>
                    <a:pt x="323" y="994"/>
                  </a:cubicBezTo>
                  <a:cubicBezTo>
                    <a:pt x="121" y="744"/>
                    <a:pt x="37" y="505"/>
                    <a:pt x="69" y="186"/>
                  </a:cubicBezTo>
                  <a:lnTo>
                    <a:pt x="69" y="122"/>
                  </a:lnTo>
                  <a:lnTo>
                    <a:pt x="69" y="85"/>
                  </a:lnTo>
                  <a:cubicBezTo>
                    <a:pt x="69" y="53"/>
                    <a:pt x="85" y="37"/>
                    <a:pt x="101" y="21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460201" y="2206402"/>
              <a:ext cx="177394" cy="90386"/>
            </a:xfrm>
            <a:custGeom>
              <a:avLst/>
              <a:gdLst/>
              <a:ahLst/>
              <a:cxnLst/>
              <a:rect l="l" t="t" r="r" b="b"/>
              <a:pathLst>
                <a:path w="1786" h="910" extrusionOk="0">
                  <a:moveTo>
                    <a:pt x="1770" y="1"/>
                  </a:moveTo>
                  <a:cubicBezTo>
                    <a:pt x="1584" y="69"/>
                    <a:pt x="1414" y="154"/>
                    <a:pt x="1248" y="255"/>
                  </a:cubicBezTo>
                  <a:cubicBezTo>
                    <a:pt x="1180" y="287"/>
                    <a:pt x="1111" y="320"/>
                    <a:pt x="1026" y="372"/>
                  </a:cubicBezTo>
                  <a:cubicBezTo>
                    <a:pt x="792" y="489"/>
                    <a:pt x="541" y="607"/>
                    <a:pt x="303" y="740"/>
                  </a:cubicBezTo>
                  <a:lnTo>
                    <a:pt x="0" y="893"/>
                  </a:lnTo>
                  <a:lnTo>
                    <a:pt x="0" y="909"/>
                  </a:lnTo>
                  <a:lnTo>
                    <a:pt x="16" y="909"/>
                  </a:lnTo>
                  <a:lnTo>
                    <a:pt x="319" y="760"/>
                  </a:lnTo>
                  <a:cubicBezTo>
                    <a:pt x="558" y="639"/>
                    <a:pt x="792" y="506"/>
                    <a:pt x="1046" y="388"/>
                  </a:cubicBezTo>
                  <a:cubicBezTo>
                    <a:pt x="1111" y="356"/>
                    <a:pt x="1196" y="304"/>
                    <a:pt x="1265" y="271"/>
                  </a:cubicBezTo>
                  <a:cubicBezTo>
                    <a:pt x="1430" y="186"/>
                    <a:pt x="1600" y="85"/>
                    <a:pt x="1786" y="17"/>
                  </a:cubicBezTo>
                  <a:lnTo>
                    <a:pt x="17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1257880" y="1074494"/>
              <a:ext cx="158920" cy="209178"/>
            </a:xfrm>
            <a:custGeom>
              <a:avLst/>
              <a:gdLst/>
              <a:ahLst/>
              <a:cxnLst/>
              <a:rect l="l" t="t" r="r" b="b"/>
              <a:pathLst>
                <a:path w="1600" h="2106" extrusionOk="0">
                  <a:moveTo>
                    <a:pt x="1580" y="1"/>
                  </a:moveTo>
                  <a:lnTo>
                    <a:pt x="1244" y="203"/>
                  </a:lnTo>
                  <a:cubicBezTo>
                    <a:pt x="957" y="388"/>
                    <a:pt x="671" y="574"/>
                    <a:pt x="368" y="760"/>
                  </a:cubicBezTo>
                  <a:cubicBezTo>
                    <a:pt x="303" y="809"/>
                    <a:pt x="202" y="861"/>
                    <a:pt x="101" y="926"/>
                  </a:cubicBezTo>
                  <a:cubicBezTo>
                    <a:pt x="32" y="962"/>
                    <a:pt x="16" y="1011"/>
                    <a:pt x="16" y="1095"/>
                  </a:cubicBezTo>
                  <a:cubicBezTo>
                    <a:pt x="0" y="1229"/>
                    <a:pt x="0" y="1366"/>
                    <a:pt x="16" y="1499"/>
                  </a:cubicBezTo>
                  <a:cubicBezTo>
                    <a:pt x="16" y="1669"/>
                    <a:pt x="32" y="1835"/>
                    <a:pt x="0" y="1988"/>
                  </a:cubicBezTo>
                  <a:cubicBezTo>
                    <a:pt x="0" y="2020"/>
                    <a:pt x="16" y="2057"/>
                    <a:pt x="32" y="2073"/>
                  </a:cubicBezTo>
                  <a:lnTo>
                    <a:pt x="32" y="2089"/>
                  </a:lnTo>
                  <a:lnTo>
                    <a:pt x="48" y="2105"/>
                  </a:lnTo>
                  <a:lnTo>
                    <a:pt x="48" y="2089"/>
                  </a:lnTo>
                  <a:cubicBezTo>
                    <a:pt x="65" y="2089"/>
                    <a:pt x="65" y="2089"/>
                    <a:pt x="65" y="2073"/>
                  </a:cubicBezTo>
                  <a:cubicBezTo>
                    <a:pt x="65" y="2073"/>
                    <a:pt x="48" y="2073"/>
                    <a:pt x="48" y="2057"/>
                  </a:cubicBezTo>
                  <a:cubicBezTo>
                    <a:pt x="32" y="2037"/>
                    <a:pt x="32" y="2020"/>
                    <a:pt x="32" y="1988"/>
                  </a:cubicBezTo>
                  <a:cubicBezTo>
                    <a:pt x="48" y="1835"/>
                    <a:pt x="48" y="1669"/>
                    <a:pt x="32" y="1499"/>
                  </a:cubicBezTo>
                  <a:lnTo>
                    <a:pt x="32" y="1095"/>
                  </a:lnTo>
                  <a:cubicBezTo>
                    <a:pt x="48" y="1027"/>
                    <a:pt x="65" y="978"/>
                    <a:pt x="117" y="946"/>
                  </a:cubicBezTo>
                  <a:cubicBezTo>
                    <a:pt x="218" y="893"/>
                    <a:pt x="303" y="845"/>
                    <a:pt x="388" y="792"/>
                  </a:cubicBezTo>
                  <a:cubicBezTo>
                    <a:pt x="691" y="607"/>
                    <a:pt x="974" y="421"/>
                    <a:pt x="1260" y="239"/>
                  </a:cubicBezTo>
                  <a:lnTo>
                    <a:pt x="1600" y="37"/>
                  </a:lnTo>
                  <a:lnTo>
                    <a:pt x="1600" y="17"/>
                  </a:lnTo>
                  <a:cubicBezTo>
                    <a:pt x="1600" y="1"/>
                    <a:pt x="1580" y="1"/>
                    <a:pt x="1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1919881" y="3154558"/>
              <a:ext cx="143723" cy="248809"/>
            </a:xfrm>
            <a:custGeom>
              <a:avLst/>
              <a:gdLst/>
              <a:ahLst/>
              <a:cxnLst/>
              <a:rect l="l" t="t" r="r" b="b"/>
              <a:pathLst>
                <a:path w="1447" h="2505" extrusionOk="0">
                  <a:moveTo>
                    <a:pt x="85" y="0"/>
                  </a:moveTo>
                  <a:lnTo>
                    <a:pt x="65" y="16"/>
                  </a:lnTo>
                  <a:cubicBezTo>
                    <a:pt x="0" y="101"/>
                    <a:pt x="49" y="202"/>
                    <a:pt x="85" y="235"/>
                  </a:cubicBezTo>
                  <a:cubicBezTo>
                    <a:pt x="235" y="384"/>
                    <a:pt x="368" y="538"/>
                    <a:pt x="489" y="707"/>
                  </a:cubicBezTo>
                  <a:cubicBezTo>
                    <a:pt x="554" y="788"/>
                    <a:pt x="639" y="889"/>
                    <a:pt x="724" y="990"/>
                  </a:cubicBezTo>
                  <a:cubicBezTo>
                    <a:pt x="808" y="1091"/>
                    <a:pt x="909" y="1212"/>
                    <a:pt x="994" y="1329"/>
                  </a:cubicBezTo>
                  <a:cubicBezTo>
                    <a:pt x="1075" y="1414"/>
                    <a:pt x="1160" y="1515"/>
                    <a:pt x="1229" y="1596"/>
                  </a:cubicBezTo>
                  <a:cubicBezTo>
                    <a:pt x="1277" y="1665"/>
                    <a:pt x="1297" y="1717"/>
                    <a:pt x="1297" y="1798"/>
                  </a:cubicBezTo>
                  <a:lnTo>
                    <a:pt x="1297" y="2036"/>
                  </a:lnTo>
                  <a:cubicBezTo>
                    <a:pt x="1297" y="2121"/>
                    <a:pt x="1297" y="2222"/>
                    <a:pt x="1277" y="2303"/>
                  </a:cubicBezTo>
                  <a:cubicBezTo>
                    <a:pt x="1277" y="2388"/>
                    <a:pt x="1346" y="2440"/>
                    <a:pt x="1398" y="2473"/>
                  </a:cubicBezTo>
                  <a:cubicBezTo>
                    <a:pt x="1398" y="2489"/>
                    <a:pt x="1414" y="2489"/>
                    <a:pt x="1431" y="2505"/>
                  </a:cubicBezTo>
                  <a:lnTo>
                    <a:pt x="1447" y="2489"/>
                  </a:lnTo>
                  <a:lnTo>
                    <a:pt x="1447" y="2473"/>
                  </a:lnTo>
                  <a:cubicBezTo>
                    <a:pt x="1431" y="2473"/>
                    <a:pt x="1414" y="2456"/>
                    <a:pt x="1414" y="2456"/>
                  </a:cubicBezTo>
                  <a:cubicBezTo>
                    <a:pt x="1362" y="2404"/>
                    <a:pt x="1313" y="2372"/>
                    <a:pt x="1313" y="2323"/>
                  </a:cubicBezTo>
                  <a:cubicBezTo>
                    <a:pt x="1330" y="2222"/>
                    <a:pt x="1330" y="2121"/>
                    <a:pt x="1330" y="2036"/>
                  </a:cubicBezTo>
                  <a:cubicBezTo>
                    <a:pt x="1313" y="1951"/>
                    <a:pt x="1313" y="1883"/>
                    <a:pt x="1330" y="1798"/>
                  </a:cubicBezTo>
                  <a:cubicBezTo>
                    <a:pt x="1330" y="1717"/>
                    <a:pt x="1313" y="1649"/>
                    <a:pt x="1261" y="1580"/>
                  </a:cubicBezTo>
                  <a:cubicBezTo>
                    <a:pt x="1176" y="1495"/>
                    <a:pt x="1095" y="1394"/>
                    <a:pt x="1027" y="1313"/>
                  </a:cubicBezTo>
                  <a:cubicBezTo>
                    <a:pt x="926" y="1192"/>
                    <a:pt x="841" y="1075"/>
                    <a:pt x="740" y="974"/>
                  </a:cubicBezTo>
                  <a:cubicBezTo>
                    <a:pt x="655" y="873"/>
                    <a:pt x="590" y="772"/>
                    <a:pt x="505" y="687"/>
                  </a:cubicBezTo>
                  <a:cubicBezTo>
                    <a:pt x="388" y="521"/>
                    <a:pt x="251" y="368"/>
                    <a:pt x="101" y="218"/>
                  </a:cubicBezTo>
                  <a:cubicBezTo>
                    <a:pt x="65" y="182"/>
                    <a:pt x="33" y="101"/>
                    <a:pt x="85" y="33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1416701" y="2114526"/>
              <a:ext cx="56715" cy="67144"/>
            </a:xfrm>
            <a:custGeom>
              <a:avLst/>
              <a:gdLst/>
              <a:ahLst/>
              <a:cxnLst/>
              <a:rect l="l" t="t" r="r" b="b"/>
              <a:pathLst>
                <a:path w="571" h="67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102" y="69"/>
                    <a:pt x="150" y="134"/>
                    <a:pt x="183" y="202"/>
                  </a:cubicBezTo>
                  <a:cubicBezTo>
                    <a:pt x="219" y="235"/>
                    <a:pt x="235" y="271"/>
                    <a:pt x="251" y="303"/>
                  </a:cubicBezTo>
                  <a:cubicBezTo>
                    <a:pt x="304" y="352"/>
                    <a:pt x="336" y="404"/>
                    <a:pt x="368" y="453"/>
                  </a:cubicBezTo>
                  <a:cubicBezTo>
                    <a:pt x="421" y="538"/>
                    <a:pt x="469" y="606"/>
                    <a:pt x="538" y="675"/>
                  </a:cubicBezTo>
                  <a:lnTo>
                    <a:pt x="570" y="675"/>
                  </a:lnTo>
                  <a:lnTo>
                    <a:pt x="554" y="655"/>
                  </a:lnTo>
                  <a:cubicBezTo>
                    <a:pt x="485" y="590"/>
                    <a:pt x="437" y="522"/>
                    <a:pt x="384" y="437"/>
                  </a:cubicBezTo>
                  <a:cubicBezTo>
                    <a:pt x="352" y="388"/>
                    <a:pt x="320" y="336"/>
                    <a:pt x="284" y="287"/>
                  </a:cubicBezTo>
                  <a:cubicBezTo>
                    <a:pt x="251" y="271"/>
                    <a:pt x="235" y="235"/>
                    <a:pt x="219" y="202"/>
                  </a:cubicBezTo>
                  <a:cubicBezTo>
                    <a:pt x="166" y="118"/>
                    <a:pt x="118" y="33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1414714" y="3082349"/>
              <a:ext cx="60290" cy="150577"/>
            </a:xfrm>
            <a:custGeom>
              <a:avLst/>
              <a:gdLst/>
              <a:ahLst/>
              <a:cxnLst/>
              <a:rect l="l" t="t" r="r" b="b"/>
              <a:pathLst>
                <a:path w="607" h="1516" extrusionOk="0">
                  <a:moveTo>
                    <a:pt x="1" y="0"/>
                  </a:moveTo>
                  <a:lnTo>
                    <a:pt x="1" y="20"/>
                  </a:lnTo>
                  <a:lnTo>
                    <a:pt x="138" y="154"/>
                  </a:lnTo>
                  <a:cubicBezTo>
                    <a:pt x="271" y="287"/>
                    <a:pt x="404" y="424"/>
                    <a:pt x="542" y="558"/>
                  </a:cubicBezTo>
                  <a:cubicBezTo>
                    <a:pt x="558" y="574"/>
                    <a:pt x="574" y="606"/>
                    <a:pt x="574" y="642"/>
                  </a:cubicBezTo>
                  <a:lnTo>
                    <a:pt x="574" y="1046"/>
                  </a:lnTo>
                  <a:lnTo>
                    <a:pt x="574" y="1398"/>
                  </a:lnTo>
                  <a:cubicBezTo>
                    <a:pt x="574" y="1434"/>
                    <a:pt x="558" y="1450"/>
                    <a:pt x="558" y="1467"/>
                  </a:cubicBezTo>
                  <a:cubicBezTo>
                    <a:pt x="558" y="1483"/>
                    <a:pt x="558" y="1483"/>
                    <a:pt x="542" y="1499"/>
                  </a:cubicBezTo>
                  <a:cubicBezTo>
                    <a:pt x="542" y="1499"/>
                    <a:pt x="542" y="1515"/>
                    <a:pt x="558" y="1515"/>
                  </a:cubicBezTo>
                  <a:lnTo>
                    <a:pt x="574" y="1499"/>
                  </a:lnTo>
                  <a:lnTo>
                    <a:pt x="574" y="1483"/>
                  </a:lnTo>
                  <a:cubicBezTo>
                    <a:pt x="590" y="1450"/>
                    <a:pt x="590" y="1434"/>
                    <a:pt x="590" y="1398"/>
                  </a:cubicBezTo>
                  <a:lnTo>
                    <a:pt x="590" y="1046"/>
                  </a:lnTo>
                  <a:cubicBezTo>
                    <a:pt x="590" y="909"/>
                    <a:pt x="606" y="776"/>
                    <a:pt x="606" y="642"/>
                  </a:cubicBezTo>
                  <a:cubicBezTo>
                    <a:pt x="606" y="590"/>
                    <a:pt x="590" y="558"/>
                    <a:pt x="558" y="525"/>
                  </a:cubicBezTo>
                  <a:cubicBezTo>
                    <a:pt x="425" y="404"/>
                    <a:pt x="287" y="271"/>
                    <a:pt x="154" y="138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985431" y="2398595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1"/>
                  </a:moveTo>
                  <a:cubicBezTo>
                    <a:pt x="16" y="186"/>
                    <a:pt x="16" y="372"/>
                    <a:pt x="0" y="542"/>
                  </a:cubicBezTo>
                  <a:lnTo>
                    <a:pt x="0" y="724"/>
                  </a:lnTo>
                  <a:cubicBezTo>
                    <a:pt x="0" y="744"/>
                    <a:pt x="0" y="760"/>
                    <a:pt x="16" y="776"/>
                  </a:cubicBezTo>
                  <a:lnTo>
                    <a:pt x="16" y="809"/>
                  </a:lnTo>
                  <a:lnTo>
                    <a:pt x="32" y="809"/>
                  </a:lnTo>
                  <a:lnTo>
                    <a:pt x="32" y="825"/>
                  </a:lnTo>
                  <a:lnTo>
                    <a:pt x="49" y="809"/>
                  </a:lnTo>
                  <a:cubicBezTo>
                    <a:pt x="49" y="792"/>
                    <a:pt x="49" y="776"/>
                    <a:pt x="32" y="760"/>
                  </a:cubicBezTo>
                  <a:lnTo>
                    <a:pt x="32" y="724"/>
                  </a:lnTo>
                  <a:lnTo>
                    <a:pt x="32" y="542"/>
                  </a:lnTo>
                  <a:cubicBezTo>
                    <a:pt x="32" y="372"/>
                    <a:pt x="49" y="186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1612172" y="3619200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2" y="0"/>
                    <a:pt x="32" y="0"/>
                    <a:pt x="32" y="16"/>
                  </a:cubicBezTo>
                  <a:cubicBezTo>
                    <a:pt x="16" y="134"/>
                    <a:pt x="16" y="251"/>
                    <a:pt x="16" y="372"/>
                  </a:cubicBezTo>
                  <a:lnTo>
                    <a:pt x="16" y="606"/>
                  </a:lnTo>
                  <a:lnTo>
                    <a:pt x="16" y="655"/>
                  </a:lnTo>
                  <a:cubicBezTo>
                    <a:pt x="16" y="675"/>
                    <a:pt x="16" y="707"/>
                    <a:pt x="0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2" y="756"/>
                  </a:lnTo>
                  <a:cubicBezTo>
                    <a:pt x="53" y="723"/>
                    <a:pt x="53" y="691"/>
                    <a:pt x="53" y="655"/>
                  </a:cubicBezTo>
                  <a:lnTo>
                    <a:pt x="53" y="606"/>
                  </a:lnTo>
                  <a:lnTo>
                    <a:pt x="53" y="372"/>
                  </a:lnTo>
                  <a:cubicBezTo>
                    <a:pt x="32" y="251"/>
                    <a:pt x="32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1267912" y="1830456"/>
              <a:ext cx="143723" cy="178686"/>
            </a:xfrm>
            <a:custGeom>
              <a:avLst/>
              <a:gdLst/>
              <a:ahLst/>
              <a:cxnLst/>
              <a:rect l="l" t="t" r="r" b="b"/>
              <a:pathLst>
                <a:path w="1447" h="1799" extrusionOk="0">
                  <a:moveTo>
                    <a:pt x="1430" y="0"/>
                  </a:moveTo>
                  <a:cubicBezTo>
                    <a:pt x="1313" y="49"/>
                    <a:pt x="1196" y="118"/>
                    <a:pt x="1095" y="166"/>
                  </a:cubicBezTo>
                  <a:cubicBezTo>
                    <a:pt x="772" y="336"/>
                    <a:pt x="452" y="485"/>
                    <a:pt x="133" y="655"/>
                  </a:cubicBezTo>
                  <a:cubicBezTo>
                    <a:pt x="48" y="687"/>
                    <a:pt x="0" y="756"/>
                    <a:pt x="16" y="857"/>
                  </a:cubicBezTo>
                  <a:lnTo>
                    <a:pt x="16" y="1479"/>
                  </a:lnTo>
                  <a:lnTo>
                    <a:pt x="16" y="1616"/>
                  </a:lnTo>
                  <a:cubicBezTo>
                    <a:pt x="16" y="1681"/>
                    <a:pt x="16" y="1733"/>
                    <a:pt x="32" y="1782"/>
                  </a:cubicBezTo>
                  <a:lnTo>
                    <a:pt x="48" y="1798"/>
                  </a:lnTo>
                  <a:cubicBezTo>
                    <a:pt x="65" y="1798"/>
                    <a:pt x="65" y="1782"/>
                    <a:pt x="65" y="1782"/>
                  </a:cubicBezTo>
                  <a:cubicBezTo>
                    <a:pt x="32" y="1733"/>
                    <a:pt x="32" y="1665"/>
                    <a:pt x="32" y="1616"/>
                  </a:cubicBezTo>
                  <a:lnTo>
                    <a:pt x="32" y="1479"/>
                  </a:lnTo>
                  <a:cubicBezTo>
                    <a:pt x="32" y="1277"/>
                    <a:pt x="48" y="1059"/>
                    <a:pt x="32" y="857"/>
                  </a:cubicBezTo>
                  <a:cubicBezTo>
                    <a:pt x="32" y="772"/>
                    <a:pt x="65" y="723"/>
                    <a:pt x="149" y="671"/>
                  </a:cubicBezTo>
                  <a:cubicBezTo>
                    <a:pt x="469" y="522"/>
                    <a:pt x="792" y="352"/>
                    <a:pt x="1111" y="202"/>
                  </a:cubicBezTo>
                  <a:cubicBezTo>
                    <a:pt x="1212" y="134"/>
                    <a:pt x="1329" y="81"/>
                    <a:pt x="1430" y="33"/>
                  </a:cubicBezTo>
                  <a:cubicBezTo>
                    <a:pt x="1446" y="17"/>
                    <a:pt x="1446" y="17"/>
                    <a:pt x="1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1923059" y="2753285"/>
              <a:ext cx="257748" cy="412993"/>
            </a:xfrm>
            <a:custGeom>
              <a:avLst/>
              <a:gdLst/>
              <a:ahLst/>
              <a:cxnLst/>
              <a:rect l="l" t="t" r="r" b="b"/>
              <a:pathLst>
                <a:path w="2595" h="4158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1" y="219"/>
                    <a:pt x="1" y="437"/>
                    <a:pt x="53" y="639"/>
                  </a:cubicBezTo>
                  <a:cubicBezTo>
                    <a:pt x="69" y="740"/>
                    <a:pt x="134" y="809"/>
                    <a:pt x="203" y="889"/>
                  </a:cubicBezTo>
                  <a:cubicBezTo>
                    <a:pt x="219" y="926"/>
                    <a:pt x="255" y="958"/>
                    <a:pt x="271" y="974"/>
                  </a:cubicBezTo>
                  <a:cubicBezTo>
                    <a:pt x="336" y="1091"/>
                    <a:pt x="421" y="1192"/>
                    <a:pt x="506" y="1314"/>
                  </a:cubicBezTo>
                  <a:cubicBezTo>
                    <a:pt x="692" y="1580"/>
                    <a:pt x="894" y="1867"/>
                    <a:pt x="1112" y="2138"/>
                  </a:cubicBezTo>
                  <a:cubicBezTo>
                    <a:pt x="1298" y="2388"/>
                    <a:pt x="1467" y="2643"/>
                    <a:pt x="1649" y="2893"/>
                  </a:cubicBezTo>
                  <a:cubicBezTo>
                    <a:pt x="1851" y="3196"/>
                    <a:pt x="2073" y="3499"/>
                    <a:pt x="2307" y="3786"/>
                  </a:cubicBezTo>
                  <a:cubicBezTo>
                    <a:pt x="2340" y="3838"/>
                    <a:pt x="2376" y="3871"/>
                    <a:pt x="2392" y="3919"/>
                  </a:cubicBezTo>
                  <a:cubicBezTo>
                    <a:pt x="2441" y="4004"/>
                    <a:pt x="2493" y="4089"/>
                    <a:pt x="2578" y="4157"/>
                  </a:cubicBezTo>
                  <a:lnTo>
                    <a:pt x="2594" y="4157"/>
                  </a:lnTo>
                  <a:lnTo>
                    <a:pt x="2594" y="4141"/>
                  </a:lnTo>
                  <a:lnTo>
                    <a:pt x="2594" y="4121"/>
                  </a:lnTo>
                  <a:cubicBezTo>
                    <a:pt x="2509" y="4073"/>
                    <a:pt x="2457" y="3988"/>
                    <a:pt x="2425" y="3903"/>
                  </a:cubicBezTo>
                  <a:cubicBezTo>
                    <a:pt x="2392" y="3871"/>
                    <a:pt x="2356" y="3818"/>
                    <a:pt x="2324" y="3770"/>
                  </a:cubicBezTo>
                  <a:cubicBezTo>
                    <a:pt x="2089" y="3483"/>
                    <a:pt x="1871" y="3180"/>
                    <a:pt x="1669" y="2877"/>
                  </a:cubicBezTo>
                  <a:cubicBezTo>
                    <a:pt x="1500" y="2626"/>
                    <a:pt x="1314" y="2372"/>
                    <a:pt x="1128" y="2121"/>
                  </a:cubicBezTo>
                  <a:cubicBezTo>
                    <a:pt x="910" y="1851"/>
                    <a:pt x="708" y="1564"/>
                    <a:pt x="522" y="1293"/>
                  </a:cubicBezTo>
                  <a:cubicBezTo>
                    <a:pt x="437" y="1176"/>
                    <a:pt x="372" y="1075"/>
                    <a:pt x="288" y="974"/>
                  </a:cubicBezTo>
                  <a:cubicBezTo>
                    <a:pt x="271" y="942"/>
                    <a:pt x="235" y="910"/>
                    <a:pt x="219" y="873"/>
                  </a:cubicBezTo>
                  <a:cubicBezTo>
                    <a:pt x="154" y="809"/>
                    <a:pt x="86" y="724"/>
                    <a:pt x="69" y="639"/>
                  </a:cubicBezTo>
                  <a:cubicBezTo>
                    <a:pt x="17" y="437"/>
                    <a:pt x="17" y="219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871406" y="1902268"/>
              <a:ext cx="348035" cy="304232"/>
            </a:xfrm>
            <a:custGeom>
              <a:avLst/>
              <a:gdLst/>
              <a:ahLst/>
              <a:cxnLst/>
              <a:rect l="l" t="t" r="r" b="b"/>
              <a:pathLst>
                <a:path w="3504" h="3063" extrusionOk="0">
                  <a:moveTo>
                    <a:pt x="3402" y="0"/>
                  </a:moveTo>
                  <a:lnTo>
                    <a:pt x="3402" y="17"/>
                  </a:lnTo>
                  <a:cubicBezTo>
                    <a:pt x="3402" y="33"/>
                    <a:pt x="3386" y="49"/>
                    <a:pt x="3402" y="65"/>
                  </a:cubicBezTo>
                  <a:cubicBezTo>
                    <a:pt x="3471" y="267"/>
                    <a:pt x="3334" y="352"/>
                    <a:pt x="3168" y="437"/>
                  </a:cubicBezTo>
                  <a:cubicBezTo>
                    <a:pt x="2493" y="756"/>
                    <a:pt x="1819" y="1111"/>
                    <a:pt x="1164" y="1463"/>
                  </a:cubicBezTo>
                  <a:cubicBezTo>
                    <a:pt x="995" y="1548"/>
                    <a:pt x="845" y="1616"/>
                    <a:pt x="692" y="1701"/>
                  </a:cubicBezTo>
                  <a:lnTo>
                    <a:pt x="643" y="1734"/>
                  </a:lnTo>
                  <a:cubicBezTo>
                    <a:pt x="473" y="1818"/>
                    <a:pt x="304" y="1903"/>
                    <a:pt x="138" y="1968"/>
                  </a:cubicBezTo>
                  <a:cubicBezTo>
                    <a:pt x="37" y="2004"/>
                    <a:pt x="1" y="2069"/>
                    <a:pt x="1" y="2186"/>
                  </a:cubicBezTo>
                  <a:lnTo>
                    <a:pt x="1" y="2541"/>
                  </a:lnTo>
                  <a:cubicBezTo>
                    <a:pt x="1" y="2711"/>
                    <a:pt x="1" y="2877"/>
                    <a:pt x="17" y="3046"/>
                  </a:cubicBezTo>
                  <a:cubicBezTo>
                    <a:pt x="17" y="3046"/>
                    <a:pt x="17" y="3063"/>
                    <a:pt x="37" y="3063"/>
                  </a:cubicBezTo>
                  <a:lnTo>
                    <a:pt x="53" y="3046"/>
                  </a:lnTo>
                  <a:cubicBezTo>
                    <a:pt x="17" y="2877"/>
                    <a:pt x="37" y="2711"/>
                    <a:pt x="37" y="2541"/>
                  </a:cubicBezTo>
                  <a:lnTo>
                    <a:pt x="37" y="2186"/>
                  </a:lnTo>
                  <a:cubicBezTo>
                    <a:pt x="17" y="2085"/>
                    <a:pt x="69" y="2020"/>
                    <a:pt x="138" y="1984"/>
                  </a:cubicBezTo>
                  <a:cubicBezTo>
                    <a:pt x="320" y="1919"/>
                    <a:pt x="490" y="1835"/>
                    <a:pt x="659" y="1750"/>
                  </a:cubicBezTo>
                  <a:lnTo>
                    <a:pt x="692" y="1734"/>
                  </a:lnTo>
                  <a:cubicBezTo>
                    <a:pt x="861" y="1649"/>
                    <a:pt x="1011" y="1564"/>
                    <a:pt x="1164" y="1479"/>
                  </a:cubicBezTo>
                  <a:cubicBezTo>
                    <a:pt x="1819" y="1144"/>
                    <a:pt x="2493" y="792"/>
                    <a:pt x="3184" y="469"/>
                  </a:cubicBezTo>
                  <a:cubicBezTo>
                    <a:pt x="3350" y="388"/>
                    <a:pt x="3503" y="287"/>
                    <a:pt x="3418" y="49"/>
                  </a:cubicBezTo>
                  <a:cubicBezTo>
                    <a:pt x="3418" y="49"/>
                    <a:pt x="3418" y="33"/>
                    <a:pt x="3435" y="33"/>
                  </a:cubicBezTo>
                  <a:lnTo>
                    <a:pt x="3435" y="17"/>
                  </a:lnTo>
                  <a:cubicBezTo>
                    <a:pt x="3435" y="0"/>
                    <a:pt x="3435" y="0"/>
                    <a:pt x="3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1553570" y="3401679"/>
              <a:ext cx="5264" cy="73997"/>
            </a:xfrm>
            <a:custGeom>
              <a:avLst/>
              <a:gdLst/>
              <a:ahLst/>
              <a:cxnLst/>
              <a:rect l="l" t="t" r="r" b="b"/>
              <a:pathLst>
                <a:path w="53" h="745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cubicBezTo>
                    <a:pt x="0" y="102"/>
                    <a:pt x="16" y="203"/>
                    <a:pt x="16" y="288"/>
                  </a:cubicBezTo>
                  <a:cubicBezTo>
                    <a:pt x="16" y="441"/>
                    <a:pt x="16" y="574"/>
                    <a:pt x="0" y="724"/>
                  </a:cubicBezTo>
                  <a:cubicBezTo>
                    <a:pt x="0" y="744"/>
                    <a:pt x="0" y="744"/>
                    <a:pt x="16" y="744"/>
                  </a:cubicBezTo>
                  <a:lnTo>
                    <a:pt x="16" y="724"/>
                  </a:lnTo>
                  <a:cubicBezTo>
                    <a:pt x="53" y="591"/>
                    <a:pt x="37" y="441"/>
                    <a:pt x="37" y="288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1413125" y="1943985"/>
              <a:ext cx="90386" cy="287844"/>
            </a:xfrm>
            <a:custGeom>
              <a:avLst/>
              <a:gdLst/>
              <a:ahLst/>
              <a:cxnLst/>
              <a:rect l="l" t="t" r="r" b="b"/>
              <a:pathLst>
                <a:path w="910" h="2898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0" y="118"/>
                    <a:pt x="0" y="219"/>
                    <a:pt x="17" y="304"/>
                  </a:cubicBezTo>
                  <a:lnTo>
                    <a:pt x="17" y="405"/>
                  </a:lnTo>
                  <a:cubicBezTo>
                    <a:pt x="17" y="453"/>
                    <a:pt x="53" y="453"/>
                    <a:pt x="69" y="473"/>
                  </a:cubicBezTo>
                  <a:cubicBezTo>
                    <a:pt x="85" y="489"/>
                    <a:pt x="101" y="489"/>
                    <a:pt x="101" y="506"/>
                  </a:cubicBezTo>
                  <a:cubicBezTo>
                    <a:pt x="340" y="825"/>
                    <a:pt x="558" y="1144"/>
                    <a:pt x="792" y="1463"/>
                  </a:cubicBezTo>
                  <a:lnTo>
                    <a:pt x="845" y="1548"/>
                  </a:lnTo>
                  <a:cubicBezTo>
                    <a:pt x="861" y="1584"/>
                    <a:pt x="861" y="1600"/>
                    <a:pt x="861" y="1633"/>
                  </a:cubicBezTo>
                  <a:lnTo>
                    <a:pt x="861" y="1649"/>
                  </a:lnTo>
                  <a:cubicBezTo>
                    <a:pt x="861" y="2020"/>
                    <a:pt x="861" y="2340"/>
                    <a:pt x="824" y="2675"/>
                  </a:cubicBezTo>
                  <a:cubicBezTo>
                    <a:pt x="824" y="2727"/>
                    <a:pt x="845" y="2776"/>
                    <a:pt x="861" y="2828"/>
                  </a:cubicBezTo>
                  <a:cubicBezTo>
                    <a:pt x="877" y="2845"/>
                    <a:pt x="877" y="2861"/>
                    <a:pt x="893" y="2877"/>
                  </a:cubicBezTo>
                  <a:lnTo>
                    <a:pt x="893" y="2897"/>
                  </a:lnTo>
                  <a:lnTo>
                    <a:pt x="909" y="2897"/>
                  </a:lnTo>
                  <a:lnTo>
                    <a:pt x="909" y="2877"/>
                  </a:lnTo>
                  <a:cubicBezTo>
                    <a:pt x="909" y="2861"/>
                    <a:pt x="893" y="2828"/>
                    <a:pt x="893" y="2812"/>
                  </a:cubicBezTo>
                  <a:cubicBezTo>
                    <a:pt x="877" y="2760"/>
                    <a:pt x="861" y="2727"/>
                    <a:pt x="861" y="2675"/>
                  </a:cubicBezTo>
                  <a:cubicBezTo>
                    <a:pt x="877" y="2340"/>
                    <a:pt x="877" y="2020"/>
                    <a:pt x="877" y="1649"/>
                  </a:cubicBezTo>
                  <a:cubicBezTo>
                    <a:pt x="893" y="1649"/>
                    <a:pt x="893" y="1633"/>
                    <a:pt x="893" y="1633"/>
                  </a:cubicBezTo>
                  <a:cubicBezTo>
                    <a:pt x="893" y="1600"/>
                    <a:pt x="893" y="1564"/>
                    <a:pt x="877" y="1532"/>
                  </a:cubicBezTo>
                  <a:lnTo>
                    <a:pt x="808" y="1447"/>
                  </a:lnTo>
                  <a:cubicBezTo>
                    <a:pt x="590" y="1128"/>
                    <a:pt x="356" y="809"/>
                    <a:pt x="138" y="489"/>
                  </a:cubicBezTo>
                  <a:cubicBezTo>
                    <a:pt x="118" y="473"/>
                    <a:pt x="101" y="453"/>
                    <a:pt x="85" y="453"/>
                  </a:cubicBezTo>
                  <a:cubicBezTo>
                    <a:pt x="69" y="437"/>
                    <a:pt x="53" y="437"/>
                    <a:pt x="53" y="405"/>
                  </a:cubicBezTo>
                  <a:cubicBezTo>
                    <a:pt x="53" y="372"/>
                    <a:pt x="37" y="336"/>
                    <a:pt x="37" y="304"/>
                  </a:cubicBezTo>
                  <a:cubicBezTo>
                    <a:pt x="37" y="203"/>
                    <a:pt x="17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1673952" y="3346752"/>
              <a:ext cx="5264" cy="76679"/>
            </a:xfrm>
            <a:custGeom>
              <a:avLst/>
              <a:gdLst/>
              <a:ahLst/>
              <a:cxnLst/>
              <a:rect l="l" t="t" r="r" b="b"/>
              <a:pathLst>
                <a:path w="53" h="772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6" y="134"/>
                    <a:pt x="16" y="251"/>
                    <a:pt x="16" y="352"/>
                  </a:cubicBezTo>
                  <a:lnTo>
                    <a:pt x="16" y="590"/>
                  </a:lnTo>
                  <a:lnTo>
                    <a:pt x="16" y="639"/>
                  </a:lnTo>
                  <a:cubicBezTo>
                    <a:pt x="16" y="671"/>
                    <a:pt x="16" y="723"/>
                    <a:pt x="0" y="756"/>
                  </a:cubicBezTo>
                  <a:lnTo>
                    <a:pt x="16" y="772"/>
                  </a:lnTo>
                  <a:lnTo>
                    <a:pt x="37" y="756"/>
                  </a:lnTo>
                  <a:cubicBezTo>
                    <a:pt x="53" y="723"/>
                    <a:pt x="53" y="671"/>
                    <a:pt x="53" y="639"/>
                  </a:cubicBezTo>
                  <a:cubicBezTo>
                    <a:pt x="37" y="622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52"/>
                  </a:cubicBezTo>
                  <a:cubicBezTo>
                    <a:pt x="37" y="251"/>
                    <a:pt x="37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1923059" y="2450344"/>
              <a:ext cx="123759" cy="246127"/>
            </a:xfrm>
            <a:custGeom>
              <a:avLst/>
              <a:gdLst/>
              <a:ahLst/>
              <a:cxnLst/>
              <a:rect l="l" t="t" r="r" b="b"/>
              <a:pathLst>
                <a:path w="1246" h="2478" extrusionOk="0">
                  <a:moveTo>
                    <a:pt x="53" y="1"/>
                  </a:moveTo>
                  <a:cubicBezTo>
                    <a:pt x="17" y="86"/>
                    <a:pt x="17" y="170"/>
                    <a:pt x="17" y="239"/>
                  </a:cubicBezTo>
                  <a:lnTo>
                    <a:pt x="17" y="356"/>
                  </a:lnTo>
                  <a:cubicBezTo>
                    <a:pt x="1" y="574"/>
                    <a:pt x="53" y="760"/>
                    <a:pt x="187" y="946"/>
                  </a:cubicBezTo>
                  <a:cubicBezTo>
                    <a:pt x="473" y="1350"/>
                    <a:pt x="760" y="1802"/>
                    <a:pt x="1128" y="2360"/>
                  </a:cubicBezTo>
                  <a:cubicBezTo>
                    <a:pt x="1164" y="2408"/>
                    <a:pt x="1197" y="2445"/>
                    <a:pt x="1229" y="2477"/>
                  </a:cubicBezTo>
                  <a:lnTo>
                    <a:pt x="1245" y="2461"/>
                  </a:lnTo>
                  <a:lnTo>
                    <a:pt x="1245" y="2445"/>
                  </a:lnTo>
                  <a:cubicBezTo>
                    <a:pt x="1213" y="2424"/>
                    <a:pt x="1180" y="2392"/>
                    <a:pt x="1144" y="2344"/>
                  </a:cubicBezTo>
                  <a:cubicBezTo>
                    <a:pt x="793" y="1786"/>
                    <a:pt x="490" y="1334"/>
                    <a:pt x="219" y="930"/>
                  </a:cubicBezTo>
                  <a:cubicBezTo>
                    <a:pt x="86" y="744"/>
                    <a:pt x="33" y="558"/>
                    <a:pt x="53" y="356"/>
                  </a:cubicBezTo>
                  <a:lnTo>
                    <a:pt x="53" y="239"/>
                  </a:lnTo>
                  <a:cubicBezTo>
                    <a:pt x="33" y="154"/>
                    <a:pt x="33" y="86"/>
                    <a:pt x="69" y="21"/>
                  </a:cubicBezTo>
                  <a:cubicBezTo>
                    <a:pt x="86" y="21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1643857" y="3646018"/>
              <a:ext cx="6853" cy="75189"/>
            </a:xfrm>
            <a:custGeom>
              <a:avLst/>
              <a:gdLst/>
              <a:ahLst/>
              <a:cxnLst/>
              <a:rect l="l" t="t" r="r" b="b"/>
              <a:pathLst>
                <a:path w="69" h="757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51"/>
                    <a:pt x="16" y="369"/>
                  </a:cubicBezTo>
                  <a:lnTo>
                    <a:pt x="16" y="607"/>
                  </a:lnTo>
                  <a:lnTo>
                    <a:pt x="16" y="655"/>
                  </a:lnTo>
                  <a:cubicBezTo>
                    <a:pt x="16" y="688"/>
                    <a:pt x="37" y="708"/>
                    <a:pt x="16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7" y="756"/>
                  </a:lnTo>
                  <a:cubicBezTo>
                    <a:pt x="53" y="724"/>
                    <a:pt x="53" y="672"/>
                    <a:pt x="53" y="655"/>
                  </a:cubicBezTo>
                  <a:lnTo>
                    <a:pt x="53" y="607"/>
                  </a:lnTo>
                  <a:lnTo>
                    <a:pt x="53" y="369"/>
                  </a:lnTo>
                  <a:cubicBezTo>
                    <a:pt x="53" y="25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574127" y="2903762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06"/>
                  </a:lnTo>
                  <a:cubicBezTo>
                    <a:pt x="17" y="655"/>
                    <a:pt x="17" y="687"/>
                    <a:pt x="33" y="724"/>
                  </a:cubicBezTo>
                  <a:lnTo>
                    <a:pt x="49" y="724"/>
                  </a:lnTo>
                  <a:lnTo>
                    <a:pt x="49" y="707"/>
                  </a:lnTo>
                  <a:cubicBezTo>
                    <a:pt x="33" y="687"/>
                    <a:pt x="33" y="655"/>
                    <a:pt x="33" y="606"/>
                  </a:cubicBezTo>
                  <a:lnTo>
                    <a:pt x="33" y="570"/>
                  </a:lnTo>
                  <a:lnTo>
                    <a:pt x="33" y="368"/>
                  </a:lnTo>
                  <a:cubicBezTo>
                    <a:pt x="33" y="251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508671" y="3005670"/>
              <a:ext cx="133791" cy="75189"/>
            </a:xfrm>
            <a:custGeom>
              <a:avLst/>
              <a:gdLst/>
              <a:ahLst/>
              <a:cxnLst/>
              <a:rect l="l" t="t" r="r" b="b"/>
              <a:pathLst>
                <a:path w="1347" h="757" extrusionOk="0">
                  <a:moveTo>
                    <a:pt x="1265" y="1"/>
                  </a:moveTo>
                  <a:cubicBezTo>
                    <a:pt x="1197" y="33"/>
                    <a:pt x="1128" y="65"/>
                    <a:pt x="1063" y="85"/>
                  </a:cubicBezTo>
                  <a:cubicBezTo>
                    <a:pt x="894" y="150"/>
                    <a:pt x="708" y="219"/>
                    <a:pt x="538" y="287"/>
                  </a:cubicBezTo>
                  <a:cubicBezTo>
                    <a:pt x="490" y="304"/>
                    <a:pt x="437" y="320"/>
                    <a:pt x="389" y="352"/>
                  </a:cubicBezTo>
                  <a:cubicBezTo>
                    <a:pt x="304" y="388"/>
                    <a:pt x="203" y="421"/>
                    <a:pt x="118" y="453"/>
                  </a:cubicBezTo>
                  <a:cubicBezTo>
                    <a:pt x="102" y="453"/>
                    <a:pt x="102" y="453"/>
                    <a:pt x="102" y="469"/>
                  </a:cubicBezTo>
                  <a:lnTo>
                    <a:pt x="118" y="469"/>
                  </a:lnTo>
                  <a:cubicBezTo>
                    <a:pt x="219" y="453"/>
                    <a:pt x="304" y="421"/>
                    <a:pt x="405" y="368"/>
                  </a:cubicBezTo>
                  <a:cubicBezTo>
                    <a:pt x="457" y="352"/>
                    <a:pt x="506" y="336"/>
                    <a:pt x="558" y="304"/>
                  </a:cubicBezTo>
                  <a:cubicBezTo>
                    <a:pt x="724" y="251"/>
                    <a:pt x="894" y="186"/>
                    <a:pt x="1063" y="118"/>
                  </a:cubicBezTo>
                  <a:cubicBezTo>
                    <a:pt x="1128" y="85"/>
                    <a:pt x="1197" y="65"/>
                    <a:pt x="1265" y="33"/>
                  </a:cubicBezTo>
                  <a:cubicBezTo>
                    <a:pt x="1265" y="49"/>
                    <a:pt x="1282" y="49"/>
                    <a:pt x="1282" y="65"/>
                  </a:cubicBezTo>
                  <a:cubicBezTo>
                    <a:pt x="1298" y="150"/>
                    <a:pt x="1314" y="219"/>
                    <a:pt x="1229" y="251"/>
                  </a:cubicBezTo>
                  <a:cubicBezTo>
                    <a:pt x="942" y="368"/>
                    <a:pt x="639" y="489"/>
                    <a:pt x="336" y="607"/>
                  </a:cubicBezTo>
                  <a:cubicBezTo>
                    <a:pt x="235" y="639"/>
                    <a:pt x="118" y="691"/>
                    <a:pt x="17" y="740"/>
                  </a:cubicBezTo>
                  <a:cubicBezTo>
                    <a:pt x="17" y="740"/>
                    <a:pt x="1" y="740"/>
                    <a:pt x="1" y="756"/>
                  </a:cubicBezTo>
                  <a:lnTo>
                    <a:pt x="17" y="756"/>
                  </a:lnTo>
                  <a:cubicBezTo>
                    <a:pt x="134" y="708"/>
                    <a:pt x="255" y="671"/>
                    <a:pt x="356" y="623"/>
                  </a:cubicBezTo>
                  <a:cubicBezTo>
                    <a:pt x="639" y="506"/>
                    <a:pt x="942" y="388"/>
                    <a:pt x="1245" y="267"/>
                  </a:cubicBezTo>
                  <a:cubicBezTo>
                    <a:pt x="1346" y="219"/>
                    <a:pt x="1330" y="134"/>
                    <a:pt x="1298" y="49"/>
                  </a:cubicBezTo>
                  <a:cubicBezTo>
                    <a:pt x="1298" y="49"/>
                    <a:pt x="1298" y="33"/>
                    <a:pt x="1282" y="17"/>
                  </a:cubicBezTo>
                  <a:lnTo>
                    <a:pt x="12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856607" y="1534369"/>
              <a:ext cx="357570" cy="326283"/>
            </a:xfrm>
            <a:custGeom>
              <a:avLst/>
              <a:gdLst/>
              <a:ahLst/>
              <a:cxnLst/>
              <a:rect l="l" t="t" r="r" b="b"/>
              <a:pathLst>
                <a:path w="3600" h="3285" extrusionOk="0">
                  <a:moveTo>
                    <a:pt x="3567" y="0"/>
                  </a:moveTo>
                  <a:cubicBezTo>
                    <a:pt x="3567" y="0"/>
                    <a:pt x="3551" y="0"/>
                    <a:pt x="3551" y="16"/>
                  </a:cubicBezTo>
                  <a:cubicBezTo>
                    <a:pt x="3584" y="101"/>
                    <a:pt x="3584" y="186"/>
                    <a:pt x="3567" y="271"/>
                  </a:cubicBezTo>
                  <a:lnTo>
                    <a:pt x="3567" y="420"/>
                  </a:lnTo>
                  <a:lnTo>
                    <a:pt x="3567" y="978"/>
                  </a:lnTo>
                  <a:lnTo>
                    <a:pt x="3567" y="1281"/>
                  </a:lnTo>
                  <a:cubicBezTo>
                    <a:pt x="3567" y="1313"/>
                    <a:pt x="3567" y="1329"/>
                    <a:pt x="3519" y="1345"/>
                  </a:cubicBezTo>
                  <a:cubicBezTo>
                    <a:pt x="3398" y="1414"/>
                    <a:pt x="3281" y="1483"/>
                    <a:pt x="3147" y="1547"/>
                  </a:cubicBezTo>
                  <a:cubicBezTo>
                    <a:pt x="2743" y="1769"/>
                    <a:pt x="2323" y="1988"/>
                    <a:pt x="1919" y="2222"/>
                  </a:cubicBezTo>
                  <a:cubicBezTo>
                    <a:pt x="1362" y="2525"/>
                    <a:pt x="808" y="2828"/>
                    <a:pt x="352" y="3082"/>
                  </a:cubicBezTo>
                  <a:cubicBezTo>
                    <a:pt x="267" y="3115"/>
                    <a:pt x="202" y="3163"/>
                    <a:pt x="118" y="3200"/>
                  </a:cubicBezTo>
                  <a:cubicBezTo>
                    <a:pt x="85" y="3216"/>
                    <a:pt x="49" y="3232"/>
                    <a:pt x="17" y="3248"/>
                  </a:cubicBezTo>
                  <a:cubicBezTo>
                    <a:pt x="0" y="3248"/>
                    <a:pt x="0" y="3264"/>
                    <a:pt x="0" y="3264"/>
                  </a:cubicBezTo>
                  <a:lnTo>
                    <a:pt x="17" y="3284"/>
                  </a:lnTo>
                  <a:cubicBezTo>
                    <a:pt x="65" y="3248"/>
                    <a:pt x="101" y="3232"/>
                    <a:pt x="134" y="3216"/>
                  </a:cubicBezTo>
                  <a:cubicBezTo>
                    <a:pt x="202" y="3183"/>
                    <a:pt x="287" y="3147"/>
                    <a:pt x="368" y="3099"/>
                  </a:cubicBezTo>
                  <a:cubicBezTo>
                    <a:pt x="824" y="2844"/>
                    <a:pt x="1378" y="2557"/>
                    <a:pt x="1935" y="2238"/>
                  </a:cubicBezTo>
                  <a:cubicBezTo>
                    <a:pt x="2339" y="2004"/>
                    <a:pt x="2759" y="1786"/>
                    <a:pt x="3163" y="1568"/>
                  </a:cubicBezTo>
                  <a:cubicBezTo>
                    <a:pt x="3281" y="1499"/>
                    <a:pt x="3418" y="1430"/>
                    <a:pt x="3535" y="1366"/>
                  </a:cubicBezTo>
                  <a:cubicBezTo>
                    <a:pt x="3584" y="1345"/>
                    <a:pt x="3600" y="1329"/>
                    <a:pt x="3600" y="1281"/>
                  </a:cubicBezTo>
                  <a:lnTo>
                    <a:pt x="3600" y="978"/>
                  </a:lnTo>
                  <a:lnTo>
                    <a:pt x="3600" y="420"/>
                  </a:lnTo>
                  <a:lnTo>
                    <a:pt x="3600" y="271"/>
                  </a:lnTo>
                  <a:cubicBezTo>
                    <a:pt x="3600" y="186"/>
                    <a:pt x="3600" y="101"/>
                    <a:pt x="3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1409946" y="2520567"/>
              <a:ext cx="91975" cy="225964"/>
            </a:xfrm>
            <a:custGeom>
              <a:avLst/>
              <a:gdLst/>
              <a:ahLst/>
              <a:cxnLst/>
              <a:rect l="l" t="t" r="r" b="b"/>
              <a:pathLst>
                <a:path w="926" h="2275" extrusionOk="0">
                  <a:moveTo>
                    <a:pt x="85" y="1"/>
                  </a:moveTo>
                  <a:lnTo>
                    <a:pt x="69" y="21"/>
                  </a:lnTo>
                  <a:cubicBezTo>
                    <a:pt x="32" y="37"/>
                    <a:pt x="16" y="53"/>
                    <a:pt x="16" y="85"/>
                  </a:cubicBezTo>
                  <a:cubicBezTo>
                    <a:pt x="32" y="186"/>
                    <a:pt x="16" y="287"/>
                    <a:pt x="16" y="388"/>
                  </a:cubicBezTo>
                  <a:lnTo>
                    <a:pt x="16" y="590"/>
                  </a:lnTo>
                  <a:lnTo>
                    <a:pt x="16" y="708"/>
                  </a:lnTo>
                  <a:cubicBezTo>
                    <a:pt x="16" y="877"/>
                    <a:pt x="16" y="1063"/>
                    <a:pt x="0" y="1249"/>
                  </a:cubicBezTo>
                  <a:cubicBezTo>
                    <a:pt x="0" y="1265"/>
                    <a:pt x="0" y="1265"/>
                    <a:pt x="16" y="1265"/>
                  </a:cubicBezTo>
                  <a:cubicBezTo>
                    <a:pt x="16" y="1265"/>
                    <a:pt x="32" y="1265"/>
                    <a:pt x="32" y="1249"/>
                  </a:cubicBezTo>
                  <a:cubicBezTo>
                    <a:pt x="49" y="1063"/>
                    <a:pt x="49" y="877"/>
                    <a:pt x="32" y="708"/>
                  </a:cubicBezTo>
                  <a:lnTo>
                    <a:pt x="32" y="590"/>
                  </a:lnTo>
                  <a:cubicBezTo>
                    <a:pt x="32" y="526"/>
                    <a:pt x="32" y="457"/>
                    <a:pt x="49" y="388"/>
                  </a:cubicBezTo>
                  <a:cubicBezTo>
                    <a:pt x="49" y="287"/>
                    <a:pt x="49" y="186"/>
                    <a:pt x="32" y="69"/>
                  </a:cubicBezTo>
                  <a:cubicBezTo>
                    <a:pt x="32" y="53"/>
                    <a:pt x="49" y="53"/>
                    <a:pt x="69" y="37"/>
                  </a:cubicBezTo>
                  <a:lnTo>
                    <a:pt x="85" y="37"/>
                  </a:lnTo>
                  <a:cubicBezTo>
                    <a:pt x="150" y="102"/>
                    <a:pt x="202" y="170"/>
                    <a:pt x="251" y="239"/>
                  </a:cubicBezTo>
                  <a:cubicBezTo>
                    <a:pt x="372" y="405"/>
                    <a:pt x="505" y="574"/>
                    <a:pt x="654" y="728"/>
                  </a:cubicBezTo>
                  <a:cubicBezTo>
                    <a:pt x="824" y="910"/>
                    <a:pt x="893" y="1095"/>
                    <a:pt x="877" y="1366"/>
                  </a:cubicBezTo>
                  <a:lnTo>
                    <a:pt x="877" y="1855"/>
                  </a:lnTo>
                  <a:lnTo>
                    <a:pt x="877" y="2004"/>
                  </a:lnTo>
                  <a:lnTo>
                    <a:pt x="877" y="2089"/>
                  </a:lnTo>
                  <a:cubicBezTo>
                    <a:pt x="856" y="2158"/>
                    <a:pt x="840" y="2206"/>
                    <a:pt x="877" y="2275"/>
                  </a:cubicBezTo>
                  <a:lnTo>
                    <a:pt x="893" y="2275"/>
                  </a:lnTo>
                  <a:cubicBezTo>
                    <a:pt x="909" y="2275"/>
                    <a:pt x="909" y="2259"/>
                    <a:pt x="909" y="2259"/>
                  </a:cubicBezTo>
                  <a:cubicBezTo>
                    <a:pt x="877" y="2206"/>
                    <a:pt x="877" y="2158"/>
                    <a:pt x="893" y="2105"/>
                  </a:cubicBezTo>
                  <a:cubicBezTo>
                    <a:pt x="893" y="2073"/>
                    <a:pt x="909" y="2041"/>
                    <a:pt x="909" y="2004"/>
                  </a:cubicBezTo>
                  <a:lnTo>
                    <a:pt x="909" y="1855"/>
                  </a:lnTo>
                  <a:cubicBezTo>
                    <a:pt x="893" y="1685"/>
                    <a:pt x="893" y="1536"/>
                    <a:pt x="909" y="1382"/>
                  </a:cubicBezTo>
                  <a:cubicBezTo>
                    <a:pt x="925" y="1095"/>
                    <a:pt x="856" y="893"/>
                    <a:pt x="675" y="708"/>
                  </a:cubicBezTo>
                  <a:cubicBezTo>
                    <a:pt x="521" y="558"/>
                    <a:pt x="404" y="388"/>
                    <a:pt x="271" y="223"/>
                  </a:cubicBezTo>
                  <a:cubicBezTo>
                    <a:pt x="218" y="154"/>
                    <a:pt x="150" y="85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1292743" y="1348929"/>
              <a:ext cx="5264" cy="73600"/>
            </a:xfrm>
            <a:custGeom>
              <a:avLst/>
              <a:gdLst/>
              <a:ahLst/>
              <a:cxnLst/>
              <a:rect l="l" t="t" r="r" b="b"/>
              <a:pathLst>
                <a:path w="53" h="74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23"/>
                  </a:lnTo>
                  <a:cubicBezTo>
                    <a:pt x="17" y="655"/>
                    <a:pt x="17" y="688"/>
                    <a:pt x="37" y="740"/>
                  </a:cubicBezTo>
                  <a:lnTo>
                    <a:pt x="53" y="740"/>
                  </a:lnTo>
                  <a:lnTo>
                    <a:pt x="53" y="724"/>
                  </a:lnTo>
                  <a:cubicBezTo>
                    <a:pt x="37" y="688"/>
                    <a:pt x="37" y="655"/>
                    <a:pt x="53" y="623"/>
                  </a:cubicBezTo>
                  <a:lnTo>
                    <a:pt x="53" y="570"/>
                  </a:lnTo>
                  <a:cubicBezTo>
                    <a:pt x="37" y="506"/>
                    <a:pt x="37" y="437"/>
                    <a:pt x="53" y="368"/>
                  </a:cubicBezTo>
                  <a:cubicBezTo>
                    <a:pt x="53" y="251"/>
                    <a:pt x="53" y="134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1921470" y="3296593"/>
              <a:ext cx="132102" cy="225567"/>
            </a:xfrm>
            <a:custGeom>
              <a:avLst/>
              <a:gdLst/>
              <a:ahLst/>
              <a:cxnLst/>
              <a:rect l="l" t="t" r="r" b="b"/>
              <a:pathLst>
                <a:path w="1330" h="2271" extrusionOk="0">
                  <a:moveTo>
                    <a:pt x="69" y="0"/>
                  </a:moveTo>
                  <a:cubicBezTo>
                    <a:pt x="69" y="0"/>
                    <a:pt x="49" y="0"/>
                    <a:pt x="49" y="17"/>
                  </a:cubicBezTo>
                  <a:cubicBezTo>
                    <a:pt x="1" y="134"/>
                    <a:pt x="49" y="219"/>
                    <a:pt x="118" y="303"/>
                  </a:cubicBezTo>
                  <a:cubicBezTo>
                    <a:pt x="287" y="489"/>
                    <a:pt x="473" y="671"/>
                    <a:pt x="623" y="873"/>
                  </a:cubicBezTo>
                  <a:lnTo>
                    <a:pt x="776" y="1026"/>
                  </a:lnTo>
                  <a:cubicBezTo>
                    <a:pt x="825" y="1095"/>
                    <a:pt x="893" y="1176"/>
                    <a:pt x="958" y="1245"/>
                  </a:cubicBezTo>
                  <a:cubicBezTo>
                    <a:pt x="1043" y="1346"/>
                    <a:pt x="1128" y="1447"/>
                    <a:pt x="1213" y="1548"/>
                  </a:cubicBezTo>
                  <a:cubicBezTo>
                    <a:pt x="1281" y="1616"/>
                    <a:pt x="1297" y="1681"/>
                    <a:pt x="1297" y="1766"/>
                  </a:cubicBezTo>
                  <a:lnTo>
                    <a:pt x="1297" y="1952"/>
                  </a:lnTo>
                  <a:cubicBezTo>
                    <a:pt x="1297" y="2053"/>
                    <a:pt x="1297" y="2154"/>
                    <a:pt x="1261" y="2255"/>
                  </a:cubicBezTo>
                  <a:cubicBezTo>
                    <a:pt x="1261" y="2255"/>
                    <a:pt x="1261" y="2271"/>
                    <a:pt x="1281" y="2271"/>
                  </a:cubicBezTo>
                  <a:lnTo>
                    <a:pt x="1297" y="2255"/>
                  </a:lnTo>
                  <a:cubicBezTo>
                    <a:pt x="1330" y="2154"/>
                    <a:pt x="1330" y="2053"/>
                    <a:pt x="1314" y="1952"/>
                  </a:cubicBezTo>
                  <a:lnTo>
                    <a:pt x="1314" y="1766"/>
                  </a:lnTo>
                  <a:cubicBezTo>
                    <a:pt x="1330" y="1665"/>
                    <a:pt x="1297" y="1600"/>
                    <a:pt x="1229" y="1515"/>
                  </a:cubicBezTo>
                  <a:cubicBezTo>
                    <a:pt x="1144" y="1430"/>
                    <a:pt x="1059" y="1329"/>
                    <a:pt x="978" y="1228"/>
                  </a:cubicBezTo>
                  <a:cubicBezTo>
                    <a:pt x="910" y="1160"/>
                    <a:pt x="857" y="1075"/>
                    <a:pt x="792" y="1010"/>
                  </a:cubicBezTo>
                  <a:cubicBezTo>
                    <a:pt x="740" y="958"/>
                    <a:pt x="691" y="909"/>
                    <a:pt x="655" y="857"/>
                  </a:cubicBezTo>
                  <a:cubicBezTo>
                    <a:pt x="489" y="655"/>
                    <a:pt x="320" y="469"/>
                    <a:pt x="134" y="287"/>
                  </a:cubicBezTo>
                  <a:cubicBezTo>
                    <a:pt x="69" y="202"/>
                    <a:pt x="33" y="134"/>
                    <a:pt x="85" y="17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669181" y="2935447"/>
              <a:ext cx="145809" cy="179083"/>
            </a:xfrm>
            <a:custGeom>
              <a:avLst/>
              <a:gdLst/>
              <a:ahLst/>
              <a:cxnLst/>
              <a:rect l="l" t="t" r="r" b="b"/>
              <a:pathLst>
                <a:path w="1468" h="1803" extrusionOk="0">
                  <a:moveTo>
                    <a:pt x="1447" y="1"/>
                  </a:moveTo>
                  <a:cubicBezTo>
                    <a:pt x="1346" y="49"/>
                    <a:pt x="1229" y="102"/>
                    <a:pt x="1112" y="134"/>
                  </a:cubicBezTo>
                  <a:cubicBezTo>
                    <a:pt x="841" y="235"/>
                    <a:pt x="591" y="336"/>
                    <a:pt x="320" y="437"/>
                  </a:cubicBezTo>
                  <a:cubicBezTo>
                    <a:pt x="1" y="554"/>
                    <a:pt x="1" y="570"/>
                    <a:pt x="1" y="910"/>
                  </a:cubicBezTo>
                  <a:lnTo>
                    <a:pt x="1" y="1516"/>
                  </a:lnTo>
                  <a:lnTo>
                    <a:pt x="1" y="1782"/>
                  </a:lnTo>
                  <a:cubicBezTo>
                    <a:pt x="1" y="1802"/>
                    <a:pt x="1" y="1802"/>
                    <a:pt x="17" y="1802"/>
                  </a:cubicBezTo>
                  <a:cubicBezTo>
                    <a:pt x="17" y="1802"/>
                    <a:pt x="33" y="1802"/>
                    <a:pt x="33" y="1782"/>
                  </a:cubicBezTo>
                  <a:lnTo>
                    <a:pt x="17" y="1516"/>
                  </a:lnTo>
                  <a:cubicBezTo>
                    <a:pt x="17" y="1314"/>
                    <a:pt x="17" y="1112"/>
                    <a:pt x="33" y="910"/>
                  </a:cubicBezTo>
                  <a:cubicBezTo>
                    <a:pt x="33" y="590"/>
                    <a:pt x="33" y="590"/>
                    <a:pt x="320" y="469"/>
                  </a:cubicBezTo>
                  <a:cubicBezTo>
                    <a:pt x="591" y="368"/>
                    <a:pt x="861" y="267"/>
                    <a:pt x="1112" y="166"/>
                  </a:cubicBezTo>
                  <a:cubicBezTo>
                    <a:pt x="1229" y="118"/>
                    <a:pt x="1346" y="85"/>
                    <a:pt x="1467" y="33"/>
                  </a:cubicBezTo>
                  <a:lnTo>
                    <a:pt x="1467" y="17"/>
                  </a:lnTo>
                  <a:cubicBezTo>
                    <a:pt x="1467" y="17"/>
                    <a:pt x="1467" y="1"/>
                    <a:pt x="14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1444810" y="1703221"/>
              <a:ext cx="3675" cy="75189"/>
            </a:xfrm>
            <a:custGeom>
              <a:avLst/>
              <a:gdLst/>
              <a:ahLst/>
              <a:cxnLst/>
              <a:rect l="l" t="t" r="r" b="b"/>
              <a:pathLst>
                <a:path w="37" h="757" extrusionOk="0">
                  <a:moveTo>
                    <a:pt x="21" y="1"/>
                  </a:moveTo>
                  <a:cubicBezTo>
                    <a:pt x="1" y="170"/>
                    <a:pt x="1" y="320"/>
                    <a:pt x="1" y="473"/>
                  </a:cubicBezTo>
                  <a:lnTo>
                    <a:pt x="1" y="740"/>
                  </a:lnTo>
                  <a:cubicBezTo>
                    <a:pt x="1" y="740"/>
                    <a:pt x="1" y="756"/>
                    <a:pt x="21" y="756"/>
                  </a:cubicBezTo>
                  <a:lnTo>
                    <a:pt x="21" y="740"/>
                  </a:lnTo>
                  <a:cubicBezTo>
                    <a:pt x="37" y="639"/>
                    <a:pt x="37" y="554"/>
                    <a:pt x="21" y="473"/>
                  </a:cubicBezTo>
                  <a:cubicBezTo>
                    <a:pt x="21" y="320"/>
                    <a:pt x="21" y="170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1443220" y="2241761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33"/>
                    <a:pt x="17" y="251"/>
                    <a:pt x="17" y="368"/>
                  </a:cubicBezTo>
                  <a:lnTo>
                    <a:pt x="17" y="606"/>
                  </a:lnTo>
                  <a:lnTo>
                    <a:pt x="17" y="654"/>
                  </a:lnTo>
                  <a:cubicBezTo>
                    <a:pt x="17" y="687"/>
                    <a:pt x="17" y="707"/>
                    <a:pt x="0" y="739"/>
                  </a:cubicBezTo>
                  <a:lnTo>
                    <a:pt x="0" y="755"/>
                  </a:lnTo>
                  <a:lnTo>
                    <a:pt x="37" y="755"/>
                  </a:lnTo>
                  <a:cubicBezTo>
                    <a:pt x="53" y="723"/>
                    <a:pt x="53" y="687"/>
                    <a:pt x="37" y="638"/>
                  </a:cubicBezTo>
                  <a:lnTo>
                    <a:pt x="37" y="606"/>
                  </a:lnTo>
                  <a:cubicBezTo>
                    <a:pt x="53" y="521"/>
                    <a:pt x="53" y="453"/>
                    <a:pt x="37" y="368"/>
                  </a:cubicBezTo>
                  <a:cubicBezTo>
                    <a:pt x="37" y="251"/>
                    <a:pt x="37" y="133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1794334" y="3625955"/>
              <a:ext cx="6853" cy="72011"/>
            </a:xfrm>
            <a:custGeom>
              <a:avLst/>
              <a:gdLst/>
              <a:ahLst/>
              <a:cxnLst/>
              <a:rect l="l" t="t" r="r" b="b"/>
              <a:pathLst>
                <a:path w="69" h="725" extrusionOk="0">
                  <a:moveTo>
                    <a:pt x="53" y="1"/>
                  </a:moveTo>
                  <a:cubicBezTo>
                    <a:pt x="36" y="1"/>
                    <a:pt x="36" y="1"/>
                    <a:pt x="36" y="17"/>
                  </a:cubicBezTo>
                  <a:cubicBezTo>
                    <a:pt x="16" y="118"/>
                    <a:pt x="16" y="235"/>
                    <a:pt x="16" y="336"/>
                  </a:cubicBezTo>
                  <a:lnTo>
                    <a:pt x="16" y="538"/>
                  </a:lnTo>
                  <a:lnTo>
                    <a:pt x="16" y="587"/>
                  </a:lnTo>
                  <a:cubicBezTo>
                    <a:pt x="16" y="623"/>
                    <a:pt x="36" y="655"/>
                    <a:pt x="0" y="688"/>
                  </a:cubicBezTo>
                  <a:cubicBezTo>
                    <a:pt x="0" y="708"/>
                    <a:pt x="0" y="708"/>
                    <a:pt x="16" y="708"/>
                  </a:cubicBezTo>
                  <a:lnTo>
                    <a:pt x="16" y="724"/>
                  </a:lnTo>
                  <a:lnTo>
                    <a:pt x="36" y="708"/>
                  </a:lnTo>
                  <a:cubicBezTo>
                    <a:pt x="53" y="672"/>
                    <a:pt x="53" y="623"/>
                    <a:pt x="53" y="587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35"/>
                    <a:pt x="36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69181" y="2778216"/>
              <a:ext cx="150577" cy="162198"/>
            </a:xfrm>
            <a:custGeom>
              <a:avLst/>
              <a:gdLst/>
              <a:ahLst/>
              <a:cxnLst/>
              <a:rect l="l" t="t" r="r" b="b"/>
              <a:pathLst>
                <a:path w="1516" h="1633" extrusionOk="0">
                  <a:moveTo>
                    <a:pt x="1447" y="0"/>
                  </a:moveTo>
                  <a:cubicBezTo>
                    <a:pt x="1265" y="53"/>
                    <a:pt x="1079" y="133"/>
                    <a:pt x="894" y="218"/>
                  </a:cubicBezTo>
                  <a:cubicBezTo>
                    <a:pt x="740" y="287"/>
                    <a:pt x="607" y="356"/>
                    <a:pt x="457" y="404"/>
                  </a:cubicBezTo>
                  <a:cubicBezTo>
                    <a:pt x="389" y="420"/>
                    <a:pt x="336" y="457"/>
                    <a:pt x="271" y="489"/>
                  </a:cubicBezTo>
                  <a:cubicBezTo>
                    <a:pt x="219" y="505"/>
                    <a:pt x="170" y="537"/>
                    <a:pt x="102" y="558"/>
                  </a:cubicBezTo>
                  <a:cubicBezTo>
                    <a:pt x="33" y="590"/>
                    <a:pt x="1" y="622"/>
                    <a:pt x="1" y="691"/>
                  </a:cubicBezTo>
                  <a:lnTo>
                    <a:pt x="1" y="1515"/>
                  </a:lnTo>
                  <a:cubicBezTo>
                    <a:pt x="1" y="1547"/>
                    <a:pt x="17" y="1584"/>
                    <a:pt x="33" y="1632"/>
                  </a:cubicBezTo>
                  <a:lnTo>
                    <a:pt x="53" y="1632"/>
                  </a:lnTo>
                  <a:lnTo>
                    <a:pt x="235" y="1567"/>
                  </a:lnTo>
                  <a:cubicBezTo>
                    <a:pt x="372" y="1515"/>
                    <a:pt x="506" y="1446"/>
                    <a:pt x="659" y="1398"/>
                  </a:cubicBezTo>
                  <a:cubicBezTo>
                    <a:pt x="724" y="1366"/>
                    <a:pt x="809" y="1329"/>
                    <a:pt x="877" y="1313"/>
                  </a:cubicBezTo>
                  <a:cubicBezTo>
                    <a:pt x="1043" y="1228"/>
                    <a:pt x="1213" y="1164"/>
                    <a:pt x="1382" y="1111"/>
                  </a:cubicBezTo>
                  <a:cubicBezTo>
                    <a:pt x="1483" y="1079"/>
                    <a:pt x="1516" y="1026"/>
                    <a:pt x="1516" y="909"/>
                  </a:cubicBezTo>
                  <a:lnTo>
                    <a:pt x="1516" y="638"/>
                  </a:lnTo>
                  <a:cubicBezTo>
                    <a:pt x="1516" y="505"/>
                    <a:pt x="1516" y="372"/>
                    <a:pt x="1500" y="234"/>
                  </a:cubicBezTo>
                  <a:cubicBezTo>
                    <a:pt x="1500" y="234"/>
                    <a:pt x="1500" y="218"/>
                    <a:pt x="1483" y="218"/>
                  </a:cubicBezTo>
                  <a:lnTo>
                    <a:pt x="1467" y="234"/>
                  </a:lnTo>
                  <a:cubicBezTo>
                    <a:pt x="1483" y="372"/>
                    <a:pt x="1483" y="505"/>
                    <a:pt x="1483" y="638"/>
                  </a:cubicBezTo>
                  <a:lnTo>
                    <a:pt x="1483" y="909"/>
                  </a:lnTo>
                  <a:cubicBezTo>
                    <a:pt x="1500" y="1010"/>
                    <a:pt x="1467" y="1042"/>
                    <a:pt x="1382" y="1079"/>
                  </a:cubicBezTo>
                  <a:cubicBezTo>
                    <a:pt x="1197" y="1143"/>
                    <a:pt x="1027" y="1212"/>
                    <a:pt x="877" y="1281"/>
                  </a:cubicBezTo>
                  <a:cubicBezTo>
                    <a:pt x="793" y="1313"/>
                    <a:pt x="724" y="1345"/>
                    <a:pt x="639" y="1382"/>
                  </a:cubicBezTo>
                  <a:cubicBezTo>
                    <a:pt x="506" y="1430"/>
                    <a:pt x="356" y="1483"/>
                    <a:pt x="219" y="1547"/>
                  </a:cubicBezTo>
                  <a:lnTo>
                    <a:pt x="53" y="1616"/>
                  </a:lnTo>
                  <a:cubicBezTo>
                    <a:pt x="33" y="1567"/>
                    <a:pt x="17" y="1547"/>
                    <a:pt x="17" y="1515"/>
                  </a:cubicBezTo>
                  <a:cubicBezTo>
                    <a:pt x="33" y="1228"/>
                    <a:pt x="33" y="962"/>
                    <a:pt x="17" y="691"/>
                  </a:cubicBezTo>
                  <a:cubicBezTo>
                    <a:pt x="17" y="638"/>
                    <a:pt x="53" y="606"/>
                    <a:pt x="118" y="590"/>
                  </a:cubicBezTo>
                  <a:cubicBezTo>
                    <a:pt x="170" y="558"/>
                    <a:pt x="235" y="537"/>
                    <a:pt x="288" y="505"/>
                  </a:cubicBezTo>
                  <a:cubicBezTo>
                    <a:pt x="336" y="473"/>
                    <a:pt x="405" y="457"/>
                    <a:pt x="473" y="420"/>
                  </a:cubicBezTo>
                  <a:cubicBezTo>
                    <a:pt x="607" y="372"/>
                    <a:pt x="760" y="303"/>
                    <a:pt x="894" y="255"/>
                  </a:cubicBezTo>
                  <a:cubicBezTo>
                    <a:pt x="1079" y="170"/>
                    <a:pt x="1265" y="85"/>
                    <a:pt x="1467" y="16"/>
                  </a:cubicBezTo>
                  <a:lnTo>
                    <a:pt x="14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1643857" y="3160220"/>
              <a:ext cx="6853" cy="72706"/>
            </a:xfrm>
            <a:custGeom>
              <a:avLst/>
              <a:gdLst/>
              <a:ahLst/>
              <a:cxnLst/>
              <a:rect l="l" t="t" r="r" b="b"/>
              <a:pathLst>
                <a:path w="69" h="732" extrusionOk="0">
                  <a:moveTo>
                    <a:pt x="49" y="1"/>
                  </a:moveTo>
                  <a:cubicBezTo>
                    <a:pt x="44" y="1"/>
                    <a:pt x="37" y="8"/>
                    <a:pt x="37" y="8"/>
                  </a:cubicBezTo>
                  <a:cubicBezTo>
                    <a:pt x="16" y="125"/>
                    <a:pt x="16" y="246"/>
                    <a:pt x="16" y="363"/>
                  </a:cubicBezTo>
                  <a:lnTo>
                    <a:pt x="16" y="582"/>
                  </a:lnTo>
                  <a:lnTo>
                    <a:pt x="16" y="630"/>
                  </a:lnTo>
                  <a:cubicBezTo>
                    <a:pt x="16" y="650"/>
                    <a:pt x="37" y="683"/>
                    <a:pt x="16" y="715"/>
                  </a:cubicBezTo>
                  <a:cubicBezTo>
                    <a:pt x="0" y="715"/>
                    <a:pt x="0" y="715"/>
                    <a:pt x="16" y="731"/>
                  </a:cubicBezTo>
                  <a:lnTo>
                    <a:pt x="37" y="715"/>
                  </a:lnTo>
                  <a:cubicBezTo>
                    <a:pt x="53" y="683"/>
                    <a:pt x="53" y="650"/>
                    <a:pt x="53" y="614"/>
                  </a:cubicBezTo>
                  <a:lnTo>
                    <a:pt x="53" y="582"/>
                  </a:lnTo>
                  <a:lnTo>
                    <a:pt x="53" y="363"/>
                  </a:lnTo>
                  <a:cubicBezTo>
                    <a:pt x="53" y="246"/>
                    <a:pt x="53" y="125"/>
                    <a:pt x="69" y="8"/>
                  </a:cubicBezTo>
                  <a:lnTo>
                    <a:pt x="53" y="8"/>
                  </a:lnTo>
                  <a:cubicBezTo>
                    <a:pt x="53" y="3"/>
                    <a:pt x="51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1443220" y="2602808"/>
              <a:ext cx="5264" cy="71911"/>
            </a:xfrm>
            <a:custGeom>
              <a:avLst/>
              <a:gdLst/>
              <a:ahLst/>
              <a:cxnLst/>
              <a:rect l="l" t="t" r="r" b="b"/>
              <a:pathLst>
                <a:path w="53" h="724" extrusionOk="0">
                  <a:moveTo>
                    <a:pt x="17" y="1"/>
                  </a:moveTo>
                  <a:lnTo>
                    <a:pt x="17" y="267"/>
                  </a:lnTo>
                  <a:cubicBezTo>
                    <a:pt x="17" y="421"/>
                    <a:pt x="17" y="554"/>
                    <a:pt x="0" y="708"/>
                  </a:cubicBezTo>
                  <a:cubicBezTo>
                    <a:pt x="0" y="708"/>
                    <a:pt x="0" y="724"/>
                    <a:pt x="17" y="724"/>
                  </a:cubicBezTo>
                  <a:cubicBezTo>
                    <a:pt x="17" y="724"/>
                    <a:pt x="37" y="724"/>
                    <a:pt x="37" y="708"/>
                  </a:cubicBezTo>
                  <a:cubicBezTo>
                    <a:pt x="53" y="554"/>
                    <a:pt x="53" y="421"/>
                    <a:pt x="37" y="26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87655" y="1933953"/>
              <a:ext cx="132102" cy="192293"/>
            </a:xfrm>
            <a:custGeom>
              <a:avLst/>
              <a:gdLst/>
              <a:ahLst/>
              <a:cxnLst/>
              <a:rect l="l" t="t" r="r" b="b"/>
              <a:pathLst>
                <a:path w="1330" h="1936" extrusionOk="0">
                  <a:moveTo>
                    <a:pt x="1261" y="1"/>
                  </a:moveTo>
                  <a:lnTo>
                    <a:pt x="1261" y="17"/>
                  </a:lnTo>
                  <a:cubicBezTo>
                    <a:pt x="1297" y="219"/>
                    <a:pt x="1297" y="251"/>
                    <a:pt x="1160" y="320"/>
                  </a:cubicBezTo>
                  <a:cubicBezTo>
                    <a:pt x="1059" y="372"/>
                    <a:pt x="958" y="437"/>
                    <a:pt x="857" y="489"/>
                  </a:cubicBezTo>
                  <a:cubicBezTo>
                    <a:pt x="691" y="590"/>
                    <a:pt x="506" y="691"/>
                    <a:pt x="320" y="776"/>
                  </a:cubicBezTo>
                  <a:cubicBezTo>
                    <a:pt x="304" y="792"/>
                    <a:pt x="271" y="809"/>
                    <a:pt x="251" y="825"/>
                  </a:cubicBezTo>
                  <a:cubicBezTo>
                    <a:pt x="203" y="857"/>
                    <a:pt x="170" y="877"/>
                    <a:pt x="102" y="893"/>
                  </a:cubicBezTo>
                  <a:cubicBezTo>
                    <a:pt x="49" y="910"/>
                    <a:pt x="1" y="942"/>
                    <a:pt x="1" y="1027"/>
                  </a:cubicBezTo>
                  <a:lnTo>
                    <a:pt x="1" y="1362"/>
                  </a:lnTo>
                  <a:cubicBezTo>
                    <a:pt x="1" y="1548"/>
                    <a:pt x="1" y="1750"/>
                    <a:pt x="17" y="1936"/>
                  </a:cubicBezTo>
                  <a:lnTo>
                    <a:pt x="49" y="1936"/>
                  </a:lnTo>
                  <a:cubicBezTo>
                    <a:pt x="17" y="1750"/>
                    <a:pt x="33" y="1548"/>
                    <a:pt x="33" y="1362"/>
                  </a:cubicBezTo>
                  <a:lnTo>
                    <a:pt x="33" y="1027"/>
                  </a:lnTo>
                  <a:cubicBezTo>
                    <a:pt x="33" y="958"/>
                    <a:pt x="69" y="926"/>
                    <a:pt x="118" y="926"/>
                  </a:cubicBezTo>
                  <a:cubicBezTo>
                    <a:pt x="170" y="910"/>
                    <a:pt x="219" y="877"/>
                    <a:pt x="271" y="841"/>
                  </a:cubicBezTo>
                  <a:cubicBezTo>
                    <a:pt x="287" y="825"/>
                    <a:pt x="304" y="825"/>
                    <a:pt x="336" y="809"/>
                  </a:cubicBezTo>
                  <a:cubicBezTo>
                    <a:pt x="522" y="708"/>
                    <a:pt x="708" y="607"/>
                    <a:pt x="877" y="506"/>
                  </a:cubicBezTo>
                  <a:lnTo>
                    <a:pt x="1180" y="352"/>
                  </a:lnTo>
                  <a:cubicBezTo>
                    <a:pt x="1314" y="271"/>
                    <a:pt x="1330" y="235"/>
                    <a:pt x="1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2080390" y="2529009"/>
              <a:ext cx="106774" cy="279401"/>
            </a:xfrm>
            <a:custGeom>
              <a:avLst/>
              <a:gdLst/>
              <a:ahLst/>
              <a:cxnLst/>
              <a:rect l="l" t="t" r="r" b="b"/>
              <a:pathLst>
                <a:path w="1075" h="2813" extrusionOk="0">
                  <a:moveTo>
                    <a:pt x="65" y="0"/>
                  </a:moveTo>
                  <a:cubicBezTo>
                    <a:pt x="33" y="37"/>
                    <a:pt x="33" y="69"/>
                    <a:pt x="33" y="101"/>
                  </a:cubicBezTo>
                  <a:lnTo>
                    <a:pt x="33" y="118"/>
                  </a:lnTo>
                  <a:lnTo>
                    <a:pt x="33" y="255"/>
                  </a:lnTo>
                  <a:cubicBezTo>
                    <a:pt x="33" y="320"/>
                    <a:pt x="49" y="388"/>
                    <a:pt x="33" y="457"/>
                  </a:cubicBezTo>
                  <a:cubicBezTo>
                    <a:pt x="0" y="744"/>
                    <a:pt x="65" y="994"/>
                    <a:pt x="251" y="1265"/>
                  </a:cubicBezTo>
                  <a:cubicBezTo>
                    <a:pt x="368" y="1431"/>
                    <a:pt x="489" y="1616"/>
                    <a:pt x="590" y="1802"/>
                  </a:cubicBezTo>
                  <a:cubicBezTo>
                    <a:pt x="707" y="1988"/>
                    <a:pt x="824" y="2174"/>
                    <a:pt x="942" y="2339"/>
                  </a:cubicBezTo>
                  <a:cubicBezTo>
                    <a:pt x="1043" y="2493"/>
                    <a:pt x="1043" y="2626"/>
                    <a:pt x="1010" y="2796"/>
                  </a:cubicBezTo>
                  <a:lnTo>
                    <a:pt x="1010" y="2812"/>
                  </a:lnTo>
                  <a:lnTo>
                    <a:pt x="1026" y="2812"/>
                  </a:lnTo>
                  <a:cubicBezTo>
                    <a:pt x="1075" y="2626"/>
                    <a:pt x="1075" y="2493"/>
                    <a:pt x="958" y="2323"/>
                  </a:cubicBezTo>
                  <a:cubicBezTo>
                    <a:pt x="841" y="2158"/>
                    <a:pt x="723" y="1972"/>
                    <a:pt x="622" y="1786"/>
                  </a:cubicBezTo>
                  <a:cubicBezTo>
                    <a:pt x="505" y="1600"/>
                    <a:pt x="388" y="1414"/>
                    <a:pt x="267" y="1249"/>
                  </a:cubicBezTo>
                  <a:cubicBezTo>
                    <a:pt x="85" y="978"/>
                    <a:pt x="17" y="724"/>
                    <a:pt x="65" y="473"/>
                  </a:cubicBezTo>
                  <a:lnTo>
                    <a:pt x="65" y="255"/>
                  </a:lnTo>
                  <a:cubicBezTo>
                    <a:pt x="65" y="219"/>
                    <a:pt x="49" y="170"/>
                    <a:pt x="65" y="118"/>
                  </a:cubicBezTo>
                  <a:lnTo>
                    <a:pt x="65" y="101"/>
                  </a:lnTo>
                  <a:cubicBezTo>
                    <a:pt x="49" y="69"/>
                    <a:pt x="49" y="37"/>
                    <a:pt x="85" y="17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1264237" y="3251797"/>
              <a:ext cx="210768" cy="153656"/>
            </a:xfrm>
            <a:custGeom>
              <a:avLst/>
              <a:gdLst/>
              <a:ahLst/>
              <a:cxnLst/>
              <a:rect l="l" t="t" r="r" b="b"/>
              <a:pathLst>
                <a:path w="2122" h="1547" extrusionOk="0">
                  <a:moveTo>
                    <a:pt x="1438" y="1"/>
                  </a:moveTo>
                  <a:cubicBezTo>
                    <a:pt x="1421" y="1"/>
                    <a:pt x="1403" y="5"/>
                    <a:pt x="1382" y="11"/>
                  </a:cubicBezTo>
                  <a:lnTo>
                    <a:pt x="1148" y="80"/>
                  </a:lnTo>
                  <a:cubicBezTo>
                    <a:pt x="809" y="197"/>
                    <a:pt x="457" y="314"/>
                    <a:pt x="102" y="435"/>
                  </a:cubicBezTo>
                  <a:cubicBezTo>
                    <a:pt x="21" y="451"/>
                    <a:pt x="1" y="516"/>
                    <a:pt x="1" y="585"/>
                  </a:cubicBezTo>
                  <a:lnTo>
                    <a:pt x="1" y="1223"/>
                  </a:lnTo>
                  <a:lnTo>
                    <a:pt x="1" y="1477"/>
                  </a:lnTo>
                  <a:lnTo>
                    <a:pt x="37" y="1477"/>
                  </a:lnTo>
                  <a:lnTo>
                    <a:pt x="37" y="1223"/>
                  </a:lnTo>
                  <a:lnTo>
                    <a:pt x="37" y="585"/>
                  </a:lnTo>
                  <a:cubicBezTo>
                    <a:pt x="37" y="516"/>
                    <a:pt x="53" y="484"/>
                    <a:pt x="122" y="451"/>
                  </a:cubicBezTo>
                  <a:cubicBezTo>
                    <a:pt x="473" y="350"/>
                    <a:pt x="829" y="233"/>
                    <a:pt x="1164" y="112"/>
                  </a:cubicBezTo>
                  <a:lnTo>
                    <a:pt x="1382" y="31"/>
                  </a:lnTo>
                  <a:cubicBezTo>
                    <a:pt x="1435" y="31"/>
                    <a:pt x="1467" y="31"/>
                    <a:pt x="1499" y="64"/>
                  </a:cubicBezTo>
                  <a:cubicBezTo>
                    <a:pt x="1617" y="148"/>
                    <a:pt x="1738" y="266"/>
                    <a:pt x="1839" y="367"/>
                  </a:cubicBezTo>
                  <a:cubicBezTo>
                    <a:pt x="1903" y="451"/>
                    <a:pt x="1988" y="536"/>
                    <a:pt x="2073" y="601"/>
                  </a:cubicBezTo>
                  <a:cubicBezTo>
                    <a:pt x="2089" y="617"/>
                    <a:pt x="2089" y="637"/>
                    <a:pt x="2089" y="670"/>
                  </a:cubicBezTo>
                  <a:lnTo>
                    <a:pt x="2089" y="920"/>
                  </a:lnTo>
                  <a:lnTo>
                    <a:pt x="2089" y="1425"/>
                  </a:lnTo>
                  <a:cubicBezTo>
                    <a:pt x="2089" y="1445"/>
                    <a:pt x="2073" y="1461"/>
                    <a:pt x="2073" y="1494"/>
                  </a:cubicBezTo>
                  <a:cubicBezTo>
                    <a:pt x="2073" y="1494"/>
                    <a:pt x="2073" y="1510"/>
                    <a:pt x="2057" y="1526"/>
                  </a:cubicBezTo>
                  <a:lnTo>
                    <a:pt x="2073" y="1546"/>
                  </a:lnTo>
                  <a:lnTo>
                    <a:pt x="2089" y="1526"/>
                  </a:lnTo>
                  <a:lnTo>
                    <a:pt x="2089" y="1494"/>
                  </a:lnTo>
                  <a:cubicBezTo>
                    <a:pt x="2105" y="1477"/>
                    <a:pt x="2105" y="1461"/>
                    <a:pt x="2105" y="1425"/>
                  </a:cubicBezTo>
                  <a:cubicBezTo>
                    <a:pt x="2121" y="1259"/>
                    <a:pt x="2121" y="1090"/>
                    <a:pt x="2121" y="920"/>
                  </a:cubicBezTo>
                  <a:lnTo>
                    <a:pt x="2121" y="670"/>
                  </a:lnTo>
                  <a:cubicBezTo>
                    <a:pt x="2121" y="637"/>
                    <a:pt x="2121" y="601"/>
                    <a:pt x="2089" y="585"/>
                  </a:cubicBezTo>
                  <a:cubicBezTo>
                    <a:pt x="2004" y="500"/>
                    <a:pt x="1919" y="435"/>
                    <a:pt x="1855" y="350"/>
                  </a:cubicBezTo>
                  <a:cubicBezTo>
                    <a:pt x="1754" y="249"/>
                    <a:pt x="1637" y="132"/>
                    <a:pt x="1516" y="31"/>
                  </a:cubicBezTo>
                  <a:cubicBezTo>
                    <a:pt x="1486" y="9"/>
                    <a:pt x="1463" y="1"/>
                    <a:pt x="1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10678" y="3050664"/>
              <a:ext cx="1689" cy="75487"/>
            </a:xfrm>
            <a:custGeom>
              <a:avLst/>
              <a:gdLst/>
              <a:ahLst/>
              <a:cxnLst/>
              <a:rect l="l" t="t" r="r" b="b"/>
              <a:pathLst>
                <a:path w="17" h="760" extrusionOk="0">
                  <a:moveTo>
                    <a:pt x="0" y="0"/>
                  </a:moveTo>
                  <a:lnTo>
                    <a:pt x="0" y="743"/>
                  </a:lnTo>
                  <a:lnTo>
                    <a:pt x="0" y="760"/>
                  </a:lnTo>
                  <a:cubicBezTo>
                    <a:pt x="16" y="760"/>
                    <a:pt x="16" y="743"/>
                    <a:pt x="16" y="743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2081979" y="3370888"/>
              <a:ext cx="105185" cy="358762"/>
            </a:xfrm>
            <a:custGeom>
              <a:avLst/>
              <a:gdLst/>
              <a:ahLst/>
              <a:cxnLst/>
              <a:rect l="l" t="t" r="r" b="b"/>
              <a:pathLst>
                <a:path w="1059" h="3612" extrusionOk="0">
                  <a:moveTo>
                    <a:pt x="55" y="1"/>
                  </a:moveTo>
                  <a:cubicBezTo>
                    <a:pt x="49" y="1"/>
                    <a:pt x="49" y="8"/>
                    <a:pt x="49" y="8"/>
                  </a:cubicBezTo>
                  <a:cubicBezTo>
                    <a:pt x="1" y="125"/>
                    <a:pt x="17" y="262"/>
                    <a:pt x="17" y="379"/>
                  </a:cubicBezTo>
                  <a:lnTo>
                    <a:pt x="17" y="581"/>
                  </a:lnTo>
                  <a:cubicBezTo>
                    <a:pt x="17" y="614"/>
                    <a:pt x="33" y="630"/>
                    <a:pt x="69" y="666"/>
                  </a:cubicBezTo>
                  <a:lnTo>
                    <a:pt x="170" y="783"/>
                  </a:lnTo>
                  <a:cubicBezTo>
                    <a:pt x="372" y="1018"/>
                    <a:pt x="590" y="1272"/>
                    <a:pt x="792" y="1507"/>
                  </a:cubicBezTo>
                  <a:cubicBezTo>
                    <a:pt x="808" y="1523"/>
                    <a:pt x="825" y="1559"/>
                    <a:pt x="841" y="1575"/>
                  </a:cubicBezTo>
                  <a:cubicBezTo>
                    <a:pt x="893" y="1624"/>
                    <a:pt x="926" y="1692"/>
                    <a:pt x="994" y="1725"/>
                  </a:cubicBezTo>
                  <a:cubicBezTo>
                    <a:pt x="1010" y="1741"/>
                    <a:pt x="1010" y="1761"/>
                    <a:pt x="1010" y="1793"/>
                  </a:cubicBezTo>
                  <a:cubicBezTo>
                    <a:pt x="1010" y="1979"/>
                    <a:pt x="1027" y="2145"/>
                    <a:pt x="1027" y="2331"/>
                  </a:cubicBezTo>
                  <a:lnTo>
                    <a:pt x="1027" y="2872"/>
                  </a:lnTo>
                  <a:lnTo>
                    <a:pt x="1027" y="3207"/>
                  </a:lnTo>
                  <a:lnTo>
                    <a:pt x="1027" y="3409"/>
                  </a:lnTo>
                  <a:lnTo>
                    <a:pt x="1027" y="3425"/>
                  </a:lnTo>
                  <a:cubicBezTo>
                    <a:pt x="1027" y="3494"/>
                    <a:pt x="1027" y="3542"/>
                    <a:pt x="978" y="3579"/>
                  </a:cubicBezTo>
                  <a:lnTo>
                    <a:pt x="978" y="3611"/>
                  </a:lnTo>
                  <a:lnTo>
                    <a:pt x="994" y="3611"/>
                  </a:lnTo>
                  <a:cubicBezTo>
                    <a:pt x="1059" y="3559"/>
                    <a:pt x="1059" y="3494"/>
                    <a:pt x="1059" y="3425"/>
                  </a:cubicBezTo>
                  <a:lnTo>
                    <a:pt x="1059" y="3409"/>
                  </a:lnTo>
                  <a:lnTo>
                    <a:pt x="1059" y="3207"/>
                  </a:lnTo>
                  <a:lnTo>
                    <a:pt x="1059" y="2872"/>
                  </a:lnTo>
                  <a:cubicBezTo>
                    <a:pt x="1059" y="2702"/>
                    <a:pt x="1043" y="2516"/>
                    <a:pt x="1043" y="2331"/>
                  </a:cubicBezTo>
                  <a:lnTo>
                    <a:pt x="1043" y="1793"/>
                  </a:lnTo>
                  <a:cubicBezTo>
                    <a:pt x="1043" y="1777"/>
                    <a:pt x="1043" y="1725"/>
                    <a:pt x="1010" y="1708"/>
                  </a:cubicBezTo>
                  <a:cubicBezTo>
                    <a:pt x="942" y="1676"/>
                    <a:pt x="909" y="1624"/>
                    <a:pt x="857" y="1559"/>
                  </a:cubicBezTo>
                  <a:cubicBezTo>
                    <a:pt x="841" y="1539"/>
                    <a:pt x="825" y="1507"/>
                    <a:pt x="808" y="1490"/>
                  </a:cubicBezTo>
                  <a:cubicBezTo>
                    <a:pt x="606" y="1256"/>
                    <a:pt x="388" y="1002"/>
                    <a:pt x="186" y="767"/>
                  </a:cubicBezTo>
                  <a:lnTo>
                    <a:pt x="101" y="650"/>
                  </a:lnTo>
                  <a:lnTo>
                    <a:pt x="85" y="630"/>
                  </a:lnTo>
                  <a:cubicBezTo>
                    <a:pt x="69" y="614"/>
                    <a:pt x="49" y="598"/>
                    <a:pt x="49" y="581"/>
                  </a:cubicBezTo>
                  <a:lnTo>
                    <a:pt x="49" y="379"/>
                  </a:lnTo>
                  <a:cubicBezTo>
                    <a:pt x="33" y="262"/>
                    <a:pt x="33" y="145"/>
                    <a:pt x="69" y="24"/>
                  </a:cubicBezTo>
                  <a:lnTo>
                    <a:pt x="69" y="8"/>
                  </a:lnTo>
                  <a:cubicBezTo>
                    <a:pt x="62" y="2"/>
                    <a:pt x="58" y="1"/>
                    <a:pt x="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1819563" y="365088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18"/>
                    <a:pt x="1" y="235"/>
                    <a:pt x="17" y="356"/>
                  </a:cubicBezTo>
                  <a:lnTo>
                    <a:pt x="17" y="558"/>
                  </a:lnTo>
                  <a:lnTo>
                    <a:pt x="17" y="606"/>
                  </a:lnTo>
                  <a:cubicBezTo>
                    <a:pt x="17" y="639"/>
                    <a:pt x="17" y="659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cubicBezTo>
                    <a:pt x="49" y="675"/>
                    <a:pt x="33" y="639"/>
                    <a:pt x="33" y="606"/>
                  </a:cubicBezTo>
                  <a:lnTo>
                    <a:pt x="33" y="558"/>
                  </a:lnTo>
                  <a:lnTo>
                    <a:pt x="33" y="356"/>
                  </a:lnTo>
                  <a:cubicBezTo>
                    <a:pt x="33" y="235"/>
                    <a:pt x="33" y="134"/>
                    <a:pt x="49" y="17"/>
                  </a:cubicBezTo>
                  <a:cubicBezTo>
                    <a:pt x="49" y="17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87655" y="3609169"/>
              <a:ext cx="132102" cy="125249"/>
            </a:xfrm>
            <a:custGeom>
              <a:avLst/>
              <a:gdLst/>
              <a:ahLst/>
              <a:cxnLst/>
              <a:rect l="l" t="t" r="r" b="b"/>
              <a:pathLst>
                <a:path w="1330" h="1261" extrusionOk="0">
                  <a:moveTo>
                    <a:pt x="1314" y="0"/>
                  </a:moveTo>
                  <a:cubicBezTo>
                    <a:pt x="857" y="117"/>
                    <a:pt x="437" y="235"/>
                    <a:pt x="17" y="388"/>
                  </a:cubicBezTo>
                  <a:lnTo>
                    <a:pt x="1" y="388"/>
                  </a:lnTo>
                  <a:lnTo>
                    <a:pt x="1" y="1244"/>
                  </a:lnTo>
                  <a:cubicBezTo>
                    <a:pt x="1" y="1261"/>
                    <a:pt x="17" y="1261"/>
                    <a:pt x="17" y="1261"/>
                  </a:cubicBezTo>
                  <a:cubicBezTo>
                    <a:pt x="17" y="1261"/>
                    <a:pt x="33" y="1261"/>
                    <a:pt x="33" y="1244"/>
                  </a:cubicBezTo>
                  <a:lnTo>
                    <a:pt x="33" y="404"/>
                  </a:lnTo>
                  <a:cubicBezTo>
                    <a:pt x="453" y="271"/>
                    <a:pt x="877" y="134"/>
                    <a:pt x="1314" y="16"/>
                  </a:cubicBezTo>
                  <a:cubicBezTo>
                    <a:pt x="1330" y="16"/>
                    <a:pt x="1330" y="16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1739308" y="2644524"/>
              <a:ext cx="162198" cy="274137"/>
            </a:xfrm>
            <a:custGeom>
              <a:avLst/>
              <a:gdLst/>
              <a:ahLst/>
              <a:cxnLst/>
              <a:rect l="l" t="t" r="r" b="b"/>
              <a:pathLst>
                <a:path w="1633" h="2760" extrusionOk="0">
                  <a:moveTo>
                    <a:pt x="49" y="1"/>
                  </a:moveTo>
                  <a:cubicBezTo>
                    <a:pt x="1" y="33"/>
                    <a:pt x="1" y="86"/>
                    <a:pt x="1" y="134"/>
                  </a:cubicBezTo>
                  <a:lnTo>
                    <a:pt x="1" y="150"/>
                  </a:lnTo>
                  <a:cubicBezTo>
                    <a:pt x="1" y="692"/>
                    <a:pt x="1" y="708"/>
                    <a:pt x="336" y="1112"/>
                  </a:cubicBezTo>
                  <a:lnTo>
                    <a:pt x="352" y="1128"/>
                  </a:lnTo>
                  <a:cubicBezTo>
                    <a:pt x="469" y="1298"/>
                    <a:pt x="607" y="1479"/>
                    <a:pt x="740" y="1649"/>
                  </a:cubicBezTo>
                  <a:cubicBezTo>
                    <a:pt x="910" y="1867"/>
                    <a:pt x="1095" y="2106"/>
                    <a:pt x="1277" y="2340"/>
                  </a:cubicBezTo>
                  <a:cubicBezTo>
                    <a:pt x="1314" y="2372"/>
                    <a:pt x="1346" y="2425"/>
                    <a:pt x="1378" y="2473"/>
                  </a:cubicBezTo>
                  <a:cubicBezTo>
                    <a:pt x="1447" y="2574"/>
                    <a:pt x="1516" y="2675"/>
                    <a:pt x="1616" y="2760"/>
                  </a:cubicBezTo>
                  <a:lnTo>
                    <a:pt x="1633" y="2760"/>
                  </a:lnTo>
                  <a:lnTo>
                    <a:pt x="1633" y="2744"/>
                  </a:lnTo>
                  <a:cubicBezTo>
                    <a:pt x="1532" y="2659"/>
                    <a:pt x="1463" y="2558"/>
                    <a:pt x="1398" y="2457"/>
                  </a:cubicBezTo>
                  <a:cubicBezTo>
                    <a:pt x="1362" y="2409"/>
                    <a:pt x="1330" y="2356"/>
                    <a:pt x="1297" y="2324"/>
                  </a:cubicBezTo>
                  <a:cubicBezTo>
                    <a:pt x="1112" y="2085"/>
                    <a:pt x="926" y="1851"/>
                    <a:pt x="756" y="1633"/>
                  </a:cubicBezTo>
                  <a:cubicBezTo>
                    <a:pt x="639" y="1463"/>
                    <a:pt x="506" y="1277"/>
                    <a:pt x="368" y="1112"/>
                  </a:cubicBezTo>
                  <a:lnTo>
                    <a:pt x="352" y="1096"/>
                  </a:lnTo>
                  <a:cubicBezTo>
                    <a:pt x="33" y="692"/>
                    <a:pt x="33" y="692"/>
                    <a:pt x="33" y="150"/>
                  </a:cubicBezTo>
                  <a:lnTo>
                    <a:pt x="33" y="134"/>
                  </a:lnTo>
                  <a:cubicBezTo>
                    <a:pt x="33" y="86"/>
                    <a:pt x="33" y="49"/>
                    <a:pt x="65" y="33"/>
                  </a:cubicBezTo>
                  <a:lnTo>
                    <a:pt x="65" y="1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1518608" y="3670253"/>
              <a:ext cx="76778" cy="64164"/>
            </a:xfrm>
            <a:custGeom>
              <a:avLst/>
              <a:gdLst/>
              <a:ahLst/>
              <a:cxnLst/>
              <a:rect l="l" t="t" r="r" b="b"/>
              <a:pathLst>
                <a:path w="773" h="646" extrusionOk="0">
                  <a:moveTo>
                    <a:pt x="18" y="0"/>
                  </a:moveTo>
                  <a:cubicBezTo>
                    <a:pt x="17" y="0"/>
                    <a:pt x="17" y="2"/>
                    <a:pt x="17" y="7"/>
                  </a:cubicBezTo>
                  <a:cubicBezTo>
                    <a:pt x="1" y="7"/>
                    <a:pt x="1" y="7"/>
                    <a:pt x="1" y="24"/>
                  </a:cubicBezTo>
                  <a:cubicBezTo>
                    <a:pt x="17" y="92"/>
                    <a:pt x="65" y="141"/>
                    <a:pt x="134" y="193"/>
                  </a:cubicBezTo>
                  <a:cubicBezTo>
                    <a:pt x="304" y="310"/>
                    <a:pt x="469" y="444"/>
                    <a:pt x="623" y="581"/>
                  </a:cubicBezTo>
                  <a:lnTo>
                    <a:pt x="655" y="613"/>
                  </a:lnTo>
                  <a:cubicBezTo>
                    <a:pt x="692" y="646"/>
                    <a:pt x="708" y="646"/>
                    <a:pt x="740" y="646"/>
                  </a:cubicBezTo>
                  <a:lnTo>
                    <a:pt x="756" y="646"/>
                  </a:lnTo>
                  <a:cubicBezTo>
                    <a:pt x="756" y="646"/>
                    <a:pt x="772" y="646"/>
                    <a:pt x="772" y="629"/>
                  </a:cubicBezTo>
                  <a:lnTo>
                    <a:pt x="756" y="613"/>
                  </a:lnTo>
                  <a:lnTo>
                    <a:pt x="740" y="613"/>
                  </a:lnTo>
                  <a:cubicBezTo>
                    <a:pt x="724" y="613"/>
                    <a:pt x="708" y="613"/>
                    <a:pt x="692" y="597"/>
                  </a:cubicBezTo>
                  <a:lnTo>
                    <a:pt x="639" y="565"/>
                  </a:lnTo>
                  <a:cubicBezTo>
                    <a:pt x="490" y="428"/>
                    <a:pt x="320" y="278"/>
                    <a:pt x="150" y="177"/>
                  </a:cubicBezTo>
                  <a:cubicBezTo>
                    <a:pt x="86" y="125"/>
                    <a:pt x="49" y="76"/>
                    <a:pt x="33" y="7"/>
                  </a:cubicBezTo>
                  <a:cubicBezTo>
                    <a:pt x="22" y="7"/>
                    <a:pt x="19" y="0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517114" y="2199548"/>
              <a:ext cx="123759" cy="185936"/>
            </a:xfrm>
            <a:custGeom>
              <a:avLst/>
              <a:gdLst/>
              <a:ahLst/>
              <a:cxnLst/>
              <a:rect l="l" t="t" r="r" b="b"/>
              <a:pathLst>
                <a:path w="1246" h="1872" extrusionOk="0">
                  <a:moveTo>
                    <a:pt x="1229" y="1"/>
                  </a:moveTo>
                  <a:cubicBezTo>
                    <a:pt x="1160" y="122"/>
                    <a:pt x="1180" y="255"/>
                    <a:pt x="1197" y="324"/>
                  </a:cubicBezTo>
                  <a:cubicBezTo>
                    <a:pt x="1213" y="490"/>
                    <a:pt x="1213" y="643"/>
                    <a:pt x="1197" y="793"/>
                  </a:cubicBezTo>
                  <a:cubicBezTo>
                    <a:pt x="1197" y="930"/>
                    <a:pt x="1197" y="1063"/>
                    <a:pt x="1213" y="1197"/>
                  </a:cubicBezTo>
                  <a:cubicBezTo>
                    <a:pt x="1213" y="1249"/>
                    <a:pt x="1197" y="1281"/>
                    <a:pt x="1144" y="1298"/>
                  </a:cubicBezTo>
                  <a:cubicBezTo>
                    <a:pt x="910" y="1399"/>
                    <a:pt x="675" y="1516"/>
                    <a:pt x="453" y="1637"/>
                  </a:cubicBezTo>
                  <a:cubicBezTo>
                    <a:pt x="320" y="1702"/>
                    <a:pt x="170" y="1786"/>
                    <a:pt x="17" y="1855"/>
                  </a:cubicBezTo>
                  <a:cubicBezTo>
                    <a:pt x="1" y="1855"/>
                    <a:pt x="1" y="1855"/>
                    <a:pt x="1" y="1871"/>
                  </a:cubicBezTo>
                  <a:lnTo>
                    <a:pt x="17" y="1871"/>
                  </a:lnTo>
                  <a:cubicBezTo>
                    <a:pt x="170" y="1803"/>
                    <a:pt x="320" y="1718"/>
                    <a:pt x="473" y="1653"/>
                  </a:cubicBezTo>
                  <a:cubicBezTo>
                    <a:pt x="692" y="1536"/>
                    <a:pt x="926" y="1415"/>
                    <a:pt x="1160" y="1314"/>
                  </a:cubicBezTo>
                  <a:cubicBezTo>
                    <a:pt x="1213" y="1298"/>
                    <a:pt x="1245" y="1249"/>
                    <a:pt x="1229" y="1197"/>
                  </a:cubicBezTo>
                  <a:lnTo>
                    <a:pt x="1229" y="809"/>
                  </a:lnTo>
                  <a:cubicBezTo>
                    <a:pt x="1229" y="643"/>
                    <a:pt x="1229" y="474"/>
                    <a:pt x="1213" y="324"/>
                  </a:cubicBezTo>
                  <a:cubicBezTo>
                    <a:pt x="1213" y="255"/>
                    <a:pt x="1197" y="122"/>
                    <a:pt x="1245" y="21"/>
                  </a:cubicBezTo>
                  <a:lnTo>
                    <a:pt x="12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574127" y="2748120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33"/>
                    <a:pt x="17" y="255"/>
                    <a:pt x="17" y="356"/>
                  </a:cubicBezTo>
                  <a:lnTo>
                    <a:pt x="17" y="574"/>
                  </a:lnTo>
                  <a:lnTo>
                    <a:pt x="17" y="606"/>
                  </a:lnTo>
                  <a:cubicBezTo>
                    <a:pt x="17" y="638"/>
                    <a:pt x="17" y="691"/>
                    <a:pt x="33" y="723"/>
                  </a:cubicBezTo>
                  <a:lnTo>
                    <a:pt x="49" y="723"/>
                  </a:lnTo>
                  <a:lnTo>
                    <a:pt x="49" y="707"/>
                  </a:lnTo>
                  <a:cubicBezTo>
                    <a:pt x="33" y="675"/>
                    <a:pt x="33" y="638"/>
                    <a:pt x="33" y="606"/>
                  </a:cubicBezTo>
                  <a:lnTo>
                    <a:pt x="33" y="574"/>
                  </a:lnTo>
                  <a:lnTo>
                    <a:pt x="33" y="356"/>
                  </a:lnTo>
                  <a:cubicBezTo>
                    <a:pt x="33" y="255"/>
                    <a:pt x="49" y="133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1411536" y="2164387"/>
              <a:ext cx="90386" cy="239572"/>
            </a:xfrm>
            <a:custGeom>
              <a:avLst/>
              <a:gdLst/>
              <a:ahLst/>
              <a:cxnLst/>
              <a:rect l="l" t="t" r="r" b="b"/>
              <a:pathLst>
                <a:path w="910" h="2412" extrusionOk="0">
                  <a:moveTo>
                    <a:pt x="49" y="0"/>
                  </a:moveTo>
                  <a:cubicBezTo>
                    <a:pt x="38" y="0"/>
                    <a:pt x="28" y="1"/>
                    <a:pt x="16" y="3"/>
                  </a:cubicBezTo>
                  <a:cubicBezTo>
                    <a:pt x="16" y="3"/>
                    <a:pt x="0" y="20"/>
                    <a:pt x="16" y="20"/>
                  </a:cubicBezTo>
                  <a:lnTo>
                    <a:pt x="16" y="238"/>
                  </a:lnTo>
                  <a:cubicBezTo>
                    <a:pt x="0" y="274"/>
                    <a:pt x="0" y="323"/>
                    <a:pt x="0" y="355"/>
                  </a:cubicBezTo>
                  <a:lnTo>
                    <a:pt x="0" y="710"/>
                  </a:lnTo>
                  <a:lnTo>
                    <a:pt x="0" y="1131"/>
                  </a:lnTo>
                  <a:cubicBezTo>
                    <a:pt x="0" y="1232"/>
                    <a:pt x="16" y="1300"/>
                    <a:pt x="69" y="1332"/>
                  </a:cubicBezTo>
                  <a:cubicBezTo>
                    <a:pt x="134" y="1365"/>
                    <a:pt x="170" y="1417"/>
                    <a:pt x="202" y="1466"/>
                  </a:cubicBezTo>
                  <a:cubicBezTo>
                    <a:pt x="218" y="1486"/>
                    <a:pt x="235" y="1502"/>
                    <a:pt x="255" y="1518"/>
                  </a:cubicBezTo>
                  <a:cubicBezTo>
                    <a:pt x="303" y="1567"/>
                    <a:pt x="336" y="1619"/>
                    <a:pt x="372" y="1668"/>
                  </a:cubicBezTo>
                  <a:cubicBezTo>
                    <a:pt x="436" y="1769"/>
                    <a:pt x="489" y="1854"/>
                    <a:pt x="590" y="1922"/>
                  </a:cubicBezTo>
                  <a:lnTo>
                    <a:pt x="606" y="1922"/>
                  </a:lnTo>
                  <a:lnTo>
                    <a:pt x="606" y="1890"/>
                  </a:lnTo>
                  <a:cubicBezTo>
                    <a:pt x="505" y="1837"/>
                    <a:pt x="457" y="1753"/>
                    <a:pt x="388" y="1668"/>
                  </a:cubicBezTo>
                  <a:cubicBezTo>
                    <a:pt x="356" y="1603"/>
                    <a:pt x="319" y="1551"/>
                    <a:pt x="271" y="1502"/>
                  </a:cubicBezTo>
                  <a:lnTo>
                    <a:pt x="218" y="1450"/>
                  </a:lnTo>
                  <a:cubicBezTo>
                    <a:pt x="186" y="1401"/>
                    <a:pt x="154" y="1349"/>
                    <a:pt x="85" y="1316"/>
                  </a:cubicBezTo>
                  <a:cubicBezTo>
                    <a:pt x="53" y="1284"/>
                    <a:pt x="16" y="1215"/>
                    <a:pt x="16" y="1131"/>
                  </a:cubicBezTo>
                  <a:cubicBezTo>
                    <a:pt x="33" y="997"/>
                    <a:pt x="33" y="844"/>
                    <a:pt x="33" y="710"/>
                  </a:cubicBezTo>
                  <a:lnTo>
                    <a:pt x="33" y="355"/>
                  </a:lnTo>
                  <a:lnTo>
                    <a:pt x="33" y="238"/>
                  </a:lnTo>
                  <a:cubicBezTo>
                    <a:pt x="33" y="173"/>
                    <a:pt x="53" y="104"/>
                    <a:pt x="33" y="36"/>
                  </a:cubicBezTo>
                  <a:cubicBezTo>
                    <a:pt x="45" y="33"/>
                    <a:pt x="56" y="32"/>
                    <a:pt x="65" y="32"/>
                  </a:cubicBezTo>
                  <a:cubicBezTo>
                    <a:pt x="112" y="32"/>
                    <a:pt x="137" y="61"/>
                    <a:pt x="154" y="104"/>
                  </a:cubicBezTo>
                  <a:lnTo>
                    <a:pt x="170" y="104"/>
                  </a:lnTo>
                  <a:cubicBezTo>
                    <a:pt x="271" y="254"/>
                    <a:pt x="388" y="407"/>
                    <a:pt x="489" y="557"/>
                  </a:cubicBezTo>
                  <a:cubicBezTo>
                    <a:pt x="590" y="710"/>
                    <a:pt x="707" y="860"/>
                    <a:pt x="808" y="1013"/>
                  </a:cubicBezTo>
                  <a:cubicBezTo>
                    <a:pt x="840" y="1046"/>
                    <a:pt x="861" y="1082"/>
                    <a:pt x="861" y="1114"/>
                  </a:cubicBezTo>
                  <a:lnTo>
                    <a:pt x="861" y="1466"/>
                  </a:lnTo>
                  <a:cubicBezTo>
                    <a:pt x="861" y="1668"/>
                    <a:pt x="877" y="1890"/>
                    <a:pt x="840" y="2108"/>
                  </a:cubicBezTo>
                  <a:cubicBezTo>
                    <a:pt x="840" y="2193"/>
                    <a:pt x="824" y="2294"/>
                    <a:pt x="877" y="2395"/>
                  </a:cubicBezTo>
                  <a:lnTo>
                    <a:pt x="893" y="2411"/>
                  </a:lnTo>
                  <a:cubicBezTo>
                    <a:pt x="893" y="2395"/>
                    <a:pt x="909" y="2395"/>
                    <a:pt x="893" y="2395"/>
                  </a:cubicBezTo>
                  <a:cubicBezTo>
                    <a:pt x="861" y="2294"/>
                    <a:pt x="861" y="2193"/>
                    <a:pt x="877" y="2108"/>
                  </a:cubicBezTo>
                  <a:cubicBezTo>
                    <a:pt x="893" y="1890"/>
                    <a:pt x="893" y="1668"/>
                    <a:pt x="893" y="1466"/>
                  </a:cubicBezTo>
                  <a:lnTo>
                    <a:pt x="893" y="1131"/>
                  </a:lnTo>
                  <a:cubicBezTo>
                    <a:pt x="893" y="1062"/>
                    <a:pt x="861" y="1030"/>
                    <a:pt x="824" y="997"/>
                  </a:cubicBezTo>
                  <a:cubicBezTo>
                    <a:pt x="723" y="844"/>
                    <a:pt x="622" y="694"/>
                    <a:pt x="505" y="541"/>
                  </a:cubicBezTo>
                  <a:cubicBezTo>
                    <a:pt x="404" y="391"/>
                    <a:pt x="287" y="238"/>
                    <a:pt x="186" y="88"/>
                  </a:cubicBezTo>
                  <a:cubicBezTo>
                    <a:pt x="158" y="43"/>
                    <a:pt x="115" y="0"/>
                    <a:pt x="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487019" y="1731727"/>
              <a:ext cx="153854" cy="172230"/>
            </a:xfrm>
            <a:custGeom>
              <a:avLst/>
              <a:gdLst/>
              <a:ahLst/>
              <a:cxnLst/>
              <a:rect l="l" t="t" r="r" b="b"/>
              <a:pathLst>
                <a:path w="1549" h="1734" extrusionOk="0">
                  <a:moveTo>
                    <a:pt x="1516" y="1"/>
                  </a:moveTo>
                  <a:lnTo>
                    <a:pt x="1500" y="17"/>
                  </a:lnTo>
                  <a:cubicBezTo>
                    <a:pt x="1516" y="186"/>
                    <a:pt x="1516" y="352"/>
                    <a:pt x="1516" y="522"/>
                  </a:cubicBezTo>
                  <a:cubicBezTo>
                    <a:pt x="1516" y="607"/>
                    <a:pt x="1500" y="691"/>
                    <a:pt x="1516" y="772"/>
                  </a:cubicBezTo>
                  <a:cubicBezTo>
                    <a:pt x="1516" y="825"/>
                    <a:pt x="1463" y="857"/>
                    <a:pt x="1415" y="873"/>
                  </a:cubicBezTo>
                  <a:lnTo>
                    <a:pt x="1415" y="893"/>
                  </a:lnTo>
                  <a:cubicBezTo>
                    <a:pt x="1043" y="1095"/>
                    <a:pt x="692" y="1314"/>
                    <a:pt x="336" y="1516"/>
                  </a:cubicBezTo>
                  <a:lnTo>
                    <a:pt x="1" y="1717"/>
                  </a:lnTo>
                  <a:lnTo>
                    <a:pt x="1" y="1734"/>
                  </a:lnTo>
                  <a:lnTo>
                    <a:pt x="17" y="1734"/>
                  </a:lnTo>
                  <a:lnTo>
                    <a:pt x="352" y="1548"/>
                  </a:lnTo>
                  <a:cubicBezTo>
                    <a:pt x="708" y="1330"/>
                    <a:pt x="1059" y="1128"/>
                    <a:pt x="1415" y="910"/>
                  </a:cubicBezTo>
                  <a:lnTo>
                    <a:pt x="1431" y="910"/>
                  </a:lnTo>
                  <a:cubicBezTo>
                    <a:pt x="1483" y="873"/>
                    <a:pt x="1532" y="841"/>
                    <a:pt x="1532" y="772"/>
                  </a:cubicBezTo>
                  <a:lnTo>
                    <a:pt x="1532" y="522"/>
                  </a:lnTo>
                  <a:cubicBezTo>
                    <a:pt x="1532" y="352"/>
                    <a:pt x="1548" y="186"/>
                    <a:pt x="1516" y="17"/>
                  </a:cubicBezTo>
                  <a:lnTo>
                    <a:pt x="15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610678" y="3358373"/>
              <a:ext cx="3675" cy="73500"/>
            </a:xfrm>
            <a:custGeom>
              <a:avLst/>
              <a:gdLst/>
              <a:ahLst/>
              <a:cxnLst/>
              <a:rect l="l" t="t" r="r" b="b"/>
              <a:pathLst>
                <a:path w="37" h="740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303"/>
                    <a:pt x="16" y="522"/>
                    <a:pt x="0" y="724"/>
                  </a:cubicBezTo>
                  <a:lnTo>
                    <a:pt x="0" y="740"/>
                  </a:lnTo>
                  <a:cubicBezTo>
                    <a:pt x="16" y="740"/>
                    <a:pt x="16" y="724"/>
                    <a:pt x="16" y="724"/>
                  </a:cubicBezTo>
                  <a:cubicBezTo>
                    <a:pt x="36" y="522"/>
                    <a:pt x="36" y="303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794827" y="2319930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0" y="1"/>
                  </a:moveTo>
                  <a:lnTo>
                    <a:pt x="0" y="21"/>
                  </a:lnTo>
                  <a:cubicBezTo>
                    <a:pt x="16" y="154"/>
                    <a:pt x="16" y="304"/>
                    <a:pt x="0" y="441"/>
                  </a:cubicBezTo>
                  <a:lnTo>
                    <a:pt x="0" y="692"/>
                  </a:lnTo>
                  <a:lnTo>
                    <a:pt x="16" y="708"/>
                  </a:lnTo>
                  <a:cubicBezTo>
                    <a:pt x="33" y="708"/>
                    <a:pt x="33" y="692"/>
                    <a:pt x="33" y="692"/>
                  </a:cubicBezTo>
                  <a:lnTo>
                    <a:pt x="33" y="441"/>
                  </a:lnTo>
                  <a:cubicBezTo>
                    <a:pt x="33" y="304"/>
                    <a:pt x="33" y="154"/>
                    <a:pt x="16" y="21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1921470" y="3437038"/>
              <a:ext cx="132102" cy="212357"/>
            </a:xfrm>
            <a:custGeom>
              <a:avLst/>
              <a:gdLst/>
              <a:ahLst/>
              <a:cxnLst/>
              <a:rect l="l" t="t" r="r" b="b"/>
              <a:pathLst>
                <a:path w="1330" h="2138" extrusionOk="0">
                  <a:moveTo>
                    <a:pt x="49" y="0"/>
                  </a:moveTo>
                  <a:cubicBezTo>
                    <a:pt x="1" y="85"/>
                    <a:pt x="17" y="166"/>
                    <a:pt x="85" y="235"/>
                  </a:cubicBezTo>
                  <a:cubicBezTo>
                    <a:pt x="522" y="707"/>
                    <a:pt x="893" y="1111"/>
                    <a:pt x="1245" y="1479"/>
                  </a:cubicBezTo>
                  <a:lnTo>
                    <a:pt x="1261" y="1499"/>
                  </a:lnTo>
                  <a:cubicBezTo>
                    <a:pt x="1281" y="1499"/>
                    <a:pt x="1281" y="1515"/>
                    <a:pt x="1281" y="1531"/>
                  </a:cubicBezTo>
                  <a:lnTo>
                    <a:pt x="1281" y="1616"/>
                  </a:lnTo>
                  <a:cubicBezTo>
                    <a:pt x="1297" y="1782"/>
                    <a:pt x="1314" y="1951"/>
                    <a:pt x="1261" y="2121"/>
                  </a:cubicBezTo>
                  <a:lnTo>
                    <a:pt x="1281" y="2137"/>
                  </a:lnTo>
                  <a:lnTo>
                    <a:pt x="1297" y="2121"/>
                  </a:lnTo>
                  <a:cubicBezTo>
                    <a:pt x="1330" y="1951"/>
                    <a:pt x="1330" y="1782"/>
                    <a:pt x="1314" y="1616"/>
                  </a:cubicBezTo>
                  <a:lnTo>
                    <a:pt x="1314" y="1515"/>
                  </a:lnTo>
                  <a:cubicBezTo>
                    <a:pt x="1314" y="1499"/>
                    <a:pt x="1297" y="1479"/>
                    <a:pt x="1281" y="1463"/>
                  </a:cubicBezTo>
                  <a:lnTo>
                    <a:pt x="1261" y="1463"/>
                  </a:lnTo>
                  <a:cubicBezTo>
                    <a:pt x="910" y="1095"/>
                    <a:pt x="538" y="691"/>
                    <a:pt x="102" y="218"/>
                  </a:cubicBezTo>
                  <a:cubicBezTo>
                    <a:pt x="33" y="150"/>
                    <a:pt x="33" y="85"/>
                    <a:pt x="69" y="16"/>
                  </a:cubicBezTo>
                  <a:cubicBezTo>
                    <a:pt x="85" y="16"/>
                    <a:pt x="85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856607" y="2612840"/>
              <a:ext cx="354392" cy="254073"/>
            </a:xfrm>
            <a:custGeom>
              <a:avLst/>
              <a:gdLst/>
              <a:ahLst/>
              <a:cxnLst/>
              <a:rect l="l" t="t" r="r" b="b"/>
              <a:pathLst>
                <a:path w="3568" h="2558" extrusionOk="0">
                  <a:moveTo>
                    <a:pt x="3519" y="1"/>
                  </a:moveTo>
                  <a:cubicBezTo>
                    <a:pt x="3499" y="1"/>
                    <a:pt x="3499" y="17"/>
                    <a:pt x="3499" y="17"/>
                  </a:cubicBezTo>
                  <a:cubicBezTo>
                    <a:pt x="3551" y="82"/>
                    <a:pt x="3535" y="150"/>
                    <a:pt x="3535" y="235"/>
                  </a:cubicBezTo>
                  <a:cubicBezTo>
                    <a:pt x="3519" y="267"/>
                    <a:pt x="3519" y="320"/>
                    <a:pt x="3519" y="352"/>
                  </a:cubicBezTo>
                  <a:cubicBezTo>
                    <a:pt x="3535" y="486"/>
                    <a:pt x="3535" y="623"/>
                    <a:pt x="3535" y="756"/>
                  </a:cubicBezTo>
                  <a:lnTo>
                    <a:pt x="3535" y="990"/>
                  </a:lnTo>
                  <a:cubicBezTo>
                    <a:pt x="3535" y="1091"/>
                    <a:pt x="3499" y="1128"/>
                    <a:pt x="3418" y="1160"/>
                  </a:cubicBezTo>
                  <a:cubicBezTo>
                    <a:pt x="2776" y="1415"/>
                    <a:pt x="2121" y="1681"/>
                    <a:pt x="1479" y="1936"/>
                  </a:cubicBezTo>
                  <a:cubicBezTo>
                    <a:pt x="1277" y="2021"/>
                    <a:pt x="1075" y="2101"/>
                    <a:pt x="873" y="2186"/>
                  </a:cubicBezTo>
                  <a:cubicBezTo>
                    <a:pt x="606" y="2303"/>
                    <a:pt x="319" y="2404"/>
                    <a:pt x="33" y="2526"/>
                  </a:cubicBezTo>
                  <a:lnTo>
                    <a:pt x="0" y="2526"/>
                  </a:lnTo>
                  <a:lnTo>
                    <a:pt x="0" y="2542"/>
                  </a:lnTo>
                  <a:lnTo>
                    <a:pt x="0" y="2558"/>
                  </a:lnTo>
                  <a:lnTo>
                    <a:pt x="49" y="2558"/>
                  </a:lnTo>
                  <a:cubicBezTo>
                    <a:pt x="336" y="2441"/>
                    <a:pt x="606" y="2324"/>
                    <a:pt x="893" y="2223"/>
                  </a:cubicBezTo>
                  <a:cubicBezTo>
                    <a:pt x="1095" y="2138"/>
                    <a:pt x="1297" y="2053"/>
                    <a:pt x="1499" y="1968"/>
                  </a:cubicBezTo>
                  <a:cubicBezTo>
                    <a:pt x="2121" y="1718"/>
                    <a:pt x="2776" y="1447"/>
                    <a:pt x="3434" y="1192"/>
                  </a:cubicBezTo>
                  <a:cubicBezTo>
                    <a:pt x="3535" y="1144"/>
                    <a:pt x="3567" y="1091"/>
                    <a:pt x="3551" y="990"/>
                  </a:cubicBezTo>
                  <a:cubicBezTo>
                    <a:pt x="3551" y="926"/>
                    <a:pt x="3551" y="841"/>
                    <a:pt x="3567" y="756"/>
                  </a:cubicBezTo>
                  <a:cubicBezTo>
                    <a:pt x="3567" y="623"/>
                    <a:pt x="3567" y="486"/>
                    <a:pt x="3551" y="352"/>
                  </a:cubicBezTo>
                  <a:lnTo>
                    <a:pt x="3551" y="235"/>
                  </a:lnTo>
                  <a:cubicBezTo>
                    <a:pt x="3567" y="150"/>
                    <a:pt x="3567" y="82"/>
                    <a:pt x="3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670770" y="1595454"/>
              <a:ext cx="147398" cy="198153"/>
            </a:xfrm>
            <a:custGeom>
              <a:avLst/>
              <a:gdLst/>
              <a:ahLst/>
              <a:cxnLst/>
              <a:rect l="l" t="t" r="r" b="b"/>
              <a:pathLst>
                <a:path w="1484" h="1995" extrusionOk="0">
                  <a:moveTo>
                    <a:pt x="1467" y="0"/>
                  </a:moveTo>
                  <a:cubicBezTo>
                    <a:pt x="1466" y="0"/>
                    <a:pt x="1462" y="7"/>
                    <a:pt x="1451" y="7"/>
                  </a:cubicBezTo>
                  <a:cubicBezTo>
                    <a:pt x="1451" y="60"/>
                    <a:pt x="1431" y="76"/>
                    <a:pt x="1399" y="92"/>
                  </a:cubicBezTo>
                  <a:cubicBezTo>
                    <a:pt x="1128" y="225"/>
                    <a:pt x="878" y="379"/>
                    <a:pt x="623" y="549"/>
                  </a:cubicBezTo>
                  <a:cubicBezTo>
                    <a:pt x="457" y="650"/>
                    <a:pt x="272" y="751"/>
                    <a:pt x="102" y="852"/>
                  </a:cubicBezTo>
                  <a:cubicBezTo>
                    <a:pt x="54" y="884"/>
                    <a:pt x="1" y="916"/>
                    <a:pt x="1" y="985"/>
                  </a:cubicBezTo>
                  <a:cubicBezTo>
                    <a:pt x="17" y="1171"/>
                    <a:pt x="17" y="1356"/>
                    <a:pt x="17" y="1538"/>
                  </a:cubicBezTo>
                  <a:lnTo>
                    <a:pt x="17" y="1910"/>
                  </a:lnTo>
                  <a:cubicBezTo>
                    <a:pt x="17" y="1926"/>
                    <a:pt x="17" y="1942"/>
                    <a:pt x="37" y="1962"/>
                  </a:cubicBezTo>
                  <a:lnTo>
                    <a:pt x="37" y="1979"/>
                  </a:lnTo>
                  <a:lnTo>
                    <a:pt x="54" y="1995"/>
                  </a:lnTo>
                  <a:lnTo>
                    <a:pt x="54" y="1979"/>
                  </a:lnTo>
                  <a:cubicBezTo>
                    <a:pt x="70" y="1979"/>
                    <a:pt x="70" y="1979"/>
                    <a:pt x="70" y="1962"/>
                  </a:cubicBezTo>
                  <a:cubicBezTo>
                    <a:pt x="54" y="1962"/>
                    <a:pt x="54" y="1962"/>
                    <a:pt x="54" y="1942"/>
                  </a:cubicBezTo>
                  <a:cubicBezTo>
                    <a:pt x="54" y="1926"/>
                    <a:pt x="37" y="1910"/>
                    <a:pt x="37" y="1910"/>
                  </a:cubicBezTo>
                  <a:lnTo>
                    <a:pt x="37" y="1538"/>
                  </a:lnTo>
                  <a:lnTo>
                    <a:pt x="37" y="985"/>
                  </a:lnTo>
                  <a:cubicBezTo>
                    <a:pt x="37" y="916"/>
                    <a:pt x="70" y="900"/>
                    <a:pt x="118" y="884"/>
                  </a:cubicBezTo>
                  <a:cubicBezTo>
                    <a:pt x="288" y="783"/>
                    <a:pt x="474" y="666"/>
                    <a:pt x="643" y="565"/>
                  </a:cubicBezTo>
                  <a:cubicBezTo>
                    <a:pt x="878" y="411"/>
                    <a:pt x="1148" y="246"/>
                    <a:pt x="1415" y="124"/>
                  </a:cubicBezTo>
                  <a:cubicBezTo>
                    <a:pt x="1451" y="92"/>
                    <a:pt x="1467" y="60"/>
                    <a:pt x="1484" y="23"/>
                  </a:cubicBezTo>
                  <a:cubicBezTo>
                    <a:pt x="1484" y="7"/>
                    <a:pt x="1484" y="7"/>
                    <a:pt x="1467" y="7"/>
                  </a:cubicBezTo>
                  <a:cubicBezTo>
                    <a:pt x="1467" y="2"/>
                    <a:pt x="1467" y="0"/>
                    <a:pt x="1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935272" y="2584333"/>
              <a:ext cx="6456" cy="73600"/>
            </a:xfrm>
            <a:custGeom>
              <a:avLst/>
              <a:gdLst/>
              <a:ahLst/>
              <a:cxnLst/>
              <a:rect l="l" t="t" r="r" b="b"/>
              <a:pathLst>
                <a:path w="65" h="741" extrusionOk="0">
                  <a:moveTo>
                    <a:pt x="16" y="1"/>
                  </a:moveTo>
                  <a:lnTo>
                    <a:pt x="16" y="17"/>
                  </a:lnTo>
                  <a:lnTo>
                    <a:pt x="16" y="118"/>
                  </a:lnTo>
                  <a:cubicBezTo>
                    <a:pt x="32" y="320"/>
                    <a:pt x="49" y="522"/>
                    <a:pt x="0" y="724"/>
                  </a:cubicBezTo>
                  <a:lnTo>
                    <a:pt x="0" y="740"/>
                  </a:lnTo>
                  <a:lnTo>
                    <a:pt x="16" y="740"/>
                  </a:lnTo>
                  <a:cubicBezTo>
                    <a:pt x="65" y="522"/>
                    <a:pt x="49" y="320"/>
                    <a:pt x="49" y="118"/>
                  </a:cubicBezTo>
                  <a:cubicBezTo>
                    <a:pt x="32" y="86"/>
                    <a:pt x="32" y="49"/>
                    <a:pt x="32" y="17"/>
                  </a:cubicBezTo>
                  <a:cubicBezTo>
                    <a:pt x="32" y="1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1413125" y="3007259"/>
              <a:ext cx="88797" cy="250895"/>
            </a:xfrm>
            <a:custGeom>
              <a:avLst/>
              <a:gdLst/>
              <a:ahLst/>
              <a:cxnLst/>
              <a:rect l="l" t="t" r="r" b="b"/>
              <a:pathLst>
                <a:path w="894" h="2526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86"/>
                    <a:pt x="0" y="170"/>
                    <a:pt x="0" y="251"/>
                  </a:cubicBezTo>
                  <a:cubicBezTo>
                    <a:pt x="17" y="304"/>
                    <a:pt x="17" y="352"/>
                    <a:pt x="0" y="405"/>
                  </a:cubicBezTo>
                  <a:cubicBezTo>
                    <a:pt x="0" y="453"/>
                    <a:pt x="37" y="490"/>
                    <a:pt x="69" y="506"/>
                  </a:cubicBezTo>
                  <a:cubicBezTo>
                    <a:pt x="69" y="506"/>
                    <a:pt x="69" y="522"/>
                    <a:pt x="85" y="522"/>
                  </a:cubicBezTo>
                  <a:cubicBezTo>
                    <a:pt x="356" y="793"/>
                    <a:pt x="574" y="1011"/>
                    <a:pt x="776" y="1213"/>
                  </a:cubicBezTo>
                  <a:cubicBezTo>
                    <a:pt x="808" y="1245"/>
                    <a:pt x="845" y="1297"/>
                    <a:pt x="845" y="1362"/>
                  </a:cubicBezTo>
                  <a:cubicBezTo>
                    <a:pt x="845" y="1685"/>
                    <a:pt x="861" y="2021"/>
                    <a:pt x="861" y="2425"/>
                  </a:cubicBezTo>
                  <a:cubicBezTo>
                    <a:pt x="861" y="2457"/>
                    <a:pt x="861" y="2493"/>
                    <a:pt x="845" y="2509"/>
                  </a:cubicBezTo>
                  <a:lnTo>
                    <a:pt x="845" y="2526"/>
                  </a:lnTo>
                  <a:lnTo>
                    <a:pt x="861" y="2526"/>
                  </a:lnTo>
                  <a:cubicBezTo>
                    <a:pt x="877" y="2493"/>
                    <a:pt x="893" y="2473"/>
                    <a:pt x="893" y="2425"/>
                  </a:cubicBezTo>
                  <a:cubicBezTo>
                    <a:pt x="877" y="2021"/>
                    <a:pt x="877" y="1685"/>
                    <a:pt x="877" y="1362"/>
                  </a:cubicBezTo>
                  <a:cubicBezTo>
                    <a:pt x="877" y="1281"/>
                    <a:pt x="824" y="1229"/>
                    <a:pt x="792" y="1197"/>
                  </a:cubicBezTo>
                  <a:cubicBezTo>
                    <a:pt x="590" y="995"/>
                    <a:pt x="372" y="776"/>
                    <a:pt x="101" y="506"/>
                  </a:cubicBezTo>
                  <a:lnTo>
                    <a:pt x="85" y="490"/>
                  </a:lnTo>
                  <a:cubicBezTo>
                    <a:pt x="53" y="453"/>
                    <a:pt x="37" y="437"/>
                    <a:pt x="37" y="405"/>
                  </a:cubicBezTo>
                  <a:lnTo>
                    <a:pt x="37" y="251"/>
                  </a:lnTo>
                  <a:cubicBezTo>
                    <a:pt x="37" y="170"/>
                    <a:pt x="37" y="1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1670675" y="2870091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17"/>
                    <a:pt x="17" y="239"/>
                    <a:pt x="17" y="340"/>
                  </a:cubicBezTo>
                  <a:cubicBezTo>
                    <a:pt x="17" y="404"/>
                    <a:pt x="33" y="473"/>
                    <a:pt x="17" y="542"/>
                  </a:cubicBezTo>
                  <a:lnTo>
                    <a:pt x="17" y="590"/>
                  </a:lnTo>
                  <a:cubicBezTo>
                    <a:pt x="33" y="622"/>
                    <a:pt x="33" y="659"/>
                    <a:pt x="17" y="691"/>
                  </a:cubicBezTo>
                  <a:cubicBezTo>
                    <a:pt x="1" y="691"/>
                    <a:pt x="17" y="707"/>
                    <a:pt x="17" y="707"/>
                  </a:cubicBezTo>
                  <a:lnTo>
                    <a:pt x="33" y="691"/>
                  </a:lnTo>
                  <a:cubicBezTo>
                    <a:pt x="49" y="659"/>
                    <a:pt x="49" y="622"/>
                    <a:pt x="49" y="590"/>
                  </a:cubicBezTo>
                  <a:lnTo>
                    <a:pt x="49" y="542"/>
                  </a:lnTo>
                  <a:lnTo>
                    <a:pt x="49" y="340"/>
                  </a:lnTo>
                  <a:cubicBezTo>
                    <a:pt x="49" y="239"/>
                    <a:pt x="49" y="117"/>
                    <a:pt x="70" y="16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1443220" y="2071220"/>
              <a:ext cx="5264" cy="68236"/>
            </a:xfrm>
            <a:custGeom>
              <a:avLst/>
              <a:gdLst/>
              <a:ahLst/>
              <a:cxnLst/>
              <a:rect l="l" t="t" r="r" b="b"/>
              <a:pathLst>
                <a:path w="53" h="687" extrusionOk="0">
                  <a:moveTo>
                    <a:pt x="37" y="0"/>
                  </a:moveTo>
                  <a:cubicBezTo>
                    <a:pt x="17" y="117"/>
                    <a:pt x="17" y="234"/>
                    <a:pt x="17" y="335"/>
                  </a:cubicBezTo>
                  <a:lnTo>
                    <a:pt x="17" y="554"/>
                  </a:lnTo>
                  <a:lnTo>
                    <a:pt x="17" y="586"/>
                  </a:lnTo>
                  <a:cubicBezTo>
                    <a:pt x="17" y="622"/>
                    <a:pt x="17" y="655"/>
                    <a:pt x="0" y="671"/>
                  </a:cubicBezTo>
                  <a:lnTo>
                    <a:pt x="0" y="687"/>
                  </a:lnTo>
                  <a:lnTo>
                    <a:pt x="37" y="687"/>
                  </a:lnTo>
                  <a:cubicBezTo>
                    <a:pt x="53" y="655"/>
                    <a:pt x="53" y="622"/>
                    <a:pt x="53" y="586"/>
                  </a:cubicBezTo>
                  <a:cubicBezTo>
                    <a:pt x="37" y="570"/>
                    <a:pt x="37" y="554"/>
                    <a:pt x="37" y="554"/>
                  </a:cubicBezTo>
                  <a:cubicBezTo>
                    <a:pt x="53" y="469"/>
                    <a:pt x="53" y="404"/>
                    <a:pt x="37" y="335"/>
                  </a:cubicBezTo>
                  <a:cubicBezTo>
                    <a:pt x="37" y="234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672458" y="3286561"/>
              <a:ext cx="150577" cy="135281"/>
            </a:xfrm>
            <a:custGeom>
              <a:avLst/>
              <a:gdLst/>
              <a:ahLst/>
              <a:cxnLst/>
              <a:rect l="l" t="t" r="r" b="b"/>
              <a:pathLst>
                <a:path w="1516" h="1362" extrusionOk="0">
                  <a:moveTo>
                    <a:pt x="1483" y="0"/>
                  </a:moveTo>
                  <a:cubicBezTo>
                    <a:pt x="1467" y="0"/>
                    <a:pt x="1467" y="0"/>
                    <a:pt x="1467" y="17"/>
                  </a:cubicBezTo>
                  <a:cubicBezTo>
                    <a:pt x="1483" y="186"/>
                    <a:pt x="1483" y="352"/>
                    <a:pt x="1483" y="521"/>
                  </a:cubicBezTo>
                  <a:lnTo>
                    <a:pt x="1483" y="792"/>
                  </a:lnTo>
                  <a:cubicBezTo>
                    <a:pt x="1483" y="841"/>
                    <a:pt x="1467" y="857"/>
                    <a:pt x="1414" y="873"/>
                  </a:cubicBezTo>
                  <a:cubicBezTo>
                    <a:pt x="1265" y="925"/>
                    <a:pt x="1131" y="974"/>
                    <a:pt x="994" y="1026"/>
                  </a:cubicBezTo>
                  <a:cubicBezTo>
                    <a:pt x="776" y="1095"/>
                    <a:pt x="558" y="1160"/>
                    <a:pt x="323" y="1228"/>
                  </a:cubicBezTo>
                  <a:cubicBezTo>
                    <a:pt x="255" y="1245"/>
                    <a:pt x="186" y="1277"/>
                    <a:pt x="121" y="1297"/>
                  </a:cubicBezTo>
                  <a:cubicBezTo>
                    <a:pt x="85" y="1313"/>
                    <a:pt x="53" y="1329"/>
                    <a:pt x="20" y="1329"/>
                  </a:cubicBezTo>
                  <a:lnTo>
                    <a:pt x="0" y="1346"/>
                  </a:lnTo>
                  <a:lnTo>
                    <a:pt x="20" y="1362"/>
                  </a:lnTo>
                  <a:cubicBezTo>
                    <a:pt x="53" y="1346"/>
                    <a:pt x="85" y="1346"/>
                    <a:pt x="121" y="1329"/>
                  </a:cubicBezTo>
                  <a:cubicBezTo>
                    <a:pt x="186" y="1297"/>
                    <a:pt x="271" y="1277"/>
                    <a:pt x="339" y="1261"/>
                  </a:cubicBezTo>
                  <a:cubicBezTo>
                    <a:pt x="558" y="1196"/>
                    <a:pt x="792" y="1111"/>
                    <a:pt x="994" y="1043"/>
                  </a:cubicBezTo>
                  <a:cubicBezTo>
                    <a:pt x="1147" y="994"/>
                    <a:pt x="1281" y="942"/>
                    <a:pt x="1414" y="909"/>
                  </a:cubicBezTo>
                  <a:cubicBezTo>
                    <a:pt x="1483" y="893"/>
                    <a:pt x="1499" y="857"/>
                    <a:pt x="1499" y="792"/>
                  </a:cubicBezTo>
                  <a:lnTo>
                    <a:pt x="1499" y="521"/>
                  </a:lnTo>
                  <a:cubicBezTo>
                    <a:pt x="1515" y="352"/>
                    <a:pt x="1515" y="186"/>
                    <a:pt x="1499" y="17"/>
                  </a:cubicBezTo>
                  <a:cubicBezTo>
                    <a:pt x="1499" y="0"/>
                    <a:pt x="1483" y="0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1416701" y="2350026"/>
              <a:ext cx="83532" cy="207589"/>
            </a:xfrm>
            <a:custGeom>
              <a:avLst/>
              <a:gdLst/>
              <a:ahLst/>
              <a:cxnLst/>
              <a:rect l="l" t="t" r="r" b="b"/>
              <a:pathLst>
                <a:path w="841" h="2090" extrusionOk="0">
                  <a:moveTo>
                    <a:pt x="1" y="1"/>
                  </a:moveTo>
                  <a:lnTo>
                    <a:pt x="1" y="21"/>
                  </a:lnTo>
                  <a:cubicBezTo>
                    <a:pt x="17" y="37"/>
                    <a:pt x="17" y="37"/>
                    <a:pt x="33" y="37"/>
                  </a:cubicBezTo>
                  <a:cubicBezTo>
                    <a:pt x="49" y="53"/>
                    <a:pt x="65" y="69"/>
                    <a:pt x="82" y="86"/>
                  </a:cubicBezTo>
                  <a:cubicBezTo>
                    <a:pt x="304" y="372"/>
                    <a:pt x="538" y="659"/>
                    <a:pt x="772" y="962"/>
                  </a:cubicBezTo>
                  <a:cubicBezTo>
                    <a:pt x="809" y="1011"/>
                    <a:pt x="809" y="1079"/>
                    <a:pt x="809" y="1132"/>
                  </a:cubicBezTo>
                  <a:lnTo>
                    <a:pt x="809" y="1940"/>
                  </a:lnTo>
                  <a:cubicBezTo>
                    <a:pt x="809" y="1988"/>
                    <a:pt x="809" y="2041"/>
                    <a:pt x="788" y="2073"/>
                  </a:cubicBezTo>
                  <a:cubicBezTo>
                    <a:pt x="772" y="2089"/>
                    <a:pt x="788" y="2089"/>
                    <a:pt x="788" y="2089"/>
                  </a:cubicBezTo>
                  <a:lnTo>
                    <a:pt x="809" y="2089"/>
                  </a:lnTo>
                  <a:cubicBezTo>
                    <a:pt x="825" y="2041"/>
                    <a:pt x="841" y="1988"/>
                    <a:pt x="841" y="1940"/>
                  </a:cubicBezTo>
                  <a:lnTo>
                    <a:pt x="841" y="1132"/>
                  </a:lnTo>
                  <a:cubicBezTo>
                    <a:pt x="841" y="1063"/>
                    <a:pt x="841" y="995"/>
                    <a:pt x="788" y="946"/>
                  </a:cubicBezTo>
                  <a:cubicBezTo>
                    <a:pt x="554" y="643"/>
                    <a:pt x="320" y="356"/>
                    <a:pt x="102" y="69"/>
                  </a:cubicBezTo>
                  <a:lnTo>
                    <a:pt x="49" y="21"/>
                  </a:lnTo>
                  <a:cubicBezTo>
                    <a:pt x="33" y="21"/>
                    <a:pt x="33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1919881" y="3179389"/>
              <a:ext cx="126937" cy="206000"/>
            </a:xfrm>
            <a:custGeom>
              <a:avLst/>
              <a:gdLst/>
              <a:ahLst/>
              <a:cxnLst/>
              <a:rect l="l" t="t" r="r" b="b"/>
              <a:pathLst>
                <a:path w="1278" h="2074" extrusionOk="0">
                  <a:moveTo>
                    <a:pt x="65" y="1"/>
                  </a:moveTo>
                  <a:cubicBezTo>
                    <a:pt x="33" y="53"/>
                    <a:pt x="33" y="102"/>
                    <a:pt x="49" y="154"/>
                  </a:cubicBezTo>
                  <a:cubicBezTo>
                    <a:pt x="49" y="187"/>
                    <a:pt x="65" y="219"/>
                    <a:pt x="49" y="255"/>
                  </a:cubicBezTo>
                  <a:cubicBezTo>
                    <a:pt x="0" y="591"/>
                    <a:pt x="166" y="825"/>
                    <a:pt x="320" y="995"/>
                  </a:cubicBezTo>
                  <a:cubicBezTo>
                    <a:pt x="538" y="1213"/>
                    <a:pt x="740" y="1467"/>
                    <a:pt x="926" y="1701"/>
                  </a:cubicBezTo>
                  <a:cubicBezTo>
                    <a:pt x="1027" y="1802"/>
                    <a:pt x="1111" y="1903"/>
                    <a:pt x="1212" y="2021"/>
                  </a:cubicBezTo>
                  <a:cubicBezTo>
                    <a:pt x="1212" y="2037"/>
                    <a:pt x="1229" y="2037"/>
                    <a:pt x="1245" y="2053"/>
                  </a:cubicBezTo>
                  <a:lnTo>
                    <a:pt x="1261" y="2053"/>
                  </a:lnTo>
                  <a:lnTo>
                    <a:pt x="1261" y="2073"/>
                  </a:lnTo>
                  <a:lnTo>
                    <a:pt x="1277" y="2053"/>
                  </a:lnTo>
                  <a:lnTo>
                    <a:pt x="1277" y="2037"/>
                  </a:lnTo>
                  <a:cubicBezTo>
                    <a:pt x="1277" y="2037"/>
                    <a:pt x="1261" y="2037"/>
                    <a:pt x="1261" y="2021"/>
                  </a:cubicBezTo>
                  <a:cubicBezTo>
                    <a:pt x="1245" y="2021"/>
                    <a:pt x="1229" y="2004"/>
                    <a:pt x="1229" y="2004"/>
                  </a:cubicBezTo>
                  <a:cubicBezTo>
                    <a:pt x="1128" y="1887"/>
                    <a:pt x="1043" y="1786"/>
                    <a:pt x="958" y="1685"/>
                  </a:cubicBezTo>
                  <a:cubicBezTo>
                    <a:pt x="756" y="1447"/>
                    <a:pt x="554" y="1197"/>
                    <a:pt x="336" y="978"/>
                  </a:cubicBezTo>
                  <a:cubicBezTo>
                    <a:pt x="118" y="724"/>
                    <a:pt x="33" y="506"/>
                    <a:pt x="85" y="255"/>
                  </a:cubicBezTo>
                  <a:cubicBezTo>
                    <a:pt x="85" y="219"/>
                    <a:pt x="85" y="187"/>
                    <a:pt x="65" y="154"/>
                  </a:cubicBezTo>
                  <a:cubicBezTo>
                    <a:pt x="65" y="102"/>
                    <a:pt x="49" y="6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1386605" y="1290327"/>
              <a:ext cx="6555" cy="73600"/>
            </a:xfrm>
            <a:custGeom>
              <a:avLst/>
              <a:gdLst/>
              <a:ahLst/>
              <a:cxnLst/>
              <a:rect l="l" t="t" r="r" b="b"/>
              <a:pathLst>
                <a:path w="66" h="741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35"/>
                    <a:pt x="17" y="352"/>
                  </a:cubicBezTo>
                  <a:lnTo>
                    <a:pt x="17" y="554"/>
                  </a:lnTo>
                  <a:lnTo>
                    <a:pt x="17" y="623"/>
                  </a:lnTo>
                  <a:cubicBezTo>
                    <a:pt x="17" y="655"/>
                    <a:pt x="17" y="708"/>
                    <a:pt x="33" y="740"/>
                  </a:cubicBezTo>
                  <a:lnTo>
                    <a:pt x="49" y="740"/>
                  </a:lnTo>
                  <a:cubicBezTo>
                    <a:pt x="65" y="740"/>
                    <a:pt x="65" y="740"/>
                    <a:pt x="49" y="724"/>
                  </a:cubicBezTo>
                  <a:cubicBezTo>
                    <a:pt x="33" y="692"/>
                    <a:pt x="33" y="655"/>
                    <a:pt x="49" y="623"/>
                  </a:cubicBezTo>
                  <a:lnTo>
                    <a:pt x="49" y="554"/>
                  </a:lnTo>
                  <a:lnTo>
                    <a:pt x="49" y="352"/>
                  </a:lnTo>
                  <a:cubicBezTo>
                    <a:pt x="49" y="235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1670675" y="3034176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7"/>
                  </a:cubicBezTo>
                  <a:cubicBezTo>
                    <a:pt x="17" y="118"/>
                    <a:pt x="17" y="235"/>
                    <a:pt x="17" y="336"/>
                  </a:cubicBezTo>
                  <a:cubicBezTo>
                    <a:pt x="17" y="404"/>
                    <a:pt x="33" y="469"/>
                    <a:pt x="17" y="538"/>
                  </a:cubicBezTo>
                  <a:lnTo>
                    <a:pt x="17" y="586"/>
                  </a:lnTo>
                  <a:cubicBezTo>
                    <a:pt x="33" y="623"/>
                    <a:pt x="33" y="655"/>
                    <a:pt x="17" y="687"/>
                  </a:cubicBezTo>
                  <a:cubicBezTo>
                    <a:pt x="1" y="687"/>
                    <a:pt x="17" y="687"/>
                    <a:pt x="17" y="707"/>
                  </a:cubicBezTo>
                  <a:lnTo>
                    <a:pt x="33" y="687"/>
                  </a:lnTo>
                  <a:cubicBezTo>
                    <a:pt x="49" y="655"/>
                    <a:pt x="49" y="623"/>
                    <a:pt x="49" y="586"/>
                  </a:cubicBezTo>
                  <a:lnTo>
                    <a:pt x="49" y="538"/>
                  </a:lnTo>
                  <a:lnTo>
                    <a:pt x="49" y="336"/>
                  </a:lnTo>
                  <a:cubicBezTo>
                    <a:pt x="49" y="235"/>
                    <a:pt x="49" y="118"/>
                    <a:pt x="70" y="17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1037180" y="2207991"/>
              <a:ext cx="1689" cy="68733"/>
            </a:xfrm>
            <a:custGeom>
              <a:avLst/>
              <a:gdLst/>
              <a:ahLst/>
              <a:cxnLst/>
              <a:rect l="l" t="t" r="r" b="b"/>
              <a:pathLst>
                <a:path w="17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6" y="692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461790" y="2019075"/>
              <a:ext cx="179083" cy="102404"/>
            </a:xfrm>
            <a:custGeom>
              <a:avLst/>
              <a:gdLst/>
              <a:ahLst/>
              <a:cxnLst/>
              <a:rect l="l" t="t" r="r" b="b"/>
              <a:pathLst>
                <a:path w="1803" h="1031" extrusionOk="0">
                  <a:moveTo>
                    <a:pt x="1786" y="0"/>
                  </a:moveTo>
                  <a:cubicBezTo>
                    <a:pt x="1770" y="20"/>
                    <a:pt x="1770" y="36"/>
                    <a:pt x="1754" y="53"/>
                  </a:cubicBezTo>
                  <a:cubicBezTo>
                    <a:pt x="1754" y="69"/>
                    <a:pt x="1754" y="85"/>
                    <a:pt x="1717" y="101"/>
                  </a:cubicBezTo>
                  <a:cubicBezTo>
                    <a:pt x="1467" y="238"/>
                    <a:pt x="1212" y="372"/>
                    <a:pt x="962" y="505"/>
                  </a:cubicBezTo>
                  <a:cubicBezTo>
                    <a:pt x="893" y="541"/>
                    <a:pt x="828" y="574"/>
                    <a:pt x="776" y="606"/>
                  </a:cubicBezTo>
                  <a:cubicBezTo>
                    <a:pt x="590" y="691"/>
                    <a:pt x="424" y="792"/>
                    <a:pt x="255" y="877"/>
                  </a:cubicBezTo>
                  <a:lnTo>
                    <a:pt x="21" y="1010"/>
                  </a:lnTo>
                  <a:cubicBezTo>
                    <a:pt x="0" y="1010"/>
                    <a:pt x="0" y="1010"/>
                    <a:pt x="0" y="1030"/>
                  </a:cubicBezTo>
                  <a:lnTo>
                    <a:pt x="21" y="1030"/>
                  </a:lnTo>
                  <a:lnTo>
                    <a:pt x="271" y="909"/>
                  </a:lnTo>
                  <a:cubicBezTo>
                    <a:pt x="441" y="808"/>
                    <a:pt x="606" y="727"/>
                    <a:pt x="776" y="626"/>
                  </a:cubicBezTo>
                  <a:cubicBezTo>
                    <a:pt x="845" y="590"/>
                    <a:pt x="909" y="558"/>
                    <a:pt x="978" y="525"/>
                  </a:cubicBezTo>
                  <a:cubicBezTo>
                    <a:pt x="1212" y="388"/>
                    <a:pt x="1483" y="255"/>
                    <a:pt x="1737" y="137"/>
                  </a:cubicBezTo>
                  <a:cubicBezTo>
                    <a:pt x="1770" y="101"/>
                    <a:pt x="1786" y="85"/>
                    <a:pt x="1786" y="53"/>
                  </a:cubicBezTo>
                  <a:cubicBezTo>
                    <a:pt x="1786" y="53"/>
                    <a:pt x="1786" y="36"/>
                    <a:pt x="1802" y="36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1669085" y="205433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18"/>
                    <a:pt x="17" y="235"/>
                    <a:pt x="17" y="336"/>
                  </a:cubicBezTo>
                  <a:lnTo>
                    <a:pt x="17" y="538"/>
                  </a:lnTo>
                  <a:lnTo>
                    <a:pt x="17" y="590"/>
                  </a:lnTo>
                  <a:cubicBezTo>
                    <a:pt x="17" y="623"/>
                    <a:pt x="17" y="655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lnTo>
                    <a:pt x="17" y="691"/>
                  </a:lnTo>
                  <a:cubicBezTo>
                    <a:pt x="49" y="655"/>
                    <a:pt x="33" y="623"/>
                    <a:pt x="33" y="590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687655" y="3423332"/>
              <a:ext cx="137366" cy="152563"/>
            </a:xfrm>
            <a:custGeom>
              <a:avLst/>
              <a:gdLst/>
              <a:ahLst/>
              <a:cxnLst/>
              <a:rect l="l" t="t" r="r" b="b"/>
              <a:pathLst>
                <a:path w="1383" h="1536" extrusionOk="0">
                  <a:moveTo>
                    <a:pt x="1330" y="1"/>
                  </a:moveTo>
                  <a:cubicBezTo>
                    <a:pt x="1314" y="37"/>
                    <a:pt x="1314" y="86"/>
                    <a:pt x="1330" y="122"/>
                  </a:cubicBezTo>
                  <a:cubicBezTo>
                    <a:pt x="1330" y="171"/>
                    <a:pt x="1346" y="203"/>
                    <a:pt x="1297" y="223"/>
                  </a:cubicBezTo>
                  <a:cubicBezTo>
                    <a:pt x="1261" y="255"/>
                    <a:pt x="1213" y="255"/>
                    <a:pt x="1160" y="272"/>
                  </a:cubicBezTo>
                  <a:cubicBezTo>
                    <a:pt x="1144" y="288"/>
                    <a:pt x="1112" y="288"/>
                    <a:pt x="1079" y="304"/>
                  </a:cubicBezTo>
                  <a:cubicBezTo>
                    <a:pt x="825" y="389"/>
                    <a:pt x="554" y="474"/>
                    <a:pt x="287" y="575"/>
                  </a:cubicBezTo>
                  <a:lnTo>
                    <a:pt x="17" y="659"/>
                  </a:lnTo>
                  <a:lnTo>
                    <a:pt x="1" y="676"/>
                  </a:lnTo>
                  <a:lnTo>
                    <a:pt x="1" y="1011"/>
                  </a:lnTo>
                  <a:cubicBezTo>
                    <a:pt x="1" y="1180"/>
                    <a:pt x="1" y="1350"/>
                    <a:pt x="17" y="1536"/>
                  </a:cubicBezTo>
                  <a:lnTo>
                    <a:pt x="33" y="1536"/>
                  </a:lnTo>
                  <a:cubicBezTo>
                    <a:pt x="33" y="1536"/>
                    <a:pt x="49" y="1536"/>
                    <a:pt x="49" y="1516"/>
                  </a:cubicBezTo>
                  <a:cubicBezTo>
                    <a:pt x="17" y="1350"/>
                    <a:pt x="33" y="1180"/>
                    <a:pt x="33" y="1011"/>
                  </a:cubicBezTo>
                  <a:lnTo>
                    <a:pt x="33" y="692"/>
                  </a:lnTo>
                  <a:lnTo>
                    <a:pt x="304" y="591"/>
                  </a:lnTo>
                  <a:cubicBezTo>
                    <a:pt x="574" y="506"/>
                    <a:pt x="825" y="405"/>
                    <a:pt x="1095" y="324"/>
                  </a:cubicBezTo>
                  <a:cubicBezTo>
                    <a:pt x="1112" y="304"/>
                    <a:pt x="1144" y="304"/>
                    <a:pt x="1180" y="304"/>
                  </a:cubicBezTo>
                  <a:cubicBezTo>
                    <a:pt x="1229" y="288"/>
                    <a:pt x="1281" y="272"/>
                    <a:pt x="1314" y="255"/>
                  </a:cubicBezTo>
                  <a:cubicBezTo>
                    <a:pt x="1382" y="223"/>
                    <a:pt x="1362" y="171"/>
                    <a:pt x="1346" y="122"/>
                  </a:cubicBezTo>
                  <a:cubicBezTo>
                    <a:pt x="1346" y="86"/>
                    <a:pt x="1330" y="53"/>
                    <a:pt x="1346" y="21"/>
                  </a:cubicBezTo>
                  <a:cubicBezTo>
                    <a:pt x="1362" y="21"/>
                    <a:pt x="1346" y="1"/>
                    <a:pt x="1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669181" y="3593873"/>
              <a:ext cx="148988" cy="140545"/>
            </a:xfrm>
            <a:custGeom>
              <a:avLst/>
              <a:gdLst/>
              <a:ahLst/>
              <a:cxnLst/>
              <a:rect l="l" t="t" r="r" b="b"/>
              <a:pathLst>
                <a:path w="1500" h="1415" extrusionOk="0">
                  <a:moveTo>
                    <a:pt x="1483" y="1"/>
                  </a:moveTo>
                  <a:lnTo>
                    <a:pt x="1197" y="69"/>
                  </a:lnTo>
                  <a:cubicBezTo>
                    <a:pt x="978" y="138"/>
                    <a:pt x="740" y="203"/>
                    <a:pt x="506" y="271"/>
                  </a:cubicBezTo>
                  <a:cubicBezTo>
                    <a:pt x="437" y="288"/>
                    <a:pt x="372" y="304"/>
                    <a:pt x="304" y="340"/>
                  </a:cubicBezTo>
                  <a:cubicBezTo>
                    <a:pt x="235" y="356"/>
                    <a:pt x="187" y="372"/>
                    <a:pt x="118" y="389"/>
                  </a:cubicBezTo>
                  <a:cubicBezTo>
                    <a:pt x="33" y="425"/>
                    <a:pt x="1" y="457"/>
                    <a:pt x="1" y="558"/>
                  </a:cubicBezTo>
                  <a:lnTo>
                    <a:pt x="1" y="1164"/>
                  </a:lnTo>
                  <a:lnTo>
                    <a:pt x="1" y="1398"/>
                  </a:lnTo>
                  <a:cubicBezTo>
                    <a:pt x="1" y="1415"/>
                    <a:pt x="1" y="1415"/>
                    <a:pt x="17" y="1415"/>
                  </a:cubicBezTo>
                  <a:cubicBezTo>
                    <a:pt x="17" y="1415"/>
                    <a:pt x="33" y="1415"/>
                    <a:pt x="33" y="1398"/>
                  </a:cubicBezTo>
                  <a:lnTo>
                    <a:pt x="33" y="1164"/>
                  </a:lnTo>
                  <a:cubicBezTo>
                    <a:pt x="33" y="962"/>
                    <a:pt x="33" y="760"/>
                    <a:pt x="17" y="558"/>
                  </a:cubicBezTo>
                  <a:cubicBezTo>
                    <a:pt x="17" y="473"/>
                    <a:pt x="53" y="441"/>
                    <a:pt x="118" y="425"/>
                  </a:cubicBezTo>
                  <a:cubicBezTo>
                    <a:pt x="187" y="389"/>
                    <a:pt x="255" y="372"/>
                    <a:pt x="304" y="356"/>
                  </a:cubicBezTo>
                  <a:cubicBezTo>
                    <a:pt x="372" y="340"/>
                    <a:pt x="457" y="324"/>
                    <a:pt x="522" y="288"/>
                  </a:cubicBezTo>
                  <a:cubicBezTo>
                    <a:pt x="740" y="239"/>
                    <a:pt x="978" y="170"/>
                    <a:pt x="1213" y="102"/>
                  </a:cubicBezTo>
                  <a:lnTo>
                    <a:pt x="1483" y="21"/>
                  </a:lnTo>
                  <a:cubicBezTo>
                    <a:pt x="1500" y="21"/>
                    <a:pt x="1500" y="21"/>
                    <a:pt x="1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1257880" y="1940111"/>
              <a:ext cx="215535" cy="75785"/>
            </a:xfrm>
            <a:custGeom>
              <a:avLst/>
              <a:gdLst/>
              <a:ahLst/>
              <a:cxnLst/>
              <a:rect l="l" t="t" r="r" b="b"/>
              <a:pathLst>
                <a:path w="2170" h="763" extrusionOk="0">
                  <a:moveTo>
                    <a:pt x="1547" y="0"/>
                  </a:moveTo>
                  <a:cubicBezTo>
                    <a:pt x="1507" y="0"/>
                    <a:pt x="1464" y="14"/>
                    <a:pt x="1414" y="40"/>
                  </a:cubicBezTo>
                  <a:cubicBezTo>
                    <a:pt x="1228" y="157"/>
                    <a:pt x="1026" y="258"/>
                    <a:pt x="824" y="343"/>
                  </a:cubicBezTo>
                  <a:cubicBezTo>
                    <a:pt x="755" y="391"/>
                    <a:pt x="671" y="427"/>
                    <a:pt x="590" y="460"/>
                  </a:cubicBezTo>
                  <a:cubicBezTo>
                    <a:pt x="537" y="492"/>
                    <a:pt x="489" y="512"/>
                    <a:pt x="420" y="545"/>
                  </a:cubicBezTo>
                  <a:cubicBezTo>
                    <a:pt x="287" y="613"/>
                    <a:pt x="149" y="694"/>
                    <a:pt x="16" y="730"/>
                  </a:cubicBezTo>
                  <a:cubicBezTo>
                    <a:pt x="0" y="730"/>
                    <a:pt x="0" y="747"/>
                    <a:pt x="0" y="747"/>
                  </a:cubicBezTo>
                  <a:lnTo>
                    <a:pt x="16" y="763"/>
                  </a:lnTo>
                  <a:cubicBezTo>
                    <a:pt x="166" y="714"/>
                    <a:pt x="303" y="646"/>
                    <a:pt x="436" y="577"/>
                  </a:cubicBezTo>
                  <a:cubicBezTo>
                    <a:pt x="489" y="545"/>
                    <a:pt x="553" y="512"/>
                    <a:pt x="606" y="476"/>
                  </a:cubicBezTo>
                  <a:cubicBezTo>
                    <a:pt x="691" y="444"/>
                    <a:pt x="755" y="411"/>
                    <a:pt x="840" y="375"/>
                  </a:cubicBezTo>
                  <a:cubicBezTo>
                    <a:pt x="1042" y="274"/>
                    <a:pt x="1244" y="189"/>
                    <a:pt x="1430" y="72"/>
                  </a:cubicBezTo>
                  <a:cubicBezTo>
                    <a:pt x="1475" y="47"/>
                    <a:pt x="1515" y="34"/>
                    <a:pt x="1552" y="34"/>
                  </a:cubicBezTo>
                  <a:cubicBezTo>
                    <a:pt x="1612" y="34"/>
                    <a:pt x="1664" y="68"/>
                    <a:pt x="1717" y="141"/>
                  </a:cubicBezTo>
                  <a:cubicBezTo>
                    <a:pt x="1850" y="326"/>
                    <a:pt x="1951" y="460"/>
                    <a:pt x="2036" y="613"/>
                  </a:cubicBezTo>
                  <a:cubicBezTo>
                    <a:pt x="2068" y="662"/>
                    <a:pt x="2105" y="694"/>
                    <a:pt x="2137" y="714"/>
                  </a:cubicBezTo>
                  <a:lnTo>
                    <a:pt x="2169" y="714"/>
                  </a:lnTo>
                  <a:lnTo>
                    <a:pt x="2153" y="694"/>
                  </a:lnTo>
                  <a:cubicBezTo>
                    <a:pt x="2121" y="662"/>
                    <a:pt x="2105" y="646"/>
                    <a:pt x="2068" y="593"/>
                  </a:cubicBezTo>
                  <a:cubicBezTo>
                    <a:pt x="1967" y="444"/>
                    <a:pt x="1866" y="310"/>
                    <a:pt x="1733" y="124"/>
                  </a:cubicBezTo>
                  <a:cubicBezTo>
                    <a:pt x="1670" y="39"/>
                    <a:pt x="1613" y="0"/>
                    <a:pt x="1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1643857" y="2838407"/>
              <a:ext cx="6853" cy="70223"/>
            </a:xfrm>
            <a:custGeom>
              <a:avLst/>
              <a:gdLst/>
              <a:ahLst/>
              <a:cxnLst/>
              <a:rect l="l" t="t" r="r" b="b"/>
              <a:pathLst>
                <a:path w="69" h="707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17"/>
                    <a:pt x="16" y="234"/>
                    <a:pt x="16" y="335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2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16" y="707"/>
                  </a:lnTo>
                  <a:lnTo>
                    <a:pt x="37" y="691"/>
                  </a:lnTo>
                  <a:cubicBezTo>
                    <a:pt x="53" y="659"/>
                    <a:pt x="53" y="622"/>
                    <a:pt x="53" y="590"/>
                  </a:cubicBezTo>
                  <a:lnTo>
                    <a:pt x="53" y="558"/>
                  </a:lnTo>
                  <a:lnTo>
                    <a:pt x="53" y="335"/>
                  </a:lnTo>
                  <a:cubicBezTo>
                    <a:pt x="53" y="234"/>
                    <a:pt x="53" y="117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2086747" y="2838407"/>
              <a:ext cx="95650" cy="130414"/>
            </a:xfrm>
            <a:custGeom>
              <a:avLst/>
              <a:gdLst/>
              <a:ahLst/>
              <a:cxnLst/>
              <a:rect l="l" t="t" r="r" b="b"/>
              <a:pathLst>
                <a:path w="963" h="1313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53" y="32"/>
                    <a:pt x="70" y="69"/>
                    <a:pt x="86" y="101"/>
                  </a:cubicBezTo>
                  <a:cubicBezTo>
                    <a:pt x="102" y="101"/>
                    <a:pt x="102" y="101"/>
                    <a:pt x="102" y="117"/>
                  </a:cubicBezTo>
                  <a:cubicBezTo>
                    <a:pt x="187" y="218"/>
                    <a:pt x="255" y="335"/>
                    <a:pt x="340" y="457"/>
                  </a:cubicBezTo>
                  <a:cubicBezTo>
                    <a:pt x="457" y="659"/>
                    <a:pt x="591" y="840"/>
                    <a:pt x="728" y="1042"/>
                  </a:cubicBezTo>
                  <a:cubicBezTo>
                    <a:pt x="744" y="1062"/>
                    <a:pt x="760" y="1095"/>
                    <a:pt x="777" y="1127"/>
                  </a:cubicBezTo>
                  <a:cubicBezTo>
                    <a:pt x="809" y="1196"/>
                    <a:pt x="861" y="1281"/>
                    <a:pt x="946" y="1313"/>
                  </a:cubicBezTo>
                  <a:lnTo>
                    <a:pt x="962" y="1313"/>
                  </a:lnTo>
                  <a:lnTo>
                    <a:pt x="962" y="1297"/>
                  </a:lnTo>
                  <a:lnTo>
                    <a:pt x="962" y="1281"/>
                  </a:lnTo>
                  <a:cubicBezTo>
                    <a:pt x="878" y="1264"/>
                    <a:pt x="845" y="1196"/>
                    <a:pt x="793" y="1111"/>
                  </a:cubicBezTo>
                  <a:cubicBezTo>
                    <a:pt x="793" y="1079"/>
                    <a:pt x="777" y="1062"/>
                    <a:pt x="760" y="1026"/>
                  </a:cubicBezTo>
                  <a:cubicBezTo>
                    <a:pt x="607" y="840"/>
                    <a:pt x="490" y="638"/>
                    <a:pt x="356" y="436"/>
                  </a:cubicBezTo>
                  <a:cubicBezTo>
                    <a:pt x="272" y="319"/>
                    <a:pt x="203" y="218"/>
                    <a:pt x="122" y="101"/>
                  </a:cubicBezTo>
                  <a:lnTo>
                    <a:pt x="122" y="85"/>
                  </a:lnTo>
                  <a:cubicBezTo>
                    <a:pt x="86" y="53"/>
                    <a:pt x="70" y="16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511949" y="2368500"/>
              <a:ext cx="128924" cy="170640"/>
            </a:xfrm>
            <a:custGeom>
              <a:avLst/>
              <a:gdLst/>
              <a:ahLst/>
              <a:cxnLst/>
              <a:rect l="l" t="t" r="r" b="b"/>
              <a:pathLst>
                <a:path w="1298" h="1718" extrusionOk="0">
                  <a:moveTo>
                    <a:pt x="1281" y="1"/>
                  </a:moveTo>
                  <a:cubicBezTo>
                    <a:pt x="1212" y="85"/>
                    <a:pt x="1232" y="186"/>
                    <a:pt x="1249" y="271"/>
                  </a:cubicBezTo>
                  <a:cubicBezTo>
                    <a:pt x="1265" y="405"/>
                    <a:pt x="1265" y="558"/>
                    <a:pt x="1249" y="691"/>
                  </a:cubicBezTo>
                  <a:cubicBezTo>
                    <a:pt x="1249" y="809"/>
                    <a:pt x="1249" y="926"/>
                    <a:pt x="1265" y="1047"/>
                  </a:cubicBezTo>
                  <a:cubicBezTo>
                    <a:pt x="1265" y="1095"/>
                    <a:pt x="1232" y="1112"/>
                    <a:pt x="1196" y="1128"/>
                  </a:cubicBezTo>
                  <a:lnTo>
                    <a:pt x="1164" y="1128"/>
                  </a:lnTo>
                  <a:cubicBezTo>
                    <a:pt x="877" y="1281"/>
                    <a:pt x="574" y="1431"/>
                    <a:pt x="271" y="1568"/>
                  </a:cubicBezTo>
                  <a:lnTo>
                    <a:pt x="0" y="1685"/>
                  </a:lnTo>
                  <a:lnTo>
                    <a:pt x="0" y="1701"/>
                  </a:lnTo>
                  <a:lnTo>
                    <a:pt x="20" y="1717"/>
                  </a:lnTo>
                  <a:lnTo>
                    <a:pt x="271" y="1600"/>
                  </a:lnTo>
                  <a:cubicBezTo>
                    <a:pt x="574" y="1451"/>
                    <a:pt x="877" y="1297"/>
                    <a:pt x="1180" y="1164"/>
                  </a:cubicBezTo>
                  <a:cubicBezTo>
                    <a:pt x="1196" y="1164"/>
                    <a:pt x="1196" y="1148"/>
                    <a:pt x="1196" y="1148"/>
                  </a:cubicBezTo>
                  <a:cubicBezTo>
                    <a:pt x="1249" y="1128"/>
                    <a:pt x="1297" y="1112"/>
                    <a:pt x="1281" y="1047"/>
                  </a:cubicBezTo>
                  <a:lnTo>
                    <a:pt x="1281" y="691"/>
                  </a:lnTo>
                  <a:cubicBezTo>
                    <a:pt x="1281" y="558"/>
                    <a:pt x="1281" y="405"/>
                    <a:pt x="1265" y="271"/>
                  </a:cubicBezTo>
                  <a:lnTo>
                    <a:pt x="1265" y="255"/>
                  </a:lnTo>
                  <a:cubicBezTo>
                    <a:pt x="1265" y="203"/>
                    <a:pt x="1249" y="85"/>
                    <a:pt x="1297" y="17"/>
                  </a:cubicBezTo>
                  <a:lnTo>
                    <a:pt x="12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1257880" y="1358961"/>
              <a:ext cx="155344" cy="93663"/>
            </a:xfrm>
            <a:custGeom>
              <a:avLst/>
              <a:gdLst/>
              <a:ahLst/>
              <a:cxnLst/>
              <a:rect l="l" t="t" r="r" b="b"/>
              <a:pathLst>
                <a:path w="1564" h="943" extrusionOk="0">
                  <a:moveTo>
                    <a:pt x="1547" y="1"/>
                  </a:moveTo>
                  <a:cubicBezTo>
                    <a:pt x="1398" y="49"/>
                    <a:pt x="1260" y="134"/>
                    <a:pt x="1127" y="219"/>
                  </a:cubicBezTo>
                  <a:cubicBezTo>
                    <a:pt x="1075" y="251"/>
                    <a:pt x="1010" y="304"/>
                    <a:pt x="941" y="336"/>
                  </a:cubicBezTo>
                  <a:cubicBezTo>
                    <a:pt x="808" y="405"/>
                    <a:pt x="671" y="486"/>
                    <a:pt x="537" y="570"/>
                  </a:cubicBezTo>
                  <a:cubicBezTo>
                    <a:pt x="404" y="655"/>
                    <a:pt x="250" y="740"/>
                    <a:pt x="101" y="825"/>
                  </a:cubicBezTo>
                  <a:cubicBezTo>
                    <a:pt x="48" y="857"/>
                    <a:pt x="32" y="890"/>
                    <a:pt x="0" y="926"/>
                  </a:cubicBezTo>
                  <a:cubicBezTo>
                    <a:pt x="0" y="942"/>
                    <a:pt x="0" y="942"/>
                    <a:pt x="16" y="942"/>
                  </a:cubicBezTo>
                  <a:lnTo>
                    <a:pt x="32" y="942"/>
                  </a:lnTo>
                  <a:cubicBezTo>
                    <a:pt x="48" y="910"/>
                    <a:pt x="65" y="873"/>
                    <a:pt x="117" y="841"/>
                  </a:cubicBezTo>
                  <a:cubicBezTo>
                    <a:pt x="267" y="772"/>
                    <a:pt x="404" y="671"/>
                    <a:pt x="553" y="587"/>
                  </a:cubicBezTo>
                  <a:cubicBezTo>
                    <a:pt x="691" y="522"/>
                    <a:pt x="824" y="437"/>
                    <a:pt x="957" y="352"/>
                  </a:cubicBezTo>
                  <a:cubicBezTo>
                    <a:pt x="1026" y="320"/>
                    <a:pt x="1075" y="284"/>
                    <a:pt x="1143" y="235"/>
                  </a:cubicBezTo>
                  <a:cubicBezTo>
                    <a:pt x="1260" y="166"/>
                    <a:pt x="1398" y="82"/>
                    <a:pt x="1547" y="33"/>
                  </a:cubicBezTo>
                  <a:lnTo>
                    <a:pt x="1563" y="17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1189246" y="1948852"/>
              <a:ext cx="3278" cy="73898"/>
            </a:xfrm>
            <a:custGeom>
              <a:avLst/>
              <a:gdLst/>
              <a:ahLst/>
              <a:cxnLst/>
              <a:rect l="l" t="t" r="r" b="b"/>
              <a:pathLst>
                <a:path w="33" h="744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70"/>
                    <a:pt x="16" y="323"/>
                    <a:pt x="0" y="457"/>
                  </a:cubicBezTo>
                  <a:lnTo>
                    <a:pt x="0" y="727"/>
                  </a:lnTo>
                  <a:lnTo>
                    <a:pt x="16" y="743"/>
                  </a:lnTo>
                  <a:cubicBezTo>
                    <a:pt x="33" y="743"/>
                    <a:pt x="33" y="727"/>
                    <a:pt x="33" y="727"/>
                  </a:cubicBezTo>
                  <a:lnTo>
                    <a:pt x="33" y="457"/>
                  </a:lnTo>
                  <a:cubicBezTo>
                    <a:pt x="33" y="323"/>
                    <a:pt x="33" y="170"/>
                    <a:pt x="16" y="20"/>
                  </a:cubicBezTo>
                  <a:cubicBezTo>
                    <a:pt x="16" y="20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456923" y="1855288"/>
              <a:ext cx="182261" cy="223978"/>
            </a:xfrm>
            <a:custGeom>
              <a:avLst/>
              <a:gdLst/>
              <a:ahLst/>
              <a:cxnLst/>
              <a:rect l="l" t="t" r="r" b="b"/>
              <a:pathLst>
                <a:path w="1835" h="2255" extrusionOk="0">
                  <a:moveTo>
                    <a:pt x="1766" y="1"/>
                  </a:moveTo>
                  <a:lnTo>
                    <a:pt x="1665" y="70"/>
                  </a:lnTo>
                  <a:cubicBezTo>
                    <a:pt x="1601" y="102"/>
                    <a:pt x="1532" y="134"/>
                    <a:pt x="1447" y="187"/>
                  </a:cubicBezTo>
                  <a:lnTo>
                    <a:pt x="473" y="740"/>
                  </a:lnTo>
                  <a:cubicBezTo>
                    <a:pt x="453" y="740"/>
                    <a:pt x="453" y="740"/>
                    <a:pt x="473" y="760"/>
                  </a:cubicBezTo>
                  <a:lnTo>
                    <a:pt x="490" y="760"/>
                  </a:lnTo>
                  <a:lnTo>
                    <a:pt x="1463" y="203"/>
                  </a:lnTo>
                  <a:cubicBezTo>
                    <a:pt x="1532" y="171"/>
                    <a:pt x="1617" y="118"/>
                    <a:pt x="1685" y="86"/>
                  </a:cubicBezTo>
                  <a:lnTo>
                    <a:pt x="1786" y="33"/>
                  </a:lnTo>
                  <a:cubicBezTo>
                    <a:pt x="1819" y="70"/>
                    <a:pt x="1819" y="102"/>
                    <a:pt x="1819" y="134"/>
                  </a:cubicBezTo>
                  <a:lnTo>
                    <a:pt x="1819" y="154"/>
                  </a:lnTo>
                  <a:lnTo>
                    <a:pt x="1819" y="437"/>
                  </a:lnTo>
                  <a:lnTo>
                    <a:pt x="1819" y="1164"/>
                  </a:lnTo>
                  <a:cubicBezTo>
                    <a:pt x="1819" y="1213"/>
                    <a:pt x="1803" y="1245"/>
                    <a:pt x="1734" y="1281"/>
                  </a:cubicBezTo>
                  <a:cubicBezTo>
                    <a:pt x="1382" y="1467"/>
                    <a:pt x="1027" y="1669"/>
                    <a:pt x="692" y="1871"/>
                  </a:cubicBezTo>
                  <a:cubicBezTo>
                    <a:pt x="538" y="1936"/>
                    <a:pt x="405" y="2021"/>
                    <a:pt x="272" y="2106"/>
                  </a:cubicBezTo>
                  <a:cubicBezTo>
                    <a:pt x="203" y="2138"/>
                    <a:pt x="150" y="2174"/>
                    <a:pt x="86" y="2190"/>
                  </a:cubicBezTo>
                  <a:cubicBezTo>
                    <a:pt x="70" y="2207"/>
                    <a:pt x="33" y="2223"/>
                    <a:pt x="17" y="2239"/>
                  </a:cubicBezTo>
                  <a:cubicBezTo>
                    <a:pt x="1" y="2239"/>
                    <a:pt x="1" y="2255"/>
                    <a:pt x="1" y="2255"/>
                  </a:cubicBezTo>
                  <a:lnTo>
                    <a:pt x="17" y="2255"/>
                  </a:lnTo>
                  <a:cubicBezTo>
                    <a:pt x="49" y="2239"/>
                    <a:pt x="70" y="2239"/>
                    <a:pt x="102" y="2223"/>
                  </a:cubicBezTo>
                  <a:cubicBezTo>
                    <a:pt x="171" y="2190"/>
                    <a:pt x="219" y="2154"/>
                    <a:pt x="288" y="2122"/>
                  </a:cubicBezTo>
                  <a:cubicBezTo>
                    <a:pt x="421" y="2053"/>
                    <a:pt x="554" y="1972"/>
                    <a:pt x="692" y="1887"/>
                  </a:cubicBezTo>
                  <a:cubicBezTo>
                    <a:pt x="1043" y="1702"/>
                    <a:pt x="1399" y="1500"/>
                    <a:pt x="1750" y="1298"/>
                  </a:cubicBezTo>
                  <a:cubicBezTo>
                    <a:pt x="1819" y="1265"/>
                    <a:pt x="1835" y="1229"/>
                    <a:pt x="1835" y="1164"/>
                  </a:cubicBezTo>
                  <a:lnTo>
                    <a:pt x="1835" y="437"/>
                  </a:lnTo>
                  <a:lnTo>
                    <a:pt x="1835" y="154"/>
                  </a:lnTo>
                  <a:lnTo>
                    <a:pt x="1835" y="134"/>
                  </a:lnTo>
                  <a:cubicBezTo>
                    <a:pt x="1835" y="86"/>
                    <a:pt x="1835" y="33"/>
                    <a:pt x="1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888292" y="2616117"/>
              <a:ext cx="6953" cy="71911"/>
            </a:xfrm>
            <a:custGeom>
              <a:avLst/>
              <a:gdLst/>
              <a:ahLst/>
              <a:cxnLst/>
              <a:rect l="l" t="t" r="r" b="b"/>
              <a:pathLst>
                <a:path w="70" h="724" extrusionOk="0">
                  <a:moveTo>
                    <a:pt x="17" y="0"/>
                  </a:moveTo>
                  <a:lnTo>
                    <a:pt x="17" y="133"/>
                  </a:lnTo>
                  <a:lnTo>
                    <a:pt x="17" y="420"/>
                  </a:lnTo>
                  <a:lnTo>
                    <a:pt x="17" y="473"/>
                  </a:lnTo>
                  <a:cubicBezTo>
                    <a:pt x="0" y="554"/>
                    <a:pt x="0" y="638"/>
                    <a:pt x="33" y="707"/>
                  </a:cubicBezTo>
                  <a:lnTo>
                    <a:pt x="49" y="723"/>
                  </a:lnTo>
                  <a:cubicBezTo>
                    <a:pt x="69" y="723"/>
                    <a:pt x="69" y="707"/>
                    <a:pt x="69" y="707"/>
                  </a:cubicBezTo>
                  <a:cubicBezTo>
                    <a:pt x="33" y="622"/>
                    <a:pt x="33" y="554"/>
                    <a:pt x="33" y="473"/>
                  </a:cubicBezTo>
                  <a:lnTo>
                    <a:pt x="33" y="420"/>
                  </a:lnTo>
                  <a:lnTo>
                    <a:pt x="33" y="1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6"/>
            <p:cNvSpPr/>
            <p:nvPr/>
          </p:nvSpPr>
          <p:spPr>
            <a:xfrm>
              <a:off x="1921470" y="3042221"/>
              <a:ext cx="150577" cy="240863"/>
            </a:xfrm>
            <a:custGeom>
              <a:avLst/>
              <a:gdLst/>
              <a:ahLst/>
              <a:cxnLst/>
              <a:rect l="l" t="t" r="r" b="b"/>
              <a:pathLst>
                <a:path w="1516" h="2425" extrusionOk="0">
                  <a:moveTo>
                    <a:pt x="49" y="0"/>
                  </a:moveTo>
                  <a:cubicBezTo>
                    <a:pt x="33" y="37"/>
                    <a:pt x="17" y="69"/>
                    <a:pt x="33" y="101"/>
                  </a:cubicBezTo>
                  <a:cubicBezTo>
                    <a:pt x="49" y="170"/>
                    <a:pt x="49" y="255"/>
                    <a:pt x="33" y="340"/>
                  </a:cubicBezTo>
                  <a:cubicBezTo>
                    <a:pt x="1" y="505"/>
                    <a:pt x="85" y="626"/>
                    <a:pt x="186" y="760"/>
                  </a:cubicBezTo>
                  <a:cubicBezTo>
                    <a:pt x="352" y="945"/>
                    <a:pt x="506" y="1147"/>
                    <a:pt x="655" y="1349"/>
                  </a:cubicBezTo>
                  <a:cubicBezTo>
                    <a:pt x="825" y="1551"/>
                    <a:pt x="994" y="1753"/>
                    <a:pt x="1160" y="1972"/>
                  </a:cubicBezTo>
                  <a:cubicBezTo>
                    <a:pt x="1196" y="2004"/>
                    <a:pt x="1213" y="2040"/>
                    <a:pt x="1245" y="2073"/>
                  </a:cubicBezTo>
                  <a:cubicBezTo>
                    <a:pt x="1297" y="2141"/>
                    <a:pt x="1346" y="2206"/>
                    <a:pt x="1415" y="2275"/>
                  </a:cubicBezTo>
                  <a:cubicBezTo>
                    <a:pt x="1447" y="2291"/>
                    <a:pt x="1499" y="2343"/>
                    <a:pt x="1483" y="2408"/>
                  </a:cubicBezTo>
                  <a:cubicBezTo>
                    <a:pt x="1483" y="2424"/>
                    <a:pt x="1483" y="2424"/>
                    <a:pt x="1499" y="2424"/>
                  </a:cubicBezTo>
                  <a:lnTo>
                    <a:pt x="1516" y="2424"/>
                  </a:lnTo>
                  <a:cubicBezTo>
                    <a:pt x="1516" y="2343"/>
                    <a:pt x="1463" y="2275"/>
                    <a:pt x="1431" y="2258"/>
                  </a:cubicBezTo>
                  <a:cubicBezTo>
                    <a:pt x="1362" y="2190"/>
                    <a:pt x="1314" y="2121"/>
                    <a:pt x="1261" y="2056"/>
                  </a:cubicBezTo>
                  <a:cubicBezTo>
                    <a:pt x="1245" y="2020"/>
                    <a:pt x="1213" y="1988"/>
                    <a:pt x="1180" y="1955"/>
                  </a:cubicBezTo>
                  <a:cubicBezTo>
                    <a:pt x="1011" y="1737"/>
                    <a:pt x="841" y="1535"/>
                    <a:pt x="691" y="1333"/>
                  </a:cubicBezTo>
                  <a:cubicBezTo>
                    <a:pt x="522" y="1131"/>
                    <a:pt x="372" y="929"/>
                    <a:pt x="203" y="744"/>
                  </a:cubicBezTo>
                  <a:cubicBezTo>
                    <a:pt x="102" y="626"/>
                    <a:pt x="33" y="505"/>
                    <a:pt x="69" y="340"/>
                  </a:cubicBezTo>
                  <a:cubicBezTo>
                    <a:pt x="85" y="255"/>
                    <a:pt x="69" y="170"/>
                    <a:pt x="49" y="85"/>
                  </a:cubicBezTo>
                  <a:cubicBezTo>
                    <a:pt x="49" y="69"/>
                    <a:pt x="49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1266223" y="2547484"/>
              <a:ext cx="212357" cy="160609"/>
            </a:xfrm>
            <a:custGeom>
              <a:avLst/>
              <a:gdLst/>
              <a:ahLst/>
              <a:cxnLst/>
              <a:rect l="l" t="t" r="r" b="b"/>
              <a:pathLst>
                <a:path w="2138" h="1617" extrusionOk="0">
                  <a:moveTo>
                    <a:pt x="1457" y="1"/>
                  </a:moveTo>
                  <a:cubicBezTo>
                    <a:pt x="1431" y="1"/>
                    <a:pt x="1405" y="6"/>
                    <a:pt x="1378" y="16"/>
                  </a:cubicBezTo>
                  <a:cubicBezTo>
                    <a:pt x="1213" y="85"/>
                    <a:pt x="1059" y="154"/>
                    <a:pt x="910" y="218"/>
                  </a:cubicBezTo>
                  <a:cubicBezTo>
                    <a:pt x="639" y="336"/>
                    <a:pt x="368" y="457"/>
                    <a:pt x="82" y="558"/>
                  </a:cubicBezTo>
                  <a:cubicBezTo>
                    <a:pt x="17" y="574"/>
                    <a:pt x="17" y="639"/>
                    <a:pt x="17" y="691"/>
                  </a:cubicBezTo>
                  <a:lnTo>
                    <a:pt x="17" y="1043"/>
                  </a:lnTo>
                  <a:lnTo>
                    <a:pt x="17" y="1313"/>
                  </a:lnTo>
                  <a:lnTo>
                    <a:pt x="17" y="1382"/>
                  </a:lnTo>
                  <a:cubicBezTo>
                    <a:pt x="1" y="1414"/>
                    <a:pt x="1" y="1467"/>
                    <a:pt x="33" y="1515"/>
                  </a:cubicBezTo>
                  <a:lnTo>
                    <a:pt x="49" y="1515"/>
                  </a:lnTo>
                  <a:lnTo>
                    <a:pt x="49" y="1499"/>
                  </a:lnTo>
                  <a:cubicBezTo>
                    <a:pt x="33" y="1467"/>
                    <a:pt x="33" y="1414"/>
                    <a:pt x="33" y="1382"/>
                  </a:cubicBezTo>
                  <a:cubicBezTo>
                    <a:pt x="33" y="1366"/>
                    <a:pt x="49" y="1329"/>
                    <a:pt x="49" y="1313"/>
                  </a:cubicBezTo>
                  <a:cubicBezTo>
                    <a:pt x="33" y="1228"/>
                    <a:pt x="49" y="1144"/>
                    <a:pt x="49" y="1043"/>
                  </a:cubicBezTo>
                  <a:cubicBezTo>
                    <a:pt x="49" y="925"/>
                    <a:pt x="49" y="808"/>
                    <a:pt x="33" y="691"/>
                  </a:cubicBezTo>
                  <a:cubicBezTo>
                    <a:pt x="33" y="639"/>
                    <a:pt x="49" y="590"/>
                    <a:pt x="102" y="574"/>
                  </a:cubicBezTo>
                  <a:cubicBezTo>
                    <a:pt x="368" y="473"/>
                    <a:pt x="655" y="356"/>
                    <a:pt x="910" y="255"/>
                  </a:cubicBezTo>
                  <a:cubicBezTo>
                    <a:pt x="1059" y="186"/>
                    <a:pt x="1229" y="101"/>
                    <a:pt x="1378" y="53"/>
                  </a:cubicBezTo>
                  <a:cubicBezTo>
                    <a:pt x="1412" y="38"/>
                    <a:pt x="1443" y="30"/>
                    <a:pt x="1471" y="30"/>
                  </a:cubicBezTo>
                  <a:cubicBezTo>
                    <a:pt x="1514" y="30"/>
                    <a:pt x="1551" y="50"/>
                    <a:pt x="1580" y="101"/>
                  </a:cubicBezTo>
                  <a:cubicBezTo>
                    <a:pt x="1617" y="134"/>
                    <a:pt x="1649" y="186"/>
                    <a:pt x="1681" y="218"/>
                  </a:cubicBezTo>
                  <a:cubicBezTo>
                    <a:pt x="1782" y="356"/>
                    <a:pt x="1899" y="505"/>
                    <a:pt x="2021" y="639"/>
                  </a:cubicBezTo>
                  <a:cubicBezTo>
                    <a:pt x="2069" y="691"/>
                    <a:pt x="2085" y="760"/>
                    <a:pt x="2101" y="861"/>
                  </a:cubicBezTo>
                  <a:cubicBezTo>
                    <a:pt x="2101" y="942"/>
                    <a:pt x="2101" y="1026"/>
                    <a:pt x="2085" y="1127"/>
                  </a:cubicBezTo>
                  <a:cubicBezTo>
                    <a:pt x="2085" y="1245"/>
                    <a:pt x="2069" y="1382"/>
                    <a:pt x="2101" y="1515"/>
                  </a:cubicBezTo>
                  <a:cubicBezTo>
                    <a:pt x="2101" y="1531"/>
                    <a:pt x="2085" y="1568"/>
                    <a:pt x="2053" y="1584"/>
                  </a:cubicBezTo>
                  <a:lnTo>
                    <a:pt x="2053" y="1600"/>
                  </a:lnTo>
                  <a:lnTo>
                    <a:pt x="2053" y="1616"/>
                  </a:lnTo>
                  <a:lnTo>
                    <a:pt x="2069" y="1616"/>
                  </a:lnTo>
                  <a:lnTo>
                    <a:pt x="2069" y="1600"/>
                  </a:lnTo>
                  <a:cubicBezTo>
                    <a:pt x="2101" y="1584"/>
                    <a:pt x="2138" y="1547"/>
                    <a:pt x="2122" y="1499"/>
                  </a:cubicBezTo>
                  <a:cubicBezTo>
                    <a:pt x="2101" y="1382"/>
                    <a:pt x="2101" y="1245"/>
                    <a:pt x="2122" y="1127"/>
                  </a:cubicBezTo>
                  <a:lnTo>
                    <a:pt x="2122" y="861"/>
                  </a:lnTo>
                  <a:cubicBezTo>
                    <a:pt x="2122" y="776"/>
                    <a:pt x="2101" y="707"/>
                    <a:pt x="2037" y="622"/>
                  </a:cubicBezTo>
                  <a:cubicBezTo>
                    <a:pt x="1920" y="489"/>
                    <a:pt x="1819" y="336"/>
                    <a:pt x="1698" y="202"/>
                  </a:cubicBezTo>
                  <a:cubicBezTo>
                    <a:pt x="1665" y="170"/>
                    <a:pt x="1633" y="117"/>
                    <a:pt x="1597" y="85"/>
                  </a:cubicBezTo>
                  <a:cubicBezTo>
                    <a:pt x="1563" y="27"/>
                    <a:pt x="1513" y="1"/>
                    <a:pt x="1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1924649" y="2161507"/>
              <a:ext cx="118892" cy="240764"/>
            </a:xfrm>
            <a:custGeom>
              <a:avLst/>
              <a:gdLst/>
              <a:ahLst/>
              <a:cxnLst/>
              <a:rect l="l" t="t" r="r" b="b"/>
              <a:pathLst>
                <a:path w="1197" h="2424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lnTo>
                    <a:pt x="1" y="469"/>
                  </a:lnTo>
                  <a:cubicBezTo>
                    <a:pt x="1" y="485"/>
                    <a:pt x="17" y="505"/>
                    <a:pt x="17" y="521"/>
                  </a:cubicBezTo>
                  <a:lnTo>
                    <a:pt x="37" y="521"/>
                  </a:lnTo>
                  <a:cubicBezTo>
                    <a:pt x="187" y="756"/>
                    <a:pt x="320" y="1010"/>
                    <a:pt x="474" y="1244"/>
                  </a:cubicBezTo>
                  <a:cubicBezTo>
                    <a:pt x="643" y="1547"/>
                    <a:pt x="825" y="1850"/>
                    <a:pt x="1011" y="2153"/>
                  </a:cubicBezTo>
                  <a:cubicBezTo>
                    <a:pt x="1047" y="2186"/>
                    <a:pt x="1063" y="2222"/>
                    <a:pt x="1080" y="2254"/>
                  </a:cubicBezTo>
                  <a:cubicBezTo>
                    <a:pt x="1112" y="2303"/>
                    <a:pt x="1148" y="2371"/>
                    <a:pt x="1181" y="2424"/>
                  </a:cubicBezTo>
                  <a:lnTo>
                    <a:pt x="1197" y="2424"/>
                  </a:lnTo>
                  <a:lnTo>
                    <a:pt x="1197" y="2404"/>
                  </a:lnTo>
                  <a:cubicBezTo>
                    <a:pt x="1164" y="2355"/>
                    <a:pt x="1128" y="2287"/>
                    <a:pt x="1096" y="2238"/>
                  </a:cubicBezTo>
                  <a:cubicBezTo>
                    <a:pt x="1080" y="2202"/>
                    <a:pt x="1063" y="2169"/>
                    <a:pt x="1047" y="2137"/>
                  </a:cubicBezTo>
                  <a:cubicBezTo>
                    <a:pt x="845" y="1834"/>
                    <a:pt x="659" y="1531"/>
                    <a:pt x="490" y="1228"/>
                  </a:cubicBezTo>
                  <a:cubicBezTo>
                    <a:pt x="356" y="990"/>
                    <a:pt x="203" y="739"/>
                    <a:pt x="53" y="505"/>
                  </a:cubicBezTo>
                  <a:cubicBezTo>
                    <a:pt x="37" y="485"/>
                    <a:pt x="37" y="469"/>
                    <a:pt x="37" y="469"/>
                  </a:cubicBezTo>
                  <a:lnTo>
                    <a:pt x="37" y="28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1737719" y="2594365"/>
              <a:ext cx="170640" cy="342771"/>
            </a:xfrm>
            <a:custGeom>
              <a:avLst/>
              <a:gdLst/>
              <a:ahLst/>
              <a:cxnLst/>
              <a:rect l="l" t="t" r="r" b="b"/>
              <a:pathLst>
                <a:path w="1718" h="345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3" y="187"/>
                    <a:pt x="134" y="288"/>
                    <a:pt x="235" y="405"/>
                  </a:cubicBezTo>
                  <a:cubicBezTo>
                    <a:pt x="283" y="453"/>
                    <a:pt x="336" y="506"/>
                    <a:pt x="368" y="571"/>
                  </a:cubicBezTo>
                  <a:cubicBezTo>
                    <a:pt x="772" y="1160"/>
                    <a:pt x="1212" y="1734"/>
                    <a:pt x="1632" y="2308"/>
                  </a:cubicBezTo>
                  <a:lnTo>
                    <a:pt x="1632" y="2324"/>
                  </a:lnTo>
                  <a:cubicBezTo>
                    <a:pt x="1665" y="2372"/>
                    <a:pt x="1665" y="2409"/>
                    <a:pt x="1665" y="2457"/>
                  </a:cubicBezTo>
                  <a:cubicBezTo>
                    <a:pt x="1681" y="2627"/>
                    <a:pt x="1681" y="2792"/>
                    <a:pt x="1681" y="2946"/>
                  </a:cubicBezTo>
                  <a:lnTo>
                    <a:pt x="1681" y="3132"/>
                  </a:lnTo>
                  <a:cubicBezTo>
                    <a:pt x="1681" y="3164"/>
                    <a:pt x="1681" y="3196"/>
                    <a:pt x="1665" y="3217"/>
                  </a:cubicBezTo>
                  <a:cubicBezTo>
                    <a:pt x="1665" y="3297"/>
                    <a:pt x="1665" y="3366"/>
                    <a:pt x="1681" y="3451"/>
                  </a:cubicBezTo>
                  <a:lnTo>
                    <a:pt x="1697" y="3451"/>
                  </a:lnTo>
                  <a:cubicBezTo>
                    <a:pt x="1717" y="3451"/>
                    <a:pt x="1717" y="3451"/>
                    <a:pt x="1717" y="3435"/>
                  </a:cubicBezTo>
                  <a:cubicBezTo>
                    <a:pt x="1697" y="3366"/>
                    <a:pt x="1697" y="3297"/>
                    <a:pt x="1697" y="3217"/>
                  </a:cubicBezTo>
                  <a:lnTo>
                    <a:pt x="1697" y="3132"/>
                  </a:lnTo>
                  <a:lnTo>
                    <a:pt x="1697" y="2946"/>
                  </a:lnTo>
                  <a:lnTo>
                    <a:pt x="1697" y="2457"/>
                  </a:lnTo>
                  <a:cubicBezTo>
                    <a:pt x="1697" y="2409"/>
                    <a:pt x="1697" y="2356"/>
                    <a:pt x="1665" y="2308"/>
                  </a:cubicBezTo>
                  <a:lnTo>
                    <a:pt x="1649" y="2287"/>
                  </a:lnTo>
                  <a:cubicBezTo>
                    <a:pt x="1229" y="1734"/>
                    <a:pt x="808" y="1144"/>
                    <a:pt x="384" y="554"/>
                  </a:cubicBezTo>
                  <a:cubicBezTo>
                    <a:pt x="352" y="490"/>
                    <a:pt x="303" y="437"/>
                    <a:pt x="251" y="389"/>
                  </a:cubicBezTo>
                  <a:cubicBezTo>
                    <a:pt x="150" y="288"/>
                    <a:pt x="49" y="16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6"/>
            <p:cNvSpPr/>
            <p:nvPr/>
          </p:nvSpPr>
          <p:spPr>
            <a:xfrm>
              <a:off x="468544" y="2058407"/>
              <a:ext cx="167462" cy="91081"/>
            </a:xfrm>
            <a:custGeom>
              <a:avLst/>
              <a:gdLst/>
              <a:ahLst/>
              <a:cxnLst/>
              <a:rect l="l" t="t" r="r" b="b"/>
              <a:pathLst>
                <a:path w="1686" h="917" extrusionOk="0">
                  <a:moveTo>
                    <a:pt x="1674" y="1"/>
                  </a:moveTo>
                  <a:cubicBezTo>
                    <a:pt x="1671" y="1"/>
                    <a:pt x="1669" y="3"/>
                    <a:pt x="1669" y="8"/>
                  </a:cubicBezTo>
                  <a:lnTo>
                    <a:pt x="1366" y="162"/>
                  </a:lnTo>
                  <a:cubicBezTo>
                    <a:pt x="1112" y="295"/>
                    <a:pt x="861" y="432"/>
                    <a:pt x="623" y="565"/>
                  </a:cubicBezTo>
                  <a:cubicBezTo>
                    <a:pt x="474" y="634"/>
                    <a:pt x="336" y="715"/>
                    <a:pt x="203" y="784"/>
                  </a:cubicBezTo>
                  <a:cubicBezTo>
                    <a:pt x="134" y="816"/>
                    <a:pt x="70" y="868"/>
                    <a:pt x="17" y="901"/>
                  </a:cubicBezTo>
                  <a:cubicBezTo>
                    <a:pt x="1" y="901"/>
                    <a:pt x="1" y="901"/>
                    <a:pt x="1" y="917"/>
                  </a:cubicBezTo>
                  <a:lnTo>
                    <a:pt x="33" y="917"/>
                  </a:lnTo>
                  <a:cubicBezTo>
                    <a:pt x="86" y="885"/>
                    <a:pt x="155" y="852"/>
                    <a:pt x="219" y="816"/>
                  </a:cubicBezTo>
                  <a:cubicBezTo>
                    <a:pt x="356" y="735"/>
                    <a:pt x="490" y="650"/>
                    <a:pt x="639" y="582"/>
                  </a:cubicBezTo>
                  <a:cubicBezTo>
                    <a:pt x="878" y="448"/>
                    <a:pt x="1128" y="311"/>
                    <a:pt x="1366" y="194"/>
                  </a:cubicBezTo>
                  <a:cubicBezTo>
                    <a:pt x="1467" y="129"/>
                    <a:pt x="1568" y="77"/>
                    <a:pt x="1669" y="28"/>
                  </a:cubicBezTo>
                  <a:cubicBezTo>
                    <a:pt x="1686" y="28"/>
                    <a:pt x="1686" y="8"/>
                    <a:pt x="1686" y="8"/>
                  </a:cubicBezTo>
                  <a:cubicBezTo>
                    <a:pt x="1686" y="8"/>
                    <a:pt x="1678" y="1"/>
                    <a:pt x="1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6"/>
            <p:cNvSpPr/>
            <p:nvPr/>
          </p:nvSpPr>
          <p:spPr>
            <a:xfrm>
              <a:off x="687655" y="2931871"/>
              <a:ext cx="133691" cy="172627"/>
            </a:xfrm>
            <a:custGeom>
              <a:avLst/>
              <a:gdLst/>
              <a:ahLst/>
              <a:cxnLst/>
              <a:rect l="l" t="t" r="r" b="b"/>
              <a:pathLst>
                <a:path w="1346" h="1738" extrusionOk="0">
                  <a:moveTo>
                    <a:pt x="1297" y="0"/>
                  </a:moveTo>
                  <a:cubicBezTo>
                    <a:pt x="1281" y="53"/>
                    <a:pt x="1297" y="101"/>
                    <a:pt x="1297" y="138"/>
                  </a:cubicBezTo>
                  <a:cubicBezTo>
                    <a:pt x="1314" y="186"/>
                    <a:pt x="1314" y="222"/>
                    <a:pt x="1281" y="239"/>
                  </a:cubicBezTo>
                  <a:cubicBezTo>
                    <a:pt x="1213" y="303"/>
                    <a:pt x="1128" y="340"/>
                    <a:pt x="1043" y="356"/>
                  </a:cubicBezTo>
                  <a:lnTo>
                    <a:pt x="1027" y="372"/>
                  </a:lnTo>
                  <a:cubicBezTo>
                    <a:pt x="724" y="473"/>
                    <a:pt x="421" y="590"/>
                    <a:pt x="134" y="707"/>
                  </a:cubicBezTo>
                  <a:lnTo>
                    <a:pt x="85" y="744"/>
                  </a:lnTo>
                  <a:cubicBezTo>
                    <a:pt x="33" y="760"/>
                    <a:pt x="1" y="760"/>
                    <a:pt x="1" y="828"/>
                  </a:cubicBezTo>
                  <a:lnTo>
                    <a:pt x="1" y="1164"/>
                  </a:lnTo>
                  <a:cubicBezTo>
                    <a:pt x="1" y="1350"/>
                    <a:pt x="1" y="1535"/>
                    <a:pt x="17" y="1717"/>
                  </a:cubicBezTo>
                  <a:cubicBezTo>
                    <a:pt x="17" y="1717"/>
                    <a:pt x="17" y="1737"/>
                    <a:pt x="33" y="1737"/>
                  </a:cubicBezTo>
                  <a:lnTo>
                    <a:pt x="49" y="1717"/>
                  </a:lnTo>
                  <a:cubicBezTo>
                    <a:pt x="17" y="1535"/>
                    <a:pt x="33" y="1350"/>
                    <a:pt x="33" y="1164"/>
                  </a:cubicBezTo>
                  <a:lnTo>
                    <a:pt x="33" y="828"/>
                  </a:lnTo>
                  <a:cubicBezTo>
                    <a:pt x="33" y="792"/>
                    <a:pt x="49" y="776"/>
                    <a:pt x="85" y="760"/>
                  </a:cubicBezTo>
                  <a:lnTo>
                    <a:pt x="134" y="744"/>
                  </a:lnTo>
                  <a:cubicBezTo>
                    <a:pt x="437" y="626"/>
                    <a:pt x="724" y="489"/>
                    <a:pt x="1027" y="388"/>
                  </a:cubicBezTo>
                  <a:lnTo>
                    <a:pt x="1043" y="388"/>
                  </a:lnTo>
                  <a:cubicBezTo>
                    <a:pt x="1144" y="356"/>
                    <a:pt x="1229" y="323"/>
                    <a:pt x="1297" y="271"/>
                  </a:cubicBezTo>
                  <a:cubicBezTo>
                    <a:pt x="1346" y="222"/>
                    <a:pt x="1330" y="186"/>
                    <a:pt x="1330" y="138"/>
                  </a:cubicBezTo>
                  <a:cubicBezTo>
                    <a:pt x="1314" y="85"/>
                    <a:pt x="1314" y="53"/>
                    <a:pt x="1330" y="20"/>
                  </a:cubicBezTo>
                  <a:cubicBezTo>
                    <a:pt x="1330" y="20"/>
                    <a:pt x="1330" y="0"/>
                    <a:pt x="1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1921470" y="2868502"/>
              <a:ext cx="130513" cy="239175"/>
            </a:xfrm>
            <a:custGeom>
              <a:avLst/>
              <a:gdLst/>
              <a:ahLst/>
              <a:cxnLst/>
              <a:rect l="l" t="t" r="r" b="b"/>
              <a:pathLst>
                <a:path w="1314" h="2408" extrusionOk="0">
                  <a:moveTo>
                    <a:pt x="85" y="0"/>
                  </a:moveTo>
                  <a:cubicBezTo>
                    <a:pt x="85" y="0"/>
                    <a:pt x="69" y="0"/>
                    <a:pt x="69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34" y="303"/>
                    <a:pt x="134" y="319"/>
                    <a:pt x="150" y="319"/>
                  </a:cubicBezTo>
                  <a:cubicBezTo>
                    <a:pt x="271" y="489"/>
                    <a:pt x="405" y="675"/>
                    <a:pt x="522" y="840"/>
                  </a:cubicBezTo>
                  <a:cubicBezTo>
                    <a:pt x="708" y="1111"/>
                    <a:pt x="910" y="1398"/>
                    <a:pt x="1128" y="1648"/>
                  </a:cubicBezTo>
                  <a:cubicBezTo>
                    <a:pt x="1245" y="1802"/>
                    <a:pt x="1297" y="1951"/>
                    <a:pt x="1281" y="2137"/>
                  </a:cubicBezTo>
                  <a:lnTo>
                    <a:pt x="1281" y="2206"/>
                  </a:lnTo>
                  <a:cubicBezTo>
                    <a:pt x="1281" y="2274"/>
                    <a:pt x="1281" y="2339"/>
                    <a:pt x="1245" y="2392"/>
                  </a:cubicBezTo>
                  <a:lnTo>
                    <a:pt x="1245" y="2408"/>
                  </a:lnTo>
                  <a:lnTo>
                    <a:pt x="1261" y="2408"/>
                  </a:lnTo>
                  <a:cubicBezTo>
                    <a:pt x="1314" y="2339"/>
                    <a:pt x="1314" y="2274"/>
                    <a:pt x="1314" y="2206"/>
                  </a:cubicBezTo>
                  <a:lnTo>
                    <a:pt x="1314" y="2137"/>
                  </a:lnTo>
                  <a:cubicBezTo>
                    <a:pt x="1314" y="1935"/>
                    <a:pt x="1281" y="1802"/>
                    <a:pt x="1144" y="1632"/>
                  </a:cubicBezTo>
                  <a:cubicBezTo>
                    <a:pt x="942" y="1382"/>
                    <a:pt x="740" y="1095"/>
                    <a:pt x="538" y="824"/>
                  </a:cubicBezTo>
                  <a:cubicBezTo>
                    <a:pt x="421" y="658"/>
                    <a:pt x="287" y="473"/>
                    <a:pt x="170" y="303"/>
                  </a:cubicBezTo>
                  <a:cubicBezTo>
                    <a:pt x="150" y="303"/>
                    <a:pt x="150" y="287"/>
                    <a:pt x="150" y="287"/>
                  </a:cubicBezTo>
                  <a:cubicBezTo>
                    <a:pt x="85" y="202"/>
                    <a:pt x="33" y="133"/>
                    <a:pt x="85" y="16"/>
                  </a:cubicBezTo>
                  <a:cubicBezTo>
                    <a:pt x="102" y="16"/>
                    <a:pt x="85" y="16"/>
                    <a:pt x="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1408258" y="1245035"/>
              <a:ext cx="71911" cy="205901"/>
            </a:xfrm>
            <a:custGeom>
              <a:avLst/>
              <a:gdLst/>
              <a:ahLst/>
              <a:cxnLst/>
              <a:rect l="l" t="t" r="r" b="b"/>
              <a:pathLst>
                <a:path w="724" h="2073" extrusionOk="0">
                  <a:moveTo>
                    <a:pt x="118" y="1"/>
                  </a:moveTo>
                  <a:cubicBezTo>
                    <a:pt x="102" y="1"/>
                    <a:pt x="102" y="1"/>
                    <a:pt x="102" y="17"/>
                  </a:cubicBezTo>
                  <a:cubicBezTo>
                    <a:pt x="86" y="37"/>
                    <a:pt x="86" y="69"/>
                    <a:pt x="86" y="85"/>
                  </a:cubicBezTo>
                  <a:cubicBezTo>
                    <a:pt x="66" y="154"/>
                    <a:pt x="49" y="202"/>
                    <a:pt x="33" y="271"/>
                  </a:cubicBezTo>
                  <a:cubicBezTo>
                    <a:pt x="1" y="340"/>
                    <a:pt x="33" y="388"/>
                    <a:pt x="66" y="421"/>
                  </a:cubicBezTo>
                  <a:cubicBezTo>
                    <a:pt x="187" y="590"/>
                    <a:pt x="288" y="776"/>
                    <a:pt x="389" y="962"/>
                  </a:cubicBezTo>
                  <a:cubicBezTo>
                    <a:pt x="469" y="1095"/>
                    <a:pt x="538" y="1229"/>
                    <a:pt x="623" y="1366"/>
                  </a:cubicBezTo>
                  <a:cubicBezTo>
                    <a:pt x="671" y="1431"/>
                    <a:pt x="708" y="1532"/>
                    <a:pt x="692" y="1616"/>
                  </a:cubicBezTo>
                  <a:lnTo>
                    <a:pt x="692" y="1786"/>
                  </a:lnTo>
                  <a:cubicBezTo>
                    <a:pt x="692" y="1871"/>
                    <a:pt x="708" y="1972"/>
                    <a:pt x="671" y="2057"/>
                  </a:cubicBezTo>
                  <a:cubicBezTo>
                    <a:pt x="655" y="2057"/>
                    <a:pt x="671" y="2073"/>
                    <a:pt x="671" y="2073"/>
                  </a:cubicBezTo>
                  <a:lnTo>
                    <a:pt x="692" y="2057"/>
                  </a:lnTo>
                  <a:cubicBezTo>
                    <a:pt x="724" y="1972"/>
                    <a:pt x="724" y="1871"/>
                    <a:pt x="724" y="1786"/>
                  </a:cubicBezTo>
                  <a:cubicBezTo>
                    <a:pt x="724" y="1734"/>
                    <a:pt x="708" y="1669"/>
                    <a:pt x="724" y="1616"/>
                  </a:cubicBezTo>
                  <a:cubicBezTo>
                    <a:pt x="724" y="1515"/>
                    <a:pt x="708" y="1431"/>
                    <a:pt x="655" y="1350"/>
                  </a:cubicBezTo>
                  <a:cubicBezTo>
                    <a:pt x="570" y="1212"/>
                    <a:pt x="490" y="1079"/>
                    <a:pt x="421" y="946"/>
                  </a:cubicBezTo>
                  <a:cubicBezTo>
                    <a:pt x="320" y="776"/>
                    <a:pt x="203" y="590"/>
                    <a:pt x="86" y="404"/>
                  </a:cubicBezTo>
                  <a:cubicBezTo>
                    <a:pt x="49" y="372"/>
                    <a:pt x="33" y="320"/>
                    <a:pt x="49" y="271"/>
                  </a:cubicBezTo>
                  <a:cubicBezTo>
                    <a:pt x="86" y="219"/>
                    <a:pt x="86" y="154"/>
                    <a:pt x="102" y="102"/>
                  </a:cubicBezTo>
                  <a:cubicBezTo>
                    <a:pt x="118" y="69"/>
                    <a:pt x="118" y="53"/>
                    <a:pt x="118" y="17"/>
                  </a:cubicBez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1413125" y="2194085"/>
              <a:ext cx="80354" cy="191399"/>
            </a:xfrm>
            <a:custGeom>
              <a:avLst/>
              <a:gdLst/>
              <a:ahLst/>
              <a:cxnLst/>
              <a:rect l="l" t="t" r="r" b="b"/>
              <a:pathLst>
                <a:path w="809" h="1927" extrusionOk="0">
                  <a:moveTo>
                    <a:pt x="23" y="0"/>
                  </a:moveTo>
                  <a:cubicBezTo>
                    <a:pt x="17" y="0"/>
                    <a:pt x="17" y="7"/>
                    <a:pt x="17" y="7"/>
                  </a:cubicBezTo>
                  <a:cubicBezTo>
                    <a:pt x="0" y="7"/>
                    <a:pt x="0" y="24"/>
                    <a:pt x="17" y="24"/>
                  </a:cubicBezTo>
                  <a:cubicBezTo>
                    <a:pt x="85" y="76"/>
                    <a:pt x="138" y="141"/>
                    <a:pt x="170" y="209"/>
                  </a:cubicBezTo>
                  <a:lnTo>
                    <a:pt x="219" y="258"/>
                  </a:lnTo>
                  <a:cubicBezTo>
                    <a:pt x="303" y="379"/>
                    <a:pt x="388" y="496"/>
                    <a:pt x="473" y="613"/>
                  </a:cubicBezTo>
                  <a:cubicBezTo>
                    <a:pt x="505" y="646"/>
                    <a:pt x="542" y="682"/>
                    <a:pt x="558" y="731"/>
                  </a:cubicBezTo>
                  <a:cubicBezTo>
                    <a:pt x="606" y="763"/>
                    <a:pt x="622" y="832"/>
                    <a:pt x="622" y="900"/>
                  </a:cubicBezTo>
                  <a:lnTo>
                    <a:pt x="622" y="1102"/>
                  </a:lnTo>
                  <a:cubicBezTo>
                    <a:pt x="622" y="1235"/>
                    <a:pt x="643" y="1369"/>
                    <a:pt x="606" y="1490"/>
                  </a:cubicBezTo>
                  <a:cubicBezTo>
                    <a:pt x="558" y="1708"/>
                    <a:pt x="675" y="1825"/>
                    <a:pt x="792" y="1910"/>
                  </a:cubicBezTo>
                  <a:lnTo>
                    <a:pt x="808" y="1926"/>
                  </a:lnTo>
                  <a:lnTo>
                    <a:pt x="808" y="1910"/>
                  </a:lnTo>
                  <a:lnTo>
                    <a:pt x="808" y="1894"/>
                  </a:lnTo>
                  <a:cubicBezTo>
                    <a:pt x="691" y="1793"/>
                    <a:pt x="590" y="1708"/>
                    <a:pt x="643" y="1506"/>
                  </a:cubicBezTo>
                  <a:cubicBezTo>
                    <a:pt x="659" y="1369"/>
                    <a:pt x="659" y="1235"/>
                    <a:pt x="643" y="1102"/>
                  </a:cubicBezTo>
                  <a:lnTo>
                    <a:pt x="643" y="900"/>
                  </a:lnTo>
                  <a:cubicBezTo>
                    <a:pt x="643" y="815"/>
                    <a:pt x="622" y="763"/>
                    <a:pt x="590" y="714"/>
                  </a:cubicBezTo>
                  <a:cubicBezTo>
                    <a:pt x="558" y="662"/>
                    <a:pt x="521" y="630"/>
                    <a:pt x="489" y="597"/>
                  </a:cubicBezTo>
                  <a:cubicBezTo>
                    <a:pt x="404" y="480"/>
                    <a:pt x="320" y="359"/>
                    <a:pt x="239" y="242"/>
                  </a:cubicBezTo>
                  <a:cubicBezTo>
                    <a:pt x="219" y="226"/>
                    <a:pt x="202" y="209"/>
                    <a:pt x="202" y="193"/>
                  </a:cubicBezTo>
                  <a:cubicBezTo>
                    <a:pt x="154" y="125"/>
                    <a:pt x="101" y="56"/>
                    <a:pt x="37" y="7"/>
                  </a:cubicBezTo>
                  <a:cubicBezTo>
                    <a:pt x="30" y="2"/>
                    <a:pt x="26" y="0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6"/>
            <p:cNvSpPr/>
            <p:nvPr/>
          </p:nvSpPr>
          <p:spPr>
            <a:xfrm>
              <a:off x="1267912" y="2018280"/>
              <a:ext cx="227156" cy="193485"/>
            </a:xfrm>
            <a:custGeom>
              <a:avLst/>
              <a:gdLst/>
              <a:ahLst/>
              <a:cxnLst/>
              <a:rect l="l" t="t" r="r" b="b"/>
              <a:pathLst>
                <a:path w="2287" h="1948" extrusionOk="0">
                  <a:moveTo>
                    <a:pt x="1443" y="0"/>
                  </a:moveTo>
                  <a:cubicBezTo>
                    <a:pt x="1409" y="0"/>
                    <a:pt x="1375" y="12"/>
                    <a:pt x="1345" y="28"/>
                  </a:cubicBezTo>
                  <a:cubicBezTo>
                    <a:pt x="1026" y="178"/>
                    <a:pt x="691" y="347"/>
                    <a:pt x="388" y="497"/>
                  </a:cubicBezTo>
                  <a:lnTo>
                    <a:pt x="101" y="634"/>
                  </a:lnTo>
                  <a:lnTo>
                    <a:pt x="85" y="634"/>
                  </a:lnTo>
                  <a:cubicBezTo>
                    <a:pt x="48" y="667"/>
                    <a:pt x="16" y="683"/>
                    <a:pt x="16" y="751"/>
                  </a:cubicBezTo>
                  <a:lnTo>
                    <a:pt x="16" y="1054"/>
                  </a:lnTo>
                  <a:cubicBezTo>
                    <a:pt x="16" y="1220"/>
                    <a:pt x="0" y="1406"/>
                    <a:pt x="32" y="1575"/>
                  </a:cubicBezTo>
                  <a:lnTo>
                    <a:pt x="32" y="1592"/>
                  </a:lnTo>
                  <a:cubicBezTo>
                    <a:pt x="48" y="1592"/>
                    <a:pt x="48" y="1592"/>
                    <a:pt x="48" y="1575"/>
                  </a:cubicBezTo>
                  <a:cubicBezTo>
                    <a:pt x="32" y="1406"/>
                    <a:pt x="32" y="1220"/>
                    <a:pt x="32" y="1054"/>
                  </a:cubicBezTo>
                  <a:lnTo>
                    <a:pt x="32" y="751"/>
                  </a:lnTo>
                  <a:cubicBezTo>
                    <a:pt x="32" y="699"/>
                    <a:pt x="65" y="683"/>
                    <a:pt x="101" y="667"/>
                  </a:cubicBezTo>
                  <a:lnTo>
                    <a:pt x="404" y="513"/>
                  </a:lnTo>
                  <a:cubicBezTo>
                    <a:pt x="707" y="364"/>
                    <a:pt x="1026" y="210"/>
                    <a:pt x="1361" y="61"/>
                  </a:cubicBezTo>
                  <a:cubicBezTo>
                    <a:pt x="1392" y="37"/>
                    <a:pt x="1422" y="24"/>
                    <a:pt x="1452" y="24"/>
                  </a:cubicBezTo>
                  <a:cubicBezTo>
                    <a:pt x="1490" y="24"/>
                    <a:pt x="1527" y="45"/>
                    <a:pt x="1563" y="93"/>
                  </a:cubicBezTo>
                  <a:cubicBezTo>
                    <a:pt x="1701" y="311"/>
                    <a:pt x="1850" y="533"/>
                    <a:pt x="2004" y="735"/>
                  </a:cubicBezTo>
                  <a:lnTo>
                    <a:pt x="2036" y="784"/>
                  </a:lnTo>
                  <a:cubicBezTo>
                    <a:pt x="2068" y="836"/>
                    <a:pt x="2084" y="885"/>
                    <a:pt x="2084" y="953"/>
                  </a:cubicBezTo>
                  <a:cubicBezTo>
                    <a:pt x="2068" y="1054"/>
                    <a:pt x="2068" y="1155"/>
                    <a:pt x="2068" y="1256"/>
                  </a:cubicBezTo>
                  <a:lnTo>
                    <a:pt x="2068" y="1644"/>
                  </a:lnTo>
                  <a:cubicBezTo>
                    <a:pt x="2052" y="1761"/>
                    <a:pt x="2153" y="1878"/>
                    <a:pt x="2270" y="1947"/>
                  </a:cubicBezTo>
                  <a:lnTo>
                    <a:pt x="2286" y="1947"/>
                  </a:lnTo>
                  <a:lnTo>
                    <a:pt x="2286" y="1927"/>
                  </a:lnTo>
                  <a:cubicBezTo>
                    <a:pt x="2185" y="1862"/>
                    <a:pt x="2068" y="1745"/>
                    <a:pt x="2084" y="1644"/>
                  </a:cubicBezTo>
                  <a:cubicBezTo>
                    <a:pt x="2105" y="1507"/>
                    <a:pt x="2105" y="1373"/>
                    <a:pt x="2105" y="1256"/>
                  </a:cubicBezTo>
                  <a:lnTo>
                    <a:pt x="2105" y="953"/>
                  </a:lnTo>
                  <a:cubicBezTo>
                    <a:pt x="2105" y="885"/>
                    <a:pt x="2084" y="816"/>
                    <a:pt x="2052" y="767"/>
                  </a:cubicBezTo>
                  <a:lnTo>
                    <a:pt x="2020" y="715"/>
                  </a:lnTo>
                  <a:cubicBezTo>
                    <a:pt x="1866" y="513"/>
                    <a:pt x="1717" y="295"/>
                    <a:pt x="1580" y="77"/>
                  </a:cubicBezTo>
                  <a:cubicBezTo>
                    <a:pt x="1534" y="20"/>
                    <a:pt x="1488" y="0"/>
                    <a:pt x="14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40B929-EA95-F9F8-BB16-1C1D84B69E8C}"/>
              </a:ext>
            </a:extLst>
          </p:cNvPr>
          <p:cNvSpPr txBox="1"/>
          <p:nvPr/>
        </p:nvSpPr>
        <p:spPr>
          <a:xfrm>
            <a:off x="713225" y="3463263"/>
            <a:ext cx="5036634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latin typeface="Fira Sans" panose="020B0503050000020004" pitchFamily="34" charset="0"/>
                <a:sym typeface="Montserrat ExtraBold"/>
              </a:rPr>
              <a:t>Group 1: </a:t>
            </a:r>
          </a:p>
          <a:p>
            <a:endParaRPr lang="en-US" sz="1400" b="1">
              <a:latin typeface="Fira Sans" panose="020B0503050000020004" pitchFamily="34" charset="0"/>
              <a:sym typeface="Montserrat ExtraBold"/>
            </a:endParaRPr>
          </a:p>
          <a:p>
            <a:r>
              <a:rPr lang="en-US" sz="1500">
                <a:latin typeface="Syne" panose="020B0604020202020204" charset="0"/>
                <a:sym typeface="Montserrat ExtraBold"/>
              </a:rPr>
              <a:t>Teng Zhang, 998796</a:t>
            </a:r>
          </a:p>
          <a:p>
            <a:r>
              <a:rPr lang="en-US" sz="1500" err="1">
                <a:latin typeface="Syne" panose="020B0604020202020204" charset="0"/>
                <a:sym typeface="Montserrat ExtraBold"/>
              </a:rPr>
              <a:t>Apram</a:t>
            </a:r>
            <a:r>
              <a:rPr lang="en-US" sz="1500">
                <a:latin typeface="Syne" panose="020B0604020202020204" charset="0"/>
                <a:sym typeface="Montserrat ExtraBold"/>
              </a:rPr>
              <a:t> Singh, 998547</a:t>
            </a:r>
          </a:p>
          <a:p>
            <a:r>
              <a:rPr lang="en-US" sz="1500">
                <a:latin typeface="Syne" panose="020B0604020202020204" charset="0"/>
                <a:sym typeface="Montserrat ExtraBold"/>
              </a:rPr>
              <a:t>Delu </a:t>
            </a:r>
            <a:r>
              <a:rPr lang="en-US" sz="1500" err="1">
                <a:latin typeface="Syne" panose="020B0604020202020204" charset="0"/>
                <a:sym typeface="Montserrat ExtraBold"/>
              </a:rPr>
              <a:t>Maduekwe</a:t>
            </a:r>
            <a:r>
              <a:rPr lang="en-US" sz="1500">
                <a:latin typeface="Syne" panose="020B0604020202020204" charset="0"/>
                <a:sym typeface="Montserrat ExtraBold"/>
              </a:rPr>
              <a:t>, 861782</a:t>
            </a:r>
          </a:p>
          <a:p>
            <a:endParaRPr lang="en-US" sz="1500">
              <a:latin typeface="Syne" panose="020B0604020202020204" charset="0"/>
              <a:sym typeface="Montserrat ExtraBold"/>
            </a:endParaRPr>
          </a:p>
          <a:p>
            <a:r>
              <a:rPr lang="en-US" sz="1500">
                <a:latin typeface="Syne" panose="020B0604020202020204" charset="0"/>
                <a:sym typeface="Montserrat ExtraBold"/>
              </a:rPr>
              <a:t>April 20,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66EC0D-4A52-5CE4-99DE-100E72A1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788" y="853940"/>
            <a:ext cx="3414564" cy="19302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0F0F0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2" descr="The City of Calgary visual identifier - Pattern Library">
            <a:extLst>
              <a:ext uri="{FF2B5EF4-FFF2-40B4-BE49-F238E27FC236}">
                <a16:creationId xmlns:a16="http://schemas.microsoft.com/office/drawing/2014/main" id="{79D0BDF4-6338-3D0D-5768-FAA2268A5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77" y="0"/>
            <a:ext cx="779079" cy="90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057ED3-D636-95A1-0E64-47D2DB0DE474}"/>
              </a:ext>
            </a:extLst>
          </p:cNvPr>
          <p:cNvSpPr txBox="1"/>
          <p:nvPr/>
        </p:nvSpPr>
        <p:spPr>
          <a:xfrm>
            <a:off x="6220029" y="2823626"/>
            <a:ext cx="50526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1"/>
              <a:t>Figure 1 Calgary peace bridge (2026)</a:t>
            </a:r>
            <a:endParaRPr lang="en-US" sz="7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2">
          <a:extLst>
            <a:ext uri="{FF2B5EF4-FFF2-40B4-BE49-F238E27FC236}">
              <a16:creationId xmlns:a16="http://schemas.microsoft.com/office/drawing/2014/main" id="{FDDC3118-5651-957B-6A3B-31EE970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48">
            <a:extLst>
              <a:ext uri="{FF2B5EF4-FFF2-40B4-BE49-F238E27FC236}">
                <a16:creationId xmlns:a16="http://schemas.microsoft.com/office/drawing/2014/main" id="{BB86D879-D04B-5709-1507-8FB8F7A7A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275" y="108095"/>
            <a:ext cx="7704000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34" name="Google Shape;2234;p48">
            <a:extLst>
              <a:ext uri="{FF2B5EF4-FFF2-40B4-BE49-F238E27FC236}">
                <a16:creationId xmlns:a16="http://schemas.microsoft.com/office/drawing/2014/main" id="{51E4BBED-5B12-A3A1-4BD3-04CD89DFE5D0}"/>
              </a:ext>
            </a:extLst>
          </p:cNvPr>
          <p:cNvSpPr txBox="1"/>
          <p:nvPr/>
        </p:nvSpPr>
        <p:spPr>
          <a:xfrm flipH="1">
            <a:off x="624725" y="568632"/>
            <a:ext cx="1878300" cy="99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1.Project Introduction</a:t>
            </a:r>
          </a:p>
        </p:txBody>
      </p:sp>
      <p:sp>
        <p:nvSpPr>
          <p:cNvPr id="2236" name="Google Shape;2236;p48">
            <a:extLst>
              <a:ext uri="{FF2B5EF4-FFF2-40B4-BE49-F238E27FC236}">
                <a16:creationId xmlns:a16="http://schemas.microsoft.com/office/drawing/2014/main" id="{CDB205BD-9D25-0834-A9DB-1B60257D3A55}"/>
              </a:ext>
            </a:extLst>
          </p:cNvPr>
          <p:cNvSpPr txBox="1"/>
          <p:nvPr/>
        </p:nvSpPr>
        <p:spPr>
          <a:xfrm flipH="1">
            <a:off x="4003769" y="2906025"/>
            <a:ext cx="1878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3.Geospatial Technology Introduction</a:t>
            </a:r>
          </a:p>
        </p:txBody>
      </p:sp>
      <p:sp>
        <p:nvSpPr>
          <p:cNvPr id="2238" name="Google Shape;2238;p48">
            <a:extLst>
              <a:ext uri="{FF2B5EF4-FFF2-40B4-BE49-F238E27FC236}">
                <a16:creationId xmlns:a16="http://schemas.microsoft.com/office/drawing/2014/main" id="{629A9A90-C81D-2190-816A-F97A8560C3AD}"/>
              </a:ext>
            </a:extLst>
          </p:cNvPr>
          <p:cNvSpPr txBox="1"/>
          <p:nvPr/>
        </p:nvSpPr>
        <p:spPr>
          <a:xfrm flipH="1">
            <a:off x="2310030" y="2133383"/>
            <a:ext cx="1946417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2.Geospatial Project Management</a:t>
            </a:r>
          </a:p>
        </p:txBody>
      </p:sp>
      <p:sp>
        <p:nvSpPr>
          <p:cNvPr id="2240" name="Google Shape;2240;p48">
            <a:extLst>
              <a:ext uri="{FF2B5EF4-FFF2-40B4-BE49-F238E27FC236}">
                <a16:creationId xmlns:a16="http://schemas.microsoft.com/office/drawing/2014/main" id="{84BC326D-FFBE-58E7-8185-B293E77A55DC}"/>
              </a:ext>
            </a:extLst>
          </p:cNvPr>
          <p:cNvSpPr txBox="1"/>
          <p:nvPr/>
        </p:nvSpPr>
        <p:spPr>
          <a:xfrm flipH="1">
            <a:off x="6029813" y="3795772"/>
            <a:ext cx="1878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4.Project Analysis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2244" name="Google Shape;2244;p48">
            <a:extLst>
              <a:ext uri="{FF2B5EF4-FFF2-40B4-BE49-F238E27FC236}">
                <a16:creationId xmlns:a16="http://schemas.microsoft.com/office/drawing/2014/main" id="{E53EFDA4-B1FC-E656-7F68-027CDD4DF702}"/>
              </a:ext>
            </a:extLst>
          </p:cNvPr>
          <p:cNvCxnSpPr>
            <a:cxnSpLocks/>
          </p:cNvCxnSpPr>
          <p:nvPr/>
        </p:nvCxnSpPr>
        <p:spPr>
          <a:xfrm>
            <a:off x="5801213" y="2645661"/>
            <a:ext cx="803694" cy="590082"/>
          </a:xfrm>
          <a:prstGeom prst="bentConnector3">
            <a:avLst>
              <a:gd name="adj1" fmla="val 9977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C1AA6A-F97B-00F5-232A-CF01D072F91E}"/>
              </a:ext>
            </a:extLst>
          </p:cNvPr>
          <p:cNvSpPr txBox="1"/>
          <p:nvPr/>
        </p:nvSpPr>
        <p:spPr>
          <a:xfrm>
            <a:off x="7085615" y="4180672"/>
            <a:ext cx="18783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yne"/>
                <a:sym typeface="Fira Sans"/>
              </a:rPr>
              <a:t>5.Concluding Remarks</a:t>
            </a:r>
          </a:p>
        </p:txBody>
      </p:sp>
      <p:cxnSp>
        <p:nvCxnSpPr>
          <p:cNvPr id="19" name="Google Shape;2244;p48">
            <a:extLst>
              <a:ext uri="{FF2B5EF4-FFF2-40B4-BE49-F238E27FC236}">
                <a16:creationId xmlns:a16="http://schemas.microsoft.com/office/drawing/2014/main" id="{08507014-867C-A779-4948-91B81B29A97B}"/>
              </a:ext>
            </a:extLst>
          </p:cNvPr>
          <p:cNvCxnSpPr>
            <a:cxnSpLocks/>
          </p:cNvCxnSpPr>
          <p:nvPr/>
        </p:nvCxnSpPr>
        <p:spPr>
          <a:xfrm>
            <a:off x="7374199" y="3590590"/>
            <a:ext cx="803694" cy="590082"/>
          </a:xfrm>
          <a:prstGeom prst="bentConnector3">
            <a:avLst>
              <a:gd name="adj1" fmla="val 9977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20" name="Google Shape;2244;p48">
            <a:extLst>
              <a:ext uri="{FF2B5EF4-FFF2-40B4-BE49-F238E27FC236}">
                <a16:creationId xmlns:a16="http://schemas.microsoft.com/office/drawing/2014/main" id="{113C1F51-C7F2-07B5-391D-7D211B7949E9}"/>
              </a:ext>
            </a:extLst>
          </p:cNvPr>
          <p:cNvCxnSpPr>
            <a:cxnSpLocks/>
          </p:cNvCxnSpPr>
          <p:nvPr/>
        </p:nvCxnSpPr>
        <p:spPr>
          <a:xfrm>
            <a:off x="2030287" y="1053735"/>
            <a:ext cx="803694" cy="590082"/>
          </a:xfrm>
          <a:prstGeom prst="bentConnector3">
            <a:avLst>
              <a:gd name="adj1" fmla="val 9977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21" name="Google Shape;2244;p48">
            <a:extLst>
              <a:ext uri="{FF2B5EF4-FFF2-40B4-BE49-F238E27FC236}">
                <a16:creationId xmlns:a16="http://schemas.microsoft.com/office/drawing/2014/main" id="{8FFD8498-3D09-8CF6-B6BF-F339A5F215C9}"/>
              </a:ext>
            </a:extLst>
          </p:cNvPr>
          <p:cNvCxnSpPr>
            <a:cxnSpLocks/>
          </p:cNvCxnSpPr>
          <p:nvPr/>
        </p:nvCxnSpPr>
        <p:spPr>
          <a:xfrm>
            <a:off x="4083396" y="1760838"/>
            <a:ext cx="803694" cy="590082"/>
          </a:xfrm>
          <a:prstGeom prst="bentConnector3">
            <a:avLst>
              <a:gd name="adj1" fmla="val 9977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85DB257-8556-5939-3DEF-44F9B298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008" y="2765139"/>
            <a:ext cx="2292559" cy="212880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0F0F0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EB9D8C-C490-4083-74C8-C0843D0C45F8}"/>
              </a:ext>
            </a:extLst>
          </p:cNvPr>
          <p:cNvSpPr txBox="1"/>
          <p:nvPr/>
        </p:nvSpPr>
        <p:spPr>
          <a:xfrm>
            <a:off x="815275" y="494348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/>
              <a:t>Figure 2</a:t>
            </a:r>
            <a:r>
              <a:rPr lang="en-US" sz="700"/>
              <a:t> </a:t>
            </a:r>
            <a:r>
              <a:rPr lang="en-US" sz="800"/>
              <a:t>View of Downtown Calgary from the Calgary Tower</a:t>
            </a:r>
            <a:endParaRPr lang="en-US" sz="700"/>
          </a:p>
        </p:txBody>
      </p:sp>
      <p:pic>
        <p:nvPicPr>
          <p:cNvPr id="2" name="Picture 2" descr="The City of Calgary visual identifier - Pattern Library">
            <a:extLst>
              <a:ext uri="{FF2B5EF4-FFF2-40B4-BE49-F238E27FC236}">
                <a16:creationId xmlns:a16="http://schemas.microsoft.com/office/drawing/2014/main" id="{33EE8C0F-355B-86F0-0FFF-3E8D77B2E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765" y="138822"/>
            <a:ext cx="779079" cy="90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8061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4" grpId="0"/>
      <p:bldP spid="2236" grpId="0"/>
      <p:bldP spid="2238" grpId="0"/>
      <p:bldP spid="224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D34BCD-D110-79F2-AFB6-9C760E0F78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502BD0-954C-4F80-7B23-39B7D052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02" y="708064"/>
            <a:ext cx="8314198" cy="636104"/>
          </a:xfrm>
        </p:spPr>
        <p:txBody>
          <a:bodyPr/>
          <a:lstStyle/>
          <a:p>
            <a:r>
              <a:rPr lang="en-US" sz="3000"/>
              <a:t>Rationale &amp; Geographic Question</a:t>
            </a:r>
            <a:br>
              <a:rPr lang="en-US" sz="3000"/>
            </a:br>
            <a:endParaRPr lang="en-US" sz="30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3697609-3ABE-2865-01C6-1246D19DAF6E}"/>
              </a:ext>
            </a:extLst>
          </p:cNvPr>
          <p:cNvSpPr/>
          <p:nvPr/>
        </p:nvSpPr>
        <p:spPr>
          <a:xfrm>
            <a:off x="228600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noFill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685C43C-E85A-6565-DF24-67189F9AEB4A}"/>
              </a:ext>
            </a:extLst>
          </p:cNvPr>
          <p:cNvSpPr/>
          <p:nvPr/>
        </p:nvSpPr>
        <p:spPr>
          <a:xfrm>
            <a:off x="1143000" y="1234440"/>
            <a:ext cx="914400" cy="914400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51BC961-2B1D-2B10-8A0D-CF47A84389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52728" y="1344168"/>
            <a:ext cx="685800" cy="6858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E804DD7C-68C1-0C17-CAC0-65401D5DDC98}"/>
              </a:ext>
            </a:extLst>
          </p:cNvPr>
          <p:cNvSpPr/>
          <p:nvPr/>
        </p:nvSpPr>
        <p:spPr>
          <a:xfrm>
            <a:off x="3657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2"/>
                </a:solidFill>
                <a:latin typeface="Syne"/>
              </a:rPr>
              <a:t>The Problem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6DA0687-0BA1-77A0-C076-119595E7DF54}"/>
              </a:ext>
            </a:extLst>
          </p:cNvPr>
          <p:cNvSpPr/>
          <p:nvPr/>
        </p:nvSpPr>
        <p:spPr>
          <a:xfrm>
            <a:off x="502920" y="2657756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Rapid population growth has created an infrastructure lag in new communities  residents lack objective data to evaluate neighbourhoods.</a:t>
            </a: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00E4B36-7885-A035-A8E2-255A8AB2CC7C}"/>
              </a:ext>
            </a:extLst>
          </p:cNvPr>
          <p:cNvSpPr/>
          <p:nvPr/>
        </p:nvSpPr>
        <p:spPr>
          <a:xfrm>
            <a:off x="3172968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D0F7388-1B88-CE07-CA77-B28100A6B0C9}"/>
              </a:ext>
            </a:extLst>
          </p:cNvPr>
          <p:cNvSpPr/>
          <p:nvPr/>
        </p:nvSpPr>
        <p:spPr>
          <a:xfrm>
            <a:off x="4087368" y="1234440"/>
            <a:ext cx="914400" cy="914400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F4AF7A30-2239-E019-E1F3-3815AEDEA4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97096" y="1344168"/>
            <a:ext cx="685800" cy="68580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3F9FB14E-218D-16C5-CAD8-9242BFE95199}"/>
              </a:ext>
            </a:extLst>
          </p:cNvPr>
          <p:cNvSpPr/>
          <p:nvPr/>
        </p:nvSpPr>
        <p:spPr>
          <a:xfrm>
            <a:off x="3310128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>
                <a:solidFill>
                  <a:schemeClr val="bg2"/>
                </a:solidFill>
                <a:latin typeface="Syne"/>
              </a:rPr>
              <a:t>The Solution</a:t>
            </a: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0E364C1-12EF-42C8-3EDD-58AFDFDD752A}"/>
              </a:ext>
            </a:extLst>
          </p:cNvPr>
          <p:cNvSpPr/>
          <p:nvPr/>
        </p:nvSpPr>
        <p:spPr>
          <a:xfrm>
            <a:off x="3310128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 0–40 Livability Index using GIS to objectively rank 200+ residential neighbourhoods across four evidence-based pillars.</a:t>
            </a:r>
            <a:endParaRPr lang="en-US" sz="15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182594AB-755E-E89F-9DD6-850B06F6C49A}"/>
              </a:ext>
            </a:extLst>
          </p:cNvPr>
          <p:cNvSpPr/>
          <p:nvPr/>
        </p:nvSpPr>
        <p:spPr>
          <a:xfrm>
            <a:off x="6117336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F118777-FAC4-9D33-40E9-4708C1771670}"/>
              </a:ext>
            </a:extLst>
          </p:cNvPr>
          <p:cNvSpPr/>
          <p:nvPr/>
        </p:nvSpPr>
        <p:spPr>
          <a:xfrm>
            <a:off x="7031736" y="1234440"/>
            <a:ext cx="914400" cy="914400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BDB24247-6F8A-16CA-93D7-4F88C668A3F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41464" y="1344168"/>
            <a:ext cx="685800" cy="685800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EF0B7E4A-E3F6-C973-D8DB-408F7A5D9B72}"/>
              </a:ext>
            </a:extLst>
          </p:cNvPr>
          <p:cNvSpPr/>
          <p:nvPr/>
        </p:nvSpPr>
        <p:spPr>
          <a:xfrm>
            <a:off x="63093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Font typeface="Arial"/>
              <a:buNone/>
            </a:pPr>
            <a:r>
              <a:rPr lang="en-US" sz="1800" b="1">
                <a:solidFill>
                  <a:schemeClr val="bg2"/>
                </a:solidFill>
                <a:latin typeface="Syne"/>
              </a:rPr>
              <a:t>Geographic Question</a:t>
            </a: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A7EBCEA-CFBD-7427-1797-7B96CAED59DE}"/>
              </a:ext>
            </a:extLst>
          </p:cNvPr>
          <p:cNvSpPr/>
          <p:nvPr/>
        </p:nvSpPr>
        <p:spPr>
          <a:xfrm>
            <a:off x="6254496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Font typeface="Arial"/>
              <a:buNone/>
            </a:pPr>
            <a:r>
              <a:rPr lang="en-US" sz="15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Where in Calgary, are the most livable communities?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29B8-68A6-79A4-859D-117B6E2C98A0}"/>
              </a:ext>
            </a:extLst>
          </p:cNvPr>
          <p:cNvSpPr txBox="1"/>
          <p:nvPr/>
        </p:nvSpPr>
        <p:spPr>
          <a:xfrm>
            <a:off x="0" y="4850666"/>
            <a:ext cx="46032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Figure 3</a:t>
            </a:r>
            <a:r>
              <a:rPr lang="en-US" sz="800"/>
              <a:t> </a:t>
            </a:r>
            <a:r>
              <a:rPr lang="en-US" sz="800" i="1"/>
              <a:t>The Peace Bridge in Calgary</a:t>
            </a:r>
            <a:r>
              <a:rPr lang="en-US" sz="800"/>
              <a:t> </a:t>
            </a:r>
            <a:r>
              <a:rPr lang="en-US" sz="800" i="1"/>
              <a:t>Note.</a:t>
            </a:r>
            <a:r>
              <a:rPr lang="en-US" sz="800"/>
              <a:t> This photograph shows the Santiago Calatrava-designed bridge spanning the Bow River. From </a:t>
            </a:r>
            <a:r>
              <a:rPr lang="en-US" sz="800" i="1"/>
              <a:t>Peace Bridge</a:t>
            </a:r>
            <a:r>
              <a:rPr lang="en-US" sz="800"/>
              <a:t>, by </a:t>
            </a:r>
            <a:r>
              <a:rPr lang="en-US" sz="800" err="1"/>
              <a:t>Mindtrip</a:t>
            </a:r>
            <a:r>
              <a:rPr lang="en-US" sz="800"/>
              <a:t>, n.d.,</a:t>
            </a:r>
          </a:p>
        </p:txBody>
      </p:sp>
    </p:spTree>
    <p:extLst>
      <p:ext uri="{BB962C8B-B14F-4D97-AF65-F5344CB8AC3E}">
        <p14:creationId xmlns:p14="http://schemas.microsoft.com/office/powerpoint/2010/main" val="319129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8"/>
          <p:cNvSpPr txBox="1">
            <a:spLocks noGrp="1"/>
          </p:cNvSpPr>
          <p:nvPr>
            <p:ph type="title" idx="15"/>
          </p:nvPr>
        </p:nvSpPr>
        <p:spPr>
          <a:xfrm>
            <a:off x="720000" y="158146"/>
            <a:ext cx="7704000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Geospatial Project Management</a:t>
            </a:r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1519940B-72A0-6A0F-E94A-A26FC2F2DD98}"/>
              </a:ext>
            </a:extLst>
          </p:cNvPr>
          <p:cNvSpPr/>
          <p:nvPr/>
        </p:nvSpPr>
        <p:spPr>
          <a:xfrm>
            <a:off x="476688" y="1172981"/>
            <a:ext cx="256032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A3EB71CC-0F3D-76AA-C3A4-6B00FDAD9F68}"/>
              </a:ext>
            </a:extLst>
          </p:cNvPr>
          <p:cNvSpPr/>
          <p:nvPr/>
        </p:nvSpPr>
        <p:spPr>
          <a:xfrm>
            <a:off x="476688" y="117298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PROJECT TOOLS</a:t>
            </a:r>
            <a:endParaRPr lang="en-US" sz="1100">
              <a:solidFill>
                <a:schemeClr val="tx2"/>
              </a:solidFill>
              <a:latin typeface="Syne" panose="020B0604020202020204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370A4D3C-009F-4588-4CE0-4F6EF3BE2E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408" y="1602749"/>
            <a:ext cx="256032" cy="256032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6CC4A908-5F50-DFFD-AF82-7410E35760FD}"/>
              </a:ext>
            </a:extLst>
          </p:cNvPr>
          <p:cNvSpPr/>
          <p:nvPr/>
        </p:nvSpPr>
        <p:spPr>
          <a:xfrm>
            <a:off x="842448" y="161189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MS Project / Gantt Chart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56" name="Image 1" descr="preencoded.png">
            <a:extLst>
              <a:ext uri="{FF2B5EF4-FFF2-40B4-BE49-F238E27FC236}">
                <a16:creationId xmlns:a16="http://schemas.microsoft.com/office/drawing/2014/main" id="{EEC23FCB-3519-C6BF-EE6E-0F77AA601A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408" y="1986797"/>
            <a:ext cx="256032" cy="256032"/>
          </a:xfrm>
          <a:prstGeom prst="rect">
            <a:avLst/>
          </a:prstGeom>
        </p:spPr>
      </p:pic>
      <p:sp>
        <p:nvSpPr>
          <p:cNvPr id="1057" name="Text 8">
            <a:extLst>
              <a:ext uri="{FF2B5EF4-FFF2-40B4-BE49-F238E27FC236}">
                <a16:creationId xmlns:a16="http://schemas.microsoft.com/office/drawing/2014/main" id="{6692D2D3-F40A-DE32-781B-485693E5B530}"/>
              </a:ext>
            </a:extLst>
          </p:cNvPr>
          <p:cNvSpPr/>
          <p:nvPr/>
        </p:nvSpPr>
        <p:spPr>
          <a:xfrm>
            <a:off x="842448" y="199594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Work Breakdown Structure (WBS)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58" name="Image 2" descr="preencoded.png">
            <a:extLst>
              <a:ext uri="{FF2B5EF4-FFF2-40B4-BE49-F238E27FC236}">
                <a16:creationId xmlns:a16="http://schemas.microsoft.com/office/drawing/2014/main" id="{F11E5AED-2160-3DF7-D4C4-5241F269CAA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408" y="2370845"/>
            <a:ext cx="256032" cy="256032"/>
          </a:xfrm>
          <a:prstGeom prst="rect">
            <a:avLst/>
          </a:prstGeom>
        </p:spPr>
      </p:pic>
      <p:sp>
        <p:nvSpPr>
          <p:cNvPr id="1059" name="Text 9">
            <a:extLst>
              <a:ext uri="{FF2B5EF4-FFF2-40B4-BE49-F238E27FC236}">
                <a16:creationId xmlns:a16="http://schemas.microsoft.com/office/drawing/2014/main" id="{D253598B-9C65-F50E-AF59-120EC24B49DD}"/>
              </a:ext>
            </a:extLst>
          </p:cNvPr>
          <p:cNvSpPr/>
          <p:nvPr/>
        </p:nvSpPr>
        <p:spPr>
          <a:xfrm>
            <a:off x="842448" y="237998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ESRI ArcGIS Pro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60" name="Image 3" descr="preencoded.png">
            <a:extLst>
              <a:ext uri="{FF2B5EF4-FFF2-40B4-BE49-F238E27FC236}">
                <a16:creationId xmlns:a16="http://schemas.microsoft.com/office/drawing/2014/main" id="{082D80D0-F073-9416-38B1-3BFD34C9846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408" y="2754893"/>
            <a:ext cx="256032" cy="256032"/>
          </a:xfrm>
          <a:prstGeom prst="rect">
            <a:avLst/>
          </a:prstGeom>
        </p:spPr>
      </p:pic>
      <p:sp>
        <p:nvSpPr>
          <p:cNvPr id="1061" name="Text 10">
            <a:extLst>
              <a:ext uri="{FF2B5EF4-FFF2-40B4-BE49-F238E27FC236}">
                <a16:creationId xmlns:a16="http://schemas.microsoft.com/office/drawing/2014/main" id="{6C705081-5E99-8CED-E16F-4F451FCF12D5}"/>
              </a:ext>
            </a:extLst>
          </p:cNvPr>
          <p:cNvSpPr/>
          <p:nvPr/>
        </p:nvSpPr>
        <p:spPr>
          <a:xfrm>
            <a:off x="842448" y="2764037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bluesky.gdb (File Geodatabase)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62" name="Image 4" descr="preencoded.png">
            <a:extLst>
              <a:ext uri="{FF2B5EF4-FFF2-40B4-BE49-F238E27FC236}">
                <a16:creationId xmlns:a16="http://schemas.microsoft.com/office/drawing/2014/main" id="{D33FD249-08F7-9B35-BB2B-E8BBED0B472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408" y="3138941"/>
            <a:ext cx="256032" cy="256032"/>
          </a:xfrm>
          <a:prstGeom prst="rect">
            <a:avLst/>
          </a:prstGeom>
        </p:spPr>
      </p:pic>
      <p:sp>
        <p:nvSpPr>
          <p:cNvPr id="1063" name="Text 11">
            <a:extLst>
              <a:ext uri="{FF2B5EF4-FFF2-40B4-BE49-F238E27FC236}">
                <a16:creationId xmlns:a16="http://schemas.microsoft.com/office/drawing/2014/main" id="{407084C7-28AE-17B8-88F6-DCC0FF2A070C}"/>
              </a:ext>
            </a:extLst>
          </p:cNvPr>
          <p:cNvSpPr/>
          <p:nvPr/>
        </p:nvSpPr>
        <p:spPr>
          <a:xfrm>
            <a:off x="842448" y="314808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Shared Version Control Folder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64" name="Shape 12">
            <a:extLst>
              <a:ext uri="{FF2B5EF4-FFF2-40B4-BE49-F238E27FC236}">
                <a16:creationId xmlns:a16="http://schemas.microsoft.com/office/drawing/2014/main" id="{276C2BB2-249D-22F6-DF85-A89492B3FD3C}"/>
              </a:ext>
            </a:extLst>
          </p:cNvPr>
          <p:cNvSpPr/>
          <p:nvPr/>
        </p:nvSpPr>
        <p:spPr>
          <a:xfrm>
            <a:off x="3402768" y="1172981"/>
            <a:ext cx="566928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65" name="Text 13">
            <a:extLst>
              <a:ext uri="{FF2B5EF4-FFF2-40B4-BE49-F238E27FC236}">
                <a16:creationId xmlns:a16="http://schemas.microsoft.com/office/drawing/2014/main" id="{66EE646B-383D-0985-BE77-C2B3409F2954}"/>
              </a:ext>
            </a:extLst>
          </p:cNvPr>
          <p:cNvSpPr/>
          <p:nvPr/>
        </p:nvSpPr>
        <p:spPr>
          <a:xfrm>
            <a:off x="3402768" y="1172981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066" name="Shape 14">
            <a:extLst>
              <a:ext uri="{FF2B5EF4-FFF2-40B4-BE49-F238E27FC236}">
                <a16:creationId xmlns:a16="http://schemas.microsoft.com/office/drawing/2014/main" id="{31C9234D-AFE7-D297-52C4-81F75EC11CB8}"/>
              </a:ext>
            </a:extLst>
          </p:cNvPr>
          <p:cNvSpPr/>
          <p:nvPr/>
        </p:nvSpPr>
        <p:spPr>
          <a:xfrm>
            <a:off x="3494208" y="1657613"/>
            <a:ext cx="1645920" cy="9144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bg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bg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67" name="Text 15">
            <a:extLst>
              <a:ext uri="{FF2B5EF4-FFF2-40B4-BE49-F238E27FC236}">
                <a16:creationId xmlns:a16="http://schemas.microsoft.com/office/drawing/2014/main" id="{88BE5492-8817-725D-A6DA-7E86AF7B97FB}"/>
              </a:ext>
            </a:extLst>
          </p:cNvPr>
          <p:cNvSpPr/>
          <p:nvPr/>
        </p:nvSpPr>
        <p:spPr>
          <a:xfrm>
            <a:off x="3494208" y="169418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68" name="Text 16">
            <a:extLst>
              <a:ext uri="{FF2B5EF4-FFF2-40B4-BE49-F238E27FC236}">
                <a16:creationId xmlns:a16="http://schemas.microsoft.com/office/drawing/2014/main" id="{62245666-B9C7-B6E8-DC74-04BCDB519559}"/>
              </a:ext>
            </a:extLst>
          </p:cNvPr>
          <p:cNvSpPr/>
          <p:nvPr/>
        </p:nvSpPr>
        <p:spPr>
          <a:xfrm>
            <a:off x="3494208" y="1968509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69" name="Text 17">
            <a:extLst>
              <a:ext uri="{FF2B5EF4-FFF2-40B4-BE49-F238E27FC236}">
                <a16:creationId xmlns:a16="http://schemas.microsoft.com/office/drawing/2014/main" id="{8F278583-3047-EACF-DFD7-BE5FDB859544}"/>
              </a:ext>
            </a:extLst>
          </p:cNvPr>
          <p:cNvSpPr/>
          <p:nvPr/>
        </p:nvSpPr>
        <p:spPr>
          <a:xfrm>
            <a:off x="3494208" y="228854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0" name="Shape 18">
            <a:extLst>
              <a:ext uri="{FF2B5EF4-FFF2-40B4-BE49-F238E27FC236}">
                <a16:creationId xmlns:a16="http://schemas.microsoft.com/office/drawing/2014/main" id="{FC217AF4-3279-5800-3840-AC1D63135370}"/>
              </a:ext>
            </a:extLst>
          </p:cNvPr>
          <p:cNvSpPr/>
          <p:nvPr/>
        </p:nvSpPr>
        <p:spPr>
          <a:xfrm>
            <a:off x="5158416" y="2105669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1" name="Shape 19">
            <a:extLst>
              <a:ext uri="{FF2B5EF4-FFF2-40B4-BE49-F238E27FC236}">
                <a16:creationId xmlns:a16="http://schemas.microsoft.com/office/drawing/2014/main" id="{AD04720B-3051-3CDE-BAD2-FFEA57A687A2}"/>
              </a:ext>
            </a:extLst>
          </p:cNvPr>
          <p:cNvSpPr/>
          <p:nvPr/>
        </p:nvSpPr>
        <p:spPr>
          <a:xfrm>
            <a:off x="5323008" y="1657613"/>
            <a:ext cx="1645920" cy="9144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bg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2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2" name="Text 20">
            <a:extLst>
              <a:ext uri="{FF2B5EF4-FFF2-40B4-BE49-F238E27FC236}">
                <a16:creationId xmlns:a16="http://schemas.microsoft.com/office/drawing/2014/main" id="{65760B1C-A1F1-C56B-9927-5A39839BE4DD}"/>
              </a:ext>
            </a:extLst>
          </p:cNvPr>
          <p:cNvSpPr/>
          <p:nvPr/>
        </p:nvSpPr>
        <p:spPr>
          <a:xfrm>
            <a:off x="5323008" y="169418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3" name="Text 21">
            <a:extLst>
              <a:ext uri="{FF2B5EF4-FFF2-40B4-BE49-F238E27FC236}">
                <a16:creationId xmlns:a16="http://schemas.microsoft.com/office/drawing/2014/main" id="{37266BAF-97AB-8625-D62D-82F69CB71F46}"/>
              </a:ext>
            </a:extLst>
          </p:cNvPr>
          <p:cNvSpPr/>
          <p:nvPr/>
        </p:nvSpPr>
        <p:spPr>
          <a:xfrm>
            <a:off x="5323008" y="1968509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4" name="Text 22">
            <a:extLst>
              <a:ext uri="{FF2B5EF4-FFF2-40B4-BE49-F238E27FC236}">
                <a16:creationId xmlns:a16="http://schemas.microsoft.com/office/drawing/2014/main" id="{F5D4E305-5D98-3C8D-C794-272552A3DDB0}"/>
              </a:ext>
            </a:extLst>
          </p:cNvPr>
          <p:cNvSpPr/>
          <p:nvPr/>
        </p:nvSpPr>
        <p:spPr>
          <a:xfrm>
            <a:off x="5323008" y="228854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5" name="Shape 23">
            <a:extLst>
              <a:ext uri="{FF2B5EF4-FFF2-40B4-BE49-F238E27FC236}">
                <a16:creationId xmlns:a16="http://schemas.microsoft.com/office/drawing/2014/main" id="{CD045E3E-0426-1461-4F61-9F835F9DA5BC}"/>
              </a:ext>
            </a:extLst>
          </p:cNvPr>
          <p:cNvSpPr/>
          <p:nvPr/>
        </p:nvSpPr>
        <p:spPr>
          <a:xfrm>
            <a:off x="6987216" y="2105669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6" name="Shape 24">
            <a:extLst>
              <a:ext uri="{FF2B5EF4-FFF2-40B4-BE49-F238E27FC236}">
                <a16:creationId xmlns:a16="http://schemas.microsoft.com/office/drawing/2014/main" id="{2E5BD15A-2EA2-87FF-6EE1-67A93F76FBC9}"/>
              </a:ext>
            </a:extLst>
          </p:cNvPr>
          <p:cNvSpPr/>
          <p:nvPr/>
        </p:nvSpPr>
        <p:spPr>
          <a:xfrm>
            <a:off x="7151808" y="1657613"/>
            <a:ext cx="1645920" cy="9144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7" name="Text 25">
            <a:extLst>
              <a:ext uri="{FF2B5EF4-FFF2-40B4-BE49-F238E27FC236}">
                <a16:creationId xmlns:a16="http://schemas.microsoft.com/office/drawing/2014/main" id="{80F04740-11C5-A4FF-F0C0-7E11E1A2CF3E}"/>
              </a:ext>
            </a:extLst>
          </p:cNvPr>
          <p:cNvSpPr/>
          <p:nvPr/>
        </p:nvSpPr>
        <p:spPr>
          <a:xfrm>
            <a:off x="7151808" y="169418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8" name="Text 26">
            <a:extLst>
              <a:ext uri="{FF2B5EF4-FFF2-40B4-BE49-F238E27FC236}">
                <a16:creationId xmlns:a16="http://schemas.microsoft.com/office/drawing/2014/main" id="{1B3BC8C2-747F-88DF-E22B-51322B41DDCD}"/>
              </a:ext>
            </a:extLst>
          </p:cNvPr>
          <p:cNvSpPr/>
          <p:nvPr/>
        </p:nvSpPr>
        <p:spPr>
          <a:xfrm>
            <a:off x="7151808" y="1968509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Analysis &amp; Output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79" name="Text 27">
            <a:extLst>
              <a:ext uri="{FF2B5EF4-FFF2-40B4-BE49-F238E27FC236}">
                <a16:creationId xmlns:a16="http://schemas.microsoft.com/office/drawing/2014/main" id="{51A7653C-36B3-437E-6858-D60CD9B549FB}"/>
              </a:ext>
            </a:extLst>
          </p:cNvPr>
          <p:cNvSpPr/>
          <p:nvPr/>
        </p:nvSpPr>
        <p:spPr>
          <a:xfrm>
            <a:off x="7151808" y="228854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80" name="Shape 28">
            <a:extLst>
              <a:ext uri="{FF2B5EF4-FFF2-40B4-BE49-F238E27FC236}">
                <a16:creationId xmlns:a16="http://schemas.microsoft.com/office/drawing/2014/main" id="{7382E0C9-3C93-3388-5FBA-F34FEBA2AD49}"/>
              </a:ext>
            </a:extLst>
          </p:cNvPr>
          <p:cNvSpPr/>
          <p:nvPr/>
        </p:nvSpPr>
        <p:spPr>
          <a:xfrm>
            <a:off x="3429382" y="2978921"/>
            <a:ext cx="5669280" cy="32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81" name="Text 29">
            <a:extLst>
              <a:ext uri="{FF2B5EF4-FFF2-40B4-BE49-F238E27FC236}">
                <a16:creationId xmlns:a16="http://schemas.microsoft.com/office/drawing/2014/main" id="{48F48D75-4939-0BA7-E111-6D43FE2C1AB1}"/>
              </a:ext>
            </a:extLst>
          </p:cNvPr>
          <p:cNvSpPr/>
          <p:nvPr/>
        </p:nvSpPr>
        <p:spPr>
          <a:xfrm>
            <a:off x="3429382" y="2978921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1082" name="Image 5" descr="preencoded.png">
            <a:extLst>
              <a:ext uri="{FF2B5EF4-FFF2-40B4-BE49-F238E27FC236}">
                <a16:creationId xmlns:a16="http://schemas.microsoft.com/office/drawing/2014/main" id="{1C3A986B-B15D-95F1-81C0-F26E7E86C7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20822" y="3410387"/>
            <a:ext cx="228600" cy="228600"/>
          </a:xfrm>
          <a:prstGeom prst="rect">
            <a:avLst/>
          </a:prstGeom>
        </p:spPr>
      </p:pic>
      <p:sp>
        <p:nvSpPr>
          <p:cNvPr id="1083" name="Text 30">
            <a:extLst>
              <a:ext uri="{FF2B5EF4-FFF2-40B4-BE49-F238E27FC236}">
                <a16:creationId xmlns:a16="http://schemas.microsoft.com/office/drawing/2014/main" id="{C1A85C0B-D9C3-E766-8C47-789AB9C14258}"/>
              </a:ext>
            </a:extLst>
          </p:cNvPr>
          <p:cNvSpPr/>
          <p:nvPr/>
        </p:nvSpPr>
        <p:spPr>
          <a:xfrm>
            <a:off x="3795142" y="341038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Standardized coordinate system: NAD 1983 3TM 114W across all layers</a:t>
            </a:r>
            <a:endParaRPr lang="en-US" sz="105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97" name="Image 6" descr="preencoded.png">
            <a:extLst>
              <a:ext uri="{FF2B5EF4-FFF2-40B4-BE49-F238E27FC236}">
                <a16:creationId xmlns:a16="http://schemas.microsoft.com/office/drawing/2014/main" id="{31758ED2-6478-F828-614A-5F661D6048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20822" y="3821867"/>
            <a:ext cx="228600" cy="228600"/>
          </a:xfrm>
          <a:prstGeom prst="rect">
            <a:avLst/>
          </a:prstGeom>
        </p:spPr>
      </p:pic>
      <p:sp>
        <p:nvSpPr>
          <p:cNvPr id="1098" name="Text 31">
            <a:extLst>
              <a:ext uri="{FF2B5EF4-FFF2-40B4-BE49-F238E27FC236}">
                <a16:creationId xmlns:a16="http://schemas.microsoft.com/office/drawing/2014/main" id="{24ECA9A1-C4A7-CE07-16C7-42352CF8DDF0}"/>
              </a:ext>
            </a:extLst>
          </p:cNvPr>
          <p:cNvSpPr/>
          <p:nvPr/>
        </p:nvSpPr>
        <p:spPr>
          <a:xfrm>
            <a:off x="3795142" y="382186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Topology rules enforced (No Gaps / No Overlaps/ Must Cover By) on Study Area</a:t>
            </a:r>
            <a:endParaRPr lang="en-US" sz="105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99" name="Image 7" descr="preencoded.png">
            <a:extLst>
              <a:ext uri="{FF2B5EF4-FFF2-40B4-BE49-F238E27FC236}">
                <a16:creationId xmlns:a16="http://schemas.microsoft.com/office/drawing/2014/main" id="{C6633CCF-8798-26A2-D3A8-67CB23BD831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20822" y="4233347"/>
            <a:ext cx="228600" cy="228600"/>
          </a:xfrm>
          <a:prstGeom prst="rect">
            <a:avLst/>
          </a:prstGeom>
        </p:spPr>
      </p:pic>
      <p:sp>
        <p:nvSpPr>
          <p:cNvPr id="1100" name="Text 32">
            <a:extLst>
              <a:ext uri="{FF2B5EF4-FFF2-40B4-BE49-F238E27FC236}">
                <a16:creationId xmlns:a16="http://schemas.microsoft.com/office/drawing/2014/main" id="{E712CA77-36F3-8CE1-E268-BBFF424D6D0B}"/>
              </a:ext>
            </a:extLst>
          </p:cNvPr>
          <p:cNvSpPr/>
          <p:nvPr/>
        </p:nvSpPr>
        <p:spPr>
          <a:xfrm>
            <a:off x="3795142" y="423334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QA/QC audits at each phase; version-controlled </a:t>
            </a:r>
            <a:r>
              <a:rPr lang="en-US" sz="1050" err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BlueSky.gdb</a:t>
            </a:r>
            <a:r>
              <a:rPr lang="en-US" sz="105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 packaging</a:t>
            </a:r>
            <a:endParaRPr lang="en-US" sz="105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102" name="Picture 1101">
            <a:extLst>
              <a:ext uri="{FF2B5EF4-FFF2-40B4-BE49-F238E27FC236}">
                <a16:creationId xmlns:a16="http://schemas.microsoft.com/office/drawing/2014/main" id="{94C7C0B6-F10F-5019-1346-EDC9249DA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33" y="3593268"/>
            <a:ext cx="2449689" cy="13657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0F0F0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D1838-374C-8F29-0BEE-3CD518C135DC}"/>
              </a:ext>
            </a:extLst>
          </p:cNvPr>
          <p:cNvSpPr txBox="1"/>
          <p:nvPr/>
        </p:nvSpPr>
        <p:spPr>
          <a:xfrm>
            <a:off x="568128" y="4969761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/>
              <a:t>Figure 5</a:t>
            </a:r>
            <a:r>
              <a:rPr lang="en-US" sz="700"/>
              <a:t> Scotiabank </a:t>
            </a:r>
            <a:r>
              <a:rPr lang="en-US" sz="700" err="1"/>
              <a:t>Saddledome</a:t>
            </a:r>
            <a:r>
              <a:rPr lang="en-US" sz="700"/>
              <a:t> in Calgary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3">
          <a:extLst>
            <a:ext uri="{FF2B5EF4-FFF2-40B4-BE49-F238E27FC236}">
              <a16:creationId xmlns:a16="http://schemas.microsoft.com/office/drawing/2014/main" id="{20B3BFEE-8463-5521-1980-30BF4625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102;p39">
            <a:extLst>
              <a:ext uri="{FF2B5EF4-FFF2-40B4-BE49-F238E27FC236}">
                <a16:creationId xmlns:a16="http://schemas.microsoft.com/office/drawing/2014/main" id="{6F2F3FF1-1AB3-8F4D-C752-CB1AF89BAA0D}"/>
              </a:ext>
            </a:extLst>
          </p:cNvPr>
          <p:cNvGrpSpPr/>
          <p:nvPr/>
        </p:nvGrpSpPr>
        <p:grpSpPr>
          <a:xfrm>
            <a:off x="-2432854" y="384993"/>
            <a:ext cx="6108569" cy="5222929"/>
            <a:chOff x="1234141" y="-4"/>
            <a:chExt cx="1506760" cy="987986"/>
          </a:xfrm>
        </p:grpSpPr>
        <p:sp>
          <p:nvSpPr>
            <p:cNvPr id="6" name="Google Shape;1103;p39">
              <a:extLst>
                <a:ext uri="{FF2B5EF4-FFF2-40B4-BE49-F238E27FC236}">
                  <a16:creationId xmlns:a16="http://schemas.microsoft.com/office/drawing/2014/main" id="{7D8B3ACD-1966-48D0-56E5-D0BC2A750EA2}"/>
                </a:ext>
              </a:extLst>
            </p:cNvPr>
            <p:cNvSpPr/>
            <p:nvPr/>
          </p:nvSpPr>
          <p:spPr>
            <a:xfrm>
              <a:off x="2720738" y="66845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cubicBezTo>
                    <a:pt x="17" y="17"/>
                    <a:pt x="33" y="17"/>
                    <a:pt x="49" y="17"/>
                  </a:cubicBezTo>
                  <a:cubicBezTo>
                    <a:pt x="33" y="0"/>
                    <a:pt x="17" y="0"/>
                    <a:pt x="1" y="0"/>
                  </a:cubicBezTo>
                  <a:close/>
                  <a:moveTo>
                    <a:pt x="49" y="17"/>
                  </a:moveTo>
                  <a:cubicBezTo>
                    <a:pt x="81" y="33"/>
                    <a:pt x="118" y="49"/>
                    <a:pt x="150" y="49"/>
                  </a:cubicBezTo>
                  <a:lnTo>
                    <a:pt x="150" y="33"/>
                  </a:lnTo>
                  <a:cubicBezTo>
                    <a:pt x="118" y="33"/>
                    <a:pt x="81" y="17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04;p39">
              <a:extLst>
                <a:ext uri="{FF2B5EF4-FFF2-40B4-BE49-F238E27FC236}">
                  <a16:creationId xmlns:a16="http://schemas.microsoft.com/office/drawing/2014/main" id="{39FC65C8-BDEC-EFD1-50FA-5CDDE792DA9C}"/>
                </a:ext>
              </a:extLst>
            </p:cNvPr>
            <p:cNvSpPr/>
            <p:nvPr/>
          </p:nvSpPr>
          <p:spPr>
            <a:xfrm>
              <a:off x="1717655" y="455302"/>
              <a:ext cx="21752" cy="15793"/>
            </a:xfrm>
            <a:custGeom>
              <a:avLst/>
              <a:gdLst/>
              <a:ahLst/>
              <a:cxnLst/>
              <a:rect l="l" t="t" r="r" b="b"/>
              <a:pathLst>
                <a:path w="219" h="159" extrusionOk="0">
                  <a:moveTo>
                    <a:pt x="201" y="1"/>
                  </a:moveTo>
                  <a:cubicBezTo>
                    <a:pt x="189" y="1"/>
                    <a:pt x="177" y="10"/>
                    <a:pt x="166" y="10"/>
                  </a:cubicBezTo>
                  <a:cubicBezTo>
                    <a:pt x="134" y="42"/>
                    <a:pt x="81" y="74"/>
                    <a:pt x="49" y="111"/>
                  </a:cubicBezTo>
                  <a:lnTo>
                    <a:pt x="0" y="143"/>
                  </a:lnTo>
                  <a:lnTo>
                    <a:pt x="0" y="159"/>
                  </a:lnTo>
                  <a:lnTo>
                    <a:pt x="17" y="159"/>
                  </a:lnTo>
                  <a:lnTo>
                    <a:pt x="49" y="127"/>
                  </a:lnTo>
                  <a:cubicBezTo>
                    <a:pt x="101" y="90"/>
                    <a:pt x="134" y="58"/>
                    <a:pt x="182" y="26"/>
                  </a:cubicBezTo>
                  <a:cubicBezTo>
                    <a:pt x="202" y="10"/>
                    <a:pt x="202" y="10"/>
                    <a:pt x="219" y="10"/>
                  </a:cubicBezTo>
                  <a:cubicBezTo>
                    <a:pt x="213" y="3"/>
                    <a:pt x="207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05;p39">
              <a:extLst>
                <a:ext uri="{FF2B5EF4-FFF2-40B4-BE49-F238E27FC236}">
                  <a16:creationId xmlns:a16="http://schemas.microsoft.com/office/drawing/2014/main" id="{052F2C62-A57B-19A9-5753-5C8CE55A0F2E}"/>
                </a:ext>
              </a:extLst>
            </p:cNvPr>
            <p:cNvSpPr/>
            <p:nvPr/>
          </p:nvSpPr>
          <p:spPr>
            <a:xfrm>
              <a:off x="1679117" y="432556"/>
              <a:ext cx="56715" cy="43802"/>
            </a:xfrm>
            <a:custGeom>
              <a:avLst/>
              <a:gdLst/>
              <a:ahLst/>
              <a:cxnLst/>
              <a:rect l="l" t="t" r="r" b="b"/>
              <a:pathLst>
                <a:path w="571" h="441" extrusionOk="0">
                  <a:moveTo>
                    <a:pt x="570" y="0"/>
                  </a:moveTo>
                  <a:lnTo>
                    <a:pt x="570" y="0"/>
                  </a:lnTo>
                  <a:cubicBezTo>
                    <a:pt x="522" y="16"/>
                    <a:pt x="489" y="53"/>
                    <a:pt x="453" y="85"/>
                  </a:cubicBezTo>
                  <a:cubicBezTo>
                    <a:pt x="489" y="53"/>
                    <a:pt x="538" y="37"/>
                    <a:pt x="570" y="0"/>
                  </a:cubicBezTo>
                  <a:close/>
                  <a:moveTo>
                    <a:pt x="453" y="85"/>
                  </a:moveTo>
                  <a:cubicBezTo>
                    <a:pt x="437" y="85"/>
                    <a:pt x="421" y="101"/>
                    <a:pt x="388" y="117"/>
                  </a:cubicBezTo>
                  <a:cubicBezTo>
                    <a:pt x="352" y="154"/>
                    <a:pt x="304" y="202"/>
                    <a:pt x="251" y="239"/>
                  </a:cubicBezTo>
                  <a:cubicBezTo>
                    <a:pt x="186" y="271"/>
                    <a:pt x="134" y="319"/>
                    <a:pt x="65" y="372"/>
                  </a:cubicBezTo>
                  <a:cubicBezTo>
                    <a:pt x="49" y="388"/>
                    <a:pt x="33" y="404"/>
                    <a:pt x="1" y="420"/>
                  </a:cubicBezTo>
                  <a:lnTo>
                    <a:pt x="1" y="440"/>
                  </a:lnTo>
                  <a:lnTo>
                    <a:pt x="17" y="440"/>
                  </a:lnTo>
                  <a:cubicBezTo>
                    <a:pt x="33" y="420"/>
                    <a:pt x="49" y="404"/>
                    <a:pt x="65" y="388"/>
                  </a:cubicBezTo>
                  <a:cubicBezTo>
                    <a:pt x="134" y="340"/>
                    <a:pt x="203" y="287"/>
                    <a:pt x="267" y="239"/>
                  </a:cubicBezTo>
                  <a:cubicBezTo>
                    <a:pt x="304" y="202"/>
                    <a:pt x="352" y="170"/>
                    <a:pt x="405" y="138"/>
                  </a:cubicBezTo>
                  <a:cubicBezTo>
                    <a:pt x="421" y="117"/>
                    <a:pt x="437" y="101"/>
                    <a:pt x="453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06;p39">
              <a:extLst>
                <a:ext uri="{FF2B5EF4-FFF2-40B4-BE49-F238E27FC236}">
                  <a16:creationId xmlns:a16="http://schemas.microsoft.com/office/drawing/2014/main" id="{B2E17DE0-0861-C339-756D-428722422577}"/>
                </a:ext>
              </a:extLst>
            </p:cNvPr>
            <p:cNvSpPr/>
            <p:nvPr/>
          </p:nvSpPr>
          <p:spPr>
            <a:xfrm>
              <a:off x="2339529" y="424114"/>
              <a:ext cx="16587" cy="8542"/>
            </a:xfrm>
            <a:custGeom>
              <a:avLst/>
              <a:gdLst/>
              <a:ahLst/>
              <a:cxnLst/>
              <a:rect l="l" t="t" r="r" b="b"/>
              <a:pathLst>
                <a:path w="167" h="86" extrusionOk="0">
                  <a:moveTo>
                    <a:pt x="1" y="0"/>
                  </a:moveTo>
                  <a:lnTo>
                    <a:pt x="1" y="21"/>
                  </a:lnTo>
                  <a:cubicBezTo>
                    <a:pt x="17" y="21"/>
                    <a:pt x="17" y="37"/>
                    <a:pt x="33" y="37"/>
                  </a:cubicBezTo>
                  <a:cubicBezTo>
                    <a:pt x="82" y="53"/>
                    <a:pt x="118" y="69"/>
                    <a:pt x="167" y="85"/>
                  </a:cubicBezTo>
                  <a:lnTo>
                    <a:pt x="167" y="69"/>
                  </a:lnTo>
                  <a:cubicBezTo>
                    <a:pt x="118" y="53"/>
                    <a:pt x="82" y="37"/>
                    <a:pt x="33" y="21"/>
                  </a:cubicBezTo>
                  <a:cubicBezTo>
                    <a:pt x="33" y="21"/>
                    <a:pt x="17" y="2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07;p39">
              <a:extLst>
                <a:ext uri="{FF2B5EF4-FFF2-40B4-BE49-F238E27FC236}">
                  <a16:creationId xmlns:a16="http://schemas.microsoft.com/office/drawing/2014/main" id="{3D4EB9E4-CD2B-252E-2513-1B38F9575D82}"/>
                </a:ext>
              </a:extLst>
            </p:cNvPr>
            <p:cNvSpPr/>
            <p:nvPr/>
          </p:nvSpPr>
          <p:spPr>
            <a:xfrm>
              <a:off x="2281027" y="713348"/>
              <a:ext cx="1689" cy="13806"/>
            </a:xfrm>
            <a:custGeom>
              <a:avLst/>
              <a:gdLst/>
              <a:ahLst/>
              <a:cxnLst/>
              <a:rect l="l" t="t" r="r" b="b"/>
              <a:pathLst>
                <a:path w="17" h="139" extrusionOk="0">
                  <a:moveTo>
                    <a:pt x="16" y="1"/>
                  </a:moveTo>
                  <a:lnTo>
                    <a:pt x="0" y="17"/>
                  </a:lnTo>
                  <a:lnTo>
                    <a:pt x="0" y="86"/>
                  </a:lnTo>
                  <a:cubicBezTo>
                    <a:pt x="16" y="102"/>
                    <a:pt x="16" y="118"/>
                    <a:pt x="16" y="138"/>
                  </a:cubicBezTo>
                  <a:lnTo>
                    <a:pt x="16" y="86"/>
                  </a:ln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08;p39">
              <a:extLst>
                <a:ext uri="{FF2B5EF4-FFF2-40B4-BE49-F238E27FC236}">
                  <a16:creationId xmlns:a16="http://schemas.microsoft.com/office/drawing/2014/main" id="{43463256-4E3E-A4B9-C6FA-C74AD139047E}"/>
                </a:ext>
              </a:extLst>
            </p:cNvPr>
            <p:cNvSpPr/>
            <p:nvPr/>
          </p:nvSpPr>
          <p:spPr>
            <a:xfrm>
              <a:off x="1667496" y="827373"/>
              <a:ext cx="65058" cy="36552"/>
            </a:xfrm>
            <a:custGeom>
              <a:avLst/>
              <a:gdLst/>
              <a:ahLst/>
              <a:cxnLst/>
              <a:rect l="l" t="t" r="r" b="b"/>
              <a:pathLst>
                <a:path w="655" h="368" extrusionOk="0">
                  <a:moveTo>
                    <a:pt x="639" y="0"/>
                  </a:moveTo>
                  <a:cubicBezTo>
                    <a:pt x="606" y="0"/>
                    <a:pt x="570" y="16"/>
                    <a:pt x="538" y="49"/>
                  </a:cubicBezTo>
                  <a:cubicBezTo>
                    <a:pt x="469" y="101"/>
                    <a:pt x="404" y="134"/>
                    <a:pt x="336" y="166"/>
                  </a:cubicBezTo>
                  <a:cubicBezTo>
                    <a:pt x="303" y="182"/>
                    <a:pt x="267" y="202"/>
                    <a:pt x="235" y="218"/>
                  </a:cubicBezTo>
                  <a:cubicBezTo>
                    <a:pt x="203" y="251"/>
                    <a:pt x="150" y="267"/>
                    <a:pt x="118" y="283"/>
                  </a:cubicBezTo>
                  <a:cubicBezTo>
                    <a:pt x="102" y="303"/>
                    <a:pt x="65" y="319"/>
                    <a:pt x="49" y="336"/>
                  </a:cubicBezTo>
                  <a:cubicBezTo>
                    <a:pt x="33" y="336"/>
                    <a:pt x="33" y="352"/>
                    <a:pt x="17" y="352"/>
                  </a:cubicBezTo>
                  <a:lnTo>
                    <a:pt x="1" y="352"/>
                  </a:lnTo>
                  <a:lnTo>
                    <a:pt x="1" y="368"/>
                  </a:lnTo>
                  <a:lnTo>
                    <a:pt x="17" y="368"/>
                  </a:lnTo>
                  <a:cubicBezTo>
                    <a:pt x="33" y="352"/>
                    <a:pt x="49" y="352"/>
                    <a:pt x="49" y="352"/>
                  </a:cubicBezTo>
                  <a:cubicBezTo>
                    <a:pt x="81" y="336"/>
                    <a:pt x="102" y="319"/>
                    <a:pt x="134" y="303"/>
                  </a:cubicBezTo>
                  <a:cubicBezTo>
                    <a:pt x="166" y="283"/>
                    <a:pt x="203" y="251"/>
                    <a:pt x="235" y="235"/>
                  </a:cubicBezTo>
                  <a:cubicBezTo>
                    <a:pt x="267" y="218"/>
                    <a:pt x="303" y="202"/>
                    <a:pt x="336" y="182"/>
                  </a:cubicBezTo>
                  <a:cubicBezTo>
                    <a:pt x="404" y="150"/>
                    <a:pt x="469" y="101"/>
                    <a:pt x="538" y="65"/>
                  </a:cubicBezTo>
                  <a:lnTo>
                    <a:pt x="554" y="49"/>
                  </a:lnTo>
                  <a:cubicBezTo>
                    <a:pt x="586" y="33"/>
                    <a:pt x="606" y="16"/>
                    <a:pt x="639" y="16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09;p39">
              <a:extLst>
                <a:ext uri="{FF2B5EF4-FFF2-40B4-BE49-F238E27FC236}">
                  <a16:creationId xmlns:a16="http://schemas.microsoft.com/office/drawing/2014/main" id="{5173414C-D440-959E-3F1D-F62F6F3FD13B}"/>
                </a:ext>
              </a:extLst>
            </p:cNvPr>
            <p:cNvSpPr/>
            <p:nvPr/>
          </p:nvSpPr>
          <p:spPr>
            <a:xfrm>
              <a:off x="2501628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7" y="0"/>
                  </a:moveTo>
                  <a:lnTo>
                    <a:pt x="1" y="21"/>
                  </a:lnTo>
                  <a:cubicBezTo>
                    <a:pt x="17" y="21"/>
                    <a:pt x="33" y="21"/>
                    <a:pt x="49" y="37"/>
                  </a:cubicBezTo>
                  <a:cubicBezTo>
                    <a:pt x="49" y="37"/>
                    <a:pt x="66" y="53"/>
                    <a:pt x="86" y="53"/>
                  </a:cubicBezTo>
                  <a:lnTo>
                    <a:pt x="86" y="37"/>
                  </a:lnTo>
                  <a:cubicBezTo>
                    <a:pt x="66" y="37"/>
                    <a:pt x="66" y="21"/>
                    <a:pt x="49" y="21"/>
                  </a:cubicBezTo>
                  <a:cubicBezTo>
                    <a:pt x="33" y="21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10;p39">
              <a:extLst>
                <a:ext uri="{FF2B5EF4-FFF2-40B4-BE49-F238E27FC236}">
                  <a16:creationId xmlns:a16="http://schemas.microsoft.com/office/drawing/2014/main" id="{331FB8FF-6600-A985-3B3B-AFB1842F0BCF}"/>
                </a:ext>
              </a:extLst>
            </p:cNvPr>
            <p:cNvSpPr/>
            <p:nvPr/>
          </p:nvSpPr>
          <p:spPr>
            <a:xfrm>
              <a:off x="2219247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0" y="0"/>
                  </a:moveTo>
                  <a:lnTo>
                    <a:pt x="16" y="17"/>
                  </a:lnTo>
                  <a:cubicBezTo>
                    <a:pt x="65" y="17"/>
                    <a:pt x="101" y="33"/>
                    <a:pt x="150" y="49"/>
                  </a:cubicBezTo>
                  <a:lnTo>
                    <a:pt x="202" y="49"/>
                  </a:lnTo>
                  <a:lnTo>
                    <a:pt x="150" y="33"/>
                  </a:lnTo>
                  <a:cubicBezTo>
                    <a:pt x="117" y="17"/>
                    <a:pt x="65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11;p39">
              <a:extLst>
                <a:ext uri="{FF2B5EF4-FFF2-40B4-BE49-F238E27FC236}">
                  <a16:creationId xmlns:a16="http://schemas.microsoft.com/office/drawing/2014/main" id="{2F9A9C45-0F68-3C3C-6CA4-68E005315447}"/>
                </a:ext>
              </a:extLst>
            </p:cNvPr>
            <p:cNvSpPr/>
            <p:nvPr/>
          </p:nvSpPr>
          <p:spPr>
            <a:xfrm>
              <a:off x="1762550" y="967819"/>
              <a:ext cx="45491" cy="20163"/>
            </a:xfrm>
            <a:custGeom>
              <a:avLst/>
              <a:gdLst/>
              <a:ahLst/>
              <a:cxnLst/>
              <a:rect l="l" t="t" r="r" b="b"/>
              <a:pathLst>
                <a:path w="458" h="203" extrusionOk="0">
                  <a:moveTo>
                    <a:pt x="457" y="0"/>
                  </a:moveTo>
                  <a:cubicBezTo>
                    <a:pt x="421" y="0"/>
                    <a:pt x="389" y="16"/>
                    <a:pt x="356" y="32"/>
                  </a:cubicBezTo>
                  <a:cubicBezTo>
                    <a:pt x="336" y="49"/>
                    <a:pt x="320" y="49"/>
                    <a:pt x="320" y="49"/>
                  </a:cubicBezTo>
                  <a:cubicBezTo>
                    <a:pt x="255" y="81"/>
                    <a:pt x="171" y="117"/>
                    <a:pt x="102" y="150"/>
                  </a:cubicBezTo>
                  <a:lnTo>
                    <a:pt x="1" y="182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102" y="166"/>
                  </a:lnTo>
                  <a:cubicBezTo>
                    <a:pt x="171" y="133"/>
                    <a:pt x="255" y="101"/>
                    <a:pt x="320" y="65"/>
                  </a:cubicBezTo>
                  <a:cubicBezTo>
                    <a:pt x="336" y="65"/>
                    <a:pt x="336" y="49"/>
                    <a:pt x="356" y="49"/>
                  </a:cubicBezTo>
                  <a:cubicBezTo>
                    <a:pt x="389" y="32"/>
                    <a:pt x="421" y="16"/>
                    <a:pt x="457" y="16"/>
                  </a:cubicBezTo>
                  <a:lnTo>
                    <a:pt x="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12;p39">
              <a:extLst>
                <a:ext uri="{FF2B5EF4-FFF2-40B4-BE49-F238E27FC236}">
                  <a16:creationId xmlns:a16="http://schemas.microsoft.com/office/drawing/2014/main" id="{DCE2B796-9FE3-41E0-140C-4329426E155C}"/>
                </a:ext>
              </a:extLst>
            </p:cNvPr>
            <p:cNvSpPr/>
            <p:nvPr/>
          </p:nvSpPr>
          <p:spPr>
            <a:xfrm>
              <a:off x="2496463" y="491059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lnTo>
                    <a:pt x="37" y="17"/>
                  </a:lnTo>
                  <a:cubicBezTo>
                    <a:pt x="17" y="1"/>
                    <a:pt x="17" y="1"/>
                    <a:pt x="0" y="1"/>
                  </a:cubicBezTo>
                  <a:close/>
                  <a:moveTo>
                    <a:pt x="37" y="17"/>
                  </a:moveTo>
                  <a:cubicBezTo>
                    <a:pt x="53" y="33"/>
                    <a:pt x="53" y="33"/>
                    <a:pt x="69" y="33"/>
                  </a:cubicBezTo>
                  <a:cubicBezTo>
                    <a:pt x="53" y="17"/>
                    <a:pt x="53" y="17"/>
                    <a:pt x="37" y="17"/>
                  </a:cubicBezTo>
                  <a:close/>
                  <a:moveTo>
                    <a:pt x="69" y="33"/>
                  </a:moveTo>
                  <a:cubicBezTo>
                    <a:pt x="101" y="53"/>
                    <a:pt x="138" y="70"/>
                    <a:pt x="170" y="70"/>
                  </a:cubicBezTo>
                  <a:cubicBezTo>
                    <a:pt x="138" y="53"/>
                    <a:pt x="101" y="33"/>
                    <a:pt x="69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13;p39">
              <a:extLst>
                <a:ext uri="{FF2B5EF4-FFF2-40B4-BE49-F238E27FC236}">
                  <a16:creationId xmlns:a16="http://schemas.microsoft.com/office/drawing/2014/main" id="{FD30BF18-F5CD-0D4D-E4E8-7EC82BF724E7}"/>
                </a:ext>
              </a:extLst>
            </p:cNvPr>
            <p:cNvSpPr/>
            <p:nvPr/>
          </p:nvSpPr>
          <p:spPr>
            <a:xfrm>
              <a:off x="2463189" y="466228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16" y="17"/>
                  </a:lnTo>
                  <a:cubicBezTo>
                    <a:pt x="49" y="17"/>
                    <a:pt x="69" y="33"/>
                    <a:pt x="101" y="33"/>
                  </a:cubicBezTo>
                  <a:cubicBezTo>
                    <a:pt x="85" y="17"/>
                    <a:pt x="49" y="17"/>
                    <a:pt x="16" y="1"/>
                  </a:cubicBezTo>
                  <a:close/>
                  <a:moveTo>
                    <a:pt x="101" y="33"/>
                  </a:moveTo>
                  <a:lnTo>
                    <a:pt x="101" y="33"/>
                  </a:lnTo>
                  <a:cubicBezTo>
                    <a:pt x="150" y="65"/>
                    <a:pt x="202" y="81"/>
                    <a:pt x="251" y="101"/>
                  </a:cubicBezTo>
                  <a:cubicBezTo>
                    <a:pt x="303" y="118"/>
                    <a:pt x="352" y="134"/>
                    <a:pt x="404" y="166"/>
                  </a:cubicBezTo>
                  <a:cubicBezTo>
                    <a:pt x="453" y="182"/>
                    <a:pt x="489" y="202"/>
                    <a:pt x="537" y="219"/>
                  </a:cubicBezTo>
                  <a:cubicBezTo>
                    <a:pt x="606" y="235"/>
                    <a:pt x="675" y="267"/>
                    <a:pt x="739" y="283"/>
                  </a:cubicBezTo>
                  <a:cubicBezTo>
                    <a:pt x="675" y="251"/>
                    <a:pt x="606" y="219"/>
                    <a:pt x="537" y="202"/>
                  </a:cubicBezTo>
                  <a:cubicBezTo>
                    <a:pt x="505" y="182"/>
                    <a:pt x="453" y="166"/>
                    <a:pt x="404" y="150"/>
                  </a:cubicBezTo>
                  <a:cubicBezTo>
                    <a:pt x="352" y="134"/>
                    <a:pt x="303" y="118"/>
                    <a:pt x="251" y="81"/>
                  </a:cubicBezTo>
                  <a:cubicBezTo>
                    <a:pt x="202" y="65"/>
                    <a:pt x="150" y="49"/>
                    <a:pt x="10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14;p39">
              <a:extLst>
                <a:ext uri="{FF2B5EF4-FFF2-40B4-BE49-F238E27FC236}">
                  <a16:creationId xmlns:a16="http://schemas.microsoft.com/office/drawing/2014/main" id="{9EFFBAE3-4216-1617-BDF4-690463743856}"/>
                </a:ext>
              </a:extLst>
            </p:cNvPr>
            <p:cNvSpPr/>
            <p:nvPr/>
          </p:nvSpPr>
          <p:spPr>
            <a:xfrm>
              <a:off x="1677528" y="499501"/>
              <a:ext cx="61879" cy="45094"/>
            </a:xfrm>
            <a:custGeom>
              <a:avLst/>
              <a:gdLst/>
              <a:ahLst/>
              <a:cxnLst/>
              <a:rect l="l" t="t" r="r" b="b"/>
              <a:pathLst>
                <a:path w="623" h="454" extrusionOk="0">
                  <a:moveTo>
                    <a:pt x="606" y="1"/>
                  </a:moveTo>
                  <a:cubicBezTo>
                    <a:pt x="586" y="1"/>
                    <a:pt x="554" y="17"/>
                    <a:pt x="538" y="33"/>
                  </a:cubicBezTo>
                  <a:lnTo>
                    <a:pt x="538" y="49"/>
                  </a:lnTo>
                  <a:lnTo>
                    <a:pt x="554" y="49"/>
                  </a:lnTo>
                  <a:cubicBezTo>
                    <a:pt x="570" y="33"/>
                    <a:pt x="586" y="17"/>
                    <a:pt x="606" y="17"/>
                  </a:cubicBezTo>
                  <a:lnTo>
                    <a:pt x="623" y="17"/>
                  </a:lnTo>
                  <a:lnTo>
                    <a:pt x="606" y="1"/>
                  </a:lnTo>
                  <a:close/>
                  <a:moveTo>
                    <a:pt x="538" y="49"/>
                  </a:moveTo>
                  <a:lnTo>
                    <a:pt x="538" y="49"/>
                  </a:lnTo>
                  <a:cubicBezTo>
                    <a:pt x="437" y="118"/>
                    <a:pt x="336" y="203"/>
                    <a:pt x="235" y="271"/>
                  </a:cubicBezTo>
                  <a:cubicBezTo>
                    <a:pt x="182" y="304"/>
                    <a:pt x="134" y="352"/>
                    <a:pt x="65" y="389"/>
                  </a:cubicBezTo>
                  <a:cubicBezTo>
                    <a:pt x="65" y="405"/>
                    <a:pt x="49" y="405"/>
                    <a:pt x="49" y="405"/>
                  </a:cubicBezTo>
                  <a:cubicBezTo>
                    <a:pt x="33" y="421"/>
                    <a:pt x="17" y="437"/>
                    <a:pt x="1" y="453"/>
                  </a:cubicBezTo>
                  <a:cubicBezTo>
                    <a:pt x="17" y="453"/>
                    <a:pt x="33" y="437"/>
                    <a:pt x="49" y="421"/>
                  </a:cubicBezTo>
                  <a:cubicBezTo>
                    <a:pt x="65" y="421"/>
                    <a:pt x="65" y="405"/>
                    <a:pt x="81" y="405"/>
                  </a:cubicBezTo>
                  <a:cubicBezTo>
                    <a:pt x="134" y="372"/>
                    <a:pt x="182" y="320"/>
                    <a:pt x="251" y="271"/>
                  </a:cubicBezTo>
                  <a:cubicBezTo>
                    <a:pt x="336" y="203"/>
                    <a:pt x="437" y="134"/>
                    <a:pt x="53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15;p39">
              <a:extLst>
                <a:ext uri="{FF2B5EF4-FFF2-40B4-BE49-F238E27FC236}">
                  <a16:creationId xmlns:a16="http://schemas.microsoft.com/office/drawing/2014/main" id="{13086BFF-B36A-6BB3-B6C1-13D2CD81F7E2}"/>
                </a:ext>
              </a:extLst>
            </p:cNvPr>
            <p:cNvSpPr/>
            <p:nvPr/>
          </p:nvSpPr>
          <p:spPr>
            <a:xfrm>
              <a:off x="2514937" y="459374"/>
              <a:ext cx="21752" cy="10131"/>
            </a:xfrm>
            <a:custGeom>
              <a:avLst/>
              <a:gdLst/>
              <a:ahLst/>
              <a:cxnLst/>
              <a:rect l="l" t="t" r="r" b="b"/>
              <a:pathLst>
                <a:path w="219" h="10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33" y="33"/>
                    <a:pt x="53" y="33"/>
                  </a:cubicBezTo>
                  <a:cubicBezTo>
                    <a:pt x="85" y="49"/>
                    <a:pt x="134" y="70"/>
                    <a:pt x="170" y="86"/>
                  </a:cubicBezTo>
                  <a:lnTo>
                    <a:pt x="186" y="86"/>
                  </a:lnTo>
                  <a:lnTo>
                    <a:pt x="170" y="70"/>
                  </a:lnTo>
                  <a:cubicBezTo>
                    <a:pt x="134" y="49"/>
                    <a:pt x="85" y="33"/>
                    <a:pt x="53" y="17"/>
                  </a:cubicBezTo>
                  <a:cubicBezTo>
                    <a:pt x="33" y="17"/>
                    <a:pt x="16" y="17"/>
                    <a:pt x="0" y="1"/>
                  </a:cubicBezTo>
                  <a:close/>
                  <a:moveTo>
                    <a:pt x="186" y="86"/>
                  </a:moveTo>
                  <a:cubicBezTo>
                    <a:pt x="202" y="86"/>
                    <a:pt x="202" y="102"/>
                    <a:pt x="202" y="102"/>
                  </a:cubicBezTo>
                  <a:lnTo>
                    <a:pt x="218" y="102"/>
                  </a:lnTo>
                  <a:lnTo>
                    <a:pt x="218" y="8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16;p39">
              <a:extLst>
                <a:ext uri="{FF2B5EF4-FFF2-40B4-BE49-F238E27FC236}">
                  <a16:creationId xmlns:a16="http://schemas.microsoft.com/office/drawing/2014/main" id="{D95856C5-0C15-49B6-AF9D-1B8948DACE22}"/>
                </a:ext>
              </a:extLst>
            </p:cNvPr>
            <p:cNvSpPr/>
            <p:nvPr/>
          </p:nvSpPr>
          <p:spPr>
            <a:xfrm>
              <a:off x="1730866" y="935638"/>
              <a:ext cx="4966" cy="37048"/>
            </a:xfrm>
            <a:custGeom>
              <a:avLst/>
              <a:gdLst/>
              <a:ahLst/>
              <a:cxnLst/>
              <a:rect l="l" t="t" r="r" b="b"/>
              <a:pathLst>
                <a:path w="50" h="373" extrusionOk="0">
                  <a:moveTo>
                    <a:pt x="49" y="1"/>
                  </a:moveTo>
                  <a:cubicBezTo>
                    <a:pt x="33" y="21"/>
                    <a:pt x="33" y="37"/>
                    <a:pt x="33" y="52"/>
                  </a:cubicBezTo>
                  <a:lnTo>
                    <a:pt x="33" y="52"/>
                  </a:lnTo>
                  <a:cubicBezTo>
                    <a:pt x="33" y="37"/>
                    <a:pt x="33" y="21"/>
                    <a:pt x="49" y="21"/>
                  </a:cubicBezTo>
                  <a:lnTo>
                    <a:pt x="49" y="1"/>
                  </a:lnTo>
                  <a:close/>
                  <a:moveTo>
                    <a:pt x="33" y="102"/>
                  </a:moveTo>
                  <a:cubicBezTo>
                    <a:pt x="33" y="154"/>
                    <a:pt x="33" y="187"/>
                    <a:pt x="17" y="223"/>
                  </a:cubicBezTo>
                  <a:lnTo>
                    <a:pt x="17" y="272"/>
                  </a:lnTo>
                  <a:lnTo>
                    <a:pt x="17" y="324"/>
                  </a:lnTo>
                  <a:cubicBezTo>
                    <a:pt x="1" y="340"/>
                    <a:pt x="17" y="340"/>
                    <a:pt x="17" y="356"/>
                  </a:cubicBezTo>
                  <a:lnTo>
                    <a:pt x="17" y="373"/>
                  </a:lnTo>
                  <a:lnTo>
                    <a:pt x="33" y="356"/>
                  </a:lnTo>
                  <a:lnTo>
                    <a:pt x="17" y="340"/>
                  </a:lnTo>
                  <a:cubicBezTo>
                    <a:pt x="33" y="304"/>
                    <a:pt x="33" y="288"/>
                    <a:pt x="33" y="272"/>
                  </a:cubicBezTo>
                  <a:lnTo>
                    <a:pt x="33" y="223"/>
                  </a:lnTo>
                  <a:lnTo>
                    <a:pt x="33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17;p39">
              <a:extLst>
                <a:ext uri="{FF2B5EF4-FFF2-40B4-BE49-F238E27FC236}">
                  <a16:creationId xmlns:a16="http://schemas.microsoft.com/office/drawing/2014/main" id="{ABF35206-B3C2-487A-7556-CF413CCC94AC}"/>
                </a:ext>
              </a:extLst>
            </p:cNvPr>
            <p:cNvSpPr/>
            <p:nvPr/>
          </p:nvSpPr>
          <p:spPr>
            <a:xfrm>
              <a:off x="2536590" y="701727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69" y="33"/>
                    <a:pt x="85" y="33"/>
                  </a:cubicBezTo>
                  <a:cubicBezTo>
                    <a:pt x="69" y="17"/>
                    <a:pt x="37" y="17"/>
                    <a:pt x="0" y="1"/>
                  </a:cubicBezTo>
                  <a:close/>
                  <a:moveTo>
                    <a:pt x="85" y="33"/>
                  </a:moveTo>
                  <a:cubicBezTo>
                    <a:pt x="118" y="53"/>
                    <a:pt x="138" y="53"/>
                    <a:pt x="170" y="69"/>
                  </a:cubicBezTo>
                  <a:lnTo>
                    <a:pt x="170" y="53"/>
                  </a:lnTo>
                  <a:cubicBezTo>
                    <a:pt x="138" y="53"/>
                    <a:pt x="118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18;p39">
              <a:extLst>
                <a:ext uri="{FF2B5EF4-FFF2-40B4-BE49-F238E27FC236}">
                  <a16:creationId xmlns:a16="http://schemas.microsoft.com/office/drawing/2014/main" id="{6A101834-BC17-0D77-37E9-52AFD94ED912}"/>
                </a:ext>
              </a:extLst>
            </p:cNvPr>
            <p:cNvSpPr/>
            <p:nvPr/>
          </p:nvSpPr>
          <p:spPr>
            <a:xfrm>
              <a:off x="1739308" y="902364"/>
              <a:ext cx="70322" cy="33373"/>
            </a:xfrm>
            <a:custGeom>
              <a:avLst/>
              <a:gdLst/>
              <a:ahLst/>
              <a:cxnLst/>
              <a:rect l="l" t="t" r="r" b="b"/>
              <a:pathLst>
                <a:path w="708" h="336" extrusionOk="0">
                  <a:moveTo>
                    <a:pt x="708" y="1"/>
                  </a:moveTo>
                  <a:cubicBezTo>
                    <a:pt x="671" y="1"/>
                    <a:pt x="639" y="17"/>
                    <a:pt x="607" y="33"/>
                  </a:cubicBezTo>
                  <a:lnTo>
                    <a:pt x="590" y="53"/>
                  </a:lnTo>
                  <a:lnTo>
                    <a:pt x="623" y="53"/>
                  </a:lnTo>
                  <a:cubicBezTo>
                    <a:pt x="639" y="33"/>
                    <a:pt x="671" y="17"/>
                    <a:pt x="708" y="17"/>
                  </a:cubicBezTo>
                  <a:lnTo>
                    <a:pt x="708" y="1"/>
                  </a:lnTo>
                  <a:close/>
                  <a:moveTo>
                    <a:pt x="590" y="53"/>
                  </a:moveTo>
                  <a:lnTo>
                    <a:pt x="590" y="53"/>
                  </a:lnTo>
                  <a:cubicBezTo>
                    <a:pt x="522" y="85"/>
                    <a:pt x="437" y="118"/>
                    <a:pt x="368" y="154"/>
                  </a:cubicBezTo>
                  <a:cubicBezTo>
                    <a:pt x="320" y="170"/>
                    <a:pt x="267" y="203"/>
                    <a:pt x="235" y="219"/>
                  </a:cubicBezTo>
                  <a:cubicBezTo>
                    <a:pt x="203" y="235"/>
                    <a:pt x="166" y="255"/>
                    <a:pt x="134" y="271"/>
                  </a:cubicBezTo>
                  <a:cubicBezTo>
                    <a:pt x="102" y="287"/>
                    <a:pt x="49" y="304"/>
                    <a:pt x="1" y="336"/>
                  </a:cubicBezTo>
                  <a:cubicBezTo>
                    <a:pt x="49" y="320"/>
                    <a:pt x="102" y="304"/>
                    <a:pt x="150" y="271"/>
                  </a:cubicBezTo>
                  <a:cubicBezTo>
                    <a:pt x="166" y="271"/>
                    <a:pt x="203" y="255"/>
                    <a:pt x="235" y="235"/>
                  </a:cubicBezTo>
                  <a:cubicBezTo>
                    <a:pt x="287" y="203"/>
                    <a:pt x="320" y="186"/>
                    <a:pt x="368" y="170"/>
                  </a:cubicBezTo>
                  <a:cubicBezTo>
                    <a:pt x="437" y="134"/>
                    <a:pt x="522" y="85"/>
                    <a:pt x="59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19;p39">
              <a:extLst>
                <a:ext uri="{FF2B5EF4-FFF2-40B4-BE49-F238E27FC236}">
                  <a16:creationId xmlns:a16="http://schemas.microsoft.com/office/drawing/2014/main" id="{3D221481-15C1-48DE-B914-C9CB3F1BDAB4}"/>
                </a:ext>
              </a:extLst>
            </p:cNvPr>
            <p:cNvSpPr/>
            <p:nvPr/>
          </p:nvSpPr>
          <p:spPr>
            <a:xfrm>
              <a:off x="1677528" y="747119"/>
              <a:ext cx="56715" cy="34962"/>
            </a:xfrm>
            <a:custGeom>
              <a:avLst/>
              <a:gdLst/>
              <a:ahLst/>
              <a:cxnLst/>
              <a:rect l="l" t="t" r="r" b="b"/>
              <a:pathLst>
                <a:path w="571" h="352" extrusionOk="0">
                  <a:moveTo>
                    <a:pt x="570" y="0"/>
                  </a:moveTo>
                  <a:cubicBezTo>
                    <a:pt x="538" y="0"/>
                    <a:pt x="505" y="16"/>
                    <a:pt x="485" y="33"/>
                  </a:cubicBezTo>
                  <a:cubicBezTo>
                    <a:pt x="421" y="65"/>
                    <a:pt x="368" y="117"/>
                    <a:pt x="320" y="150"/>
                  </a:cubicBezTo>
                  <a:cubicBezTo>
                    <a:pt x="368" y="117"/>
                    <a:pt x="437" y="81"/>
                    <a:pt x="485" y="49"/>
                  </a:cubicBezTo>
                  <a:lnTo>
                    <a:pt x="505" y="49"/>
                  </a:lnTo>
                  <a:cubicBezTo>
                    <a:pt x="522" y="33"/>
                    <a:pt x="538" y="16"/>
                    <a:pt x="570" y="16"/>
                  </a:cubicBezTo>
                  <a:lnTo>
                    <a:pt x="570" y="0"/>
                  </a:lnTo>
                  <a:close/>
                  <a:moveTo>
                    <a:pt x="320" y="150"/>
                  </a:moveTo>
                  <a:cubicBezTo>
                    <a:pt x="251" y="182"/>
                    <a:pt x="166" y="235"/>
                    <a:pt x="102" y="283"/>
                  </a:cubicBezTo>
                  <a:cubicBezTo>
                    <a:pt x="81" y="283"/>
                    <a:pt x="65" y="303"/>
                    <a:pt x="33" y="319"/>
                  </a:cubicBezTo>
                  <a:cubicBezTo>
                    <a:pt x="33" y="319"/>
                    <a:pt x="17" y="336"/>
                    <a:pt x="1" y="336"/>
                  </a:cubicBezTo>
                  <a:lnTo>
                    <a:pt x="1" y="352"/>
                  </a:lnTo>
                  <a:lnTo>
                    <a:pt x="17" y="352"/>
                  </a:lnTo>
                  <a:cubicBezTo>
                    <a:pt x="17" y="336"/>
                    <a:pt x="33" y="336"/>
                    <a:pt x="49" y="336"/>
                  </a:cubicBezTo>
                  <a:cubicBezTo>
                    <a:pt x="65" y="319"/>
                    <a:pt x="81" y="303"/>
                    <a:pt x="118" y="283"/>
                  </a:cubicBezTo>
                  <a:cubicBezTo>
                    <a:pt x="182" y="235"/>
                    <a:pt x="251" y="202"/>
                    <a:pt x="320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20;p39">
              <a:extLst>
                <a:ext uri="{FF2B5EF4-FFF2-40B4-BE49-F238E27FC236}">
                  <a16:creationId xmlns:a16="http://schemas.microsoft.com/office/drawing/2014/main" id="{F7730C30-EF00-8943-9757-9805CFC42AC6}"/>
                </a:ext>
              </a:extLst>
            </p:cNvPr>
            <p:cNvSpPr/>
            <p:nvPr/>
          </p:nvSpPr>
          <p:spPr>
            <a:xfrm>
              <a:off x="2488020" y="674909"/>
              <a:ext cx="45491" cy="13707"/>
            </a:xfrm>
            <a:custGeom>
              <a:avLst/>
              <a:gdLst/>
              <a:ahLst/>
              <a:cxnLst/>
              <a:rect l="l" t="t" r="r" b="b"/>
              <a:pathLst>
                <a:path w="458" h="138" extrusionOk="0">
                  <a:moveTo>
                    <a:pt x="1" y="0"/>
                  </a:moveTo>
                  <a:lnTo>
                    <a:pt x="21" y="20"/>
                  </a:lnTo>
                  <a:cubicBezTo>
                    <a:pt x="37" y="20"/>
                    <a:pt x="69" y="20"/>
                    <a:pt x="85" y="36"/>
                  </a:cubicBezTo>
                  <a:cubicBezTo>
                    <a:pt x="102" y="36"/>
                    <a:pt x="122" y="36"/>
                    <a:pt x="138" y="53"/>
                  </a:cubicBezTo>
                  <a:cubicBezTo>
                    <a:pt x="154" y="53"/>
                    <a:pt x="186" y="69"/>
                    <a:pt x="223" y="69"/>
                  </a:cubicBezTo>
                  <a:cubicBezTo>
                    <a:pt x="255" y="85"/>
                    <a:pt x="287" y="85"/>
                    <a:pt x="324" y="101"/>
                  </a:cubicBezTo>
                  <a:cubicBezTo>
                    <a:pt x="340" y="101"/>
                    <a:pt x="356" y="121"/>
                    <a:pt x="372" y="121"/>
                  </a:cubicBezTo>
                  <a:cubicBezTo>
                    <a:pt x="388" y="121"/>
                    <a:pt x="405" y="121"/>
                    <a:pt x="425" y="137"/>
                  </a:cubicBezTo>
                  <a:lnTo>
                    <a:pt x="457" y="137"/>
                  </a:lnTo>
                  <a:lnTo>
                    <a:pt x="457" y="121"/>
                  </a:lnTo>
                  <a:lnTo>
                    <a:pt x="425" y="121"/>
                  </a:lnTo>
                  <a:cubicBezTo>
                    <a:pt x="405" y="121"/>
                    <a:pt x="388" y="101"/>
                    <a:pt x="372" y="101"/>
                  </a:cubicBezTo>
                  <a:cubicBezTo>
                    <a:pt x="356" y="101"/>
                    <a:pt x="340" y="85"/>
                    <a:pt x="324" y="85"/>
                  </a:cubicBezTo>
                  <a:cubicBezTo>
                    <a:pt x="287" y="85"/>
                    <a:pt x="255" y="69"/>
                    <a:pt x="223" y="53"/>
                  </a:cubicBezTo>
                  <a:cubicBezTo>
                    <a:pt x="186" y="53"/>
                    <a:pt x="170" y="36"/>
                    <a:pt x="138" y="36"/>
                  </a:cubicBezTo>
                  <a:cubicBezTo>
                    <a:pt x="122" y="36"/>
                    <a:pt x="102" y="20"/>
                    <a:pt x="102" y="20"/>
                  </a:cubicBezTo>
                  <a:cubicBezTo>
                    <a:pt x="69" y="20"/>
                    <a:pt x="53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21;p39">
              <a:extLst>
                <a:ext uri="{FF2B5EF4-FFF2-40B4-BE49-F238E27FC236}">
                  <a16:creationId xmlns:a16="http://schemas.microsoft.com/office/drawing/2014/main" id="{2BD6D699-19A8-3835-1567-20456F936735}"/>
                </a:ext>
              </a:extLst>
            </p:cNvPr>
            <p:cNvSpPr/>
            <p:nvPr/>
          </p:nvSpPr>
          <p:spPr>
            <a:xfrm>
              <a:off x="2486431" y="531186"/>
              <a:ext cx="15296" cy="6953"/>
            </a:xfrm>
            <a:custGeom>
              <a:avLst/>
              <a:gdLst/>
              <a:ahLst/>
              <a:cxnLst/>
              <a:rect l="l" t="t" r="r" b="b"/>
              <a:pathLst>
                <a:path w="154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53" y="33"/>
                    <a:pt x="69" y="33"/>
                  </a:cubicBezTo>
                  <a:cubicBezTo>
                    <a:pt x="101" y="53"/>
                    <a:pt x="118" y="53"/>
                    <a:pt x="138" y="70"/>
                  </a:cubicBezTo>
                  <a:lnTo>
                    <a:pt x="154" y="53"/>
                  </a:lnTo>
                  <a:lnTo>
                    <a:pt x="138" y="53"/>
                  </a:lnTo>
                  <a:cubicBezTo>
                    <a:pt x="118" y="53"/>
                    <a:pt x="101" y="33"/>
                    <a:pt x="85" y="33"/>
                  </a:cubicBezTo>
                  <a:cubicBezTo>
                    <a:pt x="53" y="17"/>
                    <a:pt x="37" y="17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22;p39">
              <a:extLst>
                <a:ext uri="{FF2B5EF4-FFF2-40B4-BE49-F238E27FC236}">
                  <a16:creationId xmlns:a16="http://schemas.microsoft.com/office/drawing/2014/main" id="{9F772F72-440E-62AA-6B3E-321FDF5660CF}"/>
                </a:ext>
              </a:extLst>
            </p:cNvPr>
            <p:cNvSpPr/>
            <p:nvPr/>
          </p:nvSpPr>
          <p:spPr>
            <a:xfrm>
              <a:off x="2272584" y="406037"/>
              <a:ext cx="21752" cy="8145"/>
            </a:xfrm>
            <a:custGeom>
              <a:avLst/>
              <a:gdLst/>
              <a:ahLst/>
              <a:cxnLst/>
              <a:rect l="l" t="t" r="r" b="b"/>
              <a:pathLst>
                <a:path w="219" h="82" extrusionOk="0">
                  <a:moveTo>
                    <a:pt x="0" y="1"/>
                  </a:moveTo>
                  <a:lnTo>
                    <a:pt x="0" y="17"/>
                  </a:lnTo>
                  <a:lnTo>
                    <a:pt x="202" y="81"/>
                  </a:lnTo>
                  <a:lnTo>
                    <a:pt x="218" y="81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23;p39">
              <a:extLst>
                <a:ext uri="{FF2B5EF4-FFF2-40B4-BE49-F238E27FC236}">
                  <a16:creationId xmlns:a16="http://schemas.microsoft.com/office/drawing/2014/main" id="{B9DD15D5-AA63-B380-ABEA-876B157339C4}"/>
                </a:ext>
              </a:extLst>
            </p:cNvPr>
            <p:cNvSpPr/>
            <p:nvPr/>
          </p:nvSpPr>
          <p:spPr>
            <a:xfrm>
              <a:off x="2285794" y="795291"/>
              <a:ext cx="110449" cy="38538"/>
            </a:xfrm>
            <a:custGeom>
              <a:avLst/>
              <a:gdLst/>
              <a:ahLst/>
              <a:cxnLst/>
              <a:rect l="l" t="t" r="r" b="b"/>
              <a:pathLst>
                <a:path w="1112" h="388" extrusionOk="0">
                  <a:moveTo>
                    <a:pt x="17" y="0"/>
                  </a:moveTo>
                  <a:cubicBezTo>
                    <a:pt x="1" y="20"/>
                    <a:pt x="1" y="36"/>
                    <a:pt x="1" y="36"/>
                  </a:cubicBezTo>
                  <a:cubicBezTo>
                    <a:pt x="1" y="53"/>
                    <a:pt x="17" y="69"/>
                    <a:pt x="37" y="85"/>
                  </a:cubicBezTo>
                  <a:cubicBezTo>
                    <a:pt x="53" y="101"/>
                    <a:pt x="85" y="101"/>
                    <a:pt x="102" y="101"/>
                  </a:cubicBezTo>
                  <a:cubicBezTo>
                    <a:pt x="102" y="101"/>
                    <a:pt x="118" y="101"/>
                    <a:pt x="138" y="121"/>
                  </a:cubicBezTo>
                  <a:cubicBezTo>
                    <a:pt x="186" y="137"/>
                    <a:pt x="255" y="154"/>
                    <a:pt x="304" y="170"/>
                  </a:cubicBezTo>
                  <a:cubicBezTo>
                    <a:pt x="356" y="186"/>
                    <a:pt x="405" y="186"/>
                    <a:pt x="457" y="202"/>
                  </a:cubicBezTo>
                  <a:cubicBezTo>
                    <a:pt x="675" y="271"/>
                    <a:pt x="877" y="339"/>
                    <a:pt x="1063" y="388"/>
                  </a:cubicBezTo>
                  <a:cubicBezTo>
                    <a:pt x="877" y="323"/>
                    <a:pt x="675" y="271"/>
                    <a:pt x="473" y="202"/>
                  </a:cubicBezTo>
                  <a:cubicBezTo>
                    <a:pt x="421" y="186"/>
                    <a:pt x="356" y="170"/>
                    <a:pt x="304" y="154"/>
                  </a:cubicBezTo>
                  <a:cubicBezTo>
                    <a:pt x="255" y="137"/>
                    <a:pt x="186" y="121"/>
                    <a:pt x="138" y="101"/>
                  </a:cubicBezTo>
                  <a:cubicBezTo>
                    <a:pt x="118" y="101"/>
                    <a:pt x="118" y="101"/>
                    <a:pt x="102" y="85"/>
                  </a:cubicBezTo>
                  <a:cubicBezTo>
                    <a:pt x="85" y="85"/>
                    <a:pt x="69" y="85"/>
                    <a:pt x="37" y="69"/>
                  </a:cubicBezTo>
                  <a:cubicBezTo>
                    <a:pt x="17" y="53"/>
                    <a:pt x="17" y="53"/>
                    <a:pt x="17" y="36"/>
                  </a:cubicBezTo>
                  <a:cubicBezTo>
                    <a:pt x="17" y="36"/>
                    <a:pt x="17" y="20"/>
                    <a:pt x="37" y="20"/>
                  </a:cubicBezTo>
                  <a:lnTo>
                    <a:pt x="37" y="0"/>
                  </a:lnTo>
                  <a:close/>
                  <a:moveTo>
                    <a:pt x="1063" y="238"/>
                  </a:moveTo>
                  <a:lnTo>
                    <a:pt x="1063" y="255"/>
                  </a:lnTo>
                  <a:cubicBezTo>
                    <a:pt x="1079" y="255"/>
                    <a:pt x="1079" y="271"/>
                    <a:pt x="1079" y="287"/>
                  </a:cubicBezTo>
                  <a:lnTo>
                    <a:pt x="1079" y="303"/>
                  </a:lnTo>
                  <a:lnTo>
                    <a:pt x="1079" y="339"/>
                  </a:lnTo>
                  <a:cubicBezTo>
                    <a:pt x="1095" y="356"/>
                    <a:pt x="1095" y="372"/>
                    <a:pt x="1079" y="388"/>
                  </a:cubicBezTo>
                  <a:cubicBezTo>
                    <a:pt x="1095" y="372"/>
                    <a:pt x="1112" y="356"/>
                    <a:pt x="1095" y="323"/>
                  </a:cubicBezTo>
                  <a:lnTo>
                    <a:pt x="1095" y="303"/>
                  </a:lnTo>
                  <a:lnTo>
                    <a:pt x="1095" y="287"/>
                  </a:lnTo>
                  <a:cubicBezTo>
                    <a:pt x="1095" y="271"/>
                    <a:pt x="1095" y="255"/>
                    <a:pt x="1079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24;p39">
              <a:extLst>
                <a:ext uri="{FF2B5EF4-FFF2-40B4-BE49-F238E27FC236}">
                  <a16:creationId xmlns:a16="http://schemas.microsoft.com/office/drawing/2014/main" id="{5ACDCF4A-94D5-9EB8-D7E0-CDDDA57C2B43}"/>
                </a:ext>
              </a:extLst>
            </p:cNvPr>
            <p:cNvSpPr/>
            <p:nvPr/>
          </p:nvSpPr>
          <p:spPr>
            <a:xfrm>
              <a:off x="2474810" y="464241"/>
              <a:ext cx="16885" cy="6853"/>
            </a:xfrm>
            <a:custGeom>
              <a:avLst/>
              <a:gdLst/>
              <a:ahLst/>
              <a:cxnLst/>
              <a:rect l="l" t="t" r="r" b="b"/>
              <a:pathLst>
                <a:path w="170" h="69" extrusionOk="0">
                  <a:moveTo>
                    <a:pt x="0" y="0"/>
                  </a:moveTo>
                  <a:cubicBezTo>
                    <a:pt x="33" y="21"/>
                    <a:pt x="53" y="37"/>
                    <a:pt x="85" y="37"/>
                  </a:cubicBezTo>
                  <a:cubicBezTo>
                    <a:pt x="69" y="21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34" y="53"/>
                    <a:pt x="154" y="69"/>
                  </a:cubicBezTo>
                  <a:lnTo>
                    <a:pt x="170" y="69"/>
                  </a:lnTo>
                  <a:lnTo>
                    <a:pt x="170" y="53"/>
                  </a:lnTo>
                  <a:cubicBezTo>
                    <a:pt x="134" y="53"/>
                    <a:pt x="117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25;p39">
              <a:extLst>
                <a:ext uri="{FF2B5EF4-FFF2-40B4-BE49-F238E27FC236}">
                  <a16:creationId xmlns:a16="http://schemas.microsoft.com/office/drawing/2014/main" id="{4CD9DE45-0D92-1CD7-F907-EAAB2408894D}"/>
                </a:ext>
              </a:extLst>
            </p:cNvPr>
            <p:cNvSpPr/>
            <p:nvPr/>
          </p:nvSpPr>
          <p:spPr>
            <a:xfrm>
              <a:off x="1670675" y="694973"/>
              <a:ext cx="63568" cy="40227"/>
            </a:xfrm>
            <a:custGeom>
              <a:avLst/>
              <a:gdLst/>
              <a:ahLst/>
              <a:cxnLst/>
              <a:rect l="l" t="t" r="r" b="b"/>
              <a:pathLst>
                <a:path w="640" h="405" extrusionOk="0">
                  <a:moveTo>
                    <a:pt x="639" y="0"/>
                  </a:moveTo>
                  <a:cubicBezTo>
                    <a:pt x="607" y="0"/>
                    <a:pt x="591" y="20"/>
                    <a:pt x="574" y="36"/>
                  </a:cubicBezTo>
                  <a:cubicBezTo>
                    <a:pt x="591" y="20"/>
                    <a:pt x="623" y="20"/>
                    <a:pt x="639" y="20"/>
                  </a:cubicBezTo>
                  <a:lnTo>
                    <a:pt x="639" y="0"/>
                  </a:lnTo>
                  <a:close/>
                  <a:moveTo>
                    <a:pt x="554" y="36"/>
                  </a:moveTo>
                  <a:cubicBezTo>
                    <a:pt x="453" y="101"/>
                    <a:pt x="372" y="154"/>
                    <a:pt x="271" y="222"/>
                  </a:cubicBezTo>
                  <a:cubicBezTo>
                    <a:pt x="219" y="255"/>
                    <a:pt x="150" y="303"/>
                    <a:pt x="102" y="339"/>
                  </a:cubicBezTo>
                  <a:cubicBezTo>
                    <a:pt x="171" y="303"/>
                    <a:pt x="219" y="271"/>
                    <a:pt x="288" y="238"/>
                  </a:cubicBezTo>
                  <a:cubicBezTo>
                    <a:pt x="372" y="170"/>
                    <a:pt x="473" y="101"/>
                    <a:pt x="554" y="53"/>
                  </a:cubicBezTo>
                  <a:lnTo>
                    <a:pt x="574" y="36"/>
                  </a:lnTo>
                  <a:close/>
                  <a:moveTo>
                    <a:pt x="102" y="339"/>
                  </a:moveTo>
                  <a:cubicBezTo>
                    <a:pt x="86" y="339"/>
                    <a:pt x="86" y="339"/>
                    <a:pt x="70" y="356"/>
                  </a:cubicBezTo>
                  <a:cubicBezTo>
                    <a:pt x="49" y="372"/>
                    <a:pt x="17" y="388"/>
                    <a:pt x="1" y="404"/>
                  </a:cubicBezTo>
                  <a:cubicBezTo>
                    <a:pt x="33" y="388"/>
                    <a:pt x="49" y="372"/>
                    <a:pt x="86" y="356"/>
                  </a:cubicBezTo>
                  <a:cubicBezTo>
                    <a:pt x="86" y="356"/>
                    <a:pt x="102" y="356"/>
                    <a:pt x="102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26;p39">
              <a:extLst>
                <a:ext uri="{FF2B5EF4-FFF2-40B4-BE49-F238E27FC236}">
                  <a16:creationId xmlns:a16="http://schemas.microsoft.com/office/drawing/2014/main" id="{CB7419AB-50EB-ACAF-B933-2E60089228BC}"/>
                </a:ext>
              </a:extLst>
            </p:cNvPr>
            <p:cNvSpPr/>
            <p:nvPr/>
          </p:nvSpPr>
          <p:spPr>
            <a:xfrm>
              <a:off x="2247256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1" y="0"/>
                  </a:moveTo>
                  <a:cubicBezTo>
                    <a:pt x="53" y="17"/>
                    <a:pt x="102" y="33"/>
                    <a:pt x="138" y="33"/>
                  </a:cubicBezTo>
                  <a:cubicBezTo>
                    <a:pt x="102" y="17"/>
                    <a:pt x="53" y="0"/>
                    <a:pt x="1" y="0"/>
                  </a:cubicBezTo>
                  <a:close/>
                  <a:moveTo>
                    <a:pt x="138" y="33"/>
                  </a:moveTo>
                  <a:cubicBezTo>
                    <a:pt x="154" y="49"/>
                    <a:pt x="187" y="49"/>
                    <a:pt x="203" y="49"/>
                  </a:cubicBezTo>
                  <a:cubicBezTo>
                    <a:pt x="187" y="33"/>
                    <a:pt x="171" y="33"/>
                    <a:pt x="1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27;p39">
              <a:extLst>
                <a:ext uri="{FF2B5EF4-FFF2-40B4-BE49-F238E27FC236}">
                  <a16:creationId xmlns:a16="http://schemas.microsoft.com/office/drawing/2014/main" id="{ED2149B7-4DF8-EA62-3C70-6C5309AA7378}"/>
                </a:ext>
              </a:extLst>
            </p:cNvPr>
            <p:cNvSpPr/>
            <p:nvPr/>
          </p:nvSpPr>
          <p:spPr>
            <a:xfrm>
              <a:off x="2357606" y="593066"/>
              <a:ext cx="16985" cy="5264"/>
            </a:xfrm>
            <a:custGeom>
              <a:avLst/>
              <a:gdLst/>
              <a:ahLst/>
              <a:cxnLst/>
              <a:rect l="l" t="t" r="r" b="b"/>
              <a:pathLst>
                <a:path w="171" h="53" extrusionOk="0">
                  <a:moveTo>
                    <a:pt x="1" y="0"/>
                  </a:moveTo>
                  <a:lnTo>
                    <a:pt x="21" y="16"/>
                  </a:lnTo>
                  <a:lnTo>
                    <a:pt x="53" y="16"/>
                  </a:lnTo>
                  <a:cubicBezTo>
                    <a:pt x="53" y="16"/>
                    <a:pt x="37" y="0"/>
                    <a:pt x="21" y="0"/>
                  </a:cubicBezTo>
                  <a:close/>
                  <a:moveTo>
                    <a:pt x="53" y="16"/>
                  </a:moveTo>
                  <a:cubicBezTo>
                    <a:pt x="69" y="36"/>
                    <a:pt x="86" y="36"/>
                    <a:pt x="102" y="36"/>
                  </a:cubicBezTo>
                  <a:cubicBezTo>
                    <a:pt x="122" y="53"/>
                    <a:pt x="138" y="53"/>
                    <a:pt x="154" y="53"/>
                  </a:cubicBezTo>
                  <a:lnTo>
                    <a:pt x="170" y="53"/>
                  </a:lnTo>
                  <a:lnTo>
                    <a:pt x="170" y="36"/>
                  </a:lnTo>
                  <a:cubicBezTo>
                    <a:pt x="161" y="41"/>
                    <a:pt x="153" y="43"/>
                    <a:pt x="146" y="43"/>
                  </a:cubicBezTo>
                  <a:cubicBezTo>
                    <a:pt x="129" y="43"/>
                    <a:pt x="116" y="31"/>
                    <a:pt x="102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28;p39">
              <a:extLst>
                <a:ext uri="{FF2B5EF4-FFF2-40B4-BE49-F238E27FC236}">
                  <a16:creationId xmlns:a16="http://schemas.microsoft.com/office/drawing/2014/main" id="{030852F3-A442-39E8-41EF-49CD3DEC1DE2}"/>
                </a:ext>
              </a:extLst>
            </p:cNvPr>
            <p:cNvSpPr/>
            <p:nvPr/>
          </p:nvSpPr>
          <p:spPr>
            <a:xfrm>
              <a:off x="2284205" y="755164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lnTo>
                    <a:pt x="0" y="20"/>
                  </a:lnTo>
                  <a:lnTo>
                    <a:pt x="0" y="137"/>
                  </a:lnTo>
                  <a:lnTo>
                    <a:pt x="0" y="170"/>
                  </a:lnTo>
                  <a:cubicBezTo>
                    <a:pt x="0" y="186"/>
                    <a:pt x="0" y="186"/>
                    <a:pt x="17" y="202"/>
                  </a:cubicBezTo>
                  <a:lnTo>
                    <a:pt x="17" y="170"/>
                  </a:lnTo>
                  <a:lnTo>
                    <a:pt x="17" y="137"/>
                  </a:lnTo>
                  <a:cubicBezTo>
                    <a:pt x="17" y="101"/>
                    <a:pt x="0" y="53"/>
                    <a:pt x="17" y="20"/>
                  </a:cubicBezTo>
                  <a:lnTo>
                    <a:pt x="0" y="0"/>
                  </a:lnTo>
                  <a:close/>
                  <a:moveTo>
                    <a:pt x="17" y="202"/>
                  </a:moveTo>
                  <a:cubicBezTo>
                    <a:pt x="17" y="222"/>
                    <a:pt x="17" y="222"/>
                    <a:pt x="33" y="222"/>
                  </a:cubicBezTo>
                  <a:lnTo>
                    <a:pt x="33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1129;p39">
              <a:extLst>
                <a:ext uri="{FF2B5EF4-FFF2-40B4-BE49-F238E27FC236}">
                  <a16:creationId xmlns:a16="http://schemas.microsoft.com/office/drawing/2014/main" id="{00768397-2DE9-4014-1A26-AED299317975}"/>
                </a:ext>
              </a:extLst>
            </p:cNvPr>
            <p:cNvSpPr/>
            <p:nvPr/>
          </p:nvSpPr>
          <p:spPr>
            <a:xfrm>
              <a:off x="1677528" y="506355"/>
              <a:ext cx="61879" cy="44994"/>
            </a:xfrm>
            <a:custGeom>
              <a:avLst/>
              <a:gdLst/>
              <a:ahLst/>
              <a:cxnLst/>
              <a:rect l="l" t="t" r="r" b="b"/>
              <a:pathLst>
                <a:path w="623" h="453" extrusionOk="0">
                  <a:moveTo>
                    <a:pt x="606" y="0"/>
                  </a:moveTo>
                  <a:cubicBezTo>
                    <a:pt x="570" y="17"/>
                    <a:pt x="538" y="33"/>
                    <a:pt x="505" y="65"/>
                  </a:cubicBezTo>
                  <a:cubicBezTo>
                    <a:pt x="505" y="65"/>
                    <a:pt x="485" y="65"/>
                    <a:pt x="485" y="81"/>
                  </a:cubicBezTo>
                  <a:cubicBezTo>
                    <a:pt x="368" y="166"/>
                    <a:pt x="235" y="251"/>
                    <a:pt x="134" y="352"/>
                  </a:cubicBezTo>
                  <a:cubicBezTo>
                    <a:pt x="251" y="267"/>
                    <a:pt x="368" y="182"/>
                    <a:pt x="485" y="101"/>
                  </a:cubicBezTo>
                  <a:cubicBezTo>
                    <a:pt x="505" y="81"/>
                    <a:pt x="505" y="81"/>
                    <a:pt x="522" y="65"/>
                  </a:cubicBezTo>
                  <a:cubicBezTo>
                    <a:pt x="538" y="49"/>
                    <a:pt x="570" y="17"/>
                    <a:pt x="606" y="17"/>
                  </a:cubicBezTo>
                  <a:lnTo>
                    <a:pt x="623" y="0"/>
                  </a:lnTo>
                  <a:close/>
                  <a:moveTo>
                    <a:pt x="134" y="352"/>
                  </a:moveTo>
                  <a:cubicBezTo>
                    <a:pt x="81" y="384"/>
                    <a:pt x="49" y="404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49" y="421"/>
                    <a:pt x="102" y="384"/>
                    <a:pt x="134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1130;p39">
              <a:extLst>
                <a:ext uri="{FF2B5EF4-FFF2-40B4-BE49-F238E27FC236}">
                  <a16:creationId xmlns:a16="http://schemas.microsoft.com/office/drawing/2014/main" id="{08AEACFF-0B1A-2519-6D42-EC379D194CBF}"/>
                </a:ext>
              </a:extLst>
            </p:cNvPr>
            <p:cNvSpPr/>
            <p:nvPr/>
          </p:nvSpPr>
          <p:spPr>
            <a:xfrm>
              <a:off x="1679117" y="419247"/>
              <a:ext cx="56715" cy="45094"/>
            </a:xfrm>
            <a:custGeom>
              <a:avLst/>
              <a:gdLst/>
              <a:ahLst/>
              <a:cxnLst/>
              <a:rect l="l" t="t" r="r" b="b"/>
              <a:pathLst>
                <a:path w="571" h="454" extrusionOk="0">
                  <a:moveTo>
                    <a:pt x="554" y="1"/>
                  </a:moveTo>
                  <a:cubicBezTo>
                    <a:pt x="453" y="86"/>
                    <a:pt x="352" y="171"/>
                    <a:pt x="235" y="251"/>
                  </a:cubicBezTo>
                  <a:lnTo>
                    <a:pt x="186" y="288"/>
                  </a:lnTo>
                  <a:cubicBezTo>
                    <a:pt x="118" y="336"/>
                    <a:pt x="65" y="389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65" y="405"/>
                    <a:pt x="134" y="352"/>
                    <a:pt x="203" y="304"/>
                  </a:cubicBezTo>
                  <a:lnTo>
                    <a:pt x="251" y="251"/>
                  </a:lnTo>
                  <a:cubicBezTo>
                    <a:pt x="352" y="187"/>
                    <a:pt x="469" y="86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1131;p39">
              <a:extLst>
                <a:ext uri="{FF2B5EF4-FFF2-40B4-BE49-F238E27FC236}">
                  <a16:creationId xmlns:a16="http://schemas.microsoft.com/office/drawing/2014/main" id="{36AAE06C-DE31-3663-54FE-0DDF2043D171}"/>
                </a:ext>
              </a:extLst>
            </p:cNvPr>
            <p:cNvSpPr/>
            <p:nvPr/>
          </p:nvSpPr>
          <p:spPr>
            <a:xfrm>
              <a:off x="2467956" y="492747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6"/>
                  </a:lnTo>
                  <a:lnTo>
                    <a:pt x="53" y="36"/>
                  </a:lnTo>
                  <a:lnTo>
                    <a:pt x="1" y="0"/>
                  </a:lnTo>
                  <a:close/>
                  <a:moveTo>
                    <a:pt x="53" y="36"/>
                  </a:moveTo>
                  <a:cubicBezTo>
                    <a:pt x="85" y="53"/>
                    <a:pt x="122" y="69"/>
                    <a:pt x="138" y="69"/>
                  </a:cubicBezTo>
                  <a:cubicBezTo>
                    <a:pt x="154" y="85"/>
                    <a:pt x="186" y="85"/>
                    <a:pt x="203" y="85"/>
                  </a:cubicBezTo>
                  <a:cubicBezTo>
                    <a:pt x="186" y="69"/>
                    <a:pt x="170" y="69"/>
                    <a:pt x="154" y="69"/>
                  </a:cubicBezTo>
                  <a:cubicBezTo>
                    <a:pt x="122" y="53"/>
                    <a:pt x="85" y="36"/>
                    <a:pt x="53" y="36"/>
                  </a:cubicBezTo>
                  <a:close/>
                  <a:moveTo>
                    <a:pt x="203" y="85"/>
                  </a:moveTo>
                  <a:cubicBezTo>
                    <a:pt x="239" y="101"/>
                    <a:pt x="271" y="117"/>
                    <a:pt x="324" y="137"/>
                  </a:cubicBezTo>
                  <a:cubicBezTo>
                    <a:pt x="287" y="117"/>
                    <a:pt x="239" y="101"/>
                    <a:pt x="203" y="85"/>
                  </a:cubicBezTo>
                  <a:close/>
                  <a:moveTo>
                    <a:pt x="324" y="137"/>
                  </a:moveTo>
                  <a:cubicBezTo>
                    <a:pt x="356" y="154"/>
                    <a:pt x="405" y="170"/>
                    <a:pt x="457" y="186"/>
                  </a:cubicBezTo>
                  <a:cubicBezTo>
                    <a:pt x="405" y="170"/>
                    <a:pt x="372" y="154"/>
                    <a:pt x="324" y="137"/>
                  </a:cubicBezTo>
                  <a:close/>
                  <a:moveTo>
                    <a:pt x="457" y="186"/>
                  </a:moveTo>
                  <a:lnTo>
                    <a:pt x="457" y="186"/>
                  </a:lnTo>
                  <a:cubicBezTo>
                    <a:pt x="489" y="202"/>
                    <a:pt x="542" y="218"/>
                    <a:pt x="590" y="255"/>
                  </a:cubicBezTo>
                  <a:cubicBezTo>
                    <a:pt x="643" y="271"/>
                    <a:pt x="691" y="287"/>
                    <a:pt x="744" y="303"/>
                  </a:cubicBezTo>
                  <a:cubicBezTo>
                    <a:pt x="760" y="303"/>
                    <a:pt x="776" y="319"/>
                    <a:pt x="809" y="319"/>
                  </a:cubicBezTo>
                  <a:cubicBezTo>
                    <a:pt x="792" y="303"/>
                    <a:pt x="760" y="303"/>
                    <a:pt x="744" y="287"/>
                  </a:cubicBezTo>
                  <a:cubicBezTo>
                    <a:pt x="691" y="271"/>
                    <a:pt x="643" y="255"/>
                    <a:pt x="590" y="238"/>
                  </a:cubicBezTo>
                  <a:cubicBezTo>
                    <a:pt x="542" y="218"/>
                    <a:pt x="506" y="202"/>
                    <a:pt x="45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1132;p39">
              <a:extLst>
                <a:ext uri="{FF2B5EF4-FFF2-40B4-BE49-F238E27FC236}">
                  <a16:creationId xmlns:a16="http://schemas.microsoft.com/office/drawing/2014/main" id="{F95BED3D-70A7-1FE9-02DA-1463A02F6B26}"/>
                </a:ext>
              </a:extLst>
            </p:cNvPr>
            <p:cNvSpPr/>
            <p:nvPr/>
          </p:nvSpPr>
          <p:spPr>
            <a:xfrm>
              <a:off x="2222425" y="967819"/>
              <a:ext cx="43405" cy="13310"/>
            </a:xfrm>
            <a:custGeom>
              <a:avLst/>
              <a:gdLst/>
              <a:ahLst/>
              <a:cxnLst/>
              <a:rect l="l" t="t" r="r" b="b"/>
              <a:pathLst>
                <a:path w="437" h="134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3" y="16"/>
                    <a:pt x="49" y="32"/>
                  </a:cubicBezTo>
                  <a:lnTo>
                    <a:pt x="69" y="32"/>
                  </a:lnTo>
                  <a:cubicBezTo>
                    <a:pt x="150" y="49"/>
                    <a:pt x="251" y="81"/>
                    <a:pt x="352" y="101"/>
                  </a:cubicBezTo>
                  <a:cubicBezTo>
                    <a:pt x="251" y="65"/>
                    <a:pt x="170" y="49"/>
                    <a:pt x="69" y="16"/>
                  </a:cubicBezTo>
                  <a:cubicBezTo>
                    <a:pt x="33" y="16"/>
                    <a:pt x="17" y="0"/>
                    <a:pt x="0" y="0"/>
                  </a:cubicBezTo>
                  <a:close/>
                  <a:moveTo>
                    <a:pt x="352" y="101"/>
                  </a:moveTo>
                  <a:lnTo>
                    <a:pt x="437" y="133"/>
                  </a:lnTo>
                  <a:lnTo>
                    <a:pt x="437" y="117"/>
                  </a:lnTo>
                  <a:lnTo>
                    <a:pt x="352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1133;p39">
              <a:extLst>
                <a:ext uri="{FF2B5EF4-FFF2-40B4-BE49-F238E27FC236}">
                  <a16:creationId xmlns:a16="http://schemas.microsoft.com/office/drawing/2014/main" id="{034690EA-08DD-4D5B-03C0-60F8690F7E3E}"/>
                </a:ext>
              </a:extLst>
            </p:cNvPr>
            <p:cNvSpPr/>
            <p:nvPr/>
          </p:nvSpPr>
          <p:spPr>
            <a:xfrm>
              <a:off x="2377670" y="670043"/>
              <a:ext cx="12118" cy="95253"/>
            </a:xfrm>
            <a:custGeom>
              <a:avLst/>
              <a:gdLst/>
              <a:ahLst/>
              <a:cxnLst/>
              <a:rect l="l" t="t" r="r" b="b"/>
              <a:pathLst>
                <a:path w="122" h="959" extrusionOk="0">
                  <a:moveTo>
                    <a:pt x="1" y="1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"/>
                    <a:pt x="21" y="1"/>
                    <a:pt x="1" y="1"/>
                  </a:cubicBezTo>
                  <a:close/>
                  <a:moveTo>
                    <a:pt x="37" y="17"/>
                  </a:moveTo>
                  <a:lnTo>
                    <a:pt x="37" y="49"/>
                  </a:lnTo>
                  <a:lnTo>
                    <a:pt x="37" y="102"/>
                  </a:lnTo>
                  <a:cubicBezTo>
                    <a:pt x="53" y="102"/>
                    <a:pt x="53" y="118"/>
                    <a:pt x="37" y="118"/>
                  </a:cubicBezTo>
                  <a:lnTo>
                    <a:pt x="37" y="134"/>
                  </a:lnTo>
                  <a:cubicBezTo>
                    <a:pt x="53" y="170"/>
                    <a:pt x="53" y="203"/>
                    <a:pt x="53" y="219"/>
                  </a:cubicBezTo>
                  <a:lnTo>
                    <a:pt x="53" y="134"/>
                  </a:lnTo>
                  <a:lnTo>
                    <a:pt x="53" y="118"/>
                  </a:lnTo>
                  <a:lnTo>
                    <a:pt x="53" y="85"/>
                  </a:lnTo>
                  <a:lnTo>
                    <a:pt x="53" y="49"/>
                  </a:lnTo>
                  <a:cubicBezTo>
                    <a:pt x="53" y="33"/>
                    <a:pt x="53" y="17"/>
                    <a:pt x="37" y="17"/>
                  </a:cubicBezTo>
                  <a:close/>
                  <a:moveTo>
                    <a:pt x="53" y="271"/>
                  </a:moveTo>
                  <a:lnTo>
                    <a:pt x="53" y="287"/>
                  </a:lnTo>
                  <a:lnTo>
                    <a:pt x="53" y="336"/>
                  </a:lnTo>
                  <a:lnTo>
                    <a:pt x="53" y="372"/>
                  </a:lnTo>
                  <a:lnTo>
                    <a:pt x="53" y="405"/>
                  </a:lnTo>
                  <a:cubicBezTo>
                    <a:pt x="53" y="421"/>
                    <a:pt x="53" y="421"/>
                    <a:pt x="69" y="437"/>
                  </a:cubicBezTo>
                  <a:lnTo>
                    <a:pt x="69" y="473"/>
                  </a:lnTo>
                  <a:cubicBezTo>
                    <a:pt x="86" y="453"/>
                    <a:pt x="86" y="437"/>
                    <a:pt x="69" y="421"/>
                  </a:cubicBezTo>
                  <a:lnTo>
                    <a:pt x="69" y="405"/>
                  </a:lnTo>
                  <a:lnTo>
                    <a:pt x="69" y="372"/>
                  </a:lnTo>
                  <a:lnTo>
                    <a:pt x="69" y="336"/>
                  </a:lnTo>
                  <a:lnTo>
                    <a:pt x="69" y="287"/>
                  </a:lnTo>
                  <a:cubicBezTo>
                    <a:pt x="69" y="287"/>
                    <a:pt x="69" y="271"/>
                    <a:pt x="53" y="271"/>
                  </a:cubicBezTo>
                  <a:close/>
                  <a:moveTo>
                    <a:pt x="69" y="473"/>
                  </a:moveTo>
                  <a:lnTo>
                    <a:pt x="69" y="473"/>
                  </a:lnTo>
                  <a:cubicBezTo>
                    <a:pt x="86" y="489"/>
                    <a:pt x="69" y="506"/>
                    <a:pt x="69" y="522"/>
                  </a:cubicBezTo>
                  <a:cubicBezTo>
                    <a:pt x="69" y="538"/>
                    <a:pt x="69" y="554"/>
                    <a:pt x="86" y="574"/>
                  </a:cubicBezTo>
                  <a:lnTo>
                    <a:pt x="86" y="590"/>
                  </a:lnTo>
                  <a:lnTo>
                    <a:pt x="86" y="639"/>
                  </a:lnTo>
                  <a:lnTo>
                    <a:pt x="86" y="708"/>
                  </a:lnTo>
                  <a:lnTo>
                    <a:pt x="86" y="740"/>
                  </a:lnTo>
                  <a:lnTo>
                    <a:pt x="86" y="756"/>
                  </a:lnTo>
                  <a:cubicBezTo>
                    <a:pt x="102" y="776"/>
                    <a:pt x="102" y="792"/>
                    <a:pt x="102" y="809"/>
                  </a:cubicBezTo>
                  <a:cubicBezTo>
                    <a:pt x="122" y="792"/>
                    <a:pt x="122" y="776"/>
                    <a:pt x="102" y="756"/>
                  </a:cubicBezTo>
                  <a:lnTo>
                    <a:pt x="102" y="740"/>
                  </a:lnTo>
                  <a:lnTo>
                    <a:pt x="102" y="708"/>
                  </a:lnTo>
                  <a:lnTo>
                    <a:pt x="102" y="623"/>
                  </a:lnTo>
                  <a:cubicBezTo>
                    <a:pt x="86" y="623"/>
                    <a:pt x="86" y="607"/>
                    <a:pt x="102" y="607"/>
                  </a:cubicBezTo>
                  <a:cubicBezTo>
                    <a:pt x="102" y="590"/>
                    <a:pt x="102" y="574"/>
                    <a:pt x="86" y="554"/>
                  </a:cubicBezTo>
                  <a:lnTo>
                    <a:pt x="86" y="522"/>
                  </a:lnTo>
                  <a:cubicBezTo>
                    <a:pt x="86" y="506"/>
                    <a:pt x="86" y="489"/>
                    <a:pt x="69" y="473"/>
                  </a:cubicBezTo>
                  <a:close/>
                  <a:moveTo>
                    <a:pt x="102" y="809"/>
                  </a:moveTo>
                  <a:cubicBezTo>
                    <a:pt x="86" y="809"/>
                    <a:pt x="102" y="825"/>
                    <a:pt x="102" y="825"/>
                  </a:cubicBezTo>
                  <a:lnTo>
                    <a:pt x="102" y="809"/>
                  </a:lnTo>
                  <a:close/>
                  <a:moveTo>
                    <a:pt x="102" y="825"/>
                  </a:moveTo>
                  <a:lnTo>
                    <a:pt x="102" y="942"/>
                  </a:lnTo>
                  <a:lnTo>
                    <a:pt x="102" y="958"/>
                  </a:lnTo>
                  <a:lnTo>
                    <a:pt x="122" y="942"/>
                  </a:lnTo>
                  <a:cubicBezTo>
                    <a:pt x="122" y="910"/>
                    <a:pt x="122" y="877"/>
                    <a:pt x="102" y="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1134;p39">
              <a:extLst>
                <a:ext uri="{FF2B5EF4-FFF2-40B4-BE49-F238E27FC236}">
                  <a16:creationId xmlns:a16="http://schemas.microsoft.com/office/drawing/2014/main" id="{2B4631A5-0CFB-CB03-3DC8-2A9BD7579BF4}"/>
                </a:ext>
              </a:extLst>
            </p:cNvPr>
            <p:cNvSpPr/>
            <p:nvPr/>
          </p:nvSpPr>
          <p:spPr>
            <a:xfrm>
              <a:off x="2533412" y="568135"/>
              <a:ext cx="20163" cy="6555"/>
            </a:xfrm>
            <a:custGeom>
              <a:avLst/>
              <a:gdLst/>
              <a:ahLst/>
              <a:cxnLst/>
              <a:rect l="l" t="t" r="r" b="b"/>
              <a:pathLst>
                <a:path w="203" h="66" extrusionOk="0">
                  <a:moveTo>
                    <a:pt x="0" y="1"/>
                  </a:moveTo>
                  <a:lnTo>
                    <a:pt x="0" y="17"/>
                  </a:lnTo>
                  <a:lnTo>
                    <a:pt x="186" y="65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1135;p39">
              <a:extLst>
                <a:ext uri="{FF2B5EF4-FFF2-40B4-BE49-F238E27FC236}">
                  <a16:creationId xmlns:a16="http://schemas.microsoft.com/office/drawing/2014/main" id="{EC88EB2A-B4E1-B1E8-99B4-CCF97C82A547}"/>
                </a:ext>
              </a:extLst>
            </p:cNvPr>
            <p:cNvSpPr/>
            <p:nvPr/>
          </p:nvSpPr>
          <p:spPr>
            <a:xfrm>
              <a:off x="2229278" y="420935"/>
              <a:ext cx="16488" cy="10131"/>
            </a:xfrm>
            <a:custGeom>
              <a:avLst/>
              <a:gdLst/>
              <a:ahLst/>
              <a:cxnLst/>
              <a:rect l="l" t="t" r="r" b="b"/>
              <a:pathLst>
                <a:path w="166" h="102" extrusionOk="0">
                  <a:moveTo>
                    <a:pt x="166" y="0"/>
                  </a:moveTo>
                  <a:cubicBezTo>
                    <a:pt x="133" y="0"/>
                    <a:pt x="101" y="16"/>
                    <a:pt x="81" y="53"/>
                  </a:cubicBezTo>
                  <a:cubicBezTo>
                    <a:pt x="117" y="32"/>
                    <a:pt x="133" y="16"/>
                    <a:pt x="166" y="16"/>
                  </a:cubicBezTo>
                  <a:lnTo>
                    <a:pt x="166" y="0"/>
                  </a:lnTo>
                  <a:close/>
                  <a:moveTo>
                    <a:pt x="81" y="53"/>
                  </a:moveTo>
                  <a:cubicBezTo>
                    <a:pt x="65" y="53"/>
                    <a:pt x="65" y="53"/>
                    <a:pt x="49" y="69"/>
                  </a:cubicBezTo>
                  <a:cubicBezTo>
                    <a:pt x="32" y="85"/>
                    <a:pt x="16" y="85"/>
                    <a:pt x="16" y="85"/>
                  </a:cubicBezTo>
                  <a:lnTo>
                    <a:pt x="0" y="85"/>
                  </a:lnTo>
                  <a:lnTo>
                    <a:pt x="16" y="101"/>
                  </a:lnTo>
                  <a:cubicBezTo>
                    <a:pt x="32" y="101"/>
                    <a:pt x="32" y="85"/>
                    <a:pt x="49" y="85"/>
                  </a:cubicBezTo>
                  <a:lnTo>
                    <a:pt x="65" y="69"/>
                  </a:lnTo>
                  <a:cubicBezTo>
                    <a:pt x="65" y="69"/>
                    <a:pt x="81" y="69"/>
                    <a:pt x="8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1136;p39">
              <a:extLst>
                <a:ext uri="{FF2B5EF4-FFF2-40B4-BE49-F238E27FC236}">
                  <a16:creationId xmlns:a16="http://schemas.microsoft.com/office/drawing/2014/main" id="{E2699582-8AAA-0179-794B-1D5CC4C40F57}"/>
                </a:ext>
              </a:extLst>
            </p:cNvPr>
            <p:cNvSpPr/>
            <p:nvPr/>
          </p:nvSpPr>
          <p:spPr>
            <a:xfrm>
              <a:off x="2281027" y="611441"/>
              <a:ext cx="14899" cy="6953"/>
            </a:xfrm>
            <a:custGeom>
              <a:avLst/>
              <a:gdLst/>
              <a:ahLst/>
              <a:cxnLst/>
              <a:rect l="l" t="t" r="r" b="b"/>
              <a:pathLst>
                <a:path w="150" h="70" extrusionOk="0">
                  <a:moveTo>
                    <a:pt x="0" y="1"/>
                  </a:moveTo>
                  <a:lnTo>
                    <a:pt x="0" y="17"/>
                  </a:lnTo>
                  <a:lnTo>
                    <a:pt x="133" y="70"/>
                  </a:lnTo>
                  <a:lnTo>
                    <a:pt x="150" y="53"/>
                  </a:lnTo>
                  <a:lnTo>
                    <a:pt x="133" y="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1137;p39">
              <a:extLst>
                <a:ext uri="{FF2B5EF4-FFF2-40B4-BE49-F238E27FC236}">
                  <a16:creationId xmlns:a16="http://schemas.microsoft.com/office/drawing/2014/main" id="{A3DDC5E8-9799-B705-795E-7B1CB1F90862}"/>
                </a:ext>
              </a:extLst>
            </p:cNvPr>
            <p:cNvSpPr/>
            <p:nvPr/>
          </p:nvSpPr>
          <p:spPr>
            <a:xfrm>
              <a:off x="2297415" y="489470"/>
              <a:ext cx="70322" cy="25030"/>
            </a:xfrm>
            <a:custGeom>
              <a:avLst/>
              <a:gdLst/>
              <a:ahLst/>
              <a:cxnLst/>
              <a:rect l="l" t="t" r="r" b="b"/>
              <a:pathLst>
                <a:path w="708" h="252" extrusionOk="0">
                  <a:moveTo>
                    <a:pt x="1" y="1"/>
                  </a:moveTo>
                  <a:lnTo>
                    <a:pt x="1" y="17"/>
                  </a:lnTo>
                  <a:lnTo>
                    <a:pt x="69" y="33"/>
                  </a:lnTo>
                  <a:cubicBezTo>
                    <a:pt x="122" y="49"/>
                    <a:pt x="170" y="69"/>
                    <a:pt x="239" y="86"/>
                  </a:cubicBezTo>
                  <a:cubicBezTo>
                    <a:pt x="187" y="69"/>
                    <a:pt x="138" y="33"/>
                    <a:pt x="86" y="17"/>
                  </a:cubicBezTo>
                  <a:lnTo>
                    <a:pt x="21" y="1"/>
                  </a:lnTo>
                  <a:close/>
                  <a:moveTo>
                    <a:pt x="239" y="86"/>
                  </a:moveTo>
                  <a:cubicBezTo>
                    <a:pt x="271" y="102"/>
                    <a:pt x="304" y="118"/>
                    <a:pt x="356" y="134"/>
                  </a:cubicBezTo>
                  <a:cubicBezTo>
                    <a:pt x="425" y="170"/>
                    <a:pt x="506" y="187"/>
                    <a:pt x="574" y="219"/>
                  </a:cubicBezTo>
                  <a:cubicBezTo>
                    <a:pt x="591" y="219"/>
                    <a:pt x="591" y="219"/>
                    <a:pt x="607" y="235"/>
                  </a:cubicBezTo>
                  <a:cubicBezTo>
                    <a:pt x="643" y="235"/>
                    <a:pt x="675" y="251"/>
                    <a:pt x="708" y="251"/>
                  </a:cubicBezTo>
                  <a:lnTo>
                    <a:pt x="708" y="235"/>
                  </a:lnTo>
                  <a:cubicBezTo>
                    <a:pt x="675" y="235"/>
                    <a:pt x="643" y="235"/>
                    <a:pt x="607" y="219"/>
                  </a:cubicBezTo>
                  <a:cubicBezTo>
                    <a:pt x="607" y="219"/>
                    <a:pt x="591" y="203"/>
                    <a:pt x="574" y="203"/>
                  </a:cubicBezTo>
                  <a:cubicBezTo>
                    <a:pt x="506" y="187"/>
                    <a:pt x="425" y="150"/>
                    <a:pt x="356" y="118"/>
                  </a:cubicBezTo>
                  <a:cubicBezTo>
                    <a:pt x="324" y="102"/>
                    <a:pt x="271" y="102"/>
                    <a:pt x="239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1138;p39">
              <a:extLst>
                <a:ext uri="{FF2B5EF4-FFF2-40B4-BE49-F238E27FC236}">
                  <a16:creationId xmlns:a16="http://schemas.microsoft.com/office/drawing/2014/main" id="{EFF3D3F5-CCBF-C2B8-6D1A-522A4DD5FB47}"/>
                </a:ext>
              </a:extLst>
            </p:cNvPr>
            <p:cNvSpPr/>
            <p:nvPr/>
          </p:nvSpPr>
          <p:spPr>
            <a:xfrm>
              <a:off x="2285794" y="404050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1" y="0"/>
                  </a:moveTo>
                  <a:lnTo>
                    <a:pt x="17" y="21"/>
                  </a:lnTo>
                  <a:lnTo>
                    <a:pt x="170" y="6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1139;p39">
              <a:extLst>
                <a:ext uri="{FF2B5EF4-FFF2-40B4-BE49-F238E27FC236}">
                  <a16:creationId xmlns:a16="http://schemas.microsoft.com/office/drawing/2014/main" id="{8038307E-F3A3-DB95-DA39-9215591FDEB9}"/>
                </a:ext>
              </a:extLst>
            </p:cNvPr>
            <p:cNvSpPr/>
            <p:nvPr/>
          </p:nvSpPr>
          <p:spPr>
            <a:xfrm>
              <a:off x="1744175" y="946861"/>
              <a:ext cx="63866" cy="29003"/>
            </a:xfrm>
            <a:custGeom>
              <a:avLst/>
              <a:gdLst/>
              <a:ahLst/>
              <a:cxnLst/>
              <a:rect l="l" t="t" r="r" b="b"/>
              <a:pathLst>
                <a:path w="643" h="292" extrusionOk="0">
                  <a:moveTo>
                    <a:pt x="622" y="1"/>
                  </a:moveTo>
                  <a:cubicBezTo>
                    <a:pt x="604" y="1"/>
                    <a:pt x="585" y="14"/>
                    <a:pt x="574" y="25"/>
                  </a:cubicBezTo>
                  <a:cubicBezTo>
                    <a:pt x="606" y="25"/>
                    <a:pt x="622" y="9"/>
                    <a:pt x="642" y="9"/>
                  </a:cubicBezTo>
                  <a:cubicBezTo>
                    <a:pt x="636" y="3"/>
                    <a:pt x="629" y="1"/>
                    <a:pt x="622" y="1"/>
                  </a:cubicBezTo>
                  <a:close/>
                  <a:moveTo>
                    <a:pt x="558" y="25"/>
                  </a:moveTo>
                  <a:cubicBezTo>
                    <a:pt x="505" y="58"/>
                    <a:pt x="440" y="74"/>
                    <a:pt x="388" y="110"/>
                  </a:cubicBezTo>
                  <a:cubicBezTo>
                    <a:pt x="339" y="126"/>
                    <a:pt x="303" y="142"/>
                    <a:pt x="255" y="159"/>
                  </a:cubicBezTo>
                  <a:cubicBezTo>
                    <a:pt x="202" y="191"/>
                    <a:pt x="137" y="227"/>
                    <a:pt x="85" y="243"/>
                  </a:cubicBezTo>
                  <a:cubicBezTo>
                    <a:pt x="53" y="260"/>
                    <a:pt x="36" y="260"/>
                    <a:pt x="0" y="276"/>
                  </a:cubicBezTo>
                  <a:lnTo>
                    <a:pt x="0" y="292"/>
                  </a:lnTo>
                  <a:cubicBezTo>
                    <a:pt x="36" y="276"/>
                    <a:pt x="53" y="260"/>
                    <a:pt x="85" y="260"/>
                  </a:cubicBezTo>
                  <a:cubicBezTo>
                    <a:pt x="154" y="227"/>
                    <a:pt x="202" y="211"/>
                    <a:pt x="271" y="175"/>
                  </a:cubicBezTo>
                  <a:cubicBezTo>
                    <a:pt x="303" y="159"/>
                    <a:pt x="356" y="142"/>
                    <a:pt x="388" y="126"/>
                  </a:cubicBezTo>
                  <a:cubicBezTo>
                    <a:pt x="457" y="90"/>
                    <a:pt x="505" y="74"/>
                    <a:pt x="574" y="41"/>
                  </a:cubicBezTo>
                  <a:lnTo>
                    <a:pt x="574" y="2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1140;p39">
              <a:extLst>
                <a:ext uri="{FF2B5EF4-FFF2-40B4-BE49-F238E27FC236}">
                  <a16:creationId xmlns:a16="http://schemas.microsoft.com/office/drawing/2014/main" id="{9164817F-12CC-5F29-BFDC-A43CDCC38A4A}"/>
                </a:ext>
              </a:extLst>
            </p:cNvPr>
            <p:cNvSpPr/>
            <p:nvPr/>
          </p:nvSpPr>
          <p:spPr>
            <a:xfrm>
              <a:off x="2516526" y="549661"/>
              <a:ext cx="18574" cy="6953"/>
            </a:xfrm>
            <a:custGeom>
              <a:avLst/>
              <a:gdLst/>
              <a:ahLst/>
              <a:cxnLst/>
              <a:rect l="l" t="t" r="r" b="b"/>
              <a:pathLst>
                <a:path w="187" h="70" extrusionOk="0">
                  <a:moveTo>
                    <a:pt x="0" y="1"/>
                  </a:moveTo>
                  <a:cubicBezTo>
                    <a:pt x="37" y="17"/>
                    <a:pt x="53" y="17"/>
                    <a:pt x="69" y="33"/>
                  </a:cubicBezTo>
                  <a:cubicBezTo>
                    <a:pt x="101" y="49"/>
                    <a:pt x="138" y="49"/>
                    <a:pt x="186" y="69"/>
                  </a:cubicBezTo>
                  <a:lnTo>
                    <a:pt x="186" y="49"/>
                  </a:lnTo>
                  <a:cubicBezTo>
                    <a:pt x="154" y="49"/>
                    <a:pt x="118" y="33"/>
                    <a:pt x="85" y="17"/>
                  </a:cubicBezTo>
                  <a:cubicBezTo>
                    <a:pt x="53" y="17"/>
                    <a:pt x="37" y="1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1141;p39">
              <a:extLst>
                <a:ext uri="{FF2B5EF4-FFF2-40B4-BE49-F238E27FC236}">
                  <a16:creationId xmlns:a16="http://schemas.microsoft.com/office/drawing/2014/main" id="{43764002-08C6-5DBD-F5A9-04ED1A391631}"/>
                </a:ext>
              </a:extLst>
            </p:cNvPr>
            <p:cNvSpPr/>
            <p:nvPr/>
          </p:nvSpPr>
          <p:spPr>
            <a:xfrm>
              <a:off x="1730866" y="970997"/>
              <a:ext cx="3377" cy="16985"/>
            </a:xfrm>
            <a:custGeom>
              <a:avLst/>
              <a:gdLst/>
              <a:ahLst/>
              <a:cxnLst/>
              <a:rect l="l" t="t" r="r" b="b"/>
              <a:pathLst>
                <a:path w="34" h="171" extrusionOk="0">
                  <a:moveTo>
                    <a:pt x="33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7" y="33"/>
                  </a:moveTo>
                  <a:cubicBezTo>
                    <a:pt x="17" y="69"/>
                    <a:pt x="17" y="101"/>
                    <a:pt x="1" y="134"/>
                  </a:cubicBezTo>
                  <a:lnTo>
                    <a:pt x="1" y="170"/>
                  </a:lnTo>
                  <a:lnTo>
                    <a:pt x="17" y="170"/>
                  </a:lnTo>
                  <a:lnTo>
                    <a:pt x="17" y="134"/>
                  </a:lnTo>
                  <a:cubicBezTo>
                    <a:pt x="17" y="101"/>
                    <a:pt x="33" y="69"/>
                    <a:pt x="17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1142;p39">
              <a:extLst>
                <a:ext uri="{FF2B5EF4-FFF2-40B4-BE49-F238E27FC236}">
                  <a16:creationId xmlns:a16="http://schemas.microsoft.com/office/drawing/2014/main" id="{8452C028-3C63-FC54-FFDE-E5C7BD42EE2B}"/>
                </a:ext>
              </a:extLst>
            </p:cNvPr>
            <p:cNvSpPr/>
            <p:nvPr/>
          </p:nvSpPr>
          <p:spPr>
            <a:xfrm>
              <a:off x="2540166" y="71702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lnTo>
                    <a:pt x="134" y="49"/>
                  </a:lnTo>
                  <a:lnTo>
                    <a:pt x="150" y="49"/>
                  </a:lnTo>
                  <a:lnTo>
                    <a:pt x="15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1143;p39">
              <a:extLst>
                <a:ext uri="{FF2B5EF4-FFF2-40B4-BE49-F238E27FC236}">
                  <a16:creationId xmlns:a16="http://schemas.microsoft.com/office/drawing/2014/main" id="{BBE07658-8EFC-72A4-6855-21B04E5DB318}"/>
                </a:ext>
              </a:extLst>
            </p:cNvPr>
            <p:cNvSpPr/>
            <p:nvPr/>
          </p:nvSpPr>
          <p:spPr>
            <a:xfrm>
              <a:off x="1944712" y="379120"/>
              <a:ext cx="192293" cy="68733"/>
            </a:xfrm>
            <a:custGeom>
              <a:avLst/>
              <a:gdLst/>
              <a:ahLst/>
              <a:cxnLst/>
              <a:rect l="l" t="t" r="r" b="b"/>
              <a:pathLst>
                <a:path w="1936" h="692" extrusionOk="0">
                  <a:moveTo>
                    <a:pt x="1" y="1"/>
                  </a:moveTo>
                  <a:cubicBezTo>
                    <a:pt x="1" y="1"/>
                    <a:pt x="17" y="17"/>
                    <a:pt x="37" y="17"/>
                  </a:cubicBezTo>
                  <a:cubicBezTo>
                    <a:pt x="53" y="17"/>
                    <a:pt x="70" y="33"/>
                    <a:pt x="86" y="33"/>
                  </a:cubicBezTo>
                  <a:cubicBezTo>
                    <a:pt x="118" y="49"/>
                    <a:pt x="154" y="49"/>
                    <a:pt x="187" y="70"/>
                  </a:cubicBezTo>
                  <a:cubicBezTo>
                    <a:pt x="219" y="70"/>
                    <a:pt x="255" y="86"/>
                    <a:pt x="288" y="102"/>
                  </a:cubicBezTo>
                  <a:cubicBezTo>
                    <a:pt x="320" y="118"/>
                    <a:pt x="373" y="134"/>
                    <a:pt x="405" y="150"/>
                  </a:cubicBezTo>
                  <a:cubicBezTo>
                    <a:pt x="490" y="171"/>
                    <a:pt x="558" y="203"/>
                    <a:pt x="643" y="219"/>
                  </a:cubicBezTo>
                  <a:cubicBezTo>
                    <a:pt x="558" y="187"/>
                    <a:pt x="490" y="171"/>
                    <a:pt x="405" y="134"/>
                  </a:cubicBezTo>
                  <a:cubicBezTo>
                    <a:pt x="373" y="118"/>
                    <a:pt x="340" y="102"/>
                    <a:pt x="288" y="86"/>
                  </a:cubicBezTo>
                  <a:cubicBezTo>
                    <a:pt x="255" y="86"/>
                    <a:pt x="219" y="70"/>
                    <a:pt x="187" y="49"/>
                  </a:cubicBezTo>
                  <a:cubicBezTo>
                    <a:pt x="154" y="33"/>
                    <a:pt x="118" y="33"/>
                    <a:pt x="102" y="17"/>
                  </a:cubicBezTo>
                  <a:cubicBezTo>
                    <a:pt x="86" y="17"/>
                    <a:pt x="53" y="1"/>
                    <a:pt x="37" y="1"/>
                  </a:cubicBezTo>
                  <a:close/>
                  <a:moveTo>
                    <a:pt x="910" y="320"/>
                  </a:moveTo>
                  <a:lnTo>
                    <a:pt x="1011" y="352"/>
                  </a:lnTo>
                  <a:cubicBezTo>
                    <a:pt x="1112" y="389"/>
                    <a:pt x="1213" y="437"/>
                    <a:pt x="1330" y="474"/>
                  </a:cubicBezTo>
                  <a:cubicBezTo>
                    <a:pt x="1451" y="522"/>
                    <a:pt x="1584" y="575"/>
                    <a:pt x="1702" y="607"/>
                  </a:cubicBezTo>
                  <a:cubicBezTo>
                    <a:pt x="1718" y="607"/>
                    <a:pt x="1754" y="623"/>
                    <a:pt x="1770" y="623"/>
                  </a:cubicBezTo>
                  <a:cubicBezTo>
                    <a:pt x="1819" y="655"/>
                    <a:pt x="1887" y="676"/>
                    <a:pt x="1936" y="692"/>
                  </a:cubicBezTo>
                  <a:lnTo>
                    <a:pt x="1936" y="676"/>
                  </a:lnTo>
                  <a:cubicBezTo>
                    <a:pt x="1887" y="655"/>
                    <a:pt x="1835" y="639"/>
                    <a:pt x="1786" y="623"/>
                  </a:cubicBezTo>
                  <a:cubicBezTo>
                    <a:pt x="1754" y="607"/>
                    <a:pt x="1734" y="607"/>
                    <a:pt x="1702" y="591"/>
                  </a:cubicBezTo>
                  <a:cubicBezTo>
                    <a:pt x="1584" y="554"/>
                    <a:pt x="1467" y="506"/>
                    <a:pt x="1330" y="453"/>
                  </a:cubicBezTo>
                  <a:cubicBezTo>
                    <a:pt x="1229" y="421"/>
                    <a:pt x="1112" y="389"/>
                    <a:pt x="1011" y="336"/>
                  </a:cubicBezTo>
                  <a:lnTo>
                    <a:pt x="910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1144;p39">
              <a:extLst>
                <a:ext uri="{FF2B5EF4-FFF2-40B4-BE49-F238E27FC236}">
                  <a16:creationId xmlns:a16="http://schemas.microsoft.com/office/drawing/2014/main" id="{C72C7DAA-2946-3FD0-3368-0750C0935A0E}"/>
                </a:ext>
              </a:extLst>
            </p:cNvPr>
            <p:cNvSpPr/>
            <p:nvPr/>
          </p:nvSpPr>
          <p:spPr>
            <a:xfrm>
              <a:off x="1687560" y="574591"/>
              <a:ext cx="14899" cy="13707"/>
            </a:xfrm>
            <a:custGeom>
              <a:avLst/>
              <a:gdLst/>
              <a:ahLst/>
              <a:cxnLst/>
              <a:rect l="l" t="t" r="r" b="b"/>
              <a:pathLst>
                <a:path w="150" h="138" extrusionOk="0">
                  <a:moveTo>
                    <a:pt x="150" y="0"/>
                  </a:moveTo>
                  <a:cubicBezTo>
                    <a:pt x="134" y="20"/>
                    <a:pt x="118" y="37"/>
                    <a:pt x="101" y="53"/>
                  </a:cubicBezTo>
                  <a:cubicBezTo>
                    <a:pt x="118" y="53"/>
                    <a:pt x="134" y="37"/>
                    <a:pt x="150" y="20"/>
                  </a:cubicBezTo>
                  <a:lnTo>
                    <a:pt x="150" y="0"/>
                  </a:lnTo>
                  <a:close/>
                  <a:moveTo>
                    <a:pt x="101" y="53"/>
                  </a:moveTo>
                  <a:lnTo>
                    <a:pt x="101" y="53"/>
                  </a:lnTo>
                  <a:cubicBezTo>
                    <a:pt x="65" y="69"/>
                    <a:pt x="33" y="101"/>
                    <a:pt x="1" y="121"/>
                  </a:cubicBezTo>
                  <a:lnTo>
                    <a:pt x="1" y="138"/>
                  </a:lnTo>
                  <a:cubicBezTo>
                    <a:pt x="33" y="101"/>
                    <a:pt x="65" y="85"/>
                    <a:pt x="10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1145;p39">
              <a:extLst>
                <a:ext uri="{FF2B5EF4-FFF2-40B4-BE49-F238E27FC236}">
                  <a16:creationId xmlns:a16="http://schemas.microsoft.com/office/drawing/2014/main" id="{335C394C-5941-9621-8BAE-C04B180EE746}"/>
                </a:ext>
              </a:extLst>
            </p:cNvPr>
            <p:cNvSpPr/>
            <p:nvPr/>
          </p:nvSpPr>
          <p:spPr>
            <a:xfrm>
              <a:off x="1679117" y="492747"/>
              <a:ext cx="10131" cy="8443"/>
            </a:xfrm>
            <a:custGeom>
              <a:avLst/>
              <a:gdLst/>
              <a:ahLst/>
              <a:cxnLst/>
              <a:rect l="l" t="t" r="r" b="b"/>
              <a:pathLst>
                <a:path w="102" h="85" extrusionOk="0">
                  <a:moveTo>
                    <a:pt x="86" y="0"/>
                  </a:moveTo>
                  <a:lnTo>
                    <a:pt x="17" y="69"/>
                  </a:lnTo>
                  <a:lnTo>
                    <a:pt x="17" y="69"/>
                  </a:lnTo>
                  <a:lnTo>
                    <a:pt x="102" y="16"/>
                  </a:lnTo>
                  <a:lnTo>
                    <a:pt x="102" y="0"/>
                  </a:lnTo>
                  <a:close/>
                  <a:moveTo>
                    <a:pt x="1" y="69"/>
                  </a:moveTo>
                  <a:lnTo>
                    <a:pt x="17" y="85"/>
                  </a:lnTo>
                  <a:lnTo>
                    <a:pt x="17" y="6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1146;p39">
              <a:extLst>
                <a:ext uri="{FF2B5EF4-FFF2-40B4-BE49-F238E27FC236}">
                  <a16:creationId xmlns:a16="http://schemas.microsoft.com/office/drawing/2014/main" id="{7E5AD0AF-7B10-F4BA-3BC0-F0F1B77EFB84}"/>
                </a:ext>
              </a:extLst>
            </p:cNvPr>
            <p:cNvSpPr/>
            <p:nvPr/>
          </p:nvSpPr>
          <p:spPr>
            <a:xfrm>
              <a:off x="1679117" y="412493"/>
              <a:ext cx="55125" cy="45392"/>
            </a:xfrm>
            <a:custGeom>
              <a:avLst/>
              <a:gdLst/>
              <a:ahLst/>
              <a:cxnLst/>
              <a:rect l="l" t="t" r="r" b="b"/>
              <a:pathLst>
                <a:path w="555" h="457" extrusionOk="0">
                  <a:moveTo>
                    <a:pt x="554" y="0"/>
                  </a:moveTo>
                  <a:lnTo>
                    <a:pt x="437" y="101"/>
                  </a:lnTo>
                  <a:cubicBezTo>
                    <a:pt x="336" y="186"/>
                    <a:pt x="219" y="271"/>
                    <a:pt x="118" y="356"/>
                  </a:cubicBezTo>
                  <a:cubicBezTo>
                    <a:pt x="86" y="388"/>
                    <a:pt x="33" y="420"/>
                    <a:pt x="1" y="457"/>
                  </a:cubicBezTo>
                  <a:cubicBezTo>
                    <a:pt x="49" y="441"/>
                    <a:pt x="86" y="404"/>
                    <a:pt x="118" y="372"/>
                  </a:cubicBezTo>
                  <a:lnTo>
                    <a:pt x="134" y="356"/>
                  </a:lnTo>
                  <a:cubicBezTo>
                    <a:pt x="235" y="271"/>
                    <a:pt x="336" y="186"/>
                    <a:pt x="437" y="117"/>
                  </a:cubicBezTo>
                  <a:lnTo>
                    <a:pt x="554" y="1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1147;p39">
              <a:extLst>
                <a:ext uri="{FF2B5EF4-FFF2-40B4-BE49-F238E27FC236}">
                  <a16:creationId xmlns:a16="http://schemas.microsoft.com/office/drawing/2014/main" id="{9566DFF0-B75B-89A2-078D-3E1FBE92EB3D}"/>
                </a:ext>
              </a:extLst>
            </p:cNvPr>
            <p:cNvSpPr/>
            <p:nvPr/>
          </p:nvSpPr>
          <p:spPr>
            <a:xfrm>
              <a:off x="1677528" y="512811"/>
              <a:ext cx="61879" cy="45392"/>
            </a:xfrm>
            <a:custGeom>
              <a:avLst/>
              <a:gdLst/>
              <a:ahLst/>
              <a:cxnLst/>
              <a:rect l="l" t="t" r="r" b="b"/>
              <a:pathLst>
                <a:path w="623" h="457" extrusionOk="0">
                  <a:moveTo>
                    <a:pt x="606" y="0"/>
                  </a:moveTo>
                  <a:cubicBezTo>
                    <a:pt x="586" y="0"/>
                    <a:pt x="570" y="0"/>
                    <a:pt x="554" y="16"/>
                  </a:cubicBezTo>
                  <a:cubicBezTo>
                    <a:pt x="421" y="117"/>
                    <a:pt x="283" y="238"/>
                    <a:pt x="150" y="339"/>
                  </a:cubicBezTo>
                  <a:cubicBezTo>
                    <a:pt x="283" y="238"/>
                    <a:pt x="421" y="137"/>
                    <a:pt x="554" y="36"/>
                  </a:cubicBezTo>
                  <a:cubicBezTo>
                    <a:pt x="570" y="16"/>
                    <a:pt x="586" y="16"/>
                    <a:pt x="606" y="16"/>
                  </a:cubicBezTo>
                  <a:lnTo>
                    <a:pt x="623" y="0"/>
                  </a:lnTo>
                  <a:close/>
                  <a:moveTo>
                    <a:pt x="134" y="339"/>
                  </a:moveTo>
                  <a:cubicBezTo>
                    <a:pt x="102" y="356"/>
                    <a:pt x="65" y="388"/>
                    <a:pt x="49" y="404"/>
                  </a:cubicBezTo>
                  <a:lnTo>
                    <a:pt x="1" y="440"/>
                  </a:lnTo>
                  <a:lnTo>
                    <a:pt x="1" y="457"/>
                  </a:lnTo>
                  <a:lnTo>
                    <a:pt x="49" y="420"/>
                  </a:lnTo>
                  <a:cubicBezTo>
                    <a:pt x="81" y="388"/>
                    <a:pt x="118" y="372"/>
                    <a:pt x="150" y="356"/>
                  </a:cubicBezTo>
                  <a:lnTo>
                    <a:pt x="150" y="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1148;p39">
              <a:extLst>
                <a:ext uri="{FF2B5EF4-FFF2-40B4-BE49-F238E27FC236}">
                  <a16:creationId xmlns:a16="http://schemas.microsoft.com/office/drawing/2014/main" id="{031AE83E-0A9F-1BBA-D94A-6C3767C15E06}"/>
                </a:ext>
              </a:extLst>
            </p:cNvPr>
            <p:cNvSpPr/>
            <p:nvPr/>
          </p:nvSpPr>
          <p:spPr>
            <a:xfrm>
              <a:off x="2473221" y="539629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0" y="1"/>
                  </a:moveTo>
                  <a:lnTo>
                    <a:pt x="0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1149;p39">
              <a:extLst>
                <a:ext uri="{FF2B5EF4-FFF2-40B4-BE49-F238E27FC236}">
                  <a16:creationId xmlns:a16="http://schemas.microsoft.com/office/drawing/2014/main" id="{8EF60738-363C-6BF6-8DA7-3004BC62D9D1}"/>
                </a:ext>
              </a:extLst>
            </p:cNvPr>
            <p:cNvSpPr/>
            <p:nvPr/>
          </p:nvSpPr>
          <p:spPr>
            <a:xfrm>
              <a:off x="2242489" y="663189"/>
              <a:ext cx="20163" cy="10131"/>
            </a:xfrm>
            <a:custGeom>
              <a:avLst/>
              <a:gdLst/>
              <a:ahLst/>
              <a:cxnLst/>
              <a:rect l="l" t="t" r="r" b="b"/>
              <a:pathLst>
                <a:path w="203" h="102" extrusionOk="0">
                  <a:moveTo>
                    <a:pt x="186" y="1"/>
                  </a:moveTo>
                  <a:cubicBezTo>
                    <a:pt x="170" y="1"/>
                    <a:pt x="134" y="17"/>
                    <a:pt x="118" y="37"/>
                  </a:cubicBezTo>
                  <a:lnTo>
                    <a:pt x="101" y="37"/>
                  </a:lnTo>
                  <a:cubicBezTo>
                    <a:pt x="85" y="53"/>
                    <a:pt x="85" y="53"/>
                    <a:pt x="69" y="53"/>
                  </a:cubicBezTo>
                  <a:cubicBezTo>
                    <a:pt x="49" y="70"/>
                    <a:pt x="33" y="86"/>
                    <a:pt x="17" y="86"/>
                  </a:cubicBezTo>
                  <a:lnTo>
                    <a:pt x="0" y="86"/>
                  </a:lnTo>
                  <a:lnTo>
                    <a:pt x="17" y="102"/>
                  </a:lnTo>
                  <a:cubicBezTo>
                    <a:pt x="33" y="102"/>
                    <a:pt x="69" y="86"/>
                    <a:pt x="85" y="70"/>
                  </a:cubicBezTo>
                  <a:lnTo>
                    <a:pt x="101" y="53"/>
                  </a:lnTo>
                  <a:cubicBezTo>
                    <a:pt x="118" y="53"/>
                    <a:pt x="118" y="53"/>
                    <a:pt x="134" y="37"/>
                  </a:cubicBezTo>
                  <a:cubicBezTo>
                    <a:pt x="150" y="17"/>
                    <a:pt x="170" y="17"/>
                    <a:pt x="186" y="17"/>
                  </a:cubicBezTo>
                  <a:lnTo>
                    <a:pt x="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1150;p39">
              <a:extLst>
                <a:ext uri="{FF2B5EF4-FFF2-40B4-BE49-F238E27FC236}">
                  <a16:creationId xmlns:a16="http://schemas.microsoft.com/office/drawing/2014/main" id="{AEB59D0D-2712-277D-727C-B08289C505F9}"/>
                </a:ext>
              </a:extLst>
            </p:cNvPr>
            <p:cNvSpPr/>
            <p:nvPr/>
          </p:nvSpPr>
          <p:spPr>
            <a:xfrm>
              <a:off x="2372902" y="807310"/>
              <a:ext cx="14899" cy="4867"/>
            </a:xfrm>
            <a:custGeom>
              <a:avLst/>
              <a:gdLst/>
              <a:ahLst/>
              <a:cxnLst/>
              <a:rect l="l" t="t" r="r" b="b"/>
              <a:pathLst>
                <a:path w="150" h="49" extrusionOk="0">
                  <a:moveTo>
                    <a:pt x="0" y="0"/>
                  </a:moveTo>
                  <a:lnTo>
                    <a:pt x="0" y="16"/>
                  </a:lnTo>
                  <a:lnTo>
                    <a:pt x="33" y="16"/>
                  </a:lnTo>
                  <a:cubicBezTo>
                    <a:pt x="49" y="33"/>
                    <a:pt x="85" y="33"/>
                    <a:pt x="117" y="49"/>
                  </a:cubicBezTo>
                  <a:lnTo>
                    <a:pt x="150" y="49"/>
                  </a:lnTo>
                  <a:lnTo>
                    <a:pt x="117" y="33"/>
                  </a:lnTo>
                  <a:cubicBezTo>
                    <a:pt x="85" y="16"/>
                    <a:pt x="69" y="16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1151;p39">
              <a:extLst>
                <a:ext uri="{FF2B5EF4-FFF2-40B4-BE49-F238E27FC236}">
                  <a16:creationId xmlns:a16="http://schemas.microsoft.com/office/drawing/2014/main" id="{CA669F1A-C8EF-4123-52B4-C3C52BE0E213}"/>
                </a:ext>
              </a:extLst>
            </p:cNvPr>
            <p:cNvSpPr/>
            <p:nvPr/>
          </p:nvSpPr>
          <p:spPr>
            <a:xfrm>
              <a:off x="1653889" y="939313"/>
              <a:ext cx="68634" cy="10131"/>
            </a:xfrm>
            <a:custGeom>
              <a:avLst/>
              <a:gdLst/>
              <a:ahLst/>
              <a:cxnLst/>
              <a:rect l="l" t="t" r="r" b="b"/>
              <a:pathLst>
                <a:path w="691" h="102" extrusionOk="0">
                  <a:moveTo>
                    <a:pt x="53" y="16"/>
                  </a:moveTo>
                  <a:cubicBezTo>
                    <a:pt x="37" y="33"/>
                    <a:pt x="37" y="33"/>
                    <a:pt x="16" y="33"/>
                  </a:cubicBezTo>
                  <a:lnTo>
                    <a:pt x="0" y="33"/>
                  </a:lnTo>
                  <a:cubicBezTo>
                    <a:pt x="12" y="38"/>
                    <a:pt x="20" y="40"/>
                    <a:pt x="26" y="40"/>
                  </a:cubicBezTo>
                  <a:cubicBezTo>
                    <a:pt x="38" y="40"/>
                    <a:pt x="42" y="33"/>
                    <a:pt x="53" y="33"/>
                  </a:cubicBezTo>
                  <a:lnTo>
                    <a:pt x="117" y="33"/>
                  </a:lnTo>
                  <a:cubicBezTo>
                    <a:pt x="154" y="49"/>
                    <a:pt x="170" y="49"/>
                    <a:pt x="202" y="49"/>
                  </a:cubicBezTo>
                  <a:cubicBezTo>
                    <a:pt x="170" y="33"/>
                    <a:pt x="154" y="33"/>
                    <a:pt x="138" y="33"/>
                  </a:cubicBezTo>
                  <a:cubicBezTo>
                    <a:pt x="101" y="16"/>
                    <a:pt x="85" y="16"/>
                    <a:pt x="53" y="16"/>
                  </a:cubicBezTo>
                  <a:close/>
                  <a:moveTo>
                    <a:pt x="691" y="0"/>
                  </a:moveTo>
                  <a:cubicBezTo>
                    <a:pt x="659" y="0"/>
                    <a:pt x="622" y="16"/>
                    <a:pt x="590" y="49"/>
                  </a:cubicBezTo>
                  <a:cubicBezTo>
                    <a:pt x="622" y="33"/>
                    <a:pt x="659" y="16"/>
                    <a:pt x="691" y="0"/>
                  </a:cubicBezTo>
                  <a:close/>
                  <a:moveTo>
                    <a:pt x="218" y="49"/>
                  </a:moveTo>
                  <a:cubicBezTo>
                    <a:pt x="340" y="65"/>
                    <a:pt x="440" y="85"/>
                    <a:pt x="521" y="101"/>
                  </a:cubicBezTo>
                  <a:lnTo>
                    <a:pt x="541" y="101"/>
                  </a:lnTo>
                  <a:lnTo>
                    <a:pt x="558" y="85"/>
                  </a:lnTo>
                  <a:cubicBezTo>
                    <a:pt x="574" y="65"/>
                    <a:pt x="574" y="65"/>
                    <a:pt x="590" y="49"/>
                  </a:cubicBezTo>
                  <a:cubicBezTo>
                    <a:pt x="574" y="49"/>
                    <a:pt x="558" y="65"/>
                    <a:pt x="558" y="65"/>
                  </a:cubicBezTo>
                  <a:lnTo>
                    <a:pt x="541" y="85"/>
                  </a:lnTo>
                  <a:cubicBezTo>
                    <a:pt x="440" y="65"/>
                    <a:pt x="340" y="49"/>
                    <a:pt x="21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1152;p39">
              <a:extLst>
                <a:ext uri="{FF2B5EF4-FFF2-40B4-BE49-F238E27FC236}">
                  <a16:creationId xmlns:a16="http://schemas.microsoft.com/office/drawing/2014/main" id="{DADDA059-786B-2072-2597-38F455248085}"/>
                </a:ext>
              </a:extLst>
            </p:cNvPr>
            <p:cNvSpPr/>
            <p:nvPr/>
          </p:nvSpPr>
          <p:spPr>
            <a:xfrm>
              <a:off x="2284205" y="484305"/>
              <a:ext cx="8542" cy="3675"/>
            </a:xfrm>
            <a:custGeom>
              <a:avLst/>
              <a:gdLst/>
              <a:ahLst/>
              <a:cxnLst/>
              <a:rect l="l" t="t" r="r" b="b"/>
              <a:pathLst>
                <a:path w="86" h="37" extrusionOk="0">
                  <a:moveTo>
                    <a:pt x="0" y="0"/>
                  </a:moveTo>
                  <a:lnTo>
                    <a:pt x="0" y="20"/>
                  </a:lnTo>
                  <a:lnTo>
                    <a:pt x="53" y="20"/>
                  </a:lnTo>
                  <a:cubicBezTo>
                    <a:pt x="33" y="0"/>
                    <a:pt x="17" y="0"/>
                    <a:pt x="0" y="0"/>
                  </a:cubicBezTo>
                  <a:close/>
                  <a:moveTo>
                    <a:pt x="53" y="20"/>
                  </a:moveTo>
                  <a:cubicBezTo>
                    <a:pt x="53" y="37"/>
                    <a:pt x="69" y="37"/>
                    <a:pt x="85" y="37"/>
                  </a:cubicBez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1153;p39">
              <a:extLst>
                <a:ext uri="{FF2B5EF4-FFF2-40B4-BE49-F238E27FC236}">
                  <a16:creationId xmlns:a16="http://schemas.microsoft.com/office/drawing/2014/main" id="{066F0039-EE1C-6C56-EECC-EEB8C2CAEDC1}"/>
                </a:ext>
              </a:extLst>
            </p:cNvPr>
            <p:cNvSpPr/>
            <p:nvPr/>
          </p:nvSpPr>
          <p:spPr>
            <a:xfrm>
              <a:off x="1739308" y="893921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708" y="1"/>
                  </a:moveTo>
                  <a:cubicBezTo>
                    <a:pt x="671" y="1"/>
                    <a:pt x="655" y="17"/>
                    <a:pt x="623" y="37"/>
                  </a:cubicBezTo>
                  <a:lnTo>
                    <a:pt x="607" y="37"/>
                  </a:lnTo>
                  <a:lnTo>
                    <a:pt x="304" y="187"/>
                  </a:lnTo>
                  <a:cubicBezTo>
                    <a:pt x="251" y="219"/>
                    <a:pt x="203" y="239"/>
                    <a:pt x="150" y="271"/>
                  </a:cubicBezTo>
                  <a:cubicBezTo>
                    <a:pt x="118" y="288"/>
                    <a:pt x="85" y="304"/>
                    <a:pt x="49" y="320"/>
                  </a:cubicBezTo>
                  <a:lnTo>
                    <a:pt x="1" y="340"/>
                  </a:lnTo>
                  <a:lnTo>
                    <a:pt x="1" y="356"/>
                  </a:lnTo>
                  <a:lnTo>
                    <a:pt x="17" y="356"/>
                  </a:lnTo>
                  <a:lnTo>
                    <a:pt x="49" y="340"/>
                  </a:lnTo>
                  <a:cubicBezTo>
                    <a:pt x="85" y="320"/>
                    <a:pt x="118" y="304"/>
                    <a:pt x="150" y="288"/>
                  </a:cubicBezTo>
                  <a:cubicBezTo>
                    <a:pt x="203" y="255"/>
                    <a:pt x="251" y="239"/>
                    <a:pt x="304" y="203"/>
                  </a:cubicBezTo>
                  <a:lnTo>
                    <a:pt x="607" y="53"/>
                  </a:lnTo>
                  <a:cubicBezTo>
                    <a:pt x="623" y="53"/>
                    <a:pt x="623" y="37"/>
                    <a:pt x="639" y="37"/>
                  </a:cubicBezTo>
                  <a:cubicBezTo>
                    <a:pt x="655" y="37"/>
                    <a:pt x="671" y="17"/>
                    <a:pt x="708" y="17"/>
                  </a:cubicBez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1154;p39">
              <a:extLst>
                <a:ext uri="{FF2B5EF4-FFF2-40B4-BE49-F238E27FC236}">
                  <a16:creationId xmlns:a16="http://schemas.microsoft.com/office/drawing/2014/main" id="{CC67702F-F6C9-BA40-3040-E24B837CA87F}"/>
                </a:ext>
              </a:extLst>
            </p:cNvPr>
            <p:cNvSpPr/>
            <p:nvPr/>
          </p:nvSpPr>
          <p:spPr>
            <a:xfrm>
              <a:off x="2274173" y="589788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1" y="1"/>
                  </a:moveTo>
                  <a:lnTo>
                    <a:pt x="1" y="17"/>
                  </a:lnTo>
                  <a:lnTo>
                    <a:pt x="1" y="150"/>
                  </a:lnTo>
                  <a:lnTo>
                    <a:pt x="1" y="187"/>
                  </a:lnTo>
                  <a:lnTo>
                    <a:pt x="1" y="235"/>
                  </a:lnTo>
                  <a:cubicBezTo>
                    <a:pt x="17" y="271"/>
                    <a:pt x="17" y="288"/>
                    <a:pt x="17" y="320"/>
                  </a:cubicBezTo>
                  <a:lnTo>
                    <a:pt x="17" y="235"/>
                  </a:lnTo>
                  <a:lnTo>
                    <a:pt x="17" y="187"/>
                  </a:lnTo>
                  <a:lnTo>
                    <a:pt x="17" y="150"/>
                  </a:lnTo>
                  <a:cubicBezTo>
                    <a:pt x="17" y="102"/>
                    <a:pt x="1" y="49"/>
                    <a:pt x="17" y="17"/>
                  </a:cubicBezTo>
                  <a:lnTo>
                    <a:pt x="1" y="1"/>
                  </a:lnTo>
                  <a:close/>
                  <a:moveTo>
                    <a:pt x="17" y="320"/>
                  </a:moveTo>
                  <a:lnTo>
                    <a:pt x="17" y="421"/>
                  </a:lnTo>
                  <a:lnTo>
                    <a:pt x="17" y="453"/>
                  </a:lnTo>
                  <a:cubicBezTo>
                    <a:pt x="17" y="473"/>
                    <a:pt x="17" y="490"/>
                    <a:pt x="33" y="506"/>
                  </a:cubicBezTo>
                  <a:lnTo>
                    <a:pt x="33" y="490"/>
                  </a:lnTo>
                  <a:lnTo>
                    <a:pt x="33" y="453"/>
                  </a:lnTo>
                  <a:lnTo>
                    <a:pt x="33" y="421"/>
                  </a:lnTo>
                  <a:cubicBezTo>
                    <a:pt x="33" y="389"/>
                    <a:pt x="17" y="352"/>
                    <a:pt x="17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1155;p39">
              <a:extLst>
                <a:ext uri="{FF2B5EF4-FFF2-40B4-BE49-F238E27FC236}">
                  <a16:creationId xmlns:a16="http://schemas.microsoft.com/office/drawing/2014/main" id="{5C4EFF74-56A1-C15D-E590-C4A34D6BB201}"/>
                </a:ext>
              </a:extLst>
            </p:cNvPr>
            <p:cNvSpPr/>
            <p:nvPr/>
          </p:nvSpPr>
          <p:spPr>
            <a:xfrm>
              <a:off x="2234046" y="501091"/>
              <a:ext cx="16985" cy="8542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170" y="1"/>
                  </a:moveTo>
                  <a:cubicBezTo>
                    <a:pt x="134" y="1"/>
                    <a:pt x="102" y="17"/>
                    <a:pt x="85" y="33"/>
                  </a:cubicBezTo>
                  <a:cubicBezTo>
                    <a:pt x="69" y="33"/>
                    <a:pt x="69" y="53"/>
                    <a:pt x="53" y="53"/>
                  </a:cubicBezTo>
                  <a:cubicBezTo>
                    <a:pt x="33" y="70"/>
                    <a:pt x="17" y="70"/>
                    <a:pt x="1" y="70"/>
                  </a:cubicBezTo>
                  <a:lnTo>
                    <a:pt x="1" y="86"/>
                  </a:lnTo>
                  <a:cubicBezTo>
                    <a:pt x="17" y="86"/>
                    <a:pt x="33" y="70"/>
                    <a:pt x="53" y="70"/>
                  </a:cubicBezTo>
                  <a:cubicBezTo>
                    <a:pt x="69" y="53"/>
                    <a:pt x="85" y="53"/>
                    <a:pt x="85" y="53"/>
                  </a:cubicBezTo>
                  <a:cubicBezTo>
                    <a:pt x="118" y="17"/>
                    <a:pt x="134" y="17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1156;p39">
              <a:extLst>
                <a:ext uri="{FF2B5EF4-FFF2-40B4-BE49-F238E27FC236}">
                  <a16:creationId xmlns:a16="http://schemas.microsoft.com/office/drawing/2014/main" id="{8EF7B8A9-9C94-5633-9D50-7307AEA0D5E7}"/>
                </a:ext>
              </a:extLst>
            </p:cNvPr>
            <p:cNvSpPr/>
            <p:nvPr/>
          </p:nvSpPr>
          <p:spPr>
            <a:xfrm>
              <a:off x="1719245" y="482716"/>
              <a:ext cx="14998" cy="11720"/>
            </a:xfrm>
            <a:custGeom>
              <a:avLst/>
              <a:gdLst/>
              <a:ahLst/>
              <a:cxnLst/>
              <a:rect l="l" t="t" r="r" b="b"/>
              <a:pathLst>
                <a:path w="151" h="118" extrusionOk="0">
                  <a:moveTo>
                    <a:pt x="1" y="117"/>
                  </a:moveTo>
                  <a:lnTo>
                    <a:pt x="1" y="117"/>
                  </a:lnTo>
                  <a:lnTo>
                    <a:pt x="1" y="117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1157;p39">
              <a:extLst>
                <a:ext uri="{FF2B5EF4-FFF2-40B4-BE49-F238E27FC236}">
                  <a16:creationId xmlns:a16="http://schemas.microsoft.com/office/drawing/2014/main" id="{607F086A-188D-367F-8EE3-FC3D3F73884E}"/>
                </a:ext>
              </a:extLst>
            </p:cNvPr>
            <p:cNvSpPr/>
            <p:nvPr/>
          </p:nvSpPr>
          <p:spPr>
            <a:xfrm>
              <a:off x="1667496" y="81366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lnTo>
                    <a:pt x="639" y="17"/>
                  </a:lnTo>
                  <a:lnTo>
                    <a:pt x="655" y="1"/>
                  </a:lnTo>
                  <a:close/>
                  <a:moveTo>
                    <a:pt x="606" y="17"/>
                  </a:moveTo>
                  <a:cubicBezTo>
                    <a:pt x="554" y="37"/>
                    <a:pt x="522" y="53"/>
                    <a:pt x="485" y="86"/>
                  </a:cubicBezTo>
                  <a:cubicBezTo>
                    <a:pt x="384" y="138"/>
                    <a:pt x="303" y="187"/>
                    <a:pt x="203" y="239"/>
                  </a:cubicBezTo>
                  <a:cubicBezTo>
                    <a:pt x="182" y="255"/>
                    <a:pt x="166" y="272"/>
                    <a:pt x="134" y="288"/>
                  </a:cubicBezTo>
                  <a:cubicBezTo>
                    <a:pt x="102" y="304"/>
                    <a:pt x="49" y="340"/>
                    <a:pt x="1" y="356"/>
                  </a:cubicBezTo>
                  <a:lnTo>
                    <a:pt x="1" y="373"/>
                  </a:lnTo>
                  <a:lnTo>
                    <a:pt x="17" y="373"/>
                  </a:lnTo>
                  <a:cubicBezTo>
                    <a:pt x="49" y="356"/>
                    <a:pt x="102" y="320"/>
                    <a:pt x="150" y="304"/>
                  </a:cubicBezTo>
                  <a:cubicBezTo>
                    <a:pt x="166" y="288"/>
                    <a:pt x="182" y="272"/>
                    <a:pt x="219" y="255"/>
                  </a:cubicBezTo>
                  <a:cubicBezTo>
                    <a:pt x="303" y="203"/>
                    <a:pt x="404" y="154"/>
                    <a:pt x="485" y="102"/>
                  </a:cubicBezTo>
                  <a:cubicBezTo>
                    <a:pt x="522" y="70"/>
                    <a:pt x="570" y="53"/>
                    <a:pt x="606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1158;p39">
              <a:extLst>
                <a:ext uri="{FF2B5EF4-FFF2-40B4-BE49-F238E27FC236}">
                  <a16:creationId xmlns:a16="http://schemas.microsoft.com/office/drawing/2014/main" id="{9BB05441-5390-306A-F21E-9B0B4CC6C056}"/>
                </a:ext>
              </a:extLst>
            </p:cNvPr>
            <p:cNvSpPr/>
            <p:nvPr/>
          </p:nvSpPr>
          <p:spPr>
            <a:xfrm>
              <a:off x="2270995" y="538040"/>
              <a:ext cx="3278" cy="14998"/>
            </a:xfrm>
            <a:custGeom>
              <a:avLst/>
              <a:gdLst/>
              <a:ahLst/>
              <a:cxnLst/>
              <a:rect l="l" t="t" r="r" b="b"/>
              <a:pathLst>
                <a:path w="33" h="151" extrusionOk="0">
                  <a:moveTo>
                    <a:pt x="0" y="1"/>
                  </a:moveTo>
                  <a:lnTo>
                    <a:pt x="0" y="17"/>
                  </a:lnTo>
                  <a:lnTo>
                    <a:pt x="0" y="33"/>
                  </a:lnTo>
                  <a:lnTo>
                    <a:pt x="0" y="134"/>
                  </a:lnTo>
                  <a:lnTo>
                    <a:pt x="16" y="150"/>
                  </a:lnTo>
                  <a:lnTo>
                    <a:pt x="33" y="134"/>
                  </a:lnTo>
                  <a:lnTo>
                    <a:pt x="16" y="134"/>
                  </a:lnTo>
                  <a:cubicBezTo>
                    <a:pt x="0" y="102"/>
                    <a:pt x="16" y="65"/>
                    <a:pt x="16" y="33"/>
                  </a:cubicBez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1159;p39">
              <a:extLst>
                <a:ext uri="{FF2B5EF4-FFF2-40B4-BE49-F238E27FC236}">
                  <a16:creationId xmlns:a16="http://schemas.microsoft.com/office/drawing/2014/main" id="{385FAAC9-B095-8B90-2B9A-2920BFD7C6FC}"/>
                </a:ext>
              </a:extLst>
            </p:cNvPr>
            <p:cNvSpPr/>
            <p:nvPr/>
          </p:nvSpPr>
          <p:spPr>
            <a:xfrm>
              <a:off x="2270995" y="556514"/>
              <a:ext cx="3278" cy="14899"/>
            </a:xfrm>
            <a:custGeom>
              <a:avLst/>
              <a:gdLst/>
              <a:ahLst/>
              <a:cxnLst/>
              <a:rect l="l" t="t" r="r" b="b"/>
              <a:pathLst>
                <a:path w="33" h="150" extrusionOk="0">
                  <a:moveTo>
                    <a:pt x="16" y="0"/>
                  </a:moveTo>
                  <a:cubicBezTo>
                    <a:pt x="0" y="17"/>
                    <a:pt x="0" y="17"/>
                    <a:pt x="0" y="33"/>
                  </a:cubicBezTo>
                  <a:cubicBezTo>
                    <a:pt x="16" y="49"/>
                    <a:pt x="16" y="65"/>
                    <a:pt x="16" y="65"/>
                  </a:cubicBezTo>
                  <a:lnTo>
                    <a:pt x="16" y="33"/>
                  </a:lnTo>
                  <a:lnTo>
                    <a:pt x="16" y="17"/>
                  </a:ln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6" y="65"/>
                  </a:moveTo>
                  <a:lnTo>
                    <a:pt x="16" y="134"/>
                  </a:lnTo>
                  <a:lnTo>
                    <a:pt x="16" y="150"/>
                  </a:lnTo>
                  <a:lnTo>
                    <a:pt x="33" y="150"/>
                  </a:lnTo>
                  <a:lnTo>
                    <a:pt x="33" y="134"/>
                  </a:lnTo>
                  <a:cubicBezTo>
                    <a:pt x="16" y="118"/>
                    <a:pt x="16" y="101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1160;p39">
              <a:extLst>
                <a:ext uri="{FF2B5EF4-FFF2-40B4-BE49-F238E27FC236}">
                  <a16:creationId xmlns:a16="http://schemas.microsoft.com/office/drawing/2014/main" id="{574D3AFB-20E4-BEEC-382C-8236A296E654}"/>
                </a:ext>
              </a:extLst>
            </p:cNvPr>
            <p:cNvSpPr/>
            <p:nvPr/>
          </p:nvSpPr>
          <p:spPr>
            <a:xfrm>
              <a:off x="1734143" y="875447"/>
              <a:ext cx="77076" cy="62376"/>
            </a:xfrm>
            <a:custGeom>
              <a:avLst/>
              <a:gdLst/>
              <a:ahLst/>
              <a:cxnLst/>
              <a:rect l="l" t="t" r="r" b="b"/>
              <a:pathLst>
                <a:path w="776" h="628" extrusionOk="0">
                  <a:moveTo>
                    <a:pt x="776" y="1"/>
                  </a:moveTo>
                  <a:lnTo>
                    <a:pt x="776" y="1"/>
                  </a:lnTo>
                  <a:cubicBezTo>
                    <a:pt x="760" y="21"/>
                    <a:pt x="743" y="21"/>
                    <a:pt x="723" y="21"/>
                  </a:cubicBezTo>
                  <a:lnTo>
                    <a:pt x="707" y="37"/>
                  </a:lnTo>
                  <a:lnTo>
                    <a:pt x="743" y="37"/>
                  </a:lnTo>
                  <a:cubicBezTo>
                    <a:pt x="760" y="37"/>
                    <a:pt x="776" y="21"/>
                    <a:pt x="776" y="1"/>
                  </a:cubicBezTo>
                  <a:close/>
                  <a:moveTo>
                    <a:pt x="707" y="37"/>
                  </a:moveTo>
                  <a:lnTo>
                    <a:pt x="707" y="37"/>
                  </a:lnTo>
                  <a:cubicBezTo>
                    <a:pt x="675" y="53"/>
                    <a:pt x="622" y="70"/>
                    <a:pt x="590" y="102"/>
                  </a:cubicBezTo>
                  <a:cubicBezTo>
                    <a:pt x="622" y="86"/>
                    <a:pt x="675" y="70"/>
                    <a:pt x="707" y="37"/>
                  </a:cubicBezTo>
                  <a:close/>
                  <a:moveTo>
                    <a:pt x="590" y="102"/>
                  </a:moveTo>
                  <a:lnTo>
                    <a:pt x="590" y="102"/>
                  </a:lnTo>
                  <a:cubicBezTo>
                    <a:pt x="541" y="122"/>
                    <a:pt x="489" y="154"/>
                    <a:pt x="440" y="171"/>
                  </a:cubicBezTo>
                  <a:cubicBezTo>
                    <a:pt x="372" y="203"/>
                    <a:pt x="287" y="239"/>
                    <a:pt x="218" y="272"/>
                  </a:cubicBezTo>
                  <a:cubicBezTo>
                    <a:pt x="170" y="304"/>
                    <a:pt x="117" y="324"/>
                    <a:pt x="85" y="356"/>
                  </a:cubicBezTo>
                  <a:cubicBezTo>
                    <a:pt x="137" y="340"/>
                    <a:pt x="186" y="324"/>
                    <a:pt x="238" y="288"/>
                  </a:cubicBezTo>
                  <a:cubicBezTo>
                    <a:pt x="303" y="255"/>
                    <a:pt x="372" y="223"/>
                    <a:pt x="440" y="187"/>
                  </a:cubicBezTo>
                  <a:cubicBezTo>
                    <a:pt x="489" y="154"/>
                    <a:pt x="541" y="138"/>
                    <a:pt x="590" y="102"/>
                  </a:cubicBezTo>
                  <a:close/>
                  <a:moveTo>
                    <a:pt x="85" y="356"/>
                  </a:moveTo>
                  <a:cubicBezTo>
                    <a:pt x="69" y="356"/>
                    <a:pt x="69" y="356"/>
                    <a:pt x="53" y="373"/>
                  </a:cubicBezTo>
                  <a:lnTo>
                    <a:pt x="36" y="373"/>
                  </a:lnTo>
                  <a:cubicBezTo>
                    <a:pt x="16" y="389"/>
                    <a:pt x="0" y="405"/>
                    <a:pt x="0" y="425"/>
                  </a:cubicBezTo>
                  <a:lnTo>
                    <a:pt x="0" y="591"/>
                  </a:lnTo>
                  <a:lnTo>
                    <a:pt x="0" y="627"/>
                  </a:lnTo>
                  <a:lnTo>
                    <a:pt x="16" y="627"/>
                  </a:lnTo>
                  <a:cubicBezTo>
                    <a:pt x="16" y="607"/>
                    <a:pt x="0" y="591"/>
                    <a:pt x="16" y="591"/>
                  </a:cubicBezTo>
                  <a:lnTo>
                    <a:pt x="16" y="425"/>
                  </a:lnTo>
                  <a:cubicBezTo>
                    <a:pt x="16" y="405"/>
                    <a:pt x="16" y="389"/>
                    <a:pt x="36" y="389"/>
                  </a:cubicBezTo>
                  <a:cubicBezTo>
                    <a:pt x="53" y="389"/>
                    <a:pt x="53" y="389"/>
                    <a:pt x="69" y="373"/>
                  </a:cubicBezTo>
                  <a:lnTo>
                    <a:pt x="85" y="35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1161;p39">
              <a:extLst>
                <a:ext uri="{FF2B5EF4-FFF2-40B4-BE49-F238E27FC236}">
                  <a16:creationId xmlns:a16="http://schemas.microsoft.com/office/drawing/2014/main" id="{223A8638-E8B7-7311-A957-A09CFEA3580F}"/>
                </a:ext>
              </a:extLst>
            </p:cNvPr>
            <p:cNvSpPr/>
            <p:nvPr/>
          </p:nvSpPr>
          <p:spPr>
            <a:xfrm>
              <a:off x="2315890" y="591377"/>
              <a:ext cx="55523" cy="18574"/>
            </a:xfrm>
            <a:custGeom>
              <a:avLst/>
              <a:gdLst/>
              <a:ahLst/>
              <a:cxnLst/>
              <a:rect l="l" t="t" r="r" b="b"/>
              <a:pathLst>
                <a:path w="559" h="187" extrusionOk="0">
                  <a:moveTo>
                    <a:pt x="558" y="187"/>
                  </a:moveTo>
                  <a:lnTo>
                    <a:pt x="558" y="187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58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1162;p39">
              <a:extLst>
                <a:ext uri="{FF2B5EF4-FFF2-40B4-BE49-F238E27FC236}">
                  <a16:creationId xmlns:a16="http://schemas.microsoft.com/office/drawing/2014/main" id="{762797DD-4759-4DF6-3BF7-DC64C6A04F6C}"/>
                </a:ext>
              </a:extLst>
            </p:cNvPr>
            <p:cNvSpPr/>
            <p:nvPr/>
          </p:nvSpPr>
          <p:spPr>
            <a:xfrm>
              <a:off x="2239310" y="581345"/>
              <a:ext cx="18077" cy="8542"/>
            </a:xfrm>
            <a:custGeom>
              <a:avLst/>
              <a:gdLst/>
              <a:ahLst/>
              <a:cxnLst/>
              <a:rect l="l" t="t" r="r" b="b"/>
              <a:pathLst>
                <a:path w="182" h="86" extrusionOk="0">
                  <a:moveTo>
                    <a:pt x="166" y="1"/>
                  </a:moveTo>
                  <a:cubicBezTo>
                    <a:pt x="150" y="1"/>
                    <a:pt x="117" y="17"/>
                    <a:pt x="101" y="17"/>
                  </a:cubicBezTo>
                  <a:cubicBezTo>
                    <a:pt x="101" y="33"/>
                    <a:pt x="81" y="33"/>
                    <a:pt x="81" y="33"/>
                  </a:cubicBezTo>
                  <a:lnTo>
                    <a:pt x="65" y="53"/>
                  </a:lnTo>
                  <a:cubicBezTo>
                    <a:pt x="32" y="70"/>
                    <a:pt x="16" y="70"/>
                    <a:pt x="0" y="86"/>
                  </a:cubicBezTo>
                  <a:cubicBezTo>
                    <a:pt x="32" y="86"/>
                    <a:pt x="49" y="70"/>
                    <a:pt x="65" y="70"/>
                  </a:cubicBezTo>
                  <a:cubicBezTo>
                    <a:pt x="65" y="53"/>
                    <a:pt x="81" y="53"/>
                    <a:pt x="81" y="53"/>
                  </a:cubicBezTo>
                  <a:cubicBezTo>
                    <a:pt x="101" y="53"/>
                    <a:pt x="101" y="33"/>
                    <a:pt x="117" y="33"/>
                  </a:cubicBezTo>
                  <a:cubicBezTo>
                    <a:pt x="133" y="17"/>
                    <a:pt x="150" y="17"/>
                    <a:pt x="166" y="17"/>
                  </a:cubicBezTo>
                  <a:lnTo>
                    <a:pt x="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1163;p39">
              <a:extLst>
                <a:ext uri="{FF2B5EF4-FFF2-40B4-BE49-F238E27FC236}">
                  <a16:creationId xmlns:a16="http://schemas.microsoft.com/office/drawing/2014/main" id="{0C1FE8D3-972E-8616-88BF-4ECD1CB5199C}"/>
                </a:ext>
              </a:extLst>
            </p:cNvPr>
            <p:cNvSpPr/>
            <p:nvPr/>
          </p:nvSpPr>
          <p:spPr>
            <a:xfrm>
              <a:off x="2285794" y="446164"/>
              <a:ext cx="60290" cy="24931"/>
            </a:xfrm>
            <a:custGeom>
              <a:avLst/>
              <a:gdLst/>
              <a:ahLst/>
              <a:cxnLst/>
              <a:rect l="l" t="t" r="r" b="b"/>
              <a:pathLst>
                <a:path w="607" h="251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49"/>
                    <a:pt x="138" y="65"/>
                    <a:pt x="219" y="102"/>
                  </a:cubicBezTo>
                  <a:cubicBezTo>
                    <a:pt x="271" y="118"/>
                    <a:pt x="304" y="134"/>
                    <a:pt x="356" y="150"/>
                  </a:cubicBezTo>
                  <a:cubicBezTo>
                    <a:pt x="320" y="134"/>
                    <a:pt x="271" y="102"/>
                    <a:pt x="219" y="81"/>
                  </a:cubicBezTo>
                  <a:cubicBezTo>
                    <a:pt x="138" y="65"/>
                    <a:pt x="69" y="33"/>
                    <a:pt x="1" y="1"/>
                  </a:cubicBezTo>
                  <a:close/>
                  <a:moveTo>
                    <a:pt x="356" y="150"/>
                  </a:moveTo>
                  <a:lnTo>
                    <a:pt x="356" y="150"/>
                  </a:lnTo>
                  <a:cubicBezTo>
                    <a:pt x="421" y="182"/>
                    <a:pt x="489" y="203"/>
                    <a:pt x="558" y="235"/>
                  </a:cubicBezTo>
                  <a:lnTo>
                    <a:pt x="574" y="235"/>
                  </a:lnTo>
                  <a:cubicBezTo>
                    <a:pt x="590" y="235"/>
                    <a:pt x="590" y="251"/>
                    <a:pt x="607" y="251"/>
                  </a:cubicBezTo>
                  <a:lnTo>
                    <a:pt x="607" y="235"/>
                  </a:lnTo>
                  <a:lnTo>
                    <a:pt x="590" y="235"/>
                  </a:lnTo>
                  <a:cubicBezTo>
                    <a:pt x="574" y="219"/>
                    <a:pt x="574" y="219"/>
                    <a:pt x="558" y="219"/>
                  </a:cubicBezTo>
                  <a:cubicBezTo>
                    <a:pt x="489" y="203"/>
                    <a:pt x="421" y="166"/>
                    <a:pt x="356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1164;p39">
              <a:extLst>
                <a:ext uri="{FF2B5EF4-FFF2-40B4-BE49-F238E27FC236}">
                  <a16:creationId xmlns:a16="http://schemas.microsoft.com/office/drawing/2014/main" id="{C74090CF-A793-2DF9-78B2-519B6B233F4D}"/>
                </a:ext>
              </a:extLst>
            </p:cNvPr>
            <p:cNvSpPr/>
            <p:nvPr/>
          </p:nvSpPr>
          <p:spPr>
            <a:xfrm>
              <a:off x="1690738" y="496323"/>
              <a:ext cx="43504" cy="31784"/>
            </a:xfrm>
            <a:custGeom>
              <a:avLst/>
              <a:gdLst/>
              <a:ahLst/>
              <a:cxnLst/>
              <a:rect l="l" t="t" r="r" b="b"/>
              <a:pathLst>
                <a:path w="438" h="320" extrusionOk="0">
                  <a:moveTo>
                    <a:pt x="421" y="0"/>
                  </a:moveTo>
                  <a:lnTo>
                    <a:pt x="1" y="32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1165;p39">
              <a:extLst>
                <a:ext uri="{FF2B5EF4-FFF2-40B4-BE49-F238E27FC236}">
                  <a16:creationId xmlns:a16="http://schemas.microsoft.com/office/drawing/2014/main" id="{EA780953-230F-9691-F217-CE109BB75A18}"/>
                </a:ext>
              </a:extLst>
            </p:cNvPr>
            <p:cNvSpPr/>
            <p:nvPr/>
          </p:nvSpPr>
          <p:spPr>
            <a:xfrm>
              <a:off x="2369625" y="680074"/>
              <a:ext cx="8145" cy="3278"/>
            </a:xfrm>
            <a:custGeom>
              <a:avLst/>
              <a:gdLst/>
              <a:ahLst/>
              <a:cxnLst/>
              <a:rect l="l" t="t" r="r" b="b"/>
              <a:pathLst>
                <a:path w="82" h="3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3" y="17"/>
                    <a:pt x="49" y="33"/>
                  </a:cubicBezTo>
                  <a:lnTo>
                    <a:pt x="82" y="33"/>
                  </a:lnTo>
                  <a:lnTo>
                    <a:pt x="82" y="17"/>
                  </a:lnTo>
                  <a:lnTo>
                    <a:pt x="49" y="17"/>
                  </a:lnTo>
                  <a:cubicBezTo>
                    <a:pt x="33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1166;p39">
              <a:extLst>
                <a:ext uri="{FF2B5EF4-FFF2-40B4-BE49-F238E27FC236}">
                  <a16:creationId xmlns:a16="http://schemas.microsoft.com/office/drawing/2014/main" id="{45BAFD8E-1D70-4AA9-43F5-685AD787BBF9}"/>
                </a:ext>
              </a:extLst>
            </p:cNvPr>
            <p:cNvSpPr/>
            <p:nvPr/>
          </p:nvSpPr>
          <p:spPr>
            <a:xfrm>
              <a:off x="2476399" y="936134"/>
              <a:ext cx="175805" cy="44994"/>
            </a:xfrm>
            <a:custGeom>
              <a:avLst/>
              <a:gdLst/>
              <a:ahLst/>
              <a:cxnLst/>
              <a:rect l="l" t="t" r="r" b="b"/>
              <a:pathLst>
                <a:path w="1770" h="453" extrusionOk="0">
                  <a:moveTo>
                    <a:pt x="42" y="1"/>
                  </a:moveTo>
                  <a:cubicBezTo>
                    <a:pt x="32" y="1"/>
                    <a:pt x="19" y="6"/>
                    <a:pt x="0" y="16"/>
                  </a:cubicBezTo>
                  <a:cubicBezTo>
                    <a:pt x="37" y="16"/>
                    <a:pt x="53" y="16"/>
                    <a:pt x="69" y="32"/>
                  </a:cubicBezTo>
                  <a:cubicBezTo>
                    <a:pt x="85" y="32"/>
                    <a:pt x="101" y="48"/>
                    <a:pt x="118" y="48"/>
                  </a:cubicBezTo>
                  <a:lnTo>
                    <a:pt x="154" y="48"/>
                  </a:lnTo>
                  <a:cubicBezTo>
                    <a:pt x="287" y="81"/>
                    <a:pt x="388" y="117"/>
                    <a:pt x="489" y="133"/>
                  </a:cubicBezTo>
                  <a:cubicBezTo>
                    <a:pt x="590" y="166"/>
                    <a:pt x="675" y="182"/>
                    <a:pt x="760" y="218"/>
                  </a:cubicBezTo>
                  <a:cubicBezTo>
                    <a:pt x="825" y="234"/>
                    <a:pt x="877" y="250"/>
                    <a:pt x="926" y="267"/>
                  </a:cubicBezTo>
                  <a:cubicBezTo>
                    <a:pt x="962" y="267"/>
                    <a:pt x="994" y="267"/>
                    <a:pt x="1027" y="283"/>
                  </a:cubicBezTo>
                  <a:cubicBezTo>
                    <a:pt x="1063" y="283"/>
                    <a:pt x="1111" y="299"/>
                    <a:pt x="1164" y="319"/>
                  </a:cubicBezTo>
                  <a:cubicBezTo>
                    <a:pt x="1196" y="335"/>
                    <a:pt x="1229" y="335"/>
                    <a:pt x="1281" y="351"/>
                  </a:cubicBezTo>
                  <a:cubicBezTo>
                    <a:pt x="1313" y="351"/>
                    <a:pt x="1350" y="368"/>
                    <a:pt x="1382" y="384"/>
                  </a:cubicBezTo>
                  <a:cubicBezTo>
                    <a:pt x="1451" y="400"/>
                    <a:pt x="1499" y="420"/>
                    <a:pt x="1568" y="420"/>
                  </a:cubicBezTo>
                  <a:cubicBezTo>
                    <a:pt x="1515" y="400"/>
                    <a:pt x="1451" y="384"/>
                    <a:pt x="1382" y="368"/>
                  </a:cubicBezTo>
                  <a:cubicBezTo>
                    <a:pt x="1350" y="351"/>
                    <a:pt x="1313" y="351"/>
                    <a:pt x="1281" y="335"/>
                  </a:cubicBezTo>
                  <a:cubicBezTo>
                    <a:pt x="1249" y="335"/>
                    <a:pt x="1196" y="319"/>
                    <a:pt x="1164" y="299"/>
                  </a:cubicBezTo>
                  <a:cubicBezTo>
                    <a:pt x="1111" y="283"/>
                    <a:pt x="1079" y="283"/>
                    <a:pt x="1027" y="267"/>
                  </a:cubicBezTo>
                  <a:cubicBezTo>
                    <a:pt x="994" y="267"/>
                    <a:pt x="962" y="250"/>
                    <a:pt x="946" y="250"/>
                  </a:cubicBezTo>
                  <a:cubicBezTo>
                    <a:pt x="877" y="234"/>
                    <a:pt x="825" y="218"/>
                    <a:pt x="776" y="198"/>
                  </a:cubicBezTo>
                  <a:cubicBezTo>
                    <a:pt x="675" y="182"/>
                    <a:pt x="590" y="149"/>
                    <a:pt x="505" y="133"/>
                  </a:cubicBezTo>
                  <a:cubicBezTo>
                    <a:pt x="404" y="97"/>
                    <a:pt x="287" y="65"/>
                    <a:pt x="154" y="32"/>
                  </a:cubicBezTo>
                  <a:lnTo>
                    <a:pt x="118" y="32"/>
                  </a:lnTo>
                  <a:cubicBezTo>
                    <a:pt x="101" y="32"/>
                    <a:pt x="85" y="32"/>
                    <a:pt x="69" y="16"/>
                  </a:cubicBezTo>
                  <a:cubicBezTo>
                    <a:pt x="61" y="6"/>
                    <a:pt x="53" y="1"/>
                    <a:pt x="42" y="1"/>
                  </a:cubicBezTo>
                  <a:close/>
                  <a:moveTo>
                    <a:pt x="1568" y="420"/>
                  </a:moveTo>
                  <a:cubicBezTo>
                    <a:pt x="1584" y="436"/>
                    <a:pt x="1600" y="436"/>
                    <a:pt x="1616" y="436"/>
                  </a:cubicBezTo>
                  <a:cubicBezTo>
                    <a:pt x="1669" y="452"/>
                    <a:pt x="1717" y="452"/>
                    <a:pt x="1754" y="452"/>
                  </a:cubicBezTo>
                  <a:lnTo>
                    <a:pt x="1770" y="452"/>
                  </a:lnTo>
                  <a:cubicBezTo>
                    <a:pt x="1717" y="452"/>
                    <a:pt x="1669" y="436"/>
                    <a:pt x="1616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1167;p39">
              <a:extLst>
                <a:ext uri="{FF2B5EF4-FFF2-40B4-BE49-F238E27FC236}">
                  <a16:creationId xmlns:a16="http://schemas.microsoft.com/office/drawing/2014/main" id="{0CC97A29-8847-607E-159E-EFFB62D1A6ED}"/>
                </a:ext>
              </a:extLst>
            </p:cNvPr>
            <p:cNvSpPr/>
            <p:nvPr/>
          </p:nvSpPr>
          <p:spPr>
            <a:xfrm>
              <a:off x="2281027" y="706991"/>
              <a:ext cx="3278" cy="8145"/>
            </a:xfrm>
            <a:custGeom>
              <a:avLst/>
              <a:gdLst/>
              <a:ahLst/>
              <a:cxnLst/>
              <a:rect l="l" t="t" r="r" b="b"/>
              <a:pathLst>
                <a:path w="33" h="82" extrusionOk="0">
                  <a:moveTo>
                    <a:pt x="0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6" y="81"/>
                  </a:lnTo>
                  <a:lnTo>
                    <a:pt x="32" y="81"/>
                  </a:lnTo>
                  <a:lnTo>
                    <a:pt x="32" y="65"/>
                  </a:lnTo>
                  <a:lnTo>
                    <a:pt x="16" y="65"/>
                  </a:lnTo>
                  <a:lnTo>
                    <a:pt x="16" y="49"/>
                  </a:lnTo>
                  <a:cubicBezTo>
                    <a:pt x="16" y="33"/>
                    <a:pt x="0" y="16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1168;p39">
              <a:extLst>
                <a:ext uri="{FF2B5EF4-FFF2-40B4-BE49-F238E27FC236}">
                  <a16:creationId xmlns:a16="http://schemas.microsoft.com/office/drawing/2014/main" id="{D4AB43A4-92DC-8A0A-F50D-BA46D0ECB56C}"/>
                </a:ext>
              </a:extLst>
            </p:cNvPr>
            <p:cNvSpPr/>
            <p:nvPr/>
          </p:nvSpPr>
          <p:spPr>
            <a:xfrm>
              <a:off x="2315890" y="372365"/>
              <a:ext cx="18574" cy="8542"/>
            </a:xfrm>
            <a:custGeom>
              <a:avLst/>
              <a:gdLst/>
              <a:ahLst/>
              <a:cxnLst/>
              <a:rect l="l" t="t" r="r" b="b"/>
              <a:pathLst>
                <a:path w="187" h="86" extrusionOk="0">
                  <a:moveTo>
                    <a:pt x="17" y="0"/>
                  </a:moveTo>
                  <a:lnTo>
                    <a:pt x="1" y="16"/>
                  </a:lnTo>
                  <a:lnTo>
                    <a:pt x="17" y="16"/>
                  </a:lnTo>
                  <a:cubicBezTo>
                    <a:pt x="69" y="37"/>
                    <a:pt x="118" y="69"/>
                    <a:pt x="186" y="85"/>
                  </a:cubicBezTo>
                  <a:lnTo>
                    <a:pt x="186" y="69"/>
                  </a:lnTo>
                  <a:cubicBezTo>
                    <a:pt x="138" y="53"/>
                    <a:pt x="69" y="3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1169;p39">
              <a:extLst>
                <a:ext uri="{FF2B5EF4-FFF2-40B4-BE49-F238E27FC236}">
                  <a16:creationId xmlns:a16="http://schemas.microsoft.com/office/drawing/2014/main" id="{9817D2ED-9DA3-2DFA-31A5-2AC079C5AC46}"/>
                </a:ext>
              </a:extLst>
            </p:cNvPr>
            <p:cNvSpPr/>
            <p:nvPr/>
          </p:nvSpPr>
          <p:spPr>
            <a:xfrm>
              <a:off x="1662331" y="787246"/>
              <a:ext cx="70223" cy="40227"/>
            </a:xfrm>
            <a:custGeom>
              <a:avLst/>
              <a:gdLst/>
              <a:ahLst/>
              <a:cxnLst/>
              <a:rect l="l" t="t" r="r" b="b"/>
              <a:pathLst>
                <a:path w="707" h="405" extrusionOk="0">
                  <a:moveTo>
                    <a:pt x="707" y="0"/>
                  </a:moveTo>
                  <a:cubicBezTo>
                    <a:pt x="675" y="0"/>
                    <a:pt x="658" y="16"/>
                    <a:pt x="638" y="33"/>
                  </a:cubicBezTo>
                  <a:cubicBezTo>
                    <a:pt x="658" y="33"/>
                    <a:pt x="675" y="16"/>
                    <a:pt x="707" y="16"/>
                  </a:cubicBezTo>
                  <a:lnTo>
                    <a:pt x="707" y="0"/>
                  </a:lnTo>
                  <a:close/>
                  <a:moveTo>
                    <a:pt x="638" y="33"/>
                  </a:moveTo>
                  <a:cubicBezTo>
                    <a:pt x="622" y="33"/>
                    <a:pt x="622" y="33"/>
                    <a:pt x="606" y="49"/>
                  </a:cubicBezTo>
                  <a:cubicBezTo>
                    <a:pt x="505" y="101"/>
                    <a:pt x="404" y="166"/>
                    <a:pt x="287" y="235"/>
                  </a:cubicBezTo>
                  <a:cubicBezTo>
                    <a:pt x="218" y="267"/>
                    <a:pt x="154" y="319"/>
                    <a:pt x="69" y="352"/>
                  </a:cubicBezTo>
                  <a:lnTo>
                    <a:pt x="69" y="368"/>
                  </a:lnTo>
                  <a:cubicBezTo>
                    <a:pt x="53" y="368"/>
                    <a:pt x="32" y="384"/>
                    <a:pt x="16" y="384"/>
                  </a:cubicBezTo>
                  <a:lnTo>
                    <a:pt x="0" y="384"/>
                  </a:lnTo>
                  <a:lnTo>
                    <a:pt x="16" y="404"/>
                  </a:lnTo>
                  <a:cubicBezTo>
                    <a:pt x="32" y="404"/>
                    <a:pt x="53" y="384"/>
                    <a:pt x="69" y="384"/>
                  </a:cubicBezTo>
                  <a:lnTo>
                    <a:pt x="85" y="368"/>
                  </a:lnTo>
                  <a:cubicBezTo>
                    <a:pt x="154" y="336"/>
                    <a:pt x="218" y="283"/>
                    <a:pt x="303" y="235"/>
                  </a:cubicBezTo>
                  <a:cubicBezTo>
                    <a:pt x="404" y="182"/>
                    <a:pt x="505" y="117"/>
                    <a:pt x="622" y="49"/>
                  </a:cubicBezTo>
                  <a:cubicBezTo>
                    <a:pt x="622" y="49"/>
                    <a:pt x="638" y="49"/>
                    <a:pt x="6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1170;p39">
              <a:extLst>
                <a:ext uri="{FF2B5EF4-FFF2-40B4-BE49-F238E27FC236}">
                  <a16:creationId xmlns:a16="http://schemas.microsoft.com/office/drawing/2014/main" id="{6F93AAE4-6208-975A-61D0-54327B679703}"/>
                </a:ext>
              </a:extLst>
            </p:cNvPr>
            <p:cNvSpPr/>
            <p:nvPr/>
          </p:nvSpPr>
          <p:spPr>
            <a:xfrm>
              <a:off x="1669085" y="755164"/>
              <a:ext cx="63469" cy="36949"/>
            </a:xfrm>
            <a:custGeom>
              <a:avLst/>
              <a:gdLst/>
              <a:ahLst/>
              <a:cxnLst/>
              <a:rect l="l" t="t" r="r" b="b"/>
              <a:pathLst>
                <a:path w="639" h="372" extrusionOk="0">
                  <a:moveTo>
                    <a:pt x="639" y="0"/>
                  </a:moveTo>
                  <a:cubicBezTo>
                    <a:pt x="623" y="0"/>
                    <a:pt x="590" y="0"/>
                    <a:pt x="570" y="20"/>
                  </a:cubicBezTo>
                  <a:cubicBezTo>
                    <a:pt x="437" y="101"/>
                    <a:pt x="304" y="170"/>
                    <a:pt x="187" y="255"/>
                  </a:cubicBezTo>
                  <a:cubicBezTo>
                    <a:pt x="134" y="271"/>
                    <a:pt x="102" y="303"/>
                    <a:pt x="49" y="339"/>
                  </a:cubicBezTo>
                  <a:cubicBezTo>
                    <a:pt x="33" y="339"/>
                    <a:pt x="33" y="339"/>
                    <a:pt x="17" y="356"/>
                  </a:cubicBezTo>
                  <a:lnTo>
                    <a:pt x="1" y="356"/>
                  </a:lnTo>
                  <a:lnTo>
                    <a:pt x="1" y="372"/>
                  </a:lnTo>
                  <a:lnTo>
                    <a:pt x="17" y="372"/>
                  </a:lnTo>
                  <a:lnTo>
                    <a:pt x="33" y="356"/>
                  </a:lnTo>
                  <a:cubicBezTo>
                    <a:pt x="33" y="356"/>
                    <a:pt x="49" y="356"/>
                    <a:pt x="65" y="339"/>
                  </a:cubicBezTo>
                  <a:cubicBezTo>
                    <a:pt x="102" y="323"/>
                    <a:pt x="150" y="287"/>
                    <a:pt x="203" y="255"/>
                  </a:cubicBezTo>
                  <a:cubicBezTo>
                    <a:pt x="320" y="186"/>
                    <a:pt x="437" y="121"/>
                    <a:pt x="570" y="36"/>
                  </a:cubicBezTo>
                  <a:lnTo>
                    <a:pt x="590" y="36"/>
                  </a:lnTo>
                  <a:cubicBezTo>
                    <a:pt x="607" y="20"/>
                    <a:pt x="623" y="0"/>
                    <a:pt x="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1171;p39">
              <a:extLst>
                <a:ext uri="{FF2B5EF4-FFF2-40B4-BE49-F238E27FC236}">
                  <a16:creationId xmlns:a16="http://schemas.microsoft.com/office/drawing/2014/main" id="{9D18141E-31A8-C46F-CB4C-B020EB3A4EB1}"/>
                </a:ext>
              </a:extLst>
            </p:cNvPr>
            <p:cNvSpPr/>
            <p:nvPr/>
          </p:nvSpPr>
          <p:spPr>
            <a:xfrm>
              <a:off x="2190740" y="937723"/>
              <a:ext cx="3278" cy="43405"/>
            </a:xfrm>
            <a:custGeom>
              <a:avLst/>
              <a:gdLst/>
              <a:ahLst/>
              <a:cxnLst/>
              <a:rect l="l" t="t" r="r" b="b"/>
              <a:pathLst>
                <a:path w="33" h="437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close/>
                  <a:moveTo>
                    <a:pt x="16" y="16"/>
                  </a:moveTo>
                  <a:cubicBezTo>
                    <a:pt x="0" y="81"/>
                    <a:pt x="16" y="166"/>
                    <a:pt x="16" y="234"/>
                  </a:cubicBezTo>
                  <a:lnTo>
                    <a:pt x="16" y="420"/>
                  </a:lnTo>
                  <a:lnTo>
                    <a:pt x="33" y="436"/>
                  </a:lnTo>
                  <a:lnTo>
                    <a:pt x="33" y="420"/>
                  </a:lnTo>
                  <a:lnTo>
                    <a:pt x="33" y="234"/>
                  </a:lnTo>
                  <a:cubicBezTo>
                    <a:pt x="16" y="166"/>
                    <a:pt x="16" y="81"/>
                    <a:pt x="16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1172;p39">
              <a:extLst>
                <a:ext uri="{FF2B5EF4-FFF2-40B4-BE49-F238E27FC236}">
                  <a16:creationId xmlns:a16="http://schemas.microsoft.com/office/drawing/2014/main" id="{999FA392-CA2A-B2EF-5C89-403503AA06C9}"/>
                </a:ext>
              </a:extLst>
            </p:cNvPr>
            <p:cNvSpPr/>
            <p:nvPr/>
          </p:nvSpPr>
          <p:spPr>
            <a:xfrm>
              <a:off x="1679117" y="740265"/>
              <a:ext cx="55125" cy="33373"/>
            </a:xfrm>
            <a:custGeom>
              <a:avLst/>
              <a:gdLst/>
              <a:ahLst/>
              <a:cxnLst/>
              <a:rect l="l" t="t" r="r" b="b"/>
              <a:pathLst>
                <a:path w="555" h="336" extrusionOk="0">
                  <a:moveTo>
                    <a:pt x="554" y="1"/>
                  </a:moveTo>
                  <a:cubicBezTo>
                    <a:pt x="538" y="1"/>
                    <a:pt x="522" y="1"/>
                    <a:pt x="506" y="17"/>
                  </a:cubicBezTo>
                  <a:cubicBezTo>
                    <a:pt x="453" y="49"/>
                    <a:pt x="388" y="102"/>
                    <a:pt x="320" y="134"/>
                  </a:cubicBezTo>
                  <a:cubicBezTo>
                    <a:pt x="287" y="150"/>
                    <a:pt x="251" y="170"/>
                    <a:pt x="219" y="203"/>
                  </a:cubicBezTo>
                  <a:cubicBezTo>
                    <a:pt x="251" y="186"/>
                    <a:pt x="287" y="170"/>
                    <a:pt x="336" y="150"/>
                  </a:cubicBezTo>
                  <a:cubicBezTo>
                    <a:pt x="388" y="102"/>
                    <a:pt x="453" y="69"/>
                    <a:pt x="522" y="33"/>
                  </a:cubicBezTo>
                  <a:cubicBezTo>
                    <a:pt x="522" y="17"/>
                    <a:pt x="538" y="17"/>
                    <a:pt x="554" y="17"/>
                  </a:cubicBezTo>
                  <a:lnTo>
                    <a:pt x="554" y="1"/>
                  </a:lnTo>
                  <a:close/>
                  <a:moveTo>
                    <a:pt x="219" y="203"/>
                  </a:moveTo>
                  <a:cubicBezTo>
                    <a:pt x="203" y="203"/>
                    <a:pt x="166" y="219"/>
                    <a:pt x="150" y="235"/>
                  </a:cubicBezTo>
                  <a:cubicBezTo>
                    <a:pt x="102" y="271"/>
                    <a:pt x="49" y="304"/>
                    <a:pt x="1" y="320"/>
                  </a:cubicBezTo>
                  <a:lnTo>
                    <a:pt x="1" y="336"/>
                  </a:lnTo>
                  <a:lnTo>
                    <a:pt x="17" y="336"/>
                  </a:lnTo>
                  <a:cubicBezTo>
                    <a:pt x="65" y="304"/>
                    <a:pt x="118" y="287"/>
                    <a:pt x="166" y="251"/>
                  </a:cubicBezTo>
                  <a:cubicBezTo>
                    <a:pt x="186" y="235"/>
                    <a:pt x="203" y="219"/>
                    <a:pt x="219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1173;p39">
              <a:extLst>
                <a:ext uri="{FF2B5EF4-FFF2-40B4-BE49-F238E27FC236}">
                  <a16:creationId xmlns:a16="http://schemas.microsoft.com/office/drawing/2014/main" id="{14FC71E1-5BB7-5B72-AA1D-355876551A07}"/>
                </a:ext>
              </a:extLst>
            </p:cNvPr>
            <p:cNvSpPr/>
            <p:nvPr/>
          </p:nvSpPr>
          <p:spPr>
            <a:xfrm>
              <a:off x="2342807" y="382397"/>
              <a:ext cx="21752" cy="70322"/>
            </a:xfrm>
            <a:custGeom>
              <a:avLst/>
              <a:gdLst/>
              <a:ahLst/>
              <a:cxnLst/>
              <a:rect l="l" t="t" r="r" b="b"/>
              <a:pathLst>
                <a:path w="219" h="70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"/>
                    <a:pt x="33" y="37"/>
                    <a:pt x="49" y="37"/>
                  </a:cubicBezTo>
                  <a:cubicBezTo>
                    <a:pt x="69" y="37"/>
                    <a:pt x="69" y="53"/>
                    <a:pt x="85" y="53"/>
                  </a:cubicBezTo>
                  <a:cubicBezTo>
                    <a:pt x="101" y="53"/>
                    <a:pt x="117" y="69"/>
                    <a:pt x="117" y="69"/>
                  </a:cubicBezTo>
                  <a:cubicBezTo>
                    <a:pt x="134" y="69"/>
                    <a:pt x="150" y="69"/>
                    <a:pt x="150" y="101"/>
                  </a:cubicBezTo>
                  <a:lnTo>
                    <a:pt x="150" y="170"/>
                  </a:lnTo>
                  <a:cubicBezTo>
                    <a:pt x="150" y="186"/>
                    <a:pt x="150" y="202"/>
                    <a:pt x="170" y="218"/>
                  </a:cubicBezTo>
                  <a:lnTo>
                    <a:pt x="170" y="170"/>
                  </a:lnTo>
                  <a:lnTo>
                    <a:pt x="170" y="101"/>
                  </a:lnTo>
                  <a:cubicBezTo>
                    <a:pt x="170" y="69"/>
                    <a:pt x="150" y="53"/>
                    <a:pt x="117" y="53"/>
                  </a:cubicBezTo>
                  <a:cubicBezTo>
                    <a:pt x="117" y="53"/>
                    <a:pt x="101" y="53"/>
                    <a:pt x="101" y="37"/>
                  </a:cubicBezTo>
                  <a:lnTo>
                    <a:pt x="85" y="37"/>
                  </a:lnTo>
                  <a:cubicBezTo>
                    <a:pt x="69" y="37"/>
                    <a:pt x="69" y="37"/>
                    <a:pt x="49" y="16"/>
                  </a:cubicBezTo>
                  <a:cubicBezTo>
                    <a:pt x="33" y="16"/>
                    <a:pt x="16" y="16"/>
                    <a:pt x="0" y="0"/>
                  </a:cubicBezTo>
                  <a:close/>
                  <a:moveTo>
                    <a:pt x="170" y="239"/>
                  </a:moveTo>
                  <a:lnTo>
                    <a:pt x="170" y="303"/>
                  </a:lnTo>
                  <a:cubicBezTo>
                    <a:pt x="186" y="287"/>
                    <a:pt x="186" y="255"/>
                    <a:pt x="170" y="239"/>
                  </a:cubicBezTo>
                  <a:close/>
                  <a:moveTo>
                    <a:pt x="170" y="303"/>
                  </a:moveTo>
                  <a:cubicBezTo>
                    <a:pt x="150" y="319"/>
                    <a:pt x="170" y="319"/>
                    <a:pt x="170" y="340"/>
                  </a:cubicBezTo>
                  <a:lnTo>
                    <a:pt x="170" y="356"/>
                  </a:lnTo>
                  <a:lnTo>
                    <a:pt x="170" y="388"/>
                  </a:lnTo>
                  <a:cubicBezTo>
                    <a:pt x="186" y="404"/>
                    <a:pt x="186" y="420"/>
                    <a:pt x="170" y="441"/>
                  </a:cubicBezTo>
                  <a:lnTo>
                    <a:pt x="170" y="457"/>
                  </a:lnTo>
                  <a:cubicBezTo>
                    <a:pt x="186" y="457"/>
                    <a:pt x="186" y="473"/>
                    <a:pt x="186" y="505"/>
                  </a:cubicBezTo>
                  <a:lnTo>
                    <a:pt x="186" y="542"/>
                  </a:lnTo>
                  <a:cubicBezTo>
                    <a:pt x="202" y="558"/>
                    <a:pt x="202" y="590"/>
                    <a:pt x="186" y="622"/>
                  </a:cubicBezTo>
                  <a:cubicBezTo>
                    <a:pt x="186" y="643"/>
                    <a:pt x="202" y="643"/>
                    <a:pt x="202" y="659"/>
                  </a:cubicBezTo>
                  <a:lnTo>
                    <a:pt x="202" y="622"/>
                  </a:lnTo>
                  <a:lnTo>
                    <a:pt x="202" y="542"/>
                  </a:lnTo>
                  <a:lnTo>
                    <a:pt x="202" y="505"/>
                  </a:lnTo>
                  <a:cubicBezTo>
                    <a:pt x="202" y="473"/>
                    <a:pt x="202" y="457"/>
                    <a:pt x="186" y="441"/>
                  </a:cubicBezTo>
                  <a:lnTo>
                    <a:pt x="186" y="388"/>
                  </a:lnTo>
                  <a:lnTo>
                    <a:pt x="186" y="356"/>
                  </a:lnTo>
                  <a:lnTo>
                    <a:pt x="186" y="319"/>
                  </a:lnTo>
                  <a:cubicBezTo>
                    <a:pt x="170" y="319"/>
                    <a:pt x="170" y="319"/>
                    <a:pt x="170" y="303"/>
                  </a:cubicBezTo>
                  <a:close/>
                  <a:moveTo>
                    <a:pt x="202" y="659"/>
                  </a:moveTo>
                  <a:cubicBezTo>
                    <a:pt x="202" y="675"/>
                    <a:pt x="202" y="691"/>
                    <a:pt x="186" y="691"/>
                  </a:cubicBezTo>
                  <a:lnTo>
                    <a:pt x="202" y="707"/>
                  </a:lnTo>
                  <a:cubicBezTo>
                    <a:pt x="218" y="691"/>
                    <a:pt x="218" y="675"/>
                    <a:pt x="202" y="6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1174;p39">
              <a:extLst>
                <a:ext uri="{FF2B5EF4-FFF2-40B4-BE49-F238E27FC236}">
                  <a16:creationId xmlns:a16="http://schemas.microsoft.com/office/drawing/2014/main" id="{9E166C47-E6FC-C350-403B-F54233A418AC}"/>
                </a:ext>
              </a:extLst>
            </p:cNvPr>
            <p:cNvSpPr/>
            <p:nvPr/>
          </p:nvSpPr>
          <p:spPr>
            <a:xfrm>
              <a:off x="2456335" y="419247"/>
              <a:ext cx="3675" cy="33473"/>
            </a:xfrm>
            <a:custGeom>
              <a:avLst/>
              <a:gdLst/>
              <a:ahLst/>
              <a:cxnLst/>
              <a:rect l="l" t="t" r="r" b="b"/>
              <a:pathLst>
                <a:path w="37" h="337" extrusionOk="0">
                  <a:moveTo>
                    <a:pt x="1" y="1"/>
                  </a:moveTo>
                  <a:lnTo>
                    <a:pt x="1" y="33"/>
                  </a:lnTo>
                  <a:lnTo>
                    <a:pt x="1" y="70"/>
                  </a:lnTo>
                  <a:lnTo>
                    <a:pt x="1" y="171"/>
                  </a:lnTo>
                  <a:cubicBezTo>
                    <a:pt x="17" y="203"/>
                    <a:pt x="17" y="251"/>
                    <a:pt x="17" y="288"/>
                  </a:cubicBezTo>
                  <a:lnTo>
                    <a:pt x="17" y="320"/>
                  </a:lnTo>
                  <a:lnTo>
                    <a:pt x="37" y="336"/>
                  </a:lnTo>
                  <a:lnTo>
                    <a:pt x="37" y="320"/>
                  </a:lnTo>
                  <a:lnTo>
                    <a:pt x="37" y="288"/>
                  </a:lnTo>
                  <a:cubicBezTo>
                    <a:pt x="37" y="251"/>
                    <a:pt x="37" y="203"/>
                    <a:pt x="17" y="150"/>
                  </a:cubicBezTo>
                  <a:lnTo>
                    <a:pt x="17" y="49"/>
                  </a:lnTo>
                  <a:lnTo>
                    <a:pt x="17" y="33"/>
                  </a:lnTo>
                  <a:cubicBezTo>
                    <a:pt x="17" y="33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1175;p39">
              <a:extLst>
                <a:ext uri="{FF2B5EF4-FFF2-40B4-BE49-F238E27FC236}">
                  <a16:creationId xmlns:a16="http://schemas.microsoft.com/office/drawing/2014/main" id="{22E1D6D7-590D-46E9-EE06-C25426D6921A}"/>
                </a:ext>
              </a:extLst>
            </p:cNvPr>
            <p:cNvSpPr/>
            <p:nvPr/>
          </p:nvSpPr>
          <p:spPr>
            <a:xfrm>
              <a:off x="1679117" y="449342"/>
              <a:ext cx="60290" cy="45094"/>
            </a:xfrm>
            <a:custGeom>
              <a:avLst/>
              <a:gdLst/>
              <a:ahLst/>
              <a:cxnLst/>
              <a:rect l="l" t="t" r="r" b="b"/>
              <a:pathLst>
                <a:path w="607" h="454" extrusionOk="0">
                  <a:moveTo>
                    <a:pt x="607" y="1"/>
                  </a:moveTo>
                  <a:cubicBezTo>
                    <a:pt x="590" y="1"/>
                    <a:pt x="570" y="1"/>
                    <a:pt x="554" y="17"/>
                  </a:cubicBezTo>
                  <a:cubicBezTo>
                    <a:pt x="489" y="86"/>
                    <a:pt x="405" y="134"/>
                    <a:pt x="336" y="187"/>
                  </a:cubicBezTo>
                  <a:cubicBezTo>
                    <a:pt x="235" y="271"/>
                    <a:pt x="118" y="352"/>
                    <a:pt x="17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118" y="372"/>
                    <a:pt x="235" y="288"/>
                    <a:pt x="336" y="203"/>
                  </a:cubicBezTo>
                  <a:cubicBezTo>
                    <a:pt x="421" y="150"/>
                    <a:pt x="489" y="86"/>
                    <a:pt x="554" y="33"/>
                  </a:cubicBezTo>
                  <a:cubicBezTo>
                    <a:pt x="570" y="17"/>
                    <a:pt x="590" y="17"/>
                    <a:pt x="607" y="17"/>
                  </a:cubicBezTo>
                  <a:lnTo>
                    <a:pt x="6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1176;p39">
              <a:extLst>
                <a:ext uri="{FF2B5EF4-FFF2-40B4-BE49-F238E27FC236}">
                  <a16:creationId xmlns:a16="http://schemas.microsoft.com/office/drawing/2014/main" id="{2FF27FFD-516B-CBAE-08A4-C43F427B25CC}"/>
                </a:ext>
              </a:extLst>
            </p:cNvPr>
            <p:cNvSpPr/>
            <p:nvPr/>
          </p:nvSpPr>
          <p:spPr>
            <a:xfrm>
              <a:off x="1660643" y="496323"/>
              <a:ext cx="14998" cy="379223"/>
            </a:xfrm>
            <a:custGeom>
              <a:avLst/>
              <a:gdLst/>
              <a:ahLst/>
              <a:cxnLst/>
              <a:rect l="l" t="t" r="r" b="b"/>
              <a:pathLst>
                <a:path w="151" h="3818" extrusionOk="0">
                  <a:moveTo>
                    <a:pt x="150" y="0"/>
                  </a:moveTo>
                  <a:cubicBezTo>
                    <a:pt x="118" y="17"/>
                    <a:pt x="118" y="33"/>
                    <a:pt x="118" y="49"/>
                  </a:cubicBezTo>
                  <a:lnTo>
                    <a:pt x="118" y="65"/>
                  </a:lnTo>
                  <a:cubicBezTo>
                    <a:pt x="118" y="118"/>
                    <a:pt x="134" y="150"/>
                    <a:pt x="118" y="202"/>
                  </a:cubicBezTo>
                  <a:lnTo>
                    <a:pt x="118" y="320"/>
                  </a:lnTo>
                  <a:cubicBezTo>
                    <a:pt x="118" y="368"/>
                    <a:pt x="118" y="421"/>
                    <a:pt x="102" y="469"/>
                  </a:cubicBezTo>
                  <a:lnTo>
                    <a:pt x="102" y="522"/>
                  </a:lnTo>
                  <a:lnTo>
                    <a:pt x="102" y="538"/>
                  </a:lnTo>
                  <a:cubicBezTo>
                    <a:pt x="118" y="554"/>
                    <a:pt x="102" y="586"/>
                    <a:pt x="102" y="623"/>
                  </a:cubicBezTo>
                  <a:lnTo>
                    <a:pt x="102" y="687"/>
                  </a:lnTo>
                  <a:lnTo>
                    <a:pt x="102" y="825"/>
                  </a:lnTo>
                  <a:lnTo>
                    <a:pt x="102" y="926"/>
                  </a:lnTo>
                  <a:lnTo>
                    <a:pt x="102" y="942"/>
                  </a:lnTo>
                  <a:lnTo>
                    <a:pt x="102" y="974"/>
                  </a:lnTo>
                  <a:cubicBezTo>
                    <a:pt x="102" y="990"/>
                    <a:pt x="86" y="1010"/>
                    <a:pt x="102" y="1027"/>
                  </a:cubicBezTo>
                  <a:lnTo>
                    <a:pt x="102" y="990"/>
                  </a:lnTo>
                  <a:cubicBezTo>
                    <a:pt x="118" y="974"/>
                    <a:pt x="118" y="958"/>
                    <a:pt x="118" y="942"/>
                  </a:cubicBezTo>
                  <a:lnTo>
                    <a:pt x="118" y="926"/>
                  </a:lnTo>
                  <a:cubicBezTo>
                    <a:pt x="118" y="889"/>
                    <a:pt x="102" y="857"/>
                    <a:pt x="118" y="841"/>
                  </a:cubicBezTo>
                  <a:lnTo>
                    <a:pt x="118" y="687"/>
                  </a:lnTo>
                  <a:lnTo>
                    <a:pt x="118" y="623"/>
                  </a:lnTo>
                  <a:lnTo>
                    <a:pt x="118" y="538"/>
                  </a:lnTo>
                  <a:lnTo>
                    <a:pt x="118" y="505"/>
                  </a:lnTo>
                  <a:lnTo>
                    <a:pt x="118" y="469"/>
                  </a:lnTo>
                  <a:cubicBezTo>
                    <a:pt x="134" y="421"/>
                    <a:pt x="134" y="368"/>
                    <a:pt x="134" y="320"/>
                  </a:cubicBezTo>
                  <a:lnTo>
                    <a:pt x="134" y="202"/>
                  </a:lnTo>
                  <a:lnTo>
                    <a:pt x="134" y="65"/>
                  </a:lnTo>
                  <a:lnTo>
                    <a:pt x="134" y="49"/>
                  </a:lnTo>
                  <a:cubicBezTo>
                    <a:pt x="134" y="33"/>
                    <a:pt x="134" y="17"/>
                    <a:pt x="150" y="17"/>
                  </a:cubicBezTo>
                  <a:lnTo>
                    <a:pt x="150" y="0"/>
                  </a:lnTo>
                  <a:close/>
                  <a:moveTo>
                    <a:pt x="102" y="1027"/>
                  </a:moveTo>
                  <a:cubicBezTo>
                    <a:pt x="102" y="1059"/>
                    <a:pt x="102" y="1075"/>
                    <a:pt x="86" y="1111"/>
                  </a:cubicBezTo>
                  <a:lnTo>
                    <a:pt x="86" y="1261"/>
                  </a:lnTo>
                  <a:lnTo>
                    <a:pt x="86" y="1330"/>
                  </a:lnTo>
                  <a:lnTo>
                    <a:pt x="86" y="1414"/>
                  </a:lnTo>
                  <a:lnTo>
                    <a:pt x="86" y="1495"/>
                  </a:lnTo>
                  <a:cubicBezTo>
                    <a:pt x="86" y="1463"/>
                    <a:pt x="102" y="1447"/>
                    <a:pt x="102" y="1414"/>
                  </a:cubicBezTo>
                  <a:lnTo>
                    <a:pt x="102" y="1330"/>
                  </a:lnTo>
                  <a:lnTo>
                    <a:pt x="102" y="1261"/>
                  </a:lnTo>
                  <a:lnTo>
                    <a:pt x="102" y="1111"/>
                  </a:lnTo>
                  <a:lnTo>
                    <a:pt x="102" y="1027"/>
                  </a:lnTo>
                  <a:close/>
                  <a:moveTo>
                    <a:pt x="86" y="1495"/>
                  </a:moveTo>
                  <a:cubicBezTo>
                    <a:pt x="86" y="1515"/>
                    <a:pt x="86" y="1532"/>
                    <a:pt x="70" y="1548"/>
                  </a:cubicBezTo>
                  <a:lnTo>
                    <a:pt x="70" y="1649"/>
                  </a:lnTo>
                  <a:lnTo>
                    <a:pt x="70" y="1798"/>
                  </a:lnTo>
                  <a:lnTo>
                    <a:pt x="70" y="1867"/>
                  </a:lnTo>
                  <a:lnTo>
                    <a:pt x="70" y="1883"/>
                  </a:lnTo>
                  <a:lnTo>
                    <a:pt x="70" y="1935"/>
                  </a:lnTo>
                  <a:lnTo>
                    <a:pt x="70" y="2020"/>
                  </a:lnTo>
                  <a:cubicBezTo>
                    <a:pt x="49" y="2069"/>
                    <a:pt x="49" y="2101"/>
                    <a:pt x="49" y="2154"/>
                  </a:cubicBezTo>
                  <a:lnTo>
                    <a:pt x="49" y="2186"/>
                  </a:lnTo>
                  <a:lnTo>
                    <a:pt x="49" y="2271"/>
                  </a:lnTo>
                  <a:lnTo>
                    <a:pt x="49" y="2424"/>
                  </a:lnTo>
                  <a:lnTo>
                    <a:pt x="49" y="2505"/>
                  </a:lnTo>
                  <a:cubicBezTo>
                    <a:pt x="70" y="2473"/>
                    <a:pt x="70" y="2440"/>
                    <a:pt x="70" y="2424"/>
                  </a:cubicBezTo>
                  <a:lnTo>
                    <a:pt x="70" y="2271"/>
                  </a:lnTo>
                  <a:lnTo>
                    <a:pt x="70" y="2186"/>
                  </a:lnTo>
                  <a:lnTo>
                    <a:pt x="70" y="2154"/>
                  </a:lnTo>
                  <a:cubicBezTo>
                    <a:pt x="70" y="2101"/>
                    <a:pt x="70" y="2069"/>
                    <a:pt x="86" y="2036"/>
                  </a:cubicBezTo>
                  <a:lnTo>
                    <a:pt x="86" y="2020"/>
                  </a:lnTo>
                  <a:cubicBezTo>
                    <a:pt x="70" y="2000"/>
                    <a:pt x="86" y="1968"/>
                    <a:pt x="86" y="1935"/>
                  </a:cubicBezTo>
                  <a:lnTo>
                    <a:pt x="86" y="1883"/>
                  </a:lnTo>
                  <a:lnTo>
                    <a:pt x="86" y="1867"/>
                  </a:lnTo>
                  <a:lnTo>
                    <a:pt x="86" y="1798"/>
                  </a:lnTo>
                  <a:lnTo>
                    <a:pt x="86" y="1649"/>
                  </a:lnTo>
                  <a:lnTo>
                    <a:pt x="86" y="1548"/>
                  </a:lnTo>
                  <a:lnTo>
                    <a:pt x="86" y="1495"/>
                  </a:lnTo>
                  <a:close/>
                  <a:moveTo>
                    <a:pt x="49" y="2505"/>
                  </a:moveTo>
                  <a:cubicBezTo>
                    <a:pt x="33" y="2525"/>
                    <a:pt x="33" y="2541"/>
                    <a:pt x="49" y="2558"/>
                  </a:cubicBezTo>
                  <a:lnTo>
                    <a:pt x="49" y="2505"/>
                  </a:lnTo>
                  <a:close/>
                  <a:moveTo>
                    <a:pt x="49" y="2574"/>
                  </a:moveTo>
                  <a:cubicBezTo>
                    <a:pt x="49" y="2626"/>
                    <a:pt x="49" y="2675"/>
                    <a:pt x="33" y="2727"/>
                  </a:cubicBezTo>
                  <a:lnTo>
                    <a:pt x="33" y="2861"/>
                  </a:lnTo>
                  <a:lnTo>
                    <a:pt x="33" y="2945"/>
                  </a:lnTo>
                  <a:lnTo>
                    <a:pt x="33" y="2994"/>
                  </a:lnTo>
                  <a:lnTo>
                    <a:pt x="33" y="3030"/>
                  </a:lnTo>
                  <a:lnTo>
                    <a:pt x="33" y="3111"/>
                  </a:lnTo>
                  <a:cubicBezTo>
                    <a:pt x="17" y="3147"/>
                    <a:pt x="17" y="3164"/>
                    <a:pt x="17" y="3196"/>
                  </a:cubicBezTo>
                  <a:lnTo>
                    <a:pt x="17" y="3232"/>
                  </a:lnTo>
                  <a:lnTo>
                    <a:pt x="17" y="3366"/>
                  </a:lnTo>
                  <a:lnTo>
                    <a:pt x="17" y="3515"/>
                  </a:lnTo>
                  <a:lnTo>
                    <a:pt x="17" y="3568"/>
                  </a:lnTo>
                  <a:lnTo>
                    <a:pt x="17" y="3669"/>
                  </a:lnTo>
                  <a:cubicBezTo>
                    <a:pt x="33" y="3636"/>
                    <a:pt x="33" y="3600"/>
                    <a:pt x="33" y="3568"/>
                  </a:cubicBezTo>
                  <a:lnTo>
                    <a:pt x="33" y="3515"/>
                  </a:lnTo>
                  <a:lnTo>
                    <a:pt x="33" y="3366"/>
                  </a:lnTo>
                  <a:lnTo>
                    <a:pt x="33" y="3232"/>
                  </a:lnTo>
                  <a:lnTo>
                    <a:pt x="33" y="3196"/>
                  </a:lnTo>
                  <a:lnTo>
                    <a:pt x="33" y="3131"/>
                  </a:lnTo>
                  <a:cubicBezTo>
                    <a:pt x="49" y="3095"/>
                    <a:pt x="49" y="3063"/>
                    <a:pt x="49" y="3030"/>
                  </a:cubicBezTo>
                  <a:lnTo>
                    <a:pt x="49" y="2994"/>
                  </a:lnTo>
                  <a:lnTo>
                    <a:pt x="49" y="2945"/>
                  </a:lnTo>
                  <a:lnTo>
                    <a:pt x="49" y="2861"/>
                  </a:lnTo>
                  <a:lnTo>
                    <a:pt x="49" y="2727"/>
                  </a:lnTo>
                  <a:lnTo>
                    <a:pt x="49" y="2574"/>
                  </a:lnTo>
                  <a:close/>
                  <a:moveTo>
                    <a:pt x="17" y="3685"/>
                  </a:moveTo>
                  <a:cubicBezTo>
                    <a:pt x="1" y="3717"/>
                    <a:pt x="1" y="3769"/>
                    <a:pt x="17" y="3818"/>
                  </a:cubicBezTo>
                  <a:lnTo>
                    <a:pt x="17" y="368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1177;p39">
              <a:extLst>
                <a:ext uri="{FF2B5EF4-FFF2-40B4-BE49-F238E27FC236}">
                  <a16:creationId xmlns:a16="http://schemas.microsoft.com/office/drawing/2014/main" id="{91F261B2-E811-DDAD-F2AA-049F90209A07}"/>
                </a:ext>
              </a:extLst>
            </p:cNvPr>
            <p:cNvSpPr/>
            <p:nvPr/>
          </p:nvSpPr>
          <p:spPr>
            <a:xfrm>
              <a:off x="1663920" y="773539"/>
              <a:ext cx="70322" cy="40227"/>
            </a:xfrm>
            <a:custGeom>
              <a:avLst/>
              <a:gdLst/>
              <a:ahLst/>
              <a:cxnLst/>
              <a:rect l="l" t="t" r="r" b="b"/>
              <a:pathLst>
                <a:path w="708" h="405" extrusionOk="0">
                  <a:moveTo>
                    <a:pt x="691" y="1"/>
                  </a:moveTo>
                  <a:cubicBezTo>
                    <a:pt x="659" y="1"/>
                    <a:pt x="606" y="37"/>
                    <a:pt x="574" y="53"/>
                  </a:cubicBezTo>
                  <a:cubicBezTo>
                    <a:pt x="574" y="70"/>
                    <a:pt x="558" y="70"/>
                    <a:pt x="541" y="86"/>
                  </a:cubicBezTo>
                  <a:cubicBezTo>
                    <a:pt x="558" y="86"/>
                    <a:pt x="574" y="70"/>
                    <a:pt x="590" y="70"/>
                  </a:cubicBezTo>
                  <a:cubicBezTo>
                    <a:pt x="622" y="37"/>
                    <a:pt x="659" y="17"/>
                    <a:pt x="691" y="17"/>
                  </a:cubicBezTo>
                  <a:lnTo>
                    <a:pt x="707" y="1"/>
                  </a:lnTo>
                  <a:close/>
                  <a:moveTo>
                    <a:pt x="540" y="87"/>
                  </a:moveTo>
                  <a:lnTo>
                    <a:pt x="540" y="87"/>
                  </a:lnTo>
                  <a:cubicBezTo>
                    <a:pt x="456" y="139"/>
                    <a:pt x="371" y="187"/>
                    <a:pt x="287" y="239"/>
                  </a:cubicBezTo>
                  <a:cubicBezTo>
                    <a:pt x="239" y="255"/>
                    <a:pt x="202" y="288"/>
                    <a:pt x="154" y="304"/>
                  </a:cubicBezTo>
                  <a:cubicBezTo>
                    <a:pt x="138" y="320"/>
                    <a:pt x="138" y="320"/>
                    <a:pt x="117" y="340"/>
                  </a:cubicBezTo>
                  <a:cubicBezTo>
                    <a:pt x="85" y="356"/>
                    <a:pt x="53" y="373"/>
                    <a:pt x="16" y="389"/>
                  </a:cubicBezTo>
                  <a:lnTo>
                    <a:pt x="0" y="389"/>
                  </a:lnTo>
                  <a:lnTo>
                    <a:pt x="0" y="405"/>
                  </a:lnTo>
                  <a:lnTo>
                    <a:pt x="37" y="405"/>
                  </a:lnTo>
                  <a:cubicBezTo>
                    <a:pt x="69" y="389"/>
                    <a:pt x="101" y="373"/>
                    <a:pt x="117" y="356"/>
                  </a:cubicBezTo>
                  <a:cubicBezTo>
                    <a:pt x="138" y="340"/>
                    <a:pt x="154" y="340"/>
                    <a:pt x="170" y="320"/>
                  </a:cubicBezTo>
                  <a:cubicBezTo>
                    <a:pt x="202" y="288"/>
                    <a:pt x="255" y="272"/>
                    <a:pt x="303" y="239"/>
                  </a:cubicBezTo>
                  <a:cubicBezTo>
                    <a:pt x="371" y="187"/>
                    <a:pt x="456" y="139"/>
                    <a:pt x="540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1178;p39">
              <a:extLst>
                <a:ext uri="{FF2B5EF4-FFF2-40B4-BE49-F238E27FC236}">
                  <a16:creationId xmlns:a16="http://schemas.microsoft.com/office/drawing/2014/main" id="{90E4320D-CAE6-F3F1-FBA7-6ACB8A461B54}"/>
                </a:ext>
              </a:extLst>
            </p:cNvPr>
            <p:cNvSpPr/>
            <p:nvPr/>
          </p:nvSpPr>
          <p:spPr>
            <a:xfrm>
              <a:off x="1679117" y="470995"/>
              <a:ext cx="53437" cy="41915"/>
            </a:xfrm>
            <a:custGeom>
              <a:avLst/>
              <a:gdLst/>
              <a:ahLst/>
              <a:cxnLst/>
              <a:rect l="l" t="t" r="r" b="b"/>
              <a:pathLst>
                <a:path w="538" h="422" extrusionOk="0">
                  <a:moveTo>
                    <a:pt x="538" y="1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538" y="17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1179;p39">
              <a:extLst>
                <a:ext uri="{FF2B5EF4-FFF2-40B4-BE49-F238E27FC236}">
                  <a16:creationId xmlns:a16="http://schemas.microsoft.com/office/drawing/2014/main" id="{9AF97E94-F33C-5EFF-F59F-7BB790FD85F1}"/>
                </a:ext>
              </a:extLst>
            </p:cNvPr>
            <p:cNvSpPr/>
            <p:nvPr/>
          </p:nvSpPr>
          <p:spPr>
            <a:xfrm>
              <a:off x="2543443" y="691695"/>
              <a:ext cx="11720" cy="3377"/>
            </a:xfrm>
            <a:custGeom>
              <a:avLst/>
              <a:gdLst/>
              <a:ahLst/>
              <a:cxnLst/>
              <a:rect l="l" t="t" r="r" b="b"/>
              <a:pathLst>
                <a:path w="118" h="34" extrusionOk="0">
                  <a:moveTo>
                    <a:pt x="0" y="1"/>
                  </a:moveTo>
                  <a:cubicBezTo>
                    <a:pt x="16" y="17"/>
                    <a:pt x="49" y="17"/>
                    <a:pt x="69" y="17"/>
                  </a:cubicBezTo>
                  <a:cubicBezTo>
                    <a:pt x="49" y="1"/>
                    <a:pt x="32" y="1"/>
                    <a:pt x="0" y="1"/>
                  </a:cubicBezTo>
                  <a:close/>
                  <a:moveTo>
                    <a:pt x="69" y="17"/>
                  </a:moveTo>
                  <a:cubicBezTo>
                    <a:pt x="85" y="33"/>
                    <a:pt x="101" y="33"/>
                    <a:pt x="117" y="33"/>
                  </a:cubicBezTo>
                  <a:cubicBezTo>
                    <a:pt x="101" y="33"/>
                    <a:pt x="85" y="17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1180;p39">
              <a:extLst>
                <a:ext uri="{FF2B5EF4-FFF2-40B4-BE49-F238E27FC236}">
                  <a16:creationId xmlns:a16="http://schemas.microsoft.com/office/drawing/2014/main" id="{9080544D-67A8-CBA5-AD77-85BAEB2109EE}"/>
                </a:ext>
              </a:extLst>
            </p:cNvPr>
            <p:cNvSpPr/>
            <p:nvPr/>
          </p:nvSpPr>
          <p:spPr>
            <a:xfrm>
              <a:off x="1670675" y="681664"/>
              <a:ext cx="65157" cy="41816"/>
            </a:xfrm>
            <a:custGeom>
              <a:avLst/>
              <a:gdLst/>
              <a:ahLst/>
              <a:cxnLst/>
              <a:rect l="l" t="t" r="r" b="b"/>
              <a:pathLst>
                <a:path w="656" h="421" extrusionOk="0">
                  <a:moveTo>
                    <a:pt x="639" y="1"/>
                  </a:moveTo>
                  <a:cubicBezTo>
                    <a:pt x="623" y="1"/>
                    <a:pt x="607" y="17"/>
                    <a:pt x="591" y="33"/>
                  </a:cubicBez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591" y="33"/>
                  </a:moveTo>
                  <a:lnTo>
                    <a:pt x="591" y="33"/>
                  </a:lnTo>
                  <a:cubicBezTo>
                    <a:pt x="437" y="118"/>
                    <a:pt x="304" y="219"/>
                    <a:pt x="171" y="304"/>
                  </a:cubicBezTo>
                  <a:cubicBezTo>
                    <a:pt x="118" y="336"/>
                    <a:pt x="70" y="372"/>
                    <a:pt x="33" y="389"/>
                  </a:cubicBezTo>
                  <a:lnTo>
                    <a:pt x="17" y="405"/>
                  </a:lnTo>
                  <a:lnTo>
                    <a:pt x="33" y="405"/>
                  </a:lnTo>
                  <a:cubicBezTo>
                    <a:pt x="86" y="372"/>
                    <a:pt x="118" y="336"/>
                    <a:pt x="171" y="320"/>
                  </a:cubicBezTo>
                  <a:cubicBezTo>
                    <a:pt x="304" y="219"/>
                    <a:pt x="453" y="134"/>
                    <a:pt x="591" y="33"/>
                  </a:cubicBezTo>
                  <a:close/>
                  <a:moveTo>
                    <a:pt x="17" y="405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17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1181;p39">
              <a:extLst>
                <a:ext uri="{FF2B5EF4-FFF2-40B4-BE49-F238E27FC236}">
                  <a16:creationId xmlns:a16="http://schemas.microsoft.com/office/drawing/2014/main" id="{2DC91EBF-BD0D-D3EA-0A4F-CFEF69A5DA61}"/>
                </a:ext>
              </a:extLst>
            </p:cNvPr>
            <p:cNvSpPr/>
            <p:nvPr/>
          </p:nvSpPr>
          <p:spPr>
            <a:xfrm>
              <a:off x="2305858" y="419247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33"/>
                    <a:pt x="138" y="49"/>
                    <a:pt x="186" y="86"/>
                  </a:cubicBezTo>
                  <a:cubicBezTo>
                    <a:pt x="239" y="102"/>
                    <a:pt x="287" y="118"/>
                    <a:pt x="340" y="134"/>
                  </a:cubicBezTo>
                  <a:cubicBezTo>
                    <a:pt x="405" y="171"/>
                    <a:pt x="457" y="187"/>
                    <a:pt x="522" y="203"/>
                  </a:cubicBezTo>
                  <a:lnTo>
                    <a:pt x="522" y="187"/>
                  </a:lnTo>
                  <a:cubicBezTo>
                    <a:pt x="457" y="171"/>
                    <a:pt x="405" y="150"/>
                    <a:pt x="356" y="134"/>
                  </a:cubicBezTo>
                  <a:cubicBezTo>
                    <a:pt x="304" y="102"/>
                    <a:pt x="255" y="86"/>
                    <a:pt x="203" y="70"/>
                  </a:cubicBezTo>
                  <a:cubicBezTo>
                    <a:pt x="138" y="49"/>
                    <a:pt x="69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1182;p39">
              <a:extLst>
                <a:ext uri="{FF2B5EF4-FFF2-40B4-BE49-F238E27FC236}">
                  <a16:creationId xmlns:a16="http://schemas.microsoft.com/office/drawing/2014/main" id="{BC136615-FBFD-A4B4-7369-D30B1FCD755A}"/>
                </a:ext>
              </a:extLst>
            </p:cNvPr>
            <p:cNvSpPr/>
            <p:nvPr/>
          </p:nvSpPr>
          <p:spPr>
            <a:xfrm>
              <a:off x="2362871" y="457785"/>
              <a:ext cx="8542" cy="90386"/>
            </a:xfrm>
            <a:custGeom>
              <a:avLst/>
              <a:gdLst/>
              <a:ahLst/>
              <a:cxnLst/>
              <a:rect l="l" t="t" r="r" b="b"/>
              <a:pathLst>
                <a:path w="86" h="910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3"/>
                    <a:pt x="16" y="49"/>
                    <a:pt x="0" y="65"/>
                  </a:cubicBezTo>
                  <a:cubicBezTo>
                    <a:pt x="0" y="86"/>
                    <a:pt x="0" y="102"/>
                    <a:pt x="16" y="118"/>
                  </a:cubicBezTo>
                  <a:lnTo>
                    <a:pt x="16" y="65"/>
                  </a:lnTo>
                  <a:cubicBezTo>
                    <a:pt x="33" y="49"/>
                    <a:pt x="16" y="33"/>
                    <a:pt x="16" y="17"/>
                  </a:cubicBezTo>
                  <a:lnTo>
                    <a:pt x="0" y="1"/>
                  </a:lnTo>
                  <a:close/>
                  <a:moveTo>
                    <a:pt x="16" y="118"/>
                  </a:moveTo>
                  <a:lnTo>
                    <a:pt x="16" y="134"/>
                  </a:lnTo>
                  <a:lnTo>
                    <a:pt x="16" y="166"/>
                  </a:lnTo>
                  <a:lnTo>
                    <a:pt x="16" y="219"/>
                  </a:lnTo>
                  <a:cubicBezTo>
                    <a:pt x="33" y="235"/>
                    <a:pt x="33" y="251"/>
                    <a:pt x="33" y="267"/>
                  </a:cubicBezTo>
                  <a:lnTo>
                    <a:pt x="33" y="219"/>
                  </a:lnTo>
                  <a:cubicBezTo>
                    <a:pt x="16" y="203"/>
                    <a:pt x="33" y="186"/>
                    <a:pt x="33" y="166"/>
                  </a:cubicBezTo>
                  <a:lnTo>
                    <a:pt x="33" y="134"/>
                  </a:lnTo>
                  <a:lnTo>
                    <a:pt x="16" y="118"/>
                  </a:lnTo>
                  <a:close/>
                  <a:moveTo>
                    <a:pt x="33" y="267"/>
                  </a:moveTo>
                  <a:cubicBezTo>
                    <a:pt x="16" y="267"/>
                    <a:pt x="16" y="287"/>
                    <a:pt x="16" y="287"/>
                  </a:cubicBezTo>
                  <a:cubicBezTo>
                    <a:pt x="16" y="304"/>
                    <a:pt x="33" y="304"/>
                    <a:pt x="33" y="320"/>
                  </a:cubicBezTo>
                  <a:lnTo>
                    <a:pt x="33" y="368"/>
                  </a:lnTo>
                  <a:lnTo>
                    <a:pt x="33" y="421"/>
                  </a:lnTo>
                  <a:lnTo>
                    <a:pt x="33" y="437"/>
                  </a:lnTo>
                  <a:lnTo>
                    <a:pt x="33" y="506"/>
                  </a:lnTo>
                  <a:cubicBezTo>
                    <a:pt x="49" y="538"/>
                    <a:pt x="49" y="570"/>
                    <a:pt x="49" y="607"/>
                  </a:cubicBezTo>
                  <a:lnTo>
                    <a:pt x="49" y="655"/>
                  </a:lnTo>
                  <a:lnTo>
                    <a:pt x="49" y="708"/>
                  </a:lnTo>
                  <a:cubicBezTo>
                    <a:pt x="69" y="724"/>
                    <a:pt x="69" y="724"/>
                    <a:pt x="69" y="740"/>
                  </a:cubicBezTo>
                  <a:lnTo>
                    <a:pt x="69" y="772"/>
                  </a:lnTo>
                  <a:cubicBezTo>
                    <a:pt x="69" y="825"/>
                    <a:pt x="85" y="857"/>
                    <a:pt x="69" y="893"/>
                  </a:cubicBezTo>
                  <a:lnTo>
                    <a:pt x="69" y="910"/>
                  </a:lnTo>
                  <a:lnTo>
                    <a:pt x="85" y="910"/>
                  </a:lnTo>
                  <a:lnTo>
                    <a:pt x="85" y="893"/>
                  </a:lnTo>
                  <a:lnTo>
                    <a:pt x="85" y="772"/>
                  </a:lnTo>
                  <a:lnTo>
                    <a:pt x="85" y="740"/>
                  </a:lnTo>
                  <a:cubicBezTo>
                    <a:pt x="69" y="724"/>
                    <a:pt x="69" y="708"/>
                    <a:pt x="69" y="708"/>
                  </a:cubicBezTo>
                  <a:lnTo>
                    <a:pt x="69" y="655"/>
                  </a:lnTo>
                  <a:lnTo>
                    <a:pt x="69" y="590"/>
                  </a:lnTo>
                  <a:cubicBezTo>
                    <a:pt x="49" y="570"/>
                    <a:pt x="49" y="538"/>
                    <a:pt x="49" y="506"/>
                  </a:cubicBezTo>
                  <a:lnTo>
                    <a:pt x="49" y="437"/>
                  </a:lnTo>
                  <a:lnTo>
                    <a:pt x="49" y="421"/>
                  </a:lnTo>
                  <a:lnTo>
                    <a:pt x="49" y="368"/>
                  </a:lnTo>
                  <a:lnTo>
                    <a:pt x="49" y="320"/>
                  </a:lnTo>
                  <a:cubicBezTo>
                    <a:pt x="33" y="304"/>
                    <a:pt x="33" y="304"/>
                    <a:pt x="33" y="287"/>
                  </a:cubicBezTo>
                  <a:lnTo>
                    <a:pt x="33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1183;p39">
              <a:extLst>
                <a:ext uri="{FF2B5EF4-FFF2-40B4-BE49-F238E27FC236}">
                  <a16:creationId xmlns:a16="http://schemas.microsoft.com/office/drawing/2014/main" id="{6CD587E2-C245-9D94-6673-754471A27C18}"/>
                </a:ext>
              </a:extLst>
            </p:cNvPr>
            <p:cNvSpPr/>
            <p:nvPr/>
          </p:nvSpPr>
          <p:spPr>
            <a:xfrm>
              <a:off x="1672363" y="622466"/>
              <a:ext cx="63469" cy="42511"/>
            </a:xfrm>
            <a:custGeom>
              <a:avLst/>
              <a:gdLst/>
              <a:ahLst/>
              <a:cxnLst/>
              <a:rect l="l" t="t" r="r" b="b"/>
              <a:pathLst>
                <a:path w="639" h="428" extrusionOk="0">
                  <a:moveTo>
                    <a:pt x="624" y="0"/>
                  </a:moveTo>
                  <a:cubicBezTo>
                    <a:pt x="613" y="0"/>
                    <a:pt x="601" y="12"/>
                    <a:pt x="590" y="23"/>
                  </a:cubicBezTo>
                  <a:cubicBezTo>
                    <a:pt x="606" y="23"/>
                    <a:pt x="622" y="7"/>
                    <a:pt x="638" y="7"/>
                  </a:cubicBezTo>
                  <a:cubicBezTo>
                    <a:pt x="634" y="2"/>
                    <a:pt x="629" y="0"/>
                    <a:pt x="624" y="0"/>
                  </a:cubicBezTo>
                  <a:close/>
                  <a:moveTo>
                    <a:pt x="574" y="23"/>
                  </a:moveTo>
                  <a:cubicBezTo>
                    <a:pt x="505" y="76"/>
                    <a:pt x="420" y="144"/>
                    <a:pt x="335" y="193"/>
                  </a:cubicBezTo>
                  <a:cubicBezTo>
                    <a:pt x="287" y="225"/>
                    <a:pt x="234" y="262"/>
                    <a:pt x="186" y="310"/>
                  </a:cubicBezTo>
                  <a:cubicBezTo>
                    <a:pt x="234" y="278"/>
                    <a:pt x="287" y="245"/>
                    <a:pt x="355" y="209"/>
                  </a:cubicBezTo>
                  <a:cubicBezTo>
                    <a:pt x="420" y="144"/>
                    <a:pt x="505" y="92"/>
                    <a:pt x="590" y="43"/>
                  </a:cubicBezTo>
                  <a:lnTo>
                    <a:pt x="590" y="23"/>
                  </a:lnTo>
                  <a:close/>
                  <a:moveTo>
                    <a:pt x="186" y="310"/>
                  </a:moveTo>
                  <a:lnTo>
                    <a:pt x="186" y="310"/>
                  </a:lnTo>
                  <a:cubicBezTo>
                    <a:pt x="133" y="326"/>
                    <a:pt x="101" y="363"/>
                    <a:pt x="53" y="395"/>
                  </a:cubicBezTo>
                  <a:lnTo>
                    <a:pt x="0" y="427"/>
                  </a:lnTo>
                  <a:lnTo>
                    <a:pt x="16" y="427"/>
                  </a:lnTo>
                  <a:lnTo>
                    <a:pt x="69" y="395"/>
                  </a:lnTo>
                  <a:cubicBezTo>
                    <a:pt x="101" y="379"/>
                    <a:pt x="154" y="346"/>
                    <a:pt x="186" y="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1184;p39">
              <a:extLst>
                <a:ext uri="{FF2B5EF4-FFF2-40B4-BE49-F238E27FC236}">
                  <a16:creationId xmlns:a16="http://schemas.microsoft.com/office/drawing/2014/main" id="{A77DC3FF-CFE1-E036-E975-5F1C4303A64D}"/>
                </a:ext>
              </a:extLst>
            </p:cNvPr>
            <p:cNvSpPr/>
            <p:nvPr/>
          </p:nvSpPr>
          <p:spPr>
            <a:xfrm>
              <a:off x="2593602" y="833730"/>
              <a:ext cx="78665" cy="30195"/>
            </a:xfrm>
            <a:custGeom>
              <a:avLst/>
              <a:gdLst/>
              <a:ahLst/>
              <a:cxnLst/>
              <a:rect l="l" t="t" r="r" b="b"/>
              <a:pathLst>
                <a:path w="792" h="304" extrusionOk="0">
                  <a:moveTo>
                    <a:pt x="0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21" y="12"/>
                    <a:pt x="27" y="10"/>
                    <a:pt x="34" y="10"/>
                  </a:cubicBezTo>
                  <a:cubicBezTo>
                    <a:pt x="53" y="10"/>
                    <a:pt x="78" y="23"/>
                    <a:pt x="101" y="37"/>
                  </a:cubicBezTo>
                  <a:lnTo>
                    <a:pt x="133" y="37"/>
                  </a:lnTo>
                  <a:cubicBezTo>
                    <a:pt x="150" y="53"/>
                    <a:pt x="170" y="53"/>
                    <a:pt x="186" y="53"/>
                  </a:cubicBezTo>
                  <a:cubicBezTo>
                    <a:pt x="218" y="70"/>
                    <a:pt x="234" y="70"/>
                    <a:pt x="251" y="86"/>
                  </a:cubicBezTo>
                  <a:cubicBezTo>
                    <a:pt x="287" y="86"/>
                    <a:pt x="335" y="102"/>
                    <a:pt x="372" y="118"/>
                  </a:cubicBezTo>
                  <a:cubicBezTo>
                    <a:pt x="388" y="118"/>
                    <a:pt x="420" y="138"/>
                    <a:pt x="436" y="138"/>
                  </a:cubicBezTo>
                  <a:cubicBezTo>
                    <a:pt x="489" y="154"/>
                    <a:pt x="537" y="171"/>
                    <a:pt x="590" y="187"/>
                  </a:cubicBezTo>
                  <a:cubicBezTo>
                    <a:pt x="606" y="187"/>
                    <a:pt x="622" y="187"/>
                    <a:pt x="638" y="203"/>
                  </a:cubicBezTo>
                  <a:lnTo>
                    <a:pt x="707" y="203"/>
                  </a:lnTo>
                  <a:cubicBezTo>
                    <a:pt x="707" y="203"/>
                    <a:pt x="691" y="203"/>
                    <a:pt x="691" y="187"/>
                  </a:cubicBezTo>
                  <a:lnTo>
                    <a:pt x="638" y="187"/>
                  </a:lnTo>
                  <a:cubicBezTo>
                    <a:pt x="622" y="187"/>
                    <a:pt x="606" y="171"/>
                    <a:pt x="606" y="171"/>
                  </a:cubicBezTo>
                  <a:cubicBezTo>
                    <a:pt x="554" y="154"/>
                    <a:pt x="505" y="138"/>
                    <a:pt x="453" y="118"/>
                  </a:cubicBezTo>
                  <a:cubicBezTo>
                    <a:pt x="420" y="118"/>
                    <a:pt x="388" y="102"/>
                    <a:pt x="372" y="102"/>
                  </a:cubicBezTo>
                  <a:cubicBezTo>
                    <a:pt x="335" y="86"/>
                    <a:pt x="303" y="70"/>
                    <a:pt x="251" y="70"/>
                  </a:cubicBezTo>
                  <a:cubicBezTo>
                    <a:pt x="234" y="70"/>
                    <a:pt x="218" y="53"/>
                    <a:pt x="202" y="53"/>
                  </a:cubicBezTo>
                  <a:cubicBezTo>
                    <a:pt x="186" y="37"/>
                    <a:pt x="170" y="37"/>
                    <a:pt x="150" y="37"/>
                  </a:cubicBezTo>
                  <a:cubicBezTo>
                    <a:pt x="133" y="37"/>
                    <a:pt x="117" y="17"/>
                    <a:pt x="101" y="17"/>
                  </a:cubicBezTo>
                  <a:cubicBezTo>
                    <a:pt x="69" y="1"/>
                    <a:pt x="32" y="1"/>
                    <a:pt x="0" y="1"/>
                  </a:cubicBezTo>
                  <a:close/>
                  <a:moveTo>
                    <a:pt x="707" y="203"/>
                  </a:moveTo>
                  <a:cubicBezTo>
                    <a:pt x="723" y="219"/>
                    <a:pt x="755" y="239"/>
                    <a:pt x="776" y="255"/>
                  </a:cubicBezTo>
                  <a:lnTo>
                    <a:pt x="776" y="304"/>
                  </a:lnTo>
                  <a:cubicBezTo>
                    <a:pt x="792" y="288"/>
                    <a:pt x="792" y="255"/>
                    <a:pt x="776" y="239"/>
                  </a:cubicBezTo>
                  <a:cubicBezTo>
                    <a:pt x="755" y="219"/>
                    <a:pt x="723" y="203"/>
                    <a:pt x="707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1185;p39">
              <a:extLst>
                <a:ext uri="{FF2B5EF4-FFF2-40B4-BE49-F238E27FC236}">
                  <a16:creationId xmlns:a16="http://schemas.microsoft.com/office/drawing/2014/main" id="{CF4CAF7E-EBC2-0F3F-4D00-697E0B351220}"/>
                </a:ext>
              </a:extLst>
            </p:cNvPr>
            <p:cNvSpPr/>
            <p:nvPr/>
          </p:nvSpPr>
          <p:spPr>
            <a:xfrm>
              <a:off x="1679117" y="442588"/>
              <a:ext cx="60290" cy="46981"/>
            </a:xfrm>
            <a:custGeom>
              <a:avLst/>
              <a:gdLst/>
              <a:ahLst/>
              <a:cxnLst/>
              <a:rect l="l" t="t" r="r" b="b"/>
              <a:pathLst>
                <a:path w="607" h="473" extrusionOk="0">
                  <a:moveTo>
                    <a:pt x="607" y="0"/>
                  </a:moveTo>
                  <a:cubicBezTo>
                    <a:pt x="590" y="0"/>
                    <a:pt x="570" y="0"/>
                    <a:pt x="554" y="16"/>
                  </a:cubicBezTo>
                  <a:cubicBezTo>
                    <a:pt x="506" y="69"/>
                    <a:pt x="453" y="101"/>
                    <a:pt x="405" y="138"/>
                  </a:cubicBezTo>
                  <a:cubicBezTo>
                    <a:pt x="287" y="239"/>
                    <a:pt x="166" y="339"/>
                    <a:pt x="33" y="420"/>
                  </a:cubicBezTo>
                  <a:cubicBezTo>
                    <a:pt x="17" y="440"/>
                    <a:pt x="17" y="440"/>
                    <a:pt x="1" y="457"/>
                  </a:cubicBezTo>
                  <a:lnTo>
                    <a:pt x="1" y="473"/>
                  </a:lnTo>
                  <a:lnTo>
                    <a:pt x="17" y="457"/>
                  </a:lnTo>
                  <a:cubicBezTo>
                    <a:pt x="33" y="457"/>
                    <a:pt x="33" y="440"/>
                    <a:pt x="49" y="440"/>
                  </a:cubicBezTo>
                  <a:cubicBezTo>
                    <a:pt x="166" y="339"/>
                    <a:pt x="287" y="239"/>
                    <a:pt x="421" y="154"/>
                  </a:cubicBezTo>
                  <a:cubicBezTo>
                    <a:pt x="453" y="101"/>
                    <a:pt x="506" y="69"/>
                    <a:pt x="554" y="37"/>
                  </a:cubicBezTo>
                  <a:cubicBezTo>
                    <a:pt x="566" y="22"/>
                    <a:pt x="579" y="10"/>
                    <a:pt x="592" y="10"/>
                  </a:cubicBezTo>
                  <a:cubicBezTo>
                    <a:pt x="597" y="10"/>
                    <a:pt x="602" y="12"/>
                    <a:pt x="607" y="16"/>
                  </a:cubicBezTo>
                  <a:lnTo>
                    <a:pt x="6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1186;p39">
              <a:extLst>
                <a:ext uri="{FF2B5EF4-FFF2-40B4-BE49-F238E27FC236}">
                  <a16:creationId xmlns:a16="http://schemas.microsoft.com/office/drawing/2014/main" id="{AED2D32B-AB9F-A5BB-E209-6CFEEEF7133C}"/>
                </a:ext>
              </a:extLst>
            </p:cNvPr>
            <p:cNvSpPr/>
            <p:nvPr/>
          </p:nvSpPr>
          <p:spPr>
            <a:xfrm>
              <a:off x="2528147" y="680074"/>
              <a:ext cx="12118" cy="3278"/>
            </a:xfrm>
            <a:custGeom>
              <a:avLst/>
              <a:gdLst/>
              <a:ahLst/>
              <a:cxnLst/>
              <a:rect l="l" t="t" r="r" b="b"/>
              <a:pathLst>
                <a:path w="122" h="33" extrusionOk="0">
                  <a:moveTo>
                    <a:pt x="1" y="1"/>
                  </a:moveTo>
                  <a:lnTo>
                    <a:pt x="1" y="17"/>
                  </a:lnTo>
                  <a:lnTo>
                    <a:pt x="122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1187;p39">
              <a:extLst>
                <a:ext uri="{FF2B5EF4-FFF2-40B4-BE49-F238E27FC236}">
                  <a16:creationId xmlns:a16="http://schemas.microsoft.com/office/drawing/2014/main" id="{0EC73D76-884E-BF3E-A6E6-279575070331}"/>
                </a:ext>
              </a:extLst>
            </p:cNvPr>
            <p:cNvSpPr/>
            <p:nvPr/>
          </p:nvSpPr>
          <p:spPr>
            <a:xfrm>
              <a:off x="2270995" y="569724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33" y="1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9"/>
                  </a:lnTo>
                  <a:lnTo>
                    <a:pt x="16" y="134"/>
                  </a:lnTo>
                  <a:lnTo>
                    <a:pt x="16" y="170"/>
                  </a:lnTo>
                  <a:cubicBezTo>
                    <a:pt x="16" y="187"/>
                    <a:pt x="16" y="219"/>
                    <a:pt x="49" y="219"/>
                  </a:cubicBezTo>
                  <a:lnTo>
                    <a:pt x="49" y="203"/>
                  </a:lnTo>
                  <a:cubicBezTo>
                    <a:pt x="33" y="203"/>
                    <a:pt x="33" y="187"/>
                    <a:pt x="33" y="187"/>
                  </a:cubicBezTo>
                  <a:lnTo>
                    <a:pt x="33" y="170"/>
                  </a:lnTo>
                  <a:lnTo>
                    <a:pt x="33" y="134"/>
                  </a:lnTo>
                  <a:lnTo>
                    <a:pt x="33" y="69"/>
                  </a:lnTo>
                  <a:lnTo>
                    <a:pt x="33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1188;p39">
              <a:extLst>
                <a:ext uri="{FF2B5EF4-FFF2-40B4-BE49-F238E27FC236}">
                  <a16:creationId xmlns:a16="http://schemas.microsoft.com/office/drawing/2014/main" id="{3F7AAE1A-0AEE-6A77-6BA1-175A15459B7E}"/>
                </a:ext>
              </a:extLst>
            </p:cNvPr>
            <p:cNvSpPr/>
            <p:nvPr/>
          </p:nvSpPr>
          <p:spPr>
            <a:xfrm>
              <a:off x="2299501" y="477849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117" y="49"/>
                  </a:lnTo>
                  <a:lnTo>
                    <a:pt x="117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1189;p39">
              <a:extLst>
                <a:ext uri="{FF2B5EF4-FFF2-40B4-BE49-F238E27FC236}">
                  <a16:creationId xmlns:a16="http://schemas.microsoft.com/office/drawing/2014/main" id="{A36CEF9C-E4D0-5E34-F9B5-099422290F86}"/>
                </a:ext>
              </a:extLst>
            </p:cNvPr>
            <p:cNvSpPr/>
            <p:nvPr/>
          </p:nvSpPr>
          <p:spPr>
            <a:xfrm>
              <a:off x="2130549" y="295687"/>
              <a:ext cx="135281" cy="439513"/>
            </a:xfrm>
            <a:custGeom>
              <a:avLst/>
              <a:gdLst/>
              <a:ahLst/>
              <a:cxnLst/>
              <a:rect l="l" t="t" r="r" b="b"/>
              <a:pathLst>
                <a:path w="1362" h="4425" extrusionOk="0">
                  <a:moveTo>
                    <a:pt x="0" y="1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0" y="81"/>
                  </a:lnTo>
                  <a:cubicBezTo>
                    <a:pt x="0" y="134"/>
                    <a:pt x="0" y="182"/>
                    <a:pt x="16" y="251"/>
                  </a:cubicBezTo>
                  <a:lnTo>
                    <a:pt x="16" y="235"/>
                  </a:lnTo>
                  <a:lnTo>
                    <a:pt x="16" y="81"/>
                  </a:lnTo>
                  <a:lnTo>
                    <a:pt x="16" y="65"/>
                  </a:lnTo>
                  <a:lnTo>
                    <a:pt x="16" y="49"/>
                  </a:lnTo>
                  <a:lnTo>
                    <a:pt x="16" y="1"/>
                  </a:lnTo>
                  <a:close/>
                  <a:moveTo>
                    <a:pt x="16" y="304"/>
                  </a:moveTo>
                  <a:lnTo>
                    <a:pt x="16" y="352"/>
                  </a:lnTo>
                  <a:cubicBezTo>
                    <a:pt x="16" y="453"/>
                    <a:pt x="16" y="554"/>
                    <a:pt x="33" y="655"/>
                  </a:cubicBezTo>
                  <a:lnTo>
                    <a:pt x="33" y="352"/>
                  </a:lnTo>
                  <a:cubicBezTo>
                    <a:pt x="16" y="336"/>
                    <a:pt x="16" y="320"/>
                    <a:pt x="16" y="304"/>
                  </a:cubicBezTo>
                  <a:close/>
                  <a:moveTo>
                    <a:pt x="33" y="655"/>
                  </a:moveTo>
                  <a:lnTo>
                    <a:pt x="33" y="926"/>
                  </a:lnTo>
                  <a:cubicBezTo>
                    <a:pt x="49" y="974"/>
                    <a:pt x="49" y="1043"/>
                    <a:pt x="49" y="1091"/>
                  </a:cubicBezTo>
                  <a:lnTo>
                    <a:pt x="49" y="1261"/>
                  </a:lnTo>
                  <a:cubicBezTo>
                    <a:pt x="65" y="1330"/>
                    <a:pt x="65" y="1415"/>
                    <a:pt x="65" y="1495"/>
                  </a:cubicBezTo>
                  <a:cubicBezTo>
                    <a:pt x="65" y="1564"/>
                    <a:pt x="85" y="1649"/>
                    <a:pt x="85" y="1734"/>
                  </a:cubicBezTo>
                  <a:lnTo>
                    <a:pt x="85" y="1899"/>
                  </a:lnTo>
                  <a:cubicBezTo>
                    <a:pt x="101" y="2037"/>
                    <a:pt x="101" y="2170"/>
                    <a:pt x="117" y="2303"/>
                  </a:cubicBezTo>
                  <a:lnTo>
                    <a:pt x="117" y="2457"/>
                  </a:lnTo>
                  <a:cubicBezTo>
                    <a:pt x="117" y="2525"/>
                    <a:pt x="134" y="2590"/>
                    <a:pt x="134" y="2675"/>
                  </a:cubicBezTo>
                  <a:cubicBezTo>
                    <a:pt x="134" y="2792"/>
                    <a:pt x="134" y="2929"/>
                    <a:pt x="150" y="3063"/>
                  </a:cubicBezTo>
                  <a:lnTo>
                    <a:pt x="150" y="3095"/>
                  </a:lnTo>
                  <a:lnTo>
                    <a:pt x="150" y="3180"/>
                  </a:lnTo>
                  <a:cubicBezTo>
                    <a:pt x="150" y="3212"/>
                    <a:pt x="166" y="3249"/>
                    <a:pt x="166" y="3281"/>
                  </a:cubicBezTo>
                  <a:lnTo>
                    <a:pt x="166" y="3180"/>
                  </a:lnTo>
                  <a:lnTo>
                    <a:pt x="166" y="3095"/>
                  </a:lnTo>
                  <a:lnTo>
                    <a:pt x="166" y="3063"/>
                  </a:lnTo>
                  <a:cubicBezTo>
                    <a:pt x="150" y="2929"/>
                    <a:pt x="150" y="2792"/>
                    <a:pt x="150" y="2675"/>
                  </a:cubicBezTo>
                  <a:cubicBezTo>
                    <a:pt x="134" y="2590"/>
                    <a:pt x="134" y="2525"/>
                    <a:pt x="134" y="2457"/>
                  </a:cubicBezTo>
                  <a:cubicBezTo>
                    <a:pt x="134" y="2404"/>
                    <a:pt x="117" y="2356"/>
                    <a:pt x="117" y="2287"/>
                  </a:cubicBezTo>
                  <a:cubicBezTo>
                    <a:pt x="117" y="2170"/>
                    <a:pt x="117" y="2037"/>
                    <a:pt x="101" y="1899"/>
                  </a:cubicBezTo>
                  <a:lnTo>
                    <a:pt x="101" y="1734"/>
                  </a:lnTo>
                  <a:cubicBezTo>
                    <a:pt x="85" y="1649"/>
                    <a:pt x="85" y="1564"/>
                    <a:pt x="85" y="1495"/>
                  </a:cubicBezTo>
                  <a:cubicBezTo>
                    <a:pt x="85" y="1415"/>
                    <a:pt x="85" y="1330"/>
                    <a:pt x="65" y="1261"/>
                  </a:cubicBezTo>
                  <a:lnTo>
                    <a:pt x="65" y="1091"/>
                  </a:lnTo>
                  <a:cubicBezTo>
                    <a:pt x="65" y="1043"/>
                    <a:pt x="49" y="974"/>
                    <a:pt x="49" y="926"/>
                  </a:cubicBezTo>
                  <a:cubicBezTo>
                    <a:pt x="49" y="841"/>
                    <a:pt x="49" y="740"/>
                    <a:pt x="33" y="655"/>
                  </a:cubicBezTo>
                  <a:close/>
                  <a:moveTo>
                    <a:pt x="166" y="3281"/>
                  </a:moveTo>
                  <a:lnTo>
                    <a:pt x="166" y="3366"/>
                  </a:lnTo>
                  <a:cubicBezTo>
                    <a:pt x="166" y="3467"/>
                    <a:pt x="166" y="3568"/>
                    <a:pt x="186" y="3685"/>
                  </a:cubicBezTo>
                  <a:cubicBezTo>
                    <a:pt x="186" y="3786"/>
                    <a:pt x="202" y="3887"/>
                    <a:pt x="202" y="4040"/>
                  </a:cubicBezTo>
                  <a:cubicBezTo>
                    <a:pt x="202" y="4056"/>
                    <a:pt x="202" y="4073"/>
                    <a:pt x="235" y="4073"/>
                  </a:cubicBezTo>
                  <a:cubicBezTo>
                    <a:pt x="218" y="4056"/>
                    <a:pt x="218" y="4056"/>
                    <a:pt x="218" y="4040"/>
                  </a:cubicBezTo>
                  <a:cubicBezTo>
                    <a:pt x="202" y="3887"/>
                    <a:pt x="202" y="3786"/>
                    <a:pt x="202" y="3685"/>
                  </a:cubicBezTo>
                  <a:cubicBezTo>
                    <a:pt x="186" y="3568"/>
                    <a:pt x="186" y="3467"/>
                    <a:pt x="186" y="3366"/>
                  </a:cubicBezTo>
                  <a:cubicBezTo>
                    <a:pt x="186" y="3333"/>
                    <a:pt x="186" y="3313"/>
                    <a:pt x="166" y="3281"/>
                  </a:cubicBezTo>
                  <a:close/>
                  <a:moveTo>
                    <a:pt x="235" y="4073"/>
                  </a:moveTo>
                  <a:cubicBezTo>
                    <a:pt x="267" y="4089"/>
                    <a:pt x="303" y="4105"/>
                    <a:pt x="336" y="4121"/>
                  </a:cubicBezTo>
                  <a:cubicBezTo>
                    <a:pt x="352" y="4121"/>
                    <a:pt x="368" y="4121"/>
                    <a:pt x="388" y="4141"/>
                  </a:cubicBezTo>
                  <a:cubicBezTo>
                    <a:pt x="453" y="4157"/>
                    <a:pt x="521" y="4174"/>
                    <a:pt x="606" y="4190"/>
                  </a:cubicBezTo>
                  <a:cubicBezTo>
                    <a:pt x="521" y="4157"/>
                    <a:pt x="453" y="4141"/>
                    <a:pt x="404" y="4121"/>
                  </a:cubicBezTo>
                  <a:cubicBezTo>
                    <a:pt x="368" y="4121"/>
                    <a:pt x="352" y="4105"/>
                    <a:pt x="336" y="4105"/>
                  </a:cubicBezTo>
                  <a:cubicBezTo>
                    <a:pt x="303" y="4089"/>
                    <a:pt x="267" y="4089"/>
                    <a:pt x="235" y="4073"/>
                  </a:cubicBezTo>
                  <a:close/>
                  <a:moveTo>
                    <a:pt x="606" y="4190"/>
                  </a:moveTo>
                  <a:cubicBezTo>
                    <a:pt x="639" y="4206"/>
                    <a:pt x="671" y="4222"/>
                    <a:pt x="707" y="4222"/>
                  </a:cubicBezTo>
                  <a:cubicBezTo>
                    <a:pt x="671" y="4206"/>
                    <a:pt x="639" y="4190"/>
                    <a:pt x="606" y="4190"/>
                  </a:cubicBezTo>
                  <a:close/>
                  <a:moveTo>
                    <a:pt x="707" y="4222"/>
                  </a:moveTo>
                  <a:cubicBezTo>
                    <a:pt x="740" y="4242"/>
                    <a:pt x="792" y="4258"/>
                    <a:pt x="824" y="4275"/>
                  </a:cubicBezTo>
                  <a:lnTo>
                    <a:pt x="857" y="4275"/>
                  </a:lnTo>
                  <a:cubicBezTo>
                    <a:pt x="925" y="4291"/>
                    <a:pt x="994" y="4307"/>
                    <a:pt x="1059" y="4343"/>
                  </a:cubicBezTo>
                  <a:lnTo>
                    <a:pt x="1111" y="4343"/>
                  </a:lnTo>
                  <a:cubicBezTo>
                    <a:pt x="1095" y="4343"/>
                    <a:pt x="1095" y="4323"/>
                    <a:pt x="1075" y="4323"/>
                  </a:cubicBezTo>
                  <a:cubicBezTo>
                    <a:pt x="994" y="4307"/>
                    <a:pt x="925" y="4275"/>
                    <a:pt x="857" y="4258"/>
                  </a:cubicBezTo>
                  <a:lnTo>
                    <a:pt x="841" y="4258"/>
                  </a:lnTo>
                  <a:cubicBezTo>
                    <a:pt x="792" y="4242"/>
                    <a:pt x="756" y="4222"/>
                    <a:pt x="707" y="4222"/>
                  </a:cubicBezTo>
                  <a:close/>
                  <a:moveTo>
                    <a:pt x="1111" y="4343"/>
                  </a:moveTo>
                  <a:cubicBezTo>
                    <a:pt x="1127" y="4359"/>
                    <a:pt x="1144" y="4359"/>
                    <a:pt x="1160" y="4359"/>
                  </a:cubicBezTo>
                  <a:cubicBezTo>
                    <a:pt x="1176" y="4376"/>
                    <a:pt x="1212" y="4376"/>
                    <a:pt x="1228" y="4392"/>
                  </a:cubicBezTo>
                  <a:lnTo>
                    <a:pt x="1261" y="4392"/>
                  </a:lnTo>
                  <a:cubicBezTo>
                    <a:pt x="1261" y="4376"/>
                    <a:pt x="1245" y="4376"/>
                    <a:pt x="1228" y="4376"/>
                  </a:cubicBezTo>
                  <a:cubicBezTo>
                    <a:pt x="1212" y="4359"/>
                    <a:pt x="1196" y="4359"/>
                    <a:pt x="1160" y="4343"/>
                  </a:cubicBezTo>
                  <a:close/>
                  <a:moveTo>
                    <a:pt x="1261" y="4392"/>
                  </a:moveTo>
                  <a:cubicBezTo>
                    <a:pt x="1297" y="4408"/>
                    <a:pt x="1329" y="4424"/>
                    <a:pt x="1362" y="4424"/>
                  </a:cubicBezTo>
                  <a:lnTo>
                    <a:pt x="1362" y="4408"/>
                  </a:lnTo>
                  <a:cubicBezTo>
                    <a:pt x="1329" y="4408"/>
                    <a:pt x="1297" y="4392"/>
                    <a:pt x="1261" y="43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1190;p39">
              <a:extLst>
                <a:ext uri="{FF2B5EF4-FFF2-40B4-BE49-F238E27FC236}">
                  <a16:creationId xmlns:a16="http://schemas.microsoft.com/office/drawing/2014/main" id="{566B04E2-364F-451D-76B0-15F8EC575D6B}"/>
                </a:ext>
              </a:extLst>
            </p:cNvPr>
            <p:cNvSpPr/>
            <p:nvPr/>
          </p:nvSpPr>
          <p:spPr>
            <a:xfrm>
              <a:off x="1679117" y="477849"/>
              <a:ext cx="55125" cy="41816"/>
            </a:xfrm>
            <a:custGeom>
              <a:avLst/>
              <a:gdLst/>
              <a:ahLst/>
              <a:cxnLst/>
              <a:rect l="l" t="t" r="r" b="b"/>
              <a:pathLst>
                <a:path w="555" h="421" extrusionOk="0">
                  <a:moveTo>
                    <a:pt x="538" y="1"/>
                  </a:moveTo>
                  <a:cubicBezTo>
                    <a:pt x="469" y="49"/>
                    <a:pt x="405" y="102"/>
                    <a:pt x="352" y="150"/>
                  </a:cubicBezTo>
                  <a:cubicBezTo>
                    <a:pt x="267" y="203"/>
                    <a:pt x="203" y="267"/>
                    <a:pt x="118" y="320"/>
                  </a:cubicBezTo>
                  <a:cubicBezTo>
                    <a:pt x="86" y="336"/>
                    <a:pt x="65" y="368"/>
                    <a:pt x="33" y="388"/>
                  </a:cubicBezTo>
                  <a:lnTo>
                    <a:pt x="17" y="405"/>
                  </a:lnTo>
                  <a:lnTo>
                    <a:pt x="1" y="421"/>
                  </a:lnTo>
                  <a:lnTo>
                    <a:pt x="17" y="421"/>
                  </a:lnTo>
                  <a:cubicBezTo>
                    <a:pt x="33" y="405"/>
                    <a:pt x="33" y="405"/>
                    <a:pt x="49" y="388"/>
                  </a:cubicBezTo>
                  <a:cubicBezTo>
                    <a:pt x="65" y="368"/>
                    <a:pt x="102" y="352"/>
                    <a:pt x="134" y="336"/>
                  </a:cubicBezTo>
                  <a:cubicBezTo>
                    <a:pt x="203" y="287"/>
                    <a:pt x="287" y="219"/>
                    <a:pt x="352" y="166"/>
                  </a:cubicBezTo>
                  <a:cubicBezTo>
                    <a:pt x="421" y="118"/>
                    <a:pt x="489" y="65"/>
                    <a:pt x="554" y="17"/>
                  </a:cubicBezTo>
                  <a:lnTo>
                    <a:pt x="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1191;p39">
              <a:extLst>
                <a:ext uri="{FF2B5EF4-FFF2-40B4-BE49-F238E27FC236}">
                  <a16:creationId xmlns:a16="http://schemas.microsoft.com/office/drawing/2014/main" id="{B564AE55-DDA7-3C89-FD42-EFF49C0DCEC5}"/>
                </a:ext>
              </a:extLst>
            </p:cNvPr>
            <p:cNvSpPr/>
            <p:nvPr/>
          </p:nvSpPr>
          <p:spPr>
            <a:xfrm>
              <a:off x="2533412" y="454209"/>
              <a:ext cx="6853" cy="3675"/>
            </a:xfrm>
            <a:custGeom>
              <a:avLst/>
              <a:gdLst/>
              <a:ahLst/>
              <a:cxnLst/>
              <a:rect l="l" t="t" r="r" b="b"/>
              <a:pathLst>
                <a:path w="69" h="37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32" y="21"/>
                    <a:pt x="32" y="37"/>
                  </a:cubicBezTo>
                  <a:lnTo>
                    <a:pt x="69" y="37"/>
                  </a:lnTo>
                  <a:cubicBezTo>
                    <a:pt x="69" y="37"/>
                    <a:pt x="49" y="21"/>
                    <a:pt x="32" y="21"/>
                  </a:cubicBezTo>
                  <a:cubicBezTo>
                    <a:pt x="32" y="21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1192;p39">
              <a:extLst>
                <a:ext uri="{FF2B5EF4-FFF2-40B4-BE49-F238E27FC236}">
                  <a16:creationId xmlns:a16="http://schemas.microsoft.com/office/drawing/2014/main" id="{F7B9BEDB-7223-D513-CE19-051DB47C175B}"/>
                </a:ext>
              </a:extLst>
            </p:cNvPr>
            <p:cNvSpPr/>
            <p:nvPr/>
          </p:nvSpPr>
          <p:spPr>
            <a:xfrm>
              <a:off x="2595192" y="969408"/>
              <a:ext cx="3278" cy="11720"/>
            </a:xfrm>
            <a:custGeom>
              <a:avLst/>
              <a:gdLst/>
              <a:ahLst/>
              <a:cxnLst/>
              <a:rect l="l" t="t" r="r" b="b"/>
              <a:pathLst>
                <a:path w="33" h="118" extrusionOk="0">
                  <a:moveTo>
                    <a:pt x="16" y="0"/>
                  </a:moveTo>
                  <a:cubicBezTo>
                    <a:pt x="0" y="16"/>
                    <a:pt x="0" y="49"/>
                    <a:pt x="16" y="65"/>
                  </a:cubicBezTo>
                  <a:cubicBezTo>
                    <a:pt x="16" y="49"/>
                    <a:pt x="16" y="33"/>
                    <a:pt x="33" y="0"/>
                  </a:cubicBezTo>
                  <a:close/>
                  <a:moveTo>
                    <a:pt x="16" y="65"/>
                  </a:moveTo>
                  <a:lnTo>
                    <a:pt x="16" y="101"/>
                  </a:lnTo>
                  <a:lnTo>
                    <a:pt x="16" y="117"/>
                  </a:lnTo>
                  <a:lnTo>
                    <a:pt x="33" y="117"/>
                  </a:lnTo>
                  <a:lnTo>
                    <a:pt x="33" y="101"/>
                  </a:lnTo>
                  <a:cubicBezTo>
                    <a:pt x="16" y="85"/>
                    <a:pt x="16" y="85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1193;p39">
              <a:extLst>
                <a:ext uri="{FF2B5EF4-FFF2-40B4-BE49-F238E27FC236}">
                  <a16:creationId xmlns:a16="http://schemas.microsoft.com/office/drawing/2014/main" id="{3DE9640F-3A75-6A79-9F50-A16808CBBBCA}"/>
                </a:ext>
              </a:extLst>
            </p:cNvPr>
            <p:cNvSpPr/>
            <p:nvPr/>
          </p:nvSpPr>
          <p:spPr>
            <a:xfrm>
              <a:off x="2483252" y="939313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6" y="0"/>
                  </a:moveTo>
                  <a:cubicBezTo>
                    <a:pt x="0" y="33"/>
                    <a:pt x="0" y="65"/>
                    <a:pt x="0" y="101"/>
                  </a:cubicBezTo>
                  <a:lnTo>
                    <a:pt x="0" y="150"/>
                  </a:lnTo>
                  <a:cubicBezTo>
                    <a:pt x="0" y="166"/>
                    <a:pt x="0" y="186"/>
                    <a:pt x="16" y="202"/>
                  </a:cubicBezTo>
                  <a:lnTo>
                    <a:pt x="16" y="150"/>
                  </a:lnTo>
                  <a:lnTo>
                    <a:pt x="16" y="101"/>
                  </a:lnTo>
                  <a:lnTo>
                    <a:pt x="16" y="0"/>
                  </a:lnTo>
                  <a:close/>
                  <a:moveTo>
                    <a:pt x="16" y="202"/>
                  </a:moveTo>
                  <a:lnTo>
                    <a:pt x="16" y="235"/>
                  </a:lnTo>
                  <a:lnTo>
                    <a:pt x="16" y="352"/>
                  </a:lnTo>
                  <a:lnTo>
                    <a:pt x="16" y="420"/>
                  </a:lnTo>
                  <a:lnTo>
                    <a:pt x="32" y="420"/>
                  </a:lnTo>
                  <a:lnTo>
                    <a:pt x="32" y="352"/>
                  </a:lnTo>
                  <a:lnTo>
                    <a:pt x="32" y="235"/>
                  </a:lnTo>
                  <a:cubicBezTo>
                    <a:pt x="16" y="218"/>
                    <a:pt x="16" y="218"/>
                    <a:pt x="16" y="2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1194;p39">
              <a:extLst>
                <a:ext uri="{FF2B5EF4-FFF2-40B4-BE49-F238E27FC236}">
                  <a16:creationId xmlns:a16="http://schemas.microsoft.com/office/drawing/2014/main" id="{31ED5FC6-E944-F0C4-4D5C-15A6AFB4D53B}"/>
                </a:ext>
              </a:extLst>
            </p:cNvPr>
            <p:cNvSpPr/>
            <p:nvPr/>
          </p:nvSpPr>
          <p:spPr>
            <a:xfrm>
              <a:off x="2553475" y="460963"/>
              <a:ext cx="53437" cy="443089"/>
            </a:xfrm>
            <a:custGeom>
              <a:avLst/>
              <a:gdLst/>
              <a:ahLst/>
              <a:cxnLst/>
              <a:rect l="l" t="t" r="r" b="b"/>
              <a:pathLst>
                <a:path w="538" h="4461" extrusionOk="0">
                  <a:moveTo>
                    <a:pt x="16" y="1"/>
                  </a:moveTo>
                  <a:cubicBezTo>
                    <a:pt x="0" y="17"/>
                    <a:pt x="16" y="54"/>
                    <a:pt x="16" y="70"/>
                  </a:cubicBezTo>
                  <a:lnTo>
                    <a:pt x="16" y="134"/>
                  </a:lnTo>
                  <a:lnTo>
                    <a:pt x="16" y="171"/>
                  </a:lnTo>
                  <a:lnTo>
                    <a:pt x="32" y="187"/>
                  </a:lnTo>
                  <a:lnTo>
                    <a:pt x="32" y="171"/>
                  </a:lnTo>
                  <a:lnTo>
                    <a:pt x="32" y="134"/>
                  </a:lnTo>
                  <a:lnTo>
                    <a:pt x="32" y="70"/>
                  </a:lnTo>
                  <a:cubicBezTo>
                    <a:pt x="16" y="54"/>
                    <a:pt x="16" y="33"/>
                    <a:pt x="32" y="17"/>
                  </a:cubicBezTo>
                  <a:lnTo>
                    <a:pt x="69" y="17"/>
                  </a:lnTo>
                  <a:lnTo>
                    <a:pt x="69" y="1"/>
                  </a:lnTo>
                  <a:close/>
                  <a:moveTo>
                    <a:pt x="69" y="17"/>
                  </a:moveTo>
                  <a:lnTo>
                    <a:pt x="85" y="33"/>
                  </a:lnTo>
                  <a:cubicBezTo>
                    <a:pt x="186" y="70"/>
                    <a:pt x="303" y="118"/>
                    <a:pt x="404" y="154"/>
                  </a:cubicBezTo>
                  <a:cubicBezTo>
                    <a:pt x="420" y="171"/>
                    <a:pt x="436" y="171"/>
                    <a:pt x="436" y="171"/>
                  </a:cubicBezTo>
                  <a:cubicBezTo>
                    <a:pt x="473" y="187"/>
                    <a:pt x="505" y="187"/>
                    <a:pt x="521" y="203"/>
                  </a:cubicBezTo>
                  <a:lnTo>
                    <a:pt x="537" y="203"/>
                  </a:lnTo>
                  <a:cubicBezTo>
                    <a:pt x="505" y="171"/>
                    <a:pt x="473" y="171"/>
                    <a:pt x="453" y="154"/>
                  </a:cubicBezTo>
                  <a:lnTo>
                    <a:pt x="420" y="154"/>
                  </a:lnTo>
                  <a:cubicBezTo>
                    <a:pt x="303" y="102"/>
                    <a:pt x="202" y="54"/>
                    <a:pt x="85" y="17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cubicBezTo>
                    <a:pt x="32" y="288"/>
                    <a:pt x="32" y="320"/>
                    <a:pt x="49" y="336"/>
                  </a:cubicBez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36"/>
                  </a:moveTo>
                  <a:lnTo>
                    <a:pt x="49" y="437"/>
                  </a:lnTo>
                  <a:lnTo>
                    <a:pt x="49" y="490"/>
                  </a:lnTo>
                  <a:cubicBezTo>
                    <a:pt x="69" y="558"/>
                    <a:pt x="69" y="639"/>
                    <a:pt x="85" y="724"/>
                  </a:cubicBezTo>
                  <a:cubicBezTo>
                    <a:pt x="85" y="760"/>
                    <a:pt x="85" y="793"/>
                    <a:pt x="101" y="841"/>
                  </a:cubicBezTo>
                  <a:lnTo>
                    <a:pt x="101" y="708"/>
                  </a:lnTo>
                  <a:cubicBezTo>
                    <a:pt x="85" y="639"/>
                    <a:pt x="85" y="558"/>
                    <a:pt x="69" y="490"/>
                  </a:cubicBezTo>
                  <a:lnTo>
                    <a:pt x="69" y="437"/>
                  </a:lnTo>
                  <a:cubicBezTo>
                    <a:pt x="69" y="405"/>
                    <a:pt x="69" y="373"/>
                    <a:pt x="49" y="336"/>
                  </a:cubicBezTo>
                  <a:close/>
                  <a:moveTo>
                    <a:pt x="101" y="841"/>
                  </a:moveTo>
                  <a:lnTo>
                    <a:pt x="101" y="926"/>
                  </a:lnTo>
                  <a:cubicBezTo>
                    <a:pt x="101" y="962"/>
                    <a:pt x="117" y="995"/>
                    <a:pt x="117" y="1027"/>
                  </a:cubicBezTo>
                  <a:lnTo>
                    <a:pt x="117" y="1144"/>
                  </a:lnTo>
                  <a:cubicBezTo>
                    <a:pt x="133" y="1181"/>
                    <a:pt x="133" y="1213"/>
                    <a:pt x="133" y="1265"/>
                  </a:cubicBezTo>
                  <a:cubicBezTo>
                    <a:pt x="133" y="1298"/>
                    <a:pt x="150" y="1330"/>
                    <a:pt x="150" y="1366"/>
                  </a:cubicBezTo>
                  <a:cubicBezTo>
                    <a:pt x="150" y="1399"/>
                    <a:pt x="150" y="1447"/>
                    <a:pt x="170" y="1484"/>
                  </a:cubicBezTo>
                  <a:lnTo>
                    <a:pt x="170" y="1366"/>
                  </a:lnTo>
                  <a:cubicBezTo>
                    <a:pt x="150" y="1330"/>
                    <a:pt x="150" y="1298"/>
                    <a:pt x="150" y="1265"/>
                  </a:cubicBezTo>
                  <a:cubicBezTo>
                    <a:pt x="150" y="1213"/>
                    <a:pt x="150" y="1181"/>
                    <a:pt x="133" y="1144"/>
                  </a:cubicBezTo>
                  <a:lnTo>
                    <a:pt x="133" y="1011"/>
                  </a:lnTo>
                  <a:cubicBezTo>
                    <a:pt x="117" y="995"/>
                    <a:pt x="117" y="962"/>
                    <a:pt x="117" y="926"/>
                  </a:cubicBezTo>
                  <a:cubicBezTo>
                    <a:pt x="117" y="894"/>
                    <a:pt x="117" y="861"/>
                    <a:pt x="101" y="841"/>
                  </a:cubicBezTo>
                  <a:close/>
                  <a:moveTo>
                    <a:pt x="170" y="1484"/>
                  </a:moveTo>
                  <a:lnTo>
                    <a:pt x="170" y="1516"/>
                  </a:lnTo>
                  <a:lnTo>
                    <a:pt x="170" y="1617"/>
                  </a:lnTo>
                  <a:lnTo>
                    <a:pt x="186" y="1669"/>
                  </a:lnTo>
                  <a:lnTo>
                    <a:pt x="186" y="1617"/>
                  </a:lnTo>
                  <a:lnTo>
                    <a:pt x="186" y="1516"/>
                  </a:lnTo>
                  <a:lnTo>
                    <a:pt x="170" y="1484"/>
                  </a:lnTo>
                  <a:close/>
                  <a:moveTo>
                    <a:pt x="186" y="1669"/>
                  </a:moveTo>
                  <a:lnTo>
                    <a:pt x="186" y="1718"/>
                  </a:lnTo>
                  <a:cubicBezTo>
                    <a:pt x="186" y="1770"/>
                    <a:pt x="186" y="1803"/>
                    <a:pt x="202" y="1835"/>
                  </a:cubicBezTo>
                  <a:lnTo>
                    <a:pt x="202" y="1718"/>
                  </a:lnTo>
                  <a:cubicBezTo>
                    <a:pt x="202" y="1702"/>
                    <a:pt x="202" y="1686"/>
                    <a:pt x="186" y="1669"/>
                  </a:cubicBezTo>
                  <a:close/>
                  <a:moveTo>
                    <a:pt x="202" y="1835"/>
                  </a:moveTo>
                  <a:lnTo>
                    <a:pt x="202" y="1936"/>
                  </a:lnTo>
                  <a:cubicBezTo>
                    <a:pt x="202" y="1972"/>
                    <a:pt x="218" y="2005"/>
                    <a:pt x="218" y="2053"/>
                  </a:cubicBezTo>
                  <a:lnTo>
                    <a:pt x="218" y="2089"/>
                  </a:lnTo>
                  <a:cubicBezTo>
                    <a:pt x="218" y="2106"/>
                    <a:pt x="218" y="2106"/>
                    <a:pt x="234" y="2122"/>
                  </a:cubicBezTo>
                  <a:lnTo>
                    <a:pt x="234" y="2089"/>
                  </a:lnTo>
                  <a:lnTo>
                    <a:pt x="234" y="2053"/>
                  </a:lnTo>
                  <a:cubicBezTo>
                    <a:pt x="218" y="2005"/>
                    <a:pt x="218" y="1972"/>
                    <a:pt x="218" y="1920"/>
                  </a:cubicBezTo>
                  <a:cubicBezTo>
                    <a:pt x="218" y="1904"/>
                    <a:pt x="218" y="1871"/>
                    <a:pt x="202" y="1835"/>
                  </a:cubicBezTo>
                  <a:close/>
                  <a:moveTo>
                    <a:pt x="234" y="2122"/>
                  </a:moveTo>
                  <a:lnTo>
                    <a:pt x="234" y="2291"/>
                  </a:lnTo>
                  <a:cubicBezTo>
                    <a:pt x="251" y="2324"/>
                    <a:pt x="251" y="2376"/>
                    <a:pt x="251" y="2409"/>
                  </a:cubicBezTo>
                  <a:cubicBezTo>
                    <a:pt x="251" y="2477"/>
                    <a:pt x="271" y="2526"/>
                    <a:pt x="271" y="2594"/>
                  </a:cubicBezTo>
                  <a:cubicBezTo>
                    <a:pt x="287" y="2643"/>
                    <a:pt x="287" y="2695"/>
                    <a:pt x="287" y="2744"/>
                  </a:cubicBezTo>
                  <a:cubicBezTo>
                    <a:pt x="303" y="2780"/>
                    <a:pt x="303" y="2813"/>
                    <a:pt x="303" y="2829"/>
                  </a:cubicBezTo>
                  <a:lnTo>
                    <a:pt x="303" y="2914"/>
                  </a:lnTo>
                  <a:cubicBezTo>
                    <a:pt x="303" y="2962"/>
                    <a:pt x="319" y="2998"/>
                    <a:pt x="319" y="3047"/>
                  </a:cubicBezTo>
                  <a:cubicBezTo>
                    <a:pt x="319" y="3099"/>
                    <a:pt x="335" y="3132"/>
                    <a:pt x="335" y="3164"/>
                  </a:cubicBezTo>
                  <a:lnTo>
                    <a:pt x="335" y="3265"/>
                  </a:lnTo>
                  <a:cubicBezTo>
                    <a:pt x="352" y="3285"/>
                    <a:pt x="352" y="3318"/>
                    <a:pt x="352" y="3350"/>
                  </a:cubicBezTo>
                  <a:cubicBezTo>
                    <a:pt x="352" y="3451"/>
                    <a:pt x="372" y="3552"/>
                    <a:pt x="388" y="3669"/>
                  </a:cubicBezTo>
                  <a:lnTo>
                    <a:pt x="388" y="3705"/>
                  </a:lnTo>
                  <a:cubicBezTo>
                    <a:pt x="388" y="3722"/>
                    <a:pt x="404" y="3738"/>
                    <a:pt x="404" y="3754"/>
                  </a:cubicBezTo>
                  <a:lnTo>
                    <a:pt x="404" y="3705"/>
                  </a:lnTo>
                  <a:lnTo>
                    <a:pt x="404" y="3669"/>
                  </a:lnTo>
                  <a:cubicBezTo>
                    <a:pt x="388" y="3552"/>
                    <a:pt x="372" y="3451"/>
                    <a:pt x="372" y="3350"/>
                  </a:cubicBezTo>
                  <a:cubicBezTo>
                    <a:pt x="352" y="3318"/>
                    <a:pt x="352" y="3285"/>
                    <a:pt x="352" y="3265"/>
                  </a:cubicBezTo>
                  <a:lnTo>
                    <a:pt x="352" y="3164"/>
                  </a:lnTo>
                  <a:cubicBezTo>
                    <a:pt x="335" y="3132"/>
                    <a:pt x="335" y="3099"/>
                    <a:pt x="335" y="3047"/>
                  </a:cubicBezTo>
                  <a:cubicBezTo>
                    <a:pt x="335" y="2998"/>
                    <a:pt x="319" y="2962"/>
                    <a:pt x="319" y="2914"/>
                  </a:cubicBezTo>
                  <a:lnTo>
                    <a:pt x="319" y="2829"/>
                  </a:lnTo>
                  <a:cubicBezTo>
                    <a:pt x="303" y="2813"/>
                    <a:pt x="303" y="2780"/>
                    <a:pt x="303" y="2744"/>
                  </a:cubicBezTo>
                  <a:cubicBezTo>
                    <a:pt x="303" y="2695"/>
                    <a:pt x="287" y="2643"/>
                    <a:pt x="287" y="2594"/>
                  </a:cubicBezTo>
                  <a:cubicBezTo>
                    <a:pt x="287" y="2526"/>
                    <a:pt x="271" y="2477"/>
                    <a:pt x="271" y="2409"/>
                  </a:cubicBezTo>
                  <a:cubicBezTo>
                    <a:pt x="271" y="2376"/>
                    <a:pt x="251" y="2324"/>
                    <a:pt x="251" y="2291"/>
                  </a:cubicBezTo>
                  <a:cubicBezTo>
                    <a:pt x="251" y="2223"/>
                    <a:pt x="251" y="2174"/>
                    <a:pt x="234" y="2122"/>
                  </a:cubicBezTo>
                  <a:close/>
                  <a:moveTo>
                    <a:pt x="404" y="3754"/>
                  </a:moveTo>
                  <a:lnTo>
                    <a:pt x="404" y="3790"/>
                  </a:lnTo>
                  <a:cubicBezTo>
                    <a:pt x="404" y="3806"/>
                    <a:pt x="420" y="3823"/>
                    <a:pt x="404" y="3839"/>
                  </a:cubicBezTo>
                  <a:cubicBezTo>
                    <a:pt x="404" y="3891"/>
                    <a:pt x="404" y="3924"/>
                    <a:pt x="420" y="3956"/>
                  </a:cubicBezTo>
                  <a:lnTo>
                    <a:pt x="420" y="3839"/>
                  </a:lnTo>
                  <a:lnTo>
                    <a:pt x="420" y="3790"/>
                  </a:lnTo>
                  <a:cubicBezTo>
                    <a:pt x="420" y="3770"/>
                    <a:pt x="420" y="3770"/>
                    <a:pt x="404" y="3754"/>
                  </a:cubicBezTo>
                  <a:close/>
                  <a:moveTo>
                    <a:pt x="420" y="3956"/>
                  </a:moveTo>
                  <a:lnTo>
                    <a:pt x="420" y="4073"/>
                  </a:lnTo>
                  <a:cubicBezTo>
                    <a:pt x="420" y="4093"/>
                    <a:pt x="436" y="4109"/>
                    <a:pt x="436" y="4125"/>
                  </a:cubicBezTo>
                  <a:lnTo>
                    <a:pt x="436" y="4073"/>
                  </a:lnTo>
                  <a:cubicBezTo>
                    <a:pt x="436" y="4041"/>
                    <a:pt x="436" y="3992"/>
                    <a:pt x="420" y="3956"/>
                  </a:cubicBezTo>
                  <a:close/>
                  <a:moveTo>
                    <a:pt x="436" y="4125"/>
                  </a:moveTo>
                  <a:lnTo>
                    <a:pt x="436" y="4174"/>
                  </a:lnTo>
                  <a:cubicBezTo>
                    <a:pt x="436" y="4226"/>
                    <a:pt x="436" y="4259"/>
                    <a:pt x="453" y="4295"/>
                  </a:cubicBezTo>
                  <a:lnTo>
                    <a:pt x="453" y="4174"/>
                  </a:lnTo>
                  <a:lnTo>
                    <a:pt x="436" y="4125"/>
                  </a:lnTo>
                  <a:close/>
                  <a:moveTo>
                    <a:pt x="453" y="4311"/>
                  </a:moveTo>
                  <a:lnTo>
                    <a:pt x="453" y="4376"/>
                  </a:lnTo>
                  <a:lnTo>
                    <a:pt x="453" y="4428"/>
                  </a:lnTo>
                  <a:lnTo>
                    <a:pt x="453" y="4445"/>
                  </a:lnTo>
                  <a:lnTo>
                    <a:pt x="473" y="4461"/>
                  </a:lnTo>
                  <a:lnTo>
                    <a:pt x="473" y="4445"/>
                  </a:lnTo>
                  <a:lnTo>
                    <a:pt x="473" y="4428"/>
                  </a:lnTo>
                  <a:lnTo>
                    <a:pt x="473" y="4376"/>
                  </a:lnTo>
                  <a:cubicBezTo>
                    <a:pt x="473" y="4360"/>
                    <a:pt x="473" y="4327"/>
                    <a:pt x="453" y="4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1195;p39">
              <a:extLst>
                <a:ext uri="{FF2B5EF4-FFF2-40B4-BE49-F238E27FC236}">
                  <a16:creationId xmlns:a16="http://schemas.microsoft.com/office/drawing/2014/main" id="{608FB7D6-EB3E-960B-844B-B513600CB830}"/>
                </a:ext>
              </a:extLst>
            </p:cNvPr>
            <p:cNvSpPr/>
            <p:nvPr/>
          </p:nvSpPr>
          <p:spPr>
            <a:xfrm>
              <a:off x="1672363" y="67490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0"/>
                  </a:moveTo>
                  <a:cubicBezTo>
                    <a:pt x="590" y="0"/>
                    <a:pt x="574" y="20"/>
                    <a:pt x="557" y="36"/>
                  </a:cubicBezTo>
                  <a:cubicBezTo>
                    <a:pt x="574" y="36"/>
                    <a:pt x="606" y="20"/>
                    <a:pt x="622" y="20"/>
                  </a:cubicBezTo>
                  <a:lnTo>
                    <a:pt x="638" y="0"/>
                  </a:lnTo>
                  <a:close/>
                  <a:moveTo>
                    <a:pt x="537" y="53"/>
                  </a:moveTo>
                  <a:lnTo>
                    <a:pt x="537" y="53"/>
                  </a:lnTo>
                  <a:cubicBezTo>
                    <a:pt x="420" y="121"/>
                    <a:pt x="319" y="186"/>
                    <a:pt x="202" y="255"/>
                  </a:cubicBezTo>
                  <a:cubicBezTo>
                    <a:pt x="170" y="287"/>
                    <a:pt x="117" y="303"/>
                    <a:pt x="85" y="339"/>
                  </a:cubicBezTo>
                  <a:cubicBezTo>
                    <a:pt x="69" y="356"/>
                    <a:pt x="32" y="372"/>
                    <a:pt x="16" y="372"/>
                  </a:cubicBezTo>
                  <a:cubicBezTo>
                    <a:pt x="16" y="388"/>
                    <a:pt x="0" y="388"/>
                    <a:pt x="0" y="404"/>
                  </a:cubicBezTo>
                  <a:cubicBezTo>
                    <a:pt x="16" y="404"/>
                    <a:pt x="16" y="388"/>
                    <a:pt x="32" y="388"/>
                  </a:cubicBezTo>
                  <a:cubicBezTo>
                    <a:pt x="53" y="372"/>
                    <a:pt x="69" y="356"/>
                    <a:pt x="85" y="356"/>
                  </a:cubicBezTo>
                  <a:cubicBezTo>
                    <a:pt x="133" y="323"/>
                    <a:pt x="170" y="287"/>
                    <a:pt x="218" y="271"/>
                  </a:cubicBezTo>
                  <a:cubicBezTo>
                    <a:pt x="319" y="202"/>
                    <a:pt x="436" y="121"/>
                    <a:pt x="53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1196;p39">
              <a:extLst>
                <a:ext uri="{FF2B5EF4-FFF2-40B4-BE49-F238E27FC236}">
                  <a16:creationId xmlns:a16="http://schemas.microsoft.com/office/drawing/2014/main" id="{AD2EA12C-9D5E-1B96-1960-010BDA547A55}"/>
                </a:ext>
              </a:extLst>
            </p:cNvPr>
            <p:cNvSpPr/>
            <p:nvPr/>
          </p:nvSpPr>
          <p:spPr>
            <a:xfrm>
              <a:off x="2688657" y="514400"/>
              <a:ext cx="52245" cy="22149"/>
            </a:xfrm>
            <a:custGeom>
              <a:avLst/>
              <a:gdLst/>
              <a:ahLst/>
              <a:cxnLst/>
              <a:rect l="l" t="t" r="r" b="b"/>
              <a:pathLst>
                <a:path w="526" h="223" extrusionOk="0">
                  <a:moveTo>
                    <a:pt x="0" y="0"/>
                  </a:moveTo>
                  <a:lnTo>
                    <a:pt x="21" y="20"/>
                  </a:lnTo>
                  <a:cubicBezTo>
                    <a:pt x="69" y="20"/>
                    <a:pt x="101" y="37"/>
                    <a:pt x="154" y="69"/>
                  </a:cubicBezTo>
                  <a:cubicBezTo>
                    <a:pt x="170" y="69"/>
                    <a:pt x="186" y="85"/>
                    <a:pt x="202" y="85"/>
                  </a:cubicBezTo>
                  <a:cubicBezTo>
                    <a:pt x="239" y="101"/>
                    <a:pt x="271" y="121"/>
                    <a:pt x="303" y="138"/>
                  </a:cubicBezTo>
                  <a:cubicBezTo>
                    <a:pt x="372" y="154"/>
                    <a:pt x="441" y="170"/>
                    <a:pt x="489" y="202"/>
                  </a:cubicBezTo>
                  <a:lnTo>
                    <a:pt x="505" y="202"/>
                  </a:lnTo>
                  <a:lnTo>
                    <a:pt x="505" y="222"/>
                  </a:lnTo>
                  <a:lnTo>
                    <a:pt x="526" y="222"/>
                  </a:lnTo>
                  <a:cubicBezTo>
                    <a:pt x="526" y="202"/>
                    <a:pt x="526" y="186"/>
                    <a:pt x="505" y="186"/>
                  </a:cubicBezTo>
                  <a:cubicBezTo>
                    <a:pt x="441" y="170"/>
                    <a:pt x="372" y="138"/>
                    <a:pt x="324" y="121"/>
                  </a:cubicBezTo>
                  <a:cubicBezTo>
                    <a:pt x="287" y="101"/>
                    <a:pt x="255" y="85"/>
                    <a:pt x="202" y="69"/>
                  </a:cubicBezTo>
                  <a:cubicBezTo>
                    <a:pt x="186" y="69"/>
                    <a:pt x="170" y="53"/>
                    <a:pt x="154" y="53"/>
                  </a:cubicBezTo>
                  <a:cubicBezTo>
                    <a:pt x="122" y="37"/>
                    <a:pt x="69" y="2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1197;p39">
              <a:extLst>
                <a:ext uri="{FF2B5EF4-FFF2-40B4-BE49-F238E27FC236}">
                  <a16:creationId xmlns:a16="http://schemas.microsoft.com/office/drawing/2014/main" id="{E0F57EA3-DF61-EBC0-C1B1-0B66189102B1}"/>
                </a:ext>
              </a:extLst>
            </p:cNvPr>
            <p:cNvSpPr/>
            <p:nvPr/>
          </p:nvSpPr>
          <p:spPr>
            <a:xfrm>
              <a:off x="1663920" y="780393"/>
              <a:ext cx="68634" cy="40227"/>
            </a:xfrm>
            <a:custGeom>
              <a:avLst/>
              <a:gdLst/>
              <a:ahLst/>
              <a:cxnLst/>
              <a:rect l="l" t="t" r="r" b="b"/>
              <a:pathLst>
                <a:path w="691" h="405" extrusionOk="0">
                  <a:moveTo>
                    <a:pt x="691" y="1"/>
                  </a:moveTo>
                  <a:cubicBezTo>
                    <a:pt x="659" y="1"/>
                    <a:pt x="642" y="17"/>
                    <a:pt x="622" y="17"/>
                  </a:cubicBezTo>
                  <a:lnTo>
                    <a:pt x="590" y="33"/>
                  </a:lnTo>
                  <a:cubicBezTo>
                    <a:pt x="473" y="118"/>
                    <a:pt x="356" y="186"/>
                    <a:pt x="255" y="235"/>
                  </a:cubicBezTo>
                  <a:cubicBezTo>
                    <a:pt x="186" y="287"/>
                    <a:pt x="117" y="320"/>
                    <a:pt x="53" y="372"/>
                  </a:cubicBezTo>
                  <a:cubicBezTo>
                    <a:pt x="37" y="388"/>
                    <a:pt x="16" y="388"/>
                    <a:pt x="0" y="388"/>
                  </a:cubicBezTo>
                  <a:lnTo>
                    <a:pt x="0" y="405"/>
                  </a:lnTo>
                  <a:lnTo>
                    <a:pt x="16" y="405"/>
                  </a:lnTo>
                  <a:cubicBezTo>
                    <a:pt x="37" y="405"/>
                    <a:pt x="37" y="388"/>
                    <a:pt x="53" y="388"/>
                  </a:cubicBezTo>
                  <a:cubicBezTo>
                    <a:pt x="117" y="336"/>
                    <a:pt x="202" y="287"/>
                    <a:pt x="271" y="251"/>
                  </a:cubicBezTo>
                  <a:cubicBezTo>
                    <a:pt x="356" y="203"/>
                    <a:pt x="473" y="118"/>
                    <a:pt x="606" y="49"/>
                  </a:cubicBezTo>
                  <a:lnTo>
                    <a:pt x="622" y="33"/>
                  </a:lnTo>
                  <a:cubicBezTo>
                    <a:pt x="642" y="17"/>
                    <a:pt x="659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1198;p39">
              <a:extLst>
                <a:ext uri="{FF2B5EF4-FFF2-40B4-BE49-F238E27FC236}">
                  <a16:creationId xmlns:a16="http://schemas.microsoft.com/office/drawing/2014/main" id="{6B1C7B4E-390A-5171-8752-4AC2E3396A73}"/>
                </a:ext>
              </a:extLst>
            </p:cNvPr>
            <p:cNvSpPr/>
            <p:nvPr/>
          </p:nvSpPr>
          <p:spPr>
            <a:xfrm>
              <a:off x="1672363" y="661600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22" y="1"/>
                  </a:moveTo>
                  <a:cubicBezTo>
                    <a:pt x="606" y="1"/>
                    <a:pt x="590" y="17"/>
                    <a:pt x="574" y="33"/>
                  </a:cubicBezTo>
                  <a:cubicBezTo>
                    <a:pt x="590" y="33"/>
                    <a:pt x="606" y="17"/>
                    <a:pt x="622" y="17"/>
                  </a:cubicBezTo>
                  <a:lnTo>
                    <a:pt x="638" y="17"/>
                  </a:lnTo>
                  <a:lnTo>
                    <a:pt x="622" y="1"/>
                  </a:lnTo>
                  <a:close/>
                  <a:moveTo>
                    <a:pt x="557" y="33"/>
                  </a:moveTo>
                  <a:cubicBezTo>
                    <a:pt x="420" y="118"/>
                    <a:pt x="287" y="219"/>
                    <a:pt x="170" y="304"/>
                  </a:cubicBezTo>
                  <a:cubicBezTo>
                    <a:pt x="303" y="219"/>
                    <a:pt x="420" y="134"/>
                    <a:pt x="557" y="53"/>
                  </a:cubicBezTo>
                  <a:lnTo>
                    <a:pt x="574" y="33"/>
                  </a:lnTo>
                  <a:close/>
                  <a:moveTo>
                    <a:pt x="16" y="389"/>
                  </a:moveTo>
                  <a:lnTo>
                    <a:pt x="0" y="405"/>
                  </a:lnTo>
                  <a:lnTo>
                    <a:pt x="0" y="421"/>
                  </a:lnTo>
                  <a:lnTo>
                    <a:pt x="16" y="405"/>
                  </a:lnTo>
                  <a:cubicBezTo>
                    <a:pt x="32" y="405"/>
                    <a:pt x="32" y="405"/>
                    <a:pt x="32" y="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1199;p39">
              <a:extLst>
                <a:ext uri="{FF2B5EF4-FFF2-40B4-BE49-F238E27FC236}">
                  <a16:creationId xmlns:a16="http://schemas.microsoft.com/office/drawing/2014/main" id="{7D89C3E8-633E-D241-316C-3925C0D4EF1F}"/>
                </a:ext>
              </a:extLst>
            </p:cNvPr>
            <p:cNvSpPr/>
            <p:nvPr/>
          </p:nvSpPr>
          <p:spPr>
            <a:xfrm>
              <a:off x="1712391" y="562970"/>
              <a:ext cx="6953" cy="6853"/>
            </a:xfrm>
            <a:custGeom>
              <a:avLst/>
              <a:gdLst/>
              <a:ahLst/>
              <a:cxnLst/>
              <a:rect l="l" t="t" r="r" b="b"/>
              <a:pathLst>
                <a:path w="70" h="69" extrusionOk="0">
                  <a:moveTo>
                    <a:pt x="70" y="0"/>
                  </a:moveTo>
                  <a:lnTo>
                    <a:pt x="1" y="53"/>
                  </a:lnTo>
                  <a:lnTo>
                    <a:pt x="1" y="69"/>
                  </a:lnTo>
                  <a:lnTo>
                    <a:pt x="70" y="1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1200;p39">
              <a:extLst>
                <a:ext uri="{FF2B5EF4-FFF2-40B4-BE49-F238E27FC236}">
                  <a16:creationId xmlns:a16="http://schemas.microsoft.com/office/drawing/2014/main" id="{15158459-F971-2B54-9403-B6196FB23CBC}"/>
                </a:ext>
              </a:extLst>
            </p:cNvPr>
            <p:cNvSpPr/>
            <p:nvPr/>
          </p:nvSpPr>
          <p:spPr>
            <a:xfrm>
              <a:off x="2508084" y="660011"/>
              <a:ext cx="60290" cy="20163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53" y="33"/>
                    <a:pt x="69" y="33"/>
                  </a:cubicBezTo>
                  <a:cubicBezTo>
                    <a:pt x="53" y="17"/>
                    <a:pt x="37" y="17"/>
                    <a:pt x="1" y="1"/>
                  </a:cubicBezTo>
                  <a:close/>
                  <a:moveTo>
                    <a:pt x="70" y="33"/>
                  </a:moveTo>
                  <a:lnTo>
                    <a:pt x="70" y="33"/>
                  </a:lnTo>
                  <a:cubicBezTo>
                    <a:pt x="138" y="49"/>
                    <a:pt x="187" y="69"/>
                    <a:pt x="239" y="102"/>
                  </a:cubicBezTo>
                  <a:cubicBezTo>
                    <a:pt x="271" y="102"/>
                    <a:pt x="324" y="118"/>
                    <a:pt x="356" y="134"/>
                  </a:cubicBezTo>
                  <a:cubicBezTo>
                    <a:pt x="405" y="150"/>
                    <a:pt x="457" y="170"/>
                    <a:pt x="506" y="186"/>
                  </a:cubicBezTo>
                  <a:lnTo>
                    <a:pt x="526" y="186"/>
                  </a:lnTo>
                  <a:cubicBezTo>
                    <a:pt x="542" y="186"/>
                    <a:pt x="574" y="203"/>
                    <a:pt x="590" y="203"/>
                  </a:cubicBezTo>
                  <a:lnTo>
                    <a:pt x="607" y="203"/>
                  </a:lnTo>
                  <a:lnTo>
                    <a:pt x="607" y="186"/>
                  </a:lnTo>
                  <a:cubicBezTo>
                    <a:pt x="574" y="186"/>
                    <a:pt x="558" y="186"/>
                    <a:pt x="526" y="170"/>
                  </a:cubicBezTo>
                  <a:lnTo>
                    <a:pt x="506" y="170"/>
                  </a:lnTo>
                  <a:cubicBezTo>
                    <a:pt x="457" y="150"/>
                    <a:pt x="405" y="134"/>
                    <a:pt x="356" y="118"/>
                  </a:cubicBezTo>
                  <a:cubicBezTo>
                    <a:pt x="324" y="102"/>
                    <a:pt x="287" y="85"/>
                    <a:pt x="239" y="85"/>
                  </a:cubicBezTo>
                  <a:cubicBezTo>
                    <a:pt x="187" y="69"/>
                    <a:pt x="138" y="49"/>
                    <a:pt x="7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1201;p39">
              <a:extLst>
                <a:ext uri="{FF2B5EF4-FFF2-40B4-BE49-F238E27FC236}">
                  <a16:creationId xmlns:a16="http://schemas.microsoft.com/office/drawing/2014/main" id="{2C8A1F2E-DB5C-13DE-703B-CBA730E682B2}"/>
                </a:ext>
              </a:extLst>
            </p:cNvPr>
            <p:cNvSpPr/>
            <p:nvPr/>
          </p:nvSpPr>
          <p:spPr>
            <a:xfrm>
              <a:off x="2257288" y="338992"/>
              <a:ext cx="13806" cy="199147"/>
            </a:xfrm>
            <a:custGeom>
              <a:avLst/>
              <a:gdLst/>
              <a:ahLst/>
              <a:cxnLst/>
              <a:rect l="l" t="t" r="r" b="b"/>
              <a:pathLst>
                <a:path w="139" h="2005" extrusionOk="0">
                  <a:moveTo>
                    <a:pt x="21" y="1"/>
                  </a:moveTo>
                  <a:lnTo>
                    <a:pt x="21" y="17"/>
                  </a:lnTo>
                  <a:cubicBezTo>
                    <a:pt x="1" y="49"/>
                    <a:pt x="1" y="102"/>
                    <a:pt x="21" y="150"/>
                  </a:cubicBezTo>
                  <a:cubicBezTo>
                    <a:pt x="21" y="102"/>
                    <a:pt x="21" y="49"/>
                    <a:pt x="37" y="17"/>
                  </a:cubicBezTo>
                  <a:lnTo>
                    <a:pt x="21" y="1"/>
                  </a:lnTo>
                  <a:close/>
                  <a:moveTo>
                    <a:pt x="21" y="150"/>
                  </a:moveTo>
                  <a:lnTo>
                    <a:pt x="21" y="272"/>
                  </a:lnTo>
                  <a:lnTo>
                    <a:pt x="21" y="304"/>
                  </a:lnTo>
                  <a:cubicBezTo>
                    <a:pt x="21" y="320"/>
                    <a:pt x="21" y="352"/>
                    <a:pt x="37" y="389"/>
                  </a:cubicBezTo>
                  <a:lnTo>
                    <a:pt x="37" y="304"/>
                  </a:lnTo>
                  <a:lnTo>
                    <a:pt x="37" y="272"/>
                  </a:lnTo>
                  <a:cubicBezTo>
                    <a:pt x="37" y="235"/>
                    <a:pt x="37" y="187"/>
                    <a:pt x="21" y="150"/>
                  </a:cubicBezTo>
                  <a:close/>
                  <a:moveTo>
                    <a:pt x="37" y="389"/>
                  </a:moveTo>
                  <a:lnTo>
                    <a:pt x="37" y="538"/>
                  </a:lnTo>
                  <a:lnTo>
                    <a:pt x="37" y="591"/>
                  </a:lnTo>
                  <a:lnTo>
                    <a:pt x="37" y="623"/>
                  </a:lnTo>
                  <a:cubicBezTo>
                    <a:pt x="37" y="655"/>
                    <a:pt x="53" y="692"/>
                    <a:pt x="53" y="724"/>
                  </a:cubicBezTo>
                  <a:lnTo>
                    <a:pt x="53" y="623"/>
                  </a:lnTo>
                  <a:lnTo>
                    <a:pt x="53" y="591"/>
                  </a:lnTo>
                  <a:lnTo>
                    <a:pt x="53" y="538"/>
                  </a:lnTo>
                  <a:cubicBezTo>
                    <a:pt x="53" y="490"/>
                    <a:pt x="53" y="437"/>
                    <a:pt x="37" y="389"/>
                  </a:cubicBezTo>
                  <a:close/>
                  <a:moveTo>
                    <a:pt x="53" y="724"/>
                  </a:moveTo>
                  <a:lnTo>
                    <a:pt x="53" y="793"/>
                  </a:lnTo>
                  <a:lnTo>
                    <a:pt x="53" y="809"/>
                  </a:lnTo>
                  <a:cubicBezTo>
                    <a:pt x="53" y="841"/>
                    <a:pt x="53" y="857"/>
                    <a:pt x="70" y="894"/>
                  </a:cubicBezTo>
                  <a:lnTo>
                    <a:pt x="70" y="809"/>
                  </a:lnTo>
                  <a:lnTo>
                    <a:pt x="70" y="793"/>
                  </a:lnTo>
                  <a:cubicBezTo>
                    <a:pt x="70" y="756"/>
                    <a:pt x="70" y="740"/>
                    <a:pt x="53" y="724"/>
                  </a:cubicBezTo>
                  <a:close/>
                  <a:moveTo>
                    <a:pt x="70" y="894"/>
                  </a:moveTo>
                  <a:lnTo>
                    <a:pt x="70" y="926"/>
                  </a:lnTo>
                  <a:cubicBezTo>
                    <a:pt x="86" y="926"/>
                    <a:pt x="86" y="910"/>
                    <a:pt x="70" y="894"/>
                  </a:cubicBezTo>
                  <a:close/>
                  <a:moveTo>
                    <a:pt x="70" y="942"/>
                  </a:moveTo>
                  <a:lnTo>
                    <a:pt x="70" y="995"/>
                  </a:lnTo>
                  <a:lnTo>
                    <a:pt x="70" y="1043"/>
                  </a:lnTo>
                  <a:lnTo>
                    <a:pt x="70" y="1112"/>
                  </a:lnTo>
                  <a:lnTo>
                    <a:pt x="70" y="1144"/>
                  </a:lnTo>
                  <a:lnTo>
                    <a:pt x="70" y="1181"/>
                  </a:lnTo>
                  <a:cubicBezTo>
                    <a:pt x="86" y="1197"/>
                    <a:pt x="86" y="1213"/>
                    <a:pt x="86" y="1245"/>
                  </a:cubicBezTo>
                  <a:lnTo>
                    <a:pt x="86" y="1314"/>
                  </a:lnTo>
                  <a:lnTo>
                    <a:pt x="86" y="1415"/>
                  </a:lnTo>
                  <a:cubicBezTo>
                    <a:pt x="102" y="1431"/>
                    <a:pt x="102" y="1463"/>
                    <a:pt x="102" y="1483"/>
                  </a:cubicBezTo>
                  <a:lnTo>
                    <a:pt x="102" y="1584"/>
                  </a:lnTo>
                  <a:lnTo>
                    <a:pt x="102" y="1665"/>
                  </a:lnTo>
                  <a:lnTo>
                    <a:pt x="102" y="1685"/>
                  </a:lnTo>
                  <a:cubicBezTo>
                    <a:pt x="102" y="1718"/>
                    <a:pt x="102" y="1766"/>
                    <a:pt x="122" y="1819"/>
                  </a:cubicBezTo>
                  <a:cubicBezTo>
                    <a:pt x="102" y="1835"/>
                    <a:pt x="122" y="1851"/>
                    <a:pt x="122" y="1867"/>
                  </a:cubicBezTo>
                  <a:lnTo>
                    <a:pt x="122" y="1904"/>
                  </a:lnTo>
                  <a:lnTo>
                    <a:pt x="122" y="1936"/>
                  </a:lnTo>
                  <a:lnTo>
                    <a:pt x="122" y="1988"/>
                  </a:lnTo>
                  <a:lnTo>
                    <a:pt x="138" y="2005"/>
                  </a:lnTo>
                  <a:lnTo>
                    <a:pt x="138" y="1988"/>
                  </a:lnTo>
                  <a:lnTo>
                    <a:pt x="138" y="1936"/>
                  </a:lnTo>
                  <a:lnTo>
                    <a:pt x="138" y="1904"/>
                  </a:lnTo>
                  <a:lnTo>
                    <a:pt x="138" y="1867"/>
                  </a:lnTo>
                  <a:cubicBezTo>
                    <a:pt x="122" y="1851"/>
                    <a:pt x="122" y="1835"/>
                    <a:pt x="138" y="1819"/>
                  </a:cubicBezTo>
                  <a:cubicBezTo>
                    <a:pt x="122" y="1766"/>
                    <a:pt x="122" y="1718"/>
                    <a:pt x="122" y="1685"/>
                  </a:cubicBezTo>
                  <a:lnTo>
                    <a:pt x="122" y="1665"/>
                  </a:lnTo>
                  <a:lnTo>
                    <a:pt x="122" y="1584"/>
                  </a:lnTo>
                  <a:lnTo>
                    <a:pt x="122" y="1483"/>
                  </a:lnTo>
                  <a:cubicBezTo>
                    <a:pt x="122" y="1463"/>
                    <a:pt x="102" y="1431"/>
                    <a:pt x="102" y="1399"/>
                  </a:cubicBezTo>
                  <a:lnTo>
                    <a:pt x="102" y="1314"/>
                  </a:lnTo>
                  <a:cubicBezTo>
                    <a:pt x="102" y="1298"/>
                    <a:pt x="102" y="1261"/>
                    <a:pt x="86" y="1229"/>
                  </a:cubicBezTo>
                  <a:lnTo>
                    <a:pt x="86" y="1181"/>
                  </a:lnTo>
                  <a:lnTo>
                    <a:pt x="86" y="1144"/>
                  </a:lnTo>
                  <a:lnTo>
                    <a:pt x="86" y="1112"/>
                  </a:lnTo>
                  <a:lnTo>
                    <a:pt x="86" y="1043"/>
                  </a:lnTo>
                  <a:lnTo>
                    <a:pt x="86" y="995"/>
                  </a:lnTo>
                  <a:cubicBezTo>
                    <a:pt x="70" y="979"/>
                    <a:pt x="70" y="958"/>
                    <a:pt x="70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1202;p39">
              <a:extLst>
                <a:ext uri="{FF2B5EF4-FFF2-40B4-BE49-F238E27FC236}">
                  <a16:creationId xmlns:a16="http://schemas.microsoft.com/office/drawing/2014/main" id="{5E1391E6-BE65-3340-74A4-4722AF8F6A28}"/>
                </a:ext>
              </a:extLst>
            </p:cNvPr>
            <p:cNvSpPr/>
            <p:nvPr/>
          </p:nvSpPr>
          <p:spPr>
            <a:xfrm>
              <a:off x="2553475" y="450932"/>
              <a:ext cx="3278" cy="11820"/>
            </a:xfrm>
            <a:custGeom>
              <a:avLst/>
              <a:gdLst/>
              <a:ahLst/>
              <a:cxnLst/>
              <a:rect l="l" t="t" r="r" b="b"/>
              <a:pathLst>
                <a:path w="33" h="119" extrusionOk="0">
                  <a:moveTo>
                    <a:pt x="16" y="1"/>
                  </a:moveTo>
                  <a:lnTo>
                    <a:pt x="16" y="1"/>
                  </a:lnTo>
                  <a:cubicBezTo>
                    <a:pt x="0" y="54"/>
                    <a:pt x="0" y="86"/>
                    <a:pt x="32" y="118"/>
                  </a:cubicBezTo>
                  <a:lnTo>
                    <a:pt x="32" y="102"/>
                  </a:lnTo>
                  <a:cubicBezTo>
                    <a:pt x="16" y="86"/>
                    <a:pt x="16" y="54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1203;p39">
              <a:extLst>
                <a:ext uri="{FF2B5EF4-FFF2-40B4-BE49-F238E27FC236}">
                  <a16:creationId xmlns:a16="http://schemas.microsoft.com/office/drawing/2014/main" id="{C80D4160-E69F-1876-0621-34011D03416F}"/>
                </a:ext>
              </a:extLst>
            </p:cNvPr>
            <p:cNvSpPr/>
            <p:nvPr/>
          </p:nvSpPr>
          <p:spPr>
            <a:xfrm>
              <a:off x="1755796" y="369088"/>
              <a:ext cx="5264" cy="232421"/>
            </a:xfrm>
            <a:custGeom>
              <a:avLst/>
              <a:gdLst/>
              <a:ahLst/>
              <a:cxnLst/>
              <a:rect l="l" t="t" r="r" b="b"/>
              <a:pathLst>
                <a:path w="53" h="2340" extrusionOk="0">
                  <a:moveTo>
                    <a:pt x="37" y="1"/>
                  </a:moveTo>
                  <a:cubicBezTo>
                    <a:pt x="53" y="17"/>
                    <a:pt x="37" y="33"/>
                    <a:pt x="37" y="49"/>
                  </a:cubicBezTo>
                  <a:lnTo>
                    <a:pt x="37" y="70"/>
                  </a:lnTo>
                  <a:lnTo>
                    <a:pt x="37" y="304"/>
                  </a:lnTo>
                  <a:lnTo>
                    <a:pt x="37" y="336"/>
                  </a:lnTo>
                  <a:lnTo>
                    <a:pt x="37" y="490"/>
                  </a:lnTo>
                  <a:lnTo>
                    <a:pt x="37" y="655"/>
                  </a:lnTo>
                  <a:lnTo>
                    <a:pt x="37" y="809"/>
                  </a:lnTo>
                  <a:lnTo>
                    <a:pt x="37" y="910"/>
                  </a:lnTo>
                  <a:lnTo>
                    <a:pt x="53" y="809"/>
                  </a:lnTo>
                  <a:lnTo>
                    <a:pt x="53" y="655"/>
                  </a:lnTo>
                  <a:lnTo>
                    <a:pt x="53" y="490"/>
                  </a:lnTo>
                  <a:lnTo>
                    <a:pt x="53" y="336"/>
                  </a:lnTo>
                  <a:lnTo>
                    <a:pt x="53" y="304"/>
                  </a:lnTo>
                  <a:lnTo>
                    <a:pt x="53" y="70"/>
                  </a:lnTo>
                  <a:lnTo>
                    <a:pt x="53" y="49"/>
                  </a:lnTo>
                  <a:lnTo>
                    <a:pt x="53" y="1"/>
                  </a:lnTo>
                  <a:close/>
                  <a:moveTo>
                    <a:pt x="37" y="1059"/>
                  </a:moveTo>
                  <a:cubicBezTo>
                    <a:pt x="37" y="1180"/>
                    <a:pt x="37" y="1298"/>
                    <a:pt x="20" y="1431"/>
                  </a:cubicBezTo>
                  <a:lnTo>
                    <a:pt x="20" y="1617"/>
                  </a:lnTo>
                  <a:lnTo>
                    <a:pt x="20" y="1819"/>
                  </a:lnTo>
                  <a:lnTo>
                    <a:pt x="20" y="2154"/>
                  </a:lnTo>
                  <a:cubicBezTo>
                    <a:pt x="20" y="2053"/>
                    <a:pt x="20" y="1936"/>
                    <a:pt x="37" y="1819"/>
                  </a:cubicBezTo>
                  <a:lnTo>
                    <a:pt x="37" y="1617"/>
                  </a:lnTo>
                  <a:lnTo>
                    <a:pt x="37" y="1431"/>
                  </a:lnTo>
                  <a:lnTo>
                    <a:pt x="37" y="1059"/>
                  </a:lnTo>
                  <a:close/>
                  <a:moveTo>
                    <a:pt x="20" y="2291"/>
                  </a:moveTo>
                  <a:lnTo>
                    <a:pt x="0" y="2308"/>
                  </a:lnTo>
                  <a:lnTo>
                    <a:pt x="0" y="2324"/>
                  </a:lnTo>
                  <a:lnTo>
                    <a:pt x="20" y="2340"/>
                  </a:lnTo>
                  <a:lnTo>
                    <a:pt x="20" y="2324"/>
                  </a:lnTo>
                  <a:lnTo>
                    <a:pt x="20" y="229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1204;p39">
              <a:extLst>
                <a:ext uri="{FF2B5EF4-FFF2-40B4-BE49-F238E27FC236}">
                  <a16:creationId xmlns:a16="http://schemas.microsoft.com/office/drawing/2014/main" id="{6E926375-93A3-D835-1AFB-72B887A0B99C}"/>
                </a:ext>
              </a:extLst>
            </p:cNvPr>
            <p:cNvSpPr/>
            <p:nvPr/>
          </p:nvSpPr>
          <p:spPr>
            <a:xfrm>
              <a:off x="1653889" y="726161"/>
              <a:ext cx="292611" cy="163092"/>
            </a:xfrm>
            <a:custGeom>
              <a:avLst/>
              <a:gdLst/>
              <a:ahLst/>
              <a:cxnLst/>
              <a:rect l="l" t="t" r="r" b="b"/>
              <a:pathLst>
                <a:path w="2946" h="1642" extrusionOk="0">
                  <a:moveTo>
                    <a:pt x="2916" y="1"/>
                  </a:moveTo>
                  <a:cubicBezTo>
                    <a:pt x="2893" y="1"/>
                    <a:pt x="2870" y="14"/>
                    <a:pt x="2844" y="25"/>
                  </a:cubicBezTo>
                  <a:lnTo>
                    <a:pt x="2844" y="42"/>
                  </a:lnTo>
                  <a:lnTo>
                    <a:pt x="2864" y="42"/>
                  </a:lnTo>
                  <a:cubicBezTo>
                    <a:pt x="2880" y="25"/>
                    <a:pt x="2913" y="9"/>
                    <a:pt x="2945" y="9"/>
                  </a:cubicBezTo>
                  <a:cubicBezTo>
                    <a:pt x="2935" y="3"/>
                    <a:pt x="2926" y="1"/>
                    <a:pt x="2916" y="1"/>
                  </a:cubicBezTo>
                  <a:close/>
                  <a:moveTo>
                    <a:pt x="2844" y="42"/>
                  </a:moveTo>
                  <a:lnTo>
                    <a:pt x="2844" y="42"/>
                  </a:lnTo>
                  <a:cubicBezTo>
                    <a:pt x="2678" y="126"/>
                    <a:pt x="2509" y="227"/>
                    <a:pt x="2323" y="328"/>
                  </a:cubicBezTo>
                  <a:cubicBezTo>
                    <a:pt x="2206" y="393"/>
                    <a:pt x="2105" y="462"/>
                    <a:pt x="1988" y="514"/>
                  </a:cubicBezTo>
                  <a:cubicBezTo>
                    <a:pt x="1919" y="547"/>
                    <a:pt x="1871" y="579"/>
                    <a:pt x="1802" y="615"/>
                  </a:cubicBezTo>
                  <a:cubicBezTo>
                    <a:pt x="1733" y="664"/>
                    <a:pt x="1669" y="696"/>
                    <a:pt x="1584" y="749"/>
                  </a:cubicBezTo>
                  <a:cubicBezTo>
                    <a:pt x="1531" y="781"/>
                    <a:pt x="1467" y="817"/>
                    <a:pt x="1398" y="850"/>
                  </a:cubicBezTo>
                  <a:cubicBezTo>
                    <a:pt x="1366" y="866"/>
                    <a:pt x="1329" y="882"/>
                    <a:pt x="1297" y="898"/>
                  </a:cubicBezTo>
                  <a:cubicBezTo>
                    <a:pt x="1228" y="951"/>
                    <a:pt x="1147" y="999"/>
                    <a:pt x="1079" y="1035"/>
                  </a:cubicBezTo>
                  <a:cubicBezTo>
                    <a:pt x="1063" y="1035"/>
                    <a:pt x="1046" y="1052"/>
                    <a:pt x="1026" y="1068"/>
                  </a:cubicBezTo>
                  <a:cubicBezTo>
                    <a:pt x="994" y="1084"/>
                    <a:pt x="978" y="1100"/>
                    <a:pt x="925" y="1100"/>
                  </a:cubicBezTo>
                  <a:lnTo>
                    <a:pt x="909" y="1100"/>
                  </a:lnTo>
                  <a:cubicBezTo>
                    <a:pt x="877" y="1153"/>
                    <a:pt x="824" y="1185"/>
                    <a:pt x="776" y="1201"/>
                  </a:cubicBezTo>
                  <a:cubicBezTo>
                    <a:pt x="760" y="1221"/>
                    <a:pt x="743" y="1221"/>
                    <a:pt x="707" y="1237"/>
                  </a:cubicBezTo>
                  <a:cubicBezTo>
                    <a:pt x="590" y="1322"/>
                    <a:pt x="457" y="1387"/>
                    <a:pt x="319" y="1455"/>
                  </a:cubicBezTo>
                  <a:cubicBezTo>
                    <a:pt x="239" y="1504"/>
                    <a:pt x="154" y="1556"/>
                    <a:pt x="69" y="1605"/>
                  </a:cubicBezTo>
                  <a:lnTo>
                    <a:pt x="37" y="1605"/>
                  </a:lnTo>
                  <a:cubicBezTo>
                    <a:pt x="37" y="1625"/>
                    <a:pt x="16" y="1625"/>
                    <a:pt x="0" y="1641"/>
                  </a:cubicBezTo>
                  <a:lnTo>
                    <a:pt x="16" y="1641"/>
                  </a:lnTo>
                  <a:cubicBezTo>
                    <a:pt x="16" y="1641"/>
                    <a:pt x="37" y="1625"/>
                    <a:pt x="53" y="1625"/>
                  </a:cubicBezTo>
                  <a:lnTo>
                    <a:pt x="69" y="1625"/>
                  </a:lnTo>
                  <a:cubicBezTo>
                    <a:pt x="154" y="1573"/>
                    <a:pt x="239" y="1524"/>
                    <a:pt x="319" y="1472"/>
                  </a:cubicBezTo>
                  <a:cubicBezTo>
                    <a:pt x="457" y="1403"/>
                    <a:pt x="590" y="1322"/>
                    <a:pt x="723" y="1254"/>
                  </a:cubicBezTo>
                  <a:cubicBezTo>
                    <a:pt x="743" y="1237"/>
                    <a:pt x="760" y="1221"/>
                    <a:pt x="776" y="1221"/>
                  </a:cubicBezTo>
                  <a:cubicBezTo>
                    <a:pt x="824" y="1185"/>
                    <a:pt x="893" y="1169"/>
                    <a:pt x="925" y="1120"/>
                  </a:cubicBezTo>
                  <a:cubicBezTo>
                    <a:pt x="978" y="1120"/>
                    <a:pt x="1010" y="1084"/>
                    <a:pt x="1046" y="1068"/>
                  </a:cubicBezTo>
                  <a:cubicBezTo>
                    <a:pt x="1046" y="1068"/>
                    <a:pt x="1063" y="1052"/>
                    <a:pt x="1079" y="1052"/>
                  </a:cubicBezTo>
                  <a:cubicBezTo>
                    <a:pt x="1164" y="999"/>
                    <a:pt x="1228" y="967"/>
                    <a:pt x="1313" y="918"/>
                  </a:cubicBezTo>
                  <a:cubicBezTo>
                    <a:pt x="1349" y="898"/>
                    <a:pt x="1382" y="882"/>
                    <a:pt x="1414" y="866"/>
                  </a:cubicBezTo>
                  <a:cubicBezTo>
                    <a:pt x="1467" y="833"/>
                    <a:pt x="1531" y="797"/>
                    <a:pt x="1600" y="749"/>
                  </a:cubicBezTo>
                  <a:cubicBezTo>
                    <a:pt x="1669" y="716"/>
                    <a:pt x="1733" y="680"/>
                    <a:pt x="1818" y="631"/>
                  </a:cubicBezTo>
                  <a:cubicBezTo>
                    <a:pt x="1871" y="595"/>
                    <a:pt x="1935" y="563"/>
                    <a:pt x="1988" y="530"/>
                  </a:cubicBezTo>
                  <a:cubicBezTo>
                    <a:pt x="2105" y="462"/>
                    <a:pt x="2222" y="393"/>
                    <a:pt x="2323" y="345"/>
                  </a:cubicBezTo>
                  <a:cubicBezTo>
                    <a:pt x="2525" y="227"/>
                    <a:pt x="2695" y="143"/>
                    <a:pt x="2844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1205;p39">
              <a:extLst>
                <a:ext uri="{FF2B5EF4-FFF2-40B4-BE49-F238E27FC236}">
                  <a16:creationId xmlns:a16="http://schemas.microsoft.com/office/drawing/2014/main" id="{3A31098A-E55F-0ED3-99F7-3B8B4147CB66}"/>
                </a:ext>
              </a:extLst>
            </p:cNvPr>
            <p:cNvSpPr/>
            <p:nvPr/>
          </p:nvSpPr>
          <p:spPr>
            <a:xfrm>
              <a:off x="2541755" y="564559"/>
              <a:ext cx="11820" cy="5264"/>
            </a:xfrm>
            <a:custGeom>
              <a:avLst/>
              <a:gdLst/>
              <a:ahLst/>
              <a:cxnLst/>
              <a:rect l="l" t="t" r="r" b="b"/>
              <a:pathLst>
                <a:path w="119" h="53" extrusionOk="0">
                  <a:moveTo>
                    <a:pt x="1" y="0"/>
                  </a:moveTo>
                  <a:lnTo>
                    <a:pt x="1" y="20"/>
                  </a:lnTo>
                  <a:cubicBezTo>
                    <a:pt x="33" y="20"/>
                    <a:pt x="66" y="37"/>
                    <a:pt x="118" y="53"/>
                  </a:cubicBezTo>
                  <a:lnTo>
                    <a:pt x="118" y="37"/>
                  </a:lnTo>
                  <a:cubicBezTo>
                    <a:pt x="86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1206;p39">
              <a:extLst>
                <a:ext uri="{FF2B5EF4-FFF2-40B4-BE49-F238E27FC236}">
                  <a16:creationId xmlns:a16="http://schemas.microsoft.com/office/drawing/2014/main" id="{29ABE784-4F72-B201-D526-C38C894D11EC}"/>
                </a:ext>
              </a:extLst>
            </p:cNvPr>
            <p:cNvSpPr/>
            <p:nvPr/>
          </p:nvSpPr>
          <p:spPr>
            <a:xfrm>
              <a:off x="2324332" y="619883"/>
              <a:ext cx="41816" cy="14998"/>
            </a:xfrm>
            <a:custGeom>
              <a:avLst/>
              <a:gdLst/>
              <a:ahLst/>
              <a:cxnLst/>
              <a:rect l="l" t="t" r="r" b="b"/>
              <a:pathLst>
                <a:path w="421" h="151" extrusionOk="0">
                  <a:moveTo>
                    <a:pt x="0" y="1"/>
                  </a:moveTo>
                  <a:lnTo>
                    <a:pt x="17" y="17"/>
                  </a:lnTo>
                  <a:lnTo>
                    <a:pt x="101" y="49"/>
                  </a:lnTo>
                  <a:cubicBezTo>
                    <a:pt x="170" y="69"/>
                    <a:pt x="255" y="102"/>
                    <a:pt x="336" y="118"/>
                  </a:cubicBezTo>
                  <a:cubicBezTo>
                    <a:pt x="255" y="86"/>
                    <a:pt x="186" y="49"/>
                    <a:pt x="101" y="33"/>
                  </a:cubicBezTo>
                  <a:lnTo>
                    <a:pt x="17" y="1"/>
                  </a:lnTo>
                  <a:close/>
                  <a:moveTo>
                    <a:pt x="336" y="118"/>
                  </a:moveTo>
                  <a:cubicBezTo>
                    <a:pt x="356" y="134"/>
                    <a:pt x="372" y="134"/>
                    <a:pt x="388" y="134"/>
                  </a:cubicBezTo>
                  <a:cubicBezTo>
                    <a:pt x="404" y="150"/>
                    <a:pt x="404" y="150"/>
                    <a:pt x="421" y="150"/>
                  </a:cubicBezTo>
                  <a:lnTo>
                    <a:pt x="421" y="134"/>
                  </a:lnTo>
                  <a:lnTo>
                    <a:pt x="404" y="134"/>
                  </a:lnTo>
                  <a:cubicBezTo>
                    <a:pt x="372" y="118"/>
                    <a:pt x="356" y="118"/>
                    <a:pt x="336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1207;p39">
              <a:extLst>
                <a:ext uri="{FF2B5EF4-FFF2-40B4-BE49-F238E27FC236}">
                  <a16:creationId xmlns:a16="http://schemas.microsoft.com/office/drawing/2014/main" id="{CA0CB61D-A006-A178-3A07-6F3765E5E7F9}"/>
                </a:ext>
              </a:extLst>
            </p:cNvPr>
            <p:cNvSpPr/>
            <p:nvPr/>
          </p:nvSpPr>
          <p:spPr>
            <a:xfrm>
              <a:off x="1682296" y="668453"/>
              <a:ext cx="53536" cy="34962"/>
            </a:xfrm>
            <a:custGeom>
              <a:avLst/>
              <a:gdLst/>
              <a:ahLst/>
              <a:cxnLst/>
              <a:rect l="l" t="t" r="r" b="b"/>
              <a:pathLst>
                <a:path w="539" h="352" extrusionOk="0">
                  <a:moveTo>
                    <a:pt x="522" y="0"/>
                  </a:moveTo>
                  <a:cubicBezTo>
                    <a:pt x="506" y="0"/>
                    <a:pt x="474" y="17"/>
                    <a:pt x="457" y="33"/>
                  </a:cubicBezTo>
                  <a:lnTo>
                    <a:pt x="437" y="49"/>
                  </a:lnTo>
                  <a:cubicBezTo>
                    <a:pt x="356" y="101"/>
                    <a:pt x="255" y="166"/>
                    <a:pt x="187" y="219"/>
                  </a:cubicBezTo>
                  <a:cubicBezTo>
                    <a:pt x="134" y="235"/>
                    <a:pt x="102" y="267"/>
                    <a:pt x="54" y="303"/>
                  </a:cubicBezTo>
                  <a:lnTo>
                    <a:pt x="33" y="303"/>
                  </a:lnTo>
                  <a:cubicBezTo>
                    <a:pt x="17" y="320"/>
                    <a:pt x="17" y="336"/>
                    <a:pt x="1" y="336"/>
                  </a:cubicBezTo>
                  <a:lnTo>
                    <a:pt x="1" y="352"/>
                  </a:lnTo>
                  <a:cubicBezTo>
                    <a:pt x="17" y="336"/>
                    <a:pt x="33" y="336"/>
                    <a:pt x="54" y="320"/>
                  </a:cubicBezTo>
                  <a:cubicBezTo>
                    <a:pt x="54" y="320"/>
                    <a:pt x="54" y="303"/>
                    <a:pt x="70" y="303"/>
                  </a:cubicBezTo>
                  <a:cubicBezTo>
                    <a:pt x="102" y="287"/>
                    <a:pt x="154" y="251"/>
                    <a:pt x="187" y="235"/>
                  </a:cubicBezTo>
                  <a:cubicBezTo>
                    <a:pt x="272" y="166"/>
                    <a:pt x="356" y="118"/>
                    <a:pt x="437" y="65"/>
                  </a:cubicBezTo>
                  <a:lnTo>
                    <a:pt x="457" y="49"/>
                  </a:lnTo>
                  <a:cubicBezTo>
                    <a:pt x="490" y="33"/>
                    <a:pt x="506" y="17"/>
                    <a:pt x="522" y="17"/>
                  </a:cubicBezTo>
                  <a:lnTo>
                    <a:pt x="538" y="1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1208;p39">
              <a:extLst>
                <a:ext uri="{FF2B5EF4-FFF2-40B4-BE49-F238E27FC236}">
                  <a16:creationId xmlns:a16="http://schemas.microsoft.com/office/drawing/2014/main" id="{75A494F0-8AF6-67BE-8E29-EFA366556F74}"/>
                </a:ext>
              </a:extLst>
            </p:cNvPr>
            <p:cNvSpPr/>
            <p:nvPr/>
          </p:nvSpPr>
          <p:spPr>
            <a:xfrm>
              <a:off x="2222425" y="915574"/>
              <a:ext cx="95153" cy="27016"/>
            </a:xfrm>
            <a:custGeom>
              <a:avLst/>
              <a:gdLst/>
              <a:ahLst/>
              <a:cxnLst/>
              <a:rect l="l" t="t" r="r" b="b"/>
              <a:pathLst>
                <a:path w="958" h="272" extrusionOk="0">
                  <a:moveTo>
                    <a:pt x="0" y="1"/>
                  </a:moveTo>
                  <a:lnTo>
                    <a:pt x="17" y="21"/>
                  </a:lnTo>
                  <a:lnTo>
                    <a:pt x="101" y="37"/>
                  </a:lnTo>
                  <a:cubicBezTo>
                    <a:pt x="150" y="53"/>
                    <a:pt x="219" y="70"/>
                    <a:pt x="271" y="86"/>
                  </a:cubicBezTo>
                  <a:cubicBezTo>
                    <a:pt x="336" y="102"/>
                    <a:pt x="388" y="122"/>
                    <a:pt x="437" y="138"/>
                  </a:cubicBezTo>
                  <a:cubicBezTo>
                    <a:pt x="489" y="154"/>
                    <a:pt x="554" y="154"/>
                    <a:pt x="606" y="171"/>
                  </a:cubicBezTo>
                  <a:cubicBezTo>
                    <a:pt x="554" y="154"/>
                    <a:pt x="505" y="138"/>
                    <a:pt x="437" y="122"/>
                  </a:cubicBezTo>
                  <a:cubicBezTo>
                    <a:pt x="388" y="102"/>
                    <a:pt x="336" y="86"/>
                    <a:pt x="271" y="70"/>
                  </a:cubicBezTo>
                  <a:cubicBezTo>
                    <a:pt x="219" y="53"/>
                    <a:pt x="170" y="37"/>
                    <a:pt x="101" y="21"/>
                  </a:cubicBezTo>
                  <a:lnTo>
                    <a:pt x="17" y="1"/>
                  </a:lnTo>
                  <a:close/>
                  <a:moveTo>
                    <a:pt x="606" y="171"/>
                  </a:moveTo>
                  <a:cubicBezTo>
                    <a:pt x="622" y="187"/>
                    <a:pt x="655" y="187"/>
                    <a:pt x="675" y="203"/>
                  </a:cubicBezTo>
                  <a:cubicBezTo>
                    <a:pt x="723" y="203"/>
                    <a:pt x="792" y="223"/>
                    <a:pt x="841" y="239"/>
                  </a:cubicBezTo>
                  <a:cubicBezTo>
                    <a:pt x="792" y="223"/>
                    <a:pt x="740" y="203"/>
                    <a:pt x="675" y="187"/>
                  </a:cubicBezTo>
                  <a:cubicBezTo>
                    <a:pt x="655" y="171"/>
                    <a:pt x="639" y="171"/>
                    <a:pt x="606" y="171"/>
                  </a:cubicBezTo>
                  <a:close/>
                  <a:moveTo>
                    <a:pt x="841" y="239"/>
                  </a:moveTo>
                  <a:lnTo>
                    <a:pt x="857" y="255"/>
                  </a:lnTo>
                  <a:cubicBezTo>
                    <a:pt x="877" y="255"/>
                    <a:pt x="909" y="272"/>
                    <a:pt x="942" y="272"/>
                  </a:cubicBezTo>
                  <a:lnTo>
                    <a:pt x="958" y="272"/>
                  </a:lnTo>
                  <a:lnTo>
                    <a:pt x="958" y="255"/>
                  </a:lnTo>
                  <a:cubicBezTo>
                    <a:pt x="925" y="255"/>
                    <a:pt x="893" y="255"/>
                    <a:pt x="857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1209;p39">
              <a:extLst>
                <a:ext uri="{FF2B5EF4-FFF2-40B4-BE49-F238E27FC236}">
                  <a16:creationId xmlns:a16="http://schemas.microsoft.com/office/drawing/2014/main" id="{2ADAEA0F-5803-E370-0B06-A2A1543F1017}"/>
                </a:ext>
              </a:extLst>
            </p:cNvPr>
            <p:cNvSpPr/>
            <p:nvPr/>
          </p:nvSpPr>
          <p:spPr>
            <a:xfrm>
              <a:off x="2277352" y="671632"/>
              <a:ext cx="5364" cy="35459"/>
            </a:xfrm>
            <a:custGeom>
              <a:avLst/>
              <a:gdLst/>
              <a:ahLst/>
              <a:cxnLst/>
              <a:rect l="l" t="t" r="r" b="b"/>
              <a:pathLst>
                <a:path w="54" h="357" extrusionOk="0">
                  <a:moveTo>
                    <a:pt x="37" y="1"/>
                  </a:moveTo>
                  <a:cubicBezTo>
                    <a:pt x="1" y="1"/>
                    <a:pt x="1" y="33"/>
                    <a:pt x="21" y="33"/>
                  </a:cubicBezTo>
                  <a:cubicBezTo>
                    <a:pt x="21" y="17"/>
                    <a:pt x="21" y="17"/>
                    <a:pt x="37" y="17"/>
                  </a:cubicBezTo>
                  <a:lnTo>
                    <a:pt x="37" y="1"/>
                  </a:lnTo>
                  <a:close/>
                  <a:moveTo>
                    <a:pt x="21" y="33"/>
                  </a:moveTo>
                  <a:lnTo>
                    <a:pt x="21" y="53"/>
                  </a:lnTo>
                  <a:lnTo>
                    <a:pt x="21" y="102"/>
                  </a:lnTo>
                  <a:lnTo>
                    <a:pt x="21" y="170"/>
                  </a:lnTo>
                  <a:lnTo>
                    <a:pt x="21" y="255"/>
                  </a:lnTo>
                  <a:cubicBezTo>
                    <a:pt x="21" y="271"/>
                    <a:pt x="37" y="304"/>
                    <a:pt x="37" y="336"/>
                  </a:cubicBezTo>
                  <a:cubicBezTo>
                    <a:pt x="37" y="356"/>
                    <a:pt x="37" y="356"/>
                    <a:pt x="53" y="356"/>
                  </a:cubicBezTo>
                  <a:lnTo>
                    <a:pt x="53" y="336"/>
                  </a:lnTo>
                  <a:cubicBezTo>
                    <a:pt x="37" y="304"/>
                    <a:pt x="37" y="271"/>
                    <a:pt x="37" y="255"/>
                  </a:cubicBezTo>
                  <a:lnTo>
                    <a:pt x="37" y="170"/>
                  </a:lnTo>
                  <a:lnTo>
                    <a:pt x="37" y="102"/>
                  </a:lnTo>
                  <a:cubicBezTo>
                    <a:pt x="37" y="86"/>
                    <a:pt x="21" y="69"/>
                    <a:pt x="2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1210;p39">
              <a:extLst>
                <a:ext uri="{FF2B5EF4-FFF2-40B4-BE49-F238E27FC236}">
                  <a16:creationId xmlns:a16="http://schemas.microsoft.com/office/drawing/2014/main" id="{CA5FACF8-D7E6-2A7B-A489-05F9F77FAA40}"/>
                </a:ext>
              </a:extLst>
            </p:cNvPr>
            <p:cNvSpPr/>
            <p:nvPr/>
          </p:nvSpPr>
          <p:spPr>
            <a:xfrm>
              <a:off x="2312711" y="446164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3" y="17"/>
                    <a:pt x="33" y="17"/>
                    <a:pt x="49" y="33"/>
                  </a:cubicBezTo>
                  <a:lnTo>
                    <a:pt x="69" y="33"/>
                  </a:lnTo>
                  <a:cubicBezTo>
                    <a:pt x="117" y="49"/>
                    <a:pt x="170" y="65"/>
                    <a:pt x="202" y="81"/>
                  </a:cubicBezTo>
                  <a:cubicBezTo>
                    <a:pt x="235" y="102"/>
                    <a:pt x="271" y="118"/>
                    <a:pt x="303" y="118"/>
                  </a:cubicBezTo>
                  <a:cubicBezTo>
                    <a:pt x="336" y="134"/>
                    <a:pt x="388" y="150"/>
                    <a:pt x="420" y="166"/>
                  </a:cubicBezTo>
                  <a:cubicBezTo>
                    <a:pt x="420" y="166"/>
                    <a:pt x="437" y="166"/>
                    <a:pt x="437" y="182"/>
                  </a:cubicBezTo>
                  <a:cubicBezTo>
                    <a:pt x="453" y="182"/>
                    <a:pt x="489" y="203"/>
                    <a:pt x="505" y="203"/>
                  </a:cubicBezTo>
                  <a:lnTo>
                    <a:pt x="521" y="182"/>
                  </a:lnTo>
                  <a:lnTo>
                    <a:pt x="505" y="182"/>
                  </a:lnTo>
                  <a:cubicBezTo>
                    <a:pt x="489" y="182"/>
                    <a:pt x="473" y="166"/>
                    <a:pt x="437" y="166"/>
                  </a:cubicBezTo>
                  <a:cubicBezTo>
                    <a:pt x="437" y="166"/>
                    <a:pt x="420" y="166"/>
                    <a:pt x="420" y="150"/>
                  </a:cubicBezTo>
                  <a:cubicBezTo>
                    <a:pt x="388" y="134"/>
                    <a:pt x="352" y="134"/>
                    <a:pt x="319" y="118"/>
                  </a:cubicBezTo>
                  <a:cubicBezTo>
                    <a:pt x="287" y="102"/>
                    <a:pt x="251" y="81"/>
                    <a:pt x="218" y="81"/>
                  </a:cubicBezTo>
                  <a:cubicBezTo>
                    <a:pt x="170" y="65"/>
                    <a:pt x="117" y="33"/>
                    <a:pt x="85" y="33"/>
                  </a:cubicBezTo>
                  <a:cubicBezTo>
                    <a:pt x="69" y="17"/>
                    <a:pt x="69" y="17"/>
                    <a:pt x="49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1211;p39">
              <a:extLst>
                <a:ext uri="{FF2B5EF4-FFF2-40B4-BE49-F238E27FC236}">
                  <a16:creationId xmlns:a16="http://schemas.microsoft.com/office/drawing/2014/main" id="{00B3970D-3238-55A2-AF02-1CAB19C0BE15}"/>
                </a:ext>
              </a:extLst>
            </p:cNvPr>
            <p:cNvSpPr/>
            <p:nvPr/>
          </p:nvSpPr>
          <p:spPr>
            <a:xfrm>
              <a:off x="1787878" y="977851"/>
              <a:ext cx="13310" cy="6456"/>
            </a:xfrm>
            <a:custGeom>
              <a:avLst/>
              <a:gdLst/>
              <a:ahLst/>
              <a:cxnLst/>
              <a:rect l="l" t="t" r="r" b="b"/>
              <a:pathLst>
                <a:path w="134" h="65" extrusionOk="0">
                  <a:moveTo>
                    <a:pt x="134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7" y="6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1212;p39">
              <a:extLst>
                <a:ext uri="{FF2B5EF4-FFF2-40B4-BE49-F238E27FC236}">
                  <a16:creationId xmlns:a16="http://schemas.microsoft.com/office/drawing/2014/main" id="{8C689A9F-C248-D4B8-5CC0-F65D325537E7}"/>
                </a:ext>
              </a:extLst>
            </p:cNvPr>
            <p:cNvSpPr/>
            <p:nvPr/>
          </p:nvSpPr>
          <p:spPr>
            <a:xfrm>
              <a:off x="1677528" y="519565"/>
              <a:ext cx="60290" cy="43504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606" y="1"/>
                  </a:moveTo>
                  <a:cubicBezTo>
                    <a:pt x="570" y="1"/>
                    <a:pt x="538" y="17"/>
                    <a:pt x="522" y="33"/>
                  </a:cubicBezTo>
                  <a:cubicBezTo>
                    <a:pt x="522" y="49"/>
                    <a:pt x="505" y="49"/>
                    <a:pt x="505" y="69"/>
                  </a:cubicBezTo>
                  <a:cubicBezTo>
                    <a:pt x="522" y="69"/>
                    <a:pt x="522" y="49"/>
                    <a:pt x="538" y="49"/>
                  </a:cubicBezTo>
                  <a:cubicBezTo>
                    <a:pt x="554" y="33"/>
                    <a:pt x="570" y="17"/>
                    <a:pt x="606" y="1"/>
                  </a:cubicBez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421" y="118"/>
                    <a:pt x="320" y="187"/>
                    <a:pt x="219" y="271"/>
                  </a:cubicBezTo>
                  <a:lnTo>
                    <a:pt x="166" y="304"/>
                  </a:lnTo>
                  <a:cubicBezTo>
                    <a:pt x="118" y="336"/>
                    <a:pt x="49" y="389"/>
                    <a:pt x="1" y="421"/>
                  </a:cubicBezTo>
                  <a:lnTo>
                    <a:pt x="1" y="437"/>
                  </a:lnTo>
                  <a:cubicBezTo>
                    <a:pt x="65" y="405"/>
                    <a:pt x="118" y="352"/>
                    <a:pt x="166" y="320"/>
                  </a:cubicBezTo>
                  <a:lnTo>
                    <a:pt x="219" y="288"/>
                  </a:lnTo>
                  <a:cubicBezTo>
                    <a:pt x="320" y="203"/>
                    <a:pt x="421" y="134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1213;p39">
              <a:extLst>
                <a:ext uri="{FF2B5EF4-FFF2-40B4-BE49-F238E27FC236}">
                  <a16:creationId xmlns:a16="http://schemas.microsoft.com/office/drawing/2014/main" id="{4E9E64A1-3F27-4908-C35A-397BB1622C95}"/>
                </a:ext>
              </a:extLst>
            </p:cNvPr>
            <p:cNvSpPr/>
            <p:nvPr/>
          </p:nvSpPr>
          <p:spPr>
            <a:xfrm>
              <a:off x="2284205" y="434146"/>
              <a:ext cx="11720" cy="5264"/>
            </a:xfrm>
            <a:custGeom>
              <a:avLst/>
              <a:gdLst/>
              <a:ahLst/>
              <a:cxnLst/>
              <a:rect l="l" t="t" r="r" b="b"/>
              <a:pathLst>
                <a:path w="118" h="53" extrusionOk="0">
                  <a:moveTo>
                    <a:pt x="0" y="0"/>
                  </a:moveTo>
                  <a:lnTo>
                    <a:pt x="0" y="21"/>
                  </a:lnTo>
                  <a:lnTo>
                    <a:pt x="118" y="53"/>
                  </a:lnTo>
                  <a:lnTo>
                    <a:pt x="118" y="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1214;p39">
              <a:extLst>
                <a:ext uri="{FF2B5EF4-FFF2-40B4-BE49-F238E27FC236}">
                  <a16:creationId xmlns:a16="http://schemas.microsoft.com/office/drawing/2014/main" id="{B7A4F7DC-9B38-D9F4-5EEE-DA5436F17C2F}"/>
                </a:ext>
              </a:extLst>
            </p:cNvPr>
            <p:cNvSpPr/>
            <p:nvPr/>
          </p:nvSpPr>
          <p:spPr>
            <a:xfrm>
              <a:off x="2376081" y="802045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2" y="33"/>
                  </a:lnTo>
                  <a:cubicBezTo>
                    <a:pt x="85" y="17"/>
                    <a:pt x="69" y="17"/>
                    <a:pt x="53" y="17"/>
                  </a:cubicBezTo>
                  <a:cubicBezTo>
                    <a:pt x="3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1215;p39">
              <a:extLst>
                <a:ext uri="{FF2B5EF4-FFF2-40B4-BE49-F238E27FC236}">
                  <a16:creationId xmlns:a16="http://schemas.microsoft.com/office/drawing/2014/main" id="{778E6FD3-DC3F-CB65-9B75-0CE5481FA4D1}"/>
                </a:ext>
              </a:extLst>
            </p:cNvPr>
            <p:cNvSpPr/>
            <p:nvPr/>
          </p:nvSpPr>
          <p:spPr>
            <a:xfrm>
              <a:off x="1672363" y="635875"/>
              <a:ext cx="63469" cy="42710"/>
            </a:xfrm>
            <a:custGeom>
              <a:avLst/>
              <a:gdLst/>
              <a:ahLst/>
              <a:cxnLst/>
              <a:rect l="l" t="t" r="r" b="b"/>
              <a:pathLst>
                <a:path w="639" h="430" extrusionOk="0">
                  <a:moveTo>
                    <a:pt x="613" y="1"/>
                  </a:moveTo>
                  <a:cubicBezTo>
                    <a:pt x="596" y="1"/>
                    <a:pt x="585" y="14"/>
                    <a:pt x="574" y="26"/>
                  </a:cubicBezTo>
                  <a:lnTo>
                    <a:pt x="557" y="42"/>
                  </a:lnTo>
                  <a:cubicBezTo>
                    <a:pt x="456" y="110"/>
                    <a:pt x="355" y="175"/>
                    <a:pt x="254" y="244"/>
                  </a:cubicBezTo>
                  <a:lnTo>
                    <a:pt x="186" y="292"/>
                  </a:lnTo>
                  <a:cubicBezTo>
                    <a:pt x="133" y="312"/>
                    <a:pt x="101" y="345"/>
                    <a:pt x="69" y="377"/>
                  </a:cubicBezTo>
                  <a:cubicBezTo>
                    <a:pt x="101" y="361"/>
                    <a:pt x="154" y="328"/>
                    <a:pt x="186" y="312"/>
                  </a:cubicBezTo>
                  <a:lnTo>
                    <a:pt x="271" y="244"/>
                  </a:lnTo>
                  <a:cubicBezTo>
                    <a:pt x="355" y="191"/>
                    <a:pt x="456" y="127"/>
                    <a:pt x="557" y="58"/>
                  </a:cubicBezTo>
                  <a:lnTo>
                    <a:pt x="574" y="42"/>
                  </a:lnTo>
                  <a:cubicBezTo>
                    <a:pt x="590" y="26"/>
                    <a:pt x="606" y="9"/>
                    <a:pt x="638" y="9"/>
                  </a:cubicBezTo>
                  <a:cubicBezTo>
                    <a:pt x="629" y="3"/>
                    <a:pt x="620" y="1"/>
                    <a:pt x="613" y="1"/>
                  </a:cubicBezTo>
                  <a:close/>
                  <a:moveTo>
                    <a:pt x="69" y="377"/>
                  </a:moveTo>
                  <a:lnTo>
                    <a:pt x="0" y="413"/>
                  </a:lnTo>
                  <a:lnTo>
                    <a:pt x="0" y="429"/>
                  </a:lnTo>
                  <a:lnTo>
                    <a:pt x="16" y="429"/>
                  </a:lnTo>
                  <a:lnTo>
                    <a:pt x="69" y="37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1216;p39">
              <a:extLst>
                <a:ext uri="{FF2B5EF4-FFF2-40B4-BE49-F238E27FC236}">
                  <a16:creationId xmlns:a16="http://schemas.microsoft.com/office/drawing/2014/main" id="{CF2668D5-CFEF-524A-8F40-06F20AB74B61}"/>
                </a:ext>
              </a:extLst>
            </p:cNvPr>
            <p:cNvSpPr/>
            <p:nvPr/>
          </p:nvSpPr>
          <p:spPr>
            <a:xfrm>
              <a:off x="2235635" y="940902"/>
              <a:ext cx="15395" cy="4867"/>
            </a:xfrm>
            <a:custGeom>
              <a:avLst/>
              <a:gdLst/>
              <a:ahLst/>
              <a:cxnLst/>
              <a:rect l="l" t="t" r="r" b="b"/>
              <a:pathLst>
                <a:path w="155" h="49" extrusionOk="0">
                  <a:moveTo>
                    <a:pt x="1" y="0"/>
                  </a:moveTo>
                  <a:lnTo>
                    <a:pt x="17" y="17"/>
                  </a:lnTo>
                  <a:cubicBezTo>
                    <a:pt x="37" y="17"/>
                    <a:pt x="53" y="17"/>
                    <a:pt x="69" y="33"/>
                  </a:cubicBezTo>
                  <a:cubicBezTo>
                    <a:pt x="102" y="33"/>
                    <a:pt x="118" y="49"/>
                    <a:pt x="138" y="49"/>
                  </a:cubicBezTo>
                  <a:lnTo>
                    <a:pt x="154" y="33"/>
                  </a:lnTo>
                  <a:cubicBezTo>
                    <a:pt x="118" y="33"/>
                    <a:pt x="102" y="17"/>
                    <a:pt x="69" y="17"/>
                  </a:cubicBezTo>
                  <a:cubicBezTo>
                    <a:pt x="53" y="17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1217;p39">
              <a:extLst>
                <a:ext uri="{FF2B5EF4-FFF2-40B4-BE49-F238E27FC236}">
                  <a16:creationId xmlns:a16="http://schemas.microsoft.com/office/drawing/2014/main" id="{DFB4B58B-540B-F22D-8A69-66D5B68184A4}"/>
                </a:ext>
              </a:extLst>
            </p:cNvPr>
            <p:cNvSpPr/>
            <p:nvPr/>
          </p:nvSpPr>
          <p:spPr>
            <a:xfrm>
              <a:off x="1762550" y="934048"/>
              <a:ext cx="41915" cy="18574"/>
            </a:xfrm>
            <a:custGeom>
              <a:avLst/>
              <a:gdLst/>
              <a:ahLst/>
              <a:cxnLst/>
              <a:rect l="l" t="t" r="r" b="b"/>
              <a:pathLst>
                <a:path w="422" h="187" extrusionOk="0">
                  <a:moveTo>
                    <a:pt x="421" y="1"/>
                  </a:moveTo>
                  <a:lnTo>
                    <a:pt x="356" y="17"/>
                  </a:lnTo>
                  <a:cubicBezTo>
                    <a:pt x="320" y="37"/>
                    <a:pt x="272" y="53"/>
                    <a:pt x="235" y="69"/>
                  </a:cubicBezTo>
                  <a:cubicBezTo>
                    <a:pt x="171" y="102"/>
                    <a:pt x="102" y="138"/>
                    <a:pt x="33" y="170"/>
                  </a:cubicBezTo>
                  <a:cubicBezTo>
                    <a:pt x="102" y="154"/>
                    <a:pt x="171" y="118"/>
                    <a:pt x="235" y="86"/>
                  </a:cubicBezTo>
                  <a:cubicBezTo>
                    <a:pt x="288" y="69"/>
                    <a:pt x="320" y="53"/>
                    <a:pt x="356" y="37"/>
                  </a:cubicBezTo>
                  <a:lnTo>
                    <a:pt x="421" y="1"/>
                  </a:lnTo>
                  <a:close/>
                  <a:moveTo>
                    <a:pt x="1" y="170"/>
                  </a:moveTo>
                  <a:lnTo>
                    <a:pt x="17" y="187"/>
                  </a:lnTo>
                  <a:lnTo>
                    <a:pt x="33" y="17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1218;p39">
              <a:extLst>
                <a:ext uri="{FF2B5EF4-FFF2-40B4-BE49-F238E27FC236}">
                  <a16:creationId xmlns:a16="http://schemas.microsoft.com/office/drawing/2014/main" id="{20A75856-4AB4-C416-1BBD-10166FA71BD9}"/>
                </a:ext>
              </a:extLst>
            </p:cNvPr>
            <p:cNvSpPr/>
            <p:nvPr/>
          </p:nvSpPr>
          <p:spPr>
            <a:xfrm>
              <a:off x="2466367" y="460963"/>
              <a:ext cx="6953" cy="3377"/>
            </a:xfrm>
            <a:custGeom>
              <a:avLst/>
              <a:gdLst/>
              <a:ahLst/>
              <a:cxnLst/>
              <a:rect l="l" t="t" r="r" b="b"/>
              <a:pathLst>
                <a:path w="70" h="34" extrusionOk="0">
                  <a:moveTo>
                    <a:pt x="1" y="1"/>
                  </a:moveTo>
                  <a:lnTo>
                    <a:pt x="69" y="33"/>
                  </a:lnTo>
                  <a:lnTo>
                    <a:pt x="69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1219;p39">
              <a:extLst>
                <a:ext uri="{FF2B5EF4-FFF2-40B4-BE49-F238E27FC236}">
                  <a16:creationId xmlns:a16="http://schemas.microsoft.com/office/drawing/2014/main" id="{341487C4-9E37-1B51-0D1F-9DE329500898}"/>
                </a:ext>
              </a:extLst>
            </p:cNvPr>
            <p:cNvSpPr/>
            <p:nvPr/>
          </p:nvSpPr>
          <p:spPr>
            <a:xfrm>
              <a:off x="2322743" y="579756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lnTo>
                    <a:pt x="117" y="49"/>
                  </a:lnTo>
                  <a:lnTo>
                    <a:pt x="10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1220;p39">
              <a:extLst>
                <a:ext uri="{FF2B5EF4-FFF2-40B4-BE49-F238E27FC236}">
                  <a16:creationId xmlns:a16="http://schemas.microsoft.com/office/drawing/2014/main" id="{0DD75C9F-73BB-4227-7018-335CEE43342D}"/>
                </a:ext>
              </a:extLst>
            </p:cNvPr>
            <p:cNvSpPr/>
            <p:nvPr/>
          </p:nvSpPr>
          <p:spPr>
            <a:xfrm>
              <a:off x="2311122" y="596641"/>
              <a:ext cx="51848" cy="16587"/>
            </a:xfrm>
            <a:custGeom>
              <a:avLst/>
              <a:gdLst/>
              <a:ahLst/>
              <a:cxnLst/>
              <a:rect l="l" t="t" r="r" b="b"/>
              <a:pathLst>
                <a:path w="522" h="167" extrusionOk="0">
                  <a:moveTo>
                    <a:pt x="0" y="0"/>
                  </a:moveTo>
                  <a:cubicBezTo>
                    <a:pt x="49" y="17"/>
                    <a:pt x="101" y="33"/>
                    <a:pt x="150" y="49"/>
                  </a:cubicBezTo>
                  <a:cubicBezTo>
                    <a:pt x="166" y="49"/>
                    <a:pt x="166" y="65"/>
                    <a:pt x="186" y="65"/>
                  </a:cubicBezTo>
                  <a:cubicBezTo>
                    <a:pt x="218" y="81"/>
                    <a:pt x="234" y="81"/>
                    <a:pt x="251" y="81"/>
                  </a:cubicBezTo>
                  <a:cubicBezTo>
                    <a:pt x="234" y="65"/>
                    <a:pt x="218" y="65"/>
                    <a:pt x="202" y="49"/>
                  </a:cubicBezTo>
                  <a:cubicBezTo>
                    <a:pt x="186" y="49"/>
                    <a:pt x="166" y="49"/>
                    <a:pt x="150" y="33"/>
                  </a:cubicBezTo>
                  <a:cubicBezTo>
                    <a:pt x="101" y="17"/>
                    <a:pt x="49" y="0"/>
                    <a:pt x="0" y="0"/>
                  </a:cubicBezTo>
                  <a:close/>
                  <a:moveTo>
                    <a:pt x="251" y="81"/>
                  </a:moveTo>
                  <a:cubicBezTo>
                    <a:pt x="267" y="101"/>
                    <a:pt x="303" y="101"/>
                    <a:pt x="319" y="118"/>
                  </a:cubicBezTo>
                  <a:cubicBezTo>
                    <a:pt x="335" y="118"/>
                    <a:pt x="352" y="118"/>
                    <a:pt x="368" y="134"/>
                  </a:cubicBezTo>
                  <a:cubicBezTo>
                    <a:pt x="420" y="150"/>
                    <a:pt x="469" y="166"/>
                    <a:pt x="505" y="166"/>
                  </a:cubicBezTo>
                  <a:lnTo>
                    <a:pt x="521" y="166"/>
                  </a:lnTo>
                  <a:cubicBezTo>
                    <a:pt x="469" y="150"/>
                    <a:pt x="420" y="134"/>
                    <a:pt x="388" y="118"/>
                  </a:cubicBezTo>
                  <a:cubicBezTo>
                    <a:pt x="352" y="118"/>
                    <a:pt x="335" y="101"/>
                    <a:pt x="319" y="101"/>
                  </a:cubicBezTo>
                  <a:cubicBezTo>
                    <a:pt x="303" y="101"/>
                    <a:pt x="287" y="81"/>
                    <a:pt x="251" y="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1221;p39">
              <a:extLst>
                <a:ext uri="{FF2B5EF4-FFF2-40B4-BE49-F238E27FC236}">
                  <a16:creationId xmlns:a16="http://schemas.microsoft.com/office/drawing/2014/main" id="{1612C544-5F48-B8D3-D13E-F86A258302DD}"/>
                </a:ext>
              </a:extLst>
            </p:cNvPr>
            <p:cNvSpPr/>
            <p:nvPr/>
          </p:nvSpPr>
          <p:spPr>
            <a:xfrm>
              <a:off x="1673952" y="558103"/>
              <a:ext cx="63866" cy="45094"/>
            </a:xfrm>
            <a:custGeom>
              <a:avLst/>
              <a:gdLst/>
              <a:ahLst/>
              <a:cxnLst/>
              <a:rect l="l" t="t" r="r" b="b"/>
              <a:pathLst>
                <a:path w="643" h="454" extrusionOk="0">
                  <a:moveTo>
                    <a:pt x="642" y="1"/>
                  </a:moveTo>
                  <a:cubicBezTo>
                    <a:pt x="606" y="1"/>
                    <a:pt x="606" y="1"/>
                    <a:pt x="590" y="17"/>
                  </a:cubicBezTo>
                  <a:cubicBezTo>
                    <a:pt x="521" y="65"/>
                    <a:pt x="457" y="102"/>
                    <a:pt x="404" y="150"/>
                  </a:cubicBezTo>
                  <a:cubicBezTo>
                    <a:pt x="319" y="203"/>
                    <a:pt x="255" y="251"/>
                    <a:pt x="186" y="304"/>
                  </a:cubicBezTo>
                  <a:cubicBezTo>
                    <a:pt x="154" y="336"/>
                    <a:pt x="101" y="368"/>
                    <a:pt x="69" y="405"/>
                  </a:cubicBezTo>
                  <a:cubicBezTo>
                    <a:pt x="117" y="388"/>
                    <a:pt x="154" y="352"/>
                    <a:pt x="186" y="320"/>
                  </a:cubicBezTo>
                  <a:cubicBezTo>
                    <a:pt x="271" y="267"/>
                    <a:pt x="339" y="219"/>
                    <a:pt x="404" y="166"/>
                  </a:cubicBezTo>
                  <a:cubicBezTo>
                    <a:pt x="473" y="118"/>
                    <a:pt x="521" y="65"/>
                    <a:pt x="590" y="33"/>
                  </a:cubicBezTo>
                  <a:cubicBezTo>
                    <a:pt x="606" y="17"/>
                    <a:pt x="622" y="17"/>
                    <a:pt x="642" y="17"/>
                  </a:cubicBezTo>
                  <a:lnTo>
                    <a:pt x="642" y="1"/>
                  </a:lnTo>
                  <a:close/>
                  <a:moveTo>
                    <a:pt x="69" y="405"/>
                  </a:moveTo>
                  <a:lnTo>
                    <a:pt x="0" y="437"/>
                  </a:lnTo>
                  <a:lnTo>
                    <a:pt x="0" y="453"/>
                  </a:lnTo>
                  <a:lnTo>
                    <a:pt x="16" y="453"/>
                  </a:lnTo>
                  <a:lnTo>
                    <a:pt x="69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1222;p39">
              <a:extLst>
                <a:ext uri="{FF2B5EF4-FFF2-40B4-BE49-F238E27FC236}">
                  <a16:creationId xmlns:a16="http://schemas.microsoft.com/office/drawing/2014/main" id="{3277A1DC-CAB7-2E96-411B-3D03EE2590A9}"/>
                </a:ext>
              </a:extLst>
            </p:cNvPr>
            <p:cNvSpPr/>
            <p:nvPr/>
          </p:nvSpPr>
          <p:spPr>
            <a:xfrm>
              <a:off x="1739308" y="885478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691" y="1"/>
                  </a:moveTo>
                  <a:cubicBezTo>
                    <a:pt x="671" y="1"/>
                    <a:pt x="655" y="21"/>
                    <a:pt x="639" y="21"/>
                  </a:cubicBezTo>
                  <a:cubicBezTo>
                    <a:pt x="623" y="21"/>
                    <a:pt x="623" y="37"/>
                    <a:pt x="607" y="37"/>
                  </a:cubicBezTo>
                  <a:lnTo>
                    <a:pt x="506" y="86"/>
                  </a:lnTo>
                  <a:cubicBezTo>
                    <a:pt x="352" y="171"/>
                    <a:pt x="203" y="239"/>
                    <a:pt x="49" y="324"/>
                  </a:cubicBezTo>
                  <a:cubicBezTo>
                    <a:pt x="33" y="324"/>
                    <a:pt x="33" y="324"/>
                    <a:pt x="17" y="340"/>
                  </a:cubicBezTo>
                  <a:lnTo>
                    <a:pt x="1" y="356"/>
                  </a:lnTo>
                  <a:lnTo>
                    <a:pt x="17" y="356"/>
                  </a:lnTo>
                  <a:lnTo>
                    <a:pt x="33" y="340"/>
                  </a:lnTo>
                  <a:lnTo>
                    <a:pt x="49" y="340"/>
                  </a:lnTo>
                  <a:cubicBezTo>
                    <a:pt x="203" y="255"/>
                    <a:pt x="368" y="171"/>
                    <a:pt x="522" y="102"/>
                  </a:cubicBezTo>
                  <a:lnTo>
                    <a:pt x="623" y="37"/>
                  </a:lnTo>
                  <a:lnTo>
                    <a:pt x="639" y="37"/>
                  </a:lnTo>
                  <a:cubicBezTo>
                    <a:pt x="655" y="21"/>
                    <a:pt x="671" y="21"/>
                    <a:pt x="691" y="21"/>
                  </a:cubicBezTo>
                  <a:lnTo>
                    <a:pt x="708" y="21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1223;p39">
              <a:extLst>
                <a:ext uri="{FF2B5EF4-FFF2-40B4-BE49-F238E27FC236}">
                  <a16:creationId xmlns:a16="http://schemas.microsoft.com/office/drawing/2014/main" id="{8A4228CF-03BA-5E6A-415A-D18ED3575CE7}"/>
                </a:ext>
              </a:extLst>
            </p:cNvPr>
            <p:cNvSpPr/>
            <p:nvPr/>
          </p:nvSpPr>
          <p:spPr>
            <a:xfrm>
              <a:off x="2483252" y="447753"/>
              <a:ext cx="14899" cy="6555"/>
            </a:xfrm>
            <a:custGeom>
              <a:avLst/>
              <a:gdLst/>
              <a:ahLst/>
              <a:cxnLst/>
              <a:rect l="l" t="t" r="r" b="b"/>
              <a:pathLst>
                <a:path w="150" h="66" extrusionOk="0">
                  <a:moveTo>
                    <a:pt x="0" y="1"/>
                  </a:moveTo>
                  <a:lnTo>
                    <a:pt x="16" y="17"/>
                  </a:lnTo>
                  <a:lnTo>
                    <a:pt x="49" y="17"/>
                  </a:lnTo>
                  <a:cubicBezTo>
                    <a:pt x="49" y="1"/>
                    <a:pt x="32" y="1"/>
                    <a:pt x="32" y="1"/>
                  </a:cubicBezTo>
                  <a:close/>
                  <a:moveTo>
                    <a:pt x="49" y="17"/>
                  </a:moveTo>
                  <a:lnTo>
                    <a:pt x="49" y="33"/>
                  </a:lnTo>
                  <a:cubicBezTo>
                    <a:pt x="85" y="33"/>
                    <a:pt x="101" y="49"/>
                    <a:pt x="133" y="65"/>
                  </a:cubicBezTo>
                  <a:lnTo>
                    <a:pt x="150" y="49"/>
                  </a:lnTo>
                  <a:lnTo>
                    <a:pt x="133" y="49"/>
                  </a:lnTo>
                  <a:cubicBezTo>
                    <a:pt x="117" y="33"/>
                    <a:pt x="85" y="33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1224;p39">
              <a:extLst>
                <a:ext uri="{FF2B5EF4-FFF2-40B4-BE49-F238E27FC236}">
                  <a16:creationId xmlns:a16="http://schemas.microsoft.com/office/drawing/2014/main" id="{4DF1AE7C-6E46-D634-BCD7-CAC2B32C2A64}"/>
                </a:ext>
              </a:extLst>
            </p:cNvPr>
            <p:cNvSpPr/>
            <p:nvPr/>
          </p:nvSpPr>
          <p:spPr>
            <a:xfrm>
              <a:off x="2304269" y="504368"/>
              <a:ext cx="45392" cy="16885"/>
            </a:xfrm>
            <a:custGeom>
              <a:avLst/>
              <a:gdLst/>
              <a:ahLst/>
              <a:cxnLst/>
              <a:rect l="l" t="t" r="r" b="b"/>
              <a:pathLst>
                <a:path w="457" h="170" extrusionOk="0">
                  <a:moveTo>
                    <a:pt x="17" y="0"/>
                  </a:moveTo>
                  <a:lnTo>
                    <a:pt x="0" y="20"/>
                  </a:lnTo>
                  <a:cubicBezTo>
                    <a:pt x="33" y="20"/>
                    <a:pt x="53" y="37"/>
                    <a:pt x="69" y="37"/>
                  </a:cubicBezTo>
                  <a:cubicBezTo>
                    <a:pt x="85" y="37"/>
                    <a:pt x="85" y="53"/>
                    <a:pt x="101" y="53"/>
                  </a:cubicBezTo>
                  <a:cubicBezTo>
                    <a:pt x="154" y="69"/>
                    <a:pt x="202" y="85"/>
                    <a:pt x="255" y="101"/>
                  </a:cubicBezTo>
                  <a:cubicBezTo>
                    <a:pt x="271" y="101"/>
                    <a:pt x="287" y="121"/>
                    <a:pt x="320" y="121"/>
                  </a:cubicBezTo>
                  <a:cubicBezTo>
                    <a:pt x="303" y="101"/>
                    <a:pt x="287" y="101"/>
                    <a:pt x="255" y="85"/>
                  </a:cubicBezTo>
                  <a:cubicBezTo>
                    <a:pt x="202" y="69"/>
                    <a:pt x="154" y="53"/>
                    <a:pt x="101" y="37"/>
                  </a:cubicBezTo>
                  <a:cubicBezTo>
                    <a:pt x="101" y="37"/>
                    <a:pt x="85" y="37"/>
                    <a:pt x="69" y="20"/>
                  </a:cubicBezTo>
                  <a:cubicBezTo>
                    <a:pt x="53" y="20"/>
                    <a:pt x="33" y="0"/>
                    <a:pt x="17" y="0"/>
                  </a:cubicBezTo>
                  <a:close/>
                  <a:moveTo>
                    <a:pt x="320" y="121"/>
                  </a:moveTo>
                  <a:cubicBezTo>
                    <a:pt x="356" y="138"/>
                    <a:pt x="404" y="154"/>
                    <a:pt x="457" y="170"/>
                  </a:cubicBezTo>
                  <a:cubicBezTo>
                    <a:pt x="404" y="154"/>
                    <a:pt x="372" y="138"/>
                    <a:pt x="320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1225;p39">
              <a:extLst>
                <a:ext uri="{FF2B5EF4-FFF2-40B4-BE49-F238E27FC236}">
                  <a16:creationId xmlns:a16="http://schemas.microsoft.com/office/drawing/2014/main" id="{CF3237BE-5C2F-EDE1-41F0-F102ADC6C473}"/>
                </a:ext>
              </a:extLst>
            </p:cNvPr>
            <p:cNvSpPr/>
            <p:nvPr/>
          </p:nvSpPr>
          <p:spPr>
            <a:xfrm>
              <a:off x="2469943" y="506355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7"/>
                  </a:lnTo>
                  <a:lnTo>
                    <a:pt x="203" y="81"/>
                  </a:lnTo>
                  <a:cubicBezTo>
                    <a:pt x="251" y="101"/>
                    <a:pt x="304" y="134"/>
                    <a:pt x="368" y="150"/>
                  </a:cubicBezTo>
                  <a:cubicBezTo>
                    <a:pt x="421" y="166"/>
                    <a:pt x="453" y="182"/>
                    <a:pt x="506" y="202"/>
                  </a:cubicBezTo>
                  <a:cubicBezTo>
                    <a:pt x="554" y="219"/>
                    <a:pt x="607" y="235"/>
                    <a:pt x="655" y="251"/>
                  </a:cubicBezTo>
                  <a:cubicBezTo>
                    <a:pt x="607" y="235"/>
                    <a:pt x="554" y="202"/>
                    <a:pt x="506" y="182"/>
                  </a:cubicBezTo>
                  <a:cubicBezTo>
                    <a:pt x="469" y="166"/>
                    <a:pt x="421" y="150"/>
                    <a:pt x="368" y="134"/>
                  </a:cubicBezTo>
                  <a:cubicBezTo>
                    <a:pt x="320" y="118"/>
                    <a:pt x="251" y="101"/>
                    <a:pt x="203" y="65"/>
                  </a:cubicBezTo>
                  <a:lnTo>
                    <a:pt x="1" y="0"/>
                  </a:lnTo>
                  <a:close/>
                  <a:moveTo>
                    <a:pt x="655" y="251"/>
                  </a:moveTo>
                  <a:cubicBezTo>
                    <a:pt x="688" y="267"/>
                    <a:pt x="724" y="283"/>
                    <a:pt x="756" y="303"/>
                  </a:cubicBezTo>
                  <a:lnTo>
                    <a:pt x="789" y="320"/>
                  </a:lnTo>
                  <a:lnTo>
                    <a:pt x="809" y="320"/>
                  </a:lnTo>
                  <a:lnTo>
                    <a:pt x="809" y="303"/>
                  </a:lnTo>
                  <a:lnTo>
                    <a:pt x="756" y="283"/>
                  </a:lnTo>
                  <a:cubicBezTo>
                    <a:pt x="724" y="267"/>
                    <a:pt x="688" y="251"/>
                    <a:pt x="655" y="2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1226;p39">
              <a:extLst>
                <a:ext uri="{FF2B5EF4-FFF2-40B4-BE49-F238E27FC236}">
                  <a16:creationId xmlns:a16="http://schemas.microsoft.com/office/drawing/2014/main" id="{90220CF0-892B-18F7-9638-FF2A1D198770}"/>
                </a:ext>
              </a:extLst>
            </p:cNvPr>
            <p:cNvSpPr/>
            <p:nvPr/>
          </p:nvSpPr>
          <p:spPr>
            <a:xfrm>
              <a:off x="1673952" y="609852"/>
              <a:ext cx="60290" cy="43405"/>
            </a:xfrm>
            <a:custGeom>
              <a:avLst/>
              <a:gdLst/>
              <a:ahLst/>
              <a:cxnLst/>
              <a:rect l="l" t="t" r="r" b="b"/>
              <a:pathLst>
                <a:path w="607" h="437" extrusionOk="0">
                  <a:moveTo>
                    <a:pt x="590" y="1"/>
                  </a:moveTo>
                  <a:cubicBezTo>
                    <a:pt x="574" y="17"/>
                    <a:pt x="558" y="33"/>
                    <a:pt x="521" y="49"/>
                  </a:cubicBezTo>
                  <a:cubicBezTo>
                    <a:pt x="521" y="49"/>
                    <a:pt x="505" y="49"/>
                    <a:pt x="505" y="69"/>
                  </a:cubicBezTo>
                  <a:cubicBezTo>
                    <a:pt x="521" y="69"/>
                    <a:pt x="521" y="69"/>
                    <a:pt x="541" y="49"/>
                  </a:cubicBezTo>
                  <a:cubicBezTo>
                    <a:pt x="558" y="33"/>
                    <a:pt x="574" y="17"/>
                    <a:pt x="606" y="17"/>
                  </a:cubicBezTo>
                  <a:lnTo>
                    <a:pt x="606" y="1"/>
                  </a:ln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356" y="170"/>
                    <a:pt x="218" y="271"/>
                    <a:pt x="69" y="372"/>
                  </a:cubicBezTo>
                  <a:lnTo>
                    <a:pt x="0" y="421"/>
                  </a:lnTo>
                  <a:lnTo>
                    <a:pt x="0" y="437"/>
                  </a:lnTo>
                  <a:lnTo>
                    <a:pt x="85" y="389"/>
                  </a:lnTo>
                  <a:cubicBezTo>
                    <a:pt x="218" y="288"/>
                    <a:pt x="372" y="170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1227;p39">
              <a:extLst>
                <a:ext uri="{FF2B5EF4-FFF2-40B4-BE49-F238E27FC236}">
                  <a16:creationId xmlns:a16="http://schemas.microsoft.com/office/drawing/2014/main" id="{ECC80577-6114-CD5F-058A-77A8A4F0F799}"/>
                </a:ext>
              </a:extLst>
            </p:cNvPr>
            <p:cNvSpPr/>
            <p:nvPr/>
          </p:nvSpPr>
          <p:spPr>
            <a:xfrm>
              <a:off x="2351249" y="795291"/>
              <a:ext cx="11720" cy="3675"/>
            </a:xfrm>
            <a:custGeom>
              <a:avLst/>
              <a:gdLst/>
              <a:ahLst/>
              <a:cxnLst/>
              <a:rect l="l" t="t" r="r" b="b"/>
              <a:pathLst>
                <a:path w="118" h="37" extrusionOk="0">
                  <a:moveTo>
                    <a:pt x="0" y="0"/>
                  </a:moveTo>
                  <a:lnTo>
                    <a:pt x="0" y="20"/>
                  </a:lnTo>
                  <a:lnTo>
                    <a:pt x="101" y="36"/>
                  </a:lnTo>
                  <a:lnTo>
                    <a:pt x="117" y="36"/>
                  </a:lnTo>
                  <a:lnTo>
                    <a:pt x="117" y="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1228;p39">
              <a:extLst>
                <a:ext uri="{FF2B5EF4-FFF2-40B4-BE49-F238E27FC236}">
                  <a16:creationId xmlns:a16="http://schemas.microsoft.com/office/drawing/2014/main" id="{B17F00D6-ACDC-EDA9-19A2-E0CC5D95D8C0}"/>
                </a:ext>
              </a:extLst>
            </p:cNvPr>
            <p:cNvSpPr/>
            <p:nvPr/>
          </p:nvSpPr>
          <p:spPr>
            <a:xfrm>
              <a:off x="2282616" y="735100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cubicBezTo>
                    <a:pt x="0" y="53"/>
                    <a:pt x="0" y="85"/>
                    <a:pt x="16" y="137"/>
                  </a:cubicBezTo>
                  <a:lnTo>
                    <a:pt x="16" y="0"/>
                  </a:lnTo>
                  <a:close/>
                  <a:moveTo>
                    <a:pt x="16" y="154"/>
                  </a:moveTo>
                  <a:cubicBezTo>
                    <a:pt x="0" y="170"/>
                    <a:pt x="0" y="186"/>
                    <a:pt x="16" y="202"/>
                  </a:cubicBezTo>
                  <a:cubicBezTo>
                    <a:pt x="16" y="202"/>
                    <a:pt x="16" y="222"/>
                    <a:pt x="33" y="222"/>
                  </a:cubicBezTo>
                  <a:lnTo>
                    <a:pt x="33" y="202"/>
                  </a:lnTo>
                  <a:cubicBezTo>
                    <a:pt x="16" y="186"/>
                    <a:pt x="16" y="170"/>
                    <a:pt x="16" y="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1229;p39">
              <a:extLst>
                <a:ext uri="{FF2B5EF4-FFF2-40B4-BE49-F238E27FC236}">
                  <a16:creationId xmlns:a16="http://schemas.microsoft.com/office/drawing/2014/main" id="{13BCE26E-7242-695D-4DA4-8805D3D55255}"/>
                </a:ext>
              </a:extLst>
            </p:cNvPr>
            <p:cNvSpPr/>
            <p:nvPr/>
          </p:nvSpPr>
          <p:spPr>
            <a:xfrm>
              <a:off x="2324332" y="606673"/>
              <a:ext cx="15296" cy="4867"/>
            </a:xfrm>
            <a:custGeom>
              <a:avLst/>
              <a:gdLst/>
              <a:ahLst/>
              <a:cxnLst/>
              <a:rect l="l" t="t" r="r" b="b"/>
              <a:pathLst>
                <a:path w="154" h="49" extrusionOk="0">
                  <a:moveTo>
                    <a:pt x="0" y="0"/>
                  </a:moveTo>
                  <a:lnTo>
                    <a:pt x="17" y="17"/>
                  </a:lnTo>
                  <a:lnTo>
                    <a:pt x="134" y="49"/>
                  </a:lnTo>
                  <a:lnTo>
                    <a:pt x="154" y="49"/>
                  </a:lnTo>
                  <a:lnTo>
                    <a:pt x="134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1230;p39">
              <a:extLst>
                <a:ext uri="{FF2B5EF4-FFF2-40B4-BE49-F238E27FC236}">
                  <a16:creationId xmlns:a16="http://schemas.microsoft.com/office/drawing/2014/main" id="{F5D9609E-A89E-1D6D-DED2-015693C94BA9}"/>
                </a:ext>
              </a:extLst>
            </p:cNvPr>
            <p:cNvSpPr/>
            <p:nvPr/>
          </p:nvSpPr>
          <p:spPr>
            <a:xfrm>
              <a:off x="2339529" y="644814"/>
              <a:ext cx="40227" cy="13707"/>
            </a:xfrm>
            <a:custGeom>
              <a:avLst/>
              <a:gdLst/>
              <a:ahLst/>
              <a:cxnLst/>
              <a:rect l="l" t="t" r="r" b="b"/>
              <a:pathLst>
                <a:path w="405" h="138" extrusionOk="0">
                  <a:moveTo>
                    <a:pt x="1" y="0"/>
                  </a:moveTo>
                  <a:cubicBezTo>
                    <a:pt x="33" y="20"/>
                    <a:pt x="49" y="37"/>
                    <a:pt x="82" y="37"/>
                  </a:cubicBezTo>
                  <a:cubicBezTo>
                    <a:pt x="150" y="53"/>
                    <a:pt x="219" y="85"/>
                    <a:pt x="284" y="101"/>
                  </a:cubicBezTo>
                  <a:cubicBezTo>
                    <a:pt x="304" y="101"/>
                    <a:pt x="304" y="101"/>
                    <a:pt x="320" y="121"/>
                  </a:cubicBezTo>
                  <a:cubicBezTo>
                    <a:pt x="336" y="121"/>
                    <a:pt x="369" y="138"/>
                    <a:pt x="405" y="138"/>
                  </a:cubicBezTo>
                  <a:lnTo>
                    <a:pt x="405" y="121"/>
                  </a:lnTo>
                  <a:cubicBezTo>
                    <a:pt x="369" y="121"/>
                    <a:pt x="352" y="101"/>
                    <a:pt x="320" y="101"/>
                  </a:cubicBezTo>
                  <a:cubicBezTo>
                    <a:pt x="304" y="101"/>
                    <a:pt x="304" y="85"/>
                    <a:pt x="284" y="85"/>
                  </a:cubicBezTo>
                  <a:cubicBezTo>
                    <a:pt x="219" y="69"/>
                    <a:pt x="150" y="53"/>
                    <a:pt x="82" y="20"/>
                  </a:cubicBezTo>
                  <a:cubicBezTo>
                    <a:pt x="66" y="2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1231;p39">
              <a:extLst>
                <a:ext uri="{FF2B5EF4-FFF2-40B4-BE49-F238E27FC236}">
                  <a16:creationId xmlns:a16="http://schemas.microsoft.com/office/drawing/2014/main" id="{E51BEABC-A6D6-49F1-F8DD-8A4A73BCDE08}"/>
                </a:ext>
              </a:extLst>
            </p:cNvPr>
            <p:cNvSpPr/>
            <p:nvPr/>
          </p:nvSpPr>
          <p:spPr>
            <a:xfrm>
              <a:off x="2720738" y="649979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1"/>
                  </a:moveTo>
                  <a:lnTo>
                    <a:pt x="1" y="17"/>
                  </a:lnTo>
                  <a:lnTo>
                    <a:pt x="118" y="3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1232;p39">
              <a:extLst>
                <a:ext uri="{FF2B5EF4-FFF2-40B4-BE49-F238E27FC236}">
                  <a16:creationId xmlns:a16="http://schemas.microsoft.com/office/drawing/2014/main" id="{853B52EF-8B41-18E2-97CA-66FC0C2E1C83}"/>
                </a:ext>
              </a:extLst>
            </p:cNvPr>
            <p:cNvSpPr/>
            <p:nvPr/>
          </p:nvSpPr>
          <p:spPr>
            <a:xfrm>
              <a:off x="1672363" y="628326"/>
              <a:ext cx="63469" cy="43405"/>
            </a:xfrm>
            <a:custGeom>
              <a:avLst/>
              <a:gdLst/>
              <a:ahLst/>
              <a:cxnLst/>
              <a:rect l="l" t="t" r="r" b="b"/>
              <a:pathLst>
                <a:path w="639" h="437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cubicBezTo>
                    <a:pt x="404" y="150"/>
                    <a:pt x="218" y="287"/>
                    <a:pt x="32" y="404"/>
                  </a:cubicBezTo>
                  <a:cubicBezTo>
                    <a:pt x="16" y="421"/>
                    <a:pt x="16" y="421"/>
                    <a:pt x="0" y="421"/>
                  </a:cubicBezTo>
                  <a:lnTo>
                    <a:pt x="0" y="437"/>
                  </a:lnTo>
                  <a:lnTo>
                    <a:pt x="16" y="437"/>
                  </a:lnTo>
                  <a:lnTo>
                    <a:pt x="32" y="421"/>
                  </a:lnTo>
                  <a:lnTo>
                    <a:pt x="53" y="421"/>
                  </a:lnTo>
                  <a:cubicBezTo>
                    <a:pt x="218" y="287"/>
                    <a:pt x="404" y="150"/>
                    <a:pt x="590" y="33"/>
                  </a:cubicBez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1233;p39">
              <a:extLst>
                <a:ext uri="{FF2B5EF4-FFF2-40B4-BE49-F238E27FC236}">
                  <a16:creationId xmlns:a16="http://schemas.microsoft.com/office/drawing/2014/main" id="{F63A45BD-11E4-4C32-160E-0A5B7E1F45C9}"/>
                </a:ext>
              </a:extLst>
            </p:cNvPr>
            <p:cNvSpPr/>
            <p:nvPr/>
          </p:nvSpPr>
          <p:spPr>
            <a:xfrm>
              <a:off x="2269406" y="416068"/>
              <a:ext cx="95153" cy="43405"/>
            </a:xfrm>
            <a:custGeom>
              <a:avLst/>
              <a:gdLst/>
              <a:ahLst/>
              <a:cxnLst/>
              <a:rect l="l" t="t" r="r" b="b"/>
              <a:pathLst>
                <a:path w="958" h="437" extrusionOk="0">
                  <a:moveTo>
                    <a:pt x="0" y="1"/>
                  </a:moveTo>
                  <a:lnTo>
                    <a:pt x="0" y="17"/>
                  </a:lnTo>
                  <a:cubicBezTo>
                    <a:pt x="81" y="33"/>
                    <a:pt x="165" y="65"/>
                    <a:pt x="249" y="101"/>
                  </a:cubicBezTo>
                  <a:lnTo>
                    <a:pt x="249" y="101"/>
                  </a:lnTo>
                  <a:cubicBezTo>
                    <a:pt x="165" y="65"/>
                    <a:pt x="81" y="33"/>
                    <a:pt x="0" y="1"/>
                  </a:cubicBezTo>
                  <a:close/>
                  <a:moveTo>
                    <a:pt x="250" y="102"/>
                  </a:moveTo>
                  <a:lnTo>
                    <a:pt x="303" y="134"/>
                  </a:lnTo>
                  <a:cubicBezTo>
                    <a:pt x="335" y="150"/>
                    <a:pt x="384" y="166"/>
                    <a:pt x="436" y="166"/>
                  </a:cubicBezTo>
                  <a:cubicBezTo>
                    <a:pt x="384" y="150"/>
                    <a:pt x="351" y="134"/>
                    <a:pt x="303" y="118"/>
                  </a:cubicBezTo>
                  <a:lnTo>
                    <a:pt x="250" y="102"/>
                  </a:lnTo>
                  <a:close/>
                  <a:moveTo>
                    <a:pt x="436" y="166"/>
                  </a:moveTo>
                  <a:lnTo>
                    <a:pt x="436" y="166"/>
                  </a:lnTo>
                  <a:cubicBezTo>
                    <a:pt x="485" y="203"/>
                    <a:pt x="553" y="219"/>
                    <a:pt x="606" y="251"/>
                  </a:cubicBezTo>
                  <a:cubicBezTo>
                    <a:pt x="707" y="283"/>
                    <a:pt x="808" y="320"/>
                    <a:pt x="909" y="368"/>
                  </a:cubicBezTo>
                  <a:lnTo>
                    <a:pt x="925" y="368"/>
                  </a:lnTo>
                  <a:cubicBezTo>
                    <a:pt x="941" y="368"/>
                    <a:pt x="941" y="384"/>
                    <a:pt x="941" y="405"/>
                  </a:cubicBezTo>
                  <a:lnTo>
                    <a:pt x="941" y="421"/>
                  </a:lnTo>
                  <a:lnTo>
                    <a:pt x="925" y="421"/>
                  </a:lnTo>
                  <a:lnTo>
                    <a:pt x="925" y="437"/>
                  </a:lnTo>
                  <a:lnTo>
                    <a:pt x="941" y="437"/>
                  </a:lnTo>
                  <a:cubicBezTo>
                    <a:pt x="957" y="437"/>
                    <a:pt x="957" y="421"/>
                    <a:pt x="957" y="405"/>
                  </a:cubicBezTo>
                  <a:cubicBezTo>
                    <a:pt x="957" y="368"/>
                    <a:pt x="941" y="368"/>
                    <a:pt x="925" y="352"/>
                  </a:cubicBezTo>
                  <a:lnTo>
                    <a:pt x="909" y="352"/>
                  </a:lnTo>
                  <a:cubicBezTo>
                    <a:pt x="808" y="320"/>
                    <a:pt x="707" y="267"/>
                    <a:pt x="606" y="235"/>
                  </a:cubicBezTo>
                  <a:cubicBezTo>
                    <a:pt x="553" y="203"/>
                    <a:pt x="485" y="182"/>
                    <a:pt x="43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1234;p39">
              <a:extLst>
                <a:ext uri="{FF2B5EF4-FFF2-40B4-BE49-F238E27FC236}">
                  <a16:creationId xmlns:a16="http://schemas.microsoft.com/office/drawing/2014/main" id="{A900AFCF-BFFE-08E9-654B-DE92A2A66709}"/>
                </a:ext>
              </a:extLst>
            </p:cNvPr>
            <p:cNvSpPr/>
            <p:nvPr/>
          </p:nvSpPr>
          <p:spPr>
            <a:xfrm>
              <a:off x="2553475" y="706991"/>
              <a:ext cx="13310" cy="4867"/>
            </a:xfrm>
            <a:custGeom>
              <a:avLst/>
              <a:gdLst/>
              <a:ahLst/>
              <a:cxnLst/>
              <a:rect l="l" t="t" r="r" b="b"/>
              <a:pathLst>
                <a:path w="134" h="49" extrusionOk="0">
                  <a:moveTo>
                    <a:pt x="16" y="0"/>
                  </a:moveTo>
                  <a:lnTo>
                    <a:pt x="0" y="16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1235;p39">
              <a:extLst>
                <a:ext uri="{FF2B5EF4-FFF2-40B4-BE49-F238E27FC236}">
                  <a16:creationId xmlns:a16="http://schemas.microsoft.com/office/drawing/2014/main" id="{978B6720-59BA-7693-91C2-99686C233420}"/>
                </a:ext>
              </a:extLst>
            </p:cNvPr>
            <p:cNvSpPr/>
            <p:nvPr/>
          </p:nvSpPr>
          <p:spPr>
            <a:xfrm>
              <a:off x="2270995" y="434146"/>
              <a:ext cx="11720" cy="6953"/>
            </a:xfrm>
            <a:custGeom>
              <a:avLst/>
              <a:gdLst/>
              <a:ahLst/>
              <a:cxnLst/>
              <a:rect l="l" t="t" r="r" b="b"/>
              <a:pathLst>
                <a:path w="118" h="70" extrusionOk="0">
                  <a:moveTo>
                    <a:pt x="0" y="0"/>
                  </a:moveTo>
                  <a:lnTo>
                    <a:pt x="0" y="21"/>
                  </a:lnTo>
                  <a:lnTo>
                    <a:pt x="101" y="53"/>
                  </a:lnTo>
                  <a:lnTo>
                    <a:pt x="0" y="0"/>
                  </a:lnTo>
                  <a:close/>
                  <a:moveTo>
                    <a:pt x="101" y="53"/>
                  </a:moveTo>
                  <a:lnTo>
                    <a:pt x="101" y="69"/>
                  </a:lnTo>
                  <a:lnTo>
                    <a:pt x="117" y="5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1236;p39">
              <a:extLst>
                <a:ext uri="{FF2B5EF4-FFF2-40B4-BE49-F238E27FC236}">
                  <a16:creationId xmlns:a16="http://schemas.microsoft.com/office/drawing/2014/main" id="{93062E84-55A1-6EE1-07E6-574EE5A916CF}"/>
                </a:ext>
              </a:extLst>
            </p:cNvPr>
            <p:cNvSpPr/>
            <p:nvPr/>
          </p:nvSpPr>
          <p:spPr>
            <a:xfrm>
              <a:off x="2319465" y="502779"/>
              <a:ext cx="48272" cy="18474"/>
            </a:xfrm>
            <a:custGeom>
              <a:avLst/>
              <a:gdLst/>
              <a:ahLst/>
              <a:cxnLst/>
              <a:rect l="l" t="t" r="r" b="b"/>
              <a:pathLst>
                <a:path w="486" h="186" extrusionOk="0">
                  <a:moveTo>
                    <a:pt x="1" y="0"/>
                  </a:moveTo>
                  <a:lnTo>
                    <a:pt x="1" y="16"/>
                  </a:lnTo>
                  <a:cubicBezTo>
                    <a:pt x="66" y="36"/>
                    <a:pt x="134" y="69"/>
                    <a:pt x="183" y="85"/>
                  </a:cubicBezTo>
                  <a:cubicBezTo>
                    <a:pt x="219" y="101"/>
                    <a:pt x="251" y="117"/>
                    <a:pt x="304" y="117"/>
                  </a:cubicBezTo>
                  <a:cubicBezTo>
                    <a:pt x="268" y="101"/>
                    <a:pt x="235" y="85"/>
                    <a:pt x="203" y="69"/>
                  </a:cubicBezTo>
                  <a:cubicBezTo>
                    <a:pt x="134" y="53"/>
                    <a:pt x="66" y="36"/>
                    <a:pt x="1" y="0"/>
                  </a:cubicBezTo>
                  <a:close/>
                  <a:moveTo>
                    <a:pt x="304" y="117"/>
                  </a:moveTo>
                  <a:cubicBezTo>
                    <a:pt x="320" y="137"/>
                    <a:pt x="336" y="137"/>
                    <a:pt x="369" y="154"/>
                  </a:cubicBezTo>
                  <a:cubicBezTo>
                    <a:pt x="405" y="170"/>
                    <a:pt x="453" y="186"/>
                    <a:pt x="486" y="186"/>
                  </a:cubicBezTo>
                  <a:cubicBezTo>
                    <a:pt x="453" y="170"/>
                    <a:pt x="405" y="154"/>
                    <a:pt x="369" y="137"/>
                  </a:cubicBezTo>
                  <a:cubicBezTo>
                    <a:pt x="352" y="137"/>
                    <a:pt x="320" y="117"/>
                    <a:pt x="304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1237;p39">
              <a:extLst>
                <a:ext uri="{FF2B5EF4-FFF2-40B4-BE49-F238E27FC236}">
                  <a16:creationId xmlns:a16="http://schemas.microsoft.com/office/drawing/2014/main" id="{6AEF89B2-81FB-968D-F7DD-0A6D97ED8C57}"/>
                </a:ext>
              </a:extLst>
            </p:cNvPr>
            <p:cNvSpPr/>
            <p:nvPr/>
          </p:nvSpPr>
          <p:spPr>
            <a:xfrm>
              <a:off x="1673952" y="614718"/>
              <a:ext cx="61879" cy="43802"/>
            </a:xfrm>
            <a:custGeom>
              <a:avLst/>
              <a:gdLst/>
              <a:ahLst/>
              <a:cxnLst/>
              <a:rect l="l" t="t" r="r" b="b"/>
              <a:pathLst>
                <a:path w="623" h="441" extrusionOk="0">
                  <a:moveTo>
                    <a:pt x="622" y="0"/>
                  </a:moveTo>
                  <a:cubicBezTo>
                    <a:pt x="606" y="20"/>
                    <a:pt x="590" y="20"/>
                    <a:pt x="574" y="20"/>
                  </a:cubicBezTo>
                  <a:cubicBezTo>
                    <a:pt x="489" y="85"/>
                    <a:pt x="388" y="154"/>
                    <a:pt x="303" y="222"/>
                  </a:cubicBezTo>
                  <a:cubicBezTo>
                    <a:pt x="271" y="239"/>
                    <a:pt x="238" y="255"/>
                    <a:pt x="202" y="287"/>
                  </a:cubicBezTo>
                  <a:cubicBezTo>
                    <a:pt x="154" y="323"/>
                    <a:pt x="117" y="356"/>
                    <a:pt x="69" y="388"/>
                  </a:cubicBezTo>
                  <a:lnTo>
                    <a:pt x="0" y="441"/>
                  </a:lnTo>
                  <a:lnTo>
                    <a:pt x="69" y="404"/>
                  </a:lnTo>
                  <a:cubicBezTo>
                    <a:pt x="117" y="372"/>
                    <a:pt x="170" y="323"/>
                    <a:pt x="218" y="287"/>
                  </a:cubicBezTo>
                  <a:cubicBezTo>
                    <a:pt x="255" y="271"/>
                    <a:pt x="287" y="255"/>
                    <a:pt x="319" y="222"/>
                  </a:cubicBezTo>
                  <a:cubicBezTo>
                    <a:pt x="404" y="170"/>
                    <a:pt x="489" y="101"/>
                    <a:pt x="590" y="37"/>
                  </a:cubicBezTo>
                  <a:cubicBezTo>
                    <a:pt x="606" y="20"/>
                    <a:pt x="606" y="20"/>
                    <a:pt x="622" y="20"/>
                  </a:cubicBezTo>
                  <a:lnTo>
                    <a:pt x="6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1238;p39">
              <a:extLst>
                <a:ext uri="{FF2B5EF4-FFF2-40B4-BE49-F238E27FC236}">
                  <a16:creationId xmlns:a16="http://schemas.microsoft.com/office/drawing/2014/main" id="{09FA7C2C-1FF8-7578-266A-41A875A56455}"/>
                </a:ext>
              </a:extLst>
            </p:cNvPr>
            <p:cNvSpPr/>
            <p:nvPr/>
          </p:nvSpPr>
          <p:spPr>
            <a:xfrm>
              <a:off x="2282616" y="599820"/>
              <a:ext cx="51848" cy="18574"/>
            </a:xfrm>
            <a:custGeom>
              <a:avLst/>
              <a:gdLst/>
              <a:ahLst/>
              <a:cxnLst/>
              <a:rect l="l" t="t" r="r" b="b"/>
              <a:pathLst>
                <a:path w="522" h="187" extrusionOk="0">
                  <a:moveTo>
                    <a:pt x="0" y="1"/>
                  </a:moveTo>
                  <a:lnTo>
                    <a:pt x="16" y="17"/>
                  </a:lnTo>
                  <a:cubicBezTo>
                    <a:pt x="33" y="17"/>
                    <a:pt x="49" y="17"/>
                    <a:pt x="69" y="33"/>
                  </a:cubicBezTo>
                  <a:cubicBezTo>
                    <a:pt x="117" y="49"/>
                    <a:pt x="170" y="69"/>
                    <a:pt x="218" y="86"/>
                  </a:cubicBezTo>
                  <a:cubicBezTo>
                    <a:pt x="251" y="86"/>
                    <a:pt x="303" y="102"/>
                    <a:pt x="336" y="118"/>
                  </a:cubicBezTo>
                  <a:cubicBezTo>
                    <a:pt x="388" y="134"/>
                    <a:pt x="420" y="150"/>
                    <a:pt x="473" y="170"/>
                  </a:cubicBezTo>
                  <a:cubicBezTo>
                    <a:pt x="489" y="170"/>
                    <a:pt x="505" y="170"/>
                    <a:pt x="521" y="187"/>
                  </a:cubicBezTo>
                  <a:lnTo>
                    <a:pt x="521" y="170"/>
                  </a:lnTo>
                  <a:cubicBezTo>
                    <a:pt x="505" y="170"/>
                    <a:pt x="489" y="150"/>
                    <a:pt x="473" y="150"/>
                  </a:cubicBezTo>
                  <a:cubicBezTo>
                    <a:pt x="437" y="134"/>
                    <a:pt x="388" y="118"/>
                    <a:pt x="336" y="102"/>
                  </a:cubicBezTo>
                  <a:cubicBezTo>
                    <a:pt x="303" y="86"/>
                    <a:pt x="251" y="86"/>
                    <a:pt x="218" y="69"/>
                  </a:cubicBezTo>
                  <a:cubicBezTo>
                    <a:pt x="170" y="49"/>
                    <a:pt x="117" y="33"/>
                    <a:pt x="85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1239;p39">
              <a:extLst>
                <a:ext uri="{FF2B5EF4-FFF2-40B4-BE49-F238E27FC236}">
                  <a16:creationId xmlns:a16="http://schemas.microsoft.com/office/drawing/2014/main" id="{B4A9BC18-EA4B-2C52-8848-06962EB3EAF3}"/>
                </a:ext>
              </a:extLst>
            </p:cNvPr>
            <p:cNvSpPr/>
            <p:nvPr/>
          </p:nvSpPr>
          <p:spPr>
            <a:xfrm>
              <a:off x="1705637" y="947755"/>
              <a:ext cx="3675" cy="40227"/>
            </a:xfrm>
            <a:custGeom>
              <a:avLst/>
              <a:gdLst/>
              <a:ahLst/>
              <a:cxnLst/>
              <a:rect l="l" t="t" r="r" b="b"/>
              <a:pathLst>
                <a:path w="37" h="405" extrusionOk="0">
                  <a:moveTo>
                    <a:pt x="20" y="0"/>
                  </a:moveTo>
                  <a:lnTo>
                    <a:pt x="20" y="49"/>
                  </a:lnTo>
                  <a:cubicBezTo>
                    <a:pt x="20" y="133"/>
                    <a:pt x="20" y="218"/>
                    <a:pt x="0" y="303"/>
                  </a:cubicBezTo>
                  <a:lnTo>
                    <a:pt x="0" y="404"/>
                  </a:lnTo>
                  <a:lnTo>
                    <a:pt x="20" y="404"/>
                  </a:lnTo>
                  <a:lnTo>
                    <a:pt x="20" y="303"/>
                  </a:lnTo>
                  <a:cubicBezTo>
                    <a:pt x="20" y="218"/>
                    <a:pt x="37" y="133"/>
                    <a:pt x="37" y="49"/>
                  </a:cubicBezTo>
                  <a:cubicBezTo>
                    <a:pt x="37" y="32"/>
                    <a:pt x="37" y="16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1240;p39">
              <a:extLst>
                <a:ext uri="{FF2B5EF4-FFF2-40B4-BE49-F238E27FC236}">
                  <a16:creationId xmlns:a16="http://schemas.microsoft.com/office/drawing/2014/main" id="{F960D68B-9C74-4CAE-69F5-E68C7F4B0B1C}"/>
                </a:ext>
              </a:extLst>
            </p:cNvPr>
            <p:cNvSpPr/>
            <p:nvPr/>
          </p:nvSpPr>
          <p:spPr>
            <a:xfrm>
              <a:off x="2486431" y="558103"/>
              <a:ext cx="68733" cy="25030"/>
            </a:xfrm>
            <a:custGeom>
              <a:avLst/>
              <a:gdLst/>
              <a:ahLst/>
              <a:cxnLst/>
              <a:rect l="l" t="t" r="r" b="b"/>
              <a:pathLst>
                <a:path w="692" h="252" extrusionOk="0">
                  <a:moveTo>
                    <a:pt x="0" y="1"/>
                  </a:moveTo>
                  <a:cubicBezTo>
                    <a:pt x="69" y="33"/>
                    <a:pt x="138" y="49"/>
                    <a:pt x="202" y="85"/>
                  </a:cubicBezTo>
                  <a:cubicBezTo>
                    <a:pt x="271" y="102"/>
                    <a:pt x="320" y="118"/>
                    <a:pt x="372" y="134"/>
                  </a:cubicBezTo>
                  <a:cubicBezTo>
                    <a:pt x="421" y="150"/>
                    <a:pt x="457" y="166"/>
                    <a:pt x="489" y="186"/>
                  </a:cubicBezTo>
                  <a:cubicBezTo>
                    <a:pt x="558" y="203"/>
                    <a:pt x="623" y="219"/>
                    <a:pt x="675" y="251"/>
                  </a:cubicBezTo>
                  <a:lnTo>
                    <a:pt x="691" y="251"/>
                  </a:lnTo>
                  <a:lnTo>
                    <a:pt x="691" y="235"/>
                  </a:lnTo>
                  <a:cubicBezTo>
                    <a:pt x="623" y="203"/>
                    <a:pt x="558" y="186"/>
                    <a:pt x="505" y="166"/>
                  </a:cubicBezTo>
                  <a:cubicBezTo>
                    <a:pt x="457" y="150"/>
                    <a:pt x="421" y="134"/>
                    <a:pt x="372" y="118"/>
                  </a:cubicBezTo>
                  <a:cubicBezTo>
                    <a:pt x="320" y="102"/>
                    <a:pt x="271" y="85"/>
                    <a:pt x="219" y="65"/>
                  </a:cubicBezTo>
                  <a:cubicBezTo>
                    <a:pt x="154" y="33"/>
                    <a:pt x="85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1241;p39">
              <a:extLst>
                <a:ext uri="{FF2B5EF4-FFF2-40B4-BE49-F238E27FC236}">
                  <a16:creationId xmlns:a16="http://schemas.microsoft.com/office/drawing/2014/main" id="{CDFD2F18-665A-A7DB-5457-55C0C0F3E38D}"/>
                </a:ext>
              </a:extLst>
            </p:cNvPr>
            <p:cNvSpPr/>
            <p:nvPr/>
          </p:nvSpPr>
          <p:spPr>
            <a:xfrm>
              <a:off x="2294237" y="494337"/>
              <a:ext cx="15296" cy="6853"/>
            </a:xfrm>
            <a:custGeom>
              <a:avLst/>
              <a:gdLst/>
              <a:ahLst/>
              <a:cxnLst/>
              <a:rect l="l" t="t" r="r" b="b"/>
              <a:pathLst>
                <a:path w="154" h="69" extrusionOk="0">
                  <a:moveTo>
                    <a:pt x="0" y="0"/>
                  </a:moveTo>
                  <a:lnTo>
                    <a:pt x="17" y="20"/>
                  </a:lnTo>
                  <a:lnTo>
                    <a:pt x="134" y="69"/>
                  </a:lnTo>
                  <a:lnTo>
                    <a:pt x="154" y="53"/>
                  </a:lnTo>
                  <a:lnTo>
                    <a:pt x="134" y="5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1242;p39">
              <a:extLst>
                <a:ext uri="{FF2B5EF4-FFF2-40B4-BE49-F238E27FC236}">
                  <a16:creationId xmlns:a16="http://schemas.microsoft.com/office/drawing/2014/main" id="{3240204F-F026-A5E8-9EDB-48E9F4D4E051}"/>
                </a:ext>
              </a:extLst>
            </p:cNvPr>
            <p:cNvSpPr/>
            <p:nvPr/>
          </p:nvSpPr>
          <p:spPr>
            <a:xfrm>
              <a:off x="1677528" y="524432"/>
              <a:ext cx="60290" cy="45392"/>
            </a:xfrm>
            <a:custGeom>
              <a:avLst/>
              <a:gdLst/>
              <a:ahLst/>
              <a:cxnLst/>
              <a:rect l="l" t="t" r="r" b="b"/>
              <a:pathLst>
                <a:path w="607" h="457" extrusionOk="0">
                  <a:moveTo>
                    <a:pt x="606" y="0"/>
                  </a:moveTo>
                  <a:cubicBezTo>
                    <a:pt x="570" y="0"/>
                    <a:pt x="554" y="20"/>
                    <a:pt x="554" y="37"/>
                  </a:cubicBezTo>
                  <a:cubicBezTo>
                    <a:pt x="570" y="37"/>
                    <a:pt x="586" y="20"/>
                    <a:pt x="606" y="20"/>
                  </a:cubicBezTo>
                  <a:lnTo>
                    <a:pt x="606" y="0"/>
                  </a:lnTo>
                  <a:close/>
                  <a:moveTo>
                    <a:pt x="538" y="53"/>
                  </a:moveTo>
                  <a:cubicBezTo>
                    <a:pt x="404" y="154"/>
                    <a:pt x="251" y="255"/>
                    <a:pt x="118" y="356"/>
                  </a:cubicBezTo>
                  <a:lnTo>
                    <a:pt x="1" y="441"/>
                  </a:lnTo>
                  <a:lnTo>
                    <a:pt x="1" y="457"/>
                  </a:lnTo>
                  <a:lnTo>
                    <a:pt x="134" y="372"/>
                  </a:lnTo>
                  <a:cubicBezTo>
                    <a:pt x="267" y="255"/>
                    <a:pt x="404" y="154"/>
                    <a:pt x="538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1243;p39">
              <a:extLst>
                <a:ext uri="{FF2B5EF4-FFF2-40B4-BE49-F238E27FC236}">
                  <a16:creationId xmlns:a16="http://schemas.microsoft.com/office/drawing/2014/main" id="{817F1AF8-99DD-01CD-2C71-D113CC23CF1F}"/>
                </a:ext>
              </a:extLst>
            </p:cNvPr>
            <p:cNvSpPr/>
            <p:nvPr/>
          </p:nvSpPr>
          <p:spPr>
            <a:xfrm>
              <a:off x="1677528" y="529597"/>
              <a:ext cx="10131" cy="10131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102" y="1"/>
                  </a:moveTo>
                  <a:cubicBezTo>
                    <a:pt x="81" y="17"/>
                    <a:pt x="65" y="17"/>
                    <a:pt x="49" y="33"/>
                  </a:cubicBezTo>
                  <a:cubicBezTo>
                    <a:pt x="33" y="49"/>
                    <a:pt x="17" y="69"/>
                    <a:pt x="1" y="86"/>
                  </a:cubicBezTo>
                  <a:lnTo>
                    <a:pt x="1" y="102"/>
                  </a:lnTo>
                  <a:lnTo>
                    <a:pt x="17" y="86"/>
                  </a:lnTo>
                  <a:cubicBezTo>
                    <a:pt x="17" y="69"/>
                    <a:pt x="49" y="49"/>
                    <a:pt x="65" y="49"/>
                  </a:cubicBez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1244;p39">
              <a:extLst>
                <a:ext uri="{FF2B5EF4-FFF2-40B4-BE49-F238E27FC236}">
                  <a16:creationId xmlns:a16="http://schemas.microsoft.com/office/drawing/2014/main" id="{BF4B3A3F-F871-A256-9448-6D917A2A3A44}"/>
                </a:ext>
              </a:extLst>
            </p:cNvPr>
            <p:cNvSpPr/>
            <p:nvPr/>
          </p:nvSpPr>
          <p:spPr>
            <a:xfrm>
              <a:off x="1936369" y="-4"/>
              <a:ext cx="804533" cy="369191"/>
            </a:xfrm>
            <a:custGeom>
              <a:avLst/>
              <a:gdLst/>
              <a:ahLst/>
              <a:cxnLst/>
              <a:rect l="l" t="t" r="r" b="b"/>
              <a:pathLst>
                <a:path w="8100" h="3717" extrusionOk="0">
                  <a:moveTo>
                    <a:pt x="20" y="65"/>
                  </a:moveTo>
                  <a:lnTo>
                    <a:pt x="20" y="114"/>
                  </a:lnTo>
                  <a:cubicBezTo>
                    <a:pt x="20" y="150"/>
                    <a:pt x="20" y="182"/>
                    <a:pt x="36" y="215"/>
                  </a:cubicBezTo>
                  <a:lnTo>
                    <a:pt x="53" y="215"/>
                  </a:lnTo>
                  <a:lnTo>
                    <a:pt x="53" y="198"/>
                  </a:lnTo>
                  <a:cubicBezTo>
                    <a:pt x="36" y="166"/>
                    <a:pt x="36" y="150"/>
                    <a:pt x="36" y="114"/>
                  </a:cubicBezTo>
                  <a:cubicBezTo>
                    <a:pt x="36" y="97"/>
                    <a:pt x="36" y="81"/>
                    <a:pt x="20" y="65"/>
                  </a:cubicBezTo>
                  <a:close/>
                  <a:moveTo>
                    <a:pt x="45" y="0"/>
                  </a:moveTo>
                  <a:cubicBezTo>
                    <a:pt x="36" y="0"/>
                    <a:pt x="28" y="4"/>
                    <a:pt x="20" y="13"/>
                  </a:cubicBezTo>
                  <a:cubicBezTo>
                    <a:pt x="0" y="29"/>
                    <a:pt x="0" y="49"/>
                    <a:pt x="20" y="65"/>
                  </a:cubicBezTo>
                  <a:cubicBezTo>
                    <a:pt x="20" y="49"/>
                    <a:pt x="20" y="29"/>
                    <a:pt x="36" y="29"/>
                  </a:cubicBezTo>
                  <a:cubicBezTo>
                    <a:pt x="36" y="21"/>
                    <a:pt x="40" y="17"/>
                    <a:pt x="47" y="17"/>
                  </a:cubicBezTo>
                  <a:cubicBezTo>
                    <a:pt x="53" y="17"/>
                    <a:pt x="61" y="21"/>
                    <a:pt x="69" y="29"/>
                  </a:cubicBezTo>
                  <a:cubicBezTo>
                    <a:pt x="137" y="65"/>
                    <a:pt x="202" y="97"/>
                    <a:pt x="287" y="130"/>
                  </a:cubicBezTo>
                  <a:cubicBezTo>
                    <a:pt x="303" y="150"/>
                    <a:pt x="339" y="150"/>
                    <a:pt x="372" y="166"/>
                  </a:cubicBezTo>
                  <a:cubicBezTo>
                    <a:pt x="424" y="198"/>
                    <a:pt x="489" y="215"/>
                    <a:pt x="541" y="251"/>
                  </a:cubicBezTo>
                  <a:cubicBezTo>
                    <a:pt x="659" y="299"/>
                    <a:pt x="776" y="352"/>
                    <a:pt x="877" y="400"/>
                  </a:cubicBezTo>
                  <a:cubicBezTo>
                    <a:pt x="929" y="416"/>
                    <a:pt x="978" y="453"/>
                    <a:pt x="1030" y="469"/>
                  </a:cubicBezTo>
                  <a:cubicBezTo>
                    <a:pt x="1079" y="501"/>
                    <a:pt x="1147" y="517"/>
                    <a:pt x="1196" y="554"/>
                  </a:cubicBezTo>
                  <a:cubicBezTo>
                    <a:pt x="1297" y="586"/>
                    <a:pt x="1398" y="635"/>
                    <a:pt x="1499" y="687"/>
                  </a:cubicBezTo>
                  <a:cubicBezTo>
                    <a:pt x="1567" y="703"/>
                    <a:pt x="1636" y="736"/>
                    <a:pt x="1685" y="772"/>
                  </a:cubicBezTo>
                  <a:cubicBezTo>
                    <a:pt x="1769" y="804"/>
                    <a:pt x="1838" y="837"/>
                    <a:pt x="1919" y="873"/>
                  </a:cubicBezTo>
                  <a:cubicBezTo>
                    <a:pt x="1971" y="905"/>
                    <a:pt x="2040" y="921"/>
                    <a:pt x="2105" y="958"/>
                  </a:cubicBezTo>
                  <a:cubicBezTo>
                    <a:pt x="2173" y="990"/>
                    <a:pt x="2242" y="1022"/>
                    <a:pt x="2323" y="1059"/>
                  </a:cubicBezTo>
                  <a:cubicBezTo>
                    <a:pt x="2375" y="1075"/>
                    <a:pt x="2408" y="1107"/>
                    <a:pt x="2460" y="1123"/>
                  </a:cubicBezTo>
                  <a:lnTo>
                    <a:pt x="2561" y="1176"/>
                  </a:lnTo>
                  <a:cubicBezTo>
                    <a:pt x="2711" y="1224"/>
                    <a:pt x="2848" y="1293"/>
                    <a:pt x="2998" y="1362"/>
                  </a:cubicBezTo>
                  <a:cubicBezTo>
                    <a:pt x="2864" y="1293"/>
                    <a:pt x="2711" y="1224"/>
                    <a:pt x="2577" y="1160"/>
                  </a:cubicBezTo>
                  <a:lnTo>
                    <a:pt x="2476" y="1107"/>
                  </a:lnTo>
                  <a:cubicBezTo>
                    <a:pt x="2424" y="1091"/>
                    <a:pt x="2375" y="1075"/>
                    <a:pt x="2323" y="1039"/>
                  </a:cubicBezTo>
                  <a:cubicBezTo>
                    <a:pt x="2258" y="1006"/>
                    <a:pt x="2173" y="974"/>
                    <a:pt x="2105" y="938"/>
                  </a:cubicBezTo>
                  <a:cubicBezTo>
                    <a:pt x="2040" y="921"/>
                    <a:pt x="1988" y="889"/>
                    <a:pt x="1919" y="857"/>
                  </a:cubicBezTo>
                  <a:cubicBezTo>
                    <a:pt x="1854" y="820"/>
                    <a:pt x="1769" y="788"/>
                    <a:pt x="1701" y="756"/>
                  </a:cubicBezTo>
                  <a:cubicBezTo>
                    <a:pt x="1636" y="719"/>
                    <a:pt x="1567" y="703"/>
                    <a:pt x="1499" y="671"/>
                  </a:cubicBezTo>
                  <a:cubicBezTo>
                    <a:pt x="1398" y="618"/>
                    <a:pt x="1297" y="586"/>
                    <a:pt x="1212" y="534"/>
                  </a:cubicBezTo>
                  <a:cubicBezTo>
                    <a:pt x="1147" y="501"/>
                    <a:pt x="1095" y="485"/>
                    <a:pt x="1030" y="453"/>
                  </a:cubicBezTo>
                  <a:cubicBezTo>
                    <a:pt x="978" y="433"/>
                    <a:pt x="929" y="416"/>
                    <a:pt x="893" y="384"/>
                  </a:cubicBezTo>
                  <a:cubicBezTo>
                    <a:pt x="776" y="332"/>
                    <a:pt x="659" y="283"/>
                    <a:pt x="541" y="231"/>
                  </a:cubicBezTo>
                  <a:cubicBezTo>
                    <a:pt x="489" y="215"/>
                    <a:pt x="440" y="182"/>
                    <a:pt x="372" y="150"/>
                  </a:cubicBezTo>
                  <a:cubicBezTo>
                    <a:pt x="356" y="150"/>
                    <a:pt x="323" y="130"/>
                    <a:pt x="287" y="114"/>
                  </a:cubicBezTo>
                  <a:cubicBezTo>
                    <a:pt x="222" y="81"/>
                    <a:pt x="137" y="49"/>
                    <a:pt x="69" y="13"/>
                  </a:cubicBezTo>
                  <a:cubicBezTo>
                    <a:pt x="61" y="4"/>
                    <a:pt x="53" y="0"/>
                    <a:pt x="45" y="0"/>
                  </a:cubicBezTo>
                  <a:close/>
                  <a:moveTo>
                    <a:pt x="2998" y="1362"/>
                  </a:moveTo>
                  <a:lnTo>
                    <a:pt x="3301" y="1511"/>
                  </a:lnTo>
                  <a:lnTo>
                    <a:pt x="3454" y="1580"/>
                  </a:lnTo>
                  <a:cubicBezTo>
                    <a:pt x="3519" y="1596"/>
                    <a:pt x="3571" y="1628"/>
                    <a:pt x="3620" y="1645"/>
                  </a:cubicBezTo>
                  <a:cubicBezTo>
                    <a:pt x="3721" y="1697"/>
                    <a:pt x="3805" y="1729"/>
                    <a:pt x="3890" y="1782"/>
                  </a:cubicBezTo>
                  <a:cubicBezTo>
                    <a:pt x="3959" y="1798"/>
                    <a:pt x="4040" y="1830"/>
                    <a:pt x="4108" y="1867"/>
                  </a:cubicBezTo>
                  <a:cubicBezTo>
                    <a:pt x="4040" y="1830"/>
                    <a:pt x="3975" y="1798"/>
                    <a:pt x="3906" y="1766"/>
                  </a:cubicBezTo>
                  <a:cubicBezTo>
                    <a:pt x="3805" y="1729"/>
                    <a:pt x="3721" y="1681"/>
                    <a:pt x="3636" y="1645"/>
                  </a:cubicBezTo>
                  <a:cubicBezTo>
                    <a:pt x="3571" y="1612"/>
                    <a:pt x="3519" y="1596"/>
                    <a:pt x="3470" y="1564"/>
                  </a:cubicBezTo>
                  <a:lnTo>
                    <a:pt x="3317" y="1495"/>
                  </a:lnTo>
                  <a:cubicBezTo>
                    <a:pt x="3200" y="1443"/>
                    <a:pt x="3099" y="1394"/>
                    <a:pt x="2998" y="1362"/>
                  </a:cubicBezTo>
                  <a:close/>
                  <a:moveTo>
                    <a:pt x="4108" y="1867"/>
                  </a:moveTo>
                  <a:lnTo>
                    <a:pt x="4108" y="1867"/>
                  </a:lnTo>
                  <a:cubicBezTo>
                    <a:pt x="4226" y="1931"/>
                    <a:pt x="4343" y="1984"/>
                    <a:pt x="4464" y="2032"/>
                  </a:cubicBezTo>
                  <a:cubicBezTo>
                    <a:pt x="4529" y="2069"/>
                    <a:pt x="4597" y="2085"/>
                    <a:pt x="4646" y="2117"/>
                  </a:cubicBezTo>
                  <a:cubicBezTo>
                    <a:pt x="4682" y="2133"/>
                    <a:pt x="4714" y="2150"/>
                    <a:pt x="4747" y="2170"/>
                  </a:cubicBezTo>
                  <a:cubicBezTo>
                    <a:pt x="4969" y="2271"/>
                    <a:pt x="5203" y="2372"/>
                    <a:pt x="5421" y="2473"/>
                  </a:cubicBezTo>
                  <a:cubicBezTo>
                    <a:pt x="5591" y="2553"/>
                    <a:pt x="5757" y="2622"/>
                    <a:pt x="5942" y="2707"/>
                  </a:cubicBezTo>
                  <a:cubicBezTo>
                    <a:pt x="6043" y="2755"/>
                    <a:pt x="6161" y="2808"/>
                    <a:pt x="6282" y="2856"/>
                  </a:cubicBezTo>
                  <a:cubicBezTo>
                    <a:pt x="6161" y="2808"/>
                    <a:pt x="6060" y="2739"/>
                    <a:pt x="5942" y="2691"/>
                  </a:cubicBezTo>
                  <a:cubicBezTo>
                    <a:pt x="5777" y="2622"/>
                    <a:pt x="5591" y="2537"/>
                    <a:pt x="5421" y="2452"/>
                  </a:cubicBezTo>
                  <a:cubicBezTo>
                    <a:pt x="5203" y="2351"/>
                    <a:pt x="4985" y="2250"/>
                    <a:pt x="4767" y="2150"/>
                  </a:cubicBezTo>
                  <a:cubicBezTo>
                    <a:pt x="4731" y="2133"/>
                    <a:pt x="4698" y="2117"/>
                    <a:pt x="4666" y="2117"/>
                  </a:cubicBezTo>
                  <a:cubicBezTo>
                    <a:pt x="4597" y="2085"/>
                    <a:pt x="4529" y="2049"/>
                    <a:pt x="4464" y="2016"/>
                  </a:cubicBezTo>
                  <a:cubicBezTo>
                    <a:pt x="4343" y="1968"/>
                    <a:pt x="4226" y="1915"/>
                    <a:pt x="4108" y="1867"/>
                  </a:cubicBezTo>
                  <a:close/>
                  <a:moveTo>
                    <a:pt x="6282" y="2856"/>
                  </a:moveTo>
                  <a:cubicBezTo>
                    <a:pt x="6383" y="2909"/>
                    <a:pt x="6464" y="2957"/>
                    <a:pt x="6565" y="2994"/>
                  </a:cubicBezTo>
                  <a:cubicBezTo>
                    <a:pt x="6649" y="3026"/>
                    <a:pt x="6718" y="3058"/>
                    <a:pt x="6803" y="3095"/>
                  </a:cubicBezTo>
                  <a:cubicBezTo>
                    <a:pt x="6734" y="3058"/>
                    <a:pt x="6649" y="3026"/>
                    <a:pt x="6585" y="2994"/>
                  </a:cubicBezTo>
                  <a:cubicBezTo>
                    <a:pt x="6484" y="2941"/>
                    <a:pt x="6383" y="2893"/>
                    <a:pt x="6282" y="2856"/>
                  </a:cubicBezTo>
                  <a:close/>
                  <a:moveTo>
                    <a:pt x="6803" y="3095"/>
                  </a:moveTo>
                  <a:lnTo>
                    <a:pt x="6803" y="3095"/>
                  </a:lnTo>
                  <a:cubicBezTo>
                    <a:pt x="7005" y="3196"/>
                    <a:pt x="7207" y="3281"/>
                    <a:pt x="7393" y="3382"/>
                  </a:cubicBezTo>
                  <a:cubicBezTo>
                    <a:pt x="7457" y="3398"/>
                    <a:pt x="7526" y="3430"/>
                    <a:pt x="7595" y="3462"/>
                  </a:cubicBezTo>
                  <a:cubicBezTo>
                    <a:pt x="7712" y="3515"/>
                    <a:pt x="7813" y="3563"/>
                    <a:pt x="7930" y="3616"/>
                  </a:cubicBezTo>
                  <a:cubicBezTo>
                    <a:pt x="7962" y="3632"/>
                    <a:pt x="7999" y="3648"/>
                    <a:pt x="8031" y="3664"/>
                  </a:cubicBezTo>
                  <a:cubicBezTo>
                    <a:pt x="8047" y="3664"/>
                    <a:pt x="8063" y="3685"/>
                    <a:pt x="8079" y="3685"/>
                  </a:cubicBezTo>
                  <a:lnTo>
                    <a:pt x="8079" y="3717"/>
                  </a:lnTo>
                  <a:lnTo>
                    <a:pt x="8100" y="3717"/>
                  </a:lnTo>
                  <a:lnTo>
                    <a:pt x="8100" y="3685"/>
                  </a:lnTo>
                  <a:lnTo>
                    <a:pt x="8079" y="3664"/>
                  </a:lnTo>
                  <a:cubicBezTo>
                    <a:pt x="8063" y="3664"/>
                    <a:pt x="8047" y="3664"/>
                    <a:pt x="8047" y="3648"/>
                  </a:cubicBezTo>
                  <a:cubicBezTo>
                    <a:pt x="7999" y="3632"/>
                    <a:pt x="7962" y="3616"/>
                    <a:pt x="7930" y="3600"/>
                  </a:cubicBezTo>
                  <a:cubicBezTo>
                    <a:pt x="7829" y="3547"/>
                    <a:pt x="7712" y="3499"/>
                    <a:pt x="7595" y="3446"/>
                  </a:cubicBezTo>
                  <a:cubicBezTo>
                    <a:pt x="7542" y="3414"/>
                    <a:pt x="7473" y="3398"/>
                    <a:pt x="7409" y="3361"/>
                  </a:cubicBezTo>
                  <a:cubicBezTo>
                    <a:pt x="7207" y="3260"/>
                    <a:pt x="7005" y="3180"/>
                    <a:pt x="6803" y="30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1245;p39">
              <a:extLst>
                <a:ext uri="{FF2B5EF4-FFF2-40B4-BE49-F238E27FC236}">
                  <a16:creationId xmlns:a16="http://schemas.microsoft.com/office/drawing/2014/main" id="{A99D4597-89AE-B82C-483C-2267C5D3883D}"/>
                </a:ext>
              </a:extLst>
            </p:cNvPr>
            <p:cNvSpPr/>
            <p:nvPr/>
          </p:nvSpPr>
          <p:spPr>
            <a:xfrm>
              <a:off x="2371313" y="571313"/>
              <a:ext cx="8443" cy="67144"/>
            </a:xfrm>
            <a:custGeom>
              <a:avLst/>
              <a:gdLst/>
              <a:ahLst/>
              <a:cxnLst/>
              <a:rect l="l" t="t" r="r" b="b"/>
              <a:pathLst>
                <a:path w="85" h="67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16" y="17"/>
                    <a:pt x="16" y="33"/>
                  </a:cubicBezTo>
                  <a:lnTo>
                    <a:pt x="16" y="53"/>
                  </a:lnTo>
                  <a:lnTo>
                    <a:pt x="16" y="118"/>
                  </a:lnTo>
                  <a:cubicBezTo>
                    <a:pt x="16" y="134"/>
                    <a:pt x="16" y="154"/>
                    <a:pt x="32" y="154"/>
                  </a:cubicBezTo>
                  <a:lnTo>
                    <a:pt x="32" y="118"/>
                  </a:lnTo>
                  <a:lnTo>
                    <a:pt x="32" y="53"/>
                  </a:lnTo>
                  <a:lnTo>
                    <a:pt x="32" y="33"/>
                  </a:ln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lnTo>
                    <a:pt x="32" y="288"/>
                  </a:lnTo>
                  <a:cubicBezTo>
                    <a:pt x="32" y="304"/>
                    <a:pt x="49" y="320"/>
                    <a:pt x="32" y="320"/>
                  </a:cubicBezTo>
                  <a:lnTo>
                    <a:pt x="32" y="336"/>
                  </a:lnTo>
                  <a:cubicBezTo>
                    <a:pt x="49" y="356"/>
                    <a:pt x="49" y="373"/>
                    <a:pt x="49" y="389"/>
                  </a:cubicBezTo>
                  <a:lnTo>
                    <a:pt x="49" y="336"/>
                  </a:lnTo>
                  <a:lnTo>
                    <a:pt x="49" y="288"/>
                  </a:ln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89"/>
                  </a:moveTo>
                  <a:lnTo>
                    <a:pt x="49" y="421"/>
                  </a:lnTo>
                  <a:lnTo>
                    <a:pt x="49" y="457"/>
                  </a:lnTo>
                  <a:lnTo>
                    <a:pt x="49" y="490"/>
                  </a:lnTo>
                  <a:lnTo>
                    <a:pt x="49" y="591"/>
                  </a:lnTo>
                  <a:lnTo>
                    <a:pt x="65" y="607"/>
                  </a:lnTo>
                  <a:lnTo>
                    <a:pt x="65" y="591"/>
                  </a:lnTo>
                  <a:lnTo>
                    <a:pt x="65" y="490"/>
                  </a:lnTo>
                  <a:lnTo>
                    <a:pt x="65" y="457"/>
                  </a:lnTo>
                  <a:lnTo>
                    <a:pt x="65" y="421"/>
                  </a:lnTo>
                  <a:cubicBezTo>
                    <a:pt x="49" y="405"/>
                    <a:pt x="49" y="405"/>
                    <a:pt x="49" y="389"/>
                  </a:cubicBezTo>
                  <a:close/>
                  <a:moveTo>
                    <a:pt x="65" y="607"/>
                  </a:moveTo>
                  <a:lnTo>
                    <a:pt x="65" y="659"/>
                  </a:lnTo>
                  <a:lnTo>
                    <a:pt x="65" y="676"/>
                  </a:lnTo>
                  <a:cubicBezTo>
                    <a:pt x="85" y="659"/>
                    <a:pt x="85" y="623"/>
                    <a:pt x="65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1246;p39">
              <a:extLst>
                <a:ext uri="{FF2B5EF4-FFF2-40B4-BE49-F238E27FC236}">
                  <a16:creationId xmlns:a16="http://schemas.microsoft.com/office/drawing/2014/main" id="{3B98C6F2-A512-9628-1CD2-03BCE4C9DFA4}"/>
                </a:ext>
              </a:extLst>
            </p:cNvPr>
            <p:cNvSpPr/>
            <p:nvPr/>
          </p:nvSpPr>
          <p:spPr>
            <a:xfrm>
              <a:off x="1943123" y="296680"/>
              <a:ext cx="190704" cy="70918"/>
            </a:xfrm>
            <a:custGeom>
              <a:avLst/>
              <a:gdLst/>
              <a:ahLst/>
              <a:cxnLst/>
              <a:rect l="l" t="t" r="r" b="b"/>
              <a:pathLst>
                <a:path w="1920" h="714" extrusionOk="0">
                  <a:moveTo>
                    <a:pt x="27" y="0"/>
                  </a:moveTo>
                  <a:cubicBezTo>
                    <a:pt x="19" y="0"/>
                    <a:pt x="10" y="2"/>
                    <a:pt x="1" y="7"/>
                  </a:cubicBezTo>
                  <a:cubicBezTo>
                    <a:pt x="33" y="7"/>
                    <a:pt x="53" y="23"/>
                    <a:pt x="86" y="39"/>
                  </a:cubicBezTo>
                  <a:lnTo>
                    <a:pt x="102" y="39"/>
                  </a:lnTo>
                  <a:cubicBezTo>
                    <a:pt x="170" y="71"/>
                    <a:pt x="235" y="92"/>
                    <a:pt x="304" y="124"/>
                  </a:cubicBezTo>
                  <a:cubicBezTo>
                    <a:pt x="389" y="156"/>
                    <a:pt x="490" y="193"/>
                    <a:pt x="574" y="225"/>
                  </a:cubicBezTo>
                  <a:cubicBezTo>
                    <a:pt x="623" y="241"/>
                    <a:pt x="675" y="257"/>
                    <a:pt x="708" y="273"/>
                  </a:cubicBezTo>
                  <a:cubicBezTo>
                    <a:pt x="776" y="294"/>
                    <a:pt x="861" y="326"/>
                    <a:pt x="926" y="342"/>
                  </a:cubicBezTo>
                  <a:cubicBezTo>
                    <a:pt x="995" y="374"/>
                    <a:pt x="1063" y="395"/>
                    <a:pt x="1128" y="427"/>
                  </a:cubicBezTo>
                  <a:cubicBezTo>
                    <a:pt x="1180" y="443"/>
                    <a:pt x="1213" y="459"/>
                    <a:pt x="1265" y="475"/>
                  </a:cubicBezTo>
                  <a:cubicBezTo>
                    <a:pt x="1314" y="496"/>
                    <a:pt x="1366" y="512"/>
                    <a:pt x="1399" y="528"/>
                  </a:cubicBezTo>
                  <a:cubicBezTo>
                    <a:pt x="1447" y="544"/>
                    <a:pt x="1499" y="560"/>
                    <a:pt x="1568" y="576"/>
                  </a:cubicBezTo>
                  <a:cubicBezTo>
                    <a:pt x="1516" y="544"/>
                    <a:pt x="1467" y="528"/>
                    <a:pt x="1399" y="512"/>
                  </a:cubicBezTo>
                  <a:cubicBezTo>
                    <a:pt x="1366" y="496"/>
                    <a:pt x="1314" y="475"/>
                    <a:pt x="1265" y="459"/>
                  </a:cubicBezTo>
                  <a:cubicBezTo>
                    <a:pt x="1229" y="443"/>
                    <a:pt x="1180" y="427"/>
                    <a:pt x="1144" y="411"/>
                  </a:cubicBezTo>
                  <a:cubicBezTo>
                    <a:pt x="1063" y="395"/>
                    <a:pt x="995" y="358"/>
                    <a:pt x="926" y="326"/>
                  </a:cubicBezTo>
                  <a:cubicBezTo>
                    <a:pt x="861" y="310"/>
                    <a:pt x="793" y="273"/>
                    <a:pt x="724" y="257"/>
                  </a:cubicBezTo>
                  <a:cubicBezTo>
                    <a:pt x="675" y="241"/>
                    <a:pt x="623" y="225"/>
                    <a:pt x="574" y="209"/>
                  </a:cubicBezTo>
                  <a:cubicBezTo>
                    <a:pt x="490" y="172"/>
                    <a:pt x="389" y="140"/>
                    <a:pt x="304" y="108"/>
                  </a:cubicBezTo>
                  <a:cubicBezTo>
                    <a:pt x="235" y="71"/>
                    <a:pt x="187" y="55"/>
                    <a:pt x="118" y="39"/>
                  </a:cubicBezTo>
                  <a:cubicBezTo>
                    <a:pt x="102" y="23"/>
                    <a:pt x="102" y="23"/>
                    <a:pt x="86" y="23"/>
                  </a:cubicBezTo>
                  <a:cubicBezTo>
                    <a:pt x="63" y="12"/>
                    <a:pt x="46" y="0"/>
                    <a:pt x="27" y="0"/>
                  </a:cubicBezTo>
                  <a:close/>
                  <a:moveTo>
                    <a:pt x="1568" y="576"/>
                  </a:moveTo>
                  <a:cubicBezTo>
                    <a:pt x="1584" y="597"/>
                    <a:pt x="1617" y="613"/>
                    <a:pt x="1633" y="613"/>
                  </a:cubicBezTo>
                  <a:cubicBezTo>
                    <a:pt x="1718" y="645"/>
                    <a:pt x="1786" y="677"/>
                    <a:pt x="1871" y="698"/>
                  </a:cubicBezTo>
                  <a:cubicBezTo>
                    <a:pt x="1802" y="661"/>
                    <a:pt x="1718" y="629"/>
                    <a:pt x="1633" y="597"/>
                  </a:cubicBezTo>
                  <a:cubicBezTo>
                    <a:pt x="1617" y="597"/>
                    <a:pt x="1584" y="576"/>
                    <a:pt x="1568" y="576"/>
                  </a:cubicBezTo>
                  <a:close/>
                  <a:moveTo>
                    <a:pt x="1871" y="698"/>
                  </a:moveTo>
                  <a:cubicBezTo>
                    <a:pt x="1887" y="714"/>
                    <a:pt x="1903" y="714"/>
                    <a:pt x="1920" y="714"/>
                  </a:cubicBezTo>
                  <a:lnTo>
                    <a:pt x="1920" y="698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1247;p39">
              <a:extLst>
                <a:ext uri="{FF2B5EF4-FFF2-40B4-BE49-F238E27FC236}">
                  <a16:creationId xmlns:a16="http://schemas.microsoft.com/office/drawing/2014/main" id="{E7AF1B95-ABFE-2A52-268A-F22905AE4BDB}"/>
                </a:ext>
              </a:extLst>
            </p:cNvPr>
            <p:cNvSpPr/>
            <p:nvPr/>
          </p:nvSpPr>
          <p:spPr>
            <a:xfrm>
              <a:off x="2543443" y="972586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0" y="1"/>
                  </a:moveTo>
                  <a:cubicBezTo>
                    <a:pt x="16" y="1"/>
                    <a:pt x="32" y="17"/>
                    <a:pt x="49" y="17"/>
                  </a:cubicBezTo>
                  <a:cubicBezTo>
                    <a:pt x="69" y="17"/>
                    <a:pt x="85" y="33"/>
                    <a:pt x="101" y="33"/>
                  </a:cubicBezTo>
                  <a:lnTo>
                    <a:pt x="117" y="17"/>
                  </a:lnTo>
                  <a:lnTo>
                    <a:pt x="101" y="17"/>
                  </a:lnTo>
                  <a:cubicBezTo>
                    <a:pt x="85" y="17"/>
                    <a:pt x="69" y="17"/>
                    <a:pt x="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1248;p39">
              <a:extLst>
                <a:ext uri="{FF2B5EF4-FFF2-40B4-BE49-F238E27FC236}">
                  <a16:creationId xmlns:a16="http://schemas.microsoft.com/office/drawing/2014/main" id="{5F597EB1-A7CF-5F17-DDBE-3966F049174D}"/>
                </a:ext>
              </a:extLst>
            </p:cNvPr>
            <p:cNvSpPr/>
            <p:nvPr/>
          </p:nvSpPr>
          <p:spPr>
            <a:xfrm>
              <a:off x="1680706" y="404050"/>
              <a:ext cx="48669" cy="40227"/>
            </a:xfrm>
            <a:custGeom>
              <a:avLst/>
              <a:gdLst/>
              <a:ahLst/>
              <a:cxnLst/>
              <a:rect l="l" t="t" r="r" b="b"/>
              <a:pathLst>
                <a:path w="490" h="405" extrusionOk="0">
                  <a:moveTo>
                    <a:pt x="473" y="0"/>
                  </a:moveTo>
                  <a:lnTo>
                    <a:pt x="372" y="85"/>
                  </a:lnTo>
                  <a:cubicBezTo>
                    <a:pt x="271" y="170"/>
                    <a:pt x="170" y="255"/>
                    <a:pt x="86" y="324"/>
                  </a:cubicBezTo>
                  <a:cubicBezTo>
                    <a:pt x="49" y="340"/>
                    <a:pt x="33" y="356"/>
                    <a:pt x="17" y="372"/>
                  </a:cubicBezTo>
                  <a:cubicBezTo>
                    <a:pt x="17" y="388"/>
                    <a:pt x="1" y="388"/>
                    <a:pt x="1" y="404"/>
                  </a:cubicBezTo>
                  <a:cubicBezTo>
                    <a:pt x="17" y="404"/>
                    <a:pt x="17" y="388"/>
                    <a:pt x="33" y="388"/>
                  </a:cubicBezTo>
                  <a:cubicBezTo>
                    <a:pt x="49" y="372"/>
                    <a:pt x="70" y="356"/>
                    <a:pt x="86" y="340"/>
                  </a:cubicBezTo>
                  <a:cubicBezTo>
                    <a:pt x="187" y="255"/>
                    <a:pt x="288" y="170"/>
                    <a:pt x="389" y="101"/>
                  </a:cubicBezTo>
                  <a:lnTo>
                    <a:pt x="490" y="2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1249;p39">
              <a:extLst>
                <a:ext uri="{FF2B5EF4-FFF2-40B4-BE49-F238E27FC236}">
                  <a16:creationId xmlns:a16="http://schemas.microsoft.com/office/drawing/2014/main" id="{26E6242E-D5A6-FBAF-9506-7E8FD39ABB27}"/>
                </a:ext>
              </a:extLst>
            </p:cNvPr>
            <p:cNvSpPr/>
            <p:nvPr/>
          </p:nvSpPr>
          <p:spPr>
            <a:xfrm>
              <a:off x="1673952" y="591377"/>
              <a:ext cx="61879" cy="43504"/>
            </a:xfrm>
            <a:custGeom>
              <a:avLst/>
              <a:gdLst/>
              <a:ahLst/>
              <a:cxnLst/>
              <a:rect l="l" t="t" r="r" b="b"/>
              <a:pathLst>
                <a:path w="623" h="438" extrusionOk="0">
                  <a:moveTo>
                    <a:pt x="622" y="1"/>
                  </a:moveTo>
                  <a:cubicBezTo>
                    <a:pt x="590" y="1"/>
                    <a:pt x="574" y="17"/>
                    <a:pt x="558" y="33"/>
                  </a:cubicBezTo>
                  <a:cubicBezTo>
                    <a:pt x="590" y="17"/>
                    <a:pt x="606" y="1"/>
                    <a:pt x="622" y="1"/>
                  </a:cubicBezTo>
                  <a:close/>
                  <a:moveTo>
                    <a:pt x="541" y="33"/>
                  </a:moveTo>
                  <a:cubicBezTo>
                    <a:pt x="473" y="86"/>
                    <a:pt x="420" y="118"/>
                    <a:pt x="356" y="171"/>
                  </a:cubicBezTo>
                  <a:cubicBezTo>
                    <a:pt x="271" y="235"/>
                    <a:pt x="170" y="304"/>
                    <a:pt x="69" y="373"/>
                  </a:cubicBezTo>
                  <a:cubicBezTo>
                    <a:pt x="37" y="389"/>
                    <a:pt x="16" y="405"/>
                    <a:pt x="0" y="421"/>
                  </a:cubicBezTo>
                  <a:lnTo>
                    <a:pt x="0" y="437"/>
                  </a:lnTo>
                  <a:cubicBezTo>
                    <a:pt x="16" y="405"/>
                    <a:pt x="53" y="389"/>
                    <a:pt x="69" y="389"/>
                  </a:cubicBezTo>
                  <a:lnTo>
                    <a:pt x="85" y="373"/>
                  </a:lnTo>
                  <a:cubicBezTo>
                    <a:pt x="170" y="304"/>
                    <a:pt x="271" y="235"/>
                    <a:pt x="356" y="187"/>
                  </a:cubicBezTo>
                  <a:cubicBezTo>
                    <a:pt x="420" y="134"/>
                    <a:pt x="489" y="86"/>
                    <a:pt x="541" y="53"/>
                  </a:cubicBezTo>
                  <a:lnTo>
                    <a:pt x="558" y="3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1250;p39">
              <a:extLst>
                <a:ext uri="{FF2B5EF4-FFF2-40B4-BE49-F238E27FC236}">
                  <a16:creationId xmlns:a16="http://schemas.microsoft.com/office/drawing/2014/main" id="{5615539A-65D8-E8C4-DD38-B39794A42554}"/>
                </a:ext>
              </a:extLst>
            </p:cNvPr>
            <p:cNvSpPr/>
            <p:nvPr/>
          </p:nvSpPr>
          <p:spPr>
            <a:xfrm>
              <a:off x="2285794" y="777214"/>
              <a:ext cx="1689" cy="20163"/>
            </a:xfrm>
            <a:custGeom>
              <a:avLst/>
              <a:gdLst/>
              <a:ahLst/>
              <a:cxnLst/>
              <a:rect l="l" t="t" r="r" b="b"/>
              <a:pathLst>
                <a:path w="17" h="203" extrusionOk="0">
                  <a:moveTo>
                    <a:pt x="1" y="0"/>
                  </a:moveTo>
                  <a:lnTo>
                    <a:pt x="1" y="65"/>
                  </a:lnTo>
                  <a:cubicBezTo>
                    <a:pt x="1" y="117"/>
                    <a:pt x="1" y="150"/>
                    <a:pt x="17" y="202"/>
                  </a:cubicBezTo>
                  <a:lnTo>
                    <a:pt x="17" y="182"/>
                  </a:lnTo>
                  <a:lnTo>
                    <a:pt x="17" y="65"/>
                  </a:lnTo>
                  <a:cubicBezTo>
                    <a:pt x="17" y="49"/>
                    <a:pt x="17" y="1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1251;p39">
              <a:extLst>
                <a:ext uri="{FF2B5EF4-FFF2-40B4-BE49-F238E27FC236}">
                  <a16:creationId xmlns:a16="http://schemas.microsoft.com/office/drawing/2014/main" id="{4A1EFCC0-5670-45C8-1EEF-E96F55D9392A}"/>
                </a:ext>
              </a:extLst>
            </p:cNvPr>
            <p:cNvSpPr/>
            <p:nvPr/>
          </p:nvSpPr>
          <p:spPr>
            <a:xfrm>
              <a:off x="2155381" y="852205"/>
              <a:ext cx="3774" cy="105682"/>
            </a:xfrm>
            <a:custGeom>
              <a:avLst/>
              <a:gdLst/>
              <a:ahLst/>
              <a:cxnLst/>
              <a:rect l="l" t="t" r="r" b="b"/>
              <a:pathLst>
                <a:path w="38" h="1064" extrusionOk="0">
                  <a:moveTo>
                    <a:pt x="17" y="1"/>
                  </a:moveTo>
                  <a:cubicBezTo>
                    <a:pt x="1" y="17"/>
                    <a:pt x="1" y="33"/>
                    <a:pt x="1" y="53"/>
                  </a:cubicBezTo>
                  <a:lnTo>
                    <a:pt x="1" y="69"/>
                  </a:lnTo>
                  <a:cubicBezTo>
                    <a:pt x="17" y="304"/>
                    <a:pt x="17" y="538"/>
                    <a:pt x="1" y="760"/>
                  </a:cubicBezTo>
                  <a:cubicBezTo>
                    <a:pt x="1" y="776"/>
                    <a:pt x="1" y="809"/>
                    <a:pt x="17" y="825"/>
                  </a:cubicBezTo>
                  <a:lnTo>
                    <a:pt x="17" y="760"/>
                  </a:lnTo>
                  <a:lnTo>
                    <a:pt x="17" y="69"/>
                  </a:lnTo>
                  <a:lnTo>
                    <a:pt x="17" y="53"/>
                  </a:lnTo>
                  <a:cubicBezTo>
                    <a:pt x="17" y="33"/>
                    <a:pt x="17" y="17"/>
                    <a:pt x="37" y="1"/>
                  </a:cubicBezTo>
                  <a:close/>
                  <a:moveTo>
                    <a:pt x="17" y="926"/>
                  </a:moveTo>
                  <a:cubicBezTo>
                    <a:pt x="1" y="978"/>
                    <a:pt x="1" y="1011"/>
                    <a:pt x="17" y="1063"/>
                  </a:cubicBezTo>
                  <a:lnTo>
                    <a:pt x="17" y="92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1252;p39">
              <a:extLst>
                <a:ext uri="{FF2B5EF4-FFF2-40B4-BE49-F238E27FC236}">
                  <a16:creationId xmlns:a16="http://schemas.microsoft.com/office/drawing/2014/main" id="{69EEF8A9-38F3-87DB-BCA7-112C13D6C5B2}"/>
                </a:ext>
              </a:extLst>
            </p:cNvPr>
            <p:cNvSpPr/>
            <p:nvPr/>
          </p:nvSpPr>
          <p:spPr>
            <a:xfrm>
              <a:off x="2324332" y="492747"/>
              <a:ext cx="38637" cy="15296"/>
            </a:xfrm>
            <a:custGeom>
              <a:avLst/>
              <a:gdLst/>
              <a:ahLst/>
              <a:cxnLst/>
              <a:rect l="l" t="t" r="r" b="b"/>
              <a:pathLst>
                <a:path w="389" h="154" extrusionOk="0">
                  <a:moveTo>
                    <a:pt x="0" y="0"/>
                  </a:moveTo>
                  <a:lnTo>
                    <a:pt x="0" y="16"/>
                  </a:lnTo>
                  <a:lnTo>
                    <a:pt x="53" y="36"/>
                  </a:lnTo>
                  <a:cubicBezTo>
                    <a:pt x="101" y="53"/>
                    <a:pt x="134" y="69"/>
                    <a:pt x="186" y="85"/>
                  </a:cubicBezTo>
                  <a:cubicBezTo>
                    <a:pt x="235" y="85"/>
                    <a:pt x="271" y="101"/>
                    <a:pt x="320" y="117"/>
                  </a:cubicBezTo>
                  <a:cubicBezTo>
                    <a:pt x="287" y="101"/>
                    <a:pt x="235" y="85"/>
                    <a:pt x="186" y="69"/>
                  </a:cubicBezTo>
                  <a:cubicBezTo>
                    <a:pt x="154" y="53"/>
                    <a:pt x="101" y="36"/>
                    <a:pt x="69" y="16"/>
                  </a:cubicBezTo>
                  <a:lnTo>
                    <a:pt x="0" y="0"/>
                  </a:lnTo>
                  <a:close/>
                  <a:moveTo>
                    <a:pt x="320" y="117"/>
                  </a:moveTo>
                  <a:lnTo>
                    <a:pt x="372" y="154"/>
                  </a:lnTo>
                  <a:lnTo>
                    <a:pt x="388" y="154"/>
                  </a:lnTo>
                  <a:lnTo>
                    <a:pt x="388" y="137"/>
                  </a:lnTo>
                  <a:lnTo>
                    <a:pt x="32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1253;p39">
              <a:extLst>
                <a:ext uri="{FF2B5EF4-FFF2-40B4-BE49-F238E27FC236}">
                  <a16:creationId xmlns:a16="http://schemas.microsoft.com/office/drawing/2014/main" id="{083E74F8-3961-5C6A-37BE-E657416D807A}"/>
                </a:ext>
              </a:extLst>
            </p:cNvPr>
            <p:cNvSpPr/>
            <p:nvPr/>
          </p:nvSpPr>
          <p:spPr>
            <a:xfrm>
              <a:off x="2325922" y="807310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0"/>
                  </a:moveTo>
                  <a:lnTo>
                    <a:pt x="17" y="16"/>
                  </a:lnTo>
                  <a:cubicBezTo>
                    <a:pt x="37" y="16"/>
                    <a:pt x="53" y="16"/>
                    <a:pt x="69" y="33"/>
                  </a:cubicBezTo>
                  <a:lnTo>
                    <a:pt x="118" y="33"/>
                  </a:lnTo>
                  <a:cubicBezTo>
                    <a:pt x="102" y="33"/>
                    <a:pt x="85" y="16"/>
                    <a:pt x="69" y="16"/>
                  </a:cubicBezTo>
                  <a:cubicBezTo>
                    <a:pt x="53" y="0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1254;p39">
              <a:extLst>
                <a:ext uri="{FF2B5EF4-FFF2-40B4-BE49-F238E27FC236}">
                  <a16:creationId xmlns:a16="http://schemas.microsoft.com/office/drawing/2014/main" id="{D525F05E-D839-FD0E-0CDA-EFDD5239D32C}"/>
                </a:ext>
              </a:extLst>
            </p:cNvPr>
            <p:cNvSpPr/>
            <p:nvPr/>
          </p:nvSpPr>
          <p:spPr>
            <a:xfrm>
              <a:off x="1673952" y="583034"/>
              <a:ext cx="63866" cy="45392"/>
            </a:xfrm>
            <a:custGeom>
              <a:avLst/>
              <a:gdLst/>
              <a:ahLst/>
              <a:cxnLst/>
              <a:rect l="l" t="t" r="r" b="b"/>
              <a:pathLst>
                <a:path w="643" h="457" extrusionOk="0">
                  <a:moveTo>
                    <a:pt x="642" y="0"/>
                  </a:moveTo>
                  <a:cubicBezTo>
                    <a:pt x="606" y="0"/>
                    <a:pt x="590" y="16"/>
                    <a:pt x="574" y="36"/>
                  </a:cubicBezTo>
                  <a:cubicBezTo>
                    <a:pt x="590" y="36"/>
                    <a:pt x="606" y="16"/>
                    <a:pt x="622" y="16"/>
                  </a:cubicBezTo>
                  <a:lnTo>
                    <a:pt x="642" y="16"/>
                  </a:lnTo>
                  <a:lnTo>
                    <a:pt x="642" y="0"/>
                  </a:lnTo>
                  <a:close/>
                  <a:moveTo>
                    <a:pt x="574" y="36"/>
                  </a:moveTo>
                  <a:lnTo>
                    <a:pt x="574" y="36"/>
                  </a:lnTo>
                  <a:cubicBezTo>
                    <a:pt x="473" y="101"/>
                    <a:pt x="372" y="170"/>
                    <a:pt x="287" y="238"/>
                  </a:cubicBezTo>
                  <a:cubicBezTo>
                    <a:pt x="388" y="186"/>
                    <a:pt x="489" y="117"/>
                    <a:pt x="574" y="36"/>
                  </a:cubicBezTo>
                  <a:close/>
                  <a:moveTo>
                    <a:pt x="287" y="238"/>
                  </a:moveTo>
                  <a:lnTo>
                    <a:pt x="287" y="238"/>
                  </a:lnTo>
                  <a:cubicBezTo>
                    <a:pt x="238" y="271"/>
                    <a:pt x="186" y="303"/>
                    <a:pt x="138" y="356"/>
                  </a:cubicBezTo>
                  <a:cubicBezTo>
                    <a:pt x="186" y="319"/>
                    <a:pt x="238" y="287"/>
                    <a:pt x="287" y="238"/>
                  </a:cubicBezTo>
                  <a:close/>
                  <a:moveTo>
                    <a:pt x="138" y="356"/>
                  </a:moveTo>
                  <a:cubicBezTo>
                    <a:pt x="101" y="356"/>
                    <a:pt x="85" y="372"/>
                    <a:pt x="69" y="388"/>
                  </a:cubicBezTo>
                  <a:cubicBezTo>
                    <a:pt x="53" y="404"/>
                    <a:pt x="16" y="420"/>
                    <a:pt x="0" y="440"/>
                  </a:cubicBezTo>
                  <a:lnTo>
                    <a:pt x="16" y="457"/>
                  </a:lnTo>
                  <a:lnTo>
                    <a:pt x="69" y="404"/>
                  </a:lnTo>
                  <a:cubicBezTo>
                    <a:pt x="85" y="388"/>
                    <a:pt x="117" y="372"/>
                    <a:pt x="138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1255;p39">
              <a:extLst>
                <a:ext uri="{FF2B5EF4-FFF2-40B4-BE49-F238E27FC236}">
                  <a16:creationId xmlns:a16="http://schemas.microsoft.com/office/drawing/2014/main" id="{FE608B86-4C41-11B2-3112-D9C013EC45C3}"/>
                </a:ext>
              </a:extLst>
            </p:cNvPr>
            <p:cNvSpPr/>
            <p:nvPr/>
          </p:nvSpPr>
          <p:spPr>
            <a:xfrm>
              <a:off x="2376081" y="636769"/>
              <a:ext cx="6953" cy="34962"/>
            </a:xfrm>
            <a:custGeom>
              <a:avLst/>
              <a:gdLst/>
              <a:ahLst/>
              <a:cxnLst/>
              <a:rect l="l" t="t" r="r" b="b"/>
              <a:pathLst>
                <a:path w="70" h="352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81"/>
                    <a:pt x="37" y="101"/>
                  </a:cubicBezTo>
                  <a:lnTo>
                    <a:pt x="37" y="49"/>
                  </a:lnTo>
                  <a:cubicBezTo>
                    <a:pt x="37" y="33"/>
                    <a:pt x="37" y="17"/>
                    <a:pt x="1" y="0"/>
                  </a:cubicBezTo>
                  <a:close/>
                  <a:moveTo>
                    <a:pt x="37" y="101"/>
                  </a:moveTo>
                  <a:lnTo>
                    <a:pt x="37" y="118"/>
                  </a:lnTo>
                  <a:lnTo>
                    <a:pt x="53" y="118"/>
                  </a:lnTo>
                  <a:cubicBezTo>
                    <a:pt x="53" y="118"/>
                    <a:pt x="53" y="101"/>
                    <a:pt x="37" y="101"/>
                  </a:cubicBezTo>
                  <a:close/>
                  <a:moveTo>
                    <a:pt x="37" y="118"/>
                  </a:moveTo>
                  <a:lnTo>
                    <a:pt x="37" y="219"/>
                  </a:lnTo>
                  <a:lnTo>
                    <a:pt x="37" y="235"/>
                  </a:lnTo>
                  <a:lnTo>
                    <a:pt x="37" y="267"/>
                  </a:lnTo>
                  <a:cubicBezTo>
                    <a:pt x="53" y="283"/>
                    <a:pt x="53" y="319"/>
                    <a:pt x="37" y="336"/>
                  </a:cubicBezTo>
                  <a:lnTo>
                    <a:pt x="53" y="352"/>
                  </a:lnTo>
                  <a:cubicBezTo>
                    <a:pt x="69" y="319"/>
                    <a:pt x="53" y="283"/>
                    <a:pt x="53" y="267"/>
                  </a:cubicBezTo>
                  <a:lnTo>
                    <a:pt x="53" y="235"/>
                  </a:lnTo>
                  <a:lnTo>
                    <a:pt x="53" y="219"/>
                  </a:lnTo>
                  <a:cubicBezTo>
                    <a:pt x="53" y="182"/>
                    <a:pt x="37" y="150"/>
                    <a:pt x="37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1256;p39">
              <a:extLst>
                <a:ext uri="{FF2B5EF4-FFF2-40B4-BE49-F238E27FC236}">
                  <a16:creationId xmlns:a16="http://schemas.microsoft.com/office/drawing/2014/main" id="{0DC7B322-ECC3-29C7-8CBA-B27A5DD12DE8}"/>
                </a:ext>
              </a:extLst>
            </p:cNvPr>
            <p:cNvSpPr/>
            <p:nvPr/>
          </p:nvSpPr>
          <p:spPr>
            <a:xfrm>
              <a:off x="1344491" y="757151"/>
              <a:ext cx="67144" cy="50258"/>
            </a:xfrm>
            <a:custGeom>
              <a:avLst/>
              <a:gdLst/>
              <a:ahLst/>
              <a:cxnLst/>
              <a:rect l="l" t="t" r="r" b="b"/>
              <a:pathLst>
                <a:path w="676" h="506" extrusionOk="0">
                  <a:moveTo>
                    <a:pt x="675" y="0"/>
                  </a:moveTo>
                  <a:cubicBezTo>
                    <a:pt x="659" y="0"/>
                    <a:pt x="643" y="0"/>
                    <a:pt x="627" y="16"/>
                  </a:cubicBezTo>
                  <a:cubicBezTo>
                    <a:pt x="489" y="117"/>
                    <a:pt x="356" y="218"/>
                    <a:pt x="223" y="303"/>
                  </a:cubicBezTo>
                  <a:lnTo>
                    <a:pt x="37" y="453"/>
                  </a:lnTo>
                  <a:cubicBezTo>
                    <a:pt x="21" y="453"/>
                    <a:pt x="1" y="469"/>
                    <a:pt x="1" y="485"/>
                  </a:cubicBezTo>
                  <a:lnTo>
                    <a:pt x="1" y="505"/>
                  </a:lnTo>
                  <a:lnTo>
                    <a:pt x="21" y="505"/>
                  </a:lnTo>
                  <a:cubicBezTo>
                    <a:pt x="21" y="485"/>
                    <a:pt x="21" y="469"/>
                    <a:pt x="37" y="469"/>
                  </a:cubicBezTo>
                  <a:lnTo>
                    <a:pt x="239" y="319"/>
                  </a:lnTo>
                  <a:cubicBezTo>
                    <a:pt x="372" y="218"/>
                    <a:pt x="506" y="117"/>
                    <a:pt x="643" y="16"/>
                  </a:cubicBezTo>
                  <a:lnTo>
                    <a:pt x="675" y="1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1257;p39">
              <a:extLst>
                <a:ext uri="{FF2B5EF4-FFF2-40B4-BE49-F238E27FC236}">
                  <a16:creationId xmlns:a16="http://schemas.microsoft.com/office/drawing/2014/main" id="{6DC979FC-BA91-4A68-B5F9-2178C4966E4B}"/>
                </a:ext>
              </a:extLst>
            </p:cNvPr>
            <p:cNvSpPr/>
            <p:nvPr/>
          </p:nvSpPr>
          <p:spPr>
            <a:xfrm>
              <a:off x="1673952" y="598231"/>
              <a:ext cx="60290" cy="41816"/>
            </a:xfrm>
            <a:custGeom>
              <a:avLst/>
              <a:gdLst/>
              <a:ahLst/>
              <a:cxnLst/>
              <a:rect l="l" t="t" r="r" b="b"/>
              <a:pathLst>
                <a:path w="607" h="421" extrusionOk="0">
                  <a:moveTo>
                    <a:pt x="590" y="1"/>
                  </a:moveTo>
                  <a:lnTo>
                    <a:pt x="505" y="49"/>
                  </a:lnTo>
                  <a:cubicBezTo>
                    <a:pt x="457" y="85"/>
                    <a:pt x="404" y="134"/>
                    <a:pt x="339" y="166"/>
                  </a:cubicBezTo>
                  <a:cubicBezTo>
                    <a:pt x="271" y="219"/>
                    <a:pt x="202" y="267"/>
                    <a:pt x="117" y="320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38" y="336"/>
                  </a:lnTo>
                  <a:cubicBezTo>
                    <a:pt x="202" y="287"/>
                    <a:pt x="271" y="235"/>
                    <a:pt x="356" y="186"/>
                  </a:cubicBezTo>
                  <a:cubicBezTo>
                    <a:pt x="404" y="134"/>
                    <a:pt x="473" y="102"/>
                    <a:pt x="521" y="65"/>
                  </a:cubicBezTo>
                  <a:lnTo>
                    <a:pt x="6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1258;p39">
              <a:extLst>
                <a:ext uri="{FF2B5EF4-FFF2-40B4-BE49-F238E27FC236}">
                  <a16:creationId xmlns:a16="http://schemas.microsoft.com/office/drawing/2014/main" id="{864FA58F-2F17-91CC-05E5-EEBB40088286}"/>
                </a:ext>
              </a:extLst>
            </p:cNvPr>
            <p:cNvSpPr/>
            <p:nvPr/>
          </p:nvSpPr>
          <p:spPr>
            <a:xfrm>
              <a:off x="2351249" y="472684"/>
              <a:ext cx="13310" cy="5264"/>
            </a:xfrm>
            <a:custGeom>
              <a:avLst/>
              <a:gdLst/>
              <a:ahLst/>
              <a:cxnLst/>
              <a:rect l="l" t="t" r="r" b="b"/>
              <a:pathLst>
                <a:path w="134" h="53" extrusionOk="0">
                  <a:moveTo>
                    <a:pt x="0" y="0"/>
                  </a:moveTo>
                  <a:cubicBezTo>
                    <a:pt x="16" y="16"/>
                    <a:pt x="16" y="16"/>
                    <a:pt x="32" y="16"/>
                  </a:cubicBezTo>
                  <a:cubicBezTo>
                    <a:pt x="49" y="16"/>
                    <a:pt x="65" y="36"/>
                    <a:pt x="85" y="36"/>
                  </a:cubicBezTo>
                  <a:cubicBezTo>
                    <a:pt x="101" y="53"/>
                    <a:pt x="101" y="53"/>
                    <a:pt x="117" y="53"/>
                  </a:cubicBezTo>
                  <a:lnTo>
                    <a:pt x="133" y="53"/>
                  </a:lnTo>
                  <a:lnTo>
                    <a:pt x="133" y="36"/>
                  </a:lnTo>
                  <a:lnTo>
                    <a:pt x="101" y="36"/>
                  </a:lnTo>
                  <a:cubicBezTo>
                    <a:pt x="65" y="16"/>
                    <a:pt x="49" y="16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1259;p39">
              <a:extLst>
                <a:ext uri="{FF2B5EF4-FFF2-40B4-BE49-F238E27FC236}">
                  <a16:creationId xmlns:a16="http://schemas.microsoft.com/office/drawing/2014/main" id="{0FE075E8-0E93-03CC-B5D3-B92B36F2C7E1}"/>
                </a:ext>
              </a:extLst>
            </p:cNvPr>
            <p:cNvSpPr/>
            <p:nvPr/>
          </p:nvSpPr>
          <p:spPr>
            <a:xfrm>
              <a:off x="2490007" y="66845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1" y="0"/>
                  </a:moveTo>
                  <a:cubicBezTo>
                    <a:pt x="1" y="0"/>
                    <a:pt x="17" y="17"/>
                    <a:pt x="33" y="17"/>
                  </a:cubicBezTo>
                  <a:cubicBezTo>
                    <a:pt x="49" y="17"/>
                    <a:pt x="65" y="33"/>
                    <a:pt x="102" y="33"/>
                  </a:cubicBezTo>
                  <a:lnTo>
                    <a:pt x="102" y="17"/>
                  </a:lnTo>
                  <a:cubicBezTo>
                    <a:pt x="65" y="17"/>
                    <a:pt x="49" y="17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1260;p39">
              <a:extLst>
                <a:ext uri="{FF2B5EF4-FFF2-40B4-BE49-F238E27FC236}">
                  <a16:creationId xmlns:a16="http://schemas.microsoft.com/office/drawing/2014/main" id="{614143CB-E0BC-9244-8C10-509BC75AB631}"/>
                </a:ext>
              </a:extLst>
            </p:cNvPr>
            <p:cNvSpPr/>
            <p:nvPr/>
          </p:nvSpPr>
          <p:spPr>
            <a:xfrm>
              <a:off x="2555064" y="720202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lnTo>
                    <a:pt x="134" y="49"/>
                  </a:lnTo>
                  <a:lnTo>
                    <a:pt x="134" y="33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1261;p39">
              <a:extLst>
                <a:ext uri="{FF2B5EF4-FFF2-40B4-BE49-F238E27FC236}">
                  <a16:creationId xmlns:a16="http://schemas.microsoft.com/office/drawing/2014/main" id="{ADB3AEA5-AE85-CB04-E57A-E2E031136DCB}"/>
                </a:ext>
              </a:extLst>
            </p:cNvPr>
            <p:cNvSpPr/>
            <p:nvPr/>
          </p:nvSpPr>
          <p:spPr>
            <a:xfrm>
              <a:off x="2702264" y="599820"/>
              <a:ext cx="36651" cy="13409"/>
            </a:xfrm>
            <a:custGeom>
              <a:avLst/>
              <a:gdLst/>
              <a:ahLst/>
              <a:cxnLst/>
              <a:rect l="l" t="t" r="r" b="b"/>
              <a:pathLst>
                <a:path w="369" h="135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65" y="33"/>
                    <a:pt x="102" y="33"/>
                    <a:pt x="118" y="49"/>
                  </a:cubicBezTo>
                  <a:cubicBezTo>
                    <a:pt x="150" y="69"/>
                    <a:pt x="203" y="86"/>
                    <a:pt x="235" y="102"/>
                  </a:cubicBezTo>
                  <a:lnTo>
                    <a:pt x="267" y="102"/>
                  </a:lnTo>
                  <a:cubicBezTo>
                    <a:pt x="267" y="86"/>
                    <a:pt x="251" y="86"/>
                    <a:pt x="235" y="86"/>
                  </a:cubicBezTo>
                  <a:cubicBezTo>
                    <a:pt x="203" y="69"/>
                    <a:pt x="166" y="49"/>
                    <a:pt x="134" y="33"/>
                  </a:cubicBezTo>
                  <a:cubicBezTo>
                    <a:pt x="102" y="33"/>
                    <a:pt x="65" y="17"/>
                    <a:pt x="33" y="1"/>
                  </a:cubicBezTo>
                  <a:close/>
                  <a:moveTo>
                    <a:pt x="267" y="102"/>
                  </a:moveTo>
                  <a:cubicBezTo>
                    <a:pt x="304" y="118"/>
                    <a:pt x="336" y="134"/>
                    <a:pt x="368" y="134"/>
                  </a:cubicBezTo>
                  <a:cubicBezTo>
                    <a:pt x="336" y="118"/>
                    <a:pt x="304" y="102"/>
                    <a:pt x="267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1262;p39">
              <a:extLst>
                <a:ext uri="{FF2B5EF4-FFF2-40B4-BE49-F238E27FC236}">
                  <a16:creationId xmlns:a16="http://schemas.microsoft.com/office/drawing/2014/main" id="{FCDAA214-60AB-0E81-4C51-54FFCBDB1D7E}"/>
                </a:ext>
              </a:extLst>
            </p:cNvPr>
            <p:cNvSpPr/>
            <p:nvPr/>
          </p:nvSpPr>
          <p:spPr>
            <a:xfrm>
              <a:off x="2277352" y="651568"/>
              <a:ext cx="3774" cy="21752"/>
            </a:xfrm>
            <a:custGeom>
              <a:avLst/>
              <a:gdLst/>
              <a:ahLst/>
              <a:cxnLst/>
              <a:rect l="l" t="t" r="r" b="b"/>
              <a:pathLst>
                <a:path w="38" h="219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lnTo>
                    <a:pt x="1" y="118"/>
                  </a:lnTo>
                  <a:lnTo>
                    <a:pt x="1" y="154"/>
                  </a:lnTo>
                  <a:cubicBezTo>
                    <a:pt x="1" y="170"/>
                    <a:pt x="1" y="187"/>
                    <a:pt x="21" y="203"/>
                  </a:cubicBezTo>
                  <a:lnTo>
                    <a:pt x="21" y="219"/>
                  </a:lnTo>
                  <a:lnTo>
                    <a:pt x="37" y="219"/>
                  </a:lnTo>
                  <a:lnTo>
                    <a:pt x="37" y="203"/>
                  </a:lnTo>
                  <a:cubicBezTo>
                    <a:pt x="21" y="187"/>
                    <a:pt x="21" y="170"/>
                    <a:pt x="21" y="154"/>
                  </a:cubicBezTo>
                  <a:lnTo>
                    <a:pt x="21" y="118"/>
                  </a:lnTo>
                  <a:lnTo>
                    <a:pt x="21" y="33"/>
                  </a:lnTo>
                  <a:lnTo>
                    <a:pt x="21" y="17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1263;p39">
              <a:extLst>
                <a:ext uri="{FF2B5EF4-FFF2-40B4-BE49-F238E27FC236}">
                  <a16:creationId xmlns:a16="http://schemas.microsoft.com/office/drawing/2014/main" id="{2961E21E-54E1-38F8-F5EE-FA0F55F75E52}"/>
                </a:ext>
              </a:extLst>
            </p:cNvPr>
            <p:cNvSpPr/>
            <p:nvPr/>
          </p:nvSpPr>
          <p:spPr>
            <a:xfrm>
              <a:off x="1737719" y="952523"/>
              <a:ext cx="11720" cy="5364"/>
            </a:xfrm>
            <a:custGeom>
              <a:avLst/>
              <a:gdLst/>
              <a:ahLst/>
              <a:cxnLst/>
              <a:rect l="l" t="t" r="r" b="b"/>
              <a:pathLst>
                <a:path w="118" h="54" extrusionOk="0">
                  <a:moveTo>
                    <a:pt x="101" y="1"/>
                  </a:moveTo>
                  <a:cubicBezTo>
                    <a:pt x="81" y="1"/>
                    <a:pt x="49" y="17"/>
                    <a:pt x="33" y="33"/>
                  </a:cubicBezTo>
                  <a:cubicBezTo>
                    <a:pt x="65" y="33"/>
                    <a:pt x="81" y="17"/>
                    <a:pt x="118" y="1"/>
                  </a:cubicBezTo>
                  <a:close/>
                  <a:moveTo>
                    <a:pt x="17" y="33"/>
                  </a:moveTo>
                  <a:lnTo>
                    <a:pt x="0" y="53"/>
                  </a:lnTo>
                  <a:lnTo>
                    <a:pt x="17" y="5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1264;p39">
              <a:extLst>
                <a:ext uri="{FF2B5EF4-FFF2-40B4-BE49-F238E27FC236}">
                  <a16:creationId xmlns:a16="http://schemas.microsoft.com/office/drawing/2014/main" id="{5F83D680-D785-B5AB-49C5-E3497946ED5F}"/>
                </a:ext>
              </a:extLst>
            </p:cNvPr>
            <p:cNvSpPr/>
            <p:nvPr/>
          </p:nvSpPr>
          <p:spPr>
            <a:xfrm>
              <a:off x="1234141" y="641536"/>
              <a:ext cx="25427" cy="344360"/>
            </a:xfrm>
            <a:custGeom>
              <a:avLst/>
              <a:gdLst/>
              <a:ahLst/>
              <a:cxnLst/>
              <a:rect l="l" t="t" r="r" b="b"/>
              <a:pathLst>
                <a:path w="256" h="3467" extrusionOk="0">
                  <a:moveTo>
                    <a:pt x="223" y="1"/>
                  </a:moveTo>
                  <a:cubicBezTo>
                    <a:pt x="239" y="33"/>
                    <a:pt x="239" y="53"/>
                    <a:pt x="239" y="86"/>
                  </a:cubicBezTo>
                  <a:lnTo>
                    <a:pt x="239" y="118"/>
                  </a:lnTo>
                  <a:cubicBezTo>
                    <a:pt x="239" y="102"/>
                    <a:pt x="239" y="102"/>
                    <a:pt x="255" y="86"/>
                  </a:cubicBezTo>
                  <a:cubicBezTo>
                    <a:pt x="255" y="53"/>
                    <a:pt x="255" y="33"/>
                    <a:pt x="239" y="1"/>
                  </a:cubicBezTo>
                  <a:close/>
                  <a:moveTo>
                    <a:pt x="239" y="118"/>
                  </a:moveTo>
                  <a:cubicBezTo>
                    <a:pt x="223" y="187"/>
                    <a:pt x="223" y="235"/>
                    <a:pt x="223" y="304"/>
                  </a:cubicBezTo>
                  <a:cubicBezTo>
                    <a:pt x="223" y="320"/>
                    <a:pt x="223" y="356"/>
                    <a:pt x="203" y="372"/>
                  </a:cubicBezTo>
                  <a:lnTo>
                    <a:pt x="203" y="457"/>
                  </a:lnTo>
                  <a:cubicBezTo>
                    <a:pt x="203" y="538"/>
                    <a:pt x="187" y="607"/>
                    <a:pt x="187" y="692"/>
                  </a:cubicBezTo>
                  <a:lnTo>
                    <a:pt x="187" y="809"/>
                  </a:lnTo>
                  <a:cubicBezTo>
                    <a:pt x="187" y="841"/>
                    <a:pt x="187" y="894"/>
                    <a:pt x="170" y="926"/>
                  </a:cubicBezTo>
                  <a:lnTo>
                    <a:pt x="170" y="1043"/>
                  </a:lnTo>
                  <a:cubicBezTo>
                    <a:pt x="170" y="1079"/>
                    <a:pt x="154" y="1128"/>
                    <a:pt x="154" y="1164"/>
                  </a:cubicBezTo>
                  <a:lnTo>
                    <a:pt x="154" y="1180"/>
                  </a:lnTo>
                  <a:lnTo>
                    <a:pt x="154" y="1265"/>
                  </a:lnTo>
                  <a:lnTo>
                    <a:pt x="154" y="1366"/>
                  </a:lnTo>
                  <a:cubicBezTo>
                    <a:pt x="170" y="1330"/>
                    <a:pt x="170" y="1298"/>
                    <a:pt x="170" y="1265"/>
                  </a:cubicBezTo>
                  <a:lnTo>
                    <a:pt x="170" y="1180"/>
                  </a:lnTo>
                  <a:lnTo>
                    <a:pt x="170" y="1164"/>
                  </a:lnTo>
                  <a:cubicBezTo>
                    <a:pt x="170" y="1128"/>
                    <a:pt x="170" y="1079"/>
                    <a:pt x="187" y="1043"/>
                  </a:cubicBezTo>
                  <a:lnTo>
                    <a:pt x="187" y="926"/>
                  </a:lnTo>
                  <a:cubicBezTo>
                    <a:pt x="187" y="894"/>
                    <a:pt x="187" y="841"/>
                    <a:pt x="203" y="809"/>
                  </a:cubicBezTo>
                  <a:lnTo>
                    <a:pt x="203" y="692"/>
                  </a:lnTo>
                  <a:cubicBezTo>
                    <a:pt x="203" y="607"/>
                    <a:pt x="223" y="538"/>
                    <a:pt x="223" y="457"/>
                  </a:cubicBezTo>
                  <a:lnTo>
                    <a:pt x="223" y="372"/>
                  </a:lnTo>
                  <a:cubicBezTo>
                    <a:pt x="223" y="356"/>
                    <a:pt x="223" y="320"/>
                    <a:pt x="239" y="304"/>
                  </a:cubicBezTo>
                  <a:lnTo>
                    <a:pt x="239" y="118"/>
                  </a:lnTo>
                  <a:close/>
                  <a:moveTo>
                    <a:pt x="154" y="1366"/>
                  </a:moveTo>
                  <a:cubicBezTo>
                    <a:pt x="154" y="1382"/>
                    <a:pt x="138" y="1399"/>
                    <a:pt x="138" y="1431"/>
                  </a:cubicBezTo>
                  <a:lnTo>
                    <a:pt x="138" y="1568"/>
                  </a:lnTo>
                  <a:lnTo>
                    <a:pt x="122" y="1685"/>
                  </a:lnTo>
                  <a:lnTo>
                    <a:pt x="122" y="1803"/>
                  </a:lnTo>
                  <a:cubicBezTo>
                    <a:pt x="122" y="1871"/>
                    <a:pt x="102" y="1936"/>
                    <a:pt x="102" y="2005"/>
                  </a:cubicBezTo>
                  <a:lnTo>
                    <a:pt x="102" y="2106"/>
                  </a:lnTo>
                  <a:cubicBezTo>
                    <a:pt x="122" y="2073"/>
                    <a:pt x="122" y="2037"/>
                    <a:pt x="122" y="2005"/>
                  </a:cubicBezTo>
                  <a:cubicBezTo>
                    <a:pt x="122" y="1936"/>
                    <a:pt x="122" y="1871"/>
                    <a:pt x="138" y="1819"/>
                  </a:cubicBezTo>
                  <a:lnTo>
                    <a:pt x="138" y="1685"/>
                  </a:lnTo>
                  <a:lnTo>
                    <a:pt x="154" y="1568"/>
                  </a:lnTo>
                  <a:lnTo>
                    <a:pt x="154" y="1431"/>
                  </a:lnTo>
                  <a:lnTo>
                    <a:pt x="154" y="1366"/>
                  </a:lnTo>
                  <a:close/>
                  <a:moveTo>
                    <a:pt x="102" y="2106"/>
                  </a:moveTo>
                  <a:cubicBezTo>
                    <a:pt x="86" y="2154"/>
                    <a:pt x="86" y="2223"/>
                    <a:pt x="86" y="2275"/>
                  </a:cubicBezTo>
                  <a:cubicBezTo>
                    <a:pt x="86" y="2340"/>
                    <a:pt x="69" y="2392"/>
                    <a:pt x="69" y="2441"/>
                  </a:cubicBezTo>
                  <a:cubicBezTo>
                    <a:pt x="69" y="2526"/>
                    <a:pt x="69" y="2594"/>
                    <a:pt x="53" y="2659"/>
                  </a:cubicBezTo>
                  <a:lnTo>
                    <a:pt x="53" y="2861"/>
                  </a:lnTo>
                  <a:cubicBezTo>
                    <a:pt x="69" y="2796"/>
                    <a:pt x="69" y="2728"/>
                    <a:pt x="69" y="2659"/>
                  </a:cubicBezTo>
                  <a:cubicBezTo>
                    <a:pt x="69" y="2594"/>
                    <a:pt x="86" y="2526"/>
                    <a:pt x="86" y="2441"/>
                  </a:cubicBezTo>
                  <a:cubicBezTo>
                    <a:pt x="86" y="2392"/>
                    <a:pt x="102" y="2340"/>
                    <a:pt x="102" y="2275"/>
                  </a:cubicBezTo>
                  <a:lnTo>
                    <a:pt x="102" y="2106"/>
                  </a:lnTo>
                  <a:close/>
                  <a:moveTo>
                    <a:pt x="53" y="2861"/>
                  </a:moveTo>
                  <a:cubicBezTo>
                    <a:pt x="37" y="2913"/>
                    <a:pt x="37" y="2962"/>
                    <a:pt x="37" y="3014"/>
                  </a:cubicBezTo>
                  <a:lnTo>
                    <a:pt x="37" y="3031"/>
                  </a:lnTo>
                  <a:cubicBezTo>
                    <a:pt x="37" y="3099"/>
                    <a:pt x="37" y="3164"/>
                    <a:pt x="21" y="3216"/>
                  </a:cubicBezTo>
                  <a:cubicBezTo>
                    <a:pt x="1" y="3233"/>
                    <a:pt x="1" y="3265"/>
                    <a:pt x="1" y="3285"/>
                  </a:cubicBezTo>
                  <a:cubicBezTo>
                    <a:pt x="1" y="3301"/>
                    <a:pt x="21" y="3301"/>
                    <a:pt x="1" y="3317"/>
                  </a:cubicBezTo>
                  <a:lnTo>
                    <a:pt x="1" y="3418"/>
                  </a:lnTo>
                  <a:lnTo>
                    <a:pt x="1" y="3467"/>
                  </a:lnTo>
                  <a:lnTo>
                    <a:pt x="21" y="3467"/>
                  </a:lnTo>
                  <a:lnTo>
                    <a:pt x="21" y="3418"/>
                  </a:lnTo>
                  <a:lnTo>
                    <a:pt x="21" y="3317"/>
                  </a:lnTo>
                  <a:lnTo>
                    <a:pt x="21" y="3285"/>
                  </a:lnTo>
                  <a:lnTo>
                    <a:pt x="21" y="3233"/>
                  </a:lnTo>
                  <a:cubicBezTo>
                    <a:pt x="37" y="3164"/>
                    <a:pt x="37" y="3099"/>
                    <a:pt x="53" y="3031"/>
                  </a:cubicBezTo>
                  <a:lnTo>
                    <a:pt x="53" y="3014"/>
                  </a:lnTo>
                  <a:lnTo>
                    <a:pt x="53" y="286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1265;p39">
              <a:extLst>
                <a:ext uri="{FF2B5EF4-FFF2-40B4-BE49-F238E27FC236}">
                  <a16:creationId xmlns:a16="http://schemas.microsoft.com/office/drawing/2014/main" id="{0CC011D3-7D34-32BA-B781-E4E92DC9B64F}"/>
                </a:ext>
              </a:extLst>
            </p:cNvPr>
            <p:cNvSpPr/>
            <p:nvPr/>
          </p:nvSpPr>
          <p:spPr>
            <a:xfrm>
              <a:off x="2321154" y="417658"/>
              <a:ext cx="13310" cy="6555"/>
            </a:xfrm>
            <a:custGeom>
              <a:avLst/>
              <a:gdLst/>
              <a:ahLst/>
              <a:cxnLst/>
              <a:rect l="l" t="t" r="r" b="b"/>
              <a:pathLst>
                <a:path w="134" h="66" extrusionOk="0">
                  <a:moveTo>
                    <a:pt x="0" y="1"/>
                  </a:moveTo>
                  <a:lnTo>
                    <a:pt x="0" y="17"/>
                  </a:lnTo>
                  <a:lnTo>
                    <a:pt x="133" y="65"/>
                  </a:lnTo>
                  <a:lnTo>
                    <a:pt x="133" y="4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1266;p39">
              <a:extLst>
                <a:ext uri="{FF2B5EF4-FFF2-40B4-BE49-F238E27FC236}">
                  <a16:creationId xmlns:a16="http://schemas.microsoft.com/office/drawing/2014/main" id="{4EEDB4EE-89AF-9A5E-58DA-980D8DF4C5B9}"/>
                </a:ext>
              </a:extLst>
            </p:cNvPr>
            <p:cNvSpPr/>
            <p:nvPr/>
          </p:nvSpPr>
          <p:spPr>
            <a:xfrm>
              <a:off x="2281027" y="728644"/>
              <a:ext cx="3278" cy="8542"/>
            </a:xfrm>
            <a:custGeom>
              <a:avLst/>
              <a:gdLst/>
              <a:ahLst/>
              <a:cxnLst/>
              <a:rect l="l" t="t" r="r" b="b"/>
              <a:pathLst>
                <a:path w="33" h="86" extrusionOk="0">
                  <a:moveTo>
                    <a:pt x="16" y="0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5"/>
                  </a:lnTo>
                  <a:lnTo>
                    <a:pt x="32" y="85"/>
                  </a:lnTo>
                  <a:lnTo>
                    <a:pt x="32" y="65"/>
                  </a:lnTo>
                  <a:lnTo>
                    <a:pt x="32" y="49"/>
                  </a:lnTo>
                  <a:cubicBezTo>
                    <a:pt x="16" y="33"/>
                    <a:pt x="16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1267;p39">
              <a:extLst>
                <a:ext uri="{FF2B5EF4-FFF2-40B4-BE49-F238E27FC236}">
                  <a16:creationId xmlns:a16="http://schemas.microsoft.com/office/drawing/2014/main" id="{0EC8065D-966D-B969-03B5-833B116E1220}"/>
                </a:ext>
              </a:extLst>
            </p:cNvPr>
            <p:cNvSpPr/>
            <p:nvPr/>
          </p:nvSpPr>
          <p:spPr>
            <a:xfrm>
              <a:off x="1690738" y="436132"/>
              <a:ext cx="48669" cy="36651"/>
            </a:xfrm>
            <a:custGeom>
              <a:avLst/>
              <a:gdLst/>
              <a:ahLst/>
              <a:cxnLst/>
              <a:rect l="l" t="t" r="r" b="b"/>
              <a:pathLst>
                <a:path w="490" h="369" extrusionOk="0">
                  <a:moveTo>
                    <a:pt x="490" y="1"/>
                  </a:moveTo>
                  <a:cubicBezTo>
                    <a:pt x="473" y="1"/>
                    <a:pt x="453" y="1"/>
                    <a:pt x="437" y="17"/>
                  </a:cubicBezTo>
                  <a:cubicBezTo>
                    <a:pt x="336" y="102"/>
                    <a:pt x="219" y="203"/>
                    <a:pt x="102" y="283"/>
                  </a:cubicBezTo>
                  <a:lnTo>
                    <a:pt x="1" y="368"/>
                  </a:lnTo>
                  <a:lnTo>
                    <a:pt x="17" y="368"/>
                  </a:lnTo>
                  <a:lnTo>
                    <a:pt x="102" y="304"/>
                  </a:lnTo>
                  <a:cubicBezTo>
                    <a:pt x="219" y="203"/>
                    <a:pt x="336" y="118"/>
                    <a:pt x="453" y="17"/>
                  </a:cubicBezTo>
                  <a:lnTo>
                    <a:pt x="490" y="17"/>
                  </a:lnTo>
                  <a:lnTo>
                    <a:pt x="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1268;p39">
              <a:extLst>
                <a:ext uri="{FF2B5EF4-FFF2-40B4-BE49-F238E27FC236}">
                  <a16:creationId xmlns:a16="http://schemas.microsoft.com/office/drawing/2014/main" id="{0FF8CADD-C8DB-934D-4462-B623DA43E71D}"/>
                </a:ext>
              </a:extLst>
            </p:cNvPr>
            <p:cNvSpPr/>
            <p:nvPr/>
          </p:nvSpPr>
          <p:spPr>
            <a:xfrm>
              <a:off x="2284205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3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3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1269;p39">
              <a:extLst>
                <a:ext uri="{FF2B5EF4-FFF2-40B4-BE49-F238E27FC236}">
                  <a16:creationId xmlns:a16="http://schemas.microsoft.com/office/drawing/2014/main" id="{5895DB19-203D-2024-7BBF-97CE16387613}"/>
                </a:ext>
              </a:extLst>
            </p:cNvPr>
            <p:cNvSpPr/>
            <p:nvPr/>
          </p:nvSpPr>
          <p:spPr>
            <a:xfrm>
              <a:off x="1672363" y="641536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lnTo>
                    <a:pt x="590" y="33"/>
                  </a:ln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  <a:moveTo>
                    <a:pt x="590" y="33"/>
                  </a:moveTo>
                  <a:lnTo>
                    <a:pt x="590" y="33"/>
                  </a:lnTo>
                  <a:cubicBezTo>
                    <a:pt x="420" y="134"/>
                    <a:pt x="271" y="235"/>
                    <a:pt x="117" y="336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17" y="356"/>
                  </a:lnTo>
                  <a:cubicBezTo>
                    <a:pt x="271" y="255"/>
                    <a:pt x="436" y="134"/>
                    <a:pt x="59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1270;p39">
              <a:extLst>
                <a:ext uri="{FF2B5EF4-FFF2-40B4-BE49-F238E27FC236}">
                  <a16:creationId xmlns:a16="http://schemas.microsoft.com/office/drawing/2014/main" id="{B4159C9B-FAA1-9401-133B-7CD683CC9E8A}"/>
                </a:ext>
              </a:extLst>
            </p:cNvPr>
            <p:cNvSpPr/>
            <p:nvPr/>
          </p:nvSpPr>
          <p:spPr>
            <a:xfrm>
              <a:off x="2673857" y="501091"/>
              <a:ext cx="6853" cy="5364"/>
            </a:xfrm>
            <a:custGeom>
              <a:avLst/>
              <a:gdLst/>
              <a:ahLst/>
              <a:cxnLst/>
              <a:rect l="l" t="t" r="r" b="b"/>
              <a:pathLst>
                <a:path w="69" h="54" extrusionOk="0">
                  <a:moveTo>
                    <a:pt x="48" y="1"/>
                  </a:moveTo>
                  <a:cubicBezTo>
                    <a:pt x="48" y="17"/>
                    <a:pt x="32" y="17"/>
                    <a:pt x="16" y="33"/>
                  </a:cubicBezTo>
                  <a:cubicBezTo>
                    <a:pt x="16" y="33"/>
                    <a:pt x="0" y="33"/>
                    <a:pt x="0" y="53"/>
                  </a:cubicBezTo>
                  <a:cubicBezTo>
                    <a:pt x="16" y="53"/>
                    <a:pt x="16" y="53"/>
                    <a:pt x="32" y="33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1271;p39">
              <a:extLst>
                <a:ext uri="{FF2B5EF4-FFF2-40B4-BE49-F238E27FC236}">
                  <a16:creationId xmlns:a16="http://schemas.microsoft.com/office/drawing/2014/main" id="{287F2AE8-2ACB-3304-F7B9-822FF013B59B}"/>
                </a:ext>
              </a:extLst>
            </p:cNvPr>
            <p:cNvSpPr/>
            <p:nvPr/>
          </p:nvSpPr>
          <p:spPr>
            <a:xfrm>
              <a:off x="2469943" y="436132"/>
              <a:ext cx="11820" cy="4966"/>
            </a:xfrm>
            <a:custGeom>
              <a:avLst/>
              <a:gdLst/>
              <a:ahLst/>
              <a:cxnLst/>
              <a:rect l="l" t="t" r="r" b="b"/>
              <a:pathLst>
                <a:path w="119" h="50" extrusionOk="0">
                  <a:moveTo>
                    <a:pt x="1" y="1"/>
                  </a:moveTo>
                  <a:lnTo>
                    <a:pt x="1" y="17"/>
                  </a:lnTo>
                  <a:lnTo>
                    <a:pt x="118" y="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1272;p39">
              <a:extLst>
                <a:ext uri="{FF2B5EF4-FFF2-40B4-BE49-F238E27FC236}">
                  <a16:creationId xmlns:a16="http://schemas.microsoft.com/office/drawing/2014/main" id="{E5AC1136-CBCE-3CE4-B98A-EA652AC0C067}"/>
                </a:ext>
              </a:extLst>
            </p:cNvPr>
            <p:cNvSpPr/>
            <p:nvPr/>
          </p:nvSpPr>
          <p:spPr>
            <a:xfrm>
              <a:off x="2279438" y="909217"/>
              <a:ext cx="38141" cy="1172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0" y="0"/>
                  </a:moveTo>
                  <a:lnTo>
                    <a:pt x="0" y="16"/>
                  </a:lnTo>
                  <a:lnTo>
                    <a:pt x="48" y="33"/>
                  </a:lnTo>
                  <a:cubicBezTo>
                    <a:pt x="101" y="33"/>
                    <a:pt x="133" y="49"/>
                    <a:pt x="182" y="65"/>
                  </a:cubicBezTo>
                  <a:cubicBezTo>
                    <a:pt x="202" y="65"/>
                    <a:pt x="218" y="65"/>
                    <a:pt x="234" y="85"/>
                  </a:cubicBezTo>
                  <a:cubicBezTo>
                    <a:pt x="283" y="85"/>
                    <a:pt x="319" y="101"/>
                    <a:pt x="368" y="117"/>
                  </a:cubicBezTo>
                  <a:lnTo>
                    <a:pt x="384" y="101"/>
                  </a:lnTo>
                  <a:lnTo>
                    <a:pt x="368" y="101"/>
                  </a:lnTo>
                  <a:cubicBezTo>
                    <a:pt x="335" y="85"/>
                    <a:pt x="283" y="85"/>
                    <a:pt x="234" y="65"/>
                  </a:cubicBezTo>
                  <a:cubicBezTo>
                    <a:pt x="218" y="49"/>
                    <a:pt x="202" y="49"/>
                    <a:pt x="182" y="49"/>
                  </a:cubicBezTo>
                  <a:cubicBezTo>
                    <a:pt x="149" y="33"/>
                    <a:pt x="101" y="33"/>
                    <a:pt x="65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1273;p39">
              <a:extLst>
                <a:ext uri="{FF2B5EF4-FFF2-40B4-BE49-F238E27FC236}">
                  <a16:creationId xmlns:a16="http://schemas.microsoft.com/office/drawing/2014/main" id="{478A9880-A7C5-997C-45D2-987416F839DF}"/>
                </a:ext>
              </a:extLst>
            </p:cNvPr>
            <p:cNvSpPr/>
            <p:nvPr/>
          </p:nvSpPr>
          <p:spPr>
            <a:xfrm>
              <a:off x="2399720" y="783571"/>
              <a:ext cx="78367" cy="23838"/>
            </a:xfrm>
            <a:custGeom>
              <a:avLst/>
              <a:gdLst/>
              <a:ahLst/>
              <a:cxnLst/>
              <a:rect l="l" t="t" r="r" b="b"/>
              <a:pathLst>
                <a:path w="789" h="240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82" y="37"/>
                    <a:pt x="118" y="53"/>
                    <a:pt x="150" y="53"/>
                  </a:cubicBezTo>
                  <a:cubicBezTo>
                    <a:pt x="219" y="70"/>
                    <a:pt x="268" y="86"/>
                    <a:pt x="320" y="102"/>
                  </a:cubicBezTo>
                  <a:cubicBezTo>
                    <a:pt x="385" y="138"/>
                    <a:pt x="453" y="154"/>
                    <a:pt x="506" y="171"/>
                  </a:cubicBezTo>
                  <a:cubicBezTo>
                    <a:pt x="554" y="187"/>
                    <a:pt x="607" y="187"/>
                    <a:pt x="655" y="203"/>
                  </a:cubicBezTo>
                  <a:cubicBezTo>
                    <a:pt x="672" y="219"/>
                    <a:pt x="672" y="219"/>
                    <a:pt x="688" y="219"/>
                  </a:cubicBezTo>
                  <a:cubicBezTo>
                    <a:pt x="724" y="239"/>
                    <a:pt x="740" y="239"/>
                    <a:pt x="772" y="239"/>
                  </a:cubicBezTo>
                  <a:lnTo>
                    <a:pt x="789" y="239"/>
                  </a:lnTo>
                  <a:lnTo>
                    <a:pt x="789" y="219"/>
                  </a:lnTo>
                  <a:cubicBezTo>
                    <a:pt x="779" y="225"/>
                    <a:pt x="769" y="227"/>
                    <a:pt x="760" y="227"/>
                  </a:cubicBezTo>
                  <a:cubicBezTo>
                    <a:pt x="737" y="227"/>
                    <a:pt x="713" y="214"/>
                    <a:pt x="688" y="203"/>
                  </a:cubicBezTo>
                  <a:lnTo>
                    <a:pt x="672" y="203"/>
                  </a:lnTo>
                  <a:cubicBezTo>
                    <a:pt x="623" y="187"/>
                    <a:pt x="571" y="171"/>
                    <a:pt x="522" y="154"/>
                  </a:cubicBezTo>
                  <a:cubicBezTo>
                    <a:pt x="453" y="138"/>
                    <a:pt x="385" y="118"/>
                    <a:pt x="336" y="102"/>
                  </a:cubicBezTo>
                  <a:cubicBezTo>
                    <a:pt x="268" y="86"/>
                    <a:pt x="219" y="70"/>
                    <a:pt x="167" y="53"/>
                  </a:cubicBezTo>
                  <a:cubicBezTo>
                    <a:pt x="118" y="37"/>
                    <a:pt x="82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1274;p39">
              <a:extLst>
                <a:ext uri="{FF2B5EF4-FFF2-40B4-BE49-F238E27FC236}">
                  <a16:creationId xmlns:a16="http://schemas.microsoft.com/office/drawing/2014/main" id="{07A64AE4-41BD-658E-682F-C06B8D680680}"/>
                </a:ext>
              </a:extLst>
            </p:cNvPr>
            <p:cNvSpPr/>
            <p:nvPr/>
          </p:nvSpPr>
          <p:spPr>
            <a:xfrm>
              <a:off x="2496463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7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1275;p39">
              <a:extLst>
                <a:ext uri="{FF2B5EF4-FFF2-40B4-BE49-F238E27FC236}">
                  <a16:creationId xmlns:a16="http://schemas.microsoft.com/office/drawing/2014/main" id="{F9BF5F7F-6351-9B24-05DD-B9A35F1AE391}"/>
                </a:ext>
              </a:extLst>
            </p:cNvPr>
            <p:cNvSpPr/>
            <p:nvPr/>
          </p:nvSpPr>
          <p:spPr>
            <a:xfrm>
              <a:off x="1682296" y="460963"/>
              <a:ext cx="57112" cy="43504"/>
            </a:xfrm>
            <a:custGeom>
              <a:avLst/>
              <a:gdLst/>
              <a:ahLst/>
              <a:cxnLst/>
              <a:rect l="l" t="t" r="r" b="b"/>
              <a:pathLst>
                <a:path w="575" h="438" extrusionOk="0">
                  <a:moveTo>
                    <a:pt x="575" y="1"/>
                  </a:moveTo>
                  <a:cubicBezTo>
                    <a:pt x="558" y="1"/>
                    <a:pt x="538" y="17"/>
                    <a:pt x="522" y="17"/>
                  </a:cubicBezTo>
                  <a:cubicBezTo>
                    <a:pt x="373" y="134"/>
                    <a:pt x="219" y="255"/>
                    <a:pt x="102" y="356"/>
                  </a:cubicBezTo>
                  <a:cubicBezTo>
                    <a:pt x="235" y="255"/>
                    <a:pt x="389" y="154"/>
                    <a:pt x="522" y="33"/>
                  </a:cubicBezTo>
                  <a:cubicBezTo>
                    <a:pt x="538" y="17"/>
                    <a:pt x="558" y="17"/>
                    <a:pt x="575" y="17"/>
                  </a:cubicBezTo>
                  <a:lnTo>
                    <a:pt x="575" y="1"/>
                  </a:lnTo>
                  <a:close/>
                  <a:moveTo>
                    <a:pt x="102" y="356"/>
                  </a:moveTo>
                  <a:cubicBezTo>
                    <a:pt x="70" y="373"/>
                    <a:pt x="33" y="405"/>
                    <a:pt x="1" y="437"/>
                  </a:cubicBezTo>
                  <a:cubicBezTo>
                    <a:pt x="33" y="421"/>
                    <a:pt x="70" y="389"/>
                    <a:pt x="102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1276;p39">
              <a:extLst>
                <a:ext uri="{FF2B5EF4-FFF2-40B4-BE49-F238E27FC236}">
                  <a16:creationId xmlns:a16="http://schemas.microsoft.com/office/drawing/2014/main" id="{483866D0-2837-6382-2927-8090213DBAFB}"/>
                </a:ext>
              </a:extLst>
            </p:cNvPr>
            <p:cNvSpPr/>
            <p:nvPr/>
          </p:nvSpPr>
          <p:spPr>
            <a:xfrm>
              <a:off x="1679117" y="531186"/>
              <a:ext cx="58701" cy="43504"/>
            </a:xfrm>
            <a:custGeom>
              <a:avLst/>
              <a:gdLst/>
              <a:ahLst/>
              <a:cxnLst/>
              <a:rect l="l" t="t" r="r" b="b"/>
              <a:pathLst>
                <a:path w="591" h="438" extrusionOk="0">
                  <a:moveTo>
                    <a:pt x="590" y="1"/>
                  </a:moveTo>
                  <a:cubicBezTo>
                    <a:pt x="570" y="1"/>
                    <a:pt x="538" y="17"/>
                    <a:pt x="522" y="33"/>
                  </a:cubicBezTo>
                  <a:lnTo>
                    <a:pt x="522" y="53"/>
                  </a:lnTo>
                  <a:lnTo>
                    <a:pt x="538" y="53"/>
                  </a:lnTo>
                  <a:cubicBezTo>
                    <a:pt x="554" y="33"/>
                    <a:pt x="570" y="17"/>
                    <a:pt x="590" y="17"/>
                  </a:cubicBezTo>
                  <a:lnTo>
                    <a:pt x="590" y="1"/>
                  </a:lnTo>
                  <a:close/>
                  <a:moveTo>
                    <a:pt x="522" y="53"/>
                  </a:moveTo>
                  <a:lnTo>
                    <a:pt x="522" y="53"/>
                  </a:lnTo>
                  <a:cubicBezTo>
                    <a:pt x="421" y="118"/>
                    <a:pt x="336" y="187"/>
                    <a:pt x="235" y="255"/>
                  </a:cubicBezTo>
                  <a:cubicBezTo>
                    <a:pt x="203" y="272"/>
                    <a:pt x="150" y="304"/>
                    <a:pt x="118" y="336"/>
                  </a:cubicBezTo>
                  <a:cubicBezTo>
                    <a:pt x="86" y="356"/>
                    <a:pt x="65" y="373"/>
                    <a:pt x="33" y="389"/>
                  </a:cubicBezTo>
                  <a:lnTo>
                    <a:pt x="1" y="421"/>
                  </a:lnTo>
                  <a:lnTo>
                    <a:pt x="1" y="437"/>
                  </a:lnTo>
                  <a:lnTo>
                    <a:pt x="17" y="437"/>
                  </a:lnTo>
                  <a:lnTo>
                    <a:pt x="49" y="405"/>
                  </a:lnTo>
                  <a:cubicBezTo>
                    <a:pt x="65" y="389"/>
                    <a:pt x="102" y="373"/>
                    <a:pt x="134" y="356"/>
                  </a:cubicBezTo>
                  <a:cubicBezTo>
                    <a:pt x="166" y="320"/>
                    <a:pt x="203" y="288"/>
                    <a:pt x="251" y="255"/>
                  </a:cubicBezTo>
                  <a:cubicBezTo>
                    <a:pt x="336" y="187"/>
                    <a:pt x="437" y="118"/>
                    <a:pt x="522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1277;p39">
              <a:extLst>
                <a:ext uri="{FF2B5EF4-FFF2-40B4-BE49-F238E27FC236}">
                  <a16:creationId xmlns:a16="http://schemas.microsoft.com/office/drawing/2014/main" id="{55A4B88F-ED6C-BEDF-3FF2-B52762DEA1B0}"/>
                </a:ext>
              </a:extLst>
            </p:cNvPr>
            <p:cNvSpPr/>
            <p:nvPr/>
          </p:nvSpPr>
          <p:spPr>
            <a:xfrm>
              <a:off x="2240899" y="327371"/>
              <a:ext cx="10131" cy="8542"/>
            </a:xfrm>
            <a:custGeom>
              <a:avLst/>
              <a:gdLst/>
              <a:ahLst/>
              <a:cxnLst/>
              <a:rect l="l" t="t" r="r" b="b"/>
              <a:pathLst>
                <a:path w="102" h="86" extrusionOk="0">
                  <a:moveTo>
                    <a:pt x="85" y="1"/>
                  </a:moveTo>
                  <a:cubicBezTo>
                    <a:pt x="85" y="17"/>
                    <a:pt x="65" y="33"/>
                    <a:pt x="49" y="33"/>
                  </a:cubicBezTo>
                  <a:cubicBezTo>
                    <a:pt x="33" y="33"/>
                    <a:pt x="33" y="49"/>
                    <a:pt x="16" y="65"/>
                  </a:cubicBezTo>
                  <a:lnTo>
                    <a:pt x="0" y="86"/>
                  </a:lnTo>
                  <a:lnTo>
                    <a:pt x="16" y="86"/>
                  </a:lnTo>
                  <a:cubicBezTo>
                    <a:pt x="16" y="86"/>
                    <a:pt x="33" y="86"/>
                    <a:pt x="33" y="65"/>
                  </a:cubicBezTo>
                  <a:cubicBezTo>
                    <a:pt x="33" y="65"/>
                    <a:pt x="49" y="49"/>
                    <a:pt x="65" y="49"/>
                  </a:cubicBezTo>
                  <a:cubicBezTo>
                    <a:pt x="85" y="33"/>
                    <a:pt x="101" y="17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1278;p39">
              <a:extLst>
                <a:ext uri="{FF2B5EF4-FFF2-40B4-BE49-F238E27FC236}">
                  <a16:creationId xmlns:a16="http://schemas.microsoft.com/office/drawing/2014/main" id="{78AE7208-15E6-DBFB-E51A-FA62BFD90C8A}"/>
                </a:ext>
              </a:extLst>
            </p:cNvPr>
            <p:cNvSpPr/>
            <p:nvPr/>
          </p:nvSpPr>
          <p:spPr>
            <a:xfrm>
              <a:off x="1669085" y="569724"/>
              <a:ext cx="68733" cy="47080"/>
            </a:xfrm>
            <a:custGeom>
              <a:avLst/>
              <a:gdLst/>
              <a:ahLst/>
              <a:cxnLst/>
              <a:rect l="l" t="t" r="r" b="b"/>
              <a:pathLst>
                <a:path w="692" h="474" extrusionOk="0">
                  <a:moveTo>
                    <a:pt x="691" y="1"/>
                  </a:moveTo>
                  <a:cubicBezTo>
                    <a:pt x="655" y="1"/>
                    <a:pt x="639" y="17"/>
                    <a:pt x="623" y="33"/>
                  </a:cubicBezTo>
                  <a:lnTo>
                    <a:pt x="607" y="49"/>
                  </a:lnTo>
                  <a:cubicBezTo>
                    <a:pt x="489" y="134"/>
                    <a:pt x="368" y="219"/>
                    <a:pt x="251" y="304"/>
                  </a:cubicBezTo>
                  <a:cubicBezTo>
                    <a:pt x="203" y="352"/>
                    <a:pt x="150" y="389"/>
                    <a:pt x="102" y="421"/>
                  </a:cubicBezTo>
                  <a:cubicBezTo>
                    <a:pt x="86" y="421"/>
                    <a:pt x="86" y="421"/>
                    <a:pt x="86" y="437"/>
                  </a:cubicBezTo>
                  <a:lnTo>
                    <a:pt x="102" y="437"/>
                  </a:lnTo>
                  <a:cubicBezTo>
                    <a:pt x="150" y="389"/>
                    <a:pt x="203" y="352"/>
                    <a:pt x="251" y="320"/>
                  </a:cubicBezTo>
                  <a:cubicBezTo>
                    <a:pt x="368" y="235"/>
                    <a:pt x="489" y="134"/>
                    <a:pt x="623" y="49"/>
                  </a:cubicBezTo>
                  <a:cubicBezTo>
                    <a:pt x="639" y="33"/>
                    <a:pt x="655" y="17"/>
                    <a:pt x="671" y="17"/>
                  </a:cubicBezTo>
                  <a:lnTo>
                    <a:pt x="691" y="17"/>
                  </a:lnTo>
                  <a:lnTo>
                    <a:pt x="691" y="1"/>
                  </a:lnTo>
                  <a:close/>
                  <a:moveTo>
                    <a:pt x="86" y="437"/>
                  </a:moveTo>
                  <a:cubicBezTo>
                    <a:pt x="65" y="437"/>
                    <a:pt x="49" y="453"/>
                    <a:pt x="49" y="453"/>
                  </a:cubicBezTo>
                  <a:lnTo>
                    <a:pt x="17" y="453"/>
                  </a:lnTo>
                  <a:lnTo>
                    <a:pt x="1" y="473"/>
                  </a:lnTo>
                  <a:lnTo>
                    <a:pt x="49" y="473"/>
                  </a:lnTo>
                  <a:cubicBezTo>
                    <a:pt x="65" y="453"/>
                    <a:pt x="65" y="453"/>
                    <a:pt x="86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1279;p39">
              <a:extLst>
                <a:ext uri="{FF2B5EF4-FFF2-40B4-BE49-F238E27FC236}">
                  <a16:creationId xmlns:a16="http://schemas.microsoft.com/office/drawing/2014/main" id="{2A44A51C-AA7A-2DBF-4185-6EBB24DB4263}"/>
                </a:ext>
              </a:extLst>
            </p:cNvPr>
            <p:cNvSpPr/>
            <p:nvPr/>
          </p:nvSpPr>
          <p:spPr>
            <a:xfrm>
              <a:off x="2341218" y="611441"/>
              <a:ext cx="8443" cy="3377"/>
            </a:xfrm>
            <a:custGeom>
              <a:avLst/>
              <a:gdLst/>
              <a:ahLst/>
              <a:cxnLst/>
              <a:rect l="l" t="t" r="r" b="b"/>
              <a:pathLst>
                <a:path w="85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1280;p39">
              <a:extLst>
                <a:ext uri="{FF2B5EF4-FFF2-40B4-BE49-F238E27FC236}">
                  <a16:creationId xmlns:a16="http://schemas.microsoft.com/office/drawing/2014/main" id="{C6D16D38-E4AA-E293-8ABE-64D9923525E1}"/>
                </a:ext>
              </a:extLst>
            </p:cNvPr>
            <p:cNvSpPr/>
            <p:nvPr/>
          </p:nvSpPr>
          <p:spPr>
            <a:xfrm>
              <a:off x="2516526" y="708581"/>
              <a:ext cx="10131" cy="4867"/>
            </a:xfrm>
            <a:custGeom>
              <a:avLst/>
              <a:gdLst/>
              <a:ahLst/>
              <a:cxnLst/>
              <a:rect l="l" t="t" r="r" b="b"/>
              <a:pathLst>
                <a:path w="102" h="49" extrusionOk="0">
                  <a:moveTo>
                    <a:pt x="17" y="0"/>
                  </a:moveTo>
                  <a:lnTo>
                    <a:pt x="0" y="17"/>
                  </a:lnTo>
                  <a:lnTo>
                    <a:pt x="17" y="17"/>
                  </a:lnTo>
                  <a:lnTo>
                    <a:pt x="101" y="49"/>
                  </a:lnTo>
                  <a:lnTo>
                    <a:pt x="101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1281;p39">
              <a:extLst>
                <a:ext uri="{FF2B5EF4-FFF2-40B4-BE49-F238E27FC236}">
                  <a16:creationId xmlns:a16="http://schemas.microsoft.com/office/drawing/2014/main" id="{94107E67-A642-27F1-31F5-B18D7C5FF1DF}"/>
                </a:ext>
              </a:extLst>
            </p:cNvPr>
            <p:cNvSpPr/>
            <p:nvPr/>
          </p:nvSpPr>
          <p:spPr>
            <a:xfrm>
              <a:off x="2281027" y="489470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2" y="17"/>
                    <a:pt x="49" y="33"/>
                    <a:pt x="85" y="33"/>
                  </a:cubicBezTo>
                  <a:cubicBezTo>
                    <a:pt x="65" y="17"/>
                    <a:pt x="32" y="1"/>
                    <a:pt x="16" y="1"/>
                  </a:cubicBezTo>
                  <a:close/>
                  <a:moveTo>
                    <a:pt x="85" y="33"/>
                  </a:moveTo>
                  <a:cubicBezTo>
                    <a:pt x="101" y="49"/>
                    <a:pt x="117" y="49"/>
                    <a:pt x="133" y="49"/>
                  </a:cubicBezTo>
                  <a:cubicBezTo>
                    <a:pt x="117" y="33"/>
                    <a:pt x="101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1282;p39">
              <a:extLst>
                <a:ext uri="{FF2B5EF4-FFF2-40B4-BE49-F238E27FC236}">
                  <a16:creationId xmlns:a16="http://schemas.microsoft.com/office/drawing/2014/main" id="{29093C59-BCF1-6813-8FF0-B2624CBF3D10}"/>
                </a:ext>
              </a:extLst>
            </p:cNvPr>
            <p:cNvSpPr/>
            <p:nvPr/>
          </p:nvSpPr>
          <p:spPr>
            <a:xfrm>
              <a:off x="2329497" y="974176"/>
              <a:ext cx="1788" cy="8542"/>
            </a:xfrm>
            <a:custGeom>
              <a:avLst/>
              <a:gdLst/>
              <a:ahLst/>
              <a:cxnLst/>
              <a:rect l="l" t="t" r="r" b="b"/>
              <a:pathLst>
                <a:path w="18" h="86" extrusionOk="0">
                  <a:moveTo>
                    <a:pt x="17" y="1"/>
                  </a:moveTo>
                  <a:cubicBezTo>
                    <a:pt x="1" y="17"/>
                    <a:pt x="1" y="53"/>
                    <a:pt x="1" y="69"/>
                  </a:cubicBezTo>
                  <a:lnTo>
                    <a:pt x="17" y="86"/>
                  </a:lnTo>
                  <a:lnTo>
                    <a:pt x="17" y="6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1283;p39">
              <a:extLst>
                <a:ext uri="{FF2B5EF4-FFF2-40B4-BE49-F238E27FC236}">
                  <a16:creationId xmlns:a16="http://schemas.microsoft.com/office/drawing/2014/main" id="{48C5D0C6-D92F-14D0-76F2-44C18CCA5886}"/>
                </a:ext>
              </a:extLst>
            </p:cNvPr>
            <p:cNvSpPr/>
            <p:nvPr/>
          </p:nvSpPr>
          <p:spPr>
            <a:xfrm>
              <a:off x="2145349" y="698549"/>
              <a:ext cx="5364" cy="8542"/>
            </a:xfrm>
            <a:custGeom>
              <a:avLst/>
              <a:gdLst/>
              <a:ahLst/>
              <a:cxnLst/>
              <a:rect l="l" t="t" r="r" b="b"/>
              <a:pathLst>
                <a:path w="54" h="86" extrusionOk="0">
                  <a:moveTo>
                    <a:pt x="53" y="0"/>
                  </a:moveTo>
                  <a:lnTo>
                    <a:pt x="53" y="0"/>
                  </a:lnTo>
                  <a:cubicBezTo>
                    <a:pt x="1" y="17"/>
                    <a:pt x="17" y="49"/>
                    <a:pt x="17" y="85"/>
                  </a:cubicBezTo>
                  <a:lnTo>
                    <a:pt x="37" y="85"/>
                  </a:lnTo>
                  <a:cubicBezTo>
                    <a:pt x="17" y="49"/>
                    <a:pt x="17" y="1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1284;p39">
              <a:extLst>
                <a:ext uri="{FF2B5EF4-FFF2-40B4-BE49-F238E27FC236}">
                  <a16:creationId xmlns:a16="http://schemas.microsoft.com/office/drawing/2014/main" id="{BA5C70D8-E711-FEFC-6BCD-EA2C198CAB45}"/>
                </a:ext>
              </a:extLst>
            </p:cNvPr>
            <p:cNvSpPr/>
            <p:nvPr/>
          </p:nvSpPr>
          <p:spPr>
            <a:xfrm>
              <a:off x="2299501" y="611441"/>
              <a:ext cx="10032" cy="3377"/>
            </a:xfrm>
            <a:custGeom>
              <a:avLst/>
              <a:gdLst/>
              <a:ahLst/>
              <a:cxnLst/>
              <a:rect l="l" t="t" r="r" b="b"/>
              <a:pathLst>
                <a:path w="101" h="34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2" y="17"/>
                    <a:pt x="48" y="33"/>
                  </a:cubicBezTo>
                  <a:lnTo>
                    <a:pt x="101" y="33"/>
                  </a:lnTo>
                  <a:cubicBezTo>
                    <a:pt x="81" y="33"/>
                    <a:pt x="65" y="17"/>
                    <a:pt x="48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1285;p39">
              <a:extLst>
                <a:ext uri="{FF2B5EF4-FFF2-40B4-BE49-F238E27FC236}">
                  <a16:creationId xmlns:a16="http://schemas.microsoft.com/office/drawing/2014/main" id="{4A923E25-72C6-0240-1DD1-54B16699B486}"/>
                </a:ext>
              </a:extLst>
            </p:cNvPr>
            <p:cNvSpPr/>
            <p:nvPr/>
          </p:nvSpPr>
          <p:spPr>
            <a:xfrm>
              <a:off x="2498052" y="690106"/>
              <a:ext cx="37048" cy="11720"/>
            </a:xfrm>
            <a:custGeom>
              <a:avLst/>
              <a:gdLst/>
              <a:ahLst/>
              <a:cxnLst/>
              <a:rect l="l" t="t" r="r" b="b"/>
              <a:pathLst>
                <a:path w="373" h="118" extrusionOk="0">
                  <a:moveTo>
                    <a:pt x="1" y="1"/>
                  </a:moveTo>
                  <a:lnTo>
                    <a:pt x="1" y="17"/>
                  </a:lnTo>
                  <a:lnTo>
                    <a:pt x="21" y="17"/>
                  </a:lnTo>
                  <a:lnTo>
                    <a:pt x="21" y="1"/>
                  </a:lnTo>
                  <a:close/>
                  <a:moveTo>
                    <a:pt x="21" y="17"/>
                  </a:moveTo>
                  <a:cubicBezTo>
                    <a:pt x="102" y="49"/>
                    <a:pt x="154" y="69"/>
                    <a:pt x="223" y="85"/>
                  </a:cubicBezTo>
                  <a:cubicBezTo>
                    <a:pt x="255" y="85"/>
                    <a:pt x="287" y="102"/>
                    <a:pt x="324" y="118"/>
                  </a:cubicBezTo>
                  <a:lnTo>
                    <a:pt x="372" y="118"/>
                  </a:lnTo>
                  <a:lnTo>
                    <a:pt x="372" y="102"/>
                  </a:lnTo>
                  <a:lnTo>
                    <a:pt x="324" y="102"/>
                  </a:lnTo>
                  <a:cubicBezTo>
                    <a:pt x="287" y="85"/>
                    <a:pt x="255" y="85"/>
                    <a:pt x="223" y="69"/>
                  </a:cubicBezTo>
                  <a:cubicBezTo>
                    <a:pt x="170" y="49"/>
                    <a:pt x="102" y="33"/>
                    <a:pt x="21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1286;p39">
              <a:extLst>
                <a:ext uri="{FF2B5EF4-FFF2-40B4-BE49-F238E27FC236}">
                  <a16:creationId xmlns:a16="http://schemas.microsoft.com/office/drawing/2014/main" id="{C0E61628-C90F-9460-7642-B0122C2F85E4}"/>
                </a:ext>
              </a:extLst>
            </p:cNvPr>
            <p:cNvSpPr/>
            <p:nvPr/>
          </p:nvSpPr>
          <p:spPr>
            <a:xfrm>
              <a:off x="1679117" y="472684"/>
              <a:ext cx="11720" cy="10131"/>
            </a:xfrm>
            <a:custGeom>
              <a:avLst/>
              <a:gdLst/>
              <a:ahLst/>
              <a:cxnLst/>
              <a:rect l="l" t="t" r="r" b="b"/>
              <a:pathLst>
                <a:path w="118" h="102" extrusionOk="0">
                  <a:moveTo>
                    <a:pt x="118" y="0"/>
                  </a:moveTo>
                  <a:lnTo>
                    <a:pt x="1" y="85"/>
                  </a:lnTo>
                  <a:lnTo>
                    <a:pt x="1" y="101"/>
                  </a:lnTo>
                  <a:lnTo>
                    <a:pt x="118" y="16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1287;p39">
              <a:extLst>
                <a:ext uri="{FF2B5EF4-FFF2-40B4-BE49-F238E27FC236}">
                  <a16:creationId xmlns:a16="http://schemas.microsoft.com/office/drawing/2014/main" id="{D7D39C75-B365-DEB5-EE36-1FBC324ECEE1}"/>
                </a:ext>
              </a:extLst>
            </p:cNvPr>
            <p:cNvSpPr/>
            <p:nvPr/>
          </p:nvSpPr>
          <p:spPr>
            <a:xfrm>
              <a:off x="1720834" y="907628"/>
              <a:ext cx="4966" cy="80354"/>
            </a:xfrm>
            <a:custGeom>
              <a:avLst/>
              <a:gdLst/>
              <a:ahLst/>
              <a:cxnLst/>
              <a:rect l="l" t="t" r="r" b="b"/>
              <a:pathLst>
                <a:path w="50" h="809" extrusionOk="0">
                  <a:moveTo>
                    <a:pt x="33" y="0"/>
                  </a:moveTo>
                  <a:lnTo>
                    <a:pt x="33" y="16"/>
                  </a:lnTo>
                  <a:lnTo>
                    <a:pt x="33" y="81"/>
                  </a:lnTo>
                  <a:lnTo>
                    <a:pt x="33" y="133"/>
                  </a:lnTo>
                  <a:lnTo>
                    <a:pt x="33" y="267"/>
                  </a:lnTo>
                  <a:cubicBezTo>
                    <a:pt x="17" y="319"/>
                    <a:pt x="17" y="368"/>
                    <a:pt x="17" y="420"/>
                  </a:cubicBezTo>
                  <a:lnTo>
                    <a:pt x="17" y="521"/>
                  </a:lnTo>
                  <a:lnTo>
                    <a:pt x="17" y="687"/>
                  </a:lnTo>
                  <a:cubicBezTo>
                    <a:pt x="33" y="638"/>
                    <a:pt x="33" y="586"/>
                    <a:pt x="33" y="521"/>
                  </a:cubicBezTo>
                  <a:lnTo>
                    <a:pt x="33" y="420"/>
                  </a:lnTo>
                  <a:lnTo>
                    <a:pt x="33" y="283"/>
                  </a:lnTo>
                  <a:cubicBezTo>
                    <a:pt x="49" y="234"/>
                    <a:pt x="49" y="182"/>
                    <a:pt x="49" y="133"/>
                  </a:cubicBezTo>
                  <a:lnTo>
                    <a:pt x="49" y="81"/>
                  </a:lnTo>
                  <a:cubicBezTo>
                    <a:pt x="49" y="49"/>
                    <a:pt x="49" y="32"/>
                    <a:pt x="33" y="0"/>
                  </a:cubicBezTo>
                  <a:close/>
                  <a:moveTo>
                    <a:pt x="17" y="687"/>
                  </a:moveTo>
                  <a:cubicBezTo>
                    <a:pt x="17" y="723"/>
                    <a:pt x="17" y="739"/>
                    <a:pt x="1" y="772"/>
                  </a:cubicBezTo>
                  <a:lnTo>
                    <a:pt x="1" y="788"/>
                  </a:lnTo>
                  <a:lnTo>
                    <a:pt x="1" y="808"/>
                  </a:lnTo>
                  <a:lnTo>
                    <a:pt x="17" y="808"/>
                  </a:lnTo>
                  <a:lnTo>
                    <a:pt x="17" y="788"/>
                  </a:lnTo>
                  <a:lnTo>
                    <a:pt x="17" y="772"/>
                  </a:lnTo>
                  <a:lnTo>
                    <a:pt x="17" y="68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1288;p39">
              <a:extLst>
                <a:ext uri="{FF2B5EF4-FFF2-40B4-BE49-F238E27FC236}">
                  <a16:creationId xmlns:a16="http://schemas.microsoft.com/office/drawing/2014/main" id="{23FBB18E-7D70-DD72-C493-9176F057C40F}"/>
                </a:ext>
              </a:extLst>
            </p:cNvPr>
            <p:cNvSpPr/>
            <p:nvPr/>
          </p:nvSpPr>
          <p:spPr>
            <a:xfrm>
              <a:off x="2707131" y="532875"/>
              <a:ext cx="10131" cy="5264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0" y="0"/>
                  </a:moveTo>
                  <a:lnTo>
                    <a:pt x="0" y="16"/>
                  </a:lnTo>
                  <a:lnTo>
                    <a:pt x="85" y="53"/>
                  </a:lnTo>
                  <a:lnTo>
                    <a:pt x="101" y="53"/>
                  </a:lnTo>
                  <a:lnTo>
                    <a:pt x="101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1289;p39">
              <a:extLst>
                <a:ext uri="{FF2B5EF4-FFF2-40B4-BE49-F238E27FC236}">
                  <a16:creationId xmlns:a16="http://schemas.microsoft.com/office/drawing/2014/main" id="{5932ECE3-BBEE-139A-FD99-6E06C16ECA92}"/>
                </a:ext>
              </a:extLst>
            </p:cNvPr>
            <p:cNvSpPr/>
            <p:nvPr/>
          </p:nvSpPr>
          <p:spPr>
            <a:xfrm>
              <a:off x="2230868" y="977851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0"/>
                  </a:moveTo>
                  <a:cubicBezTo>
                    <a:pt x="0" y="0"/>
                    <a:pt x="16" y="16"/>
                    <a:pt x="33" y="16"/>
                  </a:cubicBezTo>
                  <a:cubicBezTo>
                    <a:pt x="33" y="16"/>
                    <a:pt x="49" y="32"/>
                    <a:pt x="65" y="32"/>
                  </a:cubicBezTo>
                  <a:lnTo>
                    <a:pt x="85" y="32"/>
                  </a:lnTo>
                  <a:lnTo>
                    <a:pt x="85" y="16"/>
                  </a:lnTo>
                  <a:cubicBezTo>
                    <a:pt x="65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1290;p39">
              <a:extLst>
                <a:ext uri="{FF2B5EF4-FFF2-40B4-BE49-F238E27FC236}">
                  <a16:creationId xmlns:a16="http://schemas.microsoft.com/office/drawing/2014/main" id="{B287D0B9-B203-60F3-5BD7-928A35C89B93}"/>
                </a:ext>
              </a:extLst>
            </p:cNvPr>
            <p:cNvSpPr/>
            <p:nvPr/>
          </p:nvSpPr>
          <p:spPr>
            <a:xfrm>
              <a:off x="1672363" y="476259"/>
              <a:ext cx="5264" cy="21752"/>
            </a:xfrm>
            <a:custGeom>
              <a:avLst/>
              <a:gdLst/>
              <a:ahLst/>
              <a:cxnLst/>
              <a:rect l="l" t="t" r="r" b="b"/>
              <a:pathLst>
                <a:path w="53" h="219" extrusionOk="0">
                  <a:moveTo>
                    <a:pt x="53" y="0"/>
                  </a:moveTo>
                  <a:cubicBezTo>
                    <a:pt x="16" y="0"/>
                    <a:pt x="16" y="33"/>
                    <a:pt x="16" y="49"/>
                  </a:cubicBezTo>
                  <a:lnTo>
                    <a:pt x="16" y="65"/>
                  </a:lnTo>
                  <a:lnTo>
                    <a:pt x="16" y="101"/>
                  </a:lnTo>
                  <a:cubicBezTo>
                    <a:pt x="16" y="81"/>
                    <a:pt x="16" y="65"/>
                    <a:pt x="32" y="65"/>
                  </a:cubicBezTo>
                  <a:lnTo>
                    <a:pt x="32" y="49"/>
                  </a:lnTo>
                  <a:cubicBezTo>
                    <a:pt x="16" y="33"/>
                    <a:pt x="32" y="17"/>
                    <a:pt x="53" y="17"/>
                  </a:cubicBezTo>
                  <a:lnTo>
                    <a:pt x="53" y="0"/>
                  </a:lnTo>
                  <a:close/>
                  <a:moveTo>
                    <a:pt x="16" y="166"/>
                  </a:moveTo>
                  <a:cubicBezTo>
                    <a:pt x="0" y="182"/>
                    <a:pt x="0" y="202"/>
                    <a:pt x="16" y="219"/>
                  </a:cubicBezTo>
                  <a:lnTo>
                    <a:pt x="16" y="202"/>
                  </a:lnTo>
                  <a:lnTo>
                    <a:pt x="16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1291;p39">
              <a:extLst>
                <a:ext uri="{FF2B5EF4-FFF2-40B4-BE49-F238E27FC236}">
                  <a16:creationId xmlns:a16="http://schemas.microsoft.com/office/drawing/2014/main" id="{EE9C98EB-A174-B5E8-8315-A6320629DD58}"/>
                </a:ext>
              </a:extLst>
            </p:cNvPr>
            <p:cNvSpPr/>
            <p:nvPr/>
          </p:nvSpPr>
          <p:spPr>
            <a:xfrm>
              <a:off x="2291059" y="583034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cubicBezTo>
                    <a:pt x="16" y="0"/>
                    <a:pt x="32" y="16"/>
                    <a:pt x="49" y="16"/>
                  </a:cubicBezTo>
                  <a:cubicBezTo>
                    <a:pt x="65" y="16"/>
                    <a:pt x="85" y="36"/>
                    <a:pt x="101" y="36"/>
                  </a:cubicBezTo>
                  <a:lnTo>
                    <a:pt x="101" y="16"/>
                  </a:lnTo>
                  <a:cubicBezTo>
                    <a:pt x="85" y="16"/>
                    <a:pt x="65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1292;p39">
              <a:extLst>
                <a:ext uri="{FF2B5EF4-FFF2-40B4-BE49-F238E27FC236}">
                  <a16:creationId xmlns:a16="http://schemas.microsoft.com/office/drawing/2014/main" id="{F0963AC6-DBD5-D3BA-386F-1BA82E7224E2}"/>
                </a:ext>
              </a:extLst>
            </p:cNvPr>
            <p:cNvSpPr/>
            <p:nvPr/>
          </p:nvSpPr>
          <p:spPr>
            <a:xfrm>
              <a:off x="2356017" y="616705"/>
              <a:ext cx="8542" cy="4867"/>
            </a:xfrm>
            <a:custGeom>
              <a:avLst/>
              <a:gdLst/>
              <a:ahLst/>
              <a:cxnLst/>
              <a:rect l="l" t="t" r="r" b="b"/>
              <a:pathLst>
                <a:path w="86" h="49" extrusionOk="0">
                  <a:moveTo>
                    <a:pt x="1" y="0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1293;p39">
              <a:extLst>
                <a:ext uri="{FF2B5EF4-FFF2-40B4-BE49-F238E27FC236}">
                  <a16:creationId xmlns:a16="http://schemas.microsoft.com/office/drawing/2014/main" id="{4B018406-75AB-0672-5475-32DA25CA9049}"/>
                </a:ext>
              </a:extLst>
            </p:cNvPr>
            <p:cNvSpPr/>
            <p:nvPr/>
          </p:nvSpPr>
          <p:spPr>
            <a:xfrm>
              <a:off x="2289469" y="373955"/>
              <a:ext cx="10032" cy="5264"/>
            </a:xfrm>
            <a:custGeom>
              <a:avLst/>
              <a:gdLst/>
              <a:ahLst/>
              <a:cxnLst/>
              <a:rect l="l" t="t" r="r" b="b"/>
              <a:pathLst>
                <a:path w="101" h="53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48" y="37"/>
                    <a:pt x="65" y="37"/>
                  </a:cubicBezTo>
                  <a:cubicBezTo>
                    <a:pt x="48" y="21"/>
                    <a:pt x="32" y="21"/>
                    <a:pt x="0" y="0"/>
                  </a:cubicBezTo>
                  <a:close/>
                  <a:moveTo>
                    <a:pt x="65" y="37"/>
                  </a:moveTo>
                  <a:lnTo>
                    <a:pt x="81" y="53"/>
                  </a:lnTo>
                  <a:lnTo>
                    <a:pt x="101" y="3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1294;p39">
              <a:extLst>
                <a:ext uri="{FF2B5EF4-FFF2-40B4-BE49-F238E27FC236}">
                  <a16:creationId xmlns:a16="http://schemas.microsoft.com/office/drawing/2014/main" id="{541BAD75-CE46-62F0-0B41-3396E7AE7AB9}"/>
                </a:ext>
              </a:extLst>
            </p:cNvPr>
            <p:cNvSpPr/>
            <p:nvPr/>
          </p:nvSpPr>
          <p:spPr>
            <a:xfrm>
              <a:off x="2275762" y="638358"/>
              <a:ext cx="3774" cy="14899"/>
            </a:xfrm>
            <a:custGeom>
              <a:avLst/>
              <a:gdLst/>
              <a:ahLst/>
              <a:cxnLst/>
              <a:rect l="l" t="t" r="r" b="b"/>
              <a:pathLst>
                <a:path w="38" h="150" extrusionOk="0">
                  <a:moveTo>
                    <a:pt x="37" y="1"/>
                  </a:moveTo>
                  <a:lnTo>
                    <a:pt x="17" y="17"/>
                  </a:lnTo>
                  <a:lnTo>
                    <a:pt x="37" y="17"/>
                  </a:lnTo>
                  <a:lnTo>
                    <a:pt x="37" y="1"/>
                  </a:lnTo>
                  <a:close/>
                  <a:moveTo>
                    <a:pt x="17" y="65"/>
                  </a:moveTo>
                  <a:cubicBezTo>
                    <a:pt x="17" y="85"/>
                    <a:pt x="1" y="118"/>
                    <a:pt x="17" y="134"/>
                  </a:cubicBezTo>
                  <a:lnTo>
                    <a:pt x="37" y="150"/>
                  </a:lnTo>
                  <a:lnTo>
                    <a:pt x="37" y="134"/>
                  </a:lnTo>
                  <a:cubicBezTo>
                    <a:pt x="17" y="118"/>
                    <a:pt x="17" y="85"/>
                    <a:pt x="17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1295;p39">
              <a:extLst>
                <a:ext uri="{FF2B5EF4-FFF2-40B4-BE49-F238E27FC236}">
                  <a16:creationId xmlns:a16="http://schemas.microsoft.com/office/drawing/2014/main" id="{0C3DCA13-7772-CD42-A996-2BC8E42B5B26}"/>
                </a:ext>
              </a:extLst>
            </p:cNvPr>
            <p:cNvSpPr/>
            <p:nvPr/>
          </p:nvSpPr>
          <p:spPr>
            <a:xfrm>
              <a:off x="2520102" y="690106"/>
              <a:ext cx="35062" cy="11720"/>
            </a:xfrm>
            <a:custGeom>
              <a:avLst/>
              <a:gdLst/>
              <a:ahLst/>
              <a:cxnLst/>
              <a:rect l="l" t="t" r="r" b="b"/>
              <a:pathLst>
                <a:path w="353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17" y="17"/>
                    <a:pt x="33" y="33"/>
                  </a:cubicBezTo>
                  <a:cubicBezTo>
                    <a:pt x="49" y="33"/>
                    <a:pt x="65" y="33"/>
                    <a:pt x="102" y="49"/>
                  </a:cubicBezTo>
                  <a:cubicBezTo>
                    <a:pt x="150" y="69"/>
                    <a:pt x="219" y="85"/>
                    <a:pt x="284" y="102"/>
                  </a:cubicBezTo>
                  <a:lnTo>
                    <a:pt x="352" y="118"/>
                  </a:lnTo>
                  <a:lnTo>
                    <a:pt x="352" y="102"/>
                  </a:lnTo>
                  <a:lnTo>
                    <a:pt x="284" y="85"/>
                  </a:lnTo>
                  <a:cubicBezTo>
                    <a:pt x="219" y="69"/>
                    <a:pt x="166" y="49"/>
                    <a:pt x="102" y="33"/>
                  </a:cubicBezTo>
                  <a:cubicBezTo>
                    <a:pt x="82" y="33"/>
                    <a:pt x="49" y="17"/>
                    <a:pt x="33" y="17"/>
                  </a:cubicBezTo>
                  <a:cubicBezTo>
                    <a:pt x="33" y="17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1296;p39">
              <a:extLst>
                <a:ext uri="{FF2B5EF4-FFF2-40B4-BE49-F238E27FC236}">
                  <a16:creationId xmlns:a16="http://schemas.microsoft.com/office/drawing/2014/main" id="{9A295CF0-D11C-6853-75F3-DBA8FD503E4B}"/>
                </a:ext>
              </a:extLst>
            </p:cNvPr>
            <p:cNvSpPr/>
            <p:nvPr/>
          </p:nvSpPr>
          <p:spPr>
            <a:xfrm>
              <a:off x="2354428" y="522843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7" y="16"/>
                  </a:lnTo>
                  <a:lnTo>
                    <a:pt x="33" y="16"/>
                  </a:lnTo>
                  <a:cubicBezTo>
                    <a:pt x="53" y="36"/>
                    <a:pt x="85" y="36"/>
                    <a:pt x="101" y="36"/>
                  </a:cubicBezTo>
                  <a:lnTo>
                    <a:pt x="101" y="16"/>
                  </a:lnTo>
                  <a:lnTo>
                    <a:pt x="5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1297;p39">
              <a:extLst>
                <a:ext uri="{FF2B5EF4-FFF2-40B4-BE49-F238E27FC236}">
                  <a16:creationId xmlns:a16="http://schemas.microsoft.com/office/drawing/2014/main" id="{8179AD19-C49E-C6F4-CCF4-B87EEC3F8518}"/>
                </a:ext>
              </a:extLst>
            </p:cNvPr>
            <p:cNvSpPr/>
            <p:nvPr/>
          </p:nvSpPr>
          <p:spPr>
            <a:xfrm>
              <a:off x="1672363" y="654846"/>
              <a:ext cx="63469" cy="42213"/>
            </a:xfrm>
            <a:custGeom>
              <a:avLst/>
              <a:gdLst/>
              <a:ahLst/>
              <a:cxnLst/>
              <a:rect l="l" t="t" r="r" b="b"/>
              <a:pathLst>
                <a:path w="639" h="425" extrusionOk="0">
                  <a:moveTo>
                    <a:pt x="622" y="0"/>
                  </a:moveTo>
                  <a:cubicBezTo>
                    <a:pt x="590" y="20"/>
                    <a:pt x="557" y="37"/>
                    <a:pt x="537" y="53"/>
                  </a:cubicBezTo>
                  <a:cubicBezTo>
                    <a:pt x="521" y="69"/>
                    <a:pt x="505" y="69"/>
                    <a:pt x="505" y="69"/>
                  </a:cubicBezTo>
                  <a:cubicBezTo>
                    <a:pt x="420" y="137"/>
                    <a:pt x="335" y="186"/>
                    <a:pt x="254" y="238"/>
                  </a:cubicBezTo>
                  <a:lnTo>
                    <a:pt x="170" y="287"/>
                  </a:lnTo>
                  <a:cubicBezTo>
                    <a:pt x="133" y="323"/>
                    <a:pt x="101" y="339"/>
                    <a:pt x="69" y="372"/>
                  </a:cubicBezTo>
                  <a:cubicBezTo>
                    <a:pt x="101" y="356"/>
                    <a:pt x="154" y="323"/>
                    <a:pt x="186" y="303"/>
                  </a:cubicBezTo>
                  <a:lnTo>
                    <a:pt x="254" y="255"/>
                  </a:lnTo>
                  <a:cubicBezTo>
                    <a:pt x="335" y="202"/>
                    <a:pt x="420" y="137"/>
                    <a:pt x="505" y="85"/>
                  </a:cubicBezTo>
                  <a:cubicBezTo>
                    <a:pt x="521" y="85"/>
                    <a:pt x="537" y="69"/>
                    <a:pt x="537" y="69"/>
                  </a:cubicBezTo>
                  <a:cubicBezTo>
                    <a:pt x="574" y="53"/>
                    <a:pt x="590" y="20"/>
                    <a:pt x="622" y="20"/>
                  </a:cubicBezTo>
                  <a:lnTo>
                    <a:pt x="638" y="20"/>
                  </a:lnTo>
                  <a:lnTo>
                    <a:pt x="622" y="0"/>
                  </a:lnTo>
                  <a:close/>
                  <a:moveTo>
                    <a:pt x="69" y="372"/>
                  </a:move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69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1298;p39">
              <a:extLst>
                <a:ext uri="{FF2B5EF4-FFF2-40B4-BE49-F238E27FC236}">
                  <a16:creationId xmlns:a16="http://schemas.microsoft.com/office/drawing/2014/main" id="{6410C9A9-D09E-32DF-FA7B-CF4B781B132F}"/>
                </a:ext>
              </a:extLst>
            </p:cNvPr>
            <p:cNvSpPr/>
            <p:nvPr/>
          </p:nvSpPr>
          <p:spPr>
            <a:xfrm>
              <a:off x="1675542" y="689411"/>
              <a:ext cx="58701" cy="35757"/>
            </a:xfrm>
            <a:custGeom>
              <a:avLst/>
              <a:gdLst/>
              <a:ahLst/>
              <a:cxnLst/>
              <a:rect l="l" t="t" r="r" b="b"/>
              <a:pathLst>
                <a:path w="591" h="360" extrusionOk="0">
                  <a:moveTo>
                    <a:pt x="576" y="1"/>
                  </a:moveTo>
                  <a:cubicBezTo>
                    <a:pt x="564" y="1"/>
                    <a:pt x="553" y="12"/>
                    <a:pt x="542" y="24"/>
                  </a:cubicBezTo>
                  <a:cubicBezTo>
                    <a:pt x="558" y="24"/>
                    <a:pt x="574" y="8"/>
                    <a:pt x="590" y="8"/>
                  </a:cubicBezTo>
                  <a:cubicBezTo>
                    <a:pt x="585" y="3"/>
                    <a:pt x="581" y="1"/>
                    <a:pt x="576" y="1"/>
                  </a:cubicBezTo>
                  <a:close/>
                  <a:moveTo>
                    <a:pt x="542" y="24"/>
                  </a:moveTo>
                  <a:cubicBezTo>
                    <a:pt x="424" y="92"/>
                    <a:pt x="303" y="157"/>
                    <a:pt x="202" y="226"/>
                  </a:cubicBezTo>
                  <a:cubicBezTo>
                    <a:pt x="154" y="258"/>
                    <a:pt x="101" y="294"/>
                    <a:pt x="53" y="327"/>
                  </a:cubicBezTo>
                  <a:cubicBezTo>
                    <a:pt x="37" y="327"/>
                    <a:pt x="37" y="343"/>
                    <a:pt x="21" y="343"/>
                  </a:cubicBezTo>
                  <a:lnTo>
                    <a:pt x="0" y="343"/>
                  </a:lnTo>
                  <a:lnTo>
                    <a:pt x="0" y="359"/>
                  </a:lnTo>
                  <a:lnTo>
                    <a:pt x="21" y="359"/>
                  </a:lnTo>
                  <a:cubicBezTo>
                    <a:pt x="37" y="343"/>
                    <a:pt x="53" y="343"/>
                    <a:pt x="53" y="343"/>
                  </a:cubicBezTo>
                  <a:cubicBezTo>
                    <a:pt x="101" y="311"/>
                    <a:pt x="154" y="278"/>
                    <a:pt x="202" y="242"/>
                  </a:cubicBezTo>
                  <a:cubicBezTo>
                    <a:pt x="323" y="177"/>
                    <a:pt x="424" y="109"/>
                    <a:pt x="542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1299;p39">
              <a:extLst>
                <a:ext uri="{FF2B5EF4-FFF2-40B4-BE49-F238E27FC236}">
                  <a16:creationId xmlns:a16="http://schemas.microsoft.com/office/drawing/2014/main" id="{95B221EB-1908-920A-5E5D-D1EA25D48193}"/>
                </a:ext>
              </a:extLst>
            </p:cNvPr>
            <p:cNvSpPr/>
            <p:nvPr/>
          </p:nvSpPr>
          <p:spPr>
            <a:xfrm>
              <a:off x="2357606" y="781982"/>
              <a:ext cx="8542" cy="3377"/>
            </a:xfrm>
            <a:custGeom>
              <a:avLst/>
              <a:gdLst/>
              <a:ahLst/>
              <a:cxnLst/>
              <a:rect l="l" t="t" r="r" b="b"/>
              <a:pathLst>
                <a:path w="86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37" y="33"/>
                    <a:pt x="69" y="33"/>
                  </a:cubicBezTo>
                  <a:lnTo>
                    <a:pt x="86" y="33"/>
                  </a:lnTo>
                  <a:lnTo>
                    <a:pt x="69" y="17"/>
                  </a:lnTo>
                  <a:cubicBezTo>
                    <a:pt x="53" y="17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1300;p39">
              <a:extLst>
                <a:ext uri="{FF2B5EF4-FFF2-40B4-BE49-F238E27FC236}">
                  <a16:creationId xmlns:a16="http://schemas.microsoft.com/office/drawing/2014/main" id="{A3345391-589C-D5CB-BEE2-4FA66E00DCB8}"/>
                </a:ext>
              </a:extLst>
            </p:cNvPr>
            <p:cNvSpPr/>
            <p:nvPr/>
          </p:nvSpPr>
          <p:spPr>
            <a:xfrm>
              <a:off x="2613666" y="486291"/>
              <a:ext cx="11720" cy="66746"/>
            </a:xfrm>
            <a:custGeom>
              <a:avLst/>
              <a:gdLst/>
              <a:ahLst/>
              <a:cxnLst/>
              <a:rect l="l" t="t" r="r" b="b"/>
              <a:pathLst>
                <a:path w="118" h="672" extrusionOk="0">
                  <a:moveTo>
                    <a:pt x="16" y="0"/>
                  </a:moveTo>
                  <a:cubicBezTo>
                    <a:pt x="0" y="17"/>
                    <a:pt x="16" y="49"/>
                    <a:pt x="16" y="65"/>
                  </a:cubicBezTo>
                  <a:lnTo>
                    <a:pt x="16" y="81"/>
                  </a:lnTo>
                  <a:cubicBezTo>
                    <a:pt x="32" y="118"/>
                    <a:pt x="32" y="150"/>
                    <a:pt x="32" y="166"/>
                  </a:cubicBezTo>
                  <a:cubicBezTo>
                    <a:pt x="32" y="202"/>
                    <a:pt x="49" y="235"/>
                    <a:pt x="49" y="283"/>
                  </a:cubicBezTo>
                  <a:cubicBezTo>
                    <a:pt x="49" y="320"/>
                    <a:pt x="69" y="368"/>
                    <a:pt x="69" y="404"/>
                  </a:cubicBezTo>
                  <a:cubicBezTo>
                    <a:pt x="69" y="437"/>
                    <a:pt x="69" y="469"/>
                    <a:pt x="85" y="485"/>
                  </a:cubicBezTo>
                  <a:lnTo>
                    <a:pt x="85" y="404"/>
                  </a:lnTo>
                  <a:cubicBezTo>
                    <a:pt x="69" y="368"/>
                    <a:pt x="69" y="320"/>
                    <a:pt x="69" y="283"/>
                  </a:cubicBezTo>
                  <a:cubicBezTo>
                    <a:pt x="49" y="235"/>
                    <a:pt x="49" y="202"/>
                    <a:pt x="49" y="166"/>
                  </a:cubicBezTo>
                  <a:cubicBezTo>
                    <a:pt x="49" y="134"/>
                    <a:pt x="32" y="118"/>
                    <a:pt x="32" y="81"/>
                  </a:cubicBezTo>
                  <a:lnTo>
                    <a:pt x="32" y="65"/>
                  </a:lnTo>
                  <a:cubicBezTo>
                    <a:pt x="32" y="33"/>
                    <a:pt x="16" y="17"/>
                    <a:pt x="32" y="0"/>
                  </a:cubicBezTo>
                  <a:close/>
                  <a:moveTo>
                    <a:pt x="85" y="485"/>
                  </a:moveTo>
                  <a:lnTo>
                    <a:pt x="85" y="586"/>
                  </a:lnTo>
                  <a:lnTo>
                    <a:pt x="101" y="606"/>
                  </a:lnTo>
                  <a:lnTo>
                    <a:pt x="101" y="586"/>
                  </a:lnTo>
                  <a:cubicBezTo>
                    <a:pt x="101" y="554"/>
                    <a:pt x="101" y="522"/>
                    <a:pt x="85" y="485"/>
                  </a:cubicBezTo>
                  <a:close/>
                  <a:moveTo>
                    <a:pt x="101" y="606"/>
                  </a:moveTo>
                  <a:lnTo>
                    <a:pt x="101" y="655"/>
                  </a:lnTo>
                  <a:lnTo>
                    <a:pt x="117" y="671"/>
                  </a:lnTo>
                  <a:lnTo>
                    <a:pt x="117" y="655"/>
                  </a:lnTo>
                  <a:cubicBezTo>
                    <a:pt x="117" y="639"/>
                    <a:pt x="101" y="623"/>
                    <a:pt x="101" y="6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1301;p39">
              <a:extLst>
                <a:ext uri="{FF2B5EF4-FFF2-40B4-BE49-F238E27FC236}">
                  <a16:creationId xmlns:a16="http://schemas.microsoft.com/office/drawing/2014/main" id="{92CE0039-4D5C-9482-CEB5-8A0C9D4BCD1E}"/>
                </a:ext>
              </a:extLst>
            </p:cNvPr>
            <p:cNvSpPr/>
            <p:nvPr/>
          </p:nvSpPr>
          <p:spPr>
            <a:xfrm>
              <a:off x="1665510" y="195368"/>
              <a:ext cx="274534" cy="237287"/>
            </a:xfrm>
            <a:custGeom>
              <a:avLst/>
              <a:gdLst/>
              <a:ahLst/>
              <a:cxnLst/>
              <a:rect l="l" t="t" r="r" b="b"/>
              <a:pathLst>
                <a:path w="2764" h="2389" extrusionOk="0">
                  <a:moveTo>
                    <a:pt x="2763" y="1"/>
                  </a:moveTo>
                  <a:cubicBezTo>
                    <a:pt x="2727" y="1"/>
                    <a:pt x="2695" y="17"/>
                    <a:pt x="2679" y="49"/>
                  </a:cubicBezTo>
                  <a:cubicBezTo>
                    <a:pt x="2711" y="33"/>
                    <a:pt x="2727" y="17"/>
                    <a:pt x="2763" y="17"/>
                  </a:cubicBezTo>
                  <a:lnTo>
                    <a:pt x="2763" y="1"/>
                  </a:lnTo>
                  <a:close/>
                  <a:moveTo>
                    <a:pt x="2662" y="65"/>
                  </a:moveTo>
                  <a:lnTo>
                    <a:pt x="2662" y="65"/>
                  </a:lnTo>
                  <a:cubicBezTo>
                    <a:pt x="2561" y="134"/>
                    <a:pt x="2477" y="219"/>
                    <a:pt x="2392" y="283"/>
                  </a:cubicBezTo>
                  <a:lnTo>
                    <a:pt x="2323" y="336"/>
                  </a:lnTo>
                  <a:cubicBezTo>
                    <a:pt x="2291" y="368"/>
                    <a:pt x="2242" y="405"/>
                    <a:pt x="2206" y="437"/>
                  </a:cubicBezTo>
                  <a:cubicBezTo>
                    <a:pt x="2141" y="506"/>
                    <a:pt x="2073" y="554"/>
                    <a:pt x="2004" y="607"/>
                  </a:cubicBezTo>
                  <a:cubicBezTo>
                    <a:pt x="1939" y="655"/>
                    <a:pt x="1871" y="724"/>
                    <a:pt x="1802" y="772"/>
                  </a:cubicBezTo>
                  <a:cubicBezTo>
                    <a:pt x="1737" y="825"/>
                    <a:pt x="1669" y="889"/>
                    <a:pt x="1600" y="942"/>
                  </a:cubicBezTo>
                  <a:cubicBezTo>
                    <a:pt x="1552" y="990"/>
                    <a:pt x="1515" y="1027"/>
                    <a:pt x="1467" y="1059"/>
                  </a:cubicBezTo>
                  <a:cubicBezTo>
                    <a:pt x="1398" y="1112"/>
                    <a:pt x="1350" y="1160"/>
                    <a:pt x="1281" y="1213"/>
                  </a:cubicBezTo>
                  <a:cubicBezTo>
                    <a:pt x="1232" y="1261"/>
                    <a:pt x="1180" y="1314"/>
                    <a:pt x="1111" y="1346"/>
                  </a:cubicBezTo>
                  <a:cubicBezTo>
                    <a:pt x="1030" y="1431"/>
                    <a:pt x="946" y="1495"/>
                    <a:pt x="861" y="1564"/>
                  </a:cubicBezTo>
                  <a:cubicBezTo>
                    <a:pt x="808" y="1617"/>
                    <a:pt x="760" y="1649"/>
                    <a:pt x="707" y="1697"/>
                  </a:cubicBezTo>
                  <a:cubicBezTo>
                    <a:pt x="675" y="1734"/>
                    <a:pt x="626" y="1766"/>
                    <a:pt x="590" y="1798"/>
                  </a:cubicBezTo>
                  <a:cubicBezTo>
                    <a:pt x="525" y="1851"/>
                    <a:pt x="473" y="1899"/>
                    <a:pt x="404" y="1952"/>
                  </a:cubicBezTo>
                  <a:cubicBezTo>
                    <a:pt x="356" y="1984"/>
                    <a:pt x="303" y="2037"/>
                    <a:pt x="255" y="2085"/>
                  </a:cubicBezTo>
                  <a:cubicBezTo>
                    <a:pt x="323" y="2053"/>
                    <a:pt x="372" y="2000"/>
                    <a:pt x="424" y="1952"/>
                  </a:cubicBezTo>
                  <a:cubicBezTo>
                    <a:pt x="473" y="1899"/>
                    <a:pt x="542" y="1851"/>
                    <a:pt x="590" y="1819"/>
                  </a:cubicBezTo>
                  <a:cubicBezTo>
                    <a:pt x="643" y="1766"/>
                    <a:pt x="675" y="1734"/>
                    <a:pt x="727" y="1697"/>
                  </a:cubicBezTo>
                  <a:cubicBezTo>
                    <a:pt x="776" y="1665"/>
                    <a:pt x="808" y="1617"/>
                    <a:pt x="861" y="1580"/>
                  </a:cubicBezTo>
                  <a:cubicBezTo>
                    <a:pt x="962" y="1516"/>
                    <a:pt x="1047" y="1431"/>
                    <a:pt x="1131" y="1362"/>
                  </a:cubicBezTo>
                  <a:cubicBezTo>
                    <a:pt x="1180" y="1314"/>
                    <a:pt x="1232" y="1277"/>
                    <a:pt x="1297" y="1229"/>
                  </a:cubicBezTo>
                  <a:cubicBezTo>
                    <a:pt x="1350" y="1176"/>
                    <a:pt x="1414" y="1128"/>
                    <a:pt x="1467" y="1075"/>
                  </a:cubicBezTo>
                  <a:cubicBezTo>
                    <a:pt x="1515" y="1027"/>
                    <a:pt x="1568" y="990"/>
                    <a:pt x="1616" y="958"/>
                  </a:cubicBezTo>
                  <a:cubicBezTo>
                    <a:pt x="1685" y="889"/>
                    <a:pt x="1754" y="841"/>
                    <a:pt x="1818" y="788"/>
                  </a:cubicBezTo>
                  <a:cubicBezTo>
                    <a:pt x="1887" y="724"/>
                    <a:pt x="1956" y="671"/>
                    <a:pt x="2020" y="623"/>
                  </a:cubicBezTo>
                  <a:cubicBezTo>
                    <a:pt x="2089" y="554"/>
                    <a:pt x="2141" y="506"/>
                    <a:pt x="2206" y="453"/>
                  </a:cubicBezTo>
                  <a:cubicBezTo>
                    <a:pt x="2259" y="421"/>
                    <a:pt x="2291" y="384"/>
                    <a:pt x="2343" y="352"/>
                  </a:cubicBezTo>
                  <a:lnTo>
                    <a:pt x="2392" y="304"/>
                  </a:lnTo>
                  <a:cubicBezTo>
                    <a:pt x="2493" y="219"/>
                    <a:pt x="2578" y="150"/>
                    <a:pt x="2662" y="65"/>
                  </a:cubicBezTo>
                  <a:close/>
                  <a:moveTo>
                    <a:pt x="255" y="2085"/>
                  </a:moveTo>
                  <a:lnTo>
                    <a:pt x="255" y="2085"/>
                  </a:lnTo>
                  <a:cubicBezTo>
                    <a:pt x="186" y="2138"/>
                    <a:pt x="122" y="2186"/>
                    <a:pt x="69" y="2239"/>
                  </a:cubicBezTo>
                  <a:lnTo>
                    <a:pt x="21" y="2271"/>
                  </a:lnTo>
                  <a:cubicBezTo>
                    <a:pt x="21" y="2287"/>
                    <a:pt x="0" y="2287"/>
                    <a:pt x="0" y="2303"/>
                  </a:cubicBezTo>
                  <a:lnTo>
                    <a:pt x="0" y="2340"/>
                  </a:lnTo>
                  <a:cubicBezTo>
                    <a:pt x="0" y="2356"/>
                    <a:pt x="0" y="2372"/>
                    <a:pt x="21" y="2388"/>
                  </a:cubicBezTo>
                  <a:lnTo>
                    <a:pt x="21" y="2340"/>
                  </a:lnTo>
                  <a:lnTo>
                    <a:pt x="21" y="2303"/>
                  </a:lnTo>
                  <a:lnTo>
                    <a:pt x="21" y="2287"/>
                  </a:lnTo>
                  <a:lnTo>
                    <a:pt x="69" y="2255"/>
                  </a:lnTo>
                  <a:cubicBezTo>
                    <a:pt x="138" y="2186"/>
                    <a:pt x="202" y="2138"/>
                    <a:pt x="255" y="2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1302;p39">
              <a:extLst>
                <a:ext uri="{FF2B5EF4-FFF2-40B4-BE49-F238E27FC236}">
                  <a16:creationId xmlns:a16="http://schemas.microsoft.com/office/drawing/2014/main" id="{EF1A679C-D4EE-63B1-E599-B1D97C6E8BFF}"/>
                </a:ext>
              </a:extLst>
            </p:cNvPr>
            <p:cNvSpPr/>
            <p:nvPr/>
          </p:nvSpPr>
          <p:spPr>
            <a:xfrm>
              <a:off x="1760961" y="960965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73" y="0"/>
                  </a:moveTo>
                  <a:cubicBezTo>
                    <a:pt x="437" y="0"/>
                    <a:pt x="405" y="17"/>
                    <a:pt x="372" y="33"/>
                  </a:cubicBezTo>
                  <a:cubicBezTo>
                    <a:pt x="352" y="33"/>
                    <a:pt x="352" y="33"/>
                    <a:pt x="336" y="49"/>
                  </a:cubicBezTo>
                  <a:cubicBezTo>
                    <a:pt x="304" y="69"/>
                    <a:pt x="271" y="85"/>
                    <a:pt x="219" y="101"/>
                  </a:cubicBezTo>
                  <a:cubicBezTo>
                    <a:pt x="203" y="101"/>
                    <a:pt x="170" y="118"/>
                    <a:pt x="150" y="134"/>
                  </a:cubicBezTo>
                  <a:cubicBezTo>
                    <a:pt x="187" y="134"/>
                    <a:pt x="203" y="118"/>
                    <a:pt x="235" y="101"/>
                  </a:cubicBezTo>
                  <a:cubicBezTo>
                    <a:pt x="271" y="85"/>
                    <a:pt x="304" y="69"/>
                    <a:pt x="352" y="49"/>
                  </a:cubicBezTo>
                  <a:lnTo>
                    <a:pt x="372" y="49"/>
                  </a:lnTo>
                  <a:cubicBezTo>
                    <a:pt x="405" y="33"/>
                    <a:pt x="437" y="17"/>
                    <a:pt x="473" y="17"/>
                  </a:cubicBezTo>
                  <a:lnTo>
                    <a:pt x="473" y="0"/>
                  </a:lnTo>
                  <a:close/>
                  <a:moveTo>
                    <a:pt x="150" y="134"/>
                  </a:moveTo>
                  <a:cubicBezTo>
                    <a:pt x="118" y="134"/>
                    <a:pt x="86" y="150"/>
                    <a:pt x="49" y="170"/>
                  </a:cubicBezTo>
                  <a:lnTo>
                    <a:pt x="1" y="186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49" y="186"/>
                  </a:lnTo>
                  <a:cubicBezTo>
                    <a:pt x="86" y="170"/>
                    <a:pt x="118" y="150"/>
                    <a:pt x="150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1303;p39">
              <a:extLst>
                <a:ext uri="{FF2B5EF4-FFF2-40B4-BE49-F238E27FC236}">
                  <a16:creationId xmlns:a16="http://schemas.microsoft.com/office/drawing/2014/main" id="{B53123BB-BB1E-1D0F-3D2C-79C2E6BD0B72}"/>
                </a:ext>
              </a:extLst>
            </p:cNvPr>
            <p:cNvSpPr/>
            <p:nvPr/>
          </p:nvSpPr>
          <p:spPr>
            <a:xfrm>
              <a:off x="2369625" y="558103"/>
              <a:ext cx="4966" cy="13310"/>
            </a:xfrm>
            <a:custGeom>
              <a:avLst/>
              <a:gdLst/>
              <a:ahLst/>
              <a:cxnLst/>
              <a:rect l="l" t="t" r="r" b="b"/>
              <a:pathLst>
                <a:path w="50" h="134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102"/>
                    <a:pt x="33" y="118"/>
                  </a:cubicBezTo>
                  <a:lnTo>
                    <a:pt x="33" y="134"/>
                  </a:lnTo>
                  <a:cubicBezTo>
                    <a:pt x="49" y="134"/>
                    <a:pt x="49" y="118"/>
                    <a:pt x="49" y="118"/>
                  </a:cubicBezTo>
                  <a:cubicBezTo>
                    <a:pt x="33" y="102"/>
                    <a:pt x="33" y="65"/>
                    <a:pt x="33" y="49"/>
                  </a:cubicBezTo>
                  <a:cubicBezTo>
                    <a:pt x="33" y="17"/>
                    <a:pt x="33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1304;p39">
              <a:extLst>
                <a:ext uri="{FF2B5EF4-FFF2-40B4-BE49-F238E27FC236}">
                  <a16:creationId xmlns:a16="http://schemas.microsoft.com/office/drawing/2014/main" id="{A4C1EF2F-C3E1-DA67-DC40-8096DCBC6F1B}"/>
                </a:ext>
              </a:extLst>
            </p:cNvPr>
            <p:cNvSpPr/>
            <p:nvPr/>
          </p:nvSpPr>
          <p:spPr>
            <a:xfrm>
              <a:off x="2703853" y="583034"/>
              <a:ext cx="37048" cy="13707"/>
            </a:xfrm>
            <a:custGeom>
              <a:avLst/>
              <a:gdLst/>
              <a:ahLst/>
              <a:cxnLst/>
              <a:rect l="l" t="t" r="r" b="b"/>
              <a:pathLst>
                <a:path w="373" h="138" extrusionOk="0">
                  <a:moveTo>
                    <a:pt x="1" y="0"/>
                  </a:moveTo>
                  <a:lnTo>
                    <a:pt x="86" y="36"/>
                  </a:lnTo>
                  <a:cubicBezTo>
                    <a:pt x="150" y="69"/>
                    <a:pt x="219" y="85"/>
                    <a:pt x="288" y="101"/>
                  </a:cubicBezTo>
                  <a:cubicBezTo>
                    <a:pt x="219" y="69"/>
                    <a:pt x="171" y="53"/>
                    <a:pt x="102" y="16"/>
                  </a:cubicBezTo>
                  <a:lnTo>
                    <a:pt x="17" y="0"/>
                  </a:lnTo>
                  <a:close/>
                  <a:moveTo>
                    <a:pt x="288" y="101"/>
                  </a:moveTo>
                  <a:cubicBezTo>
                    <a:pt x="304" y="117"/>
                    <a:pt x="320" y="117"/>
                    <a:pt x="336" y="117"/>
                  </a:cubicBezTo>
                  <a:cubicBezTo>
                    <a:pt x="320" y="101"/>
                    <a:pt x="304" y="101"/>
                    <a:pt x="288" y="101"/>
                  </a:cubicBezTo>
                  <a:close/>
                  <a:moveTo>
                    <a:pt x="336" y="117"/>
                  </a:moveTo>
                  <a:cubicBezTo>
                    <a:pt x="336" y="137"/>
                    <a:pt x="352" y="137"/>
                    <a:pt x="352" y="137"/>
                  </a:cubicBezTo>
                  <a:lnTo>
                    <a:pt x="373" y="137"/>
                  </a:lnTo>
                  <a:lnTo>
                    <a:pt x="352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1305;p39">
              <a:extLst>
                <a:ext uri="{FF2B5EF4-FFF2-40B4-BE49-F238E27FC236}">
                  <a16:creationId xmlns:a16="http://schemas.microsoft.com/office/drawing/2014/main" id="{6A1A0E86-EE71-70D7-F60A-5F9438F9873E}"/>
                </a:ext>
              </a:extLst>
            </p:cNvPr>
            <p:cNvSpPr/>
            <p:nvPr/>
          </p:nvSpPr>
          <p:spPr>
            <a:xfrm>
              <a:off x="2732360" y="664878"/>
              <a:ext cx="6555" cy="3675"/>
            </a:xfrm>
            <a:custGeom>
              <a:avLst/>
              <a:gdLst/>
              <a:ahLst/>
              <a:cxnLst/>
              <a:rect l="l" t="t" r="r" b="b"/>
              <a:pathLst>
                <a:path w="66" h="37" extrusionOk="0">
                  <a:moveTo>
                    <a:pt x="17" y="0"/>
                  </a:moveTo>
                  <a:lnTo>
                    <a:pt x="1" y="20"/>
                  </a:lnTo>
                  <a:cubicBezTo>
                    <a:pt x="17" y="20"/>
                    <a:pt x="17" y="36"/>
                    <a:pt x="33" y="36"/>
                  </a:cubicBezTo>
                  <a:lnTo>
                    <a:pt x="65" y="36"/>
                  </a:lnTo>
                  <a:cubicBezTo>
                    <a:pt x="65" y="20"/>
                    <a:pt x="49" y="20"/>
                    <a:pt x="33" y="20"/>
                  </a:cubicBezTo>
                  <a:cubicBezTo>
                    <a:pt x="33" y="20"/>
                    <a:pt x="17" y="2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1306;p39">
              <a:extLst>
                <a:ext uri="{FF2B5EF4-FFF2-40B4-BE49-F238E27FC236}">
                  <a16:creationId xmlns:a16="http://schemas.microsoft.com/office/drawing/2014/main" id="{55F1DAE4-3DEB-C366-CB2D-5E33A5C4E2AF}"/>
                </a:ext>
              </a:extLst>
            </p:cNvPr>
            <p:cNvSpPr/>
            <p:nvPr/>
          </p:nvSpPr>
          <p:spPr>
            <a:xfrm>
              <a:off x="2369625" y="546482"/>
              <a:ext cx="3377" cy="8145"/>
            </a:xfrm>
            <a:custGeom>
              <a:avLst/>
              <a:gdLst/>
              <a:ahLst/>
              <a:cxnLst/>
              <a:rect l="l" t="t" r="r" b="b"/>
              <a:pathLst>
                <a:path w="34" h="8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33"/>
                  </a:cubicBezTo>
                  <a:lnTo>
                    <a:pt x="17" y="65"/>
                  </a:lnTo>
                  <a:lnTo>
                    <a:pt x="1" y="65"/>
                  </a:lnTo>
                  <a:lnTo>
                    <a:pt x="1" y="81"/>
                  </a:lnTo>
                  <a:lnTo>
                    <a:pt x="17" y="81"/>
                  </a:lnTo>
                  <a:lnTo>
                    <a:pt x="33" y="65"/>
                  </a:lnTo>
                  <a:lnTo>
                    <a:pt x="33" y="33"/>
                  </a:lnTo>
                  <a:cubicBezTo>
                    <a:pt x="33" y="33"/>
                    <a:pt x="33" y="1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1307;p39">
              <a:extLst>
                <a:ext uri="{FF2B5EF4-FFF2-40B4-BE49-F238E27FC236}">
                  <a16:creationId xmlns:a16="http://schemas.microsoft.com/office/drawing/2014/main" id="{CB1082B9-AD7C-DE84-6931-028572EC766B}"/>
                </a:ext>
              </a:extLst>
            </p:cNvPr>
            <p:cNvSpPr/>
            <p:nvPr/>
          </p:nvSpPr>
          <p:spPr>
            <a:xfrm>
              <a:off x="2581882" y="863826"/>
              <a:ext cx="6555" cy="1689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" y="1"/>
                  </a:moveTo>
                  <a:lnTo>
                    <a:pt x="17" y="17"/>
                  </a:lnTo>
                  <a:lnTo>
                    <a:pt x="49" y="1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1308;p39">
              <a:extLst>
                <a:ext uri="{FF2B5EF4-FFF2-40B4-BE49-F238E27FC236}">
                  <a16:creationId xmlns:a16="http://schemas.microsoft.com/office/drawing/2014/main" id="{BB2F517E-B794-B3E0-FE65-E58A1EF07449}"/>
                </a:ext>
              </a:extLst>
            </p:cNvPr>
            <p:cNvSpPr/>
            <p:nvPr/>
          </p:nvSpPr>
          <p:spPr>
            <a:xfrm>
              <a:off x="2583571" y="875447"/>
              <a:ext cx="6853" cy="2185"/>
            </a:xfrm>
            <a:custGeom>
              <a:avLst/>
              <a:gdLst/>
              <a:ahLst/>
              <a:cxnLst/>
              <a:rect l="l" t="t" r="r" b="b"/>
              <a:pathLst>
                <a:path w="69" h="22" extrusionOk="0">
                  <a:moveTo>
                    <a:pt x="0" y="1"/>
                  </a:moveTo>
                  <a:lnTo>
                    <a:pt x="16" y="21"/>
                  </a:lnTo>
                  <a:lnTo>
                    <a:pt x="49" y="21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1309;p39">
              <a:extLst>
                <a:ext uri="{FF2B5EF4-FFF2-40B4-BE49-F238E27FC236}">
                  <a16:creationId xmlns:a16="http://schemas.microsoft.com/office/drawing/2014/main" id="{E673FC21-D681-1B8C-E05F-400702918BE6}"/>
                </a:ext>
              </a:extLst>
            </p:cNvPr>
            <p:cNvSpPr/>
            <p:nvPr/>
          </p:nvSpPr>
          <p:spPr>
            <a:xfrm>
              <a:off x="1750929" y="918554"/>
              <a:ext cx="58701" cy="27215"/>
            </a:xfrm>
            <a:custGeom>
              <a:avLst/>
              <a:gdLst/>
              <a:ahLst/>
              <a:cxnLst/>
              <a:rect l="l" t="t" r="r" b="b"/>
              <a:pathLst>
                <a:path w="591" h="274" extrusionOk="0">
                  <a:moveTo>
                    <a:pt x="560" y="1"/>
                  </a:moveTo>
                  <a:cubicBezTo>
                    <a:pt x="537" y="1"/>
                    <a:pt x="517" y="12"/>
                    <a:pt x="506" y="23"/>
                  </a:cubicBezTo>
                  <a:cubicBezTo>
                    <a:pt x="490" y="23"/>
                    <a:pt x="490" y="40"/>
                    <a:pt x="473" y="40"/>
                  </a:cubicBezTo>
                  <a:cubicBezTo>
                    <a:pt x="405" y="72"/>
                    <a:pt x="336" y="108"/>
                    <a:pt x="271" y="141"/>
                  </a:cubicBezTo>
                  <a:lnTo>
                    <a:pt x="203" y="173"/>
                  </a:lnTo>
                  <a:cubicBezTo>
                    <a:pt x="187" y="173"/>
                    <a:pt x="170" y="193"/>
                    <a:pt x="134" y="193"/>
                  </a:cubicBezTo>
                  <a:cubicBezTo>
                    <a:pt x="118" y="209"/>
                    <a:pt x="86" y="225"/>
                    <a:pt x="49" y="242"/>
                  </a:cubicBezTo>
                  <a:cubicBezTo>
                    <a:pt x="33" y="242"/>
                    <a:pt x="33" y="258"/>
                    <a:pt x="17" y="258"/>
                  </a:cubicBezTo>
                  <a:lnTo>
                    <a:pt x="1" y="258"/>
                  </a:lnTo>
                  <a:lnTo>
                    <a:pt x="1" y="274"/>
                  </a:lnTo>
                  <a:lnTo>
                    <a:pt x="17" y="274"/>
                  </a:lnTo>
                  <a:cubicBezTo>
                    <a:pt x="33" y="258"/>
                    <a:pt x="33" y="258"/>
                    <a:pt x="49" y="258"/>
                  </a:cubicBezTo>
                  <a:cubicBezTo>
                    <a:pt x="86" y="242"/>
                    <a:pt x="118" y="225"/>
                    <a:pt x="150" y="209"/>
                  </a:cubicBezTo>
                  <a:cubicBezTo>
                    <a:pt x="170" y="193"/>
                    <a:pt x="187" y="193"/>
                    <a:pt x="219" y="173"/>
                  </a:cubicBezTo>
                  <a:lnTo>
                    <a:pt x="288" y="141"/>
                  </a:lnTo>
                  <a:cubicBezTo>
                    <a:pt x="352" y="108"/>
                    <a:pt x="421" y="72"/>
                    <a:pt x="490" y="56"/>
                  </a:cubicBezTo>
                  <a:cubicBezTo>
                    <a:pt x="490" y="40"/>
                    <a:pt x="506" y="40"/>
                    <a:pt x="506" y="40"/>
                  </a:cubicBezTo>
                  <a:cubicBezTo>
                    <a:pt x="538" y="23"/>
                    <a:pt x="554" y="7"/>
                    <a:pt x="591" y="7"/>
                  </a:cubicBezTo>
                  <a:cubicBezTo>
                    <a:pt x="580" y="3"/>
                    <a:pt x="570" y="1"/>
                    <a:pt x="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1310;p39">
              <a:extLst>
                <a:ext uri="{FF2B5EF4-FFF2-40B4-BE49-F238E27FC236}">
                  <a16:creationId xmlns:a16="http://schemas.microsoft.com/office/drawing/2014/main" id="{9D0E043C-143B-A253-61CB-B9F5671E6365}"/>
                </a:ext>
              </a:extLst>
            </p:cNvPr>
            <p:cNvSpPr/>
            <p:nvPr/>
          </p:nvSpPr>
          <p:spPr>
            <a:xfrm>
              <a:off x="2312711" y="969408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0"/>
                  </a:moveTo>
                  <a:lnTo>
                    <a:pt x="0" y="16"/>
                  </a:lnTo>
                  <a:lnTo>
                    <a:pt x="49" y="1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1311;p39">
              <a:extLst>
                <a:ext uri="{FF2B5EF4-FFF2-40B4-BE49-F238E27FC236}">
                  <a16:creationId xmlns:a16="http://schemas.microsoft.com/office/drawing/2014/main" id="{60A1C4CB-225C-F0D4-1E56-445EB6477FD8}"/>
                </a:ext>
              </a:extLst>
            </p:cNvPr>
            <p:cNvSpPr/>
            <p:nvPr/>
          </p:nvSpPr>
          <p:spPr>
            <a:xfrm>
              <a:off x="2382934" y="750297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1"/>
                  </a:moveTo>
                  <a:lnTo>
                    <a:pt x="0" y="17"/>
                  </a:lnTo>
                  <a:lnTo>
                    <a:pt x="49" y="1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1312;p39">
              <a:extLst>
                <a:ext uri="{FF2B5EF4-FFF2-40B4-BE49-F238E27FC236}">
                  <a16:creationId xmlns:a16="http://schemas.microsoft.com/office/drawing/2014/main" id="{6AC7FF33-68F6-796A-94CB-C454AAE0C193}"/>
                </a:ext>
              </a:extLst>
            </p:cNvPr>
            <p:cNvSpPr/>
            <p:nvPr/>
          </p:nvSpPr>
          <p:spPr>
            <a:xfrm>
              <a:off x="1675542" y="538040"/>
              <a:ext cx="62277" cy="45094"/>
            </a:xfrm>
            <a:custGeom>
              <a:avLst/>
              <a:gdLst/>
              <a:ahLst/>
              <a:cxnLst/>
              <a:rect l="l" t="t" r="r" b="b"/>
              <a:pathLst>
                <a:path w="627" h="454" extrusionOk="0">
                  <a:moveTo>
                    <a:pt x="626" y="1"/>
                  </a:moveTo>
                  <a:cubicBezTo>
                    <a:pt x="590" y="1"/>
                    <a:pt x="574" y="17"/>
                    <a:pt x="558" y="17"/>
                  </a:cubicBezTo>
                  <a:lnTo>
                    <a:pt x="558" y="33"/>
                  </a:lnTo>
                  <a:cubicBezTo>
                    <a:pt x="441" y="118"/>
                    <a:pt x="340" y="203"/>
                    <a:pt x="239" y="267"/>
                  </a:cubicBezTo>
                  <a:cubicBezTo>
                    <a:pt x="154" y="336"/>
                    <a:pt x="85" y="388"/>
                    <a:pt x="0" y="437"/>
                  </a:cubicBezTo>
                  <a:lnTo>
                    <a:pt x="0" y="453"/>
                  </a:lnTo>
                  <a:lnTo>
                    <a:pt x="21" y="453"/>
                  </a:lnTo>
                  <a:cubicBezTo>
                    <a:pt x="85" y="405"/>
                    <a:pt x="170" y="336"/>
                    <a:pt x="239" y="287"/>
                  </a:cubicBezTo>
                  <a:cubicBezTo>
                    <a:pt x="340" y="203"/>
                    <a:pt x="457" y="118"/>
                    <a:pt x="558" y="49"/>
                  </a:cubicBezTo>
                  <a:lnTo>
                    <a:pt x="574" y="33"/>
                  </a:lnTo>
                  <a:cubicBezTo>
                    <a:pt x="590" y="17"/>
                    <a:pt x="606" y="17"/>
                    <a:pt x="626" y="17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1313;p39">
              <a:extLst>
                <a:ext uri="{FF2B5EF4-FFF2-40B4-BE49-F238E27FC236}">
                  <a16:creationId xmlns:a16="http://schemas.microsoft.com/office/drawing/2014/main" id="{9007F5F3-A9F5-ACC7-D809-1F62C6147305}"/>
                </a:ext>
              </a:extLst>
            </p:cNvPr>
            <p:cNvSpPr/>
            <p:nvPr/>
          </p:nvSpPr>
          <p:spPr>
            <a:xfrm>
              <a:off x="2356017" y="426100"/>
              <a:ext cx="5364" cy="1689"/>
            </a:xfrm>
            <a:custGeom>
              <a:avLst/>
              <a:gdLst/>
              <a:ahLst/>
              <a:cxnLst/>
              <a:rect l="l" t="t" r="r" b="b"/>
              <a:pathLst>
                <a:path w="54" h="17" extrusionOk="0">
                  <a:moveTo>
                    <a:pt x="1" y="1"/>
                  </a:moveTo>
                  <a:lnTo>
                    <a:pt x="37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1314;p39">
              <a:extLst>
                <a:ext uri="{FF2B5EF4-FFF2-40B4-BE49-F238E27FC236}">
                  <a16:creationId xmlns:a16="http://schemas.microsoft.com/office/drawing/2014/main" id="{EA76735A-8B7A-A89B-768A-E8A67C88F7BA}"/>
                </a:ext>
              </a:extLst>
            </p:cNvPr>
            <p:cNvSpPr/>
            <p:nvPr/>
          </p:nvSpPr>
          <p:spPr>
            <a:xfrm>
              <a:off x="1757783" y="910806"/>
              <a:ext cx="46683" cy="23341"/>
            </a:xfrm>
            <a:custGeom>
              <a:avLst/>
              <a:gdLst/>
              <a:ahLst/>
              <a:cxnLst/>
              <a:rect l="l" t="t" r="r" b="b"/>
              <a:pathLst>
                <a:path w="470" h="235" extrusionOk="0">
                  <a:moveTo>
                    <a:pt x="469" y="0"/>
                  </a:moveTo>
                  <a:cubicBezTo>
                    <a:pt x="421" y="33"/>
                    <a:pt x="352" y="49"/>
                    <a:pt x="320" y="69"/>
                  </a:cubicBezTo>
                  <a:cubicBezTo>
                    <a:pt x="251" y="101"/>
                    <a:pt x="202" y="134"/>
                    <a:pt x="134" y="150"/>
                  </a:cubicBezTo>
                  <a:cubicBezTo>
                    <a:pt x="81" y="170"/>
                    <a:pt x="49" y="202"/>
                    <a:pt x="0" y="219"/>
                  </a:cubicBezTo>
                  <a:lnTo>
                    <a:pt x="17" y="235"/>
                  </a:lnTo>
                  <a:cubicBezTo>
                    <a:pt x="49" y="202"/>
                    <a:pt x="101" y="186"/>
                    <a:pt x="134" y="170"/>
                  </a:cubicBezTo>
                  <a:cubicBezTo>
                    <a:pt x="202" y="134"/>
                    <a:pt x="251" y="118"/>
                    <a:pt x="320" y="85"/>
                  </a:cubicBezTo>
                  <a:cubicBezTo>
                    <a:pt x="368" y="69"/>
                    <a:pt x="421" y="33"/>
                    <a:pt x="469" y="17"/>
                  </a:cubicBezTo>
                  <a:lnTo>
                    <a:pt x="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1315;p39">
              <a:extLst>
                <a:ext uri="{FF2B5EF4-FFF2-40B4-BE49-F238E27FC236}">
                  <a16:creationId xmlns:a16="http://schemas.microsoft.com/office/drawing/2014/main" id="{E652A738-20BB-18DD-2359-79C38CA6ECE8}"/>
                </a:ext>
              </a:extLst>
            </p:cNvPr>
            <p:cNvSpPr/>
            <p:nvPr/>
          </p:nvSpPr>
          <p:spPr>
            <a:xfrm>
              <a:off x="1732455" y="551250"/>
              <a:ext cx="5364" cy="3377"/>
            </a:xfrm>
            <a:custGeom>
              <a:avLst/>
              <a:gdLst/>
              <a:ahLst/>
              <a:cxnLst/>
              <a:rect l="l" t="t" r="r" b="b"/>
              <a:pathLst>
                <a:path w="54" h="34" extrusionOk="0">
                  <a:moveTo>
                    <a:pt x="53" y="1"/>
                  </a:moveTo>
                  <a:cubicBezTo>
                    <a:pt x="33" y="1"/>
                    <a:pt x="33" y="17"/>
                    <a:pt x="17" y="17"/>
                  </a:cubicBezTo>
                  <a:lnTo>
                    <a:pt x="53" y="17"/>
                  </a:lnTo>
                  <a:lnTo>
                    <a:pt x="53" y="1"/>
                  </a:lnTo>
                  <a:close/>
                  <a:moveTo>
                    <a:pt x="1" y="17"/>
                  </a:moveTo>
                  <a:lnTo>
                    <a:pt x="17" y="33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1316;p39">
              <a:extLst>
                <a:ext uri="{FF2B5EF4-FFF2-40B4-BE49-F238E27FC236}">
                  <a16:creationId xmlns:a16="http://schemas.microsoft.com/office/drawing/2014/main" id="{2F547843-E3DF-FC89-D4C1-5FF591A0D38A}"/>
                </a:ext>
              </a:extLst>
            </p:cNvPr>
            <p:cNvSpPr/>
            <p:nvPr/>
          </p:nvSpPr>
          <p:spPr>
            <a:xfrm>
              <a:off x="2289469" y="442588"/>
              <a:ext cx="66647" cy="26917"/>
            </a:xfrm>
            <a:custGeom>
              <a:avLst/>
              <a:gdLst/>
              <a:ahLst/>
              <a:cxnLst/>
              <a:rect l="l" t="t" r="r" b="b"/>
              <a:pathLst>
                <a:path w="671" h="271" extrusionOk="0">
                  <a:moveTo>
                    <a:pt x="0" y="0"/>
                  </a:moveTo>
                  <a:lnTo>
                    <a:pt x="16" y="16"/>
                  </a:lnTo>
                  <a:cubicBezTo>
                    <a:pt x="48" y="16"/>
                    <a:pt x="101" y="53"/>
                    <a:pt x="149" y="69"/>
                  </a:cubicBezTo>
                  <a:cubicBezTo>
                    <a:pt x="166" y="69"/>
                    <a:pt x="202" y="85"/>
                    <a:pt x="218" y="101"/>
                  </a:cubicBezTo>
                  <a:cubicBezTo>
                    <a:pt x="234" y="101"/>
                    <a:pt x="267" y="101"/>
                    <a:pt x="283" y="117"/>
                  </a:cubicBezTo>
                  <a:cubicBezTo>
                    <a:pt x="303" y="117"/>
                    <a:pt x="319" y="138"/>
                    <a:pt x="335" y="138"/>
                  </a:cubicBezTo>
                  <a:cubicBezTo>
                    <a:pt x="368" y="154"/>
                    <a:pt x="404" y="170"/>
                    <a:pt x="436" y="170"/>
                  </a:cubicBezTo>
                  <a:cubicBezTo>
                    <a:pt x="404" y="154"/>
                    <a:pt x="368" y="138"/>
                    <a:pt x="335" y="117"/>
                  </a:cubicBezTo>
                  <a:cubicBezTo>
                    <a:pt x="319" y="117"/>
                    <a:pt x="303" y="117"/>
                    <a:pt x="283" y="101"/>
                  </a:cubicBezTo>
                  <a:cubicBezTo>
                    <a:pt x="267" y="101"/>
                    <a:pt x="250" y="85"/>
                    <a:pt x="234" y="85"/>
                  </a:cubicBezTo>
                  <a:cubicBezTo>
                    <a:pt x="202" y="69"/>
                    <a:pt x="166" y="69"/>
                    <a:pt x="149" y="53"/>
                  </a:cubicBezTo>
                  <a:cubicBezTo>
                    <a:pt x="101" y="37"/>
                    <a:pt x="65" y="16"/>
                    <a:pt x="16" y="0"/>
                  </a:cubicBezTo>
                  <a:close/>
                  <a:moveTo>
                    <a:pt x="437" y="170"/>
                  </a:moveTo>
                  <a:cubicBezTo>
                    <a:pt x="469" y="186"/>
                    <a:pt x="521" y="202"/>
                    <a:pt x="553" y="218"/>
                  </a:cubicBezTo>
                  <a:cubicBezTo>
                    <a:pt x="570" y="239"/>
                    <a:pt x="586" y="239"/>
                    <a:pt x="606" y="239"/>
                  </a:cubicBezTo>
                  <a:cubicBezTo>
                    <a:pt x="606" y="218"/>
                    <a:pt x="586" y="218"/>
                    <a:pt x="570" y="218"/>
                  </a:cubicBezTo>
                  <a:cubicBezTo>
                    <a:pt x="521" y="202"/>
                    <a:pt x="469" y="186"/>
                    <a:pt x="437" y="170"/>
                  </a:cubicBezTo>
                  <a:close/>
                  <a:moveTo>
                    <a:pt x="606" y="239"/>
                  </a:moveTo>
                  <a:cubicBezTo>
                    <a:pt x="622" y="255"/>
                    <a:pt x="654" y="255"/>
                    <a:pt x="671" y="271"/>
                  </a:cubicBezTo>
                  <a:lnTo>
                    <a:pt x="671" y="255"/>
                  </a:lnTo>
                  <a:cubicBezTo>
                    <a:pt x="654" y="255"/>
                    <a:pt x="638" y="239"/>
                    <a:pt x="606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1317;p39">
              <a:extLst>
                <a:ext uri="{FF2B5EF4-FFF2-40B4-BE49-F238E27FC236}">
                  <a16:creationId xmlns:a16="http://schemas.microsoft.com/office/drawing/2014/main" id="{EA7B01AF-AA40-3B56-A1FA-F1626B5E9EAE}"/>
                </a:ext>
              </a:extLst>
            </p:cNvPr>
            <p:cNvSpPr/>
            <p:nvPr/>
          </p:nvSpPr>
          <p:spPr>
            <a:xfrm>
              <a:off x="2553475" y="574591"/>
              <a:ext cx="4867" cy="2086"/>
            </a:xfrm>
            <a:custGeom>
              <a:avLst/>
              <a:gdLst/>
              <a:ahLst/>
              <a:cxnLst/>
              <a:rect l="l" t="t" r="r" b="b"/>
              <a:pathLst>
                <a:path w="49" h="21" extrusionOk="0">
                  <a:moveTo>
                    <a:pt x="16" y="0"/>
                  </a:moveTo>
                  <a:lnTo>
                    <a:pt x="0" y="20"/>
                  </a:lnTo>
                  <a:lnTo>
                    <a:pt x="49" y="2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1318;p39">
              <a:extLst>
                <a:ext uri="{FF2B5EF4-FFF2-40B4-BE49-F238E27FC236}">
                  <a16:creationId xmlns:a16="http://schemas.microsoft.com/office/drawing/2014/main" id="{DF3AC695-0A0B-237B-968A-AF4D6C7E92D6}"/>
                </a:ext>
              </a:extLst>
            </p:cNvPr>
            <p:cNvSpPr/>
            <p:nvPr/>
          </p:nvSpPr>
          <p:spPr>
            <a:xfrm>
              <a:off x="1804366" y="910806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0"/>
                  </a:moveTo>
                  <a:lnTo>
                    <a:pt x="16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1319;p39">
              <a:extLst>
                <a:ext uri="{FF2B5EF4-FFF2-40B4-BE49-F238E27FC236}">
                  <a16:creationId xmlns:a16="http://schemas.microsoft.com/office/drawing/2014/main" id="{B620CF30-CE6C-32B8-B4A8-AEF55E8BC49F}"/>
                </a:ext>
              </a:extLst>
            </p:cNvPr>
            <p:cNvSpPr/>
            <p:nvPr/>
          </p:nvSpPr>
          <p:spPr>
            <a:xfrm>
              <a:off x="1729276" y="721096"/>
              <a:ext cx="4966" cy="2384"/>
            </a:xfrm>
            <a:custGeom>
              <a:avLst/>
              <a:gdLst/>
              <a:ahLst/>
              <a:cxnLst/>
              <a:rect l="l" t="t" r="r" b="b"/>
              <a:pathLst>
                <a:path w="50" h="24" extrusionOk="0">
                  <a:moveTo>
                    <a:pt x="37" y="1"/>
                  </a:moveTo>
                  <a:cubicBezTo>
                    <a:pt x="31" y="1"/>
                    <a:pt x="28" y="8"/>
                    <a:pt x="17" y="8"/>
                  </a:cubicBezTo>
                  <a:lnTo>
                    <a:pt x="1" y="24"/>
                  </a:lnTo>
                  <a:lnTo>
                    <a:pt x="17" y="24"/>
                  </a:lnTo>
                  <a:cubicBezTo>
                    <a:pt x="33" y="8"/>
                    <a:pt x="33" y="8"/>
                    <a:pt x="49" y="8"/>
                  </a:cubicBezTo>
                  <a:cubicBezTo>
                    <a:pt x="44" y="2"/>
                    <a:pt x="40" y="1"/>
                    <a:pt x="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1320;p39">
              <a:extLst>
                <a:ext uri="{FF2B5EF4-FFF2-40B4-BE49-F238E27FC236}">
                  <a16:creationId xmlns:a16="http://schemas.microsoft.com/office/drawing/2014/main" id="{038C09E0-4A5D-A16B-CDB0-622596EB653D}"/>
                </a:ext>
              </a:extLst>
            </p:cNvPr>
            <p:cNvSpPr/>
            <p:nvPr/>
          </p:nvSpPr>
          <p:spPr>
            <a:xfrm>
              <a:off x="2692232" y="528008"/>
              <a:ext cx="3377" cy="1689"/>
            </a:xfrm>
            <a:custGeom>
              <a:avLst/>
              <a:gdLst/>
              <a:ahLst/>
              <a:cxnLst/>
              <a:rect l="l" t="t" r="r" b="b"/>
              <a:pathLst>
                <a:path w="34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1321;p39">
              <a:extLst>
                <a:ext uri="{FF2B5EF4-FFF2-40B4-BE49-F238E27FC236}">
                  <a16:creationId xmlns:a16="http://schemas.microsoft.com/office/drawing/2014/main" id="{D84BE0F3-BA89-7F81-B346-FCF1BAE3F5AD}"/>
                </a:ext>
              </a:extLst>
            </p:cNvPr>
            <p:cNvSpPr/>
            <p:nvPr/>
          </p:nvSpPr>
          <p:spPr>
            <a:xfrm>
              <a:off x="2700675" y="593066"/>
              <a:ext cx="4966" cy="1689"/>
            </a:xfrm>
            <a:custGeom>
              <a:avLst/>
              <a:gdLst/>
              <a:ahLst/>
              <a:cxnLst/>
              <a:rect l="l" t="t" r="r" b="b"/>
              <a:pathLst>
                <a:path w="50" h="17" extrusionOk="0">
                  <a:moveTo>
                    <a:pt x="1" y="0"/>
                  </a:moveTo>
                  <a:lnTo>
                    <a:pt x="1" y="16"/>
                  </a:lnTo>
                  <a:lnTo>
                    <a:pt x="49" y="16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1322;p39">
              <a:extLst>
                <a:ext uri="{FF2B5EF4-FFF2-40B4-BE49-F238E27FC236}">
                  <a16:creationId xmlns:a16="http://schemas.microsoft.com/office/drawing/2014/main" id="{D8E9E217-4884-2937-8401-E7EAECC6BB9E}"/>
                </a:ext>
              </a:extLst>
            </p:cNvPr>
            <p:cNvSpPr/>
            <p:nvPr/>
          </p:nvSpPr>
          <p:spPr>
            <a:xfrm>
              <a:off x="1669085" y="660011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1323;p39">
              <a:extLst>
                <a:ext uri="{FF2B5EF4-FFF2-40B4-BE49-F238E27FC236}">
                  <a16:creationId xmlns:a16="http://schemas.microsoft.com/office/drawing/2014/main" id="{724BFC96-8F1F-BEA8-7A2E-920578C9EF2D}"/>
                </a:ext>
              </a:extLst>
            </p:cNvPr>
            <p:cNvSpPr/>
            <p:nvPr/>
          </p:nvSpPr>
          <p:spPr>
            <a:xfrm>
              <a:off x="2335953" y="616705"/>
              <a:ext cx="35459" cy="13310"/>
            </a:xfrm>
            <a:custGeom>
              <a:avLst/>
              <a:gdLst/>
              <a:ahLst/>
              <a:cxnLst/>
              <a:rect l="l" t="t" r="r" b="b"/>
              <a:pathLst>
                <a:path w="357" h="134" extrusionOk="0">
                  <a:moveTo>
                    <a:pt x="1" y="0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7"/>
                    <a:pt x="17" y="17"/>
                    <a:pt x="17" y="0"/>
                  </a:cubicBezTo>
                  <a:close/>
                  <a:moveTo>
                    <a:pt x="37" y="17"/>
                  </a:moveTo>
                  <a:cubicBezTo>
                    <a:pt x="102" y="49"/>
                    <a:pt x="170" y="65"/>
                    <a:pt x="239" y="101"/>
                  </a:cubicBezTo>
                  <a:cubicBezTo>
                    <a:pt x="271" y="101"/>
                    <a:pt x="304" y="118"/>
                    <a:pt x="340" y="134"/>
                  </a:cubicBezTo>
                  <a:lnTo>
                    <a:pt x="356" y="118"/>
                  </a:lnTo>
                  <a:lnTo>
                    <a:pt x="340" y="118"/>
                  </a:lnTo>
                  <a:cubicBezTo>
                    <a:pt x="304" y="101"/>
                    <a:pt x="271" y="101"/>
                    <a:pt x="239" y="81"/>
                  </a:cubicBezTo>
                  <a:cubicBezTo>
                    <a:pt x="170" y="65"/>
                    <a:pt x="102" y="33"/>
                    <a:pt x="37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1324;p39">
              <a:extLst>
                <a:ext uri="{FF2B5EF4-FFF2-40B4-BE49-F238E27FC236}">
                  <a16:creationId xmlns:a16="http://schemas.microsoft.com/office/drawing/2014/main" id="{21D0EE1E-B2B0-245E-3282-039FE9BCE09C}"/>
                </a:ext>
              </a:extLst>
            </p:cNvPr>
            <p:cNvSpPr/>
            <p:nvPr/>
          </p:nvSpPr>
          <p:spPr>
            <a:xfrm>
              <a:off x="1673952" y="604687"/>
              <a:ext cx="58602" cy="42213"/>
            </a:xfrm>
            <a:custGeom>
              <a:avLst/>
              <a:gdLst/>
              <a:ahLst/>
              <a:cxnLst/>
              <a:rect l="l" t="t" r="r" b="b"/>
              <a:pathLst>
                <a:path w="590" h="425" extrusionOk="0">
                  <a:moveTo>
                    <a:pt x="590" y="0"/>
                  </a:moveTo>
                  <a:cubicBezTo>
                    <a:pt x="541" y="20"/>
                    <a:pt x="505" y="53"/>
                    <a:pt x="473" y="69"/>
                  </a:cubicBezTo>
                  <a:cubicBezTo>
                    <a:pt x="473" y="85"/>
                    <a:pt x="457" y="85"/>
                    <a:pt x="440" y="101"/>
                  </a:cubicBezTo>
                  <a:cubicBezTo>
                    <a:pt x="457" y="101"/>
                    <a:pt x="473" y="85"/>
                    <a:pt x="489" y="85"/>
                  </a:cubicBezTo>
                  <a:cubicBezTo>
                    <a:pt x="521" y="53"/>
                    <a:pt x="558" y="37"/>
                    <a:pt x="590" y="20"/>
                  </a:cubicBezTo>
                  <a:lnTo>
                    <a:pt x="590" y="0"/>
                  </a:lnTo>
                  <a:close/>
                  <a:moveTo>
                    <a:pt x="440" y="101"/>
                  </a:moveTo>
                  <a:lnTo>
                    <a:pt x="440" y="101"/>
                  </a:lnTo>
                  <a:cubicBezTo>
                    <a:pt x="339" y="170"/>
                    <a:pt x="255" y="239"/>
                    <a:pt x="170" y="303"/>
                  </a:cubicBezTo>
                  <a:cubicBezTo>
                    <a:pt x="255" y="239"/>
                    <a:pt x="356" y="170"/>
                    <a:pt x="440" y="101"/>
                  </a:cubicBezTo>
                  <a:close/>
                  <a:moveTo>
                    <a:pt x="170" y="303"/>
                  </a:moveTo>
                  <a:cubicBezTo>
                    <a:pt x="138" y="323"/>
                    <a:pt x="85" y="356"/>
                    <a:pt x="53" y="372"/>
                  </a:cubicBezTo>
                  <a:cubicBezTo>
                    <a:pt x="53" y="388"/>
                    <a:pt x="37" y="388"/>
                    <a:pt x="16" y="404"/>
                  </a:cubicBez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37" y="404"/>
                  </a:lnTo>
                  <a:cubicBezTo>
                    <a:pt x="37" y="404"/>
                    <a:pt x="53" y="388"/>
                    <a:pt x="69" y="388"/>
                  </a:cubicBezTo>
                  <a:cubicBezTo>
                    <a:pt x="101" y="356"/>
                    <a:pt x="138" y="340"/>
                    <a:pt x="170" y="3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1325;p39">
              <a:extLst>
                <a:ext uri="{FF2B5EF4-FFF2-40B4-BE49-F238E27FC236}">
                  <a16:creationId xmlns:a16="http://schemas.microsoft.com/office/drawing/2014/main" id="{4A7F5940-9CAF-BECA-106C-1C1FE24EB22A}"/>
                </a:ext>
              </a:extLst>
            </p:cNvPr>
            <p:cNvSpPr/>
            <p:nvPr/>
          </p:nvSpPr>
          <p:spPr>
            <a:xfrm>
              <a:off x="2387702" y="805323"/>
              <a:ext cx="5364" cy="2086"/>
            </a:xfrm>
            <a:custGeom>
              <a:avLst/>
              <a:gdLst/>
              <a:ahLst/>
              <a:cxnLst/>
              <a:rect l="l" t="t" r="r" b="b"/>
              <a:pathLst>
                <a:path w="54" h="21" extrusionOk="0">
                  <a:moveTo>
                    <a:pt x="21" y="0"/>
                  </a:moveTo>
                  <a:lnTo>
                    <a:pt x="1" y="20"/>
                  </a:lnTo>
                  <a:lnTo>
                    <a:pt x="53" y="2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1326;p39">
              <a:extLst>
                <a:ext uri="{FF2B5EF4-FFF2-40B4-BE49-F238E27FC236}">
                  <a16:creationId xmlns:a16="http://schemas.microsoft.com/office/drawing/2014/main" id="{DDF2CA34-BE2B-8128-DE0C-4EC8D4AB19D9}"/>
                </a:ext>
              </a:extLst>
            </p:cNvPr>
            <p:cNvSpPr/>
            <p:nvPr/>
          </p:nvSpPr>
          <p:spPr>
            <a:xfrm>
              <a:off x="2364460" y="387562"/>
              <a:ext cx="40227" cy="461563"/>
            </a:xfrm>
            <a:custGeom>
              <a:avLst/>
              <a:gdLst/>
              <a:ahLst/>
              <a:cxnLst/>
              <a:rect l="l" t="t" r="r" b="b"/>
              <a:pathLst>
                <a:path w="405" h="4647" extrusionOk="0">
                  <a:moveTo>
                    <a:pt x="17" y="1"/>
                  </a:moveTo>
                  <a:cubicBezTo>
                    <a:pt x="0" y="17"/>
                    <a:pt x="0" y="49"/>
                    <a:pt x="17" y="65"/>
                  </a:cubicBezTo>
                  <a:cubicBezTo>
                    <a:pt x="17" y="49"/>
                    <a:pt x="17" y="17"/>
                    <a:pt x="33" y="1"/>
                  </a:cubicBezTo>
                  <a:close/>
                  <a:moveTo>
                    <a:pt x="17" y="65"/>
                  </a:moveTo>
                  <a:lnTo>
                    <a:pt x="17" y="86"/>
                  </a:lnTo>
                  <a:cubicBezTo>
                    <a:pt x="17" y="166"/>
                    <a:pt x="17" y="251"/>
                    <a:pt x="33" y="320"/>
                  </a:cubicBezTo>
                  <a:lnTo>
                    <a:pt x="33" y="389"/>
                  </a:lnTo>
                  <a:cubicBezTo>
                    <a:pt x="33" y="421"/>
                    <a:pt x="53" y="453"/>
                    <a:pt x="53" y="469"/>
                  </a:cubicBezTo>
                  <a:lnTo>
                    <a:pt x="53" y="389"/>
                  </a:lnTo>
                  <a:lnTo>
                    <a:pt x="53" y="320"/>
                  </a:lnTo>
                  <a:cubicBezTo>
                    <a:pt x="33" y="251"/>
                    <a:pt x="33" y="166"/>
                    <a:pt x="33" y="86"/>
                  </a:cubicBezTo>
                  <a:cubicBezTo>
                    <a:pt x="17" y="86"/>
                    <a:pt x="17" y="65"/>
                    <a:pt x="17" y="65"/>
                  </a:cubicBezTo>
                  <a:close/>
                  <a:moveTo>
                    <a:pt x="53" y="469"/>
                  </a:moveTo>
                  <a:lnTo>
                    <a:pt x="53" y="623"/>
                  </a:lnTo>
                  <a:cubicBezTo>
                    <a:pt x="69" y="655"/>
                    <a:pt x="69" y="671"/>
                    <a:pt x="69" y="692"/>
                  </a:cubicBezTo>
                  <a:lnTo>
                    <a:pt x="69" y="756"/>
                  </a:lnTo>
                  <a:lnTo>
                    <a:pt x="69" y="772"/>
                  </a:lnTo>
                  <a:cubicBezTo>
                    <a:pt x="69" y="825"/>
                    <a:pt x="85" y="873"/>
                    <a:pt x="85" y="942"/>
                  </a:cubicBezTo>
                  <a:lnTo>
                    <a:pt x="85" y="974"/>
                  </a:lnTo>
                  <a:lnTo>
                    <a:pt x="85" y="1027"/>
                  </a:lnTo>
                  <a:cubicBezTo>
                    <a:pt x="101" y="1075"/>
                    <a:pt x="101" y="1112"/>
                    <a:pt x="101" y="1144"/>
                  </a:cubicBezTo>
                  <a:cubicBezTo>
                    <a:pt x="101" y="1176"/>
                    <a:pt x="101" y="1213"/>
                    <a:pt x="118" y="1245"/>
                  </a:cubicBezTo>
                  <a:lnTo>
                    <a:pt x="118" y="1144"/>
                  </a:lnTo>
                  <a:cubicBezTo>
                    <a:pt x="118" y="1112"/>
                    <a:pt x="118" y="1075"/>
                    <a:pt x="101" y="1027"/>
                  </a:cubicBezTo>
                  <a:lnTo>
                    <a:pt x="101" y="974"/>
                  </a:lnTo>
                  <a:lnTo>
                    <a:pt x="101" y="926"/>
                  </a:lnTo>
                  <a:cubicBezTo>
                    <a:pt x="85" y="873"/>
                    <a:pt x="85" y="825"/>
                    <a:pt x="85" y="772"/>
                  </a:cubicBezTo>
                  <a:lnTo>
                    <a:pt x="85" y="740"/>
                  </a:lnTo>
                  <a:lnTo>
                    <a:pt x="85" y="692"/>
                  </a:lnTo>
                  <a:cubicBezTo>
                    <a:pt x="69" y="671"/>
                    <a:pt x="69" y="655"/>
                    <a:pt x="69" y="623"/>
                  </a:cubicBezTo>
                  <a:cubicBezTo>
                    <a:pt x="69" y="570"/>
                    <a:pt x="69" y="522"/>
                    <a:pt x="53" y="469"/>
                  </a:cubicBezTo>
                  <a:close/>
                  <a:moveTo>
                    <a:pt x="118" y="1245"/>
                  </a:moveTo>
                  <a:lnTo>
                    <a:pt x="118" y="1346"/>
                  </a:lnTo>
                  <a:cubicBezTo>
                    <a:pt x="118" y="1398"/>
                    <a:pt x="118" y="1431"/>
                    <a:pt x="134" y="1463"/>
                  </a:cubicBezTo>
                  <a:lnTo>
                    <a:pt x="134" y="1479"/>
                  </a:lnTo>
                  <a:lnTo>
                    <a:pt x="134" y="1499"/>
                  </a:lnTo>
                  <a:cubicBezTo>
                    <a:pt x="134" y="1564"/>
                    <a:pt x="134" y="1649"/>
                    <a:pt x="154" y="1701"/>
                  </a:cubicBezTo>
                  <a:lnTo>
                    <a:pt x="154" y="1499"/>
                  </a:lnTo>
                  <a:lnTo>
                    <a:pt x="154" y="1479"/>
                  </a:lnTo>
                  <a:lnTo>
                    <a:pt x="154" y="1463"/>
                  </a:lnTo>
                  <a:cubicBezTo>
                    <a:pt x="134" y="1431"/>
                    <a:pt x="134" y="1398"/>
                    <a:pt x="134" y="1346"/>
                  </a:cubicBezTo>
                  <a:cubicBezTo>
                    <a:pt x="134" y="1314"/>
                    <a:pt x="134" y="1277"/>
                    <a:pt x="118" y="1245"/>
                  </a:cubicBezTo>
                  <a:close/>
                  <a:moveTo>
                    <a:pt x="154" y="1701"/>
                  </a:moveTo>
                  <a:lnTo>
                    <a:pt x="154" y="1802"/>
                  </a:lnTo>
                  <a:cubicBezTo>
                    <a:pt x="154" y="1819"/>
                    <a:pt x="170" y="1851"/>
                    <a:pt x="170" y="1883"/>
                  </a:cubicBezTo>
                  <a:lnTo>
                    <a:pt x="170" y="1802"/>
                  </a:lnTo>
                  <a:cubicBezTo>
                    <a:pt x="170" y="1766"/>
                    <a:pt x="170" y="1734"/>
                    <a:pt x="154" y="1701"/>
                  </a:cubicBezTo>
                  <a:close/>
                  <a:moveTo>
                    <a:pt x="170" y="1883"/>
                  </a:moveTo>
                  <a:lnTo>
                    <a:pt x="170" y="2004"/>
                  </a:lnTo>
                  <a:cubicBezTo>
                    <a:pt x="170" y="2037"/>
                    <a:pt x="170" y="2069"/>
                    <a:pt x="186" y="2105"/>
                  </a:cubicBezTo>
                  <a:lnTo>
                    <a:pt x="186" y="2004"/>
                  </a:lnTo>
                  <a:cubicBezTo>
                    <a:pt x="186" y="1968"/>
                    <a:pt x="186" y="1920"/>
                    <a:pt x="170" y="1883"/>
                  </a:cubicBezTo>
                  <a:close/>
                  <a:moveTo>
                    <a:pt x="186" y="2105"/>
                  </a:moveTo>
                  <a:lnTo>
                    <a:pt x="186" y="2154"/>
                  </a:lnTo>
                  <a:lnTo>
                    <a:pt x="186" y="2206"/>
                  </a:lnTo>
                  <a:lnTo>
                    <a:pt x="186" y="2223"/>
                  </a:lnTo>
                  <a:cubicBezTo>
                    <a:pt x="186" y="2239"/>
                    <a:pt x="186" y="2255"/>
                    <a:pt x="202" y="2255"/>
                  </a:cubicBezTo>
                  <a:lnTo>
                    <a:pt x="202" y="2223"/>
                  </a:lnTo>
                  <a:lnTo>
                    <a:pt x="202" y="2206"/>
                  </a:lnTo>
                  <a:lnTo>
                    <a:pt x="202" y="2138"/>
                  </a:lnTo>
                  <a:cubicBezTo>
                    <a:pt x="202" y="2138"/>
                    <a:pt x="186" y="2122"/>
                    <a:pt x="186" y="2105"/>
                  </a:cubicBezTo>
                  <a:close/>
                  <a:moveTo>
                    <a:pt x="202" y="2255"/>
                  </a:moveTo>
                  <a:lnTo>
                    <a:pt x="202" y="2271"/>
                  </a:lnTo>
                  <a:cubicBezTo>
                    <a:pt x="202" y="2340"/>
                    <a:pt x="202" y="2408"/>
                    <a:pt x="219" y="2473"/>
                  </a:cubicBezTo>
                  <a:cubicBezTo>
                    <a:pt x="219" y="2408"/>
                    <a:pt x="202" y="2340"/>
                    <a:pt x="219" y="2271"/>
                  </a:cubicBezTo>
                  <a:cubicBezTo>
                    <a:pt x="219" y="2271"/>
                    <a:pt x="219" y="2255"/>
                    <a:pt x="202" y="2255"/>
                  </a:cubicBezTo>
                  <a:close/>
                  <a:moveTo>
                    <a:pt x="219" y="2473"/>
                  </a:moveTo>
                  <a:lnTo>
                    <a:pt x="219" y="2574"/>
                  </a:lnTo>
                  <a:lnTo>
                    <a:pt x="219" y="2643"/>
                  </a:lnTo>
                  <a:cubicBezTo>
                    <a:pt x="235" y="2776"/>
                    <a:pt x="255" y="2913"/>
                    <a:pt x="255" y="3030"/>
                  </a:cubicBezTo>
                  <a:cubicBezTo>
                    <a:pt x="271" y="3079"/>
                    <a:pt x="271" y="3131"/>
                    <a:pt x="271" y="3164"/>
                  </a:cubicBezTo>
                  <a:cubicBezTo>
                    <a:pt x="271" y="3232"/>
                    <a:pt x="271" y="3281"/>
                    <a:pt x="287" y="3350"/>
                  </a:cubicBezTo>
                  <a:cubicBezTo>
                    <a:pt x="287" y="3398"/>
                    <a:pt x="303" y="3467"/>
                    <a:pt x="303" y="3535"/>
                  </a:cubicBezTo>
                  <a:lnTo>
                    <a:pt x="303" y="3653"/>
                  </a:lnTo>
                  <a:cubicBezTo>
                    <a:pt x="320" y="3754"/>
                    <a:pt x="320" y="3838"/>
                    <a:pt x="336" y="3923"/>
                  </a:cubicBezTo>
                  <a:lnTo>
                    <a:pt x="336" y="4040"/>
                  </a:lnTo>
                  <a:cubicBezTo>
                    <a:pt x="336" y="4057"/>
                    <a:pt x="356" y="4089"/>
                    <a:pt x="356" y="4105"/>
                  </a:cubicBezTo>
                  <a:lnTo>
                    <a:pt x="356" y="4040"/>
                  </a:lnTo>
                  <a:lnTo>
                    <a:pt x="356" y="3903"/>
                  </a:lnTo>
                  <a:cubicBezTo>
                    <a:pt x="336" y="3838"/>
                    <a:pt x="336" y="3754"/>
                    <a:pt x="320" y="3653"/>
                  </a:cubicBezTo>
                  <a:lnTo>
                    <a:pt x="320" y="3535"/>
                  </a:lnTo>
                  <a:cubicBezTo>
                    <a:pt x="303" y="3467"/>
                    <a:pt x="303" y="3398"/>
                    <a:pt x="303" y="3350"/>
                  </a:cubicBezTo>
                  <a:cubicBezTo>
                    <a:pt x="287" y="3281"/>
                    <a:pt x="287" y="3232"/>
                    <a:pt x="287" y="3164"/>
                  </a:cubicBezTo>
                  <a:cubicBezTo>
                    <a:pt x="287" y="3131"/>
                    <a:pt x="271" y="3079"/>
                    <a:pt x="271" y="3030"/>
                  </a:cubicBezTo>
                  <a:cubicBezTo>
                    <a:pt x="255" y="2913"/>
                    <a:pt x="255" y="2776"/>
                    <a:pt x="235" y="2643"/>
                  </a:cubicBezTo>
                  <a:lnTo>
                    <a:pt x="235" y="2574"/>
                  </a:lnTo>
                  <a:cubicBezTo>
                    <a:pt x="235" y="2542"/>
                    <a:pt x="235" y="2509"/>
                    <a:pt x="219" y="2473"/>
                  </a:cubicBezTo>
                  <a:close/>
                  <a:moveTo>
                    <a:pt x="356" y="4105"/>
                  </a:moveTo>
                  <a:cubicBezTo>
                    <a:pt x="356" y="4174"/>
                    <a:pt x="356" y="4242"/>
                    <a:pt x="372" y="4307"/>
                  </a:cubicBezTo>
                  <a:cubicBezTo>
                    <a:pt x="372" y="4242"/>
                    <a:pt x="372" y="4174"/>
                    <a:pt x="356" y="4105"/>
                  </a:cubicBezTo>
                  <a:close/>
                  <a:moveTo>
                    <a:pt x="372" y="4307"/>
                  </a:moveTo>
                  <a:lnTo>
                    <a:pt x="372" y="4360"/>
                  </a:lnTo>
                  <a:lnTo>
                    <a:pt x="372" y="4428"/>
                  </a:lnTo>
                  <a:cubicBezTo>
                    <a:pt x="388" y="4477"/>
                    <a:pt x="388" y="4545"/>
                    <a:pt x="388" y="4594"/>
                  </a:cubicBezTo>
                  <a:lnTo>
                    <a:pt x="388" y="4630"/>
                  </a:lnTo>
                  <a:lnTo>
                    <a:pt x="388" y="4646"/>
                  </a:lnTo>
                  <a:lnTo>
                    <a:pt x="404" y="4630"/>
                  </a:lnTo>
                  <a:lnTo>
                    <a:pt x="404" y="4594"/>
                  </a:lnTo>
                  <a:cubicBezTo>
                    <a:pt x="404" y="4529"/>
                    <a:pt x="388" y="4477"/>
                    <a:pt x="388" y="4428"/>
                  </a:cubicBezTo>
                  <a:lnTo>
                    <a:pt x="388" y="4360"/>
                  </a:lnTo>
                  <a:lnTo>
                    <a:pt x="372" y="430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1327;p39">
              <a:extLst>
                <a:ext uri="{FF2B5EF4-FFF2-40B4-BE49-F238E27FC236}">
                  <a16:creationId xmlns:a16="http://schemas.microsoft.com/office/drawing/2014/main" id="{5B4C2F47-B0C6-CCE7-4ED1-66ED9A56E8B2}"/>
                </a:ext>
              </a:extLst>
            </p:cNvPr>
            <p:cNvSpPr/>
            <p:nvPr/>
          </p:nvSpPr>
          <p:spPr>
            <a:xfrm>
              <a:off x="2464778" y="511123"/>
              <a:ext cx="5264" cy="1788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0" y="1"/>
                  </a:moveTo>
                  <a:lnTo>
                    <a:pt x="17" y="17"/>
                  </a:lnTo>
                  <a:lnTo>
                    <a:pt x="33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1328;p39">
              <a:extLst>
                <a:ext uri="{FF2B5EF4-FFF2-40B4-BE49-F238E27FC236}">
                  <a16:creationId xmlns:a16="http://schemas.microsoft.com/office/drawing/2014/main" id="{0E1CC010-CFE2-8AC8-5321-48FDDB900417}"/>
                </a:ext>
              </a:extLst>
            </p:cNvPr>
            <p:cNvSpPr/>
            <p:nvPr/>
          </p:nvSpPr>
          <p:spPr>
            <a:xfrm>
              <a:off x="1807942" y="877532"/>
              <a:ext cx="3278" cy="110449"/>
            </a:xfrm>
            <a:custGeom>
              <a:avLst/>
              <a:gdLst/>
              <a:ahLst/>
              <a:cxnLst/>
              <a:rect l="l" t="t" r="r" b="b"/>
              <a:pathLst>
                <a:path w="33" h="1112" extrusionOk="0">
                  <a:moveTo>
                    <a:pt x="17" y="0"/>
                  </a:moveTo>
                  <a:lnTo>
                    <a:pt x="17" y="16"/>
                  </a:lnTo>
                  <a:lnTo>
                    <a:pt x="17" y="49"/>
                  </a:lnTo>
                  <a:lnTo>
                    <a:pt x="17" y="150"/>
                  </a:lnTo>
                  <a:lnTo>
                    <a:pt x="17" y="218"/>
                  </a:lnTo>
                  <a:lnTo>
                    <a:pt x="17" y="303"/>
                  </a:lnTo>
                  <a:cubicBezTo>
                    <a:pt x="17" y="267"/>
                    <a:pt x="33" y="234"/>
                    <a:pt x="33" y="218"/>
                  </a:cubicBezTo>
                  <a:lnTo>
                    <a:pt x="33" y="150"/>
                  </a:lnTo>
                  <a:cubicBezTo>
                    <a:pt x="33" y="117"/>
                    <a:pt x="17" y="81"/>
                    <a:pt x="33" y="49"/>
                  </a:cubicBezTo>
                  <a:cubicBezTo>
                    <a:pt x="33" y="32"/>
                    <a:pt x="33" y="16"/>
                    <a:pt x="17" y="0"/>
                  </a:cubicBezTo>
                  <a:close/>
                  <a:moveTo>
                    <a:pt x="17" y="303"/>
                  </a:moveTo>
                  <a:cubicBezTo>
                    <a:pt x="17" y="335"/>
                    <a:pt x="0" y="368"/>
                    <a:pt x="0" y="420"/>
                  </a:cubicBezTo>
                  <a:lnTo>
                    <a:pt x="0" y="505"/>
                  </a:lnTo>
                  <a:lnTo>
                    <a:pt x="0" y="586"/>
                  </a:lnTo>
                  <a:lnTo>
                    <a:pt x="0" y="638"/>
                  </a:lnTo>
                  <a:lnTo>
                    <a:pt x="0" y="707"/>
                  </a:lnTo>
                  <a:lnTo>
                    <a:pt x="0" y="772"/>
                  </a:lnTo>
                  <a:lnTo>
                    <a:pt x="0" y="873"/>
                  </a:lnTo>
                  <a:lnTo>
                    <a:pt x="0" y="1010"/>
                  </a:lnTo>
                  <a:lnTo>
                    <a:pt x="0" y="1042"/>
                  </a:lnTo>
                  <a:lnTo>
                    <a:pt x="0" y="1059"/>
                  </a:lnTo>
                  <a:lnTo>
                    <a:pt x="0" y="1111"/>
                  </a:lnTo>
                  <a:cubicBezTo>
                    <a:pt x="17" y="1091"/>
                    <a:pt x="17" y="1075"/>
                    <a:pt x="17" y="1059"/>
                  </a:cubicBezTo>
                  <a:lnTo>
                    <a:pt x="17" y="1042"/>
                  </a:lnTo>
                  <a:lnTo>
                    <a:pt x="17" y="1010"/>
                  </a:lnTo>
                  <a:lnTo>
                    <a:pt x="17" y="873"/>
                  </a:lnTo>
                  <a:lnTo>
                    <a:pt x="17" y="772"/>
                  </a:lnTo>
                  <a:lnTo>
                    <a:pt x="17" y="707"/>
                  </a:lnTo>
                  <a:lnTo>
                    <a:pt x="17" y="638"/>
                  </a:lnTo>
                  <a:lnTo>
                    <a:pt x="17" y="586"/>
                  </a:lnTo>
                  <a:lnTo>
                    <a:pt x="17" y="505"/>
                  </a:lnTo>
                  <a:lnTo>
                    <a:pt x="17" y="420"/>
                  </a:lnTo>
                  <a:lnTo>
                    <a:pt x="17" y="30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1329;p39">
              <a:extLst>
                <a:ext uri="{FF2B5EF4-FFF2-40B4-BE49-F238E27FC236}">
                  <a16:creationId xmlns:a16="http://schemas.microsoft.com/office/drawing/2014/main" id="{33A9DFA4-5BFC-E376-0652-B76BDD3B5A9F}"/>
                </a:ext>
              </a:extLst>
            </p:cNvPr>
            <p:cNvSpPr/>
            <p:nvPr/>
          </p:nvSpPr>
          <p:spPr>
            <a:xfrm>
              <a:off x="1675542" y="544496"/>
              <a:ext cx="62277" cy="45392"/>
            </a:xfrm>
            <a:custGeom>
              <a:avLst/>
              <a:gdLst/>
              <a:ahLst/>
              <a:cxnLst/>
              <a:rect l="l" t="t" r="r" b="b"/>
              <a:pathLst>
                <a:path w="627" h="457" extrusionOk="0">
                  <a:moveTo>
                    <a:pt x="626" y="0"/>
                  </a:moveTo>
                  <a:cubicBezTo>
                    <a:pt x="590" y="0"/>
                    <a:pt x="574" y="20"/>
                    <a:pt x="558" y="37"/>
                  </a:cubicBezTo>
                  <a:cubicBezTo>
                    <a:pt x="372" y="170"/>
                    <a:pt x="170" y="323"/>
                    <a:pt x="0" y="441"/>
                  </a:cubicBezTo>
                  <a:lnTo>
                    <a:pt x="0" y="457"/>
                  </a:lnTo>
                  <a:cubicBezTo>
                    <a:pt x="186" y="323"/>
                    <a:pt x="372" y="186"/>
                    <a:pt x="558" y="53"/>
                  </a:cubicBezTo>
                  <a:lnTo>
                    <a:pt x="574" y="37"/>
                  </a:lnTo>
                  <a:cubicBezTo>
                    <a:pt x="590" y="20"/>
                    <a:pt x="606" y="20"/>
                    <a:pt x="626" y="20"/>
                  </a:cubicBezTo>
                  <a:lnTo>
                    <a:pt x="6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1330;p39">
              <a:extLst>
                <a:ext uri="{FF2B5EF4-FFF2-40B4-BE49-F238E27FC236}">
                  <a16:creationId xmlns:a16="http://schemas.microsoft.com/office/drawing/2014/main" id="{3B053412-A883-309A-CBF6-A810348E0465}"/>
                </a:ext>
              </a:extLst>
            </p:cNvPr>
            <p:cNvSpPr/>
            <p:nvPr/>
          </p:nvSpPr>
          <p:spPr>
            <a:xfrm>
              <a:off x="2359593" y="444177"/>
              <a:ext cx="3377" cy="2086"/>
            </a:xfrm>
            <a:custGeom>
              <a:avLst/>
              <a:gdLst/>
              <a:ahLst/>
              <a:cxnLst/>
              <a:rect l="l" t="t" r="r" b="b"/>
              <a:pathLst>
                <a:path w="34" h="21" extrusionOk="0">
                  <a:moveTo>
                    <a:pt x="1" y="0"/>
                  </a:moveTo>
                  <a:lnTo>
                    <a:pt x="1" y="21"/>
                  </a:lnTo>
                  <a:lnTo>
                    <a:pt x="33" y="21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1331;p39">
              <a:extLst>
                <a:ext uri="{FF2B5EF4-FFF2-40B4-BE49-F238E27FC236}">
                  <a16:creationId xmlns:a16="http://schemas.microsoft.com/office/drawing/2014/main" id="{054CB18F-A028-874B-9ADC-6CC1439E7D1F}"/>
                </a:ext>
              </a:extLst>
            </p:cNvPr>
            <p:cNvSpPr/>
            <p:nvPr/>
          </p:nvSpPr>
          <p:spPr>
            <a:xfrm>
              <a:off x="2374492" y="629915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0" y="1"/>
                  </a:moveTo>
                  <a:lnTo>
                    <a:pt x="0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1332;p39">
              <a:extLst>
                <a:ext uri="{FF2B5EF4-FFF2-40B4-BE49-F238E27FC236}">
                  <a16:creationId xmlns:a16="http://schemas.microsoft.com/office/drawing/2014/main" id="{00A2279D-4D14-97CF-9112-B2F30BE642B8}"/>
                </a:ext>
              </a:extLst>
            </p:cNvPr>
            <p:cNvSpPr/>
            <p:nvPr/>
          </p:nvSpPr>
          <p:spPr>
            <a:xfrm>
              <a:off x="1690738" y="7402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6" y="1"/>
                  </a:moveTo>
                  <a:lnTo>
                    <a:pt x="1" y="49"/>
                  </a:lnTo>
                  <a:lnTo>
                    <a:pt x="1" y="69"/>
                  </a:lnTo>
                  <a:lnTo>
                    <a:pt x="17" y="69"/>
                  </a:ln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1333;p39">
              <a:extLst>
                <a:ext uri="{FF2B5EF4-FFF2-40B4-BE49-F238E27FC236}">
                  <a16:creationId xmlns:a16="http://schemas.microsoft.com/office/drawing/2014/main" id="{2B573AA7-CBA7-D7EF-2B44-E1400C3704C6}"/>
                </a:ext>
              </a:extLst>
            </p:cNvPr>
            <p:cNvSpPr/>
            <p:nvPr/>
          </p:nvSpPr>
          <p:spPr>
            <a:xfrm>
              <a:off x="2364460" y="507944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1"/>
                  </a:moveTo>
                  <a:lnTo>
                    <a:pt x="0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1334;p39">
              <a:extLst>
                <a:ext uri="{FF2B5EF4-FFF2-40B4-BE49-F238E27FC236}">
                  <a16:creationId xmlns:a16="http://schemas.microsoft.com/office/drawing/2014/main" id="{2D80520D-4365-DBD0-CF7E-2AB112C73ACC}"/>
                </a:ext>
              </a:extLst>
            </p:cNvPr>
            <p:cNvSpPr/>
            <p:nvPr/>
          </p:nvSpPr>
          <p:spPr>
            <a:xfrm>
              <a:off x="2382934" y="737087"/>
              <a:ext cx="3278" cy="99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3" y="0"/>
                  </a:moveTo>
                  <a:lnTo>
                    <a:pt x="33" y="0"/>
                  </a:lnTo>
                  <a:lnTo>
                    <a:pt x="16" y="0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1335;p39">
              <a:extLst>
                <a:ext uri="{FF2B5EF4-FFF2-40B4-BE49-F238E27FC236}">
                  <a16:creationId xmlns:a16="http://schemas.microsoft.com/office/drawing/2014/main" id="{9E5C4300-DB1D-8691-6481-DEECCDF446E2}"/>
                </a:ext>
              </a:extLst>
            </p:cNvPr>
            <p:cNvSpPr/>
            <p:nvPr/>
          </p:nvSpPr>
          <p:spPr>
            <a:xfrm>
              <a:off x="2526558" y="559692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101" y="33"/>
                  </a:lnTo>
                  <a:lnTo>
                    <a:pt x="10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1336;p39">
              <a:extLst>
                <a:ext uri="{FF2B5EF4-FFF2-40B4-BE49-F238E27FC236}">
                  <a16:creationId xmlns:a16="http://schemas.microsoft.com/office/drawing/2014/main" id="{85C89FC0-C946-8EB2-AD7B-C9EA783E83A0}"/>
                </a:ext>
              </a:extLst>
            </p:cNvPr>
            <p:cNvSpPr/>
            <p:nvPr/>
          </p:nvSpPr>
          <p:spPr>
            <a:xfrm>
              <a:off x="2705542" y="593066"/>
              <a:ext cx="33373" cy="13707"/>
            </a:xfrm>
            <a:custGeom>
              <a:avLst/>
              <a:gdLst/>
              <a:ahLst/>
              <a:cxnLst/>
              <a:rect l="l" t="t" r="r" b="b"/>
              <a:pathLst>
                <a:path w="336" h="13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36"/>
                    <a:pt x="53" y="36"/>
                    <a:pt x="85" y="53"/>
                  </a:cubicBezTo>
                  <a:cubicBezTo>
                    <a:pt x="101" y="53"/>
                    <a:pt x="117" y="69"/>
                    <a:pt x="133" y="69"/>
                  </a:cubicBezTo>
                  <a:cubicBezTo>
                    <a:pt x="154" y="85"/>
                    <a:pt x="186" y="85"/>
                    <a:pt x="218" y="101"/>
                  </a:cubicBezTo>
                  <a:cubicBezTo>
                    <a:pt x="234" y="101"/>
                    <a:pt x="271" y="117"/>
                    <a:pt x="303" y="137"/>
                  </a:cubicBezTo>
                  <a:lnTo>
                    <a:pt x="335" y="137"/>
                  </a:lnTo>
                  <a:cubicBezTo>
                    <a:pt x="335" y="117"/>
                    <a:pt x="319" y="117"/>
                    <a:pt x="319" y="117"/>
                  </a:cubicBezTo>
                  <a:lnTo>
                    <a:pt x="303" y="117"/>
                  </a:lnTo>
                  <a:cubicBezTo>
                    <a:pt x="271" y="101"/>
                    <a:pt x="255" y="101"/>
                    <a:pt x="218" y="85"/>
                  </a:cubicBezTo>
                  <a:cubicBezTo>
                    <a:pt x="186" y="69"/>
                    <a:pt x="170" y="69"/>
                    <a:pt x="133" y="53"/>
                  </a:cubicBezTo>
                  <a:cubicBezTo>
                    <a:pt x="117" y="53"/>
                    <a:pt x="101" y="36"/>
                    <a:pt x="85" y="36"/>
                  </a:cubicBezTo>
                  <a:cubicBezTo>
                    <a:pt x="53" y="36"/>
                    <a:pt x="32" y="1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1337;p39">
              <a:extLst>
                <a:ext uri="{FF2B5EF4-FFF2-40B4-BE49-F238E27FC236}">
                  <a16:creationId xmlns:a16="http://schemas.microsoft.com/office/drawing/2014/main" id="{38D13F58-FCBD-72C5-690A-DC81A10B7EAE}"/>
                </a:ext>
              </a:extLst>
            </p:cNvPr>
            <p:cNvSpPr/>
            <p:nvPr/>
          </p:nvSpPr>
          <p:spPr>
            <a:xfrm>
              <a:off x="2633730" y="623161"/>
              <a:ext cx="58602" cy="20064"/>
            </a:xfrm>
            <a:custGeom>
              <a:avLst/>
              <a:gdLst/>
              <a:ahLst/>
              <a:cxnLst/>
              <a:rect l="l" t="t" r="r" b="b"/>
              <a:pathLst>
                <a:path w="590" h="202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69" y="16"/>
                    <a:pt x="101" y="36"/>
                  </a:cubicBezTo>
                  <a:cubicBezTo>
                    <a:pt x="117" y="36"/>
                    <a:pt x="117" y="53"/>
                    <a:pt x="133" y="53"/>
                  </a:cubicBezTo>
                  <a:cubicBezTo>
                    <a:pt x="271" y="101"/>
                    <a:pt x="388" y="137"/>
                    <a:pt x="489" y="170"/>
                  </a:cubicBezTo>
                  <a:cubicBezTo>
                    <a:pt x="388" y="117"/>
                    <a:pt x="271" y="85"/>
                    <a:pt x="133" y="36"/>
                  </a:cubicBezTo>
                  <a:cubicBezTo>
                    <a:pt x="133" y="36"/>
                    <a:pt x="117" y="36"/>
                    <a:pt x="101" y="16"/>
                  </a:cubicBezTo>
                  <a:cubicBezTo>
                    <a:pt x="69" y="16"/>
                    <a:pt x="49" y="0"/>
                    <a:pt x="0" y="0"/>
                  </a:cubicBezTo>
                  <a:close/>
                  <a:moveTo>
                    <a:pt x="489" y="170"/>
                  </a:moveTo>
                  <a:lnTo>
                    <a:pt x="505" y="186"/>
                  </a:lnTo>
                  <a:cubicBezTo>
                    <a:pt x="521" y="186"/>
                    <a:pt x="537" y="202"/>
                    <a:pt x="553" y="202"/>
                  </a:cubicBezTo>
                  <a:lnTo>
                    <a:pt x="574" y="202"/>
                  </a:lnTo>
                  <a:lnTo>
                    <a:pt x="590" y="186"/>
                  </a:lnTo>
                  <a:lnTo>
                    <a:pt x="574" y="186"/>
                  </a:lnTo>
                  <a:cubicBezTo>
                    <a:pt x="553" y="186"/>
                    <a:pt x="521" y="186"/>
                    <a:pt x="505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1338;p39">
              <a:extLst>
                <a:ext uri="{FF2B5EF4-FFF2-40B4-BE49-F238E27FC236}">
                  <a16:creationId xmlns:a16="http://schemas.microsoft.com/office/drawing/2014/main" id="{6E4966CF-4495-9D54-E30A-0F5EE7ECC611}"/>
                </a:ext>
              </a:extLst>
            </p:cNvPr>
            <p:cNvSpPr/>
            <p:nvPr/>
          </p:nvSpPr>
          <p:spPr>
            <a:xfrm>
              <a:off x="2457925" y="452620"/>
              <a:ext cx="18574" cy="168952"/>
            </a:xfrm>
            <a:custGeom>
              <a:avLst/>
              <a:gdLst/>
              <a:ahLst/>
              <a:cxnLst/>
              <a:rect l="l" t="t" r="r" b="b"/>
              <a:pathLst>
                <a:path w="187" h="1701" extrusionOk="0">
                  <a:moveTo>
                    <a:pt x="21" y="0"/>
                  </a:moveTo>
                  <a:cubicBezTo>
                    <a:pt x="1" y="0"/>
                    <a:pt x="1" y="16"/>
                    <a:pt x="21" y="37"/>
                  </a:cubicBezTo>
                  <a:cubicBezTo>
                    <a:pt x="21" y="16"/>
                    <a:pt x="21" y="16"/>
                    <a:pt x="37" y="16"/>
                  </a:cubicBezTo>
                  <a:lnTo>
                    <a:pt x="37" y="0"/>
                  </a:lnTo>
                  <a:close/>
                  <a:moveTo>
                    <a:pt x="21" y="53"/>
                  </a:moveTo>
                  <a:lnTo>
                    <a:pt x="21" y="170"/>
                  </a:lnTo>
                  <a:cubicBezTo>
                    <a:pt x="37" y="218"/>
                    <a:pt x="37" y="271"/>
                    <a:pt x="37" y="303"/>
                  </a:cubicBezTo>
                  <a:lnTo>
                    <a:pt x="37" y="319"/>
                  </a:lnTo>
                  <a:cubicBezTo>
                    <a:pt x="37" y="339"/>
                    <a:pt x="53" y="356"/>
                    <a:pt x="53" y="372"/>
                  </a:cubicBezTo>
                  <a:lnTo>
                    <a:pt x="53" y="440"/>
                  </a:lnTo>
                  <a:lnTo>
                    <a:pt x="53" y="541"/>
                  </a:lnTo>
                  <a:cubicBezTo>
                    <a:pt x="69" y="558"/>
                    <a:pt x="69" y="558"/>
                    <a:pt x="69" y="574"/>
                  </a:cubicBezTo>
                  <a:lnTo>
                    <a:pt x="69" y="541"/>
                  </a:lnTo>
                  <a:lnTo>
                    <a:pt x="69" y="440"/>
                  </a:lnTo>
                  <a:cubicBezTo>
                    <a:pt x="69" y="404"/>
                    <a:pt x="69" y="388"/>
                    <a:pt x="53" y="356"/>
                  </a:cubicBezTo>
                  <a:lnTo>
                    <a:pt x="53" y="319"/>
                  </a:lnTo>
                  <a:lnTo>
                    <a:pt x="53" y="303"/>
                  </a:lnTo>
                  <a:cubicBezTo>
                    <a:pt x="53" y="255"/>
                    <a:pt x="53" y="218"/>
                    <a:pt x="37" y="170"/>
                  </a:cubicBezTo>
                  <a:cubicBezTo>
                    <a:pt x="37" y="138"/>
                    <a:pt x="37" y="85"/>
                    <a:pt x="21" y="53"/>
                  </a:cubicBezTo>
                  <a:close/>
                  <a:moveTo>
                    <a:pt x="69" y="574"/>
                  </a:moveTo>
                  <a:lnTo>
                    <a:pt x="69" y="691"/>
                  </a:lnTo>
                  <a:cubicBezTo>
                    <a:pt x="69" y="707"/>
                    <a:pt x="69" y="723"/>
                    <a:pt x="86" y="743"/>
                  </a:cubicBezTo>
                  <a:lnTo>
                    <a:pt x="86" y="691"/>
                  </a:lnTo>
                  <a:cubicBezTo>
                    <a:pt x="86" y="659"/>
                    <a:pt x="86" y="606"/>
                    <a:pt x="69" y="574"/>
                  </a:cubicBezTo>
                  <a:close/>
                  <a:moveTo>
                    <a:pt x="86" y="743"/>
                  </a:moveTo>
                  <a:lnTo>
                    <a:pt x="86" y="776"/>
                  </a:lnTo>
                  <a:cubicBezTo>
                    <a:pt x="86" y="824"/>
                    <a:pt x="86" y="877"/>
                    <a:pt x="102" y="909"/>
                  </a:cubicBezTo>
                  <a:lnTo>
                    <a:pt x="102" y="776"/>
                  </a:lnTo>
                  <a:cubicBezTo>
                    <a:pt x="102" y="760"/>
                    <a:pt x="86" y="743"/>
                    <a:pt x="86" y="743"/>
                  </a:cubicBezTo>
                  <a:close/>
                  <a:moveTo>
                    <a:pt x="102" y="909"/>
                  </a:moveTo>
                  <a:lnTo>
                    <a:pt x="102" y="978"/>
                  </a:lnTo>
                  <a:lnTo>
                    <a:pt x="102" y="1046"/>
                  </a:lnTo>
                  <a:cubicBezTo>
                    <a:pt x="102" y="1095"/>
                    <a:pt x="122" y="1147"/>
                    <a:pt x="122" y="1180"/>
                  </a:cubicBezTo>
                  <a:cubicBezTo>
                    <a:pt x="138" y="1212"/>
                    <a:pt x="138" y="1228"/>
                    <a:pt x="138" y="1265"/>
                  </a:cubicBezTo>
                  <a:lnTo>
                    <a:pt x="138" y="1180"/>
                  </a:lnTo>
                  <a:cubicBezTo>
                    <a:pt x="122" y="1127"/>
                    <a:pt x="122" y="1095"/>
                    <a:pt x="122" y="1046"/>
                  </a:cubicBezTo>
                  <a:lnTo>
                    <a:pt x="122" y="978"/>
                  </a:lnTo>
                  <a:cubicBezTo>
                    <a:pt x="122" y="962"/>
                    <a:pt x="122" y="925"/>
                    <a:pt x="102" y="909"/>
                  </a:cubicBezTo>
                  <a:close/>
                  <a:moveTo>
                    <a:pt x="138" y="1265"/>
                  </a:moveTo>
                  <a:lnTo>
                    <a:pt x="138" y="1349"/>
                  </a:lnTo>
                  <a:cubicBezTo>
                    <a:pt x="154" y="1366"/>
                    <a:pt x="154" y="1398"/>
                    <a:pt x="154" y="1414"/>
                  </a:cubicBezTo>
                  <a:cubicBezTo>
                    <a:pt x="138" y="1430"/>
                    <a:pt x="138" y="1430"/>
                    <a:pt x="138" y="1450"/>
                  </a:cubicBezTo>
                  <a:cubicBezTo>
                    <a:pt x="154" y="1499"/>
                    <a:pt x="154" y="1551"/>
                    <a:pt x="170" y="1616"/>
                  </a:cubicBezTo>
                  <a:cubicBezTo>
                    <a:pt x="170" y="1551"/>
                    <a:pt x="170" y="1499"/>
                    <a:pt x="154" y="1450"/>
                  </a:cubicBezTo>
                  <a:lnTo>
                    <a:pt x="154" y="1430"/>
                  </a:lnTo>
                  <a:cubicBezTo>
                    <a:pt x="170" y="1398"/>
                    <a:pt x="154" y="1366"/>
                    <a:pt x="154" y="1349"/>
                  </a:cubicBezTo>
                  <a:cubicBezTo>
                    <a:pt x="154" y="1313"/>
                    <a:pt x="138" y="1281"/>
                    <a:pt x="138" y="1265"/>
                  </a:cubicBezTo>
                  <a:close/>
                  <a:moveTo>
                    <a:pt x="170" y="1616"/>
                  </a:moveTo>
                  <a:lnTo>
                    <a:pt x="170" y="1652"/>
                  </a:lnTo>
                  <a:cubicBezTo>
                    <a:pt x="170" y="1669"/>
                    <a:pt x="170" y="1685"/>
                    <a:pt x="186" y="1701"/>
                  </a:cubicBezTo>
                  <a:lnTo>
                    <a:pt x="186" y="1685"/>
                  </a:lnTo>
                  <a:lnTo>
                    <a:pt x="186" y="1652"/>
                  </a:lnTo>
                  <a:cubicBezTo>
                    <a:pt x="186" y="1632"/>
                    <a:pt x="170" y="1632"/>
                    <a:pt x="170" y="16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1339;p39">
              <a:extLst>
                <a:ext uri="{FF2B5EF4-FFF2-40B4-BE49-F238E27FC236}">
                  <a16:creationId xmlns:a16="http://schemas.microsoft.com/office/drawing/2014/main" id="{11B73701-3A98-116F-2236-CA7EF3EB58BE}"/>
                </a:ext>
              </a:extLst>
            </p:cNvPr>
            <p:cNvSpPr/>
            <p:nvPr/>
          </p:nvSpPr>
          <p:spPr>
            <a:xfrm>
              <a:off x="2287384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cubicBezTo>
                    <a:pt x="21" y="21"/>
                    <a:pt x="37" y="21"/>
                    <a:pt x="53" y="37"/>
                  </a:cubicBezTo>
                  <a:cubicBezTo>
                    <a:pt x="53" y="37"/>
                    <a:pt x="69" y="37"/>
                    <a:pt x="86" y="53"/>
                  </a:cubicBezTo>
                  <a:lnTo>
                    <a:pt x="86" y="37"/>
                  </a:lnTo>
                  <a:cubicBezTo>
                    <a:pt x="69" y="37"/>
                    <a:pt x="69" y="21"/>
                    <a:pt x="53" y="21"/>
                  </a:cubicBezTo>
                  <a:cubicBezTo>
                    <a:pt x="37" y="21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1340;p39">
              <a:extLst>
                <a:ext uri="{FF2B5EF4-FFF2-40B4-BE49-F238E27FC236}">
                  <a16:creationId xmlns:a16="http://schemas.microsoft.com/office/drawing/2014/main" id="{04EA6C3D-CA0C-9F53-6CBC-4CAADF4278A3}"/>
                </a:ext>
              </a:extLst>
            </p:cNvPr>
            <p:cNvSpPr/>
            <p:nvPr/>
          </p:nvSpPr>
          <p:spPr>
            <a:xfrm>
              <a:off x="2456335" y="419247"/>
              <a:ext cx="135678" cy="473184"/>
            </a:xfrm>
            <a:custGeom>
              <a:avLst/>
              <a:gdLst/>
              <a:ahLst/>
              <a:cxnLst/>
              <a:rect l="l" t="t" r="r" b="b"/>
              <a:pathLst>
                <a:path w="1366" h="4764" extrusionOk="0">
                  <a:moveTo>
                    <a:pt x="1" y="1"/>
                  </a:moveTo>
                  <a:lnTo>
                    <a:pt x="1" y="17"/>
                  </a:lnTo>
                  <a:lnTo>
                    <a:pt x="53" y="17"/>
                  </a:lnTo>
                  <a:cubicBezTo>
                    <a:pt x="186" y="86"/>
                    <a:pt x="340" y="134"/>
                    <a:pt x="473" y="187"/>
                  </a:cubicBezTo>
                  <a:lnTo>
                    <a:pt x="861" y="336"/>
                  </a:lnTo>
                  <a:lnTo>
                    <a:pt x="489" y="187"/>
                  </a:lnTo>
                  <a:cubicBezTo>
                    <a:pt x="340" y="118"/>
                    <a:pt x="202" y="70"/>
                    <a:pt x="53" y="1"/>
                  </a:cubicBezTo>
                  <a:close/>
                  <a:moveTo>
                    <a:pt x="861" y="336"/>
                  </a:moveTo>
                  <a:cubicBezTo>
                    <a:pt x="893" y="352"/>
                    <a:pt x="909" y="373"/>
                    <a:pt x="893" y="405"/>
                  </a:cubicBezTo>
                  <a:cubicBezTo>
                    <a:pt x="893" y="421"/>
                    <a:pt x="893" y="437"/>
                    <a:pt x="909" y="474"/>
                  </a:cubicBezTo>
                  <a:lnTo>
                    <a:pt x="909" y="405"/>
                  </a:lnTo>
                  <a:cubicBezTo>
                    <a:pt x="909" y="352"/>
                    <a:pt x="893" y="336"/>
                    <a:pt x="861" y="336"/>
                  </a:cubicBezTo>
                  <a:close/>
                  <a:moveTo>
                    <a:pt x="909" y="474"/>
                  </a:moveTo>
                  <a:lnTo>
                    <a:pt x="909" y="522"/>
                  </a:lnTo>
                  <a:cubicBezTo>
                    <a:pt x="909" y="538"/>
                    <a:pt x="909" y="574"/>
                    <a:pt x="926" y="607"/>
                  </a:cubicBezTo>
                  <a:lnTo>
                    <a:pt x="926" y="522"/>
                  </a:lnTo>
                  <a:cubicBezTo>
                    <a:pt x="926" y="506"/>
                    <a:pt x="926" y="490"/>
                    <a:pt x="909" y="474"/>
                  </a:cubicBezTo>
                  <a:close/>
                  <a:moveTo>
                    <a:pt x="926" y="607"/>
                  </a:moveTo>
                  <a:lnTo>
                    <a:pt x="926" y="675"/>
                  </a:lnTo>
                  <a:cubicBezTo>
                    <a:pt x="926" y="724"/>
                    <a:pt x="946" y="756"/>
                    <a:pt x="926" y="809"/>
                  </a:cubicBezTo>
                  <a:cubicBezTo>
                    <a:pt x="926" y="809"/>
                    <a:pt x="946" y="809"/>
                    <a:pt x="946" y="825"/>
                  </a:cubicBezTo>
                  <a:cubicBezTo>
                    <a:pt x="962" y="825"/>
                    <a:pt x="946" y="841"/>
                    <a:pt x="946" y="857"/>
                  </a:cubicBezTo>
                  <a:lnTo>
                    <a:pt x="946" y="926"/>
                  </a:lnTo>
                  <a:cubicBezTo>
                    <a:pt x="962" y="926"/>
                    <a:pt x="962" y="926"/>
                    <a:pt x="962" y="942"/>
                  </a:cubicBezTo>
                  <a:lnTo>
                    <a:pt x="962" y="910"/>
                  </a:lnTo>
                  <a:lnTo>
                    <a:pt x="962" y="857"/>
                  </a:lnTo>
                  <a:lnTo>
                    <a:pt x="962" y="809"/>
                  </a:lnTo>
                  <a:lnTo>
                    <a:pt x="946" y="809"/>
                  </a:lnTo>
                  <a:lnTo>
                    <a:pt x="946" y="675"/>
                  </a:lnTo>
                  <a:cubicBezTo>
                    <a:pt x="946" y="655"/>
                    <a:pt x="926" y="623"/>
                    <a:pt x="926" y="607"/>
                  </a:cubicBezTo>
                  <a:close/>
                  <a:moveTo>
                    <a:pt x="962" y="942"/>
                  </a:moveTo>
                  <a:lnTo>
                    <a:pt x="962" y="995"/>
                  </a:lnTo>
                  <a:lnTo>
                    <a:pt x="962" y="1027"/>
                  </a:lnTo>
                  <a:cubicBezTo>
                    <a:pt x="978" y="1059"/>
                    <a:pt x="978" y="1096"/>
                    <a:pt x="978" y="1128"/>
                  </a:cubicBezTo>
                  <a:lnTo>
                    <a:pt x="978" y="1213"/>
                  </a:lnTo>
                  <a:lnTo>
                    <a:pt x="978" y="1229"/>
                  </a:lnTo>
                  <a:cubicBezTo>
                    <a:pt x="994" y="1261"/>
                    <a:pt x="994" y="1281"/>
                    <a:pt x="994" y="1298"/>
                  </a:cubicBezTo>
                  <a:lnTo>
                    <a:pt x="994" y="1382"/>
                  </a:lnTo>
                  <a:cubicBezTo>
                    <a:pt x="1010" y="1415"/>
                    <a:pt x="1010" y="1447"/>
                    <a:pt x="1010" y="1463"/>
                  </a:cubicBezTo>
                  <a:lnTo>
                    <a:pt x="1010" y="1548"/>
                  </a:lnTo>
                  <a:cubicBezTo>
                    <a:pt x="1027" y="1564"/>
                    <a:pt x="1027" y="1584"/>
                    <a:pt x="1027" y="1601"/>
                  </a:cubicBezTo>
                  <a:lnTo>
                    <a:pt x="1027" y="1548"/>
                  </a:lnTo>
                  <a:lnTo>
                    <a:pt x="1027" y="1463"/>
                  </a:lnTo>
                  <a:cubicBezTo>
                    <a:pt x="1027" y="1447"/>
                    <a:pt x="1010" y="1415"/>
                    <a:pt x="1010" y="1382"/>
                  </a:cubicBezTo>
                  <a:lnTo>
                    <a:pt x="1010" y="1298"/>
                  </a:lnTo>
                  <a:cubicBezTo>
                    <a:pt x="1010" y="1281"/>
                    <a:pt x="994" y="1261"/>
                    <a:pt x="994" y="1229"/>
                  </a:cubicBezTo>
                  <a:lnTo>
                    <a:pt x="994" y="1213"/>
                  </a:lnTo>
                  <a:lnTo>
                    <a:pt x="994" y="1128"/>
                  </a:lnTo>
                  <a:cubicBezTo>
                    <a:pt x="978" y="1096"/>
                    <a:pt x="978" y="1059"/>
                    <a:pt x="978" y="1027"/>
                  </a:cubicBezTo>
                  <a:lnTo>
                    <a:pt x="978" y="995"/>
                  </a:lnTo>
                  <a:cubicBezTo>
                    <a:pt x="978" y="978"/>
                    <a:pt x="978" y="958"/>
                    <a:pt x="962" y="942"/>
                  </a:cubicBezTo>
                  <a:close/>
                  <a:moveTo>
                    <a:pt x="1027" y="1601"/>
                  </a:moveTo>
                  <a:lnTo>
                    <a:pt x="1027" y="1649"/>
                  </a:lnTo>
                  <a:cubicBezTo>
                    <a:pt x="1027" y="1665"/>
                    <a:pt x="1027" y="1685"/>
                    <a:pt x="1047" y="1718"/>
                  </a:cubicBezTo>
                  <a:lnTo>
                    <a:pt x="1047" y="1649"/>
                  </a:lnTo>
                  <a:cubicBezTo>
                    <a:pt x="1047" y="1633"/>
                    <a:pt x="1027" y="1617"/>
                    <a:pt x="1027" y="1601"/>
                  </a:cubicBezTo>
                  <a:close/>
                  <a:moveTo>
                    <a:pt x="1047" y="1718"/>
                  </a:moveTo>
                  <a:lnTo>
                    <a:pt x="1047" y="1750"/>
                  </a:lnTo>
                  <a:lnTo>
                    <a:pt x="1047" y="1835"/>
                  </a:lnTo>
                  <a:lnTo>
                    <a:pt x="1047" y="1867"/>
                  </a:lnTo>
                  <a:cubicBezTo>
                    <a:pt x="1063" y="1887"/>
                    <a:pt x="1063" y="1887"/>
                    <a:pt x="1063" y="1904"/>
                  </a:cubicBezTo>
                  <a:lnTo>
                    <a:pt x="1063" y="1968"/>
                  </a:lnTo>
                  <a:lnTo>
                    <a:pt x="1063" y="2037"/>
                  </a:lnTo>
                  <a:cubicBezTo>
                    <a:pt x="1079" y="2037"/>
                    <a:pt x="1079" y="2053"/>
                    <a:pt x="1079" y="2053"/>
                  </a:cubicBezTo>
                  <a:lnTo>
                    <a:pt x="1079" y="2037"/>
                  </a:lnTo>
                  <a:lnTo>
                    <a:pt x="1079" y="1968"/>
                  </a:lnTo>
                  <a:lnTo>
                    <a:pt x="1079" y="1904"/>
                  </a:lnTo>
                  <a:cubicBezTo>
                    <a:pt x="1063" y="1887"/>
                    <a:pt x="1063" y="1867"/>
                    <a:pt x="1063" y="1867"/>
                  </a:cubicBezTo>
                  <a:lnTo>
                    <a:pt x="1063" y="1835"/>
                  </a:lnTo>
                  <a:lnTo>
                    <a:pt x="1063" y="1750"/>
                  </a:lnTo>
                  <a:cubicBezTo>
                    <a:pt x="1047" y="1734"/>
                    <a:pt x="1047" y="1718"/>
                    <a:pt x="1047" y="1718"/>
                  </a:cubicBezTo>
                  <a:close/>
                  <a:moveTo>
                    <a:pt x="219" y="2021"/>
                  </a:moveTo>
                  <a:cubicBezTo>
                    <a:pt x="202" y="2021"/>
                    <a:pt x="202" y="2021"/>
                    <a:pt x="186" y="2037"/>
                  </a:cubicBezTo>
                  <a:lnTo>
                    <a:pt x="186" y="2053"/>
                  </a:lnTo>
                  <a:lnTo>
                    <a:pt x="186" y="2069"/>
                  </a:lnTo>
                  <a:cubicBezTo>
                    <a:pt x="186" y="2089"/>
                    <a:pt x="186" y="2089"/>
                    <a:pt x="202" y="2106"/>
                  </a:cubicBezTo>
                  <a:lnTo>
                    <a:pt x="202" y="2069"/>
                  </a:lnTo>
                  <a:lnTo>
                    <a:pt x="202" y="2053"/>
                  </a:lnTo>
                  <a:lnTo>
                    <a:pt x="202" y="2037"/>
                  </a:lnTo>
                  <a:lnTo>
                    <a:pt x="219" y="2037"/>
                  </a:lnTo>
                  <a:lnTo>
                    <a:pt x="219" y="2021"/>
                  </a:lnTo>
                  <a:close/>
                  <a:moveTo>
                    <a:pt x="1079" y="2053"/>
                  </a:moveTo>
                  <a:lnTo>
                    <a:pt x="1079" y="2089"/>
                  </a:lnTo>
                  <a:lnTo>
                    <a:pt x="1079" y="2154"/>
                  </a:lnTo>
                  <a:cubicBezTo>
                    <a:pt x="1079" y="2170"/>
                    <a:pt x="1079" y="2190"/>
                    <a:pt x="1095" y="2207"/>
                  </a:cubicBezTo>
                  <a:lnTo>
                    <a:pt x="1095" y="2138"/>
                  </a:lnTo>
                  <a:lnTo>
                    <a:pt x="1095" y="2089"/>
                  </a:lnTo>
                  <a:cubicBezTo>
                    <a:pt x="1095" y="2089"/>
                    <a:pt x="1095" y="2069"/>
                    <a:pt x="1079" y="2053"/>
                  </a:cubicBezTo>
                  <a:close/>
                  <a:moveTo>
                    <a:pt x="202" y="2106"/>
                  </a:moveTo>
                  <a:lnTo>
                    <a:pt x="202" y="2154"/>
                  </a:lnTo>
                  <a:lnTo>
                    <a:pt x="202" y="2190"/>
                  </a:lnTo>
                  <a:lnTo>
                    <a:pt x="202" y="2255"/>
                  </a:lnTo>
                  <a:cubicBezTo>
                    <a:pt x="202" y="2271"/>
                    <a:pt x="219" y="2291"/>
                    <a:pt x="219" y="2291"/>
                  </a:cubicBezTo>
                  <a:lnTo>
                    <a:pt x="219" y="2255"/>
                  </a:lnTo>
                  <a:lnTo>
                    <a:pt x="219" y="2190"/>
                  </a:lnTo>
                  <a:lnTo>
                    <a:pt x="219" y="2154"/>
                  </a:lnTo>
                  <a:cubicBezTo>
                    <a:pt x="219" y="2138"/>
                    <a:pt x="219" y="2122"/>
                    <a:pt x="202" y="2106"/>
                  </a:cubicBezTo>
                  <a:close/>
                  <a:moveTo>
                    <a:pt x="1095" y="2207"/>
                  </a:moveTo>
                  <a:lnTo>
                    <a:pt x="1095" y="2255"/>
                  </a:lnTo>
                  <a:lnTo>
                    <a:pt x="1095" y="2340"/>
                  </a:lnTo>
                  <a:cubicBezTo>
                    <a:pt x="1095" y="2356"/>
                    <a:pt x="1095" y="2372"/>
                    <a:pt x="1111" y="2392"/>
                  </a:cubicBezTo>
                  <a:lnTo>
                    <a:pt x="1111" y="2340"/>
                  </a:lnTo>
                  <a:lnTo>
                    <a:pt x="1111" y="2255"/>
                  </a:lnTo>
                  <a:cubicBezTo>
                    <a:pt x="1111" y="2239"/>
                    <a:pt x="1095" y="2223"/>
                    <a:pt x="1095" y="2207"/>
                  </a:cubicBezTo>
                  <a:close/>
                  <a:moveTo>
                    <a:pt x="219" y="2291"/>
                  </a:moveTo>
                  <a:lnTo>
                    <a:pt x="219" y="2372"/>
                  </a:lnTo>
                  <a:cubicBezTo>
                    <a:pt x="219" y="2409"/>
                    <a:pt x="219" y="2441"/>
                    <a:pt x="239" y="2473"/>
                  </a:cubicBezTo>
                  <a:lnTo>
                    <a:pt x="239" y="2372"/>
                  </a:lnTo>
                  <a:cubicBezTo>
                    <a:pt x="239" y="2356"/>
                    <a:pt x="219" y="2324"/>
                    <a:pt x="219" y="2291"/>
                  </a:cubicBezTo>
                  <a:close/>
                  <a:moveTo>
                    <a:pt x="239" y="2473"/>
                  </a:moveTo>
                  <a:lnTo>
                    <a:pt x="239" y="2542"/>
                  </a:lnTo>
                  <a:lnTo>
                    <a:pt x="239" y="2558"/>
                  </a:lnTo>
                  <a:cubicBezTo>
                    <a:pt x="239" y="2594"/>
                    <a:pt x="255" y="2627"/>
                    <a:pt x="255" y="2643"/>
                  </a:cubicBezTo>
                  <a:lnTo>
                    <a:pt x="255" y="2558"/>
                  </a:lnTo>
                  <a:lnTo>
                    <a:pt x="255" y="2542"/>
                  </a:lnTo>
                  <a:cubicBezTo>
                    <a:pt x="255" y="2526"/>
                    <a:pt x="255" y="2493"/>
                    <a:pt x="239" y="2473"/>
                  </a:cubicBezTo>
                  <a:close/>
                  <a:moveTo>
                    <a:pt x="1111" y="2392"/>
                  </a:moveTo>
                  <a:lnTo>
                    <a:pt x="1111" y="2425"/>
                  </a:lnTo>
                  <a:lnTo>
                    <a:pt x="1111" y="2509"/>
                  </a:lnTo>
                  <a:lnTo>
                    <a:pt x="1111" y="2526"/>
                  </a:lnTo>
                  <a:cubicBezTo>
                    <a:pt x="1128" y="2558"/>
                    <a:pt x="1128" y="2574"/>
                    <a:pt x="1128" y="2610"/>
                  </a:cubicBezTo>
                  <a:lnTo>
                    <a:pt x="1128" y="2695"/>
                  </a:lnTo>
                  <a:cubicBezTo>
                    <a:pt x="1148" y="2711"/>
                    <a:pt x="1148" y="2728"/>
                    <a:pt x="1148" y="2744"/>
                  </a:cubicBezTo>
                  <a:lnTo>
                    <a:pt x="1148" y="2695"/>
                  </a:lnTo>
                  <a:lnTo>
                    <a:pt x="1148" y="2610"/>
                  </a:lnTo>
                  <a:cubicBezTo>
                    <a:pt x="1148" y="2574"/>
                    <a:pt x="1128" y="2558"/>
                    <a:pt x="1128" y="2526"/>
                  </a:cubicBezTo>
                  <a:lnTo>
                    <a:pt x="1128" y="2509"/>
                  </a:lnTo>
                  <a:lnTo>
                    <a:pt x="1128" y="2425"/>
                  </a:lnTo>
                  <a:cubicBezTo>
                    <a:pt x="1128" y="2409"/>
                    <a:pt x="1111" y="2392"/>
                    <a:pt x="1111" y="2392"/>
                  </a:cubicBezTo>
                  <a:close/>
                  <a:moveTo>
                    <a:pt x="255" y="2643"/>
                  </a:moveTo>
                  <a:lnTo>
                    <a:pt x="255" y="2695"/>
                  </a:lnTo>
                  <a:lnTo>
                    <a:pt x="255" y="2728"/>
                  </a:lnTo>
                  <a:cubicBezTo>
                    <a:pt x="255" y="2776"/>
                    <a:pt x="271" y="2829"/>
                    <a:pt x="271" y="2877"/>
                  </a:cubicBezTo>
                  <a:lnTo>
                    <a:pt x="271" y="2913"/>
                  </a:lnTo>
                  <a:cubicBezTo>
                    <a:pt x="271" y="2930"/>
                    <a:pt x="271" y="2946"/>
                    <a:pt x="287" y="2962"/>
                  </a:cubicBezTo>
                  <a:lnTo>
                    <a:pt x="287" y="2913"/>
                  </a:lnTo>
                  <a:lnTo>
                    <a:pt x="287" y="2877"/>
                  </a:lnTo>
                  <a:cubicBezTo>
                    <a:pt x="271" y="2829"/>
                    <a:pt x="271" y="2776"/>
                    <a:pt x="271" y="2728"/>
                  </a:cubicBezTo>
                  <a:lnTo>
                    <a:pt x="271" y="2695"/>
                  </a:lnTo>
                  <a:cubicBezTo>
                    <a:pt x="255" y="2675"/>
                    <a:pt x="255" y="2659"/>
                    <a:pt x="255" y="2643"/>
                  </a:cubicBezTo>
                  <a:close/>
                  <a:moveTo>
                    <a:pt x="287" y="2962"/>
                  </a:moveTo>
                  <a:lnTo>
                    <a:pt x="287" y="3079"/>
                  </a:lnTo>
                  <a:cubicBezTo>
                    <a:pt x="287" y="3115"/>
                    <a:pt x="287" y="3148"/>
                    <a:pt x="303" y="3180"/>
                  </a:cubicBezTo>
                  <a:lnTo>
                    <a:pt x="303" y="3079"/>
                  </a:lnTo>
                  <a:cubicBezTo>
                    <a:pt x="303" y="3047"/>
                    <a:pt x="303" y="2998"/>
                    <a:pt x="287" y="2962"/>
                  </a:cubicBezTo>
                  <a:close/>
                  <a:moveTo>
                    <a:pt x="1148" y="2744"/>
                  </a:moveTo>
                  <a:lnTo>
                    <a:pt x="1148" y="2776"/>
                  </a:lnTo>
                  <a:cubicBezTo>
                    <a:pt x="1148" y="2829"/>
                    <a:pt x="1164" y="2877"/>
                    <a:pt x="1164" y="2913"/>
                  </a:cubicBezTo>
                  <a:lnTo>
                    <a:pt x="1164" y="2998"/>
                  </a:lnTo>
                  <a:cubicBezTo>
                    <a:pt x="1180" y="3031"/>
                    <a:pt x="1180" y="3063"/>
                    <a:pt x="1180" y="3099"/>
                  </a:cubicBezTo>
                  <a:cubicBezTo>
                    <a:pt x="1180" y="3132"/>
                    <a:pt x="1180" y="3180"/>
                    <a:pt x="1196" y="3216"/>
                  </a:cubicBezTo>
                  <a:lnTo>
                    <a:pt x="1196" y="3099"/>
                  </a:lnTo>
                  <a:cubicBezTo>
                    <a:pt x="1196" y="3063"/>
                    <a:pt x="1180" y="3031"/>
                    <a:pt x="1180" y="2998"/>
                  </a:cubicBezTo>
                  <a:lnTo>
                    <a:pt x="1180" y="2913"/>
                  </a:lnTo>
                  <a:cubicBezTo>
                    <a:pt x="1164" y="2877"/>
                    <a:pt x="1164" y="2829"/>
                    <a:pt x="1164" y="2776"/>
                  </a:cubicBezTo>
                  <a:cubicBezTo>
                    <a:pt x="1164" y="2760"/>
                    <a:pt x="1164" y="2744"/>
                    <a:pt x="1148" y="2744"/>
                  </a:cubicBezTo>
                  <a:close/>
                  <a:moveTo>
                    <a:pt x="303" y="3180"/>
                  </a:moveTo>
                  <a:lnTo>
                    <a:pt x="303" y="3317"/>
                  </a:lnTo>
                  <a:cubicBezTo>
                    <a:pt x="303" y="3350"/>
                    <a:pt x="303" y="3366"/>
                    <a:pt x="320" y="3382"/>
                  </a:cubicBezTo>
                  <a:lnTo>
                    <a:pt x="320" y="3317"/>
                  </a:lnTo>
                  <a:cubicBezTo>
                    <a:pt x="320" y="3265"/>
                    <a:pt x="320" y="3233"/>
                    <a:pt x="303" y="3180"/>
                  </a:cubicBezTo>
                  <a:close/>
                  <a:moveTo>
                    <a:pt x="1196" y="3216"/>
                  </a:moveTo>
                  <a:lnTo>
                    <a:pt x="1196" y="3265"/>
                  </a:lnTo>
                  <a:lnTo>
                    <a:pt x="1196" y="3317"/>
                  </a:lnTo>
                  <a:cubicBezTo>
                    <a:pt x="1212" y="3334"/>
                    <a:pt x="1212" y="3366"/>
                    <a:pt x="1212" y="3382"/>
                  </a:cubicBezTo>
                  <a:cubicBezTo>
                    <a:pt x="1212" y="3435"/>
                    <a:pt x="1212" y="3467"/>
                    <a:pt x="1229" y="3503"/>
                  </a:cubicBezTo>
                  <a:lnTo>
                    <a:pt x="1229" y="3382"/>
                  </a:lnTo>
                  <a:cubicBezTo>
                    <a:pt x="1229" y="3350"/>
                    <a:pt x="1212" y="3334"/>
                    <a:pt x="1212" y="3317"/>
                  </a:cubicBezTo>
                  <a:lnTo>
                    <a:pt x="1212" y="3265"/>
                  </a:lnTo>
                  <a:cubicBezTo>
                    <a:pt x="1212" y="3249"/>
                    <a:pt x="1212" y="3233"/>
                    <a:pt x="1196" y="3216"/>
                  </a:cubicBezTo>
                  <a:close/>
                  <a:moveTo>
                    <a:pt x="1229" y="3503"/>
                  </a:moveTo>
                  <a:lnTo>
                    <a:pt x="1229" y="3536"/>
                  </a:lnTo>
                  <a:lnTo>
                    <a:pt x="1229" y="3584"/>
                  </a:lnTo>
                  <a:lnTo>
                    <a:pt x="1229" y="3669"/>
                  </a:lnTo>
                  <a:lnTo>
                    <a:pt x="1249" y="3669"/>
                  </a:lnTo>
                  <a:lnTo>
                    <a:pt x="1249" y="3653"/>
                  </a:lnTo>
                  <a:lnTo>
                    <a:pt x="1249" y="3584"/>
                  </a:lnTo>
                  <a:lnTo>
                    <a:pt x="1249" y="3536"/>
                  </a:lnTo>
                  <a:cubicBezTo>
                    <a:pt x="1229" y="3519"/>
                    <a:pt x="1229" y="3519"/>
                    <a:pt x="1229" y="3503"/>
                  </a:cubicBezTo>
                  <a:close/>
                  <a:moveTo>
                    <a:pt x="1249" y="3669"/>
                  </a:moveTo>
                  <a:lnTo>
                    <a:pt x="1249" y="3738"/>
                  </a:lnTo>
                  <a:lnTo>
                    <a:pt x="1249" y="3770"/>
                  </a:lnTo>
                  <a:lnTo>
                    <a:pt x="1249" y="3806"/>
                  </a:lnTo>
                  <a:cubicBezTo>
                    <a:pt x="1265" y="3822"/>
                    <a:pt x="1265" y="3855"/>
                    <a:pt x="1265" y="3871"/>
                  </a:cubicBezTo>
                  <a:lnTo>
                    <a:pt x="1265" y="3806"/>
                  </a:lnTo>
                  <a:lnTo>
                    <a:pt x="1265" y="3770"/>
                  </a:lnTo>
                  <a:lnTo>
                    <a:pt x="1265" y="3738"/>
                  </a:lnTo>
                  <a:cubicBezTo>
                    <a:pt x="1265" y="3721"/>
                    <a:pt x="1265" y="3705"/>
                    <a:pt x="1249" y="3669"/>
                  </a:cubicBezTo>
                  <a:close/>
                  <a:moveTo>
                    <a:pt x="1265" y="3871"/>
                  </a:moveTo>
                  <a:lnTo>
                    <a:pt x="1265" y="3940"/>
                  </a:lnTo>
                  <a:cubicBezTo>
                    <a:pt x="1281" y="3972"/>
                    <a:pt x="1281" y="4024"/>
                    <a:pt x="1281" y="4057"/>
                  </a:cubicBezTo>
                  <a:cubicBezTo>
                    <a:pt x="1281" y="4089"/>
                    <a:pt x="1281" y="4125"/>
                    <a:pt x="1297" y="4158"/>
                  </a:cubicBezTo>
                  <a:lnTo>
                    <a:pt x="1297" y="4057"/>
                  </a:lnTo>
                  <a:cubicBezTo>
                    <a:pt x="1297" y="4008"/>
                    <a:pt x="1281" y="3972"/>
                    <a:pt x="1281" y="3940"/>
                  </a:cubicBezTo>
                  <a:cubicBezTo>
                    <a:pt x="1265" y="3923"/>
                    <a:pt x="1265" y="3907"/>
                    <a:pt x="1265" y="3871"/>
                  </a:cubicBezTo>
                  <a:close/>
                  <a:moveTo>
                    <a:pt x="320" y="3382"/>
                  </a:moveTo>
                  <a:lnTo>
                    <a:pt x="320" y="3402"/>
                  </a:lnTo>
                  <a:cubicBezTo>
                    <a:pt x="320" y="3451"/>
                    <a:pt x="340" y="3519"/>
                    <a:pt x="340" y="3568"/>
                  </a:cubicBezTo>
                  <a:lnTo>
                    <a:pt x="340" y="3637"/>
                  </a:lnTo>
                  <a:cubicBezTo>
                    <a:pt x="356" y="3705"/>
                    <a:pt x="356" y="3770"/>
                    <a:pt x="356" y="3822"/>
                  </a:cubicBezTo>
                  <a:cubicBezTo>
                    <a:pt x="372" y="3907"/>
                    <a:pt x="372" y="3988"/>
                    <a:pt x="388" y="4073"/>
                  </a:cubicBezTo>
                  <a:lnTo>
                    <a:pt x="388" y="4142"/>
                  </a:lnTo>
                  <a:cubicBezTo>
                    <a:pt x="388" y="4174"/>
                    <a:pt x="388" y="4210"/>
                    <a:pt x="404" y="4243"/>
                  </a:cubicBezTo>
                  <a:lnTo>
                    <a:pt x="404" y="4142"/>
                  </a:lnTo>
                  <a:lnTo>
                    <a:pt x="404" y="4073"/>
                  </a:lnTo>
                  <a:cubicBezTo>
                    <a:pt x="388" y="3988"/>
                    <a:pt x="388" y="3907"/>
                    <a:pt x="372" y="3822"/>
                  </a:cubicBezTo>
                  <a:cubicBezTo>
                    <a:pt x="372" y="3770"/>
                    <a:pt x="372" y="3705"/>
                    <a:pt x="356" y="3637"/>
                  </a:cubicBezTo>
                  <a:lnTo>
                    <a:pt x="356" y="3568"/>
                  </a:lnTo>
                  <a:cubicBezTo>
                    <a:pt x="340" y="3519"/>
                    <a:pt x="340" y="3451"/>
                    <a:pt x="340" y="3402"/>
                  </a:cubicBezTo>
                  <a:lnTo>
                    <a:pt x="320" y="3382"/>
                  </a:lnTo>
                  <a:close/>
                  <a:moveTo>
                    <a:pt x="404" y="4243"/>
                  </a:moveTo>
                  <a:lnTo>
                    <a:pt x="404" y="4344"/>
                  </a:lnTo>
                  <a:cubicBezTo>
                    <a:pt x="404" y="4360"/>
                    <a:pt x="421" y="4376"/>
                    <a:pt x="421" y="4392"/>
                  </a:cubicBezTo>
                  <a:lnTo>
                    <a:pt x="421" y="4344"/>
                  </a:lnTo>
                  <a:cubicBezTo>
                    <a:pt x="421" y="4311"/>
                    <a:pt x="421" y="4275"/>
                    <a:pt x="404" y="4243"/>
                  </a:cubicBezTo>
                  <a:close/>
                  <a:moveTo>
                    <a:pt x="421" y="4392"/>
                  </a:moveTo>
                  <a:lnTo>
                    <a:pt x="421" y="4428"/>
                  </a:lnTo>
                  <a:cubicBezTo>
                    <a:pt x="421" y="4445"/>
                    <a:pt x="441" y="4461"/>
                    <a:pt x="421" y="4493"/>
                  </a:cubicBezTo>
                  <a:cubicBezTo>
                    <a:pt x="441" y="4529"/>
                    <a:pt x="473" y="4529"/>
                    <a:pt x="489" y="4529"/>
                  </a:cubicBezTo>
                  <a:cubicBezTo>
                    <a:pt x="473" y="4513"/>
                    <a:pt x="457" y="4513"/>
                    <a:pt x="441" y="4493"/>
                  </a:cubicBezTo>
                  <a:lnTo>
                    <a:pt x="441" y="4412"/>
                  </a:lnTo>
                  <a:lnTo>
                    <a:pt x="421" y="4392"/>
                  </a:lnTo>
                  <a:close/>
                  <a:moveTo>
                    <a:pt x="489" y="4529"/>
                  </a:moveTo>
                  <a:cubicBezTo>
                    <a:pt x="606" y="4562"/>
                    <a:pt x="744" y="4594"/>
                    <a:pt x="877" y="4630"/>
                  </a:cubicBezTo>
                  <a:cubicBezTo>
                    <a:pt x="744" y="4594"/>
                    <a:pt x="623" y="4562"/>
                    <a:pt x="489" y="4529"/>
                  </a:cubicBezTo>
                  <a:close/>
                  <a:moveTo>
                    <a:pt x="877" y="4630"/>
                  </a:moveTo>
                  <a:lnTo>
                    <a:pt x="962" y="4663"/>
                  </a:lnTo>
                  <a:cubicBezTo>
                    <a:pt x="1010" y="4679"/>
                    <a:pt x="1063" y="4695"/>
                    <a:pt x="1111" y="4695"/>
                  </a:cubicBezTo>
                  <a:cubicBezTo>
                    <a:pt x="1063" y="4679"/>
                    <a:pt x="1010" y="4663"/>
                    <a:pt x="962" y="4646"/>
                  </a:cubicBezTo>
                  <a:lnTo>
                    <a:pt x="877" y="4630"/>
                  </a:lnTo>
                  <a:close/>
                  <a:moveTo>
                    <a:pt x="1297" y="4158"/>
                  </a:moveTo>
                  <a:lnTo>
                    <a:pt x="1297" y="4291"/>
                  </a:lnTo>
                  <a:cubicBezTo>
                    <a:pt x="1297" y="4311"/>
                    <a:pt x="1313" y="4344"/>
                    <a:pt x="1313" y="4360"/>
                  </a:cubicBezTo>
                  <a:lnTo>
                    <a:pt x="1313" y="4477"/>
                  </a:lnTo>
                  <a:lnTo>
                    <a:pt x="1313" y="4493"/>
                  </a:lnTo>
                  <a:cubicBezTo>
                    <a:pt x="1330" y="4513"/>
                    <a:pt x="1330" y="4529"/>
                    <a:pt x="1330" y="4545"/>
                  </a:cubicBezTo>
                  <a:lnTo>
                    <a:pt x="1330" y="4594"/>
                  </a:lnTo>
                  <a:lnTo>
                    <a:pt x="1330" y="4630"/>
                  </a:lnTo>
                  <a:cubicBezTo>
                    <a:pt x="1330" y="4663"/>
                    <a:pt x="1330" y="4679"/>
                    <a:pt x="1350" y="4695"/>
                  </a:cubicBezTo>
                  <a:cubicBezTo>
                    <a:pt x="1366" y="4715"/>
                    <a:pt x="1350" y="4731"/>
                    <a:pt x="1350" y="4747"/>
                  </a:cubicBezTo>
                  <a:cubicBezTo>
                    <a:pt x="1366" y="4731"/>
                    <a:pt x="1366" y="4715"/>
                    <a:pt x="1366" y="4695"/>
                  </a:cubicBezTo>
                  <a:cubicBezTo>
                    <a:pt x="1350" y="4679"/>
                    <a:pt x="1350" y="4663"/>
                    <a:pt x="1350" y="4630"/>
                  </a:cubicBezTo>
                  <a:lnTo>
                    <a:pt x="1350" y="4594"/>
                  </a:lnTo>
                  <a:lnTo>
                    <a:pt x="1350" y="4545"/>
                  </a:lnTo>
                  <a:cubicBezTo>
                    <a:pt x="1350" y="4529"/>
                    <a:pt x="1350" y="4513"/>
                    <a:pt x="1330" y="4493"/>
                  </a:cubicBezTo>
                  <a:lnTo>
                    <a:pt x="1330" y="4477"/>
                  </a:lnTo>
                  <a:lnTo>
                    <a:pt x="1330" y="4360"/>
                  </a:lnTo>
                  <a:cubicBezTo>
                    <a:pt x="1313" y="4344"/>
                    <a:pt x="1313" y="4311"/>
                    <a:pt x="1313" y="4291"/>
                  </a:cubicBezTo>
                  <a:cubicBezTo>
                    <a:pt x="1313" y="4243"/>
                    <a:pt x="1313" y="4210"/>
                    <a:pt x="1297" y="4158"/>
                  </a:cubicBezTo>
                  <a:close/>
                  <a:moveTo>
                    <a:pt x="1112" y="4695"/>
                  </a:moveTo>
                  <a:cubicBezTo>
                    <a:pt x="1181" y="4715"/>
                    <a:pt x="1249" y="4731"/>
                    <a:pt x="1313" y="4764"/>
                  </a:cubicBezTo>
                  <a:lnTo>
                    <a:pt x="1330" y="4764"/>
                  </a:lnTo>
                  <a:cubicBezTo>
                    <a:pt x="1350" y="4764"/>
                    <a:pt x="1350" y="4764"/>
                    <a:pt x="1350" y="4747"/>
                  </a:cubicBezTo>
                  <a:lnTo>
                    <a:pt x="1313" y="4747"/>
                  </a:lnTo>
                  <a:cubicBezTo>
                    <a:pt x="1249" y="4731"/>
                    <a:pt x="1181" y="4715"/>
                    <a:pt x="1112" y="46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1341;p39">
              <a:extLst>
                <a:ext uri="{FF2B5EF4-FFF2-40B4-BE49-F238E27FC236}">
                  <a16:creationId xmlns:a16="http://schemas.microsoft.com/office/drawing/2014/main" id="{2BFB77B3-8330-79BF-DA78-A3E5506DD8AD}"/>
                </a:ext>
              </a:extLst>
            </p:cNvPr>
            <p:cNvSpPr/>
            <p:nvPr/>
          </p:nvSpPr>
          <p:spPr>
            <a:xfrm>
              <a:off x="1311217" y="793603"/>
              <a:ext cx="40227" cy="81943"/>
            </a:xfrm>
            <a:custGeom>
              <a:avLst/>
              <a:gdLst/>
              <a:ahLst/>
              <a:cxnLst/>
              <a:rect l="l" t="t" r="r" b="b"/>
              <a:pathLst>
                <a:path w="405" h="825" extrusionOk="0">
                  <a:moveTo>
                    <a:pt x="0" y="1"/>
                  </a:moveTo>
                  <a:lnTo>
                    <a:pt x="0" y="17"/>
                  </a:lnTo>
                  <a:cubicBezTo>
                    <a:pt x="33" y="53"/>
                    <a:pt x="69" y="53"/>
                    <a:pt x="101" y="70"/>
                  </a:cubicBezTo>
                  <a:lnTo>
                    <a:pt x="134" y="70"/>
                  </a:lnTo>
                  <a:cubicBezTo>
                    <a:pt x="117" y="53"/>
                    <a:pt x="117" y="53"/>
                    <a:pt x="101" y="53"/>
                  </a:cubicBezTo>
                  <a:cubicBezTo>
                    <a:pt x="69" y="37"/>
                    <a:pt x="33" y="37"/>
                    <a:pt x="16" y="1"/>
                  </a:cubicBezTo>
                  <a:close/>
                  <a:moveTo>
                    <a:pt x="134" y="70"/>
                  </a:moveTo>
                  <a:lnTo>
                    <a:pt x="134" y="70"/>
                  </a:lnTo>
                  <a:cubicBezTo>
                    <a:pt x="186" y="86"/>
                    <a:pt x="235" y="118"/>
                    <a:pt x="303" y="138"/>
                  </a:cubicBezTo>
                  <a:lnTo>
                    <a:pt x="319" y="138"/>
                  </a:lnTo>
                  <a:cubicBezTo>
                    <a:pt x="336" y="138"/>
                    <a:pt x="356" y="138"/>
                    <a:pt x="372" y="154"/>
                  </a:cubicBezTo>
                  <a:cubicBezTo>
                    <a:pt x="388" y="171"/>
                    <a:pt x="388" y="187"/>
                    <a:pt x="388" y="187"/>
                  </a:cubicBezTo>
                  <a:cubicBezTo>
                    <a:pt x="372" y="219"/>
                    <a:pt x="372" y="272"/>
                    <a:pt x="372" y="304"/>
                  </a:cubicBezTo>
                  <a:lnTo>
                    <a:pt x="372" y="340"/>
                  </a:lnTo>
                  <a:cubicBezTo>
                    <a:pt x="372" y="389"/>
                    <a:pt x="372" y="441"/>
                    <a:pt x="356" y="490"/>
                  </a:cubicBezTo>
                  <a:lnTo>
                    <a:pt x="356" y="591"/>
                  </a:lnTo>
                  <a:lnTo>
                    <a:pt x="356" y="659"/>
                  </a:lnTo>
                  <a:lnTo>
                    <a:pt x="356" y="708"/>
                  </a:lnTo>
                  <a:cubicBezTo>
                    <a:pt x="356" y="692"/>
                    <a:pt x="356" y="676"/>
                    <a:pt x="372" y="659"/>
                  </a:cubicBezTo>
                  <a:lnTo>
                    <a:pt x="372" y="591"/>
                  </a:lnTo>
                  <a:lnTo>
                    <a:pt x="372" y="490"/>
                  </a:lnTo>
                  <a:cubicBezTo>
                    <a:pt x="372" y="441"/>
                    <a:pt x="388" y="389"/>
                    <a:pt x="388" y="340"/>
                  </a:cubicBezTo>
                  <a:lnTo>
                    <a:pt x="388" y="304"/>
                  </a:lnTo>
                  <a:cubicBezTo>
                    <a:pt x="388" y="272"/>
                    <a:pt x="388" y="239"/>
                    <a:pt x="404" y="203"/>
                  </a:cubicBezTo>
                  <a:cubicBezTo>
                    <a:pt x="404" y="187"/>
                    <a:pt x="388" y="171"/>
                    <a:pt x="388" y="154"/>
                  </a:cubicBezTo>
                  <a:cubicBezTo>
                    <a:pt x="356" y="138"/>
                    <a:pt x="336" y="118"/>
                    <a:pt x="319" y="118"/>
                  </a:cubicBezTo>
                  <a:lnTo>
                    <a:pt x="303" y="118"/>
                  </a:lnTo>
                  <a:cubicBezTo>
                    <a:pt x="255" y="102"/>
                    <a:pt x="186" y="86"/>
                    <a:pt x="134" y="70"/>
                  </a:cubicBezTo>
                  <a:close/>
                  <a:moveTo>
                    <a:pt x="356" y="708"/>
                  </a:moveTo>
                  <a:cubicBezTo>
                    <a:pt x="336" y="708"/>
                    <a:pt x="336" y="724"/>
                    <a:pt x="336" y="724"/>
                  </a:cubicBezTo>
                  <a:lnTo>
                    <a:pt x="336" y="776"/>
                  </a:lnTo>
                  <a:cubicBezTo>
                    <a:pt x="336" y="793"/>
                    <a:pt x="336" y="809"/>
                    <a:pt x="356" y="825"/>
                  </a:cubicBezTo>
                  <a:lnTo>
                    <a:pt x="356" y="776"/>
                  </a:lnTo>
                  <a:lnTo>
                    <a:pt x="356" y="724"/>
                  </a:lnTo>
                  <a:lnTo>
                    <a:pt x="356" y="708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1342;p39">
              <a:extLst>
                <a:ext uri="{FF2B5EF4-FFF2-40B4-BE49-F238E27FC236}">
                  <a16:creationId xmlns:a16="http://schemas.microsoft.com/office/drawing/2014/main" id="{470C3FE1-DF00-B44E-AAEB-AB08610DC8BC}"/>
                </a:ext>
              </a:extLst>
            </p:cNvPr>
            <p:cNvSpPr/>
            <p:nvPr/>
          </p:nvSpPr>
          <p:spPr>
            <a:xfrm>
              <a:off x="1939945" y="220299"/>
              <a:ext cx="299465" cy="152166"/>
            </a:xfrm>
            <a:custGeom>
              <a:avLst/>
              <a:gdLst/>
              <a:ahLst/>
              <a:cxnLst/>
              <a:rect l="l" t="t" r="r" b="b"/>
              <a:pathLst>
                <a:path w="3015" h="1532" extrusionOk="0">
                  <a:moveTo>
                    <a:pt x="49" y="0"/>
                  </a:moveTo>
                  <a:cubicBezTo>
                    <a:pt x="33" y="0"/>
                    <a:pt x="17" y="0"/>
                    <a:pt x="0" y="16"/>
                  </a:cubicBezTo>
                  <a:lnTo>
                    <a:pt x="0" y="53"/>
                  </a:lnTo>
                  <a:cubicBezTo>
                    <a:pt x="17" y="69"/>
                    <a:pt x="17" y="101"/>
                    <a:pt x="17" y="117"/>
                  </a:cubicBezTo>
                  <a:lnTo>
                    <a:pt x="17" y="53"/>
                  </a:lnTo>
                  <a:lnTo>
                    <a:pt x="17" y="16"/>
                  </a:lnTo>
                  <a:lnTo>
                    <a:pt x="49" y="16"/>
                  </a:lnTo>
                  <a:cubicBezTo>
                    <a:pt x="65" y="16"/>
                    <a:pt x="85" y="16"/>
                    <a:pt x="85" y="32"/>
                  </a:cubicBezTo>
                  <a:lnTo>
                    <a:pt x="101" y="32"/>
                  </a:lnTo>
                  <a:cubicBezTo>
                    <a:pt x="251" y="101"/>
                    <a:pt x="404" y="154"/>
                    <a:pt x="570" y="218"/>
                  </a:cubicBezTo>
                  <a:cubicBezTo>
                    <a:pt x="655" y="255"/>
                    <a:pt x="740" y="287"/>
                    <a:pt x="825" y="319"/>
                  </a:cubicBezTo>
                  <a:cubicBezTo>
                    <a:pt x="893" y="356"/>
                    <a:pt x="974" y="372"/>
                    <a:pt x="1059" y="404"/>
                  </a:cubicBezTo>
                  <a:cubicBezTo>
                    <a:pt x="1111" y="436"/>
                    <a:pt x="1176" y="457"/>
                    <a:pt x="1245" y="489"/>
                  </a:cubicBezTo>
                  <a:cubicBezTo>
                    <a:pt x="1330" y="505"/>
                    <a:pt x="1398" y="537"/>
                    <a:pt x="1479" y="574"/>
                  </a:cubicBezTo>
                  <a:cubicBezTo>
                    <a:pt x="1515" y="590"/>
                    <a:pt x="1531" y="606"/>
                    <a:pt x="1564" y="606"/>
                  </a:cubicBezTo>
                  <a:cubicBezTo>
                    <a:pt x="1616" y="622"/>
                    <a:pt x="1665" y="659"/>
                    <a:pt x="1717" y="675"/>
                  </a:cubicBezTo>
                  <a:cubicBezTo>
                    <a:pt x="1766" y="691"/>
                    <a:pt x="1802" y="707"/>
                    <a:pt x="1851" y="723"/>
                  </a:cubicBezTo>
                  <a:cubicBezTo>
                    <a:pt x="1883" y="739"/>
                    <a:pt x="1919" y="760"/>
                    <a:pt x="1968" y="760"/>
                  </a:cubicBezTo>
                  <a:cubicBezTo>
                    <a:pt x="1935" y="739"/>
                    <a:pt x="1883" y="723"/>
                    <a:pt x="1851" y="707"/>
                  </a:cubicBezTo>
                  <a:cubicBezTo>
                    <a:pt x="1818" y="691"/>
                    <a:pt x="1766" y="675"/>
                    <a:pt x="1733" y="659"/>
                  </a:cubicBezTo>
                  <a:cubicBezTo>
                    <a:pt x="1681" y="638"/>
                    <a:pt x="1616" y="622"/>
                    <a:pt x="1564" y="590"/>
                  </a:cubicBezTo>
                  <a:cubicBezTo>
                    <a:pt x="1548" y="590"/>
                    <a:pt x="1515" y="574"/>
                    <a:pt x="1479" y="558"/>
                  </a:cubicBezTo>
                  <a:cubicBezTo>
                    <a:pt x="1414" y="537"/>
                    <a:pt x="1330" y="505"/>
                    <a:pt x="1245" y="473"/>
                  </a:cubicBezTo>
                  <a:cubicBezTo>
                    <a:pt x="1176" y="436"/>
                    <a:pt x="1128" y="420"/>
                    <a:pt x="1059" y="388"/>
                  </a:cubicBezTo>
                  <a:cubicBezTo>
                    <a:pt x="974" y="372"/>
                    <a:pt x="909" y="335"/>
                    <a:pt x="825" y="303"/>
                  </a:cubicBezTo>
                  <a:cubicBezTo>
                    <a:pt x="740" y="271"/>
                    <a:pt x="655" y="234"/>
                    <a:pt x="570" y="202"/>
                  </a:cubicBezTo>
                  <a:cubicBezTo>
                    <a:pt x="421" y="154"/>
                    <a:pt x="251" y="85"/>
                    <a:pt x="101" y="16"/>
                  </a:cubicBezTo>
                  <a:cubicBezTo>
                    <a:pt x="85" y="16"/>
                    <a:pt x="65" y="0"/>
                    <a:pt x="49" y="0"/>
                  </a:cubicBezTo>
                  <a:close/>
                  <a:moveTo>
                    <a:pt x="1968" y="760"/>
                  </a:moveTo>
                  <a:cubicBezTo>
                    <a:pt x="2069" y="808"/>
                    <a:pt x="2170" y="840"/>
                    <a:pt x="2271" y="893"/>
                  </a:cubicBezTo>
                  <a:cubicBezTo>
                    <a:pt x="2323" y="909"/>
                    <a:pt x="2372" y="925"/>
                    <a:pt x="2408" y="941"/>
                  </a:cubicBezTo>
                  <a:cubicBezTo>
                    <a:pt x="2457" y="962"/>
                    <a:pt x="2489" y="978"/>
                    <a:pt x="2541" y="994"/>
                  </a:cubicBezTo>
                  <a:cubicBezTo>
                    <a:pt x="2659" y="1026"/>
                    <a:pt x="2776" y="1079"/>
                    <a:pt x="2893" y="1127"/>
                  </a:cubicBezTo>
                  <a:cubicBezTo>
                    <a:pt x="2893" y="1127"/>
                    <a:pt x="2913" y="1127"/>
                    <a:pt x="2929" y="1143"/>
                  </a:cubicBezTo>
                  <a:cubicBezTo>
                    <a:pt x="2945" y="1143"/>
                    <a:pt x="2978" y="1164"/>
                    <a:pt x="2994" y="1180"/>
                  </a:cubicBezTo>
                  <a:lnTo>
                    <a:pt x="3014" y="1180"/>
                  </a:lnTo>
                  <a:lnTo>
                    <a:pt x="3014" y="1164"/>
                  </a:lnTo>
                  <a:cubicBezTo>
                    <a:pt x="2978" y="1143"/>
                    <a:pt x="2962" y="1127"/>
                    <a:pt x="2929" y="1127"/>
                  </a:cubicBezTo>
                  <a:cubicBezTo>
                    <a:pt x="2913" y="1127"/>
                    <a:pt x="2893" y="1127"/>
                    <a:pt x="2893" y="1111"/>
                  </a:cubicBezTo>
                  <a:cubicBezTo>
                    <a:pt x="2776" y="1063"/>
                    <a:pt x="2659" y="1026"/>
                    <a:pt x="2541" y="978"/>
                  </a:cubicBezTo>
                  <a:cubicBezTo>
                    <a:pt x="2509" y="962"/>
                    <a:pt x="2457" y="941"/>
                    <a:pt x="2408" y="925"/>
                  </a:cubicBezTo>
                  <a:cubicBezTo>
                    <a:pt x="2372" y="909"/>
                    <a:pt x="2323" y="893"/>
                    <a:pt x="2287" y="877"/>
                  </a:cubicBezTo>
                  <a:cubicBezTo>
                    <a:pt x="2186" y="840"/>
                    <a:pt x="2069" y="792"/>
                    <a:pt x="1968" y="760"/>
                  </a:cubicBezTo>
                  <a:close/>
                  <a:moveTo>
                    <a:pt x="17" y="117"/>
                  </a:moveTo>
                  <a:lnTo>
                    <a:pt x="17" y="388"/>
                  </a:lnTo>
                  <a:lnTo>
                    <a:pt x="17" y="521"/>
                  </a:lnTo>
                  <a:lnTo>
                    <a:pt x="17" y="622"/>
                  </a:lnTo>
                  <a:lnTo>
                    <a:pt x="17" y="723"/>
                  </a:lnTo>
                  <a:lnTo>
                    <a:pt x="17" y="792"/>
                  </a:lnTo>
                  <a:lnTo>
                    <a:pt x="17" y="1026"/>
                  </a:lnTo>
                  <a:lnTo>
                    <a:pt x="17" y="1313"/>
                  </a:lnTo>
                  <a:lnTo>
                    <a:pt x="17" y="1515"/>
                  </a:lnTo>
                  <a:lnTo>
                    <a:pt x="17" y="1531"/>
                  </a:lnTo>
                  <a:lnTo>
                    <a:pt x="33" y="1531"/>
                  </a:lnTo>
                  <a:lnTo>
                    <a:pt x="33" y="1515"/>
                  </a:lnTo>
                  <a:lnTo>
                    <a:pt x="33" y="1313"/>
                  </a:lnTo>
                  <a:lnTo>
                    <a:pt x="33" y="1026"/>
                  </a:lnTo>
                  <a:lnTo>
                    <a:pt x="33" y="792"/>
                  </a:lnTo>
                  <a:lnTo>
                    <a:pt x="33" y="723"/>
                  </a:lnTo>
                  <a:lnTo>
                    <a:pt x="33" y="622"/>
                  </a:lnTo>
                  <a:lnTo>
                    <a:pt x="33" y="521"/>
                  </a:lnTo>
                  <a:lnTo>
                    <a:pt x="33" y="388"/>
                  </a:lnTo>
                  <a:cubicBezTo>
                    <a:pt x="17" y="303"/>
                    <a:pt x="17" y="202"/>
                    <a:pt x="17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1343;p39">
              <a:extLst>
                <a:ext uri="{FF2B5EF4-FFF2-40B4-BE49-F238E27FC236}">
                  <a16:creationId xmlns:a16="http://schemas.microsoft.com/office/drawing/2014/main" id="{D7FA0C58-C876-0696-84A6-4D8166F96E77}"/>
                </a:ext>
              </a:extLst>
            </p:cNvPr>
            <p:cNvSpPr/>
            <p:nvPr/>
          </p:nvSpPr>
          <p:spPr>
            <a:xfrm>
              <a:off x="2530134" y="674909"/>
              <a:ext cx="33473" cy="10131"/>
            </a:xfrm>
            <a:custGeom>
              <a:avLst/>
              <a:gdLst/>
              <a:ahLst/>
              <a:cxnLst/>
              <a:rect l="l" t="t" r="r" b="b"/>
              <a:pathLst>
                <a:path w="337" h="102" extrusionOk="0">
                  <a:moveTo>
                    <a:pt x="1" y="0"/>
                  </a:moveTo>
                  <a:lnTo>
                    <a:pt x="1" y="20"/>
                  </a:lnTo>
                  <a:cubicBezTo>
                    <a:pt x="49" y="20"/>
                    <a:pt x="82" y="36"/>
                    <a:pt x="118" y="53"/>
                  </a:cubicBezTo>
                  <a:cubicBezTo>
                    <a:pt x="134" y="53"/>
                    <a:pt x="150" y="53"/>
                    <a:pt x="183" y="69"/>
                  </a:cubicBezTo>
                  <a:lnTo>
                    <a:pt x="203" y="69"/>
                  </a:lnTo>
                  <a:cubicBezTo>
                    <a:pt x="251" y="85"/>
                    <a:pt x="284" y="101"/>
                    <a:pt x="320" y="101"/>
                  </a:cubicBezTo>
                  <a:lnTo>
                    <a:pt x="336" y="101"/>
                  </a:lnTo>
                  <a:cubicBezTo>
                    <a:pt x="284" y="85"/>
                    <a:pt x="251" y="69"/>
                    <a:pt x="219" y="53"/>
                  </a:cubicBezTo>
                  <a:lnTo>
                    <a:pt x="183" y="53"/>
                  </a:lnTo>
                  <a:cubicBezTo>
                    <a:pt x="166" y="53"/>
                    <a:pt x="134" y="36"/>
                    <a:pt x="118" y="36"/>
                  </a:cubicBezTo>
                  <a:cubicBezTo>
                    <a:pt x="82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1344;p39">
              <a:extLst>
                <a:ext uri="{FF2B5EF4-FFF2-40B4-BE49-F238E27FC236}">
                  <a16:creationId xmlns:a16="http://schemas.microsoft.com/office/drawing/2014/main" id="{52457077-758A-465D-0E87-242708A18CFE}"/>
                </a:ext>
              </a:extLst>
            </p:cNvPr>
            <p:cNvSpPr/>
            <p:nvPr/>
          </p:nvSpPr>
          <p:spPr>
            <a:xfrm>
              <a:off x="2344396" y="588199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1"/>
                  </a:moveTo>
                  <a:cubicBezTo>
                    <a:pt x="0" y="17"/>
                    <a:pt x="17" y="17"/>
                    <a:pt x="33" y="17"/>
                  </a:cubicBezTo>
                  <a:cubicBezTo>
                    <a:pt x="53" y="17"/>
                    <a:pt x="69" y="33"/>
                    <a:pt x="85" y="33"/>
                  </a:cubicBezTo>
                  <a:lnTo>
                    <a:pt x="85" y="17"/>
                  </a:lnTo>
                  <a:cubicBezTo>
                    <a:pt x="69" y="17"/>
                    <a:pt x="53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1345;p39">
              <a:extLst>
                <a:ext uri="{FF2B5EF4-FFF2-40B4-BE49-F238E27FC236}">
                  <a16:creationId xmlns:a16="http://schemas.microsoft.com/office/drawing/2014/main" id="{53674F4C-98EC-2C33-CFA8-BAEBF263176E}"/>
                </a:ext>
              </a:extLst>
            </p:cNvPr>
            <p:cNvSpPr/>
            <p:nvPr/>
          </p:nvSpPr>
          <p:spPr>
            <a:xfrm>
              <a:off x="1941534" y="372365"/>
              <a:ext cx="6953" cy="352802"/>
            </a:xfrm>
            <a:custGeom>
              <a:avLst/>
              <a:gdLst/>
              <a:ahLst/>
              <a:cxnLst/>
              <a:rect l="l" t="t" r="r" b="b"/>
              <a:pathLst>
                <a:path w="70" h="3552" extrusionOk="0">
                  <a:moveTo>
                    <a:pt x="1" y="0"/>
                  </a:moveTo>
                  <a:lnTo>
                    <a:pt x="1" y="37"/>
                  </a:lnTo>
                  <a:cubicBezTo>
                    <a:pt x="17" y="53"/>
                    <a:pt x="17" y="85"/>
                    <a:pt x="17" y="117"/>
                  </a:cubicBezTo>
                  <a:cubicBezTo>
                    <a:pt x="33" y="85"/>
                    <a:pt x="33" y="53"/>
                    <a:pt x="17" y="16"/>
                  </a:cubicBezTo>
                  <a:lnTo>
                    <a:pt x="33" y="0"/>
                  </a:lnTo>
                  <a:close/>
                  <a:moveTo>
                    <a:pt x="17" y="154"/>
                  </a:moveTo>
                  <a:lnTo>
                    <a:pt x="17" y="303"/>
                  </a:lnTo>
                  <a:cubicBezTo>
                    <a:pt x="33" y="255"/>
                    <a:pt x="33" y="202"/>
                    <a:pt x="17" y="154"/>
                  </a:cubicBezTo>
                  <a:close/>
                  <a:moveTo>
                    <a:pt x="17" y="303"/>
                  </a:moveTo>
                  <a:lnTo>
                    <a:pt x="17" y="441"/>
                  </a:lnTo>
                  <a:lnTo>
                    <a:pt x="17" y="574"/>
                  </a:lnTo>
                  <a:lnTo>
                    <a:pt x="17" y="744"/>
                  </a:lnTo>
                  <a:lnTo>
                    <a:pt x="17" y="845"/>
                  </a:lnTo>
                  <a:lnTo>
                    <a:pt x="17" y="909"/>
                  </a:lnTo>
                  <a:lnTo>
                    <a:pt x="17" y="946"/>
                  </a:lnTo>
                  <a:lnTo>
                    <a:pt x="17" y="1095"/>
                  </a:lnTo>
                  <a:lnTo>
                    <a:pt x="17" y="1164"/>
                  </a:lnTo>
                  <a:lnTo>
                    <a:pt x="17" y="1281"/>
                  </a:lnTo>
                  <a:lnTo>
                    <a:pt x="17" y="1467"/>
                  </a:lnTo>
                  <a:cubicBezTo>
                    <a:pt x="17" y="1531"/>
                    <a:pt x="17" y="1600"/>
                    <a:pt x="33" y="1652"/>
                  </a:cubicBezTo>
                  <a:lnTo>
                    <a:pt x="33" y="1467"/>
                  </a:lnTo>
                  <a:lnTo>
                    <a:pt x="33" y="1281"/>
                  </a:lnTo>
                  <a:lnTo>
                    <a:pt x="33" y="1164"/>
                  </a:lnTo>
                  <a:lnTo>
                    <a:pt x="33" y="1095"/>
                  </a:lnTo>
                  <a:lnTo>
                    <a:pt x="33" y="925"/>
                  </a:lnTo>
                  <a:lnTo>
                    <a:pt x="33" y="909"/>
                  </a:lnTo>
                  <a:lnTo>
                    <a:pt x="33" y="845"/>
                  </a:lnTo>
                  <a:lnTo>
                    <a:pt x="33" y="744"/>
                  </a:lnTo>
                  <a:lnTo>
                    <a:pt x="33" y="574"/>
                  </a:lnTo>
                  <a:lnTo>
                    <a:pt x="33" y="441"/>
                  </a:lnTo>
                  <a:cubicBezTo>
                    <a:pt x="17" y="388"/>
                    <a:pt x="17" y="356"/>
                    <a:pt x="17" y="303"/>
                  </a:cubicBezTo>
                  <a:close/>
                  <a:moveTo>
                    <a:pt x="33" y="1717"/>
                  </a:moveTo>
                  <a:lnTo>
                    <a:pt x="33" y="1834"/>
                  </a:lnTo>
                  <a:lnTo>
                    <a:pt x="33" y="1887"/>
                  </a:lnTo>
                  <a:lnTo>
                    <a:pt x="33" y="1919"/>
                  </a:lnTo>
                  <a:lnTo>
                    <a:pt x="33" y="2073"/>
                  </a:lnTo>
                  <a:lnTo>
                    <a:pt x="33" y="2323"/>
                  </a:lnTo>
                  <a:lnTo>
                    <a:pt x="33" y="2541"/>
                  </a:lnTo>
                  <a:lnTo>
                    <a:pt x="33" y="2743"/>
                  </a:lnTo>
                  <a:cubicBezTo>
                    <a:pt x="49" y="2929"/>
                    <a:pt x="49" y="3099"/>
                    <a:pt x="49" y="3284"/>
                  </a:cubicBezTo>
                  <a:lnTo>
                    <a:pt x="49" y="2743"/>
                  </a:lnTo>
                  <a:lnTo>
                    <a:pt x="49" y="2541"/>
                  </a:lnTo>
                  <a:lnTo>
                    <a:pt x="49" y="2323"/>
                  </a:lnTo>
                  <a:lnTo>
                    <a:pt x="49" y="2073"/>
                  </a:lnTo>
                  <a:lnTo>
                    <a:pt x="49" y="1919"/>
                  </a:lnTo>
                  <a:lnTo>
                    <a:pt x="49" y="1887"/>
                  </a:lnTo>
                  <a:lnTo>
                    <a:pt x="49" y="1834"/>
                  </a:lnTo>
                  <a:cubicBezTo>
                    <a:pt x="33" y="1802"/>
                    <a:pt x="33" y="1753"/>
                    <a:pt x="33" y="1717"/>
                  </a:cubicBezTo>
                  <a:close/>
                  <a:moveTo>
                    <a:pt x="49" y="3284"/>
                  </a:moveTo>
                  <a:lnTo>
                    <a:pt x="49" y="3470"/>
                  </a:lnTo>
                  <a:lnTo>
                    <a:pt x="49" y="3551"/>
                  </a:lnTo>
                  <a:lnTo>
                    <a:pt x="69" y="3551"/>
                  </a:lnTo>
                  <a:lnTo>
                    <a:pt x="69" y="3470"/>
                  </a:lnTo>
                  <a:cubicBezTo>
                    <a:pt x="69" y="3418"/>
                    <a:pt x="49" y="3349"/>
                    <a:pt x="49" y="32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1346;p39">
              <a:extLst>
                <a:ext uri="{FF2B5EF4-FFF2-40B4-BE49-F238E27FC236}">
                  <a16:creationId xmlns:a16="http://schemas.microsoft.com/office/drawing/2014/main" id="{172001E7-BF61-83DF-64FA-307828D6241C}"/>
                </a:ext>
              </a:extLst>
            </p:cNvPr>
            <p:cNvSpPr/>
            <p:nvPr/>
          </p:nvSpPr>
          <p:spPr>
            <a:xfrm>
              <a:off x="1672363" y="64997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1"/>
                  </a:moveTo>
                  <a:cubicBezTo>
                    <a:pt x="590" y="1"/>
                    <a:pt x="557" y="33"/>
                    <a:pt x="521" y="49"/>
                  </a:cubicBezTo>
                  <a:lnTo>
                    <a:pt x="505" y="69"/>
                  </a:lnTo>
                  <a:cubicBezTo>
                    <a:pt x="420" y="118"/>
                    <a:pt x="355" y="170"/>
                    <a:pt x="287" y="203"/>
                  </a:cubicBezTo>
                  <a:cubicBezTo>
                    <a:pt x="271" y="219"/>
                    <a:pt x="234" y="235"/>
                    <a:pt x="218" y="251"/>
                  </a:cubicBezTo>
                  <a:cubicBezTo>
                    <a:pt x="170" y="287"/>
                    <a:pt x="117" y="320"/>
                    <a:pt x="69" y="352"/>
                  </a:cubicBezTo>
                  <a:lnTo>
                    <a:pt x="16" y="388"/>
                  </a:lnTo>
                  <a:lnTo>
                    <a:pt x="0" y="405"/>
                  </a:lnTo>
                  <a:lnTo>
                    <a:pt x="16" y="405"/>
                  </a:lnTo>
                  <a:lnTo>
                    <a:pt x="85" y="372"/>
                  </a:lnTo>
                  <a:cubicBezTo>
                    <a:pt x="133" y="336"/>
                    <a:pt x="170" y="304"/>
                    <a:pt x="218" y="271"/>
                  </a:cubicBezTo>
                  <a:cubicBezTo>
                    <a:pt x="254" y="251"/>
                    <a:pt x="271" y="235"/>
                    <a:pt x="303" y="219"/>
                  </a:cubicBezTo>
                  <a:cubicBezTo>
                    <a:pt x="372" y="170"/>
                    <a:pt x="436" y="118"/>
                    <a:pt x="505" y="86"/>
                  </a:cubicBezTo>
                  <a:cubicBezTo>
                    <a:pt x="521" y="69"/>
                    <a:pt x="521" y="69"/>
                    <a:pt x="537" y="49"/>
                  </a:cubicBezTo>
                  <a:cubicBezTo>
                    <a:pt x="574" y="33"/>
                    <a:pt x="590" y="17"/>
                    <a:pt x="622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1347;p39">
              <a:extLst>
                <a:ext uri="{FF2B5EF4-FFF2-40B4-BE49-F238E27FC236}">
                  <a16:creationId xmlns:a16="http://schemas.microsoft.com/office/drawing/2014/main" id="{DCFFBB8F-D109-B87F-14E5-9AB0E1242863}"/>
                </a:ext>
              </a:extLst>
            </p:cNvPr>
            <p:cNvSpPr/>
            <p:nvPr/>
          </p:nvSpPr>
          <p:spPr>
            <a:xfrm>
              <a:off x="1675542" y="576578"/>
              <a:ext cx="62277" cy="43405"/>
            </a:xfrm>
            <a:custGeom>
              <a:avLst/>
              <a:gdLst/>
              <a:ahLst/>
              <a:cxnLst/>
              <a:rect l="l" t="t" r="r" b="b"/>
              <a:pathLst>
                <a:path w="627" h="437" extrusionOk="0">
                  <a:moveTo>
                    <a:pt x="606" y="0"/>
                  </a:moveTo>
                  <a:cubicBezTo>
                    <a:pt x="590" y="0"/>
                    <a:pt x="574" y="17"/>
                    <a:pt x="542" y="33"/>
                  </a:cubicBezTo>
                  <a:lnTo>
                    <a:pt x="542" y="49"/>
                  </a:lnTo>
                  <a:cubicBezTo>
                    <a:pt x="404" y="134"/>
                    <a:pt x="271" y="235"/>
                    <a:pt x="138" y="336"/>
                  </a:cubicBezTo>
                  <a:lnTo>
                    <a:pt x="21" y="421"/>
                  </a:lnTo>
                  <a:lnTo>
                    <a:pt x="0" y="437"/>
                  </a:lnTo>
                  <a:lnTo>
                    <a:pt x="21" y="437"/>
                  </a:lnTo>
                  <a:lnTo>
                    <a:pt x="138" y="352"/>
                  </a:lnTo>
                  <a:cubicBezTo>
                    <a:pt x="271" y="251"/>
                    <a:pt x="404" y="150"/>
                    <a:pt x="558" y="49"/>
                  </a:cubicBezTo>
                  <a:cubicBezTo>
                    <a:pt x="574" y="33"/>
                    <a:pt x="590" y="17"/>
                    <a:pt x="626" y="17"/>
                  </a:cubicBezTo>
                  <a:lnTo>
                    <a:pt x="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1348;p39">
              <a:extLst>
                <a:ext uri="{FF2B5EF4-FFF2-40B4-BE49-F238E27FC236}">
                  <a16:creationId xmlns:a16="http://schemas.microsoft.com/office/drawing/2014/main" id="{726F0A25-ADA6-35ED-58E7-BB3E7668AC0A}"/>
                </a:ext>
              </a:extLst>
            </p:cNvPr>
            <p:cNvSpPr/>
            <p:nvPr/>
          </p:nvSpPr>
          <p:spPr>
            <a:xfrm>
              <a:off x="2269406" y="422525"/>
              <a:ext cx="91975" cy="36949"/>
            </a:xfrm>
            <a:custGeom>
              <a:avLst/>
              <a:gdLst/>
              <a:ahLst/>
              <a:cxnLst/>
              <a:rect l="l" t="t" r="r" b="b"/>
              <a:pathLst>
                <a:path w="926" h="372" extrusionOk="0">
                  <a:moveTo>
                    <a:pt x="0" y="0"/>
                  </a:moveTo>
                  <a:lnTo>
                    <a:pt x="0" y="16"/>
                  </a:lnTo>
                  <a:cubicBezTo>
                    <a:pt x="49" y="37"/>
                    <a:pt x="81" y="53"/>
                    <a:pt x="117" y="53"/>
                  </a:cubicBezTo>
                  <a:cubicBezTo>
                    <a:pt x="81" y="37"/>
                    <a:pt x="49" y="16"/>
                    <a:pt x="0" y="0"/>
                  </a:cubicBezTo>
                  <a:close/>
                  <a:moveTo>
                    <a:pt x="117" y="53"/>
                  </a:moveTo>
                  <a:cubicBezTo>
                    <a:pt x="133" y="69"/>
                    <a:pt x="149" y="69"/>
                    <a:pt x="166" y="85"/>
                  </a:cubicBezTo>
                  <a:cubicBezTo>
                    <a:pt x="202" y="85"/>
                    <a:pt x="234" y="101"/>
                    <a:pt x="283" y="117"/>
                  </a:cubicBezTo>
                  <a:cubicBezTo>
                    <a:pt x="319" y="138"/>
                    <a:pt x="351" y="154"/>
                    <a:pt x="404" y="170"/>
                  </a:cubicBezTo>
                  <a:cubicBezTo>
                    <a:pt x="521" y="218"/>
                    <a:pt x="638" y="271"/>
                    <a:pt x="739" y="303"/>
                  </a:cubicBezTo>
                  <a:cubicBezTo>
                    <a:pt x="788" y="319"/>
                    <a:pt x="824" y="340"/>
                    <a:pt x="856" y="356"/>
                  </a:cubicBezTo>
                  <a:cubicBezTo>
                    <a:pt x="873" y="356"/>
                    <a:pt x="909" y="356"/>
                    <a:pt x="925" y="372"/>
                  </a:cubicBezTo>
                  <a:lnTo>
                    <a:pt x="925" y="356"/>
                  </a:lnTo>
                  <a:cubicBezTo>
                    <a:pt x="909" y="356"/>
                    <a:pt x="889" y="340"/>
                    <a:pt x="873" y="340"/>
                  </a:cubicBezTo>
                  <a:cubicBezTo>
                    <a:pt x="824" y="319"/>
                    <a:pt x="788" y="303"/>
                    <a:pt x="755" y="287"/>
                  </a:cubicBezTo>
                  <a:cubicBezTo>
                    <a:pt x="638" y="255"/>
                    <a:pt x="521" y="202"/>
                    <a:pt x="404" y="154"/>
                  </a:cubicBezTo>
                  <a:cubicBezTo>
                    <a:pt x="368" y="138"/>
                    <a:pt x="319" y="117"/>
                    <a:pt x="283" y="101"/>
                  </a:cubicBezTo>
                  <a:cubicBezTo>
                    <a:pt x="250" y="101"/>
                    <a:pt x="202" y="85"/>
                    <a:pt x="166" y="69"/>
                  </a:cubicBezTo>
                  <a:cubicBezTo>
                    <a:pt x="149" y="69"/>
                    <a:pt x="133" y="53"/>
                    <a:pt x="11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1349;p39">
              <a:extLst>
                <a:ext uri="{FF2B5EF4-FFF2-40B4-BE49-F238E27FC236}">
                  <a16:creationId xmlns:a16="http://schemas.microsoft.com/office/drawing/2014/main" id="{61BE91F4-4C50-8160-93FC-CFBAF4459126}"/>
                </a:ext>
              </a:extLst>
            </p:cNvPr>
            <p:cNvSpPr/>
            <p:nvPr/>
          </p:nvSpPr>
          <p:spPr>
            <a:xfrm>
              <a:off x="2558243" y="482716"/>
              <a:ext cx="67144" cy="359556"/>
            </a:xfrm>
            <a:custGeom>
              <a:avLst/>
              <a:gdLst/>
              <a:ahLst/>
              <a:cxnLst/>
              <a:rect l="l" t="t" r="r" b="b"/>
              <a:pathLst>
                <a:path w="676" h="3620" extrusionOk="0">
                  <a:moveTo>
                    <a:pt x="1" y="0"/>
                  </a:moveTo>
                  <a:cubicBezTo>
                    <a:pt x="21" y="0"/>
                    <a:pt x="53" y="16"/>
                    <a:pt x="69" y="16"/>
                  </a:cubicBezTo>
                  <a:cubicBezTo>
                    <a:pt x="53" y="0"/>
                    <a:pt x="37" y="0"/>
                    <a:pt x="1" y="0"/>
                  </a:cubicBezTo>
                  <a:close/>
                  <a:moveTo>
                    <a:pt x="69" y="16"/>
                  </a:moveTo>
                  <a:cubicBezTo>
                    <a:pt x="69" y="36"/>
                    <a:pt x="85" y="36"/>
                    <a:pt x="85" y="36"/>
                  </a:cubicBezTo>
                  <a:cubicBezTo>
                    <a:pt x="122" y="53"/>
                    <a:pt x="154" y="69"/>
                    <a:pt x="186" y="69"/>
                  </a:cubicBezTo>
                  <a:cubicBezTo>
                    <a:pt x="154" y="53"/>
                    <a:pt x="122" y="36"/>
                    <a:pt x="102" y="16"/>
                  </a:cubicBezTo>
                  <a:close/>
                  <a:moveTo>
                    <a:pt x="186" y="69"/>
                  </a:moveTo>
                  <a:cubicBezTo>
                    <a:pt x="203" y="85"/>
                    <a:pt x="223" y="85"/>
                    <a:pt x="239" y="101"/>
                  </a:cubicBezTo>
                  <a:cubicBezTo>
                    <a:pt x="255" y="101"/>
                    <a:pt x="271" y="137"/>
                    <a:pt x="271" y="154"/>
                  </a:cubicBezTo>
                  <a:cubicBezTo>
                    <a:pt x="271" y="271"/>
                    <a:pt x="287" y="356"/>
                    <a:pt x="304" y="440"/>
                  </a:cubicBezTo>
                  <a:cubicBezTo>
                    <a:pt x="304" y="356"/>
                    <a:pt x="287" y="255"/>
                    <a:pt x="287" y="154"/>
                  </a:cubicBezTo>
                  <a:cubicBezTo>
                    <a:pt x="271" y="117"/>
                    <a:pt x="271" y="101"/>
                    <a:pt x="239" y="85"/>
                  </a:cubicBezTo>
                  <a:cubicBezTo>
                    <a:pt x="223" y="69"/>
                    <a:pt x="203" y="69"/>
                    <a:pt x="186" y="69"/>
                  </a:cubicBezTo>
                  <a:close/>
                  <a:moveTo>
                    <a:pt x="304" y="440"/>
                  </a:moveTo>
                  <a:lnTo>
                    <a:pt x="304" y="558"/>
                  </a:lnTo>
                  <a:cubicBezTo>
                    <a:pt x="324" y="590"/>
                    <a:pt x="324" y="622"/>
                    <a:pt x="324" y="659"/>
                  </a:cubicBezTo>
                  <a:cubicBezTo>
                    <a:pt x="324" y="691"/>
                    <a:pt x="324" y="707"/>
                    <a:pt x="340" y="743"/>
                  </a:cubicBezTo>
                  <a:lnTo>
                    <a:pt x="340" y="659"/>
                  </a:lnTo>
                  <a:cubicBezTo>
                    <a:pt x="340" y="622"/>
                    <a:pt x="324" y="590"/>
                    <a:pt x="324" y="558"/>
                  </a:cubicBezTo>
                  <a:cubicBezTo>
                    <a:pt x="324" y="505"/>
                    <a:pt x="324" y="473"/>
                    <a:pt x="304" y="440"/>
                  </a:cubicBezTo>
                  <a:close/>
                  <a:moveTo>
                    <a:pt x="340" y="743"/>
                  </a:moveTo>
                  <a:lnTo>
                    <a:pt x="340" y="824"/>
                  </a:lnTo>
                  <a:cubicBezTo>
                    <a:pt x="356" y="861"/>
                    <a:pt x="356" y="893"/>
                    <a:pt x="356" y="925"/>
                  </a:cubicBezTo>
                  <a:lnTo>
                    <a:pt x="356" y="994"/>
                  </a:lnTo>
                  <a:cubicBezTo>
                    <a:pt x="372" y="1095"/>
                    <a:pt x="372" y="1180"/>
                    <a:pt x="388" y="1265"/>
                  </a:cubicBezTo>
                  <a:cubicBezTo>
                    <a:pt x="405" y="1329"/>
                    <a:pt x="405" y="1398"/>
                    <a:pt x="425" y="1467"/>
                  </a:cubicBezTo>
                  <a:cubicBezTo>
                    <a:pt x="425" y="1398"/>
                    <a:pt x="405" y="1329"/>
                    <a:pt x="405" y="1265"/>
                  </a:cubicBezTo>
                  <a:cubicBezTo>
                    <a:pt x="388" y="1164"/>
                    <a:pt x="388" y="1079"/>
                    <a:pt x="372" y="994"/>
                  </a:cubicBezTo>
                  <a:lnTo>
                    <a:pt x="372" y="925"/>
                  </a:lnTo>
                  <a:cubicBezTo>
                    <a:pt x="372" y="893"/>
                    <a:pt x="356" y="861"/>
                    <a:pt x="356" y="824"/>
                  </a:cubicBezTo>
                  <a:cubicBezTo>
                    <a:pt x="356" y="792"/>
                    <a:pt x="356" y="776"/>
                    <a:pt x="340" y="743"/>
                  </a:cubicBezTo>
                  <a:close/>
                  <a:moveTo>
                    <a:pt x="425" y="1467"/>
                  </a:moveTo>
                  <a:cubicBezTo>
                    <a:pt x="425" y="1551"/>
                    <a:pt x="441" y="1632"/>
                    <a:pt x="441" y="1701"/>
                  </a:cubicBezTo>
                  <a:cubicBezTo>
                    <a:pt x="441" y="1753"/>
                    <a:pt x="457" y="1818"/>
                    <a:pt x="457" y="1870"/>
                  </a:cubicBezTo>
                  <a:cubicBezTo>
                    <a:pt x="457" y="1887"/>
                    <a:pt x="457" y="1919"/>
                    <a:pt x="473" y="1935"/>
                  </a:cubicBezTo>
                  <a:lnTo>
                    <a:pt x="473" y="1854"/>
                  </a:lnTo>
                  <a:cubicBezTo>
                    <a:pt x="457" y="1802"/>
                    <a:pt x="457" y="1753"/>
                    <a:pt x="457" y="1701"/>
                  </a:cubicBezTo>
                  <a:cubicBezTo>
                    <a:pt x="441" y="1632"/>
                    <a:pt x="441" y="1551"/>
                    <a:pt x="425" y="1467"/>
                  </a:cubicBezTo>
                  <a:close/>
                  <a:moveTo>
                    <a:pt x="473" y="1935"/>
                  </a:moveTo>
                  <a:cubicBezTo>
                    <a:pt x="473" y="2004"/>
                    <a:pt x="473" y="2089"/>
                    <a:pt x="489" y="2157"/>
                  </a:cubicBezTo>
                  <a:cubicBezTo>
                    <a:pt x="506" y="2206"/>
                    <a:pt x="506" y="2258"/>
                    <a:pt x="506" y="2323"/>
                  </a:cubicBezTo>
                  <a:cubicBezTo>
                    <a:pt x="526" y="2359"/>
                    <a:pt x="526" y="2392"/>
                    <a:pt x="526" y="2440"/>
                  </a:cubicBezTo>
                  <a:cubicBezTo>
                    <a:pt x="526" y="2476"/>
                    <a:pt x="526" y="2509"/>
                    <a:pt x="542" y="2525"/>
                  </a:cubicBezTo>
                  <a:lnTo>
                    <a:pt x="542" y="2440"/>
                  </a:lnTo>
                  <a:cubicBezTo>
                    <a:pt x="542" y="2392"/>
                    <a:pt x="526" y="2359"/>
                    <a:pt x="526" y="2323"/>
                  </a:cubicBezTo>
                  <a:cubicBezTo>
                    <a:pt x="526" y="2258"/>
                    <a:pt x="506" y="2206"/>
                    <a:pt x="506" y="2157"/>
                  </a:cubicBezTo>
                  <a:cubicBezTo>
                    <a:pt x="489" y="2072"/>
                    <a:pt x="489" y="2004"/>
                    <a:pt x="473" y="1935"/>
                  </a:cubicBezTo>
                  <a:close/>
                  <a:moveTo>
                    <a:pt x="542" y="2525"/>
                  </a:moveTo>
                  <a:cubicBezTo>
                    <a:pt x="542" y="2626"/>
                    <a:pt x="558" y="2727"/>
                    <a:pt x="558" y="2812"/>
                  </a:cubicBezTo>
                  <a:cubicBezTo>
                    <a:pt x="574" y="2897"/>
                    <a:pt x="590" y="2981"/>
                    <a:pt x="590" y="3082"/>
                  </a:cubicBezTo>
                  <a:cubicBezTo>
                    <a:pt x="607" y="3131"/>
                    <a:pt x="607" y="3167"/>
                    <a:pt x="607" y="3216"/>
                  </a:cubicBezTo>
                  <a:cubicBezTo>
                    <a:pt x="627" y="3284"/>
                    <a:pt x="627" y="3333"/>
                    <a:pt x="643" y="3402"/>
                  </a:cubicBezTo>
                  <a:cubicBezTo>
                    <a:pt x="643" y="3333"/>
                    <a:pt x="627" y="3284"/>
                    <a:pt x="627" y="3216"/>
                  </a:cubicBezTo>
                  <a:cubicBezTo>
                    <a:pt x="627" y="3167"/>
                    <a:pt x="607" y="3115"/>
                    <a:pt x="607" y="3082"/>
                  </a:cubicBezTo>
                  <a:cubicBezTo>
                    <a:pt x="590" y="2981"/>
                    <a:pt x="590" y="2897"/>
                    <a:pt x="574" y="2812"/>
                  </a:cubicBezTo>
                  <a:cubicBezTo>
                    <a:pt x="574" y="2727"/>
                    <a:pt x="558" y="2626"/>
                    <a:pt x="542" y="2525"/>
                  </a:cubicBezTo>
                  <a:close/>
                  <a:moveTo>
                    <a:pt x="643" y="3402"/>
                  </a:moveTo>
                  <a:lnTo>
                    <a:pt x="643" y="3486"/>
                  </a:lnTo>
                  <a:cubicBezTo>
                    <a:pt x="643" y="3519"/>
                    <a:pt x="659" y="3551"/>
                    <a:pt x="659" y="3587"/>
                  </a:cubicBezTo>
                  <a:lnTo>
                    <a:pt x="659" y="3604"/>
                  </a:lnTo>
                  <a:lnTo>
                    <a:pt x="675" y="3587"/>
                  </a:lnTo>
                  <a:cubicBezTo>
                    <a:pt x="659" y="3551"/>
                    <a:pt x="659" y="3519"/>
                    <a:pt x="659" y="3486"/>
                  </a:cubicBezTo>
                  <a:cubicBezTo>
                    <a:pt x="659" y="3450"/>
                    <a:pt x="659" y="3434"/>
                    <a:pt x="643" y="3402"/>
                  </a:cubicBezTo>
                  <a:close/>
                  <a:moveTo>
                    <a:pt x="643" y="3604"/>
                  </a:moveTo>
                  <a:lnTo>
                    <a:pt x="659" y="3620"/>
                  </a:lnTo>
                  <a:lnTo>
                    <a:pt x="659" y="3604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1350;p39">
              <a:extLst>
                <a:ext uri="{FF2B5EF4-FFF2-40B4-BE49-F238E27FC236}">
                  <a16:creationId xmlns:a16="http://schemas.microsoft.com/office/drawing/2014/main" id="{EB191377-9BD4-DDC2-10D3-CF06E62CC958}"/>
                </a:ext>
              </a:extLst>
            </p:cNvPr>
            <p:cNvSpPr/>
            <p:nvPr/>
          </p:nvSpPr>
          <p:spPr>
            <a:xfrm>
              <a:off x="2601946" y="623161"/>
              <a:ext cx="31883" cy="15296"/>
            </a:xfrm>
            <a:custGeom>
              <a:avLst/>
              <a:gdLst/>
              <a:ahLst/>
              <a:cxnLst/>
              <a:rect l="l" t="t" r="r" b="b"/>
              <a:pathLst>
                <a:path w="321" h="154" extrusionOk="0">
                  <a:moveTo>
                    <a:pt x="320" y="0"/>
                  </a:moveTo>
                  <a:cubicBezTo>
                    <a:pt x="288" y="0"/>
                    <a:pt x="268" y="16"/>
                    <a:pt x="235" y="36"/>
                  </a:cubicBezTo>
                  <a:lnTo>
                    <a:pt x="219" y="36"/>
                  </a:lnTo>
                  <a:cubicBezTo>
                    <a:pt x="187" y="53"/>
                    <a:pt x="134" y="85"/>
                    <a:pt x="102" y="101"/>
                  </a:cubicBezTo>
                  <a:cubicBezTo>
                    <a:pt x="86" y="101"/>
                    <a:pt x="66" y="117"/>
                    <a:pt x="33" y="137"/>
                  </a:cubicBezTo>
                  <a:lnTo>
                    <a:pt x="1" y="137"/>
                  </a:lnTo>
                  <a:lnTo>
                    <a:pt x="1" y="154"/>
                  </a:lnTo>
                  <a:lnTo>
                    <a:pt x="17" y="154"/>
                  </a:lnTo>
                  <a:cubicBezTo>
                    <a:pt x="33" y="154"/>
                    <a:pt x="33" y="154"/>
                    <a:pt x="49" y="137"/>
                  </a:cubicBezTo>
                  <a:cubicBezTo>
                    <a:pt x="66" y="137"/>
                    <a:pt x="86" y="117"/>
                    <a:pt x="118" y="101"/>
                  </a:cubicBezTo>
                  <a:cubicBezTo>
                    <a:pt x="150" y="85"/>
                    <a:pt x="187" y="69"/>
                    <a:pt x="219" y="53"/>
                  </a:cubicBezTo>
                  <a:cubicBezTo>
                    <a:pt x="235" y="53"/>
                    <a:pt x="235" y="53"/>
                    <a:pt x="251" y="36"/>
                  </a:cubicBezTo>
                  <a:cubicBezTo>
                    <a:pt x="268" y="36"/>
                    <a:pt x="288" y="16"/>
                    <a:pt x="320" y="16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1351;p39">
              <a:extLst>
                <a:ext uri="{FF2B5EF4-FFF2-40B4-BE49-F238E27FC236}">
                  <a16:creationId xmlns:a16="http://schemas.microsoft.com/office/drawing/2014/main" id="{329520F0-C76C-497F-94C8-843CC5AFC00A}"/>
                </a:ext>
              </a:extLst>
            </p:cNvPr>
            <p:cNvSpPr/>
            <p:nvPr/>
          </p:nvSpPr>
          <p:spPr>
            <a:xfrm>
              <a:off x="1948387" y="795291"/>
              <a:ext cx="244042" cy="67044"/>
            </a:xfrm>
            <a:custGeom>
              <a:avLst/>
              <a:gdLst/>
              <a:ahLst/>
              <a:cxnLst/>
              <a:rect l="l" t="t" r="r" b="b"/>
              <a:pathLst>
                <a:path w="2457" h="675" extrusionOk="0">
                  <a:moveTo>
                    <a:pt x="0" y="0"/>
                  </a:moveTo>
                  <a:lnTo>
                    <a:pt x="0" y="20"/>
                  </a:lnTo>
                  <a:lnTo>
                    <a:pt x="49" y="20"/>
                  </a:lnTo>
                  <a:cubicBezTo>
                    <a:pt x="134" y="36"/>
                    <a:pt x="202" y="53"/>
                    <a:pt x="283" y="85"/>
                  </a:cubicBezTo>
                  <a:cubicBezTo>
                    <a:pt x="368" y="101"/>
                    <a:pt x="469" y="137"/>
                    <a:pt x="554" y="154"/>
                  </a:cubicBezTo>
                  <a:cubicBezTo>
                    <a:pt x="622" y="170"/>
                    <a:pt x="671" y="186"/>
                    <a:pt x="740" y="202"/>
                  </a:cubicBezTo>
                  <a:lnTo>
                    <a:pt x="788" y="222"/>
                  </a:lnTo>
                  <a:cubicBezTo>
                    <a:pt x="873" y="238"/>
                    <a:pt x="974" y="271"/>
                    <a:pt x="1059" y="287"/>
                  </a:cubicBezTo>
                  <a:cubicBezTo>
                    <a:pt x="1091" y="303"/>
                    <a:pt x="1144" y="303"/>
                    <a:pt x="1176" y="323"/>
                  </a:cubicBezTo>
                  <a:cubicBezTo>
                    <a:pt x="1212" y="339"/>
                    <a:pt x="1245" y="339"/>
                    <a:pt x="1277" y="356"/>
                  </a:cubicBezTo>
                  <a:cubicBezTo>
                    <a:pt x="1378" y="372"/>
                    <a:pt x="1479" y="404"/>
                    <a:pt x="1580" y="440"/>
                  </a:cubicBezTo>
                  <a:lnTo>
                    <a:pt x="1648" y="440"/>
                  </a:lnTo>
                  <a:lnTo>
                    <a:pt x="1596" y="424"/>
                  </a:lnTo>
                  <a:cubicBezTo>
                    <a:pt x="1495" y="388"/>
                    <a:pt x="1378" y="372"/>
                    <a:pt x="1277" y="339"/>
                  </a:cubicBezTo>
                  <a:cubicBezTo>
                    <a:pt x="1245" y="323"/>
                    <a:pt x="1212" y="323"/>
                    <a:pt x="1176" y="303"/>
                  </a:cubicBezTo>
                  <a:cubicBezTo>
                    <a:pt x="1144" y="303"/>
                    <a:pt x="1111" y="287"/>
                    <a:pt x="1059" y="271"/>
                  </a:cubicBezTo>
                  <a:cubicBezTo>
                    <a:pt x="974" y="255"/>
                    <a:pt x="873" y="222"/>
                    <a:pt x="788" y="202"/>
                  </a:cubicBezTo>
                  <a:lnTo>
                    <a:pt x="740" y="186"/>
                  </a:lnTo>
                  <a:cubicBezTo>
                    <a:pt x="687" y="170"/>
                    <a:pt x="622" y="154"/>
                    <a:pt x="554" y="137"/>
                  </a:cubicBezTo>
                  <a:cubicBezTo>
                    <a:pt x="469" y="121"/>
                    <a:pt x="368" y="85"/>
                    <a:pt x="283" y="69"/>
                  </a:cubicBezTo>
                  <a:cubicBezTo>
                    <a:pt x="218" y="53"/>
                    <a:pt x="134" y="20"/>
                    <a:pt x="65" y="0"/>
                  </a:cubicBezTo>
                  <a:close/>
                  <a:moveTo>
                    <a:pt x="1648" y="440"/>
                  </a:moveTo>
                  <a:cubicBezTo>
                    <a:pt x="1681" y="457"/>
                    <a:pt x="1717" y="473"/>
                    <a:pt x="1749" y="473"/>
                  </a:cubicBezTo>
                  <a:cubicBezTo>
                    <a:pt x="1798" y="489"/>
                    <a:pt x="1834" y="505"/>
                    <a:pt x="1883" y="505"/>
                  </a:cubicBezTo>
                  <a:cubicBezTo>
                    <a:pt x="1919" y="525"/>
                    <a:pt x="1951" y="525"/>
                    <a:pt x="1984" y="541"/>
                  </a:cubicBezTo>
                  <a:cubicBezTo>
                    <a:pt x="2036" y="558"/>
                    <a:pt x="2085" y="574"/>
                    <a:pt x="2153" y="574"/>
                  </a:cubicBezTo>
                  <a:cubicBezTo>
                    <a:pt x="2101" y="558"/>
                    <a:pt x="2036" y="541"/>
                    <a:pt x="1984" y="525"/>
                  </a:cubicBezTo>
                  <a:cubicBezTo>
                    <a:pt x="1951" y="505"/>
                    <a:pt x="1919" y="505"/>
                    <a:pt x="1883" y="489"/>
                  </a:cubicBezTo>
                  <a:cubicBezTo>
                    <a:pt x="1850" y="489"/>
                    <a:pt x="1798" y="473"/>
                    <a:pt x="1766" y="457"/>
                  </a:cubicBezTo>
                  <a:cubicBezTo>
                    <a:pt x="1717" y="457"/>
                    <a:pt x="1681" y="440"/>
                    <a:pt x="1648" y="440"/>
                  </a:cubicBezTo>
                  <a:close/>
                  <a:moveTo>
                    <a:pt x="2153" y="574"/>
                  </a:moveTo>
                  <a:cubicBezTo>
                    <a:pt x="2186" y="590"/>
                    <a:pt x="2238" y="606"/>
                    <a:pt x="2287" y="626"/>
                  </a:cubicBezTo>
                  <a:lnTo>
                    <a:pt x="2339" y="626"/>
                  </a:lnTo>
                  <a:cubicBezTo>
                    <a:pt x="2323" y="606"/>
                    <a:pt x="2303" y="606"/>
                    <a:pt x="2287" y="606"/>
                  </a:cubicBezTo>
                  <a:cubicBezTo>
                    <a:pt x="2238" y="590"/>
                    <a:pt x="2186" y="574"/>
                    <a:pt x="2153" y="574"/>
                  </a:cubicBezTo>
                  <a:close/>
                  <a:moveTo>
                    <a:pt x="2339" y="626"/>
                  </a:moveTo>
                  <a:cubicBezTo>
                    <a:pt x="2388" y="642"/>
                    <a:pt x="2424" y="642"/>
                    <a:pt x="2456" y="675"/>
                  </a:cubicBezTo>
                  <a:lnTo>
                    <a:pt x="2456" y="659"/>
                  </a:lnTo>
                  <a:cubicBezTo>
                    <a:pt x="2424" y="642"/>
                    <a:pt x="2388" y="626"/>
                    <a:pt x="2339" y="6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1352;p39">
              <a:extLst>
                <a:ext uri="{FF2B5EF4-FFF2-40B4-BE49-F238E27FC236}">
                  <a16:creationId xmlns:a16="http://schemas.microsoft.com/office/drawing/2014/main" id="{45E80FEA-2471-35E0-6B10-BA203549700E}"/>
                </a:ext>
              </a:extLst>
            </p:cNvPr>
            <p:cNvSpPr/>
            <p:nvPr/>
          </p:nvSpPr>
          <p:spPr>
            <a:xfrm>
              <a:off x="2387702" y="763507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17"/>
                    <a:pt x="21" y="37"/>
                    <a:pt x="21" y="53"/>
                  </a:cubicBezTo>
                  <a:cubicBezTo>
                    <a:pt x="21" y="37"/>
                    <a:pt x="37" y="1"/>
                    <a:pt x="1" y="1"/>
                  </a:cubicBezTo>
                  <a:close/>
                  <a:moveTo>
                    <a:pt x="21" y="53"/>
                  </a:moveTo>
                  <a:lnTo>
                    <a:pt x="21" y="154"/>
                  </a:lnTo>
                  <a:lnTo>
                    <a:pt x="21" y="219"/>
                  </a:lnTo>
                  <a:cubicBezTo>
                    <a:pt x="21" y="255"/>
                    <a:pt x="37" y="288"/>
                    <a:pt x="37" y="320"/>
                  </a:cubicBezTo>
                  <a:lnTo>
                    <a:pt x="37" y="373"/>
                  </a:lnTo>
                  <a:lnTo>
                    <a:pt x="37" y="441"/>
                  </a:lnTo>
                  <a:lnTo>
                    <a:pt x="37" y="474"/>
                  </a:lnTo>
                  <a:cubicBezTo>
                    <a:pt x="37" y="490"/>
                    <a:pt x="37" y="506"/>
                    <a:pt x="53" y="522"/>
                  </a:cubicBezTo>
                  <a:lnTo>
                    <a:pt x="53" y="558"/>
                  </a:lnTo>
                  <a:lnTo>
                    <a:pt x="53" y="575"/>
                  </a:lnTo>
                  <a:lnTo>
                    <a:pt x="69" y="558"/>
                  </a:lnTo>
                  <a:cubicBezTo>
                    <a:pt x="69" y="542"/>
                    <a:pt x="69" y="522"/>
                    <a:pt x="53" y="506"/>
                  </a:cubicBezTo>
                  <a:lnTo>
                    <a:pt x="53" y="474"/>
                  </a:lnTo>
                  <a:lnTo>
                    <a:pt x="53" y="421"/>
                  </a:lnTo>
                  <a:lnTo>
                    <a:pt x="53" y="373"/>
                  </a:lnTo>
                  <a:lnTo>
                    <a:pt x="53" y="320"/>
                  </a:lnTo>
                  <a:cubicBezTo>
                    <a:pt x="37" y="288"/>
                    <a:pt x="37" y="255"/>
                    <a:pt x="37" y="219"/>
                  </a:cubicBezTo>
                  <a:lnTo>
                    <a:pt x="37" y="154"/>
                  </a:lnTo>
                  <a:cubicBezTo>
                    <a:pt x="21" y="102"/>
                    <a:pt x="21" y="86"/>
                    <a:pt x="2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1353;p39">
              <a:extLst>
                <a:ext uri="{FF2B5EF4-FFF2-40B4-BE49-F238E27FC236}">
                  <a16:creationId xmlns:a16="http://schemas.microsoft.com/office/drawing/2014/main" id="{880A1EDD-67A5-CA9A-A28F-CE0361E604F4}"/>
                </a:ext>
              </a:extLst>
            </p:cNvPr>
            <p:cNvSpPr/>
            <p:nvPr/>
          </p:nvSpPr>
          <p:spPr>
            <a:xfrm>
              <a:off x="1408258" y="767182"/>
              <a:ext cx="4966" cy="65058"/>
            </a:xfrm>
            <a:custGeom>
              <a:avLst/>
              <a:gdLst/>
              <a:ahLst/>
              <a:cxnLst/>
              <a:rect l="l" t="t" r="r" b="b"/>
              <a:pathLst>
                <a:path w="50" h="655" extrusionOk="0">
                  <a:moveTo>
                    <a:pt x="17" y="0"/>
                  </a:moveTo>
                  <a:cubicBezTo>
                    <a:pt x="33" y="16"/>
                    <a:pt x="33" y="49"/>
                    <a:pt x="33" y="65"/>
                  </a:cubicBezTo>
                  <a:lnTo>
                    <a:pt x="33" y="81"/>
                  </a:lnTo>
                  <a:cubicBezTo>
                    <a:pt x="49" y="49"/>
                    <a:pt x="49" y="16"/>
                    <a:pt x="33" y="0"/>
                  </a:cubicBezTo>
                  <a:close/>
                  <a:moveTo>
                    <a:pt x="33" y="101"/>
                  </a:moveTo>
                  <a:cubicBezTo>
                    <a:pt x="33" y="134"/>
                    <a:pt x="17" y="166"/>
                    <a:pt x="17" y="218"/>
                  </a:cubicBezTo>
                  <a:lnTo>
                    <a:pt x="17" y="283"/>
                  </a:lnTo>
                  <a:lnTo>
                    <a:pt x="17" y="368"/>
                  </a:lnTo>
                  <a:lnTo>
                    <a:pt x="17" y="505"/>
                  </a:lnTo>
                  <a:cubicBezTo>
                    <a:pt x="33" y="453"/>
                    <a:pt x="33" y="404"/>
                    <a:pt x="33" y="368"/>
                  </a:cubicBezTo>
                  <a:lnTo>
                    <a:pt x="33" y="283"/>
                  </a:lnTo>
                  <a:lnTo>
                    <a:pt x="33" y="218"/>
                  </a:lnTo>
                  <a:lnTo>
                    <a:pt x="33" y="101"/>
                  </a:lnTo>
                  <a:close/>
                  <a:moveTo>
                    <a:pt x="17" y="554"/>
                  </a:moveTo>
                  <a:cubicBezTo>
                    <a:pt x="17" y="586"/>
                    <a:pt x="17" y="622"/>
                    <a:pt x="1" y="655"/>
                  </a:cubicBezTo>
                  <a:lnTo>
                    <a:pt x="17" y="655"/>
                  </a:lnTo>
                  <a:lnTo>
                    <a:pt x="17" y="554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1354;p39">
              <a:extLst>
                <a:ext uri="{FF2B5EF4-FFF2-40B4-BE49-F238E27FC236}">
                  <a16:creationId xmlns:a16="http://schemas.microsoft.com/office/drawing/2014/main" id="{50F46750-44D0-FD54-E24A-EBC831865372}"/>
                </a:ext>
              </a:extLst>
            </p:cNvPr>
            <p:cNvSpPr/>
            <p:nvPr/>
          </p:nvSpPr>
          <p:spPr>
            <a:xfrm>
              <a:off x="2610388" y="698549"/>
              <a:ext cx="91975" cy="18574"/>
            </a:xfrm>
            <a:custGeom>
              <a:avLst/>
              <a:gdLst/>
              <a:ahLst/>
              <a:cxnLst/>
              <a:rect l="l" t="t" r="r" b="b"/>
              <a:pathLst>
                <a:path w="926" h="187" extrusionOk="0">
                  <a:moveTo>
                    <a:pt x="352" y="0"/>
                  </a:moveTo>
                  <a:cubicBezTo>
                    <a:pt x="320" y="0"/>
                    <a:pt x="284" y="17"/>
                    <a:pt x="267" y="17"/>
                  </a:cubicBezTo>
                  <a:lnTo>
                    <a:pt x="251" y="33"/>
                  </a:lnTo>
                  <a:cubicBezTo>
                    <a:pt x="183" y="49"/>
                    <a:pt x="134" y="85"/>
                    <a:pt x="82" y="101"/>
                  </a:cubicBezTo>
                  <a:cubicBezTo>
                    <a:pt x="65" y="118"/>
                    <a:pt x="49" y="134"/>
                    <a:pt x="17" y="134"/>
                  </a:cubicBezTo>
                  <a:lnTo>
                    <a:pt x="1" y="134"/>
                  </a:lnTo>
                  <a:lnTo>
                    <a:pt x="1" y="150"/>
                  </a:lnTo>
                  <a:lnTo>
                    <a:pt x="17" y="150"/>
                  </a:lnTo>
                  <a:cubicBezTo>
                    <a:pt x="49" y="134"/>
                    <a:pt x="65" y="134"/>
                    <a:pt x="102" y="118"/>
                  </a:cubicBezTo>
                  <a:cubicBezTo>
                    <a:pt x="150" y="85"/>
                    <a:pt x="203" y="65"/>
                    <a:pt x="251" y="49"/>
                  </a:cubicBezTo>
                  <a:cubicBezTo>
                    <a:pt x="251" y="33"/>
                    <a:pt x="267" y="33"/>
                    <a:pt x="267" y="33"/>
                  </a:cubicBezTo>
                  <a:cubicBezTo>
                    <a:pt x="304" y="17"/>
                    <a:pt x="320" y="17"/>
                    <a:pt x="352" y="17"/>
                  </a:cubicBezTo>
                  <a:cubicBezTo>
                    <a:pt x="368" y="17"/>
                    <a:pt x="385" y="17"/>
                    <a:pt x="421" y="33"/>
                  </a:cubicBezTo>
                  <a:cubicBezTo>
                    <a:pt x="469" y="49"/>
                    <a:pt x="522" y="65"/>
                    <a:pt x="570" y="85"/>
                  </a:cubicBezTo>
                  <a:cubicBezTo>
                    <a:pt x="671" y="118"/>
                    <a:pt x="756" y="150"/>
                    <a:pt x="841" y="166"/>
                  </a:cubicBezTo>
                  <a:cubicBezTo>
                    <a:pt x="756" y="134"/>
                    <a:pt x="671" y="101"/>
                    <a:pt x="586" y="65"/>
                  </a:cubicBezTo>
                  <a:cubicBezTo>
                    <a:pt x="522" y="49"/>
                    <a:pt x="469" y="33"/>
                    <a:pt x="421" y="17"/>
                  </a:cubicBezTo>
                  <a:cubicBezTo>
                    <a:pt x="405" y="17"/>
                    <a:pt x="368" y="0"/>
                    <a:pt x="352" y="0"/>
                  </a:cubicBezTo>
                  <a:close/>
                  <a:moveTo>
                    <a:pt x="841" y="166"/>
                  </a:moveTo>
                  <a:lnTo>
                    <a:pt x="857" y="186"/>
                  </a:lnTo>
                  <a:lnTo>
                    <a:pt x="926" y="186"/>
                  </a:lnTo>
                  <a:lnTo>
                    <a:pt x="910" y="166"/>
                  </a:lnTo>
                  <a:cubicBezTo>
                    <a:pt x="903" y="173"/>
                    <a:pt x="897" y="175"/>
                    <a:pt x="891" y="175"/>
                  </a:cubicBezTo>
                  <a:cubicBezTo>
                    <a:pt x="879" y="175"/>
                    <a:pt x="868" y="166"/>
                    <a:pt x="857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1355;p39">
              <a:extLst>
                <a:ext uri="{FF2B5EF4-FFF2-40B4-BE49-F238E27FC236}">
                  <a16:creationId xmlns:a16="http://schemas.microsoft.com/office/drawing/2014/main" id="{20DF621A-0DB8-50B5-1A07-EEC7ED6442E4}"/>
                </a:ext>
              </a:extLst>
            </p:cNvPr>
            <p:cNvSpPr/>
            <p:nvPr/>
          </p:nvSpPr>
          <p:spPr>
            <a:xfrm>
              <a:off x="2501628" y="531186"/>
              <a:ext cx="31883" cy="13409"/>
            </a:xfrm>
            <a:custGeom>
              <a:avLst/>
              <a:gdLst/>
              <a:ahLst/>
              <a:cxnLst/>
              <a:rect l="l" t="t" r="r" b="b"/>
              <a:pathLst>
                <a:path w="321" h="135" extrusionOk="0">
                  <a:moveTo>
                    <a:pt x="1" y="1"/>
                  </a:moveTo>
                  <a:lnTo>
                    <a:pt x="1" y="17"/>
                  </a:lnTo>
                  <a:cubicBezTo>
                    <a:pt x="49" y="33"/>
                    <a:pt x="118" y="53"/>
                    <a:pt x="167" y="70"/>
                  </a:cubicBezTo>
                  <a:cubicBezTo>
                    <a:pt x="118" y="33"/>
                    <a:pt x="66" y="17"/>
                    <a:pt x="1" y="1"/>
                  </a:cubicBezTo>
                  <a:close/>
                  <a:moveTo>
                    <a:pt x="167" y="70"/>
                  </a:moveTo>
                  <a:cubicBezTo>
                    <a:pt x="187" y="86"/>
                    <a:pt x="203" y="86"/>
                    <a:pt x="235" y="102"/>
                  </a:cubicBezTo>
                  <a:cubicBezTo>
                    <a:pt x="251" y="102"/>
                    <a:pt x="268" y="118"/>
                    <a:pt x="288" y="118"/>
                  </a:cubicBezTo>
                  <a:lnTo>
                    <a:pt x="320" y="134"/>
                  </a:lnTo>
                  <a:lnTo>
                    <a:pt x="320" y="118"/>
                  </a:lnTo>
                  <a:lnTo>
                    <a:pt x="304" y="102"/>
                  </a:lnTo>
                  <a:cubicBezTo>
                    <a:pt x="268" y="102"/>
                    <a:pt x="251" y="102"/>
                    <a:pt x="235" y="86"/>
                  </a:cubicBezTo>
                  <a:cubicBezTo>
                    <a:pt x="219" y="86"/>
                    <a:pt x="187" y="70"/>
                    <a:pt x="167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1356;p39">
              <a:extLst>
                <a:ext uri="{FF2B5EF4-FFF2-40B4-BE49-F238E27FC236}">
                  <a16:creationId xmlns:a16="http://schemas.microsoft.com/office/drawing/2014/main" id="{BE5E6E2C-0DDE-1CB7-3710-19A100E45EE8}"/>
                </a:ext>
              </a:extLst>
            </p:cNvPr>
            <p:cNvSpPr/>
            <p:nvPr/>
          </p:nvSpPr>
          <p:spPr>
            <a:xfrm>
              <a:off x="1717655" y="725069"/>
              <a:ext cx="8145" cy="5264"/>
            </a:xfrm>
            <a:custGeom>
              <a:avLst/>
              <a:gdLst/>
              <a:ahLst/>
              <a:cxnLst/>
              <a:rect l="l" t="t" r="r" b="b"/>
              <a:pathLst>
                <a:path w="82" h="53" extrusionOk="0">
                  <a:moveTo>
                    <a:pt x="65" y="0"/>
                  </a:moveTo>
                  <a:lnTo>
                    <a:pt x="0" y="53"/>
                  </a:lnTo>
                  <a:lnTo>
                    <a:pt x="81" y="2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1357;p39">
              <a:extLst>
                <a:ext uri="{FF2B5EF4-FFF2-40B4-BE49-F238E27FC236}">
                  <a16:creationId xmlns:a16="http://schemas.microsoft.com/office/drawing/2014/main" id="{A9895C2E-ED07-F917-0628-0D9833D89296}"/>
                </a:ext>
              </a:extLst>
            </p:cNvPr>
            <p:cNvSpPr/>
            <p:nvPr/>
          </p:nvSpPr>
          <p:spPr>
            <a:xfrm>
              <a:off x="1679117" y="406037"/>
              <a:ext cx="56715" cy="46683"/>
            </a:xfrm>
            <a:custGeom>
              <a:avLst/>
              <a:gdLst/>
              <a:ahLst/>
              <a:cxnLst/>
              <a:rect l="l" t="t" r="r" b="b"/>
              <a:pathLst>
                <a:path w="571" h="470" extrusionOk="0">
                  <a:moveTo>
                    <a:pt x="554" y="1"/>
                  </a:moveTo>
                  <a:lnTo>
                    <a:pt x="489" y="65"/>
                  </a:lnTo>
                  <a:lnTo>
                    <a:pt x="570" y="1"/>
                  </a:lnTo>
                  <a:close/>
                  <a:moveTo>
                    <a:pt x="489" y="65"/>
                  </a:moveTo>
                  <a:cubicBezTo>
                    <a:pt x="421" y="118"/>
                    <a:pt x="368" y="166"/>
                    <a:pt x="304" y="219"/>
                  </a:cubicBezTo>
                  <a:cubicBezTo>
                    <a:pt x="368" y="166"/>
                    <a:pt x="437" y="118"/>
                    <a:pt x="489" y="65"/>
                  </a:cubicBezTo>
                  <a:close/>
                  <a:moveTo>
                    <a:pt x="304" y="219"/>
                  </a:moveTo>
                  <a:cubicBezTo>
                    <a:pt x="235" y="267"/>
                    <a:pt x="166" y="336"/>
                    <a:pt x="86" y="384"/>
                  </a:cubicBezTo>
                  <a:lnTo>
                    <a:pt x="1" y="453"/>
                  </a:lnTo>
                  <a:lnTo>
                    <a:pt x="1" y="469"/>
                  </a:lnTo>
                  <a:lnTo>
                    <a:pt x="102" y="405"/>
                  </a:lnTo>
                  <a:cubicBezTo>
                    <a:pt x="166" y="336"/>
                    <a:pt x="235" y="283"/>
                    <a:pt x="304" y="2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1358;p39">
              <a:extLst>
                <a:ext uri="{FF2B5EF4-FFF2-40B4-BE49-F238E27FC236}">
                  <a16:creationId xmlns:a16="http://schemas.microsoft.com/office/drawing/2014/main" id="{EC3E2022-7C43-3B42-81EC-79F002FD0A17}"/>
                </a:ext>
              </a:extLst>
            </p:cNvPr>
            <p:cNvSpPr/>
            <p:nvPr/>
          </p:nvSpPr>
          <p:spPr>
            <a:xfrm>
              <a:off x="1677528" y="5195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1" y="1"/>
                  </a:moveTo>
                  <a:lnTo>
                    <a:pt x="1" y="69"/>
                  </a:lnTo>
                  <a:lnTo>
                    <a:pt x="17" y="69"/>
                  </a:lnTo>
                  <a:lnTo>
                    <a:pt x="81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1359;p39">
              <a:extLst>
                <a:ext uri="{FF2B5EF4-FFF2-40B4-BE49-F238E27FC236}">
                  <a16:creationId xmlns:a16="http://schemas.microsoft.com/office/drawing/2014/main" id="{2BEAD509-30C7-93B1-1F09-E2E9FA98AE7B}"/>
                </a:ext>
              </a:extLst>
            </p:cNvPr>
            <p:cNvSpPr/>
            <p:nvPr/>
          </p:nvSpPr>
          <p:spPr>
            <a:xfrm>
              <a:off x="1675542" y="562970"/>
              <a:ext cx="62277" cy="43802"/>
            </a:xfrm>
            <a:custGeom>
              <a:avLst/>
              <a:gdLst/>
              <a:ahLst/>
              <a:cxnLst/>
              <a:rect l="l" t="t" r="r" b="b"/>
              <a:pathLst>
                <a:path w="627" h="441" extrusionOk="0">
                  <a:moveTo>
                    <a:pt x="606" y="0"/>
                  </a:moveTo>
                  <a:cubicBezTo>
                    <a:pt x="590" y="16"/>
                    <a:pt x="558" y="36"/>
                    <a:pt x="542" y="53"/>
                  </a:cubicBezTo>
                  <a:cubicBezTo>
                    <a:pt x="542" y="53"/>
                    <a:pt x="525" y="53"/>
                    <a:pt x="525" y="69"/>
                  </a:cubicBezTo>
                  <a:cubicBezTo>
                    <a:pt x="542" y="69"/>
                    <a:pt x="542" y="69"/>
                    <a:pt x="558" y="53"/>
                  </a:cubicBezTo>
                  <a:cubicBezTo>
                    <a:pt x="574" y="36"/>
                    <a:pt x="590" y="16"/>
                    <a:pt x="626" y="16"/>
                  </a:cubicBezTo>
                  <a:lnTo>
                    <a:pt x="606" y="0"/>
                  </a:lnTo>
                  <a:close/>
                  <a:moveTo>
                    <a:pt x="525" y="69"/>
                  </a:moveTo>
                  <a:cubicBezTo>
                    <a:pt x="424" y="117"/>
                    <a:pt x="340" y="186"/>
                    <a:pt x="255" y="255"/>
                  </a:cubicBezTo>
                  <a:cubicBezTo>
                    <a:pt x="202" y="303"/>
                    <a:pt x="138" y="339"/>
                    <a:pt x="85" y="372"/>
                  </a:cubicBezTo>
                  <a:lnTo>
                    <a:pt x="37" y="420"/>
                  </a:lnTo>
                  <a:cubicBezTo>
                    <a:pt x="53" y="404"/>
                    <a:pt x="85" y="404"/>
                    <a:pt x="101" y="388"/>
                  </a:cubicBezTo>
                  <a:cubicBezTo>
                    <a:pt x="154" y="356"/>
                    <a:pt x="202" y="303"/>
                    <a:pt x="255" y="271"/>
                  </a:cubicBezTo>
                  <a:cubicBezTo>
                    <a:pt x="340" y="202"/>
                    <a:pt x="441" y="137"/>
                    <a:pt x="525" y="69"/>
                  </a:cubicBezTo>
                  <a:close/>
                  <a:moveTo>
                    <a:pt x="37" y="420"/>
                  </a:moveTo>
                  <a:cubicBezTo>
                    <a:pt x="21" y="420"/>
                    <a:pt x="21" y="420"/>
                    <a:pt x="0" y="440"/>
                  </a:cubicBezTo>
                  <a:cubicBezTo>
                    <a:pt x="21" y="440"/>
                    <a:pt x="37" y="440"/>
                    <a:pt x="37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1360;p39">
              <a:extLst>
                <a:ext uri="{FF2B5EF4-FFF2-40B4-BE49-F238E27FC236}">
                  <a16:creationId xmlns:a16="http://schemas.microsoft.com/office/drawing/2014/main" id="{07D49DFD-810F-B390-AAD1-A27D6D18BAD1}"/>
                </a:ext>
              </a:extLst>
            </p:cNvPr>
            <p:cNvSpPr/>
            <p:nvPr/>
          </p:nvSpPr>
          <p:spPr>
            <a:xfrm>
              <a:off x="2490007" y="552938"/>
              <a:ext cx="8145" cy="3675"/>
            </a:xfrm>
            <a:custGeom>
              <a:avLst/>
              <a:gdLst/>
              <a:ahLst/>
              <a:cxnLst/>
              <a:rect l="l" t="t" r="r" b="b"/>
              <a:pathLst>
                <a:path w="82" h="37" extrusionOk="0">
                  <a:moveTo>
                    <a:pt x="1" y="0"/>
                  </a:moveTo>
                  <a:cubicBezTo>
                    <a:pt x="33" y="16"/>
                    <a:pt x="49" y="16"/>
                    <a:pt x="82" y="36"/>
                  </a:cubicBezTo>
                  <a:lnTo>
                    <a:pt x="82" y="16"/>
                  </a:lnTo>
                  <a:cubicBezTo>
                    <a:pt x="65" y="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1361;p39">
              <a:extLst>
                <a:ext uri="{FF2B5EF4-FFF2-40B4-BE49-F238E27FC236}">
                  <a16:creationId xmlns:a16="http://schemas.microsoft.com/office/drawing/2014/main" id="{97D4CB5A-9581-A933-5789-74F868684F42}"/>
                </a:ext>
              </a:extLst>
            </p:cNvPr>
            <p:cNvSpPr/>
            <p:nvPr/>
          </p:nvSpPr>
          <p:spPr>
            <a:xfrm>
              <a:off x="2463189" y="484305"/>
              <a:ext cx="85122" cy="33770"/>
            </a:xfrm>
            <a:custGeom>
              <a:avLst/>
              <a:gdLst/>
              <a:ahLst/>
              <a:cxnLst/>
              <a:rect l="l" t="t" r="r" b="b"/>
              <a:pathLst>
                <a:path w="857" h="340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49" y="37"/>
                    <a:pt x="85" y="37"/>
                  </a:cubicBezTo>
                  <a:cubicBezTo>
                    <a:pt x="69" y="20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7" y="53"/>
                    <a:pt x="117" y="53"/>
                  </a:cubicBezTo>
                  <a:cubicBezTo>
                    <a:pt x="170" y="69"/>
                    <a:pt x="202" y="85"/>
                    <a:pt x="234" y="101"/>
                  </a:cubicBezTo>
                  <a:cubicBezTo>
                    <a:pt x="251" y="101"/>
                    <a:pt x="271" y="121"/>
                    <a:pt x="287" y="121"/>
                  </a:cubicBezTo>
                  <a:cubicBezTo>
                    <a:pt x="319" y="138"/>
                    <a:pt x="335" y="154"/>
                    <a:pt x="372" y="154"/>
                  </a:cubicBezTo>
                  <a:cubicBezTo>
                    <a:pt x="436" y="186"/>
                    <a:pt x="505" y="202"/>
                    <a:pt x="574" y="239"/>
                  </a:cubicBezTo>
                  <a:cubicBezTo>
                    <a:pt x="638" y="255"/>
                    <a:pt x="707" y="287"/>
                    <a:pt x="756" y="303"/>
                  </a:cubicBezTo>
                  <a:cubicBezTo>
                    <a:pt x="792" y="323"/>
                    <a:pt x="824" y="340"/>
                    <a:pt x="857" y="340"/>
                  </a:cubicBezTo>
                  <a:cubicBezTo>
                    <a:pt x="824" y="323"/>
                    <a:pt x="792" y="303"/>
                    <a:pt x="776" y="287"/>
                  </a:cubicBezTo>
                  <a:cubicBezTo>
                    <a:pt x="707" y="271"/>
                    <a:pt x="638" y="239"/>
                    <a:pt x="574" y="222"/>
                  </a:cubicBezTo>
                  <a:cubicBezTo>
                    <a:pt x="505" y="186"/>
                    <a:pt x="436" y="170"/>
                    <a:pt x="372" y="138"/>
                  </a:cubicBezTo>
                  <a:cubicBezTo>
                    <a:pt x="352" y="138"/>
                    <a:pt x="319" y="121"/>
                    <a:pt x="303" y="121"/>
                  </a:cubicBezTo>
                  <a:cubicBezTo>
                    <a:pt x="271" y="101"/>
                    <a:pt x="251" y="101"/>
                    <a:pt x="234" y="85"/>
                  </a:cubicBezTo>
                  <a:cubicBezTo>
                    <a:pt x="202" y="69"/>
                    <a:pt x="170" y="53"/>
                    <a:pt x="133" y="53"/>
                  </a:cubicBezTo>
                  <a:cubicBezTo>
                    <a:pt x="117" y="37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1362;p39">
              <a:extLst>
                <a:ext uri="{FF2B5EF4-FFF2-40B4-BE49-F238E27FC236}">
                  <a16:creationId xmlns:a16="http://schemas.microsoft.com/office/drawing/2014/main" id="{81582387-64A2-C631-FD44-D247F5F823DC}"/>
                </a:ext>
              </a:extLst>
            </p:cNvPr>
            <p:cNvSpPr/>
            <p:nvPr/>
          </p:nvSpPr>
          <p:spPr>
            <a:xfrm>
              <a:off x="1673952" y="751886"/>
              <a:ext cx="8443" cy="5364"/>
            </a:xfrm>
            <a:custGeom>
              <a:avLst/>
              <a:gdLst/>
              <a:ahLst/>
              <a:cxnLst/>
              <a:rect l="l" t="t" r="r" b="b"/>
              <a:pathLst>
                <a:path w="85" h="54" extrusionOk="0">
                  <a:moveTo>
                    <a:pt x="85" y="1"/>
                  </a:moveTo>
                  <a:lnTo>
                    <a:pt x="16" y="33"/>
                  </a:lnTo>
                  <a:lnTo>
                    <a:pt x="0" y="53"/>
                  </a:lnTo>
                  <a:lnTo>
                    <a:pt x="16" y="5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1363;p39">
              <a:extLst>
                <a:ext uri="{FF2B5EF4-FFF2-40B4-BE49-F238E27FC236}">
                  <a16:creationId xmlns:a16="http://schemas.microsoft.com/office/drawing/2014/main" id="{A7A6BBC7-ED48-95BA-8F17-2CD27F197670}"/>
                </a:ext>
              </a:extLst>
            </p:cNvPr>
            <p:cNvSpPr/>
            <p:nvPr/>
          </p:nvSpPr>
          <p:spPr>
            <a:xfrm>
              <a:off x="2287384" y="594655"/>
              <a:ext cx="32181" cy="10131"/>
            </a:xfrm>
            <a:custGeom>
              <a:avLst/>
              <a:gdLst/>
              <a:ahLst/>
              <a:cxnLst/>
              <a:rect l="l" t="t" r="r" b="b"/>
              <a:pathLst>
                <a:path w="324" h="102" extrusionOk="0">
                  <a:moveTo>
                    <a:pt x="1" y="0"/>
                  </a:moveTo>
                  <a:lnTo>
                    <a:pt x="21" y="20"/>
                  </a:lnTo>
                  <a:cubicBezTo>
                    <a:pt x="53" y="20"/>
                    <a:pt x="102" y="37"/>
                    <a:pt x="138" y="53"/>
                  </a:cubicBezTo>
                  <a:cubicBezTo>
                    <a:pt x="154" y="53"/>
                    <a:pt x="154" y="53"/>
                    <a:pt x="170" y="69"/>
                  </a:cubicBezTo>
                  <a:cubicBezTo>
                    <a:pt x="203" y="69"/>
                    <a:pt x="239" y="85"/>
                    <a:pt x="271" y="101"/>
                  </a:cubicBezTo>
                  <a:lnTo>
                    <a:pt x="324" y="101"/>
                  </a:lnTo>
                  <a:cubicBezTo>
                    <a:pt x="304" y="85"/>
                    <a:pt x="288" y="85"/>
                    <a:pt x="271" y="85"/>
                  </a:cubicBezTo>
                  <a:cubicBezTo>
                    <a:pt x="239" y="69"/>
                    <a:pt x="203" y="69"/>
                    <a:pt x="170" y="53"/>
                  </a:cubicBezTo>
                  <a:cubicBezTo>
                    <a:pt x="170" y="53"/>
                    <a:pt x="154" y="37"/>
                    <a:pt x="138" y="37"/>
                  </a:cubicBezTo>
                  <a:cubicBezTo>
                    <a:pt x="102" y="20"/>
                    <a:pt x="69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1364;p39">
              <a:extLst>
                <a:ext uri="{FF2B5EF4-FFF2-40B4-BE49-F238E27FC236}">
                  <a16:creationId xmlns:a16="http://schemas.microsoft.com/office/drawing/2014/main" id="{BA9478CE-4724-9F04-DBC0-B44B14AFD100}"/>
                </a:ext>
              </a:extLst>
            </p:cNvPr>
            <p:cNvSpPr/>
            <p:nvPr/>
          </p:nvSpPr>
          <p:spPr>
            <a:xfrm>
              <a:off x="2132139" y="318929"/>
              <a:ext cx="91975" cy="35062"/>
            </a:xfrm>
            <a:custGeom>
              <a:avLst/>
              <a:gdLst/>
              <a:ahLst/>
              <a:cxnLst/>
              <a:rect l="l" t="t" r="r" b="b"/>
              <a:pathLst>
                <a:path w="926" h="353" extrusionOk="0">
                  <a:moveTo>
                    <a:pt x="17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49" y="17"/>
                    <a:pt x="85" y="33"/>
                    <a:pt x="118" y="49"/>
                  </a:cubicBezTo>
                  <a:cubicBezTo>
                    <a:pt x="134" y="49"/>
                    <a:pt x="150" y="70"/>
                    <a:pt x="170" y="70"/>
                  </a:cubicBezTo>
                  <a:cubicBezTo>
                    <a:pt x="251" y="102"/>
                    <a:pt x="320" y="118"/>
                    <a:pt x="404" y="150"/>
                  </a:cubicBezTo>
                  <a:cubicBezTo>
                    <a:pt x="437" y="171"/>
                    <a:pt x="489" y="187"/>
                    <a:pt x="522" y="203"/>
                  </a:cubicBezTo>
                  <a:cubicBezTo>
                    <a:pt x="623" y="235"/>
                    <a:pt x="724" y="272"/>
                    <a:pt x="808" y="320"/>
                  </a:cubicBezTo>
                  <a:lnTo>
                    <a:pt x="893" y="336"/>
                  </a:lnTo>
                  <a:lnTo>
                    <a:pt x="909" y="336"/>
                  </a:lnTo>
                  <a:lnTo>
                    <a:pt x="893" y="320"/>
                  </a:lnTo>
                  <a:lnTo>
                    <a:pt x="825" y="304"/>
                  </a:lnTo>
                  <a:cubicBezTo>
                    <a:pt x="724" y="272"/>
                    <a:pt x="623" y="235"/>
                    <a:pt x="522" y="187"/>
                  </a:cubicBezTo>
                  <a:cubicBezTo>
                    <a:pt x="489" y="171"/>
                    <a:pt x="437" y="150"/>
                    <a:pt x="404" y="134"/>
                  </a:cubicBezTo>
                  <a:cubicBezTo>
                    <a:pt x="320" y="118"/>
                    <a:pt x="251" y="86"/>
                    <a:pt x="170" y="49"/>
                  </a:cubicBezTo>
                  <a:cubicBezTo>
                    <a:pt x="150" y="49"/>
                    <a:pt x="150" y="49"/>
                    <a:pt x="134" y="33"/>
                  </a:cubicBezTo>
                  <a:cubicBezTo>
                    <a:pt x="85" y="17"/>
                    <a:pt x="49" y="1"/>
                    <a:pt x="17" y="1"/>
                  </a:cubicBezTo>
                  <a:close/>
                  <a:moveTo>
                    <a:pt x="909" y="336"/>
                  </a:moveTo>
                  <a:lnTo>
                    <a:pt x="909" y="352"/>
                  </a:lnTo>
                  <a:lnTo>
                    <a:pt x="926" y="33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1365;p39">
              <a:extLst>
                <a:ext uri="{FF2B5EF4-FFF2-40B4-BE49-F238E27FC236}">
                  <a16:creationId xmlns:a16="http://schemas.microsoft.com/office/drawing/2014/main" id="{591BA0E2-69DB-BD3F-9792-1F497123C316}"/>
                </a:ext>
              </a:extLst>
            </p:cNvPr>
            <p:cNvSpPr/>
            <p:nvPr/>
          </p:nvSpPr>
          <p:spPr>
            <a:xfrm>
              <a:off x="2274173" y="449342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1" y="1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1366;p39">
              <a:extLst>
                <a:ext uri="{FF2B5EF4-FFF2-40B4-BE49-F238E27FC236}">
                  <a16:creationId xmlns:a16="http://schemas.microsoft.com/office/drawing/2014/main" id="{5DABB8CE-8E65-7EFE-4E82-D6C06BF8925C}"/>
                </a:ext>
              </a:extLst>
            </p:cNvPr>
            <p:cNvSpPr/>
            <p:nvPr/>
          </p:nvSpPr>
          <p:spPr>
            <a:xfrm>
              <a:off x="2484842" y="517976"/>
              <a:ext cx="67044" cy="26619"/>
            </a:xfrm>
            <a:custGeom>
              <a:avLst/>
              <a:gdLst/>
              <a:ahLst/>
              <a:cxnLst/>
              <a:rect l="l" t="t" r="r" b="b"/>
              <a:pathLst>
                <a:path w="675" h="268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17" y="65"/>
                    <a:pt x="186" y="85"/>
                  </a:cubicBezTo>
                  <a:cubicBezTo>
                    <a:pt x="271" y="118"/>
                    <a:pt x="336" y="134"/>
                    <a:pt x="388" y="166"/>
                  </a:cubicBezTo>
                  <a:cubicBezTo>
                    <a:pt x="420" y="166"/>
                    <a:pt x="437" y="186"/>
                    <a:pt x="457" y="186"/>
                  </a:cubicBezTo>
                  <a:cubicBezTo>
                    <a:pt x="521" y="203"/>
                    <a:pt x="590" y="235"/>
                    <a:pt x="639" y="251"/>
                  </a:cubicBezTo>
                  <a:lnTo>
                    <a:pt x="659" y="251"/>
                  </a:lnTo>
                  <a:lnTo>
                    <a:pt x="639" y="235"/>
                  </a:lnTo>
                  <a:cubicBezTo>
                    <a:pt x="590" y="219"/>
                    <a:pt x="521" y="203"/>
                    <a:pt x="473" y="166"/>
                  </a:cubicBezTo>
                  <a:cubicBezTo>
                    <a:pt x="437" y="166"/>
                    <a:pt x="420" y="150"/>
                    <a:pt x="404" y="150"/>
                  </a:cubicBezTo>
                  <a:cubicBezTo>
                    <a:pt x="336" y="118"/>
                    <a:pt x="271" y="102"/>
                    <a:pt x="186" y="65"/>
                  </a:cubicBezTo>
                  <a:cubicBezTo>
                    <a:pt x="134" y="49"/>
                    <a:pt x="69" y="17"/>
                    <a:pt x="0" y="1"/>
                  </a:cubicBezTo>
                  <a:close/>
                  <a:moveTo>
                    <a:pt x="659" y="251"/>
                  </a:moveTo>
                  <a:lnTo>
                    <a:pt x="659" y="267"/>
                  </a:lnTo>
                  <a:lnTo>
                    <a:pt x="675" y="25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1367;p39">
              <a:extLst>
                <a:ext uri="{FF2B5EF4-FFF2-40B4-BE49-F238E27FC236}">
                  <a16:creationId xmlns:a16="http://schemas.microsoft.com/office/drawing/2014/main" id="{DE72F6BB-4E73-7C6B-7F1D-FCB52C456C4A}"/>
                </a:ext>
              </a:extLst>
            </p:cNvPr>
            <p:cNvSpPr/>
            <p:nvPr/>
          </p:nvSpPr>
          <p:spPr>
            <a:xfrm>
              <a:off x="2305858" y="373955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lnTo>
                    <a:pt x="85" y="53"/>
                  </a:lnTo>
                  <a:lnTo>
                    <a:pt x="8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1368;p39">
              <a:extLst>
                <a:ext uri="{FF2B5EF4-FFF2-40B4-BE49-F238E27FC236}">
                  <a16:creationId xmlns:a16="http://schemas.microsoft.com/office/drawing/2014/main" id="{4B7033E2-FB01-B1AB-72BA-9705507952B8}"/>
                </a:ext>
              </a:extLst>
            </p:cNvPr>
            <p:cNvSpPr/>
            <p:nvPr/>
          </p:nvSpPr>
          <p:spPr>
            <a:xfrm>
              <a:off x="2653793" y="775228"/>
              <a:ext cx="11720" cy="78665"/>
            </a:xfrm>
            <a:custGeom>
              <a:avLst/>
              <a:gdLst/>
              <a:ahLst/>
              <a:cxnLst/>
              <a:rect l="l" t="t" r="r" b="b"/>
              <a:pathLst>
                <a:path w="118" h="792" extrusionOk="0">
                  <a:moveTo>
                    <a:pt x="0" y="0"/>
                  </a:moveTo>
                  <a:lnTo>
                    <a:pt x="0" y="20"/>
                  </a:lnTo>
                  <a:lnTo>
                    <a:pt x="0" y="53"/>
                  </a:lnTo>
                  <a:cubicBezTo>
                    <a:pt x="16" y="101"/>
                    <a:pt x="16" y="137"/>
                    <a:pt x="16" y="170"/>
                  </a:cubicBezTo>
                  <a:cubicBezTo>
                    <a:pt x="32" y="222"/>
                    <a:pt x="32" y="271"/>
                    <a:pt x="32" y="303"/>
                  </a:cubicBezTo>
                  <a:cubicBezTo>
                    <a:pt x="49" y="372"/>
                    <a:pt x="49" y="424"/>
                    <a:pt x="69" y="473"/>
                  </a:cubicBezTo>
                  <a:cubicBezTo>
                    <a:pt x="69" y="424"/>
                    <a:pt x="69" y="356"/>
                    <a:pt x="49" y="303"/>
                  </a:cubicBezTo>
                  <a:cubicBezTo>
                    <a:pt x="49" y="271"/>
                    <a:pt x="32" y="222"/>
                    <a:pt x="32" y="170"/>
                  </a:cubicBezTo>
                  <a:cubicBezTo>
                    <a:pt x="32" y="137"/>
                    <a:pt x="16" y="101"/>
                    <a:pt x="16" y="53"/>
                  </a:cubicBezTo>
                  <a:lnTo>
                    <a:pt x="16" y="0"/>
                  </a:lnTo>
                  <a:close/>
                  <a:moveTo>
                    <a:pt x="69" y="473"/>
                  </a:moveTo>
                  <a:cubicBezTo>
                    <a:pt x="69" y="525"/>
                    <a:pt x="85" y="574"/>
                    <a:pt x="85" y="626"/>
                  </a:cubicBezTo>
                  <a:lnTo>
                    <a:pt x="85" y="691"/>
                  </a:lnTo>
                  <a:cubicBezTo>
                    <a:pt x="85" y="707"/>
                    <a:pt x="101" y="727"/>
                    <a:pt x="101" y="727"/>
                  </a:cubicBezTo>
                  <a:lnTo>
                    <a:pt x="101" y="691"/>
                  </a:lnTo>
                  <a:lnTo>
                    <a:pt x="101" y="626"/>
                  </a:lnTo>
                  <a:cubicBezTo>
                    <a:pt x="85" y="574"/>
                    <a:pt x="85" y="525"/>
                    <a:pt x="69" y="473"/>
                  </a:cubicBezTo>
                  <a:close/>
                  <a:moveTo>
                    <a:pt x="101" y="727"/>
                  </a:moveTo>
                  <a:lnTo>
                    <a:pt x="101" y="792"/>
                  </a:lnTo>
                  <a:lnTo>
                    <a:pt x="117" y="792"/>
                  </a:lnTo>
                  <a:cubicBezTo>
                    <a:pt x="117" y="760"/>
                    <a:pt x="117" y="743"/>
                    <a:pt x="101" y="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1369;p39">
              <a:extLst>
                <a:ext uri="{FF2B5EF4-FFF2-40B4-BE49-F238E27FC236}">
                  <a16:creationId xmlns:a16="http://schemas.microsoft.com/office/drawing/2014/main" id="{A7CEAA09-34AC-0C6C-E569-83683A60BED7}"/>
                </a:ext>
              </a:extLst>
            </p:cNvPr>
            <p:cNvSpPr/>
            <p:nvPr/>
          </p:nvSpPr>
          <p:spPr>
            <a:xfrm>
              <a:off x="2493284" y="950934"/>
              <a:ext cx="95153" cy="30195"/>
            </a:xfrm>
            <a:custGeom>
              <a:avLst/>
              <a:gdLst/>
              <a:ahLst/>
              <a:cxnLst/>
              <a:rect l="l" t="t" r="r" b="b"/>
              <a:pathLst>
                <a:path w="958" h="304" extrusionOk="0">
                  <a:moveTo>
                    <a:pt x="16" y="287"/>
                  </a:moveTo>
                  <a:lnTo>
                    <a:pt x="16" y="303"/>
                  </a:lnTo>
                  <a:lnTo>
                    <a:pt x="32" y="303"/>
                  </a:lnTo>
                  <a:lnTo>
                    <a:pt x="49" y="287"/>
                  </a:lnTo>
                  <a:close/>
                  <a:moveTo>
                    <a:pt x="0" y="0"/>
                  </a:moveTo>
                  <a:lnTo>
                    <a:pt x="0" y="69"/>
                  </a:lnTo>
                  <a:lnTo>
                    <a:pt x="0" y="134"/>
                  </a:lnTo>
                  <a:lnTo>
                    <a:pt x="0" y="150"/>
                  </a:lnTo>
                  <a:lnTo>
                    <a:pt x="0" y="186"/>
                  </a:lnTo>
                  <a:cubicBezTo>
                    <a:pt x="0" y="219"/>
                    <a:pt x="0" y="251"/>
                    <a:pt x="16" y="287"/>
                  </a:cubicBezTo>
                  <a:lnTo>
                    <a:pt x="16" y="186"/>
                  </a:lnTo>
                  <a:lnTo>
                    <a:pt x="16" y="150"/>
                  </a:lnTo>
                  <a:lnTo>
                    <a:pt x="16" y="134"/>
                  </a:lnTo>
                  <a:lnTo>
                    <a:pt x="16" y="69"/>
                  </a:lnTo>
                  <a:cubicBezTo>
                    <a:pt x="0" y="33"/>
                    <a:pt x="16" y="17"/>
                    <a:pt x="16" y="17"/>
                  </a:cubicBezTo>
                  <a:lnTo>
                    <a:pt x="49" y="17"/>
                  </a:lnTo>
                  <a:cubicBezTo>
                    <a:pt x="133" y="33"/>
                    <a:pt x="202" y="69"/>
                    <a:pt x="287" y="85"/>
                  </a:cubicBezTo>
                  <a:cubicBezTo>
                    <a:pt x="335" y="101"/>
                    <a:pt x="404" y="118"/>
                    <a:pt x="453" y="134"/>
                  </a:cubicBezTo>
                  <a:cubicBezTo>
                    <a:pt x="505" y="150"/>
                    <a:pt x="554" y="150"/>
                    <a:pt x="606" y="170"/>
                  </a:cubicBezTo>
                  <a:cubicBezTo>
                    <a:pt x="655" y="186"/>
                    <a:pt x="707" y="202"/>
                    <a:pt x="756" y="219"/>
                  </a:cubicBezTo>
                  <a:cubicBezTo>
                    <a:pt x="776" y="219"/>
                    <a:pt x="792" y="219"/>
                    <a:pt x="808" y="235"/>
                  </a:cubicBezTo>
                  <a:cubicBezTo>
                    <a:pt x="840" y="235"/>
                    <a:pt x="893" y="251"/>
                    <a:pt x="925" y="271"/>
                  </a:cubicBezTo>
                  <a:cubicBezTo>
                    <a:pt x="941" y="271"/>
                    <a:pt x="958" y="287"/>
                    <a:pt x="941" y="303"/>
                  </a:cubicBezTo>
                  <a:lnTo>
                    <a:pt x="958" y="303"/>
                  </a:lnTo>
                  <a:cubicBezTo>
                    <a:pt x="958" y="271"/>
                    <a:pt x="941" y="251"/>
                    <a:pt x="925" y="251"/>
                  </a:cubicBezTo>
                  <a:cubicBezTo>
                    <a:pt x="893" y="235"/>
                    <a:pt x="857" y="219"/>
                    <a:pt x="808" y="219"/>
                  </a:cubicBezTo>
                  <a:cubicBezTo>
                    <a:pt x="792" y="219"/>
                    <a:pt x="776" y="202"/>
                    <a:pt x="756" y="202"/>
                  </a:cubicBezTo>
                  <a:cubicBezTo>
                    <a:pt x="707" y="186"/>
                    <a:pt x="655" y="170"/>
                    <a:pt x="606" y="150"/>
                  </a:cubicBezTo>
                  <a:cubicBezTo>
                    <a:pt x="554" y="150"/>
                    <a:pt x="505" y="134"/>
                    <a:pt x="473" y="118"/>
                  </a:cubicBezTo>
                  <a:cubicBezTo>
                    <a:pt x="404" y="101"/>
                    <a:pt x="352" y="85"/>
                    <a:pt x="287" y="69"/>
                  </a:cubicBezTo>
                  <a:cubicBezTo>
                    <a:pt x="218" y="49"/>
                    <a:pt x="133" y="33"/>
                    <a:pt x="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1370;p39">
              <a:extLst>
                <a:ext uri="{FF2B5EF4-FFF2-40B4-BE49-F238E27FC236}">
                  <a16:creationId xmlns:a16="http://schemas.microsoft.com/office/drawing/2014/main" id="{6B68A0C4-9052-8621-2AD6-E9DEF594C058}"/>
                </a:ext>
              </a:extLst>
            </p:cNvPr>
            <p:cNvSpPr/>
            <p:nvPr/>
          </p:nvSpPr>
          <p:spPr>
            <a:xfrm>
              <a:off x="2474810" y="514400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6" y="20"/>
                  </a:lnTo>
                  <a:lnTo>
                    <a:pt x="53" y="20"/>
                  </a:lnTo>
                  <a:cubicBezTo>
                    <a:pt x="53" y="0"/>
                    <a:pt x="33" y="0"/>
                    <a:pt x="16" y="0"/>
                  </a:cubicBezTo>
                  <a:close/>
                  <a:moveTo>
                    <a:pt x="53" y="20"/>
                  </a:moveTo>
                  <a:cubicBezTo>
                    <a:pt x="69" y="37"/>
                    <a:pt x="85" y="37"/>
                    <a:pt x="85" y="37"/>
                  </a:cubicBezTo>
                  <a:lnTo>
                    <a:pt x="101" y="37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1371;p39">
              <a:extLst>
                <a:ext uri="{FF2B5EF4-FFF2-40B4-BE49-F238E27FC236}">
                  <a16:creationId xmlns:a16="http://schemas.microsoft.com/office/drawing/2014/main" id="{E348CC78-2070-3962-1FDE-910AD024A521}"/>
                </a:ext>
              </a:extLst>
            </p:cNvPr>
            <p:cNvSpPr/>
            <p:nvPr/>
          </p:nvSpPr>
          <p:spPr>
            <a:xfrm>
              <a:off x="2488020" y="544496"/>
              <a:ext cx="28606" cy="12118"/>
            </a:xfrm>
            <a:custGeom>
              <a:avLst/>
              <a:gdLst/>
              <a:ahLst/>
              <a:cxnLst/>
              <a:rect l="l" t="t" r="r" b="b"/>
              <a:pathLst>
                <a:path w="288" h="122" extrusionOk="0">
                  <a:moveTo>
                    <a:pt x="1" y="0"/>
                  </a:moveTo>
                  <a:lnTo>
                    <a:pt x="1" y="20"/>
                  </a:lnTo>
                  <a:lnTo>
                    <a:pt x="53" y="37"/>
                  </a:lnTo>
                  <a:cubicBezTo>
                    <a:pt x="102" y="53"/>
                    <a:pt x="154" y="69"/>
                    <a:pt x="203" y="85"/>
                  </a:cubicBezTo>
                  <a:cubicBezTo>
                    <a:pt x="223" y="101"/>
                    <a:pt x="239" y="101"/>
                    <a:pt x="255" y="101"/>
                  </a:cubicBezTo>
                  <a:cubicBezTo>
                    <a:pt x="239" y="85"/>
                    <a:pt x="239" y="85"/>
                    <a:pt x="223" y="85"/>
                  </a:cubicBezTo>
                  <a:cubicBezTo>
                    <a:pt x="170" y="69"/>
                    <a:pt x="122" y="53"/>
                    <a:pt x="69" y="37"/>
                  </a:cubicBezTo>
                  <a:lnTo>
                    <a:pt x="1" y="0"/>
                  </a:lnTo>
                  <a:close/>
                  <a:moveTo>
                    <a:pt x="255" y="101"/>
                  </a:moveTo>
                  <a:lnTo>
                    <a:pt x="271" y="121"/>
                  </a:lnTo>
                  <a:lnTo>
                    <a:pt x="287" y="121"/>
                  </a:lnTo>
                  <a:lnTo>
                    <a:pt x="287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1372;p39">
              <a:extLst>
                <a:ext uri="{FF2B5EF4-FFF2-40B4-BE49-F238E27FC236}">
                  <a16:creationId xmlns:a16="http://schemas.microsoft.com/office/drawing/2014/main" id="{D7DCFAF6-9992-829C-B09C-04559215FCA9}"/>
                </a:ext>
              </a:extLst>
            </p:cNvPr>
            <p:cNvSpPr/>
            <p:nvPr/>
          </p:nvSpPr>
          <p:spPr>
            <a:xfrm>
              <a:off x="1349756" y="674909"/>
              <a:ext cx="145312" cy="135678"/>
            </a:xfrm>
            <a:custGeom>
              <a:avLst/>
              <a:gdLst/>
              <a:ahLst/>
              <a:cxnLst/>
              <a:rect l="l" t="t" r="r" b="b"/>
              <a:pathLst>
                <a:path w="1463" h="1366" extrusionOk="0">
                  <a:moveTo>
                    <a:pt x="1446" y="0"/>
                  </a:moveTo>
                  <a:cubicBezTo>
                    <a:pt x="1441" y="0"/>
                    <a:pt x="1436" y="2"/>
                    <a:pt x="1431" y="5"/>
                  </a:cubicBezTo>
                  <a:lnTo>
                    <a:pt x="1431" y="5"/>
                  </a:lnTo>
                  <a:cubicBezTo>
                    <a:pt x="1441" y="2"/>
                    <a:pt x="1452" y="0"/>
                    <a:pt x="1462" y="0"/>
                  </a:cubicBezTo>
                  <a:close/>
                  <a:moveTo>
                    <a:pt x="1431" y="5"/>
                  </a:moveTo>
                  <a:lnTo>
                    <a:pt x="1431" y="5"/>
                  </a:lnTo>
                  <a:cubicBezTo>
                    <a:pt x="1411" y="11"/>
                    <a:pt x="1393" y="20"/>
                    <a:pt x="1382" y="20"/>
                  </a:cubicBezTo>
                  <a:cubicBezTo>
                    <a:pt x="1196" y="170"/>
                    <a:pt x="1010" y="303"/>
                    <a:pt x="824" y="440"/>
                  </a:cubicBezTo>
                  <a:lnTo>
                    <a:pt x="776" y="489"/>
                  </a:lnTo>
                  <a:lnTo>
                    <a:pt x="824" y="457"/>
                  </a:lnTo>
                  <a:cubicBezTo>
                    <a:pt x="1010" y="323"/>
                    <a:pt x="1212" y="170"/>
                    <a:pt x="1398" y="36"/>
                  </a:cubicBezTo>
                  <a:cubicBezTo>
                    <a:pt x="1409" y="25"/>
                    <a:pt x="1420" y="12"/>
                    <a:pt x="1431" y="5"/>
                  </a:cubicBezTo>
                  <a:close/>
                  <a:moveTo>
                    <a:pt x="776" y="489"/>
                  </a:moveTo>
                  <a:lnTo>
                    <a:pt x="776" y="489"/>
                  </a:lnTo>
                  <a:cubicBezTo>
                    <a:pt x="723" y="505"/>
                    <a:pt x="691" y="541"/>
                    <a:pt x="655" y="574"/>
                  </a:cubicBezTo>
                  <a:cubicBezTo>
                    <a:pt x="691" y="558"/>
                    <a:pt x="739" y="525"/>
                    <a:pt x="776" y="489"/>
                  </a:cubicBezTo>
                  <a:close/>
                  <a:moveTo>
                    <a:pt x="655" y="574"/>
                  </a:moveTo>
                  <a:lnTo>
                    <a:pt x="655" y="574"/>
                  </a:lnTo>
                  <a:cubicBezTo>
                    <a:pt x="638" y="590"/>
                    <a:pt x="622" y="606"/>
                    <a:pt x="622" y="626"/>
                  </a:cubicBezTo>
                  <a:cubicBezTo>
                    <a:pt x="638" y="659"/>
                    <a:pt x="622" y="691"/>
                    <a:pt x="622" y="727"/>
                  </a:cubicBezTo>
                  <a:lnTo>
                    <a:pt x="622" y="792"/>
                  </a:lnTo>
                  <a:lnTo>
                    <a:pt x="622" y="808"/>
                  </a:lnTo>
                  <a:lnTo>
                    <a:pt x="622" y="861"/>
                  </a:lnTo>
                  <a:cubicBezTo>
                    <a:pt x="622" y="893"/>
                    <a:pt x="622" y="909"/>
                    <a:pt x="590" y="929"/>
                  </a:cubicBezTo>
                  <a:cubicBezTo>
                    <a:pt x="554" y="945"/>
                    <a:pt x="537" y="962"/>
                    <a:pt x="505" y="978"/>
                  </a:cubicBezTo>
                  <a:cubicBezTo>
                    <a:pt x="505" y="978"/>
                    <a:pt x="489" y="994"/>
                    <a:pt x="473" y="994"/>
                  </a:cubicBezTo>
                  <a:cubicBezTo>
                    <a:pt x="372" y="1079"/>
                    <a:pt x="271" y="1147"/>
                    <a:pt x="186" y="1212"/>
                  </a:cubicBezTo>
                  <a:lnTo>
                    <a:pt x="101" y="1281"/>
                  </a:lnTo>
                  <a:lnTo>
                    <a:pt x="186" y="1232"/>
                  </a:lnTo>
                  <a:cubicBezTo>
                    <a:pt x="287" y="1164"/>
                    <a:pt x="388" y="1079"/>
                    <a:pt x="489" y="1010"/>
                  </a:cubicBezTo>
                  <a:cubicBezTo>
                    <a:pt x="505" y="1010"/>
                    <a:pt x="505" y="994"/>
                    <a:pt x="521" y="978"/>
                  </a:cubicBezTo>
                  <a:cubicBezTo>
                    <a:pt x="537" y="962"/>
                    <a:pt x="574" y="945"/>
                    <a:pt x="590" y="945"/>
                  </a:cubicBezTo>
                  <a:cubicBezTo>
                    <a:pt x="622" y="929"/>
                    <a:pt x="638" y="893"/>
                    <a:pt x="638" y="861"/>
                  </a:cubicBezTo>
                  <a:lnTo>
                    <a:pt x="638" y="808"/>
                  </a:lnTo>
                  <a:lnTo>
                    <a:pt x="638" y="792"/>
                  </a:lnTo>
                  <a:lnTo>
                    <a:pt x="638" y="727"/>
                  </a:lnTo>
                  <a:lnTo>
                    <a:pt x="638" y="626"/>
                  </a:lnTo>
                  <a:cubicBezTo>
                    <a:pt x="638" y="606"/>
                    <a:pt x="638" y="590"/>
                    <a:pt x="655" y="574"/>
                  </a:cubicBezTo>
                  <a:close/>
                  <a:moveTo>
                    <a:pt x="101" y="1281"/>
                  </a:moveTo>
                  <a:lnTo>
                    <a:pt x="101" y="1281"/>
                  </a:lnTo>
                  <a:cubicBezTo>
                    <a:pt x="69" y="1297"/>
                    <a:pt x="49" y="1313"/>
                    <a:pt x="32" y="1333"/>
                  </a:cubicBezTo>
                  <a:cubicBezTo>
                    <a:pt x="49" y="1313"/>
                    <a:pt x="85" y="1297"/>
                    <a:pt x="101" y="1281"/>
                  </a:cubicBezTo>
                  <a:close/>
                  <a:moveTo>
                    <a:pt x="32" y="1333"/>
                  </a:moveTo>
                  <a:lnTo>
                    <a:pt x="0" y="1349"/>
                  </a:lnTo>
                  <a:lnTo>
                    <a:pt x="0" y="1366"/>
                  </a:lnTo>
                  <a:lnTo>
                    <a:pt x="32" y="133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1373;p39">
              <a:extLst>
                <a:ext uri="{FF2B5EF4-FFF2-40B4-BE49-F238E27FC236}">
                  <a16:creationId xmlns:a16="http://schemas.microsoft.com/office/drawing/2014/main" id="{8E1F1017-BFC0-1959-13C0-12FDF8C064B5}"/>
                </a:ext>
              </a:extLst>
            </p:cNvPr>
            <p:cNvSpPr/>
            <p:nvPr/>
          </p:nvSpPr>
          <p:spPr>
            <a:xfrm>
              <a:off x="2618434" y="774532"/>
              <a:ext cx="93961" cy="17581"/>
            </a:xfrm>
            <a:custGeom>
              <a:avLst/>
              <a:gdLst/>
              <a:ahLst/>
              <a:cxnLst/>
              <a:rect l="l" t="t" r="r" b="b"/>
              <a:pathLst>
                <a:path w="946" h="177" extrusionOk="0">
                  <a:moveTo>
                    <a:pt x="355" y="0"/>
                  </a:moveTo>
                  <a:cubicBezTo>
                    <a:pt x="343" y="0"/>
                    <a:pt x="333" y="2"/>
                    <a:pt x="324" y="7"/>
                  </a:cubicBezTo>
                  <a:cubicBezTo>
                    <a:pt x="255" y="43"/>
                    <a:pt x="186" y="92"/>
                    <a:pt x="102" y="128"/>
                  </a:cubicBezTo>
                  <a:lnTo>
                    <a:pt x="69" y="128"/>
                  </a:lnTo>
                  <a:cubicBezTo>
                    <a:pt x="53" y="144"/>
                    <a:pt x="37" y="161"/>
                    <a:pt x="1" y="161"/>
                  </a:cubicBezTo>
                  <a:lnTo>
                    <a:pt x="21" y="177"/>
                  </a:lnTo>
                  <a:cubicBezTo>
                    <a:pt x="37" y="177"/>
                    <a:pt x="69" y="161"/>
                    <a:pt x="85" y="144"/>
                  </a:cubicBezTo>
                  <a:cubicBezTo>
                    <a:pt x="85" y="144"/>
                    <a:pt x="102" y="144"/>
                    <a:pt x="122" y="128"/>
                  </a:cubicBezTo>
                  <a:cubicBezTo>
                    <a:pt x="186" y="92"/>
                    <a:pt x="255" y="60"/>
                    <a:pt x="324" y="27"/>
                  </a:cubicBezTo>
                  <a:cubicBezTo>
                    <a:pt x="340" y="17"/>
                    <a:pt x="360" y="12"/>
                    <a:pt x="381" y="12"/>
                  </a:cubicBezTo>
                  <a:cubicBezTo>
                    <a:pt x="401" y="12"/>
                    <a:pt x="423" y="17"/>
                    <a:pt x="441" y="27"/>
                  </a:cubicBezTo>
                  <a:cubicBezTo>
                    <a:pt x="415" y="13"/>
                    <a:pt x="383" y="0"/>
                    <a:pt x="355" y="0"/>
                  </a:cubicBezTo>
                  <a:close/>
                  <a:moveTo>
                    <a:pt x="441" y="27"/>
                  </a:moveTo>
                  <a:lnTo>
                    <a:pt x="441" y="27"/>
                  </a:lnTo>
                  <a:cubicBezTo>
                    <a:pt x="526" y="60"/>
                    <a:pt x="606" y="76"/>
                    <a:pt x="675" y="108"/>
                  </a:cubicBezTo>
                  <a:cubicBezTo>
                    <a:pt x="760" y="128"/>
                    <a:pt x="829" y="144"/>
                    <a:pt x="893" y="177"/>
                  </a:cubicBezTo>
                  <a:lnTo>
                    <a:pt x="946" y="177"/>
                  </a:lnTo>
                  <a:lnTo>
                    <a:pt x="930" y="161"/>
                  </a:lnTo>
                  <a:lnTo>
                    <a:pt x="893" y="161"/>
                  </a:lnTo>
                  <a:cubicBezTo>
                    <a:pt x="829" y="144"/>
                    <a:pt x="760" y="108"/>
                    <a:pt x="691" y="92"/>
                  </a:cubicBezTo>
                  <a:cubicBezTo>
                    <a:pt x="606" y="76"/>
                    <a:pt x="526" y="43"/>
                    <a:pt x="441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1374;p39">
              <a:extLst>
                <a:ext uri="{FF2B5EF4-FFF2-40B4-BE49-F238E27FC236}">
                  <a16:creationId xmlns:a16="http://schemas.microsoft.com/office/drawing/2014/main" id="{662F8DCB-9AE5-EA9B-7926-00C71FA686B2}"/>
                </a:ext>
              </a:extLst>
            </p:cNvPr>
            <p:cNvSpPr/>
            <p:nvPr/>
          </p:nvSpPr>
          <p:spPr>
            <a:xfrm>
              <a:off x="2510070" y="477849"/>
              <a:ext cx="30195" cy="11720"/>
            </a:xfrm>
            <a:custGeom>
              <a:avLst/>
              <a:gdLst/>
              <a:ahLst/>
              <a:cxnLst/>
              <a:rect l="l" t="t" r="r" b="b"/>
              <a:pathLst>
                <a:path w="304" h="118" extrusionOk="0">
                  <a:moveTo>
                    <a:pt x="1" y="1"/>
                  </a:moveTo>
                  <a:lnTo>
                    <a:pt x="17" y="17"/>
                  </a:lnTo>
                  <a:cubicBezTo>
                    <a:pt x="17" y="17"/>
                    <a:pt x="33" y="17"/>
                    <a:pt x="49" y="33"/>
                  </a:cubicBezTo>
                  <a:cubicBezTo>
                    <a:pt x="65" y="33"/>
                    <a:pt x="102" y="49"/>
                    <a:pt x="134" y="49"/>
                  </a:cubicBezTo>
                  <a:cubicBezTo>
                    <a:pt x="102" y="33"/>
                    <a:pt x="82" y="17"/>
                    <a:pt x="49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  <a:moveTo>
                    <a:pt x="134" y="49"/>
                  </a:moveTo>
                  <a:cubicBezTo>
                    <a:pt x="150" y="65"/>
                    <a:pt x="166" y="65"/>
                    <a:pt x="183" y="85"/>
                  </a:cubicBezTo>
                  <a:cubicBezTo>
                    <a:pt x="219" y="85"/>
                    <a:pt x="251" y="102"/>
                    <a:pt x="284" y="118"/>
                  </a:cubicBezTo>
                  <a:lnTo>
                    <a:pt x="304" y="118"/>
                  </a:lnTo>
                  <a:lnTo>
                    <a:pt x="284" y="102"/>
                  </a:lnTo>
                  <a:cubicBezTo>
                    <a:pt x="251" y="102"/>
                    <a:pt x="219" y="85"/>
                    <a:pt x="183" y="65"/>
                  </a:cubicBezTo>
                  <a:cubicBezTo>
                    <a:pt x="166" y="49"/>
                    <a:pt x="150" y="49"/>
                    <a:pt x="134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1375;p39">
              <a:extLst>
                <a:ext uri="{FF2B5EF4-FFF2-40B4-BE49-F238E27FC236}">
                  <a16:creationId xmlns:a16="http://schemas.microsoft.com/office/drawing/2014/main" id="{64E10F28-8526-B2DF-CB12-E99FC512A93E}"/>
                </a:ext>
              </a:extLst>
            </p:cNvPr>
            <p:cNvSpPr/>
            <p:nvPr/>
          </p:nvSpPr>
          <p:spPr>
            <a:xfrm>
              <a:off x="1755796" y="651568"/>
              <a:ext cx="190704" cy="117303"/>
            </a:xfrm>
            <a:custGeom>
              <a:avLst/>
              <a:gdLst/>
              <a:ahLst/>
              <a:cxnLst/>
              <a:rect l="l" t="t" r="r" b="b"/>
              <a:pathLst>
                <a:path w="1920" h="1181" extrusionOk="0">
                  <a:moveTo>
                    <a:pt x="1903" y="1"/>
                  </a:moveTo>
                  <a:cubicBezTo>
                    <a:pt x="1871" y="1"/>
                    <a:pt x="1854" y="17"/>
                    <a:pt x="1818" y="33"/>
                  </a:cubicBezTo>
                  <a:lnTo>
                    <a:pt x="1802" y="53"/>
                  </a:lnTo>
                  <a:cubicBezTo>
                    <a:pt x="1753" y="86"/>
                    <a:pt x="1701" y="118"/>
                    <a:pt x="1652" y="134"/>
                  </a:cubicBezTo>
                  <a:cubicBezTo>
                    <a:pt x="1584" y="187"/>
                    <a:pt x="1515" y="235"/>
                    <a:pt x="1434" y="288"/>
                  </a:cubicBezTo>
                  <a:cubicBezTo>
                    <a:pt x="1382" y="304"/>
                    <a:pt x="1333" y="336"/>
                    <a:pt x="1281" y="372"/>
                  </a:cubicBezTo>
                  <a:cubicBezTo>
                    <a:pt x="1249" y="389"/>
                    <a:pt x="1232" y="421"/>
                    <a:pt x="1196" y="437"/>
                  </a:cubicBezTo>
                  <a:cubicBezTo>
                    <a:pt x="1232" y="421"/>
                    <a:pt x="1265" y="405"/>
                    <a:pt x="1297" y="389"/>
                  </a:cubicBezTo>
                  <a:cubicBezTo>
                    <a:pt x="1350" y="356"/>
                    <a:pt x="1398" y="320"/>
                    <a:pt x="1450" y="288"/>
                  </a:cubicBezTo>
                  <a:cubicBezTo>
                    <a:pt x="1515" y="255"/>
                    <a:pt x="1584" y="203"/>
                    <a:pt x="1669" y="154"/>
                  </a:cubicBezTo>
                  <a:cubicBezTo>
                    <a:pt x="1701" y="118"/>
                    <a:pt x="1753" y="86"/>
                    <a:pt x="1802" y="70"/>
                  </a:cubicBezTo>
                  <a:cubicBezTo>
                    <a:pt x="1818" y="53"/>
                    <a:pt x="1818" y="53"/>
                    <a:pt x="1838" y="53"/>
                  </a:cubicBezTo>
                  <a:cubicBezTo>
                    <a:pt x="1854" y="33"/>
                    <a:pt x="1871" y="17"/>
                    <a:pt x="1903" y="17"/>
                  </a:cubicBezTo>
                  <a:lnTo>
                    <a:pt x="1919" y="17"/>
                  </a:lnTo>
                  <a:lnTo>
                    <a:pt x="1903" y="1"/>
                  </a:lnTo>
                  <a:close/>
                  <a:moveTo>
                    <a:pt x="1196" y="437"/>
                  </a:moveTo>
                  <a:cubicBezTo>
                    <a:pt x="1131" y="473"/>
                    <a:pt x="1079" y="506"/>
                    <a:pt x="1010" y="538"/>
                  </a:cubicBezTo>
                  <a:cubicBezTo>
                    <a:pt x="978" y="574"/>
                    <a:pt x="929" y="607"/>
                    <a:pt x="877" y="639"/>
                  </a:cubicBezTo>
                  <a:cubicBezTo>
                    <a:pt x="929" y="607"/>
                    <a:pt x="978" y="591"/>
                    <a:pt x="1030" y="558"/>
                  </a:cubicBezTo>
                  <a:cubicBezTo>
                    <a:pt x="1079" y="522"/>
                    <a:pt x="1148" y="490"/>
                    <a:pt x="1196" y="437"/>
                  </a:cubicBezTo>
                  <a:close/>
                  <a:moveTo>
                    <a:pt x="877" y="639"/>
                  </a:moveTo>
                  <a:cubicBezTo>
                    <a:pt x="675" y="760"/>
                    <a:pt x="457" y="894"/>
                    <a:pt x="255" y="1027"/>
                  </a:cubicBezTo>
                  <a:cubicBezTo>
                    <a:pt x="239" y="1043"/>
                    <a:pt x="202" y="1063"/>
                    <a:pt x="186" y="1079"/>
                  </a:cubicBezTo>
                  <a:cubicBezTo>
                    <a:pt x="222" y="1063"/>
                    <a:pt x="239" y="1043"/>
                    <a:pt x="271" y="1027"/>
                  </a:cubicBezTo>
                  <a:cubicBezTo>
                    <a:pt x="473" y="910"/>
                    <a:pt x="675" y="776"/>
                    <a:pt x="877" y="639"/>
                  </a:cubicBezTo>
                  <a:close/>
                  <a:moveTo>
                    <a:pt x="186" y="1079"/>
                  </a:moveTo>
                  <a:lnTo>
                    <a:pt x="186" y="1079"/>
                  </a:lnTo>
                  <a:cubicBezTo>
                    <a:pt x="138" y="1096"/>
                    <a:pt x="101" y="1128"/>
                    <a:pt x="53" y="1144"/>
                  </a:cubicBezTo>
                  <a:lnTo>
                    <a:pt x="53" y="1164"/>
                  </a:lnTo>
                  <a:cubicBezTo>
                    <a:pt x="101" y="1128"/>
                    <a:pt x="154" y="1112"/>
                    <a:pt x="186" y="1079"/>
                  </a:cubicBezTo>
                  <a:close/>
                  <a:moveTo>
                    <a:pt x="53" y="1164"/>
                  </a:moveTo>
                  <a:cubicBezTo>
                    <a:pt x="37" y="1164"/>
                    <a:pt x="20" y="1180"/>
                    <a:pt x="0" y="1180"/>
                  </a:cubicBezTo>
                  <a:cubicBezTo>
                    <a:pt x="20" y="1180"/>
                    <a:pt x="37" y="1180"/>
                    <a:pt x="53" y="1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1376;p39">
              <a:extLst>
                <a:ext uri="{FF2B5EF4-FFF2-40B4-BE49-F238E27FC236}">
                  <a16:creationId xmlns:a16="http://schemas.microsoft.com/office/drawing/2014/main" id="{20AB6074-F332-7077-3922-694533884922}"/>
                </a:ext>
              </a:extLst>
            </p:cNvPr>
            <p:cNvSpPr/>
            <p:nvPr/>
          </p:nvSpPr>
          <p:spPr>
            <a:xfrm>
              <a:off x="2476399" y="566546"/>
              <a:ext cx="83930" cy="30195"/>
            </a:xfrm>
            <a:custGeom>
              <a:avLst/>
              <a:gdLst/>
              <a:ahLst/>
              <a:cxnLst/>
              <a:rect l="l" t="t" r="r" b="b"/>
              <a:pathLst>
                <a:path w="845" h="304" extrusionOk="0">
                  <a:moveTo>
                    <a:pt x="0" y="0"/>
                  </a:moveTo>
                  <a:lnTo>
                    <a:pt x="0" y="17"/>
                  </a:lnTo>
                  <a:cubicBezTo>
                    <a:pt x="37" y="33"/>
                    <a:pt x="69" y="49"/>
                    <a:pt x="101" y="49"/>
                  </a:cubicBezTo>
                  <a:cubicBezTo>
                    <a:pt x="69" y="33"/>
                    <a:pt x="37" y="17"/>
                    <a:pt x="0" y="0"/>
                  </a:cubicBezTo>
                  <a:close/>
                  <a:moveTo>
                    <a:pt x="101" y="49"/>
                  </a:moveTo>
                  <a:cubicBezTo>
                    <a:pt x="170" y="81"/>
                    <a:pt x="255" y="101"/>
                    <a:pt x="340" y="134"/>
                  </a:cubicBezTo>
                  <a:cubicBezTo>
                    <a:pt x="473" y="182"/>
                    <a:pt x="590" y="219"/>
                    <a:pt x="707" y="267"/>
                  </a:cubicBezTo>
                  <a:lnTo>
                    <a:pt x="744" y="267"/>
                  </a:lnTo>
                  <a:cubicBezTo>
                    <a:pt x="744" y="267"/>
                    <a:pt x="724" y="251"/>
                    <a:pt x="707" y="251"/>
                  </a:cubicBezTo>
                  <a:cubicBezTo>
                    <a:pt x="590" y="202"/>
                    <a:pt x="473" y="166"/>
                    <a:pt x="340" y="118"/>
                  </a:cubicBezTo>
                  <a:cubicBezTo>
                    <a:pt x="255" y="101"/>
                    <a:pt x="186" y="65"/>
                    <a:pt x="101" y="49"/>
                  </a:cubicBezTo>
                  <a:close/>
                  <a:moveTo>
                    <a:pt x="744" y="267"/>
                  </a:moveTo>
                  <a:lnTo>
                    <a:pt x="744" y="267"/>
                  </a:lnTo>
                  <a:cubicBezTo>
                    <a:pt x="776" y="283"/>
                    <a:pt x="808" y="303"/>
                    <a:pt x="845" y="303"/>
                  </a:cubicBezTo>
                  <a:lnTo>
                    <a:pt x="845" y="283"/>
                  </a:lnTo>
                  <a:cubicBezTo>
                    <a:pt x="808" y="283"/>
                    <a:pt x="776" y="283"/>
                    <a:pt x="74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1377;p39">
              <a:extLst>
                <a:ext uri="{FF2B5EF4-FFF2-40B4-BE49-F238E27FC236}">
                  <a16:creationId xmlns:a16="http://schemas.microsoft.com/office/drawing/2014/main" id="{D68A9334-9984-6EF2-9B11-C805F00BBA36}"/>
                </a:ext>
              </a:extLst>
            </p:cNvPr>
            <p:cNvSpPr/>
            <p:nvPr/>
          </p:nvSpPr>
          <p:spPr>
            <a:xfrm>
              <a:off x="2688657" y="516387"/>
              <a:ext cx="52245" cy="369191"/>
            </a:xfrm>
            <a:custGeom>
              <a:avLst/>
              <a:gdLst/>
              <a:ahLst/>
              <a:cxnLst/>
              <a:rect l="l" t="t" r="r" b="b"/>
              <a:pathLst>
                <a:path w="526" h="3717" extrusionOk="0">
                  <a:moveTo>
                    <a:pt x="21" y="0"/>
                  </a:moveTo>
                  <a:cubicBezTo>
                    <a:pt x="0" y="17"/>
                    <a:pt x="0" y="33"/>
                    <a:pt x="21" y="49"/>
                  </a:cubicBezTo>
                  <a:lnTo>
                    <a:pt x="21" y="134"/>
                  </a:lnTo>
                  <a:cubicBezTo>
                    <a:pt x="21" y="150"/>
                    <a:pt x="37" y="166"/>
                    <a:pt x="37" y="182"/>
                  </a:cubicBezTo>
                  <a:lnTo>
                    <a:pt x="37" y="235"/>
                  </a:lnTo>
                  <a:cubicBezTo>
                    <a:pt x="37" y="267"/>
                    <a:pt x="53" y="303"/>
                    <a:pt x="53" y="320"/>
                  </a:cubicBezTo>
                  <a:lnTo>
                    <a:pt x="53" y="352"/>
                  </a:lnTo>
                  <a:cubicBezTo>
                    <a:pt x="53" y="368"/>
                    <a:pt x="53" y="384"/>
                    <a:pt x="69" y="404"/>
                  </a:cubicBezTo>
                  <a:lnTo>
                    <a:pt x="69" y="352"/>
                  </a:lnTo>
                  <a:lnTo>
                    <a:pt x="69" y="320"/>
                  </a:lnTo>
                  <a:cubicBezTo>
                    <a:pt x="53" y="283"/>
                    <a:pt x="53" y="267"/>
                    <a:pt x="53" y="235"/>
                  </a:cubicBezTo>
                  <a:lnTo>
                    <a:pt x="53" y="182"/>
                  </a:lnTo>
                  <a:cubicBezTo>
                    <a:pt x="37" y="166"/>
                    <a:pt x="37" y="150"/>
                    <a:pt x="37" y="134"/>
                  </a:cubicBezTo>
                  <a:lnTo>
                    <a:pt x="37" y="49"/>
                  </a:lnTo>
                  <a:cubicBezTo>
                    <a:pt x="21" y="33"/>
                    <a:pt x="21" y="17"/>
                    <a:pt x="37" y="0"/>
                  </a:cubicBezTo>
                  <a:close/>
                  <a:moveTo>
                    <a:pt x="69" y="404"/>
                  </a:moveTo>
                  <a:lnTo>
                    <a:pt x="69" y="437"/>
                  </a:lnTo>
                  <a:cubicBezTo>
                    <a:pt x="69" y="469"/>
                    <a:pt x="69" y="505"/>
                    <a:pt x="85" y="538"/>
                  </a:cubicBezTo>
                  <a:lnTo>
                    <a:pt x="85" y="437"/>
                  </a:lnTo>
                  <a:cubicBezTo>
                    <a:pt x="85" y="421"/>
                    <a:pt x="69" y="404"/>
                    <a:pt x="69" y="404"/>
                  </a:cubicBezTo>
                  <a:close/>
                  <a:moveTo>
                    <a:pt x="85" y="538"/>
                  </a:moveTo>
                  <a:lnTo>
                    <a:pt x="85" y="623"/>
                  </a:lnTo>
                  <a:cubicBezTo>
                    <a:pt x="101" y="639"/>
                    <a:pt x="101" y="655"/>
                    <a:pt x="101" y="687"/>
                  </a:cubicBezTo>
                  <a:cubicBezTo>
                    <a:pt x="101" y="707"/>
                    <a:pt x="101" y="740"/>
                    <a:pt x="122" y="756"/>
                  </a:cubicBezTo>
                  <a:lnTo>
                    <a:pt x="122" y="687"/>
                  </a:lnTo>
                  <a:cubicBezTo>
                    <a:pt x="122" y="655"/>
                    <a:pt x="101" y="639"/>
                    <a:pt x="101" y="623"/>
                  </a:cubicBezTo>
                  <a:lnTo>
                    <a:pt x="85" y="538"/>
                  </a:lnTo>
                  <a:close/>
                  <a:moveTo>
                    <a:pt x="122" y="756"/>
                  </a:moveTo>
                  <a:lnTo>
                    <a:pt x="122" y="825"/>
                  </a:lnTo>
                  <a:cubicBezTo>
                    <a:pt x="122" y="857"/>
                    <a:pt x="138" y="909"/>
                    <a:pt x="138" y="942"/>
                  </a:cubicBezTo>
                  <a:cubicBezTo>
                    <a:pt x="138" y="974"/>
                    <a:pt x="154" y="1010"/>
                    <a:pt x="154" y="1043"/>
                  </a:cubicBezTo>
                  <a:cubicBezTo>
                    <a:pt x="154" y="1059"/>
                    <a:pt x="154" y="1091"/>
                    <a:pt x="170" y="1111"/>
                  </a:cubicBezTo>
                  <a:lnTo>
                    <a:pt x="170" y="1043"/>
                  </a:lnTo>
                  <a:cubicBezTo>
                    <a:pt x="170" y="1010"/>
                    <a:pt x="154" y="974"/>
                    <a:pt x="154" y="942"/>
                  </a:cubicBezTo>
                  <a:cubicBezTo>
                    <a:pt x="138" y="909"/>
                    <a:pt x="138" y="857"/>
                    <a:pt x="138" y="808"/>
                  </a:cubicBezTo>
                  <a:cubicBezTo>
                    <a:pt x="138" y="788"/>
                    <a:pt x="122" y="772"/>
                    <a:pt x="122" y="756"/>
                  </a:cubicBezTo>
                  <a:close/>
                  <a:moveTo>
                    <a:pt x="170" y="1111"/>
                  </a:moveTo>
                  <a:cubicBezTo>
                    <a:pt x="170" y="1160"/>
                    <a:pt x="186" y="1212"/>
                    <a:pt x="186" y="1261"/>
                  </a:cubicBezTo>
                  <a:lnTo>
                    <a:pt x="186" y="1313"/>
                  </a:lnTo>
                  <a:lnTo>
                    <a:pt x="186" y="1330"/>
                  </a:lnTo>
                  <a:cubicBezTo>
                    <a:pt x="202" y="1362"/>
                    <a:pt x="202" y="1394"/>
                    <a:pt x="202" y="1414"/>
                  </a:cubicBezTo>
                  <a:cubicBezTo>
                    <a:pt x="202" y="1447"/>
                    <a:pt x="223" y="1463"/>
                    <a:pt x="223" y="1495"/>
                  </a:cubicBezTo>
                  <a:lnTo>
                    <a:pt x="223" y="1414"/>
                  </a:lnTo>
                  <a:cubicBezTo>
                    <a:pt x="223" y="1394"/>
                    <a:pt x="202" y="1362"/>
                    <a:pt x="202" y="1330"/>
                  </a:cubicBezTo>
                  <a:lnTo>
                    <a:pt x="202" y="1293"/>
                  </a:lnTo>
                  <a:lnTo>
                    <a:pt x="202" y="1261"/>
                  </a:lnTo>
                  <a:cubicBezTo>
                    <a:pt x="186" y="1212"/>
                    <a:pt x="186" y="1160"/>
                    <a:pt x="170" y="1111"/>
                  </a:cubicBezTo>
                  <a:close/>
                  <a:moveTo>
                    <a:pt x="223" y="1495"/>
                  </a:moveTo>
                  <a:lnTo>
                    <a:pt x="223" y="1580"/>
                  </a:lnTo>
                  <a:cubicBezTo>
                    <a:pt x="239" y="1616"/>
                    <a:pt x="239" y="1632"/>
                    <a:pt x="239" y="1665"/>
                  </a:cubicBezTo>
                  <a:cubicBezTo>
                    <a:pt x="239" y="1697"/>
                    <a:pt x="255" y="1733"/>
                    <a:pt x="255" y="1766"/>
                  </a:cubicBezTo>
                  <a:lnTo>
                    <a:pt x="255" y="1818"/>
                  </a:lnTo>
                  <a:cubicBezTo>
                    <a:pt x="255" y="1834"/>
                    <a:pt x="271" y="1851"/>
                    <a:pt x="271" y="1867"/>
                  </a:cubicBezTo>
                  <a:lnTo>
                    <a:pt x="271" y="1818"/>
                  </a:lnTo>
                  <a:lnTo>
                    <a:pt x="271" y="1766"/>
                  </a:lnTo>
                  <a:cubicBezTo>
                    <a:pt x="255" y="1733"/>
                    <a:pt x="255" y="1697"/>
                    <a:pt x="255" y="1665"/>
                  </a:cubicBezTo>
                  <a:cubicBezTo>
                    <a:pt x="255" y="1632"/>
                    <a:pt x="239" y="1616"/>
                    <a:pt x="239" y="1580"/>
                  </a:cubicBezTo>
                  <a:cubicBezTo>
                    <a:pt x="239" y="1548"/>
                    <a:pt x="239" y="1531"/>
                    <a:pt x="223" y="1495"/>
                  </a:cubicBezTo>
                  <a:close/>
                  <a:moveTo>
                    <a:pt x="271" y="1867"/>
                  </a:moveTo>
                  <a:cubicBezTo>
                    <a:pt x="271" y="1899"/>
                    <a:pt x="271" y="1952"/>
                    <a:pt x="287" y="2000"/>
                  </a:cubicBezTo>
                  <a:cubicBezTo>
                    <a:pt x="287" y="2036"/>
                    <a:pt x="303" y="2069"/>
                    <a:pt x="303" y="2085"/>
                  </a:cubicBezTo>
                  <a:lnTo>
                    <a:pt x="303" y="2000"/>
                  </a:lnTo>
                  <a:cubicBezTo>
                    <a:pt x="287" y="1952"/>
                    <a:pt x="287" y="1899"/>
                    <a:pt x="271" y="1867"/>
                  </a:cubicBezTo>
                  <a:close/>
                  <a:moveTo>
                    <a:pt x="303" y="2085"/>
                  </a:moveTo>
                  <a:cubicBezTo>
                    <a:pt x="303" y="2121"/>
                    <a:pt x="303" y="2154"/>
                    <a:pt x="324" y="2186"/>
                  </a:cubicBezTo>
                  <a:cubicBezTo>
                    <a:pt x="324" y="2154"/>
                    <a:pt x="324" y="2121"/>
                    <a:pt x="303" y="2085"/>
                  </a:cubicBezTo>
                  <a:close/>
                  <a:moveTo>
                    <a:pt x="324" y="2186"/>
                  </a:moveTo>
                  <a:lnTo>
                    <a:pt x="324" y="2303"/>
                  </a:lnTo>
                  <a:cubicBezTo>
                    <a:pt x="340" y="2323"/>
                    <a:pt x="340" y="2339"/>
                    <a:pt x="340" y="2372"/>
                  </a:cubicBezTo>
                  <a:lnTo>
                    <a:pt x="340" y="2424"/>
                  </a:lnTo>
                  <a:cubicBezTo>
                    <a:pt x="356" y="2440"/>
                    <a:pt x="356" y="2473"/>
                    <a:pt x="356" y="2505"/>
                  </a:cubicBezTo>
                  <a:lnTo>
                    <a:pt x="356" y="2541"/>
                  </a:lnTo>
                  <a:cubicBezTo>
                    <a:pt x="372" y="2558"/>
                    <a:pt x="372" y="2574"/>
                    <a:pt x="372" y="2590"/>
                  </a:cubicBezTo>
                  <a:lnTo>
                    <a:pt x="372" y="2541"/>
                  </a:lnTo>
                  <a:lnTo>
                    <a:pt x="372" y="2505"/>
                  </a:lnTo>
                  <a:cubicBezTo>
                    <a:pt x="372" y="2473"/>
                    <a:pt x="356" y="2440"/>
                    <a:pt x="356" y="2404"/>
                  </a:cubicBezTo>
                  <a:lnTo>
                    <a:pt x="356" y="2372"/>
                  </a:lnTo>
                  <a:cubicBezTo>
                    <a:pt x="356" y="2339"/>
                    <a:pt x="340" y="2323"/>
                    <a:pt x="340" y="2303"/>
                  </a:cubicBezTo>
                  <a:cubicBezTo>
                    <a:pt x="340" y="2255"/>
                    <a:pt x="340" y="2222"/>
                    <a:pt x="324" y="2186"/>
                  </a:cubicBezTo>
                  <a:close/>
                  <a:moveTo>
                    <a:pt x="372" y="2590"/>
                  </a:moveTo>
                  <a:lnTo>
                    <a:pt x="372" y="2642"/>
                  </a:lnTo>
                  <a:cubicBezTo>
                    <a:pt x="372" y="2659"/>
                    <a:pt x="388" y="2675"/>
                    <a:pt x="388" y="2691"/>
                  </a:cubicBezTo>
                  <a:lnTo>
                    <a:pt x="388" y="2642"/>
                  </a:lnTo>
                  <a:cubicBezTo>
                    <a:pt x="388" y="2626"/>
                    <a:pt x="388" y="2606"/>
                    <a:pt x="372" y="2590"/>
                  </a:cubicBezTo>
                  <a:close/>
                  <a:moveTo>
                    <a:pt x="388" y="2691"/>
                  </a:moveTo>
                  <a:cubicBezTo>
                    <a:pt x="388" y="2743"/>
                    <a:pt x="388" y="2776"/>
                    <a:pt x="404" y="2828"/>
                  </a:cubicBezTo>
                  <a:cubicBezTo>
                    <a:pt x="404" y="2776"/>
                    <a:pt x="404" y="2727"/>
                    <a:pt x="388" y="2691"/>
                  </a:cubicBezTo>
                  <a:close/>
                  <a:moveTo>
                    <a:pt x="404" y="2828"/>
                  </a:moveTo>
                  <a:lnTo>
                    <a:pt x="404" y="2877"/>
                  </a:lnTo>
                  <a:cubicBezTo>
                    <a:pt x="404" y="2893"/>
                    <a:pt x="404" y="2909"/>
                    <a:pt x="425" y="2929"/>
                  </a:cubicBezTo>
                  <a:lnTo>
                    <a:pt x="425" y="2877"/>
                  </a:lnTo>
                  <a:cubicBezTo>
                    <a:pt x="425" y="2861"/>
                    <a:pt x="425" y="2844"/>
                    <a:pt x="404" y="2828"/>
                  </a:cubicBezTo>
                  <a:close/>
                  <a:moveTo>
                    <a:pt x="425" y="2929"/>
                  </a:moveTo>
                  <a:cubicBezTo>
                    <a:pt x="425" y="2978"/>
                    <a:pt x="425" y="3030"/>
                    <a:pt x="441" y="3063"/>
                  </a:cubicBezTo>
                  <a:lnTo>
                    <a:pt x="441" y="3131"/>
                  </a:lnTo>
                  <a:lnTo>
                    <a:pt x="441" y="3147"/>
                  </a:lnTo>
                  <a:cubicBezTo>
                    <a:pt x="441" y="3180"/>
                    <a:pt x="457" y="3212"/>
                    <a:pt x="457" y="3232"/>
                  </a:cubicBezTo>
                  <a:lnTo>
                    <a:pt x="457" y="3248"/>
                  </a:lnTo>
                  <a:lnTo>
                    <a:pt x="457" y="3265"/>
                  </a:lnTo>
                  <a:cubicBezTo>
                    <a:pt x="457" y="3297"/>
                    <a:pt x="473" y="3333"/>
                    <a:pt x="489" y="3366"/>
                  </a:cubicBezTo>
                  <a:cubicBezTo>
                    <a:pt x="505" y="3366"/>
                    <a:pt x="505" y="3382"/>
                    <a:pt x="505" y="3398"/>
                  </a:cubicBezTo>
                  <a:lnTo>
                    <a:pt x="505" y="3600"/>
                  </a:lnTo>
                  <a:lnTo>
                    <a:pt x="505" y="3701"/>
                  </a:lnTo>
                  <a:lnTo>
                    <a:pt x="505" y="3717"/>
                  </a:lnTo>
                  <a:lnTo>
                    <a:pt x="526" y="3701"/>
                  </a:lnTo>
                  <a:lnTo>
                    <a:pt x="526" y="3600"/>
                  </a:lnTo>
                  <a:lnTo>
                    <a:pt x="526" y="3398"/>
                  </a:lnTo>
                  <a:cubicBezTo>
                    <a:pt x="526" y="3382"/>
                    <a:pt x="526" y="3366"/>
                    <a:pt x="505" y="3349"/>
                  </a:cubicBezTo>
                  <a:cubicBezTo>
                    <a:pt x="489" y="3333"/>
                    <a:pt x="473" y="3297"/>
                    <a:pt x="473" y="3265"/>
                  </a:cubicBezTo>
                  <a:lnTo>
                    <a:pt x="473" y="3248"/>
                  </a:lnTo>
                  <a:lnTo>
                    <a:pt x="473" y="3232"/>
                  </a:lnTo>
                  <a:cubicBezTo>
                    <a:pt x="473" y="3196"/>
                    <a:pt x="457" y="3180"/>
                    <a:pt x="457" y="3147"/>
                  </a:cubicBezTo>
                  <a:lnTo>
                    <a:pt x="457" y="3131"/>
                  </a:lnTo>
                  <a:lnTo>
                    <a:pt x="457" y="3063"/>
                  </a:lnTo>
                  <a:cubicBezTo>
                    <a:pt x="441" y="3010"/>
                    <a:pt x="441" y="2978"/>
                    <a:pt x="425" y="2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1378;p39">
              <a:extLst>
                <a:ext uri="{FF2B5EF4-FFF2-40B4-BE49-F238E27FC236}">
                  <a16:creationId xmlns:a16="http://schemas.microsoft.com/office/drawing/2014/main" id="{81A7CB08-B577-AD38-E3A3-EE9AAF6F6000}"/>
                </a:ext>
              </a:extLst>
            </p:cNvPr>
            <p:cNvSpPr/>
            <p:nvPr/>
          </p:nvSpPr>
          <p:spPr>
            <a:xfrm>
              <a:off x="2331186" y="434146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0"/>
                  </a:moveTo>
                  <a:cubicBezTo>
                    <a:pt x="49" y="21"/>
                    <a:pt x="85" y="37"/>
                    <a:pt x="133" y="53"/>
                  </a:cubicBezTo>
                  <a:cubicBezTo>
                    <a:pt x="101" y="37"/>
                    <a:pt x="49" y="21"/>
                    <a:pt x="0" y="0"/>
                  </a:cubicBezTo>
                  <a:close/>
                  <a:moveTo>
                    <a:pt x="133" y="53"/>
                  </a:moveTo>
                  <a:cubicBezTo>
                    <a:pt x="150" y="69"/>
                    <a:pt x="166" y="69"/>
                    <a:pt x="202" y="85"/>
                  </a:cubicBezTo>
                  <a:lnTo>
                    <a:pt x="218" y="85"/>
                  </a:lnTo>
                  <a:lnTo>
                    <a:pt x="202" y="69"/>
                  </a:lnTo>
                  <a:cubicBezTo>
                    <a:pt x="186" y="69"/>
                    <a:pt x="166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1379;p39">
              <a:extLst>
                <a:ext uri="{FF2B5EF4-FFF2-40B4-BE49-F238E27FC236}">
                  <a16:creationId xmlns:a16="http://schemas.microsoft.com/office/drawing/2014/main" id="{B5A97B6B-09E5-58E4-5F47-A023D25D5ABA}"/>
                </a:ext>
              </a:extLst>
            </p:cNvPr>
            <p:cNvSpPr/>
            <p:nvPr/>
          </p:nvSpPr>
          <p:spPr>
            <a:xfrm>
              <a:off x="1944712" y="724671"/>
              <a:ext cx="322707" cy="259636"/>
            </a:xfrm>
            <a:custGeom>
              <a:avLst/>
              <a:gdLst/>
              <a:ahLst/>
              <a:cxnLst/>
              <a:rect l="l" t="t" r="r" b="b"/>
              <a:pathLst>
                <a:path w="3249" h="2614" extrusionOk="0">
                  <a:moveTo>
                    <a:pt x="31" y="1"/>
                  </a:moveTo>
                  <a:cubicBezTo>
                    <a:pt x="19" y="1"/>
                    <a:pt x="9" y="5"/>
                    <a:pt x="1" y="24"/>
                  </a:cubicBezTo>
                  <a:lnTo>
                    <a:pt x="17" y="40"/>
                  </a:lnTo>
                  <a:lnTo>
                    <a:pt x="17" y="24"/>
                  </a:lnTo>
                  <a:cubicBezTo>
                    <a:pt x="27" y="14"/>
                    <a:pt x="32" y="9"/>
                    <a:pt x="37" y="9"/>
                  </a:cubicBezTo>
                  <a:cubicBezTo>
                    <a:pt x="41" y="9"/>
                    <a:pt x="45" y="14"/>
                    <a:pt x="53" y="24"/>
                  </a:cubicBezTo>
                  <a:lnTo>
                    <a:pt x="70" y="24"/>
                  </a:lnTo>
                  <a:cubicBezTo>
                    <a:pt x="102" y="24"/>
                    <a:pt x="138" y="40"/>
                    <a:pt x="171" y="40"/>
                  </a:cubicBezTo>
                  <a:cubicBezTo>
                    <a:pt x="187" y="57"/>
                    <a:pt x="203" y="57"/>
                    <a:pt x="219" y="57"/>
                  </a:cubicBezTo>
                  <a:cubicBezTo>
                    <a:pt x="320" y="89"/>
                    <a:pt x="421" y="105"/>
                    <a:pt x="522" y="141"/>
                  </a:cubicBezTo>
                  <a:cubicBezTo>
                    <a:pt x="575" y="158"/>
                    <a:pt x="623" y="174"/>
                    <a:pt x="676" y="174"/>
                  </a:cubicBezTo>
                  <a:cubicBezTo>
                    <a:pt x="623" y="158"/>
                    <a:pt x="575" y="141"/>
                    <a:pt x="542" y="125"/>
                  </a:cubicBezTo>
                  <a:cubicBezTo>
                    <a:pt x="441" y="105"/>
                    <a:pt x="340" y="73"/>
                    <a:pt x="239" y="40"/>
                  </a:cubicBezTo>
                  <a:lnTo>
                    <a:pt x="187" y="40"/>
                  </a:lnTo>
                  <a:cubicBezTo>
                    <a:pt x="138" y="24"/>
                    <a:pt x="102" y="4"/>
                    <a:pt x="70" y="4"/>
                  </a:cubicBezTo>
                  <a:cubicBezTo>
                    <a:pt x="54" y="4"/>
                    <a:pt x="42" y="1"/>
                    <a:pt x="31" y="1"/>
                  </a:cubicBezTo>
                  <a:close/>
                  <a:moveTo>
                    <a:pt x="17" y="40"/>
                  </a:moveTo>
                  <a:lnTo>
                    <a:pt x="17" y="73"/>
                  </a:lnTo>
                  <a:lnTo>
                    <a:pt x="17" y="327"/>
                  </a:lnTo>
                  <a:lnTo>
                    <a:pt x="17" y="360"/>
                  </a:lnTo>
                  <a:lnTo>
                    <a:pt x="17" y="461"/>
                  </a:lnTo>
                  <a:cubicBezTo>
                    <a:pt x="37" y="477"/>
                    <a:pt x="37" y="493"/>
                    <a:pt x="17" y="509"/>
                  </a:cubicBezTo>
                  <a:cubicBezTo>
                    <a:pt x="53" y="493"/>
                    <a:pt x="37" y="477"/>
                    <a:pt x="37" y="461"/>
                  </a:cubicBezTo>
                  <a:lnTo>
                    <a:pt x="37" y="444"/>
                  </a:lnTo>
                  <a:lnTo>
                    <a:pt x="37" y="360"/>
                  </a:lnTo>
                  <a:lnTo>
                    <a:pt x="37" y="327"/>
                  </a:lnTo>
                  <a:lnTo>
                    <a:pt x="37" y="73"/>
                  </a:lnTo>
                  <a:cubicBezTo>
                    <a:pt x="37" y="57"/>
                    <a:pt x="37" y="40"/>
                    <a:pt x="17" y="40"/>
                  </a:cubicBezTo>
                  <a:close/>
                  <a:moveTo>
                    <a:pt x="17" y="509"/>
                  </a:moveTo>
                  <a:cubicBezTo>
                    <a:pt x="1" y="509"/>
                    <a:pt x="17" y="529"/>
                    <a:pt x="17" y="529"/>
                  </a:cubicBezTo>
                  <a:cubicBezTo>
                    <a:pt x="37" y="562"/>
                    <a:pt x="37" y="610"/>
                    <a:pt x="17" y="646"/>
                  </a:cubicBezTo>
                  <a:lnTo>
                    <a:pt x="37" y="646"/>
                  </a:lnTo>
                  <a:lnTo>
                    <a:pt x="37" y="529"/>
                  </a:lnTo>
                  <a:lnTo>
                    <a:pt x="17" y="509"/>
                  </a:lnTo>
                  <a:close/>
                  <a:moveTo>
                    <a:pt x="676" y="174"/>
                  </a:moveTo>
                  <a:lnTo>
                    <a:pt x="676" y="174"/>
                  </a:lnTo>
                  <a:cubicBezTo>
                    <a:pt x="809" y="226"/>
                    <a:pt x="962" y="259"/>
                    <a:pt x="1096" y="291"/>
                  </a:cubicBezTo>
                  <a:cubicBezTo>
                    <a:pt x="1213" y="327"/>
                    <a:pt x="1314" y="360"/>
                    <a:pt x="1431" y="392"/>
                  </a:cubicBezTo>
                  <a:lnTo>
                    <a:pt x="1734" y="477"/>
                  </a:lnTo>
                  <a:cubicBezTo>
                    <a:pt x="1904" y="509"/>
                    <a:pt x="2057" y="562"/>
                    <a:pt x="2223" y="610"/>
                  </a:cubicBezTo>
                  <a:cubicBezTo>
                    <a:pt x="2425" y="663"/>
                    <a:pt x="2643" y="731"/>
                    <a:pt x="2845" y="780"/>
                  </a:cubicBezTo>
                  <a:cubicBezTo>
                    <a:pt x="2881" y="796"/>
                    <a:pt x="2914" y="796"/>
                    <a:pt x="2946" y="812"/>
                  </a:cubicBezTo>
                  <a:cubicBezTo>
                    <a:pt x="3015" y="832"/>
                    <a:pt x="3083" y="848"/>
                    <a:pt x="3148" y="865"/>
                  </a:cubicBezTo>
                  <a:lnTo>
                    <a:pt x="3184" y="865"/>
                  </a:lnTo>
                  <a:cubicBezTo>
                    <a:pt x="3184" y="865"/>
                    <a:pt x="3168" y="848"/>
                    <a:pt x="3148" y="848"/>
                  </a:cubicBezTo>
                  <a:cubicBezTo>
                    <a:pt x="3083" y="832"/>
                    <a:pt x="3015" y="812"/>
                    <a:pt x="2946" y="796"/>
                  </a:cubicBezTo>
                  <a:cubicBezTo>
                    <a:pt x="2914" y="780"/>
                    <a:pt x="2881" y="780"/>
                    <a:pt x="2845" y="764"/>
                  </a:cubicBezTo>
                  <a:cubicBezTo>
                    <a:pt x="2643" y="711"/>
                    <a:pt x="2425" y="646"/>
                    <a:pt x="2223" y="594"/>
                  </a:cubicBezTo>
                  <a:cubicBezTo>
                    <a:pt x="2057" y="545"/>
                    <a:pt x="1904" y="509"/>
                    <a:pt x="1734" y="461"/>
                  </a:cubicBezTo>
                  <a:lnTo>
                    <a:pt x="1431" y="376"/>
                  </a:lnTo>
                  <a:cubicBezTo>
                    <a:pt x="1314" y="343"/>
                    <a:pt x="1213" y="307"/>
                    <a:pt x="1112" y="291"/>
                  </a:cubicBezTo>
                  <a:cubicBezTo>
                    <a:pt x="962" y="242"/>
                    <a:pt x="809" y="206"/>
                    <a:pt x="676" y="174"/>
                  </a:cubicBezTo>
                  <a:close/>
                  <a:moveTo>
                    <a:pt x="3184" y="865"/>
                  </a:moveTo>
                  <a:cubicBezTo>
                    <a:pt x="3200" y="881"/>
                    <a:pt x="3217" y="881"/>
                    <a:pt x="3249" y="881"/>
                  </a:cubicBezTo>
                  <a:cubicBezTo>
                    <a:pt x="3233" y="881"/>
                    <a:pt x="3200" y="865"/>
                    <a:pt x="3184" y="865"/>
                  </a:cubicBezTo>
                  <a:close/>
                  <a:moveTo>
                    <a:pt x="17" y="646"/>
                  </a:moveTo>
                  <a:lnTo>
                    <a:pt x="17" y="663"/>
                  </a:lnTo>
                  <a:lnTo>
                    <a:pt x="17" y="747"/>
                  </a:lnTo>
                  <a:cubicBezTo>
                    <a:pt x="17" y="832"/>
                    <a:pt x="17" y="897"/>
                    <a:pt x="37" y="966"/>
                  </a:cubicBezTo>
                  <a:lnTo>
                    <a:pt x="37" y="747"/>
                  </a:lnTo>
                  <a:cubicBezTo>
                    <a:pt x="37" y="711"/>
                    <a:pt x="37" y="679"/>
                    <a:pt x="17" y="646"/>
                  </a:cubicBezTo>
                  <a:close/>
                  <a:moveTo>
                    <a:pt x="37" y="966"/>
                  </a:moveTo>
                  <a:lnTo>
                    <a:pt x="37" y="1099"/>
                  </a:lnTo>
                  <a:lnTo>
                    <a:pt x="37" y="1418"/>
                  </a:lnTo>
                  <a:lnTo>
                    <a:pt x="37" y="1539"/>
                  </a:lnTo>
                  <a:lnTo>
                    <a:pt x="37" y="1604"/>
                  </a:lnTo>
                  <a:lnTo>
                    <a:pt x="37" y="1689"/>
                  </a:lnTo>
                  <a:lnTo>
                    <a:pt x="37" y="1822"/>
                  </a:lnTo>
                  <a:lnTo>
                    <a:pt x="37" y="1992"/>
                  </a:lnTo>
                  <a:lnTo>
                    <a:pt x="37" y="2125"/>
                  </a:lnTo>
                  <a:lnTo>
                    <a:pt x="37" y="2363"/>
                  </a:lnTo>
                  <a:lnTo>
                    <a:pt x="37" y="2396"/>
                  </a:lnTo>
                  <a:cubicBezTo>
                    <a:pt x="53" y="2464"/>
                    <a:pt x="53" y="2529"/>
                    <a:pt x="53" y="2614"/>
                  </a:cubicBezTo>
                  <a:cubicBezTo>
                    <a:pt x="70" y="2529"/>
                    <a:pt x="53" y="2464"/>
                    <a:pt x="53" y="2396"/>
                  </a:cubicBezTo>
                  <a:lnTo>
                    <a:pt x="53" y="2347"/>
                  </a:lnTo>
                  <a:lnTo>
                    <a:pt x="53" y="2125"/>
                  </a:lnTo>
                  <a:lnTo>
                    <a:pt x="53" y="1992"/>
                  </a:lnTo>
                  <a:lnTo>
                    <a:pt x="53" y="1822"/>
                  </a:lnTo>
                  <a:lnTo>
                    <a:pt x="53" y="1689"/>
                  </a:lnTo>
                  <a:lnTo>
                    <a:pt x="53" y="1604"/>
                  </a:lnTo>
                  <a:lnTo>
                    <a:pt x="53" y="1539"/>
                  </a:lnTo>
                  <a:lnTo>
                    <a:pt x="53" y="1418"/>
                  </a:lnTo>
                  <a:lnTo>
                    <a:pt x="53" y="1099"/>
                  </a:lnTo>
                  <a:cubicBezTo>
                    <a:pt x="37" y="1067"/>
                    <a:pt x="37" y="1014"/>
                    <a:pt x="37" y="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1380;p39">
              <a:extLst>
                <a:ext uri="{FF2B5EF4-FFF2-40B4-BE49-F238E27FC236}">
                  <a16:creationId xmlns:a16="http://schemas.microsoft.com/office/drawing/2014/main" id="{52333F46-B7B7-DCC1-6010-F121A77D2A63}"/>
                </a:ext>
              </a:extLst>
            </p:cNvPr>
            <p:cNvSpPr/>
            <p:nvPr/>
          </p:nvSpPr>
          <p:spPr>
            <a:xfrm>
              <a:off x="2392966" y="693285"/>
              <a:ext cx="77076" cy="23838"/>
            </a:xfrm>
            <a:custGeom>
              <a:avLst/>
              <a:gdLst/>
              <a:ahLst/>
              <a:cxnLst/>
              <a:rect l="l" t="t" r="r" b="b"/>
              <a:pathLst>
                <a:path w="776" h="240" extrusionOk="0">
                  <a:moveTo>
                    <a:pt x="0" y="1"/>
                  </a:moveTo>
                  <a:cubicBezTo>
                    <a:pt x="16" y="1"/>
                    <a:pt x="16" y="17"/>
                    <a:pt x="33" y="17"/>
                  </a:cubicBezTo>
                  <a:lnTo>
                    <a:pt x="49" y="17"/>
                  </a:lnTo>
                  <a:cubicBezTo>
                    <a:pt x="202" y="70"/>
                    <a:pt x="352" y="118"/>
                    <a:pt x="521" y="171"/>
                  </a:cubicBezTo>
                  <a:lnTo>
                    <a:pt x="707" y="219"/>
                  </a:lnTo>
                  <a:lnTo>
                    <a:pt x="521" y="154"/>
                  </a:lnTo>
                  <a:cubicBezTo>
                    <a:pt x="372" y="102"/>
                    <a:pt x="202" y="53"/>
                    <a:pt x="49" y="1"/>
                  </a:cubicBezTo>
                  <a:close/>
                  <a:moveTo>
                    <a:pt x="707" y="219"/>
                  </a:moveTo>
                  <a:cubicBezTo>
                    <a:pt x="723" y="239"/>
                    <a:pt x="740" y="239"/>
                    <a:pt x="740" y="239"/>
                  </a:cubicBezTo>
                  <a:lnTo>
                    <a:pt x="756" y="239"/>
                  </a:lnTo>
                  <a:lnTo>
                    <a:pt x="776" y="21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1381;p39">
              <a:extLst>
                <a:ext uri="{FF2B5EF4-FFF2-40B4-BE49-F238E27FC236}">
                  <a16:creationId xmlns:a16="http://schemas.microsoft.com/office/drawing/2014/main" id="{8C4A1E76-D2C8-857B-A8CA-AB21D3B609C2}"/>
                </a:ext>
              </a:extLst>
            </p:cNvPr>
            <p:cNvSpPr/>
            <p:nvPr/>
          </p:nvSpPr>
          <p:spPr>
            <a:xfrm>
              <a:off x="2327511" y="897596"/>
              <a:ext cx="32181" cy="83532"/>
            </a:xfrm>
            <a:custGeom>
              <a:avLst/>
              <a:gdLst/>
              <a:ahLst/>
              <a:cxnLst/>
              <a:rect l="l" t="t" r="r" b="b"/>
              <a:pathLst>
                <a:path w="324" h="841" extrusionOk="0">
                  <a:moveTo>
                    <a:pt x="21" y="0"/>
                  </a:moveTo>
                  <a:cubicBezTo>
                    <a:pt x="1" y="32"/>
                    <a:pt x="1" y="49"/>
                    <a:pt x="1" y="81"/>
                  </a:cubicBezTo>
                  <a:cubicBezTo>
                    <a:pt x="21" y="81"/>
                    <a:pt x="21" y="81"/>
                    <a:pt x="21" y="101"/>
                  </a:cubicBezTo>
                  <a:lnTo>
                    <a:pt x="21" y="65"/>
                  </a:lnTo>
                  <a:cubicBezTo>
                    <a:pt x="21" y="49"/>
                    <a:pt x="21" y="32"/>
                    <a:pt x="37" y="0"/>
                  </a:cubicBezTo>
                  <a:close/>
                  <a:moveTo>
                    <a:pt x="21" y="267"/>
                  </a:moveTo>
                  <a:lnTo>
                    <a:pt x="21" y="739"/>
                  </a:lnTo>
                  <a:cubicBezTo>
                    <a:pt x="21" y="772"/>
                    <a:pt x="37" y="788"/>
                    <a:pt x="53" y="788"/>
                  </a:cubicBezTo>
                  <a:cubicBezTo>
                    <a:pt x="102" y="788"/>
                    <a:pt x="154" y="808"/>
                    <a:pt x="187" y="824"/>
                  </a:cubicBezTo>
                  <a:cubicBezTo>
                    <a:pt x="223" y="824"/>
                    <a:pt x="239" y="824"/>
                    <a:pt x="271" y="840"/>
                  </a:cubicBezTo>
                  <a:lnTo>
                    <a:pt x="324" y="840"/>
                  </a:lnTo>
                  <a:cubicBezTo>
                    <a:pt x="304" y="824"/>
                    <a:pt x="288" y="824"/>
                    <a:pt x="271" y="824"/>
                  </a:cubicBezTo>
                  <a:cubicBezTo>
                    <a:pt x="255" y="824"/>
                    <a:pt x="223" y="808"/>
                    <a:pt x="187" y="808"/>
                  </a:cubicBezTo>
                  <a:cubicBezTo>
                    <a:pt x="154" y="788"/>
                    <a:pt x="102" y="788"/>
                    <a:pt x="69" y="772"/>
                  </a:cubicBezTo>
                  <a:cubicBezTo>
                    <a:pt x="37" y="772"/>
                    <a:pt x="37" y="756"/>
                    <a:pt x="37" y="739"/>
                  </a:cubicBezTo>
                  <a:cubicBezTo>
                    <a:pt x="37" y="570"/>
                    <a:pt x="37" y="404"/>
                    <a:pt x="21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1382;p39">
              <a:extLst>
                <a:ext uri="{FF2B5EF4-FFF2-40B4-BE49-F238E27FC236}">
                  <a16:creationId xmlns:a16="http://schemas.microsoft.com/office/drawing/2014/main" id="{BFB94FFF-9188-AA2D-C2AF-55B1AC2200B7}"/>
                </a:ext>
              </a:extLst>
            </p:cNvPr>
            <p:cNvSpPr/>
            <p:nvPr/>
          </p:nvSpPr>
          <p:spPr>
            <a:xfrm>
              <a:off x="1673952" y="383987"/>
              <a:ext cx="67044" cy="93961"/>
            </a:xfrm>
            <a:custGeom>
              <a:avLst/>
              <a:gdLst/>
              <a:ahLst/>
              <a:cxnLst/>
              <a:rect l="l" t="t" r="r" b="b"/>
              <a:pathLst>
                <a:path w="675" h="946" extrusionOk="0">
                  <a:moveTo>
                    <a:pt x="675" y="0"/>
                  </a:moveTo>
                  <a:cubicBezTo>
                    <a:pt x="606" y="37"/>
                    <a:pt x="558" y="69"/>
                    <a:pt x="521" y="122"/>
                  </a:cubicBezTo>
                  <a:cubicBezTo>
                    <a:pt x="574" y="85"/>
                    <a:pt x="622" y="53"/>
                    <a:pt x="675" y="21"/>
                  </a:cubicBezTo>
                  <a:lnTo>
                    <a:pt x="675" y="0"/>
                  </a:lnTo>
                  <a:close/>
                  <a:moveTo>
                    <a:pt x="521" y="122"/>
                  </a:moveTo>
                  <a:cubicBezTo>
                    <a:pt x="489" y="138"/>
                    <a:pt x="473" y="154"/>
                    <a:pt x="457" y="170"/>
                  </a:cubicBezTo>
                  <a:cubicBezTo>
                    <a:pt x="489" y="170"/>
                    <a:pt x="505" y="138"/>
                    <a:pt x="521" y="122"/>
                  </a:cubicBezTo>
                  <a:close/>
                  <a:moveTo>
                    <a:pt x="457" y="170"/>
                  </a:moveTo>
                  <a:cubicBezTo>
                    <a:pt x="388" y="223"/>
                    <a:pt x="303" y="287"/>
                    <a:pt x="238" y="340"/>
                  </a:cubicBezTo>
                  <a:cubicBezTo>
                    <a:pt x="170" y="388"/>
                    <a:pt x="117" y="441"/>
                    <a:pt x="53" y="489"/>
                  </a:cubicBezTo>
                  <a:cubicBezTo>
                    <a:pt x="16" y="526"/>
                    <a:pt x="0" y="558"/>
                    <a:pt x="0" y="590"/>
                  </a:cubicBezTo>
                  <a:lnTo>
                    <a:pt x="0" y="728"/>
                  </a:lnTo>
                  <a:lnTo>
                    <a:pt x="0" y="792"/>
                  </a:lnTo>
                  <a:lnTo>
                    <a:pt x="0" y="808"/>
                  </a:lnTo>
                  <a:lnTo>
                    <a:pt x="0" y="946"/>
                  </a:lnTo>
                  <a:lnTo>
                    <a:pt x="16" y="946"/>
                  </a:lnTo>
                  <a:cubicBezTo>
                    <a:pt x="0" y="893"/>
                    <a:pt x="16" y="861"/>
                    <a:pt x="16" y="808"/>
                  </a:cubicBezTo>
                  <a:lnTo>
                    <a:pt x="16" y="792"/>
                  </a:lnTo>
                  <a:lnTo>
                    <a:pt x="16" y="728"/>
                  </a:lnTo>
                  <a:lnTo>
                    <a:pt x="16" y="590"/>
                  </a:lnTo>
                  <a:cubicBezTo>
                    <a:pt x="16" y="558"/>
                    <a:pt x="37" y="526"/>
                    <a:pt x="53" y="505"/>
                  </a:cubicBezTo>
                  <a:cubicBezTo>
                    <a:pt x="117" y="457"/>
                    <a:pt x="186" y="404"/>
                    <a:pt x="255" y="356"/>
                  </a:cubicBezTo>
                  <a:cubicBezTo>
                    <a:pt x="319" y="287"/>
                    <a:pt x="388" y="239"/>
                    <a:pt x="457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1383;p39">
              <a:extLst>
                <a:ext uri="{FF2B5EF4-FFF2-40B4-BE49-F238E27FC236}">
                  <a16:creationId xmlns:a16="http://schemas.microsoft.com/office/drawing/2014/main" id="{0A971AD5-A340-6555-90BE-7169B0AA213C}"/>
                </a:ext>
              </a:extLst>
            </p:cNvPr>
            <p:cNvSpPr/>
            <p:nvPr/>
          </p:nvSpPr>
          <p:spPr>
            <a:xfrm>
              <a:off x="1948387" y="879122"/>
              <a:ext cx="208682" cy="51848"/>
            </a:xfrm>
            <a:custGeom>
              <a:avLst/>
              <a:gdLst/>
              <a:ahLst/>
              <a:cxnLst/>
              <a:rect l="l" t="t" r="r" b="b"/>
              <a:pathLst>
                <a:path w="2101" h="522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cubicBezTo>
                    <a:pt x="49" y="16"/>
                    <a:pt x="81" y="33"/>
                    <a:pt x="134" y="33"/>
                  </a:cubicBezTo>
                  <a:lnTo>
                    <a:pt x="134" y="16"/>
                  </a:lnTo>
                  <a:cubicBezTo>
                    <a:pt x="101" y="16"/>
                    <a:pt x="49" y="0"/>
                    <a:pt x="16" y="0"/>
                  </a:cubicBezTo>
                  <a:close/>
                  <a:moveTo>
                    <a:pt x="134" y="33"/>
                  </a:moveTo>
                  <a:lnTo>
                    <a:pt x="134" y="33"/>
                  </a:lnTo>
                  <a:cubicBezTo>
                    <a:pt x="218" y="65"/>
                    <a:pt x="283" y="85"/>
                    <a:pt x="352" y="101"/>
                  </a:cubicBezTo>
                  <a:cubicBezTo>
                    <a:pt x="384" y="101"/>
                    <a:pt x="420" y="117"/>
                    <a:pt x="453" y="117"/>
                  </a:cubicBezTo>
                  <a:cubicBezTo>
                    <a:pt x="521" y="134"/>
                    <a:pt x="586" y="150"/>
                    <a:pt x="655" y="166"/>
                  </a:cubicBezTo>
                  <a:cubicBezTo>
                    <a:pt x="723" y="186"/>
                    <a:pt x="772" y="202"/>
                    <a:pt x="841" y="218"/>
                  </a:cubicBezTo>
                  <a:cubicBezTo>
                    <a:pt x="974" y="251"/>
                    <a:pt x="1091" y="287"/>
                    <a:pt x="1212" y="303"/>
                  </a:cubicBezTo>
                  <a:cubicBezTo>
                    <a:pt x="1091" y="267"/>
                    <a:pt x="974" y="235"/>
                    <a:pt x="841" y="202"/>
                  </a:cubicBezTo>
                  <a:cubicBezTo>
                    <a:pt x="772" y="186"/>
                    <a:pt x="723" y="166"/>
                    <a:pt x="655" y="150"/>
                  </a:cubicBezTo>
                  <a:cubicBezTo>
                    <a:pt x="586" y="134"/>
                    <a:pt x="521" y="117"/>
                    <a:pt x="453" y="101"/>
                  </a:cubicBezTo>
                  <a:cubicBezTo>
                    <a:pt x="420" y="101"/>
                    <a:pt x="384" y="85"/>
                    <a:pt x="368" y="85"/>
                  </a:cubicBezTo>
                  <a:cubicBezTo>
                    <a:pt x="283" y="65"/>
                    <a:pt x="218" y="49"/>
                    <a:pt x="134" y="33"/>
                  </a:cubicBezTo>
                  <a:close/>
                  <a:moveTo>
                    <a:pt x="1212" y="303"/>
                  </a:moveTo>
                  <a:cubicBezTo>
                    <a:pt x="1346" y="352"/>
                    <a:pt x="1495" y="388"/>
                    <a:pt x="1648" y="420"/>
                  </a:cubicBezTo>
                  <a:cubicBezTo>
                    <a:pt x="1697" y="437"/>
                    <a:pt x="1749" y="437"/>
                    <a:pt x="1798" y="453"/>
                  </a:cubicBezTo>
                  <a:cubicBezTo>
                    <a:pt x="1834" y="453"/>
                    <a:pt x="1850" y="469"/>
                    <a:pt x="1883" y="469"/>
                  </a:cubicBezTo>
                  <a:cubicBezTo>
                    <a:pt x="1867" y="453"/>
                    <a:pt x="1834" y="453"/>
                    <a:pt x="1798" y="437"/>
                  </a:cubicBezTo>
                  <a:cubicBezTo>
                    <a:pt x="1749" y="437"/>
                    <a:pt x="1697" y="420"/>
                    <a:pt x="1648" y="404"/>
                  </a:cubicBezTo>
                  <a:cubicBezTo>
                    <a:pt x="1495" y="368"/>
                    <a:pt x="1346" y="336"/>
                    <a:pt x="1212" y="303"/>
                  </a:cubicBezTo>
                  <a:close/>
                  <a:moveTo>
                    <a:pt x="1883" y="469"/>
                  </a:moveTo>
                  <a:lnTo>
                    <a:pt x="1883" y="469"/>
                  </a:lnTo>
                  <a:cubicBezTo>
                    <a:pt x="1951" y="489"/>
                    <a:pt x="2020" y="521"/>
                    <a:pt x="2085" y="521"/>
                  </a:cubicBezTo>
                  <a:lnTo>
                    <a:pt x="2101" y="521"/>
                  </a:lnTo>
                  <a:lnTo>
                    <a:pt x="2085" y="505"/>
                  </a:lnTo>
                  <a:cubicBezTo>
                    <a:pt x="2020" y="505"/>
                    <a:pt x="1951" y="489"/>
                    <a:pt x="1883" y="4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1384;p39">
              <a:extLst>
                <a:ext uri="{FF2B5EF4-FFF2-40B4-BE49-F238E27FC236}">
                  <a16:creationId xmlns:a16="http://schemas.microsoft.com/office/drawing/2014/main" id="{23F49B62-3EE2-DE62-3BE3-FA6C5CE4BF3A}"/>
                </a:ext>
              </a:extLst>
            </p:cNvPr>
            <p:cNvSpPr/>
            <p:nvPr/>
          </p:nvSpPr>
          <p:spPr>
            <a:xfrm>
              <a:off x="1689149" y="470995"/>
              <a:ext cx="28606" cy="21852"/>
            </a:xfrm>
            <a:custGeom>
              <a:avLst/>
              <a:gdLst/>
              <a:ahLst/>
              <a:cxnLst/>
              <a:rect l="l" t="t" r="r" b="b"/>
              <a:pathLst>
                <a:path w="288" h="220" extrusionOk="0">
                  <a:moveTo>
                    <a:pt x="267" y="1"/>
                  </a:moveTo>
                  <a:lnTo>
                    <a:pt x="1" y="219"/>
                  </a:lnTo>
                  <a:lnTo>
                    <a:pt x="287" y="17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1385;p39">
              <a:extLst>
                <a:ext uri="{FF2B5EF4-FFF2-40B4-BE49-F238E27FC236}">
                  <a16:creationId xmlns:a16="http://schemas.microsoft.com/office/drawing/2014/main" id="{92AF1342-3D5A-3B4A-32E6-A032FF0C103C}"/>
                </a:ext>
              </a:extLst>
            </p:cNvPr>
            <p:cNvSpPr/>
            <p:nvPr/>
          </p:nvSpPr>
          <p:spPr>
            <a:xfrm>
              <a:off x="2213982" y="927692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lnTo>
                    <a:pt x="154" y="49"/>
                  </a:lnTo>
                  <a:lnTo>
                    <a:pt x="1" y="0"/>
                  </a:lnTo>
                  <a:close/>
                  <a:moveTo>
                    <a:pt x="154" y="49"/>
                  </a:moveTo>
                  <a:lnTo>
                    <a:pt x="154" y="49"/>
                  </a:lnTo>
                  <a:cubicBezTo>
                    <a:pt x="271" y="81"/>
                    <a:pt x="405" y="133"/>
                    <a:pt x="522" y="166"/>
                  </a:cubicBezTo>
                  <a:cubicBezTo>
                    <a:pt x="558" y="166"/>
                    <a:pt x="590" y="182"/>
                    <a:pt x="623" y="182"/>
                  </a:cubicBezTo>
                  <a:cubicBezTo>
                    <a:pt x="590" y="166"/>
                    <a:pt x="558" y="166"/>
                    <a:pt x="522" y="150"/>
                  </a:cubicBezTo>
                  <a:cubicBezTo>
                    <a:pt x="405" y="117"/>
                    <a:pt x="287" y="81"/>
                    <a:pt x="154" y="49"/>
                  </a:cubicBezTo>
                  <a:close/>
                  <a:moveTo>
                    <a:pt x="623" y="182"/>
                  </a:moveTo>
                  <a:cubicBezTo>
                    <a:pt x="659" y="202"/>
                    <a:pt x="691" y="218"/>
                    <a:pt x="740" y="218"/>
                  </a:cubicBezTo>
                  <a:cubicBezTo>
                    <a:pt x="707" y="202"/>
                    <a:pt x="659" y="182"/>
                    <a:pt x="623" y="182"/>
                  </a:cubicBezTo>
                  <a:close/>
                  <a:moveTo>
                    <a:pt x="740" y="218"/>
                  </a:moveTo>
                  <a:cubicBezTo>
                    <a:pt x="760" y="234"/>
                    <a:pt x="776" y="234"/>
                    <a:pt x="792" y="234"/>
                  </a:cubicBezTo>
                  <a:cubicBezTo>
                    <a:pt x="776" y="218"/>
                    <a:pt x="760" y="218"/>
                    <a:pt x="740" y="218"/>
                  </a:cubicBezTo>
                  <a:close/>
                  <a:moveTo>
                    <a:pt x="792" y="234"/>
                  </a:moveTo>
                  <a:cubicBezTo>
                    <a:pt x="825" y="251"/>
                    <a:pt x="861" y="251"/>
                    <a:pt x="877" y="267"/>
                  </a:cubicBezTo>
                  <a:cubicBezTo>
                    <a:pt x="926" y="283"/>
                    <a:pt x="978" y="303"/>
                    <a:pt x="1010" y="303"/>
                  </a:cubicBezTo>
                  <a:lnTo>
                    <a:pt x="1043" y="303"/>
                  </a:lnTo>
                  <a:lnTo>
                    <a:pt x="1043" y="283"/>
                  </a:lnTo>
                  <a:lnTo>
                    <a:pt x="1010" y="283"/>
                  </a:lnTo>
                  <a:cubicBezTo>
                    <a:pt x="978" y="283"/>
                    <a:pt x="926" y="267"/>
                    <a:pt x="893" y="251"/>
                  </a:cubicBezTo>
                  <a:cubicBezTo>
                    <a:pt x="861" y="251"/>
                    <a:pt x="825" y="234"/>
                    <a:pt x="792" y="2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1386;p39">
              <a:extLst>
                <a:ext uri="{FF2B5EF4-FFF2-40B4-BE49-F238E27FC236}">
                  <a16:creationId xmlns:a16="http://schemas.microsoft.com/office/drawing/2014/main" id="{0AEA68AD-0545-8E80-8100-39441FE28CA0}"/>
                </a:ext>
              </a:extLst>
            </p:cNvPr>
            <p:cNvSpPr/>
            <p:nvPr/>
          </p:nvSpPr>
          <p:spPr>
            <a:xfrm>
              <a:off x="2593602" y="551250"/>
              <a:ext cx="88697" cy="20163"/>
            </a:xfrm>
            <a:custGeom>
              <a:avLst/>
              <a:gdLst/>
              <a:ahLst/>
              <a:cxnLst/>
              <a:rect l="l" t="t" r="r" b="b"/>
              <a:pathLst>
                <a:path w="893" h="203" extrusionOk="0">
                  <a:moveTo>
                    <a:pt x="218" y="53"/>
                  </a:moveTo>
                  <a:cubicBezTo>
                    <a:pt x="186" y="53"/>
                    <a:pt x="170" y="70"/>
                    <a:pt x="133" y="86"/>
                  </a:cubicBezTo>
                  <a:cubicBezTo>
                    <a:pt x="117" y="86"/>
                    <a:pt x="101" y="102"/>
                    <a:pt x="85" y="102"/>
                  </a:cubicBezTo>
                  <a:cubicBezTo>
                    <a:pt x="49" y="118"/>
                    <a:pt x="32" y="134"/>
                    <a:pt x="0" y="134"/>
                  </a:cubicBezTo>
                  <a:lnTo>
                    <a:pt x="0" y="154"/>
                  </a:lnTo>
                  <a:cubicBezTo>
                    <a:pt x="32" y="154"/>
                    <a:pt x="69" y="134"/>
                    <a:pt x="85" y="118"/>
                  </a:cubicBezTo>
                  <a:cubicBezTo>
                    <a:pt x="101" y="102"/>
                    <a:pt x="117" y="102"/>
                    <a:pt x="150" y="86"/>
                  </a:cubicBezTo>
                  <a:cubicBezTo>
                    <a:pt x="170" y="86"/>
                    <a:pt x="202" y="70"/>
                    <a:pt x="218" y="53"/>
                  </a:cubicBezTo>
                  <a:close/>
                  <a:moveTo>
                    <a:pt x="303" y="1"/>
                  </a:moveTo>
                  <a:cubicBezTo>
                    <a:pt x="271" y="17"/>
                    <a:pt x="234" y="33"/>
                    <a:pt x="218" y="53"/>
                  </a:cubicBezTo>
                  <a:cubicBezTo>
                    <a:pt x="251" y="53"/>
                    <a:pt x="287" y="33"/>
                    <a:pt x="303" y="17"/>
                  </a:cubicBezTo>
                  <a:cubicBezTo>
                    <a:pt x="335" y="17"/>
                    <a:pt x="352" y="17"/>
                    <a:pt x="388" y="33"/>
                  </a:cubicBezTo>
                  <a:lnTo>
                    <a:pt x="404" y="33"/>
                  </a:lnTo>
                  <a:cubicBezTo>
                    <a:pt x="521" y="86"/>
                    <a:pt x="655" y="134"/>
                    <a:pt x="792" y="187"/>
                  </a:cubicBezTo>
                  <a:lnTo>
                    <a:pt x="840" y="203"/>
                  </a:lnTo>
                  <a:lnTo>
                    <a:pt x="893" y="203"/>
                  </a:lnTo>
                  <a:lnTo>
                    <a:pt x="893" y="187"/>
                  </a:lnTo>
                  <a:cubicBezTo>
                    <a:pt x="885" y="195"/>
                    <a:pt x="876" y="199"/>
                    <a:pt x="867" y="199"/>
                  </a:cubicBezTo>
                  <a:cubicBezTo>
                    <a:pt x="857" y="199"/>
                    <a:pt x="848" y="195"/>
                    <a:pt x="840" y="187"/>
                  </a:cubicBezTo>
                  <a:lnTo>
                    <a:pt x="792" y="171"/>
                  </a:lnTo>
                  <a:cubicBezTo>
                    <a:pt x="675" y="118"/>
                    <a:pt x="537" y="70"/>
                    <a:pt x="404" y="17"/>
                  </a:cubicBezTo>
                  <a:lnTo>
                    <a:pt x="388" y="17"/>
                  </a:lnTo>
                  <a:cubicBezTo>
                    <a:pt x="372" y="1"/>
                    <a:pt x="335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1387;p39">
              <a:extLst>
                <a:ext uri="{FF2B5EF4-FFF2-40B4-BE49-F238E27FC236}">
                  <a16:creationId xmlns:a16="http://schemas.microsoft.com/office/drawing/2014/main" id="{EB6FC9FB-6A63-1170-2724-E9F72550D2C8}"/>
                </a:ext>
              </a:extLst>
            </p:cNvPr>
            <p:cNvSpPr/>
            <p:nvPr/>
          </p:nvSpPr>
          <p:spPr>
            <a:xfrm>
              <a:off x="1762550" y="939313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57" y="0"/>
                  </a:moveTo>
                  <a:cubicBezTo>
                    <a:pt x="437" y="0"/>
                    <a:pt x="405" y="16"/>
                    <a:pt x="389" y="33"/>
                  </a:cubicBezTo>
                  <a:cubicBezTo>
                    <a:pt x="405" y="33"/>
                    <a:pt x="437" y="16"/>
                    <a:pt x="457" y="16"/>
                  </a:cubicBezTo>
                  <a:lnTo>
                    <a:pt x="474" y="16"/>
                  </a:lnTo>
                  <a:lnTo>
                    <a:pt x="457" y="0"/>
                  </a:lnTo>
                  <a:close/>
                  <a:moveTo>
                    <a:pt x="373" y="33"/>
                  </a:moveTo>
                  <a:cubicBezTo>
                    <a:pt x="336" y="49"/>
                    <a:pt x="304" y="65"/>
                    <a:pt x="288" y="65"/>
                  </a:cubicBezTo>
                  <a:cubicBezTo>
                    <a:pt x="255" y="85"/>
                    <a:pt x="219" y="101"/>
                    <a:pt x="171" y="117"/>
                  </a:cubicBezTo>
                  <a:cubicBezTo>
                    <a:pt x="134" y="134"/>
                    <a:pt x="102" y="150"/>
                    <a:pt x="86" y="166"/>
                  </a:cubicBezTo>
                  <a:cubicBezTo>
                    <a:pt x="118" y="166"/>
                    <a:pt x="154" y="150"/>
                    <a:pt x="187" y="134"/>
                  </a:cubicBezTo>
                  <a:cubicBezTo>
                    <a:pt x="219" y="117"/>
                    <a:pt x="255" y="101"/>
                    <a:pt x="288" y="85"/>
                  </a:cubicBezTo>
                  <a:cubicBezTo>
                    <a:pt x="320" y="65"/>
                    <a:pt x="336" y="65"/>
                    <a:pt x="373" y="49"/>
                  </a:cubicBezTo>
                  <a:cubicBezTo>
                    <a:pt x="373" y="49"/>
                    <a:pt x="389" y="49"/>
                    <a:pt x="389" y="33"/>
                  </a:cubicBezTo>
                  <a:close/>
                  <a:moveTo>
                    <a:pt x="86" y="166"/>
                  </a:moveTo>
                  <a:cubicBezTo>
                    <a:pt x="70" y="166"/>
                    <a:pt x="53" y="186"/>
                    <a:pt x="33" y="186"/>
                  </a:cubicBezTo>
                  <a:lnTo>
                    <a:pt x="17" y="186"/>
                  </a:lnTo>
                  <a:lnTo>
                    <a:pt x="1" y="202"/>
                  </a:lnTo>
                  <a:lnTo>
                    <a:pt x="33" y="202"/>
                  </a:lnTo>
                  <a:cubicBezTo>
                    <a:pt x="53" y="186"/>
                    <a:pt x="70" y="186"/>
                    <a:pt x="8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1388;p39">
              <a:extLst>
                <a:ext uri="{FF2B5EF4-FFF2-40B4-BE49-F238E27FC236}">
                  <a16:creationId xmlns:a16="http://schemas.microsoft.com/office/drawing/2014/main" id="{04E618B0-CCCB-EC36-CCB5-8E59A0FFD732}"/>
                </a:ext>
              </a:extLst>
            </p:cNvPr>
            <p:cNvSpPr/>
            <p:nvPr/>
          </p:nvSpPr>
          <p:spPr>
            <a:xfrm>
              <a:off x="2213982" y="949344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cubicBezTo>
                    <a:pt x="53" y="16"/>
                    <a:pt x="85" y="33"/>
                    <a:pt x="134" y="49"/>
                  </a:cubicBezTo>
                  <a:cubicBezTo>
                    <a:pt x="154" y="49"/>
                    <a:pt x="170" y="49"/>
                    <a:pt x="186" y="65"/>
                  </a:cubicBezTo>
                  <a:cubicBezTo>
                    <a:pt x="203" y="65"/>
                    <a:pt x="235" y="85"/>
                    <a:pt x="271" y="85"/>
                  </a:cubicBezTo>
                  <a:cubicBezTo>
                    <a:pt x="287" y="85"/>
                    <a:pt x="304" y="101"/>
                    <a:pt x="320" y="101"/>
                  </a:cubicBezTo>
                  <a:cubicBezTo>
                    <a:pt x="372" y="117"/>
                    <a:pt x="405" y="117"/>
                    <a:pt x="437" y="134"/>
                  </a:cubicBezTo>
                  <a:cubicBezTo>
                    <a:pt x="473" y="150"/>
                    <a:pt x="506" y="150"/>
                    <a:pt x="538" y="166"/>
                  </a:cubicBezTo>
                  <a:cubicBezTo>
                    <a:pt x="574" y="166"/>
                    <a:pt x="590" y="186"/>
                    <a:pt x="607" y="186"/>
                  </a:cubicBezTo>
                  <a:cubicBezTo>
                    <a:pt x="659" y="202"/>
                    <a:pt x="707" y="218"/>
                    <a:pt x="760" y="218"/>
                  </a:cubicBezTo>
                  <a:cubicBezTo>
                    <a:pt x="707" y="202"/>
                    <a:pt x="659" y="186"/>
                    <a:pt x="623" y="166"/>
                  </a:cubicBezTo>
                  <a:cubicBezTo>
                    <a:pt x="590" y="166"/>
                    <a:pt x="574" y="150"/>
                    <a:pt x="538" y="150"/>
                  </a:cubicBezTo>
                  <a:cubicBezTo>
                    <a:pt x="506" y="134"/>
                    <a:pt x="473" y="134"/>
                    <a:pt x="437" y="117"/>
                  </a:cubicBezTo>
                  <a:cubicBezTo>
                    <a:pt x="405" y="117"/>
                    <a:pt x="372" y="101"/>
                    <a:pt x="336" y="85"/>
                  </a:cubicBezTo>
                  <a:cubicBezTo>
                    <a:pt x="304" y="85"/>
                    <a:pt x="287" y="85"/>
                    <a:pt x="271" y="65"/>
                  </a:cubicBezTo>
                  <a:cubicBezTo>
                    <a:pt x="235" y="65"/>
                    <a:pt x="219" y="49"/>
                    <a:pt x="186" y="49"/>
                  </a:cubicBezTo>
                  <a:cubicBezTo>
                    <a:pt x="170" y="49"/>
                    <a:pt x="154" y="33"/>
                    <a:pt x="134" y="33"/>
                  </a:cubicBezTo>
                  <a:cubicBezTo>
                    <a:pt x="85" y="16"/>
                    <a:pt x="53" y="0"/>
                    <a:pt x="1" y="0"/>
                  </a:cubicBezTo>
                  <a:close/>
                  <a:moveTo>
                    <a:pt x="760" y="218"/>
                  </a:moveTo>
                  <a:lnTo>
                    <a:pt x="760" y="218"/>
                  </a:lnTo>
                  <a:cubicBezTo>
                    <a:pt x="825" y="251"/>
                    <a:pt x="909" y="267"/>
                    <a:pt x="978" y="287"/>
                  </a:cubicBezTo>
                  <a:cubicBezTo>
                    <a:pt x="994" y="303"/>
                    <a:pt x="1027" y="303"/>
                    <a:pt x="1043" y="303"/>
                  </a:cubicBezTo>
                  <a:lnTo>
                    <a:pt x="1043" y="287"/>
                  </a:lnTo>
                  <a:cubicBezTo>
                    <a:pt x="1027" y="287"/>
                    <a:pt x="994" y="287"/>
                    <a:pt x="978" y="267"/>
                  </a:cubicBezTo>
                  <a:cubicBezTo>
                    <a:pt x="909" y="251"/>
                    <a:pt x="825" y="235"/>
                    <a:pt x="760" y="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1389;p39">
              <a:extLst>
                <a:ext uri="{FF2B5EF4-FFF2-40B4-BE49-F238E27FC236}">
                  <a16:creationId xmlns:a16="http://schemas.microsoft.com/office/drawing/2014/main" id="{2BA346FE-F59D-8B52-1DBD-77ED10EA6E63}"/>
                </a:ext>
              </a:extLst>
            </p:cNvPr>
            <p:cNvSpPr/>
            <p:nvPr/>
          </p:nvSpPr>
          <p:spPr>
            <a:xfrm>
              <a:off x="2518115" y="499501"/>
              <a:ext cx="28606" cy="11720"/>
            </a:xfrm>
            <a:custGeom>
              <a:avLst/>
              <a:gdLst/>
              <a:ahLst/>
              <a:cxnLst/>
              <a:rect l="l" t="t" r="r" b="b"/>
              <a:pathLst>
                <a:path w="288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37" y="33"/>
                    <a:pt x="69" y="33"/>
                    <a:pt x="102" y="49"/>
                  </a:cubicBezTo>
                  <a:cubicBezTo>
                    <a:pt x="154" y="69"/>
                    <a:pt x="203" y="86"/>
                    <a:pt x="255" y="118"/>
                  </a:cubicBezTo>
                  <a:lnTo>
                    <a:pt x="287" y="118"/>
                  </a:lnTo>
                  <a:lnTo>
                    <a:pt x="287" y="102"/>
                  </a:lnTo>
                  <a:lnTo>
                    <a:pt x="271" y="102"/>
                  </a:lnTo>
                  <a:cubicBezTo>
                    <a:pt x="203" y="86"/>
                    <a:pt x="154" y="69"/>
                    <a:pt x="102" y="33"/>
                  </a:cubicBezTo>
                  <a:cubicBezTo>
                    <a:pt x="69" y="33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1390;p39">
              <a:extLst>
                <a:ext uri="{FF2B5EF4-FFF2-40B4-BE49-F238E27FC236}">
                  <a16:creationId xmlns:a16="http://schemas.microsoft.com/office/drawing/2014/main" id="{7CF9FDE4-DB8C-4738-C443-FD41C9F349F4}"/>
                </a:ext>
              </a:extLst>
            </p:cNvPr>
            <p:cNvSpPr/>
            <p:nvPr/>
          </p:nvSpPr>
          <p:spPr>
            <a:xfrm>
              <a:off x="1679117" y="511123"/>
              <a:ext cx="26619" cy="20163"/>
            </a:xfrm>
            <a:custGeom>
              <a:avLst/>
              <a:gdLst/>
              <a:ahLst/>
              <a:cxnLst/>
              <a:rect l="l" t="t" r="r" b="b"/>
              <a:pathLst>
                <a:path w="268" h="203" extrusionOk="0">
                  <a:moveTo>
                    <a:pt x="251" y="1"/>
                  </a:moveTo>
                  <a:lnTo>
                    <a:pt x="1" y="203"/>
                  </a:lnTo>
                  <a:lnTo>
                    <a:pt x="267" y="17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1391;p39">
              <a:extLst>
                <a:ext uri="{FF2B5EF4-FFF2-40B4-BE49-F238E27FC236}">
                  <a16:creationId xmlns:a16="http://schemas.microsoft.com/office/drawing/2014/main" id="{266DAA75-167B-C389-CDBC-12805D1DFF13}"/>
                </a:ext>
              </a:extLst>
            </p:cNvPr>
            <p:cNvSpPr/>
            <p:nvPr/>
          </p:nvSpPr>
          <p:spPr>
            <a:xfrm>
              <a:off x="2504905" y="558103"/>
              <a:ext cx="28606" cy="10131"/>
            </a:xfrm>
            <a:custGeom>
              <a:avLst/>
              <a:gdLst/>
              <a:ahLst/>
              <a:cxnLst/>
              <a:rect l="l" t="t" r="r" b="b"/>
              <a:pathLst>
                <a:path w="288" h="102" extrusionOk="0">
                  <a:moveTo>
                    <a:pt x="0" y="1"/>
                  </a:moveTo>
                  <a:lnTo>
                    <a:pt x="53" y="33"/>
                  </a:lnTo>
                  <a:cubicBezTo>
                    <a:pt x="101" y="49"/>
                    <a:pt x="154" y="65"/>
                    <a:pt x="202" y="85"/>
                  </a:cubicBezTo>
                  <a:cubicBezTo>
                    <a:pt x="218" y="85"/>
                    <a:pt x="235" y="85"/>
                    <a:pt x="255" y="102"/>
                  </a:cubicBezTo>
                  <a:lnTo>
                    <a:pt x="287" y="102"/>
                  </a:lnTo>
                  <a:lnTo>
                    <a:pt x="287" y="85"/>
                  </a:lnTo>
                  <a:lnTo>
                    <a:pt x="255" y="85"/>
                  </a:lnTo>
                  <a:cubicBezTo>
                    <a:pt x="235" y="85"/>
                    <a:pt x="218" y="65"/>
                    <a:pt x="202" y="65"/>
                  </a:cubicBezTo>
                  <a:cubicBezTo>
                    <a:pt x="154" y="49"/>
                    <a:pt x="101" y="33"/>
                    <a:pt x="53" y="1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1392;p39">
              <a:extLst>
                <a:ext uri="{FF2B5EF4-FFF2-40B4-BE49-F238E27FC236}">
                  <a16:creationId xmlns:a16="http://schemas.microsoft.com/office/drawing/2014/main" id="{8D8AD5B1-3539-EB51-CE6D-BC86925F218E}"/>
                </a:ext>
              </a:extLst>
            </p:cNvPr>
            <p:cNvSpPr/>
            <p:nvPr/>
          </p:nvSpPr>
          <p:spPr>
            <a:xfrm>
              <a:off x="2469943" y="476259"/>
              <a:ext cx="76778" cy="30195"/>
            </a:xfrm>
            <a:custGeom>
              <a:avLst/>
              <a:gdLst/>
              <a:ahLst/>
              <a:cxnLst/>
              <a:rect l="l" t="t" r="r" b="b"/>
              <a:pathLst>
                <a:path w="773" h="304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33"/>
                    <a:pt x="150" y="65"/>
                    <a:pt x="235" y="101"/>
                  </a:cubicBezTo>
                  <a:cubicBezTo>
                    <a:pt x="284" y="118"/>
                    <a:pt x="320" y="134"/>
                    <a:pt x="368" y="150"/>
                  </a:cubicBezTo>
                  <a:lnTo>
                    <a:pt x="437" y="166"/>
                  </a:lnTo>
                  <a:lnTo>
                    <a:pt x="368" y="134"/>
                  </a:lnTo>
                  <a:cubicBezTo>
                    <a:pt x="336" y="118"/>
                    <a:pt x="284" y="101"/>
                    <a:pt x="235" y="81"/>
                  </a:cubicBezTo>
                  <a:cubicBezTo>
                    <a:pt x="166" y="49"/>
                    <a:pt x="82" y="17"/>
                    <a:pt x="1" y="0"/>
                  </a:cubicBezTo>
                  <a:close/>
                  <a:moveTo>
                    <a:pt x="437" y="166"/>
                  </a:moveTo>
                  <a:lnTo>
                    <a:pt x="437" y="166"/>
                  </a:lnTo>
                  <a:cubicBezTo>
                    <a:pt x="538" y="219"/>
                    <a:pt x="639" y="251"/>
                    <a:pt x="740" y="283"/>
                  </a:cubicBezTo>
                  <a:cubicBezTo>
                    <a:pt x="639" y="235"/>
                    <a:pt x="538" y="202"/>
                    <a:pt x="437" y="166"/>
                  </a:cubicBezTo>
                  <a:close/>
                  <a:moveTo>
                    <a:pt x="740" y="283"/>
                  </a:moveTo>
                  <a:lnTo>
                    <a:pt x="756" y="303"/>
                  </a:lnTo>
                  <a:lnTo>
                    <a:pt x="772" y="303"/>
                  </a:lnTo>
                  <a:lnTo>
                    <a:pt x="772" y="28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1393;p39">
              <a:extLst>
                <a:ext uri="{FF2B5EF4-FFF2-40B4-BE49-F238E27FC236}">
                  <a16:creationId xmlns:a16="http://schemas.microsoft.com/office/drawing/2014/main" id="{C1A474F2-6921-F2A0-DE29-1EDE1FB177E0}"/>
                </a:ext>
              </a:extLst>
            </p:cNvPr>
            <p:cNvSpPr/>
            <p:nvPr/>
          </p:nvSpPr>
          <p:spPr>
            <a:xfrm>
              <a:off x="2219247" y="959376"/>
              <a:ext cx="78268" cy="21752"/>
            </a:xfrm>
            <a:custGeom>
              <a:avLst/>
              <a:gdLst/>
              <a:ahLst/>
              <a:cxnLst/>
              <a:rect l="l" t="t" r="r" b="b"/>
              <a:pathLst>
                <a:path w="788" h="219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49" y="16"/>
                    <a:pt x="65" y="33"/>
                  </a:cubicBezTo>
                  <a:lnTo>
                    <a:pt x="117" y="33"/>
                  </a:lnTo>
                  <a:cubicBezTo>
                    <a:pt x="150" y="49"/>
                    <a:pt x="182" y="49"/>
                    <a:pt x="218" y="65"/>
                  </a:cubicBezTo>
                  <a:cubicBezTo>
                    <a:pt x="234" y="65"/>
                    <a:pt x="251" y="85"/>
                    <a:pt x="267" y="85"/>
                  </a:cubicBezTo>
                  <a:cubicBezTo>
                    <a:pt x="335" y="101"/>
                    <a:pt x="404" y="117"/>
                    <a:pt x="469" y="134"/>
                  </a:cubicBezTo>
                  <a:lnTo>
                    <a:pt x="521" y="150"/>
                  </a:lnTo>
                  <a:cubicBezTo>
                    <a:pt x="586" y="166"/>
                    <a:pt x="654" y="186"/>
                    <a:pt x="723" y="202"/>
                  </a:cubicBezTo>
                  <a:lnTo>
                    <a:pt x="772" y="218"/>
                  </a:lnTo>
                  <a:lnTo>
                    <a:pt x="788" y="218"/>
                  </a:lnTo>
                  <a:lnTo>
                    <a:pt x="788" y="202"/>
                  </a:lnTo>
                  <a:lnTo>
                    <a:pt x="723" y="186"/>
                  </a:lnTo>
                  <a:cubicBezTo>
                    <a:pt x="654" y="166"/>
                    <a:pt x="586" y="150"/>
                    <a:pt x="521" y="134"/>
                  </a:cubicBezTo>
                  <a:lnTo>
                    <a:pt x="469" y="117"/>
                  </a:lnTo>
                  <a:cubicBezTo>
                    <a:pt x="404" y="101"/>
                    <a:pt x="335" y="85"/>
                    <a:pt x="267" y="65"/>
                  </a:cubicBezTo>
                  <a:cubicBezTo>
                    <a:pt x="251" y="65"/>
                    <a:pt x="234" y="65"/>
                    <a:pt x="218" y="49"/>
                  </a:cubicBezTo>
                  <a:cubicBezTo>
                    <a:pt x="182" y="49"/>
                    <a:pt x="150" y="33"/>
                    <a:pt x="117" y="16"/>
                  </a:cubicBezTo>
                  <a:lnTo>
                    <a:pt x="81" y="16"/>
                  </a:lnTo>
                  <a:cubicBezTo>
                    <a:pt x="49" y="0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1394;p39">
              <a:extLst>
                <a:ext uri="{FF2B5EF4-FFF2-40B4-BE49-F238E27FC236}">
                  <a16:creationId xmlns:a16="http://schemas.microsoft.com/office/drawing/2014/main" id="{2510E286-5DC3-4260-2D1C-040A08A90FF4}"/>
                </a:ext>
              </a:extLst>
            </p:cNvPr>
            <p:cNvSpPr/>
            <p:nvPr/>
          </p:nvSpPr>
          <p:spPr>
            <a:xfrm>
              <a:off x="1824430" y="855383"/>
              <a:ext cx="6853" cy="87207"/>
            </a:xfrm>
            <a:custGeom>
              <a:avLst/>
              <a:gdLst/>
              <a:ahLst/>
              <a:cxnLst/>
              <a:rect l="l" t="t" r="r" b="b"/>
              <a:pathLst>
                <a:path w="69" h="878" extrusionOk="0">
                  <a:moveTo>
                    <a:pt x="0" y="1"/>
                  </a:moveTo>
                  <a:lnTo>
                    <a:pt x="0" y="21"/>
                  </a:lnTo>
                  <a:cubicBezTo>
                    <a:pt x="36" y="37"/>
                    <a:pt x="53" y="70"/>
                    <a:pt x="53" y="86"/>
                  </a:cubicBezTo>
                  <a:cubicBezTo>
                    <a:pt x="36" y="138"/>
                    <a:pt x="36" y="171"/>
                    <a:pt x="53" y="203"/>
                  </a:cubicBezTo>
                  <a:cubicBezTo>
                    <a:pt x="53" y="171"/>
                    <a:pt x="53" y="138"/>
                    <a:pt x="69" y="102"/>
                  </a:cubicBezTo>
                  <a:cubicBezTo>
                    <a:pt x="69" y="54"/>
                    <a:pt x="53" y="37"/>
                    <a:pt x="0" y="1"/>
                  </a:cubicBezTo>
                  <a:close/>
                  <a:moveTo>
                    <a:pt x="53" y="255"/>
                  </a:moveTo>
                  <a:cubicBezTo>
                    <a:pt x="36" y="389"/>
                    <a:pt x="36" y="526"/>
                    <a:pt x="36" y="676"/>
                  </a:cubicBezTo>
                  <a:lnTo>
                    <a:pt x="36" y="829"/>
                  </a:lnTo>
                  <a:lnTo>
                    <a:pt x="53" y="676"/>
                  </a:lnTo>
                  <a:lnTo>
                    <a:pt x="53" y="255"/>
                  </a:lnTo>
                  <a:close/>
                  <a:moveTo>
                    <a:pt x="36" y="829"/>
                  </a:moveTo>
                  <a:cubicBezTo>
                    <a:pt x="36" y="845"/>
                    <a:pt x="16" y="861"/>
                    <a:pt x="36" y="878"/>
                  </a:cubicBezTo>
                  <a:lnTo>
                    <a:pt x="53" y="861"/>
                  </a:lnTo>
                  <a:cubicBezTo>
                    <a:pt x="36" y="845"/>
                    <a:pt x="36" y="845"/>
                    <a:pt x="36" y="8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1395;p39">
              <a:extLst>
                <a:ext uri="{FF2B5EF4-FFF2-40B4-BE49-F238E27FC236}">
                  <a16:creationId xmlns:a16="http://schemas.microsoft.com/office/drawing/2014/main" id="{AD89C288-D4A7-EFFC-4D0B-6474B9104E4C}"/>
                </a:ext>
              </a:extLst>
            </p:cNvPr>
            <p:cNvSpPr/>
            <p:nvPr/>
          </p:nvSpPr>
          <p:spPr>
            <a:xfrm>
              <a:off x="1667496" y="793603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55" y="1"/>
                  </a:moveTo>
                  <a:cubicBezTo>
                    <a:pt x="623" y="1"/>
                    <a:pt x="606" y="17"/>
                    <a:pt x="570" y="37"/>
                  </a:cubicBezTo>
                  <a:lnTo>
                    <a:pt x="554" y="37"/>
                  </a:lnTo>
                  <a:cubicBezTo>
                    <a:pt x="469" y="102"/>
                    <a:pt x="368" y="154"/>
                    <a:pt x="283" y="203"/>
                  </a:cubicBezTo>
                  <a:cubicBezTo>
                    <a:pt x="203" y="255"/>
                    <a:pt x="134" y="288"/>
                    <a:pt x="65" y="340"/>
                  </a:cubicBezTo>
                  <a:cubicBezTo>
                    <a:pt x="134" y="304"/>
                    <a:pt x="219" y="255"/>
                    <a:pt x="283" y="219"/>
                  </a:cubicBezTo>
                  <a:cubicBezTo>
                    <a:pt x="384" y="171"/>
                    <a:pt x="469" y="102"/>
                    <a:pt x="570" y="53"/>
                  </a:cubicBezTo>
                  <a:lnTo>
                    <a:pt x="586" y="37"/>
                  </a:lnTo>
                  <a:cubicBezTo>
                    <a:pt x="606" y="17"/>
                    <a:pt x="623" y="17"/>
                    <a:pt x="655" y="17"/>
                  </a:cubicBezTo>
                  <a:lnTo>
                    <a:pt x="655" y="1"/>
                  </a:lnTo>
                  <a:close/>
                  <a:moveTo>
                    <a:pt x="65" y="340"/>
                  </a:moveTo>
                  <a:cubicBezTo>
                    <a:pt x="49" y="340"/>
                    <a:pt x="49" y="340"/>
                    <a:pt x="33" y="356"/>
                  </a:cubicBezTo>
                  <a:cubicBezTo>
                    <a:pt x="17" y="356"/>
                    <a:pt x="17" y="373"/>
                    <a:pt x="1" y="373"/>
                  </a:cubicBezTo>
                  <a:lnTo>
                    <a:pt x="1" y="389"/>
                  </a:lnTo>
                  <a:cubicBezTo>
                    <a:pt x="17" y="373"/>
                    <a:pt x="33" y="373"/>
                    <a:pt x="49" y="356"/>
                  </a:cubicBezTo>
                  <a:lnTo>
                    <a:pt x="65" y="34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1396;p39">
              <a:extLst>
                <a:ext uri="{FF2B5EF4-FFF2-40B4-BE49-F238E27FC236}">
                  <a16:creationId xmlns:a16="http://schemas.microsoft.com/office/drawing/2014/main" id="{C4CAF9BE-51DA-3979-B4E1-64390765DAC5}"/>
                </a:ext>
              </a:extLst>
            </p:cNvPr>
            <p:cNvSpPr/>
            <p:nvPr/>
          </p:nvSpPr>
          <p:spPr>
            <a:xfrm>
              <a:off x="1941534" y="191793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0"/>
                  </a:moveTo>
                  <a:lnTo>
                    <a:pt x="1" y="17"/>
                  </a:lnTo>
                  <a:cubicBezTo>
                    <a:pt x="49" y="17"/>
                    <a:pt x="69" y="17"/>
                    <a:pt x="102" y="37"/>
                  </a:cubicBezTo>
                  <a:cubicBezTo>
                    <a:pt x="118" y="53"/>
                    <a:pt x="134" y="53"/>
                    <a:pt x="134" y="53"/>
                  </a:cubicBezTo>
                  <a:cubicBezTo>
                    <a:pt x="287" y="101"/>
                    <a:pt x="421" y="170"/>
                    <a:pt x="554" y="219"/>
                  </a:cubicBezTo>
                  <a:lnTo>
                    <a:pt x="675" y="271"/>
                  </a:lnTo>
                  <a:cubicBezTo>
                    <a:pt x="776" y="303"/>
                    <a:pt x="893" y="356"/>
                    <a:pt x="994" y="404"/>
                  </a:cubicBezTo>
                  <a:lnTo>
                    <a:pt x="1128" y="457"/>
                  </a:lnTo>
                  <a:cubicBezTo>
                    <a:pt x="1245" y="505"/>
                    <a:pt x="1346" y="542"/>
                    <a:pt x="1463" y="590"/>
                  </a:cubicBezTo>
                  <a:cubicBezTo>
                    <a:pt x="1532" y="622"/>
                    <a:pt x="1600" y="643"/>
                    <a:pt x="1665" y="675"/>
                  </a:cubicBezTo>
                  <a:cubicBezTo>
                    <a:pt x="1835" y="744"/>
                    <a:pt x="2020" y="808"/>
                    <a:pt x="2206" y="893"/>
                  </a:cubicBezTo>
                  <a:cubicBezTo>
                    <a:pt x="2372" y="962"/>
                    <a:pt x="2542" y="1026"/>
                    <a:pt x="2711" y="1095"/>
                  </a:cubicBezTo>
                  <a:cubicBezTo>
                    <a:pt x="2796" y="1127"/>
                    <a:pt x="2861" y="1164"/>
                    <a:pt x="2929" y="1180"/>
                  </a:cubicBezTo>
                  <a:cubicBezTo>
                    <a:pt x="3131" y="1265"/>
                    <a:pt x="3333" y="1350"/>
                    <a:pt x="3535" y="1414"/>
                  </a:cubicBezTo>
                  <a:cubicBezTo>
                    <a:pt x="3333" y="1329"/>
                    <a:pt x="3131" y="1249"/>
                    <a:pt x="2946" y="1180"/>
                  </a:cubicBezTo>
                  <a:cubicBezTo>
                    <a:pt x="2861" y="1148"/>
                    <a:pt x="2796" y="1111"/>
                    <a:pt x="2711" y="1079"/>
                  </a:cubicBezTo>
                  <a:cubicBezTo>
                    <a:pt x="2542" y="1010"/>
                    <a:pt x="2372" y="946"/>
                    <a:pt x="2206" y="877"/>
                  </a:cubicBezTo>
                  <a:cubicBezTo>
                    <a:pt x="2020" y="808"/>
                    <a:pt x="1851" y="723"/>
                    <a:pt x="1685" y="659"/>
                  </a:cubicBezTo>
                  <a:cubicBezTo>
                    <a:pt x="1616" y="643"/>
                    <a:pt x="1532" y="606"/>
                    <a:pt x="1463" y="574"/>
                  </a:cubicBezTo>
                  <a:cubicBezTo>
                    <a:pt x="1362" y="542"/>
                    <a:pt x="1245" y="489"/>
                    <a:pt x="1128" y="441"/>
                  </a:cubicBezTo>
                  <a:lnTo>
                    <a:pt x="1011" y="388"/>
                  </a:lnTo>
                  <a:cubicBezTo>
                    <a:pt x="893" y="340"/>
                    <a:pt x="776" y="303"/>
                    <a:pt x="675" y="255"/>
                  </a:cubicBezTo>
                  <a:lnTo>
                    <a:pt x="574" y="202"/>
                  </a:lnTo>
                  <a:cubicBezTo>
                    <a:pt x="421" y="154"/>
                    <a:pt x="287" y="101"/>
                    <a:pt x="134" y="37"/>
                  </a:cubicBezTo>
                  <a:lnTo>
                    <a:pt x="118" y="37"/>
                  </a:lnTo>
                  <a:cubicBezTo>
                    <a:pt x="85" y="17"/>
                    <a:pt x="49" y="0"/>
                    <a:pt x="1" y="0"/>
                  </a:cubicBezTo>
                  <a:close/>
                  <a:moveTo>
                    <a:pt x="3535" y="1414"/>
                  </a:moveTo>
                  <a:lnTo>
                    <a:pt x="3636" y="1467"/>
                  </a:lnTo>
                  <a:cubicBezTo>
                    <a:pt x="3737" y="1499"/>
                    <a:pt x="3838" y="1552"/>
                    <a:pt x="3939" y="1584"/>
                  </a:cubicBezTo>
                  <a:cubicBezTo>
                    <a:pt x="4008" y="1616"/>
                    <a:pt x="4056" y="1632"/>
                    <a:pt x="4109" y="1669"/>
                  </a:cubicBezTo>
                  <a:cubicBezTo>
                    <a:pt x="4226" y="1701"/>
                    <a:pt x="4327" y="1754"/>
                    <a:pt x="4428" y="1786"/>
                  </a:cubicBezTo>
                  <a:cubicBezTo>
                    <a:pt x="4327" y="1733"/>
                    <a:pt x="4226" y="1701"/>
                    <a:pt x="4125" y="1653"/>
                  </a:cubicBezTo>
                  <a:cubicBezTo>
                    <a:pt x="4056" y="1632"/>
                    <a:pt x="4008" y="1600"/>
                    <a:pt x="3955" y="1584"/>
                  </a:cubicBezTo>
                  <a:cubicBezTo>
                    <a:pt x="3854" y="1531"/>
                    <a:pt x="3737" y="1499"/>
                    <a:pt x="3636" y="1451"/>
                  </a:cubicBezTo>
                  <a:lnTo>
                    <a:pt x="3535" y="1414"/>
                  </a:lnTo>
                  <a:close/>
                  <a:moveTo>
                    <a:pt x="4428" y="1786"/>
                  </a:moveTo>
                  <a:lnTo>
                    <a:pt x="4428" y="1786"/>
                  </a:lnTo>
                  <a:cubicBezTo>
                    <a:pt x="4513" y="1818"/>
                    <a:pt x="4594" y="1855"/>
                    <a:pt x="4679" y="1887"/>
                  </a:cubicBezTo>
                  <a:cubicBezTo>
                    <a:pt x="4715" y="1903"/>
                    <a:pt x="4747" y="1919"/>
                    <a:pt x="4780" y="1919"/>
                  </a:cubicBezTo>
                  <a:cubicBezTo>
                    <a:pt x="4747" y="1903"/>
                    <a:pt x="4715" y="1887"/>
                    <a:pt x="4695" y="1887"/>
                  </a:cubicBezTo>
                  <a:cubicBezTo>
                    <a:pt x="4614" y="1855"/>
                    <a:pt x="4529" y="1818"/>
                    <a:pt x="4428" y="1786"/>
                  </a:cubicBezTo>
                  <a:close/>
                  <a:moveTo>
                    <a:pt x="4780" y="1919"/>
                  </a:moveTo>
                  <a:cubicBezTo>
                    <a:pt x="4832" y="1956"/>
                    <a:pt x="4897" y="1972"/>
                    <a:pt x="4949" y="2004"/>
                  </a:cubicBezTo>
                  <a:cubicBezTo>
                    <a:pt x="5034" y="2036"/>
                    <a:pt x="5135" y="2073"/>
                    <a:pt x="5220" y="2105"/>
                  </a:cubicBezTo>
                  <a:cubicBezTo>
                    <a:pt x="5337" y="2158"/>
                    <a:pt x="5454" y="2206"/>
                    <a:pt x="5555" y="2238"/>
                  </a:cubicBezTo>
                  <a:cubicBezTo>
                    <a:pt x="5624" y="2275"/>
                    <a:pt x="5688" y="2291"/>
                    <a:pt x="5757" y="2323"/>
                  </a:cubicBezTo>
                  <a:cubicBezTo>
                    <a:pt x="5858" y="2376"/>
                    <a:pt x="5959" y="2408"/>
                    <a:pt x="6076" y="2461"/>
                  </a:cubicBezTo>
                  <a:cubicBezTo>
                    <a:pt x="6177" y="2493"/>
                    <a:pt x="6294" y="2541"/>
                    <a:pt x="6395" y="2578"/>
                  </a:cubicBezTo>
                  <a:cubicBezTo>
                    <a:pt x="6533" y="2626"/>
                    <a:pt x="6650" y="2679"/>
                    <a:pt x="6767" y="2727"/>
                  </a:cubicBezTo>
                  <a:cubicBezTo>
                    <a:pt x="6852" y="2764"/>
                    <a:pt x="6917" y="2796"/>
                    <a:pt x="7001" y="2828"/>
                  </a:cubicBezTo>
                  <a:lnTo>
                    <a:pt x="7086" y="2864"/>
                  </a:lnTo>
                  <a:cubicBezTo>
                    <a:pt x="7203" y="2913"/>
                    <a:pt x="7320" y="2965"/>
                    <a:pt x="7442" y="3014"/>
                  </a:cubicBezTo>
                  <a:cubicBezTo>
                    <a:pt x="7607" y="3083"/>
                    <a:pt x="7793" y="3147"/>
                    <a:pt x="8011" y="3232"/>
                  </a:cubicBezTo>
                  <a:cubicBezTo>
                    <a:pt x="8027" y="3232"/>
                    <a:pt x="8027" y="3248"/>
                    <a:pt x="8027" y="3268"/>
                  </a:cubicBezTo>
                  <a:lnTo>
                    <a:pt x="8048" y="3268"/>
                  </a:lnTo>
                  <a:cubicBezTo>
                    <a:pt x="8048" y="3248"/>
                    <a:pt x="8048" y="3232"/>
                    <a:pt x="8011" y="3216"/>
                  </a:cubicBezTo>
                  <a:cubicBezTo>
                    <a:pt x="7793" y="3131"/>
                    <a:pt x="7623" y="3066"/>
                    <a:pt x="7442" y="2998"/>
                  </a:cubicBezTo>
                  <a:cubicBezTo>
                    <a:pt x="7320" y="2945"/>
                    <a:pt x="7203" y="2897"/>
                    <a:pt x="7086" y="2844"/>
                  </a:cubicBezTo>
                  <a:lnTo>
                    <a:pt x="7001" y="2812"/>
                  </a:lnTo>
                  <a:cubicBezTo>
                    <a:pt x="6917" y="2780"/>
                    <a:pt x="6852" y="2743"/>
                    <a:pt x="6783" y="2727"/>
                  </a:cubicBezTo>
                  <a:cubicBezTo>
                    <a:pt x="6650" y="2679"/>
                    <a:pt x="6533" y="2626"/>
                    <a:pt x="6412" y="2578"/>
                  </a:cubicBezTo>
                  <a:cubicBezTo>
                    <a:pt x="6294" y="2525"/>
                    <a:pt x="6177" y="2477"/>
                    <a:pt x="6076" y="2440"/>
                  </a:cubicBezTo>
                  <a:cubicBezTo>
                    <a:pt x="5975" y="2392"/>
                    <a:pt x="5874" y="2360"/>
                    <a:pt x="5773" y="2307"/>
                  </a:cubicBezTo>
                  <a:cubicBezTo>
                    <a:pt x="5688" y="2291"/>
                    <a:pt x="5624" y="2259"/>
                    <a:pt x="5555" y="2222"/>
                  </a:cubicBezTo>
                  <a:cubicBezTo>
                    <a:pt x="5454" y="2190"/>
                    <a:pt x="5337" y="2137"/>
                    <a:pt x="5236" y="2089"/>
                  </a:cubicBezTo>
                  <a:cubicBezTo>
                    <a:pt x="5135" y="2057"/>
                    <a:pt x="5050" y="2020"/>
                    <a:pt x="4949" y="1988"/>
                  </a:cubicBezTo>
                  <a:cubicBezTo>
                    <a:pt x="4897" y="1972"/>
                    <a:pt x="4832" y="1935"/>
                    <a:pt x="4780" y="1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1397;p39">
              <a:extLst>
                <a:ext uri="{FF2B5EF4-FFF2-40B4-BE49-F238E27FC236}">
                  <a16:creationId xmlns:a16="http://schemas.microsoft.com/office/drawing/2014/main" id="{8C0BF883-2B79-57D0-7423-B03DAF5E14D4}"/>
                </a:ext>
              </a:extLst>
            </p:cNvPr>
            <p:cNvSpPr/>
            <p:nvPr/>
          </p:nvSpPr>
          <p:spPr>
            <a:xfrm>
              <a:off x="1692327" y="496323"/>
              <a:ext cx="27016" cy="20163"/>
            </a:xfrm>
            <a:custGeom>
              <a:avLst/>
              <a:gdLst/>
              <a:ahLst/>
              <a:cxnLst/>
              <a:rect l="l" t="t" r="r" b="b"/>
              <a:pathLst>
                <a:path w="272" h="203" extrusionOk="0">
                  <a:moveTo>
                    <a:pt x="255" y="0"/>
                  </a:moveTo>
                  <a:lnTo>
                    <a:pt x="1" y="182"/>
                  </a:lnTo>
                  <a:lnTo>
                    <a:pt x="1" y="20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1398;p39">
              <a:extLst>
                <a:ext uri="{FF2B5EF4-FFF2-40B4-BE49-F238E27FC236}">
                  <a16:creationId xmlns:a16="http://schemas.microsoft.com/office/drawing/2014/main" id="{E704893D-0664-FB05-E18B-0A043BECFD05}"/>
                </a:ext>
              </a:extLst>
            </p:cNvPr>
            <p:cNvSpPr/>
            <p:nvPr/>
          </p:nvSpPr>
          <p:spPr>
            <a:xfrm>
              <a:off x="1667496" y="767182"/>
              <a:ext cx="66746" cy="38240"/>
            </a:xfrm>
            <a:custGeom>
              <a:avLst/>
              <a:gdLst/>
              <a:ahLst/>
              <a:cxnLst/>
              <a:rect l="l" t="t" r="r" b="b"/>
              <a:pathLst>
                <a:path w="672" h="385" extrusionOk="0">
                  <a:moveTo>
                    <a:pt x="655" y="0"/>
                  </a:moveTo>
                  <a:cubicBezTo>
                    <a:pt x="639" y="0"/>
                    <a:pt x="623" y="16"/>
                    <a:pt x="606" y="16"/>
                  </a:cubicBezTo>
                  <a:cubicBezTo>
                    <a:pt x="437" y="117"/>
                    <a:pt x="283" y="218"/>
                    <a:pt x="118" y="319"/>
                  </a:cubicBezTo>
                  <a:cubicBezTo>
                    <a:pt x="283" y="235"/>
                    <a:pt x="453" y="134"/>
                    <a:pt x="606" y="33"/>
                  </a:cubicBezTo>
                  <a:cubicBezTo>
                    <a:pt x="623" y="16"/>
                    <a:pt x="639" y="16"/>
                    <a:pt x="655" y="16"/>
                  </a:cubicBezTo>
                  <a:lnTo>
                    <a:pt x="671" y="16"/>
                  </a:lnTo>
                  <a:lnTo>
                    <a:pt x="655" y="0"/>
                  </a:lnTo>
                  <a:close/>
                  <a:moveTo>
                    <a:pt x="118" y="319"/>
                  </a:moveTo>
                  <a:lnTo>
                    <a:pt x="65" y="336"/>
                  </a:lnTo>
                  <a:lnTo>
                    <a:pt x="49" y="352"/>
                  </a:lnTo>
                  <a:cubicBezTo>
                    <a:pt x="33" y="368"/>
                    <a:pt x="33" y="368"/>
                    <a:pt x="17" y="368"/>
                  </a:cubicBezTo>
                  <a:lnTo>
                    <a:pt x="1" y="384"/>
                  </a:lnTo>
                  <a:lnTo>
                    <a:pt x="17" y="384"/>
                  </a:lnTo>
                  <a:cubicBezTo>
                    <a:pt x="33" y="384"/>
                    <a:pt x="49" y="368"/>
                    <a:pt x="65" y="368"/>
                  </a:cubicBezTo>
                  <a:lnTo>
                    <a:pt x="81" y="352"/>
                  </a:lnTo>
                  <a:lnTo>
                    <a:pt x="118" y="31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1399;p39">
              <a:extLst>
                <a:ext uri="{FF2B5EF4-FFF2-40B4-BE49-F238E27FC236}">
                  <a16:creationId xmlns:a16="http://schemas.microsoft.com/office/drawing/2014/main" id="{5AB163DE-E165-D314-7528-5150D0AA7385}"/>
                </a:ext>
              </a:extLst>
            </p:cNvPr>
            <p:cNvSpPr/>
            <p:nvPr/>
          </p:nvSpPr>
          <p:spPr>
            <a:xfrm>
              <a:off x="1705637" y="489470"/>
              <a:ext cx="26917" cy="21752"/>
            </a:xfrm>
            <a:custGeom>
              <a:avLst/>
              <a:gdLst/>
              <a:ahLst/>
              <a:cxnLst/>
              <a:rect l="l" t="t" r="r" b="b"/>
              <a:pathLst>
                <a:path w="271" h="219" extrusionOk="0">
                  <a:moveTo>
                    <a:pt x="271" y="1"/>
                  </a:moveTo>
                  <a:lnTo>
                    <a:pt x="0" y="219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1400;p39">
              <a:extLst>
                <a:ext uri="{FF2B5EF4-FFF2-40B4-BE49-F238E27FC236}">
                  <a16:creationId xmlns:a16="http://schemas.microsoft.com/office/drawing/2014/main" id="{487ADE91-B234-AA7C-7900-D4835A5D1328}"/>
                </a:ext>
              </a:extLst>
            </p:cNvPr>
            <p:cNvSpPr/>
            <p:nvPr/>
          </p:nvSpPr>
          <p:spPr>
            <a:xfrm>
              <a:off x="2257288" y="947755"/>
              <a:ext cx="55523" cy="16488"/>
            </a:xfrm>
            <a:custGeom>
              <a:avLst/>
              <a:gdLst/>
              <a:ahLst/>
              <a:cxnLst/>
              <a:rect l="l" t="t" r="r" b="b"/>
              <a:pathLst>
                <a:path w="559" h="166" extrusionOk="0">
                  <a:moveTo>
                    <a:pt x="1" y="0"/>
                  </a:moveTo>
                  <a:lnTo>
                    <a:pt x="1" y="0"/>
                  </a:lnTo>
                  <a:cubicBezTo>
                    <a:pt x="53" y="16"/>
                    <a:pt x="122" y="32"/>
                    <a:pt x="187" y="65"/>
                  </a:cubicBezTo>
                  <a:cubicBezTo>
                    <a:pt x="203" y="65"/>
                    <a:pt x="223" y="65"/>
                    <a:pt x="239" y="81"/>
                  </a:cubicBezTo>
                  <a:cubicBezTo>
                    <a:pt x="288" y="81"/>
                    <a:pt x="340" y="101"/>
                    <a:pt x="389" y="117"/>
                  </a:cubicBezTo>
                  <a:lnTo>
                    <a:pt x="425" y="133"/>
                  </a:lnTo>
                  <a:cubicBezTo>
                    <a:pt x="457" y="133"/>
                    <a:pt x="490" y="150"/>
                    <a:pt x="526" y="150"/>
                  </a:cubicBezTo>
                  <a:cubicBezTo>
                    <a:pt x="490" y="133"/>
                    <a:pt x="457" y="133"/>
                    <a:pt x="425" y="117"/>
                  </a:cubicBezTo>
                  <a:lnTo>
                    <a:pt x="389" y="101"/>
                  </a:lnTo>
                  <a:cubicBezTo>
                    <a:pt x="340" y="101"/>
                    <a:pt x="288" y="81"/>
                    <a:pt x="239" y="65"/>
                  </a:cubicBezTo>
                  <a:cubicBezTo>
                    <a:pt x="223" y="65"/>
                    <a:pt x="203" y="49"/>
                    <a:pt x="187" y="49"/>
                  </a:cubicBezTo>
                  <a:cubicBezTo>
                    <a:pt x="122" y="32"/>
                    <a:pt x="70" y="16"/>
                    <a:pt x="1" y="0"/>
                  </a:cubicBezTo>
                  <a:close/>
                  <a:moveTo>
                    <a:pt x="526" y="150"/>
                  </a:moveTo>
                  <a:lnTo>
                    <a:pt x="558" y="166"/>
                  </a:lnTo>
                  <a:lnTo>
                    <a:pt x="558" y="15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1401;p39">
              <a:extLst>
                <a:ext uri="{FF2B5EF4-FFF2-40B4-BE49-F238E27FC236}">
                  <a16:creationId xmlns:a16="http://schemas.microsoft.com/office/drawing/2014/main" id="{F98DBEE6-7525-C4C3-74A6-E46333A1D58C}"/>
                </a:ext>
              </a:extLst>
            </p:cNvPr>
            <p:cNvSpPr/>
            <p:nvPr/>
          </p:nvSpPr>
          <p:spPr>
            <a:xfrm>
              <a:off x="2259374" y="342270"/>
              <a:ext cx="100318" cy="46981"/>
            </a:xfrm>
            <a:custGeom>
              <a:avLst/>
              <a:gdLst/>
              <a:ahLst/>
              <a:cxnLst/>
              <a:rect l="l" t="t" r="r" b="b"/>
              <a:pathLst>
                <a:path w="1010" h="473" extrusionOk="0">
                  <a:moveTo>
                    <a:pt x="0" y="0"/>
                  </a:moveTo>
                  <a:cubicBezTo>
                    <a:pt x="32" y="0"/>
                    <a:pt x="32" y="16"/>
                    <a:pt x="49" y="16"/>
                  </a:cubicBezTo>
                  <a:cubicBezTo>
                    <a:pt x="65" y="16"/>
                    <a:pt x="65" y="37"/>
                    <a:pt x="81" y="37"/>
                  </a:cubicBezTo>
                  <a:cubicBezTo>
                    <a:pt x="150" y="53"/>
                    <a:pt x="218" y="85"/>
                    <a:pt x="283" y="117"/>
                  </a:cubicBezTo>
                  <a:cubicBezTo>
                    <a:pt x="303" y="117"/>
                    <a:pt x="335" y="138"/>
                    <a:pt x="351" y="138"/>
                  </a:cubicBezTo>
                  <a:cubicBezTo>
                    <a:pt x="335" y="117"/>
                    <a:pt x="319" y="101"/>
                    <a:pt x="283" y="101"/>
                  </a:cubicBezTo>
                  <a:cubicBezTo>
                    <a:pt x="218" y="69"/>
                    <a:pt x="150" y="53"/>
                    <a:pt x="81" y="16"/>
                  </a:cubicBezTo>
                  <a:lnTo>
                    <a:pt x="65" y="16"/>
                  </a:lnTo>
                  <a:cubicBezTo>
                    <a:pt x="49" y="0"/>
                    <a:pt x="32" y="0"/>
                    <a:pt x="0" y="0"/>
                  </a:cubicBezTo>
                  <a:close/>
                  <a:moveTo>
                    <a:pt x="351" y="138"/>
                  </a:moveTo>
                  <a:cubicBezTo>
                    <a:pt x="368" y="154"/>
                    <a:pt x="404" y="154"/>
                    <a:pt x="420" y="170"/>
                  </a:cubicBezTo>
                  <a:cubicBezTo>
                    <a:pt x="469" y="186"/>
                    <a:pt x="537" y="218"/>
                    <a:pt x="606" y="239"/>
                  </a:cubicBezTo>
                  <a:cubicBezTo>
                    <a:pt x="654" y="255"/>
                    <a:pt x="707" y="271"/>
                    <a:pt x="755" y="287"/>
                  </a:cubicBezTo>
                  <a:cubicBezTo>
                    <a:pt x="707" y="271"/>
                    <a:pt x="654" y="239"/>
                    <a:pt x="606" y="218"/>
                  </a:cubicBezTo>
                  <a:cubicBezTo>
                    <a:pt x="537" y="202"/>
                    <a:pt x="485" y="170"/>
                    <a:pt x="420" y="154"/>
                  </a:cubicBezTo>
                  <a:cubicBezTo>
                    <a:pt x="404" y="154"/>
                    <a:pt x="384" y="138"/>
                    <a:pt x="351" y="138"/>
                  </a:cubicBezTo>
                  <a:close/>
                  <a:moveTo>
                    <a:pt x="755" y="287"/>
                  </a:moveTo>
                  <a:lnTo>
                    <a:pt x="755" y="287"/>
                  </a:lnTo>
                  <a:cubicBezTo>
                    <a:pt x="808" y="319"/>
                    <a:pt x="873" y="340"/>
                    <a:pt x="925" y="372"/>
                  </a:cubicBezTo>
                  <a:lnTo>
                    <a:pt x="941" y="372"/>
                  </a:lnTo>
                  <a:cubicBezTo>
                    <a:pt x="957" y="372"/>
                    <a:pt x="974" y="372"/>
                    <a:pt x="974" y="388"/>
                  </a:cubicBezTo>
                  <a:lnTo>
                    <a:pt x="974" y="404"/>
                  </a:lnTo>
                  <a:cubicBezTo>
                    <a:pt x="990" y="420"/>
                    <a:pt x="990" y="441"/>
                    <a:pt x="974" y="457"/>
                  </a:cubicBezTo>
                  <a:lnTo>
                    <a:pt x="974" y="473"/>
                  </a:lnTo>
                  <a:lnTo>
                    <a:pt x="990" y="473"/>
                  </a:lnTo>
                  <a:cubicBezTo>
                    <a:pt x="1010" y="441"/>
                    <a:pt x="990" y="420"/>
                    <a:pt x="990" y="404"/>
                  </a:cubicBezTo>
                  <a:lnTo>
                    <a:pt x="990" y="388"/>
                  </a:lnTo>
                  <a:cubicBezTo>
                    <a:pt x="974" y="372"/>
                    <a:pt x="957" y="356"/>
                    <a:pt x="941" y="356"/>
                  </a:cubicBezTo>
                  <a:cubicBezTo>
                    <a:pt x="873" y="340"/>
                    <a:pt x="808" y="303"/>
                    <a:pt x="755" y="2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1402;p39">
              <a:extLst>
                <a:ext uri="{FF2B5EF4-FFF2-40B4-BE49-F238E27FC236}">
                  <a16:creationId xmlns:a16="http://schemas.microsoft.com/office/drawing/2014/main" id="{84549FEF-5365-D819-44BF-3C66F9D793C9}"/>
                </a:ext>
              </a:extLst>
            </p:cNvPr>
            <p:cNvSpPr/>
            <p:nvPr/>
          </p:nvSpPr>
          <p:spPr>
            <a:xfrm>
              <a:off x="2486431" y="442588"/>
              <a:ext cx="27016" cy="11720"/>
            </a:xfrm>
            <a:custGeom>
              <a:avLst/>
              <a:gdLst/>
              <a:ahLst/>
              <a:cxnLst/>
              <a:rect l="l" t="t" r="r" b="b"/>
              <a:pathLst>
                <a:path w="272" h="11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7" y="16"/>
                    <a:pt x="53" y="37"/>
                  </a:cubicBezTo>
                  <a:lnTo>
                    <a:pt x="85" y="37"/>
                  </a:lnTo>
                  <a:lnTo>
                    <a:pt x="69" y="16"/>
                  </a:lnTo>
                  <a:cubicBezTo>
                    <a:pt x="53" y="16"/>
                    <a:pt x="17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8" y="53"/>
                    <a:pt x="154" y="69"/>
                  </a:cubicBezTo>
                  <a:cubicBezTo>
                    <a:pt x="186" y="85"/>
                    <a:pt x="219" y="101"/>
                    <a:pt x="271" y="117"/>
                  </a:cubicBezTo>
                  <a:lnTo>
                    <a:pt x="271" y="101"/>
                  </a:lnTo>
                  <a:cubicBezTo>
                    <a:pt x="219" y="85"/>
                    <a:pt x="186" y="69"/>
                    <a:pt x="154" y="53"/>
                  </a:cubicBezTo>
                  <a:cubicBezTo>
                    <a:pt x="138" y="53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1403;p39">
              <a:extLst>
                <a:ext uri="{FF2B5EF4-FFF2-40B4-BE49-F238E27FC236}">
                  <a16:creationId xmlns:a16="http://schemas.microsoft.com/office/drawing/2014/main" id="{F33B4EBB-014C-494A-41E7-A6AEB3E7F9D7}"/>
                </a:ext>
              </a:extLst>
            </p:cNvPr>
            <p:cNvSpPr/>
            <p:nvPr/>
          </p:nvSpPr>
          <p:spPr>
            <a:xfrm>
              <a:off x="1944712" y="554528"/>
              <a:ext cx="202325" cy="62277"/>
            </a:xfrm>
            <a:custGeom>
              <a:avLst/>
              <a:gdLst/>
              <a:ahLst/>
              <a:cxnLst/>
              <a:rect l="l" t="t" r="r" b="b"/>
              <a:pathLst>
                <a:path w="2037" h="627" extrusionOk="0">
                  <a:moveTo>
                    <a:pt x="1" y="0"/>
                  </a:moveTo>
                  <a:lnTo>
                    <a:pt x="17" y="20"/>
                  </a:lnTo>
                  <a:lnTo>
                    <a:pt x="70" y="20"/>
                  </a:lnTo>
                  <a:cubicBezTo>
                    <a:pt x="118" y="37"/>
                    <a:pt x="171" y="53"/>
                    <a:pt x="219" y="69"/>
                  </a:cubicBezTo>
                  <a:cubicBezTo>
                    <a:pt x="239" y="69"/>
                    <a:pt x="255" y="69"/>
                    <a:pt x="272" y="85"/>
                  </a:cubicBezTo>
                  <a:cubicBezTo>
                    <a:pt x="441" y="138"/>
                    <a:pt x="607" y="186"/>
                    <a:pt x="760" y="239"/>
                  </a:cubicBezTo>
                  <a:lnTo>
                    <a:pt x="926" y="287"/>
                  </a:lnTo>
                  <a:cubicBezTo>
                    <a:pt x="962" y="287"/>
                    <a:pt x="995" y="303"/>
                    <a:pt x="1027" y="323"/>
                  </a:cubicBezTo>
                  <a:cubicBezTo>
                    <a:pt x="1112" y="340"/>
                    <a:pt x="1181" y="356"/>
                    <a:pt x="1249" y="388"/>
                  </a:cubicBezTo>
                  <a:cubicBezTo>
                    <a:pt x="1330" y="404"/>
                    <a:pt x="1399" y="441"/>
                    <a:pt x="1483" y="457"/>
                  </a:cubicBezTo>
                  <a:cubicBezTo>
                    <a:pt x="1516" y="473"/>
                    <a:pt x="1568" y="489"/>
                    <a:pt x="1601" y="489"/>
                  </a:cubicBezTo>
                  <a:cubicBezTo>
                    <a:pt x="1568" y="473"/>
                    <a:pt x="1532" y="457"/>
                    <a:pt x="1483" y="441"/>
                  </a:cubicBezTo>
                  <a:cubicBezTo>
                    <a:pt x="1399" y="424"/>
                    <a:pt x="1330" y="404"/>
                    <a:pt x="1265" y="372"/>
                  </a:cubicBezTo>
                  <a:cubicBezTo>
                    <a:pt x="1181" y="356"/>
                    <a:pt x="1112" y="323"/>
                    <a:pt x="1027" y="303"/>
                  </a:cubicBezTo>
                  <a:cubicBezTo>
                    <a:pt x="995" y="287"/>
                    <a:pt x="962" y="287"/>
                    <a:pt x="926" y="271"/>
                  </a:cubicBezTo>
                  <a:lnTo>
                    <a:pt x="777" y="222"/>
                  </a:lnTo>
                  <a:cubicBezTo>
                    <a:pt x="607" y="170"/>
                    <a:pt x="441" y="121"/>
                    <a:pt x="272" y="69"/>
                  </a:cubicBezTo>
                  <a:cubicBezTo>
                    <a:pt x="255" y="69"/>
                    <a:pt x="239" y="53"/>
                    <a:pt x="219" y="53"/>
                  </a:cubicBezTo>
                  <a:cubicBezTo>
                    <a:pt x="171" y="37"/>
                    <a:pt x="118" y="20"/>
                    <a:pt x="70" y="0"/>
                  </a:cubicBezTo>
                  <a:close/>
                  <a:moveTo>
                    <a:pt x="1601" y="489"/>
                  </a:moveTo>
                  <a:lnTo>
                    <a:pt x="1633" y="505"/>
                  </a:lnTo>
                  <a:cubicBezTo>
                    <a:pt x="1669" y="505"/>
                    <a:pt x="1685" y="525"/>
                    <a:pt x="1718" y="525"/>
                  </a:cubicBezTo>
                  <a:cubicBezTo>
                    <a:pt x="1685" y="505"/>
                    <a:pt x="1669" y="505"/>
                    <a:pt x="1633" y="489"/>
                  </a:cubicBezTo>
                  <a:close/>
                  <a:moveTo>
                    <a:pt x="1718" y="525"/>
                  </a:moveTo>
                  <a:cubicBezTo>
                    <a:pt x="1754" y="542"/>
                    <a:pt x="1803" y="558"/>
                    <a:pt x="1835" y="574"/>
                  </a:cubicBezTo>
                  <a:cubicBezTo>
                    <a:pt x="1887" y="590"/>
                    <a:pt x="1920" y="590"/>
                    <a:pt x="1972" y="606"/>
                  </a:cubicBezTo>
                  <a:lnTo>
                    <a:pt x="2021" y="626"/>
                  </a:lnTo>
                  <a:lnTo>
                    <a:pt x="2037" y="626"/>
                  </a:lnTo>
                  <a:lnTo>
                    <a:pt x="2021" y="606"/>
                  </a:lnTo>
                  <a:lnTo>
                    <a:pt x="1972" y="590"/>
                  </a:lnTo>
                  <a:cubicBezTo>
                    <a:pt x="1920" y="590"/>
                    <a:pt x="1887" y="574"/>
                    <a:pt x="1835" y="558"/>
                  </a:cubicBezTo>
                  <a:cubicBezTo>
                    <a:pt x="1803" y="542"/>
                    <a:pt x="1754" y="525"/>
                    <a:pt x="1718" y="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1404;p39">
              <a:extLst>
                <a:ext uri="{FF2B5EF4-FFF2-40B4-BE49-F238E27FC236}">
                  <a16:creationId xmlns:a16="http://schemas.microsoft.com/office/drawing/2014/main" id="{18B78850-2F87-2CEA-D634-6651FE09B8E5}"/>
                </a:ext>
              </a:extLst>
            </p:cNvPr>
            <p:cNvSpPr/>
            <p:nvPr/>
          </p:nvSpPr>
          <p:spPr>
            <a:xfrm>
              <a:off x="1946401" y="648390"/>
              <a:ext cx="321018" cy="96842"/>
            </a:xfrm>
            <a:custGeom>
              <a:avLst/>
              <a:gdLst/>
              <a:ahLst/>
              <a:cxnLst/>
              <a:rect l="l" t="t" r="r" b="b"/>
              <a:pathLst>
                <a:path w="3232" h="975" extrusionOk="0">
                  <a:moveTo>
                    <a:pt x="0" y="1"/>
                  </a:moveTo>
                  <a:lnTo>
                    <a:pt x="0" y="17"/>
                  </a:lnTo>
                  <a:cubicBezTo>
                    <a:pt x="53" y="17"/>
                    <a:pt x="85" y="33"/>
                    <a:pt x="121" y="49"/>
                  </a:cubicBezTo>
                  <a:cubicBezTo>
                    <a:pt x="137" y="49"/>
                    <a:pt x="154" y="49"/>
                    <a:pt x="170" y="65"/>
                  </a:cubicBezTo>
                  <a:cubicBezTo>
                    <a:pt x="271" y="85"/>
                    <a:pt x="372" y="118"/>
                    <a:pt x="473" y="150"/>
                  </a:cubicBezTo>
                  <a:lnTo>
                    <a:pt x="541" y="166"/>
                  </a:lnTo>
                  <a:cubicBezTo>
                    <a:pt x="626" y="202"/>
                    <a:pt x="727" y="219"/>
                    <a:pt x="808" y="251"/>
                  </a:cubicBezTo>
                  <a:cubicBezTo>
                    <a:pt x="929" y="287"/>
                    <a:pt x="1046" y="320"/>
                    <a:pt x="1164" y="352"/>
                  </a:cubicBezTo>
                  <a:cubicBezTo>
                    <a:pt x="1265" y="388"/>
                    <a:pt x="1366" y="421"/>
                    <a:pt x="1483" y="453"/>
                  </a:cubicBezTo>
                  <a:cubicBezTo>
                    <a:pt x="1551" y="469"/>
                    <a:pt x="1616" y="489"/>
                    <a:pt x="1685" y="505"/>
                  </a:cubicBezTo>
                  <a:cubicBezTo>
                    <a:pt x="1616" y="469"/>
                    <a:pt x="1551" y="453"/>
                    <a:pt x="1483" y="437"/>
                  </a:cubicBezTo>
                  <a:cubicBezTo>
                    <a:pt x="1382" y="404"/>
                    <a:pt x="1265" y="368"/>
                    <a:pt x="1164" y="336"/>
                  </a:cubicBezTo>
                  <a:cubicBezTo>
                    <a:pt x="1046" y="303"/>
                    <a:pt x="929" y="267"/>
                    <a:pt x="808" y="235"/>
                  </a:cubicBezTo>
                  <a:cubicBezTo>
                    <a:pt x="727" y="202"/>
                    <a:pt x="642" y="186"/>
                    <a:pt x="541" y="150"/>
                  </a:cubicBezTo>
                  <a:lnTo>
                    <a:pt x="473" y="134"/>
                  </a:lnTo>
                  <a:cubicBezTo>
                    <a:pt x="372" y="102"/>
                    <a:pt x="271" y="65"/>
                    <a:pt x="170" y="49"/>
                  </a:cubicBezTo>
                  <a:cubicBezTo>
                    <a:pt x="154" y="49"/>
                    <a:pt x="137" y="33"/>
                    <a:pt x="137" y="33"/>
                  </a:cubicBezTo>
                  <a:cubicBezTo>
                    <a:pt x="85" y="17"/>
                    <a:pt x="53" y="1"/>
                    <a:pt x="0" y="1"/>
                  </a:cubicBezTo>
                  <a:close/>
                  <a:moveTo>
                    <a:pt x="1685" y="505"/>
                  </a:moveTo>
                  <a:cubicBezTo>
                    <a:pt x="1701" y="522"/>
                    <a:pt x="1717" y="522"/>
                    <a:pt x="1717" y="522"/>
                  </a:cubicBezTo>
                  <a:cubicBezTo>
                    <a:pt x="1769" y="538"/>
                    <a:pt x="1818" y="554"/>
                    <a:pt x="1870" y="570"/>
                  </a:cubicBezTo>
                  <a:cubicBezTo>
                    <a:pt x="1903" y="570"/>
                    <a:pt x="1939" y="590"/>
                    <a:pt x="1971" y="590"/>
                  </a:cubicBezTo>
                  <a:cubicBezTo>
                    <a:pt x="1939" y="570"/>
                    <a:pt x="1903" y="570"/>
                    <a:pt x="1870" y="554"/>
                  </a:cubicBezTo>
                  <a:cubicBezTo>
                    <a:pt x="1818" y="538"/>
                    <a:pt x="1769" y="522"/>
                    <a:pt x="1737" y="505"/>
                  </a:cubicBezTo>
                  <a:close/>
                  <a:moveTo>
                    <a:pt x="1971" y="590"/>
                  </a:moveTo>
                  <a:cubicBezTo>
                    <a:pt x="2004" y="606"/>
                    <a:pt x="2040" y="606"/>
                    <a:pt x="2056" y="623"/>
                  </a:cubicBezTo>
                  <a:cubicBezTo>
                    <a:pt x="2173" y="655"/>
                    <a:pt x="2291" y="691"/>
                    <a:pt x="2408" y="724"/>
                  </a:cubicBezTo>
                  <a:cubicBezTo>
                    <a:pt x="2493" y="756"/>
                    <a:pt x="2561" y="772"/>
                    <a:pt x="2646" y="808"/>
                  </a:cubicBezTo>
                  <a:lnTo>
                    <a:pt x="2711" y="825"/>
                  </a:lnTo>
                  <a:cubicBezTo>
                    <a:pt x="2828" y="857"/>
                    <a:pt x="2965" y="893"/>
                    <a:pt x="3082" y="942"/>
                  </a:cubicBezTo>
                  <a:lnTo>
                    <a:pt x="3131" y="942"/>
                  </a:lnTo>
                  <a:cubicBezTo>
                    <a:pt x="3115" y="942"/>
                    <a:pt x="3099" y="926"/>
                    <a:pt x="3099" y="926"/>
                  </a:cubicBezTo>
                  <a:cubicBezTo>
                    <a:pt x="2965" y="893"/>
                    <a:pt x="2848" y="841"/>
                    <a:pt x="2711" y="808"/>
                  </a:cubicBezTo>
                  <a:lnTo>
                    <a:pt x="2646" y="792"/>
                  </a:lnTo>
                  <a:cubicBezTo>
                    <a:pt x="2577" y="756"/>
                    <a:pt x="2493" y="740"/>
                    <a:pt x="2408" y="707"/>
                  </a:cubicBezTo>
                  <a:cubicBezTo>
                    <a:pt x="2291" y="671"/>
                    <a:pt x="2173" y="639"/>
                    <a:pt x="2072" y="606"/>
                  </a:cubicBezTo>
                  <a:cubicBezTo>
                    <a:pt x="2040" y="590"/>
                    <a:pt x="2004" y="590"/>
                    <a:pt x="1971" y="590"/>
                  </a:cubicBezTo>
                  <a:close/>
                  <a:moveTo>
                    <a:pt x="3131" y="942"/>
                  </a:moveTo>
                  <a:cubicBezTo>
                    <a:pt x="3151" y="958"/>
                    <a:pt x="3183" y="974"/>
                    <a:pt x="3216" y="974"/>
                  </a:cubicBezTo>
                  <a:lnTo>
                    <a:pt x="3232" y="958"/>
                  </a:lnTo>
                  <a:lnTo>
                    <a:pt x="3216" y="958"/>
                  </a:lnTo>
                  <a:cubicBezTo>
                    <a:pt x="3183" y="958"/>
                    <a:pt x="3167" y="942"/>
                    <a:pt x="3131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1405;p39">
              <a:extLst>
                <a:ext uri="{FF2B5EF4-FFF2-40B4-BE49-F238E27FC236}">
                  <a16:creationId xmlns:a16="http://schemas.microsoft.com/office/drawing/2014/main" id="{37B44556-AC3E-7DC9-7DFB-392A63C4DC71}"/>
                </a:ext>
              </a:extLst>
            </p:cNvPr>
            <p:cNvSpPr/>
            <p:nvPr/>
          </p:nvSpPr>
          <p:spPr>
            <a:xfrm>
              <a:off x="2362871" y="792014"/>
              <a:ext cx="28606" cy="8542"/>
            </a:xfrm>
            <a:custGeom>
              <a:avLst/>
              <a:gdLst/>
              <a:ahLst/>
              <a:cxnLst/>
              <a:rect l="l" t="t" r="r" b="b"/>
              <a:pathLst>
                <a:path w="288" h="86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3" y="17"/>
                    <a:pt x="49" y="33"/>
                  </a:cubicBezTo>
                  <a:lnTo>
                    <a:pt x="85" y="33"/>
                  </a:lnTo>
                  <a:cubicBezTo>
                    <a:pt x="101" y="33"/>
                    <a:pt x="134" y="53"/>
                    <a:pt x="150" y="53"/>
                  </a:cubicBezTo>
                  <a:cubicBezTo>
                    <a:pt x="202" y="69"/>
                    <a:pt x="235" y="86"/>
                    <a:pt x="287" y="86"/>
                  </a:cubicBezTo>
                  <a:lnTo>
                    <a:pt x="287" y="69"/>
                  </a:lnTo>
                  <a:cubicBezTo>
                    <a:pt x="235" y="69"/>
                    <a:pt x="202" y="53"/>
                    <a:pt x="170" y="53"/>
                  </a:cubicBezTo>
                  <a:cubicBezTo>
                    <a:pt x="134" y="33"/>
                    <a:pt x="101" y="33"/>
                    <a:pt x="85" y="17"/>
                  </a:cubicBezTo>
                  <a:lnTo>
                    <a:pt x="49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1406;p39">
              <a:extLst>
                <a:ext uri="{FF2B5EF4-FFF2-40B4-BE49-F238E27FC236}">
                  <a16:creationId xmlns:a16="http://schemas.microsoft.com/office/drawing/2014/main" id="{128E7FD6-EB8B-EB13-170C-ABF9B035AB45}"/>
                </a:ext>
              </a:extLst>
            </p:cNvPr>
            <p:cNvSpPr/>
            <p:nvPr/>
          </p:nvSpPr>
          <p:spPr>
            <a:xfrm>
              <a:off x="2386113" y="612335"/>
              <a:ext cx="75586" cy="26122"/>
            </a:xfrm>
            <a:custGeom>
              <a:avLst/>
              <a:gdLst/>
              <a:ahLst/>
              <a:cxnLst/>
              <a:rect l="l" t="t" r="r" b="b"/>
              <a:pathLst>
                <a:path w="761" h="263" extrusionOk="0">
                  <a:moveTo>
                    <a:pt x="18" y="1"/>
                  </a:moveTo>
                  <a:cubicBezTo>
                    <a:pt x="12" y="1"/>
                    <a:pt x="6" y="3"/>
                    <a:pt x="1" y="8"/>
                  </a:cubicBezTo>
                  <a:cubicBezTo>
                    <a:pt x="17" y="8"/>
                    <a:pt x="37" y="24"/>
                    <a:pt x="53" y="24"/>
                  </a:cubicBezTo>
                  <a:cubicBezTo>
                    <a:pt x="138" y="61"/>
                    <a:pt x="203" y="77"/>
                    <a:pt x="287" y="109"/>
                  </a:cubicBezTo>
                  <a:lnTo>
                    <a:pt x="421" y="145"/>
                  </a:lnTo>
                  <a:lnTo>
                    <a:pt x="287" y="93"/>
                  </a:lnTo>
                  <a:cubicBezTo>
                    <a:pt x="219" y="77"/>
                    <a:pt x="138" y="44"/>
                    <a:pt x="69" y="24"/>
                  </a:cubicBezTo>
                  <a:lnTo>
                    <a:pt x="53" y="8"/>
                  </a:lnTo>
                  <a:cubicBezTo>
                    <a:pt x="42" y="8"/>
                    <a:pt x="30" y="1"/>
                    <a:pt x="18" y="1"/>
                  </a:cubicBezTo>
                  <a:close/>
                  <a:moveTo>
                    <a:pt x="421" y="145"/>
                  </a:moveTo>
                  <a:cubicBezTo>
                    <a:pt x="522" y="178"/>
                    <a:pt x="607" y="210"/>
                    <a:pt x="708" y="246"/>
                  </a:cubicBezTo>
                  <a:cubicBezTo>
                    <a:pt x="724" y="246"/>
                    <a:pt x="724" y="263"/>
                    <a:pt x="744" y="263"/>
                  </a:cubicBezTo>
                  <a:lnTo>
                    <a:pt x="760" y="263"/>
                  </a:lnTo>
                  <a:lnTo>
                    <a:pt x="760" y="246"/>
                  </a:lnTo>
                  <a:cubicBezTo>
                    <a:pt x="744" y="246"/>
                    <a:pt x="724" y="246"/>
                    <a:pt x="708" y="226"/>
                  </a:cubicBezTo>
                  <a:cubicBezTo>
                    <a:pt x="623" y="194"/>
                    <a:pt x="522" y="178"/>
                    <a:pt x="421" y="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1407;p39">
              <a:extLst>
                <a:ext uri="{FF2B5EF4-FFF2-40B4-BE49-F238E27FC236}">
                  <a16:creationId xmlns:a16="http://schemas.microsoft.com/office/drawing/2014/main" id="{FEFEA51D-C3A2-BA77-BF21-F9495CEC34DC}"/>
                </a:ext>
              </a:extLst>
            </p:cNvPr>
            <p:cNvSpPr/>
            <p:nvPr/>
          </p:nvSpPr>
          <p:spPr>
            <a:xfrm>
              <a:off x="1389883" y="653157"/>
              <a:ext cx="107172" cy="195968"/>
            </a:xfrm>
            <a:custGeom>
              <a:avLst/>
              <a:gdLst/>
              <a:ahLst/>
              <a:cxnLst/>
              <a:rect l="l" t="t" r="r" b="b"/>
              <a:pathLst>
                <a:path w="1079" h="1973" extrusionOk="0">
                  <a:moveTo>
                    <a:pt x="1058" y="1"/>
                  </a:moveTo>
                  <a:cubicBezTo>
                    <a:pt x="1058" y="17"/>
                    <a:pt x="1042" y="37"/>
                    <a:pt x="1058" y="70"/>
                  </a:cubicBezTo>
                  <a:lnTo>
                    <a:pt x="1058" y="86"/>
                  </a:lnTo>
                  <a:lnTo>
                    <a:pt x="1058" y="138"/>
                  </a:lnTo>
                  <a:lnTo>
                    <a:pt x="1058" y="203"/>
                  </a:lnTo>
                  <a:cubicBezTo>
                    <a:pt x="1079" y="187"/>
                    <a:pt x="1079" y="171"/>
                    <a:pt x="1079" y="138"/>
                  </a:cubicBezTo>
                  <a:lnTo>
                    <a:pt x="1079" y="86"/>
                  </a:lnTo>
                  <a:lnTo>
                    <a:pt x="1079" y="54"/>
                  </a:lnTo>
                  <a:cubicBezTo>
                    <a:pt x="1058" y="37"/>
                    <a:pt x="1079" y="37"/>
                    <a:pt x="1079" y="17"/>
                  </a:cubicBezTo>
                  <a:lnTo>
                    <a:pt x="1079" y="1"/>
                  </a:lnTo>
                  <a:close/>
                  <a:moveTo>
                    <a:pt x="1058" y="203"/>
                  </a:moveTo>
                  <a:cubicBezTo>
                    <a:pt x="1042" y="219"/>
                    <a:pt x="1058" y="219"/>
                    <a:pt x="1058" y="239"/>
                  </a:cubicBezTo>
                  <a:lnTo>
                    <a:pt x="1058" y="203"/>
                  </a:lnTo>
                  <a:close/>
                  <a:moveTo>
                    <a:pt x="1058" y="239"/>
                  </a:moveTo>
                  <a:lnTo>
                    <a:pt x="1058" y="255"/>
                  </a:lnTo>
                  <a:cubicBezTo>
                    <a:pt x="1058" y="356"/>
                    <a:pt x="1042" y="457"/>
                    <a:pt x="1042" y="558"/>
                  </a:cubicBezTo>
                  <a:lnTo>
                    <a:pt x="1042" y="708"/>
                  </a:lnTo>
                  <a:lnTo>
                    <a:pt x="1026" y="894"/>
                  </a:lnTo>
                  <a:lnTo>
                    <a:pt x="1026" y="1265"/>
                  </a:lnTo>
                  <a:cubicBezTo>
                    <a:pt x="1042" y="1148"/>
                    <a:pt x="1042" y="1011"/>
                    <a:pt x="1042" y="894"/>
                  </a:cubicBezTo>
                  <a:lnTo>
                    <a:pt x="1058" y="708"/>
                  </a:lnTo>
                  <a:lnTo>
                    <a:pt x="1058" y="558"/>
                  </a:lnTo>
                  <a:cubicBezTo>
                    <a:pt x="1058" y="457"/>
                    <a:pt x="1058" y="356"/>
                    <a:pt x="1079" y="255"/>
                  </a:cubicBezTo>
                  <a:cubicBezTo>
                    <a:pt x="1079" y="239"/>
                    <a:pt x="1079" y="239"/>
                    <a:pt x="1058" y="239"/>
                  </a:cubicBezTo>
                  <a:close/>
                  <a:moveTo>
                    <a:pt x="1026" y="1265"/>
                  </a:moveTo>
                  <a:cubicBezTo>
                    <a:pt x="1026" y="1282"/>
                    <a:pt x="1010" y="1314"/>
                    <a:pt x="994" y="1314"/>
                  </a:cubicBezTo>
                  <a:cubicBezTo>
                    <a:pt x="856" y="1415"/>
                    <a:pt x="723" y="1500"/>
                    <a:pt x="590" y="1585"/>
                  </a:cubicBezTo>
                  <a:cubicBezTo>
                    <a:pt x="554" y="1617"/>
                    <a:pt x="521" y="1633"/>
                    <a:pt x="489" y="1653"/>
                  </a:cubicBezTo>
                  <a:cubicBezTo>
                    <a:pt x="420" y="1702"/>
                    <a:pt x="335" y="1754"/>
                    <a:pt x="271" y="1803"/>
                  </a:cubicBezTo>
                  <a:cubicBezTo>
                    <a:pt x="234" y="1835"/>
                    <a:pt x="202" y="1855"/>
                    <a:pt x="170" y="1871"/>
                  </a:cubicBezTo>
                  <a:cubicBezTo>
                    <a:pt x="133" y="1904"/>
                    <a:pt x="101" y="1920"/>
                    <a:pt x="69" y="1936"/>
                  </a:cubicBezTo>
                  <a:cubicBezTo>
                    <a:pt x="49" y="1956"/>
                    <a:pt x="32" y="1956"/>
                    <a:pt x="16" y="1956"/>
                  </a:cubicBezTo>
                  <a:lnTo>
                    <a:pt x="0" y="1972"/>
                  </a:lnTo>
                  <a:lnTo>
                    <a:pt x="16" y="1972"/>
                  </a:lnTo>
                  <a:cubicBezTo>
                    <a:pt x="32" y="1972"/>
                    <a:pt x="49" y="1972"/>
                    <a:pt x="69" y="1956"/>
                  </a:cubicBezTo>
                  <a:cubicBezTo>
                    <a:pt x="101" y="1936"/>
                    <a:pt x="133" y="1904"/>
                    <a:pt x="186" y="1888"/>
                  </a:cubicBezTo>
                  <a:cubicBezTo>
                    <a:pt x="202" y="1855"/>
                    <a:pt x="234" y="1835"/>
                    <a:pt x="271" y="1819"/>
                  </a:cubicBezTo>
                  <a:cubicBezTo>
                    <a:pt x="352" y="1770"/>
                    <a:pt x="420" y="1718"/>
                    <a:pt x="505" y="1669"/>
                  </a:cubicBezTo>
                  <a:cubicBezTo>
                    <a:pt x="537" y="1653"/>
                    <a:pt x="554" y="1617"/>
                    <a:pt x="590" y="1601"/>
                  </a:cubicBezTo>
                  <a:cubicBezTo>
                    <a:pt x="723" y="1516"/>
                    <a:pt x="856" y="1415"/>
                    <a:pt x="994" y="1330"/>
                  </a:cubicBezTo>
                  <a:cubicBezTo>
                    <a:pt x="1026" y="1314"/>
                    <a:pt x="1026" y="1298"/>
                    <a:pt x="1026" y="12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1408;p39">
              <a:extLst>
                <a:ext uri="{FF2B5EF4-FFF2-40B4-BE49-F238E27FC236}">
                  <a16:creationId xmlns:a16="http://schemas.microsoft.com/office/drawing/2014/main" id="{BB2715A6-D784-E357-6E08-6204ACA61F26}"/>
                </a:ext>
              </a:extLst>
            </p:cNvPr>
            <p:cNvSpPr/>
            <p:nvPr/>
          </p:nvSpPr>
          <p:spPr>
            <a:xfrm>
              <a:off x="2222425" y="338992"/>
              <a:ext cx="24931" cy="389751"/>
            </a:xfrm>
            <a:custGeom>
              <a:avLst/>
              <a:gdLst/>
              <a:ahLst/>
              <a:cxnLst/>
              <a:rect l="l" t="t" r="r" b="b"/>
              <a:pathLst>
                <a:path w="251" h="3924" extrusionOk="0">
                  <a:moveTo>
                    <a:pt x="150" y="1"/>
                  </a:moveTo>
                  <a:lnTo>
                    <a:pt x="0" y="134"/>
                  </a:lnTo>
                  <a:cubicBezTo>
                    <a:pt x="17" y="171"/>
                    <a:pt x="17" y="219"/>
                    <a:pt x="17" y="251"/>
                  </a:cubicBezTo>
                  <a:lnTo>
                    <a:pt x="17" y="304"/>
                  </a:lnTo>
                  <a:cubicBezTo>
                    <a:pt x="33" y="405"/>
                    <a:pt x="33" y="490"/>
                    <a:pt x="33" y="591"/>
                  </a:cubicBezTo>
                  <a:cubicBezTo>
                    <a:pt x="33" y="607"/>
                    <a:pt x="49" y="639"/>
                    <a:pt x="49" y="676"/>
                  </a:cubicBezTo>
                  <a:lnTo>
                    <a:pt x="49" y="591"/>
                  </a:lnTo>
                  <a:cubicBezTo>
                    <a:pt x="49" y="490"/>
                    <a:pt x="49" y="405"/>
                    <a:pt x="33" y="304"/>
                  </a:cubicBezTo>
                  <a:lnTo>
                    <a:pt x="33" y="251"/>
                  </a:lnTo>
                  <a:cubicBezTo>
                    <a:pt x="33" y="219"/>
                    <a:pt x="33" y="171"/>
                    <a:pt x="17" y="134"/>
                  </a:cubicBezTo>
                  <a:lnTo>
                    <a:pt x="150" y="1"/>
                  </a:lnTo>
                  <a:close/>
                  <a:moveTo>
                    <a:pt x="49" y="676"/>
                  </a:moveTo>
                  <a:lnTo>
                    <a:pt x="49" y="740"/>
                  </a:lnTo>
                  <a:lnTo>
                    <a:pt x="49" y="857"/>
                  </a:lnTo>
                  <a:cubicBezTo>
                    <a:pt x="69" y="926"/>
                    <a:pt x="69" y="995"/>
                    <a:pt x="69" y="1043"/>
                  </a:cubicBezTo>
                  <a:lnTo>
                    <a:pt x="69" y="1144"/>
                  </a:lnTo>
                  <a:cubicBezTo>
                    <a:pt x="69" y="1160"/>
                    <a:pt x="85" y="1197"/>
                    <a:pt x="85" y="1213"/>
                  </a:cubicBezTo>
                  <a:lnTo>
                    <a:pt x="85" y="1144"/>
                  </a:lnTo>
                  <a:lnTo>
                    <a:pt x="85" y="1043"/>
                  </a:lnTo>
                  <a:cubicBezTo>
                    <a:pt x="85" y="979"/>
                    <a:pt x="69" y="926"/>
                    <a:pt x="69" y="857"/>
                  </a:cubicBezTo>
                  <a:lnTo>
                    <a:pt x="69" y="740"/>
                  </a:lnTo>
                  <a:cubicBezTo>
                    <a:pt x="69" y="724"/>
                    <a:pt x="69" y="692"/>
                    <a:pt x="49" y="676"/>
                  </a:cubicBezTo>
                  <a:close/>
                  <a:moveTo>
                    <a:pt x="85" y="1213"/>
                  </a:moveTo>
                  <a:lnTo>
                    <a:pt x="85" y="1330"/>
                  </a:lnTo>
                  <a:lnTo>
                    <a:pt x="85" y="1463"/>
                  </a:lnTo>
                  <a:cubicBezTo>
                    <a:pt x="101" y="1500"/>
                    <a:pt x="101" y="1548"/>
                    <a:pt x="101" y="1584"/>
                  </a:cubicBezTo>
                  <a:lnTo>
                    <a:pt x="101" y="1702"/>
                  </a:lnTo>
                  <a:cubicBezTo>
                    <a:pt x="101" y="1734"/>
                    <a:pt x="101" y="1750"/>
                    <a:pt x="118" y="1786"/>
                  </a:cubicBezTo>
                  <a:lnTo>
                    <a:pt x="118" y="1702"/>
                  </a:lnTo>
                  <a:lnTo>
                    <a:pt x="118" y="1584"/>
                  </a:lnTo>
                  <a:cubicBezTo>
                    <a:pt x="101" y="1548"/>
                    <a:pt x="101" y="1500"/>
                    <a:pt x="101" y="1463"/>
                  </a:cubicBezTo>
                  <a:lnTo>
                    <a:pt x="101" y="1330"/>
                  </a:lnTo>
                  <a:cubicBezTo>
                    <a:pt x="101" y="1298"/>
                    <a:pt x="101" y="1261"/>
                    <a:pt x="85" y="1213"/>
                  </a:cubicBezTo>
                  <a:close/>
                  <a:moveTo>
                    <a:pt x="118" y="1786"/>
                  </a:moveTo>
                  <a:lnTo>
                    <a:pt x="118" y="1904"/>
                  </a:lnTo>
                  <a:lnTo>
                    <a:pt x="118" y="2021"/>
                  </a:lnTo>
                  <a:cubicBezTo>
                    <a:pt x="134" y="2069"/>
                    <a:pt x="134" y="2122"/>
                    <a:pt x="134" y="2190"/>
                  </a:cubicBezTo>
                  <a:lnTo>
                    <a:pt x="134" y="2308"/>
                  </a:lnTo>
                  <a:cubicBezTo>
                    <a:pt x="134" y="2324"/>
                    <a:pt x="150" y="2356"/>
                    <a:pt x="150" y="2372"/>
                  </a:cubicBezTo>
                  <a:lnTo>
                    <a:pt x="150" y="2308"/>
                  </a:lnTo>
                  <a:lnTo>
                    <a:pt x="150" y="2170"/>
                  </a:lnTo>
                  <a:cubicBezTo>
                    <a:pt x="134" y="2122"/>
                    <a:pt x="134" y="2069"/>
                    <a:pt x="134" y="2021"/>
                  </a:cubicBezTo>
                  <a:lnTo>
                    <a:pt x="134" y="1904"/>
                  </a:lnTo>
                  <a:cubicBezTo>
                    <a:pt x="134" y="1851"/>
                    <a:pt x="118" y="1819"/>
                    <a:pt x="118" y="1786"/>
                  </a:cubicBezTo>
                  <a:close/>
                  <a:moveTo>
                    <a:pt x="150" y="2372"/>
                  </a:moveTo>
                  <a:lnTo>
                    <a:pt x="150" y="2526"/>
                  </a:lnTo>
                  <a:cubicBezTo>
                    <a:pt x="170" y="2558"/>
                    <a:pt x="170" y="2594"/>
                    <a:pt x="170" y="2627"/>
                  </a:cubicBezTo>
                  <a:lnTo>
                    <a:pt x="170" y="2526"/>
                  </a:lnTo>
                  <a:cubicBezTo>
                    <a:pt x="170" y="2473"/>
                    <a:pt x="170" y="2425"/>
                    <a:pt x="150" y="2372"/>
                  </a:cubicBezTo>
                  <a:close/>
                  <a:moveTo>
                    <a:pt x="170" y="2627"/>
                  </a:moveTo>
                  <a:lnTo>
                    <a:pt x="170" y="2776"/>
                  </a:lnTo>
                  <a:lnTo>
                    <a:pt x="170" y="2897"/>
                  </a:lnTo>
                  <a:cubicBezTo>
                    <a:pt x="186" y="2946"/>
                    <a:pt x="186" y="2998"/>
                    <a:pt x="186" y="3047"/>
                  </a:cubicBezTo>
                  <a:lnTo>
                    <a:pt x="186" y="3132"/>
                  </a:lnTo>
                  <a:cubicBezTo>
                    <a:pt x="186" y="3148"/>
                    <a:pt x="186" y="3164"/>
                    <a:pt x="202" y="3180"/>
                  </a:cubicBezTo>
                  <a:lnTo>
                    <a:pt x="202" y="3132"/>
                  </a:lnTo>
                  <a:lnTo>
                    <a:pt x="202" y="3047"/>
                  </a:lnTo>
                  <a:cubicBezTo>
                    <a:pt x="186" y="2998"/>
                    <a:pt x="186" y="2946"/>
                    <a:pt x="186" y="2897"/>
                  </a:cubicBezTo>
                  <a:lnTo>
                    <a:pt x="186" y="2776"/>
                  </a:lnTo>
                  <a:cubicBezTo>
                    <a:pt x="186" y="2728"/>
                    <a:pt x="170" y="2675"/>
                    <a:pt x="170" y="2627"/>
                  </a:cubicBezTo>
                  <a:close/>
                  <a:moveTo>
                    <a:pt x="202" y="3180"/>
                  </a:moveTo>
                  <a:lnTo>
                    <a:pt x="202" y="3382"/>
                  </a:lnTo>
                  <a:cubicBezTo>
                    <a:pt x="202" y="3435"/>
                    <a:pt x="219" y="3483"/>
                    <a:pt x="219" y="3552"/>
                  </a:cubicBezTo>
                  <a:lnTo>
                    <a:pt x="219" y="3738"/>
                  </a:lnTo>
                  <a:lnTo>
                    <a:pt x="235" y="3786"/>
                  </a:lnTo>
                  <a:lnTo>
                    <a:pt x="235" y="3738"/>
                  </a:lnTo>
                  <a:lnTo>
                    <a:pt x="235" y="3552"/>
                  </a:lnTo>
                  <a:cubicBezTo>
                    <a:pt x="219" y="3483"/>
                    <a:pt x="219" y="3435"/>
                    <a:pt x="219" y="3382"/>
                  </a:cubicBezTo>
                  <a:cubicBezTo>
                    <a:pt x="219" y="3317"/>
                    <a:pt x="219" y="3249"/>
                    <a:pt x="202" y="3180"/>
                  </a:cubicBezTo>
                  <a:close/>
                  <a:moveTo>
                    <a:pt x="235" y="3806"/>
                  </a:moveTo>
                  <a:lnTo>
                    <a:pt x="235" y="3855"/>
                  </a:lnTo>
                  <a:lnTo>
                    <a:pt x="235" y="3907"/>
                  </a:lnTo>
                  <a:cubicBezTo>
                    <a:pt x="251" y="3887"/>
                    <a:pt x="251" y="3871"/>
                    <a:pt x="251" y="3855"/>
                  </a:cubicBezTo>
                  <a:cubicBezTo>
                    <a:pt x="235" y="3839"/>
                    <a:pt x="235" y="3822"/>
                    <a:pt x="235" y="3806"/>
                  </a:cubicBezTo>
                  <a:close/>
                  <a:moveTo>
                    <a:pt x="219" y="3907"/>
                  </a:moveTo>
                  <a:lnTo>
                    <a:pt x="235" y="3923"/>
                  </a:lnTo>
                  <a:lnTo>
                    <a:pt x="235" y="390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1409;p39">
              <a:extLst>
                <a:ext uri="{FF2B5EF4-FFF2-40B4-BE49-F238E27FC236}">
                  <a16:creationId xmlns:a16="http://schemas.microsoft.com/office/drawing/2014/main" id="{9A790634-43F4-B6AF-83EF-9B2F69D1F4FB}"/>
                </a:ext>
              </a:extLst>
            </p:cNvPr>
            <p:cNvSpPr/>
            <p:nvPr/>
          </p:nvSpPr>
          <p:spPr>
            <a:xfrm>
              <a:off x="1679117" y="426100"/>
              <a:ext cx="56715" cy="44994"/>
            </a:xfrm>
            <a:custGeom>
              <a:avLst/>
              <a:gdLst/>
              <a:ahLst/>
              <a:cxnLst/>
              <a:rect l="l" t="t" r="r" b="b"/>
              <a:pathLst>
                <a:path w="571" h="453" extrusionOk="0">
                  <a:moveTo>
                    <a:pt x="554" y="1"/>
                  </a:moveTo>
                  <a:cubicBezTo>
                    <a:pt x="506" y="49"/>
                    <a:pt x="437" y="102"/>
                    <a:pt x="368" y="150"/>
                  </a:cubicBezTo>
                  <a:cubicBezTo>
                    <a:pt x="287" y="219"/>
                    <a:pt x="186" y="283"/>
                    <a:pt x="102" y="352"/>
                  </a:cubicBezTo>
                  <a:lnTo>
                    <a:pt x="86" y="368"/>
                  </a:lnTo>
                  <a:cubicBezTo>
                    <a:pt x="49" y="384"/>
                    <a:pt x="33" y="405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33" y="421"/>
                    <a:pt x="65" y="405"/>
                    <a:pt x="102" y="368"/>
                  </a:cubicBezTo>
                  <a:lnTo>
                    <a:pt x="118" y="368"/>
                  </a:lnTo>
                  <a:cubicBezTo>
                    <a:pt x="203" y="304"/>
                    <a:pt x="287" y="219"/>
                    <a:pt x="388" y="150"/>
                  </a:cubicBezTo>
                  <a:cubicBezTo>
                    <a:pt x="437" y="102"/>
                    <a:pt x="506" y="49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1410;p39">
              <a:extLst>
                <a:ext uri="{FF2B5EF4-FFF2-40B4-BE49-F238E27FC236}">
                  <a16:creationId xmlns:a16="http://schemas.microsoft.com/office/drawing/2014/main" id="{7B8129F9-9A3D-D29E-C859-1D05BBBCA2A0}"/>
                </a:ext>
              </a:extLst>
            </p:cNvPr>
            <p:cNvSpPr/>
            <p:nvPr/>
          </p:nvSpPr>
          <p:spPr>
            <a:xfrm>
              <a:off x="1669085" y="760329"/>
              <a:ext cx="65157" cy="40227"/>
            </a:xfrm>
            <a:custGeom>
              <a:avLst/>
              <a:gdLst/>
              <a:ahLst/>
              <a:cxnLst/>
              <a:rect l="l" t="t" r="r" b="b"/>
              <a:pathLst>
                <a:path w="656" h="405" extrusionOk="0">
                  <a:moveTo>
                    <a:pt x="639" y="1"/>
                  </a:moveTo>
                  <a:cubicBezTo>
                    <a:pt x="623" y="1"/>
                    <a:pt x="607" y="17"/>
                    <a:pt x="570" y="33"/>
                  </a:cubicBezTo>
                  <a:cubicBezTo>
                    <a:pt x="421" y="134"/>
                    <a:pt x="267" y="219"/>
                    <a:pt x="118" y="320"/>
                  </a:cubicBezTo>
                  <a:cubicBezTo>
                    <a:pt x="267" y="235"/>
                    <a:pt x="421" y="134"/>
                    <a:pt x="570" y="49"/>
                  </a:cubicBezTo>
                  <a:lnTo>
                    <a:pt x="590" y="33"/>
                  </a:ln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118" y="320"/>
                  </a:moveTo>
                  <a:lnTo>
                    <a:pt x="17" y="372"/>
                  </a:lnTo>
                  <a:lnTo>
                    <a:pt x="1" y="388"/>
                  </a:lnTo>
                  <a:lnTo>
                    <a:pt x="1" y="405"/>
                  </a:lnTo>
                  <a:lnTo>
                    <a:pt x="17" y="388"/>
                  </a:lnTo>
                  <a:lnTo>
                    <a:pt x="118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1411;p39">
              <a:extLst>
                <a:ext uri="{FF2B5EF4-FFF2-40B4-BE49-F238E27FC236}">
                  <a16:creationId xmlns:a16="http://schemas.microsoft.com/office/drawing/2014/main" id="{0D6043C8-29C4-D829-C360-FFD5BE63F154}"/>
                </a:ext>
              </a:extLst>
            </p:cNvPr>
            <p:cNvSpPr/>
            <p:nvPr/>
          </p:nvSpPr>
          <p:spPr>
            <a:xfrm>
              <a:off x="1755796" y="964144"/>
              <a:ext cx="26917" cy="11720"/>
            </a:xfrm>
            <a:custGeom>
              <a:avLst/>
              <a:gdLst/>
              <a:ahLst/>
              <a:cxnLst/>
              <a:rect l="l" t="t" r="r" b="b"/>
              <a:pathLst>
                <a:path w="271" h="118" extrusionOk="0">
                  <a:moveTo>
                    <a:pt x="271" y="1"/>
                  </a:moveTo>
                  <a:lnTo>
                    <a:pt x="20" y="102"/>
                  </a:lnTo>
                  <a:lnTo>
                    <a:pt x="0" y="118"/>
                  </a:lnTo>
                  <a:lnTo>
                    <a:pt x="20" y="118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1412;p39">
              <a:extLst>
                <a:ext uri="{FF2B5EF4-FFF2-40B4-BE49-F238E27FC236}">
                  <a16:creationId xmlns:a16="http://schemas.microsoft.com/office/drawing/2014/main" id="{E681659C-A9D7-5772-0002-D3E8D1579CFF}"/>
                </a:ext>
              </a:extLst>
            </p:cNvPr>
            <p:cNvSpPr/>
            <p:nvPr/>
          </p:nvSpPr>
          <p:spPr>
            <a:xfrm>
              <a:off x="2516526" y="454209"/>
              <a:ext cx="25328" cy="12118"/>
            </a:xfrm>
            <a:custGeom>
              <a:avLst/>
              <a:gdLst/>
              <a:ahLst/>
              <a:cxnLst/>
              <a:rect l="l" t="t" r="r" b="b"/>
              <a:pathLst>
                <a:path w="255" h="122" extrusionOk="0">
                  <a:moveTo>
                    <a:pt x="17" y="0"/>
                  </a:moveTo>
                  <a:lnTo>
                    <a:pt x="0" y="21"/>
                  </a:lnTo>
                  <a:lnTo>
                    <a:pt x="17" y="21"/>
                  </a:lnTo>
                  <a:cubicBezTo>
                    <a:pt x="37" y="21"/>
                    <a:pt x="69" y="37"/>
                    <a:pt x="85" y="53"/>
                  </a:cubicBezTo>
                  <a:cubicBezTo>
                    <a:pt x="101" y="53"/>
                    <a:pt x="118" y="69"/>
                    <a:pt x="138" y="69"/>
                  </a:cubicBezTo>
                  <a:cubicBezTo>
                    <a:pt x="170" y="85"/>
                    <a:pt x="186" y="85"/>
                    <a:pt x="219" y="101"/>
                  </a:cubicBezTo>
                  <a:cubicBezTo>
                    <a:pt x="239" y="101"/>
                    <a:pt x="239" y="101"/>
                    <a:pt x="255" y="122"/>
                  </a:cubicBezTo>
                  <a:lnTo>
                    <a:pt x="255" y="101"/>
                  </a:lnTo>
                  <a:cubicBezTo>
                    <a:pt x="255" y="101"/>
                    <a:pt x="239" y="85"/>
                    <a:pt x="219" y="85"/>
                  </a:cubicBezTo>
                  <a:cubicBezTo>
                    <a:pt x="202" y="69"/>
                    <a:pt x="170" y="69"/>
                    <a:pt x="138" y="53"/>
                  </a:cubicBezTo>
                  <a:cubicBezTo>
                    <a:pt x="118" y="53"/>
                    <a:pt x="118" y="37"/>
                    <a:pt x="101" y="37"/>
                  </a:cubicBezTo>
                  <a:cubicBezTo>
                    <a:pt x="69" y="21"/>
                    <a:pt x="37" y="21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1413;p39">
              <a:extLst>
                <a:ext uri="{FF2B5EF4-FFF2-40B4-BE49-F238E27FC236}">
                  <a16:creationId xmlns:a16="http://schemas.microsoft.com/office/drawing/2014/main" id="{E7F549CA-AB53-E3F9-0290-CD38D4EABBF7}"/>
                </a:ext>
              </a:extLst>
            </p:cNvPr>
            <p:cNvSpPr/>
            <p:nvPr/>
          </p:nvSpPr>
          <p:spPr>
            <a:xfrm>
              <a:off x="1667496" y="805323"/>
              <a:ext cx="65058" cy="38538"/>
            </a:xfrm>
            <a:custGeom>
              <a:avLst/>
              <a:gdLst/>
              <a:ahLst/>
              <a:cxnLst/>
              <a:rect l="l" t="t" r="r" b="b"/>
              <a:pathLst>
                <a:path w="655" h="388" extrusionOk="0">
                  <a:moveTo>
                    <a:pt x="655" y="0"/>
                  </a:moveTo>
                  <a:cubicBezTo>
                    <a:pt x="623" y="0"/>
                    <a:pt x="606" y="20"/>
                    <a:pt x="586" y="36"/>
                  </a:cubicBezTo>
                  <a:lnTo>
                    <a:pt x="570" y="36"/>
                  </a:lnTo>
                  <a:cubicBezTo>
                    <a:pt x="453" y="101"/>
                    <a:pt x="336" y="186"/>
                    <a:pt x="219" y="255"/>
                  </a:cubicBezTo>
                  <a:cubicBezTo>
                    <a:pt x="150" y="287"/>
                    <a:pt x="81" y="339"/>
                    <a:pt x="17" y="372"/>
                  </a:cubicBezTo>
                  <a:cubicBezTo>
                    <a:pt x="1" y="372"/>
                    <a:pt x="1" y="372"/>
                    <a:pt x="1" y="388"/>
                  </a:cubicBezTo>
                  <a:lnTo>
                    <a:pt x="17" y="388"/>
                  </a:lnTo>
                  <a:cubicBezTo>
                    <a:pt x="81" y="339"/>
                    <a:pt x="150" y="303"/>
                    <a:pt x="219" y="271"/>
                  </a:cubicBezTo>
                  <a:cubicBezTo>
                    <a:pt x="336" y="186"/>
                    <a:pt x="469" y="121"/>
                    <a:pt x="586" y="53"/>
                  </a:cubicBezTo>
                  <a:lnTo>
                    <a:pt x="606" y="36"/>
                  </a:lnTo>
                  <a:cubicBezTo>
                    <a:pt x="623" y="36"/>
                    <a:pt x="639" y="20"/>
                    <a:pt x="655" y="20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1414;p39">
              <a:extLst>
                <a:ext uri="{FF2B5EF4-FFF2-40B4-BE49-F238E27FC236}">
                  <a16:creationId xmlns:a16="http://schemas.microsoft.com/office/drawing/2014/main" id="{B902CDA7-5A4C-355E-12AC-BD23A921CE53}"/>
                </a:ext>
              </a:extLst>
            </p:cNvPr>
            <p:cNvSpPr/>
            <p:nvPr/>
          </p:nvSpPr>
          <p:spPr>
            <a:xfrm>
              <a:off x="2473221" y="521154"/>
              <a:ext cx="26917" cy="10131"/>
            </a:xfrm>
            <a:custGeom>
              <a:avLst/>
              <a:gdLst/>
              <a:ahLst/>
              <a:cxnLst/>
              <a:rect l="l" t="t" r="r" b="b"/>
              <a:pathLst>
                <a:path w="271" h="102" extrusionOk="0">
                  <a:moveTo>
                    <a:pt x="0" y="1"/>
                  </a:moveTo>
                  <a:lnTo>
                    <a:pt x="16" y="17"/>
                  </a:lnTo>
                  <a:lnTo>
                    <a:pt x="49" y="33"/>
                  </a:lnTo>
                  <a:cubicBezTo>
                    <a:pt x="69" y="33"/>
                    <a:pt x="101" y="53"/>
                    <a:pt x="133" y="53"/>
                  </a:cubicBezTo>
                  <a:cubicBezTo>
                    <a:pt x="101" y="33"/>
                    <a:pt x="85" y="33"/>
                    <a:pt x="49" y="17"/>
                  </a:cubicBezTo>
                  <a:lnTo>
                    <a:pt x="16" y="1"/>
                  </a:lnTo>
                  <a:close/>
                  <a:moveTo>
                    <a:pt x="133" y="53"/>
                  </a:moveTo>
                  <a:cubicBezTo>
                    <a:pt x="150" y="70"/>
                    <a:pt x="170" y="70"/>
                    <a:pt x="186" y="86"/>
                  </a:cubicBezTo>
                  <a:cubicBezTo>
                    <a:pt x="202" y="86"/>
                    <a:pt x="234" y="102"/>
                    <a:pt x="271" y="102"/>
                  </a:cubicBezTo>
                  <a:cubicBezTo>
                    <a:pt x="251" y="86"/>
                    <a:pt x="218" y="86"/>
                    <a:pt x="186" y="70"/>
                  </a:cubicBezTo>
                  <a:cubicBezTo>
                    <a:pt x="170" y="53"/>
                    <a:pt x="150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1415;p39">
              <a:extLst>
                <a:ext uri="{FF2B5EF4-FFF2-40B4-BE49-F238E27FC236}">
                  <a16:creationId xmlns:a16="http://schemas.microsoft.com/office/drawing/2014/main" id="{9040BB36-F82A-5B6E-48EA-01EE66860DD7}"/>
                </a:ext>
              </a:extLst>
            </p:cNvPr>
            <p:cNvSpPr/>
            <p:nvPr/>
          </p:nvSpPr>
          <p:spPr>
            <a:xfrm>
              <a:off x="2501628" y="666864"/>
              <a:ext cx="23441" cy="6456"/>
            </a:xfrm>
            <a:custGeom>
              <a:avLst/>
              <a:gdLst/>
              <a:ahLst/>
              <a:cxnLst/>
              <a:rect l="l" t="t" r="r" b="b"/>
              <a:pathLst>
                <a:path w="236" h="65" extrusionOk="0">
                  <a:moveTo>
                    <a:pt x="1" y="0"/>
                  </a:moveTo>
                  <a:lnTo>
                    <a:pt x="17" y="16"/>
                  </a:lnTo>
                  <a:lnTo>
                    <a:pt x="49" y="16"/>
                  </a:lnTo>
                  <a:cubicBezTo>
                    <a:pt x="102" y="33"/>
                    <a:pt x="167" y="49"/>
                    <a:pt x="219" y="65"/>
                  </a:cubicBezTo>
                  <a:lnTo>
                    <a:pt x="235" y="65"/>
                  </a:lnTo>
                  <a:lnTo>
                    <a:pt x="235" y="49"/>
                  </a:lnTo>
                  <a:cubicBezTo>
                    <a:pt x="167" y="33"/>
                    <a:pt x="118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1416;p39">
              <a:extLst>
                <a:ext uri="{FF2B5EF4-FFF2-40B4-BE49-F238E27FC236}">
                  <a16:creationId xmlns:a16="http://schemas.microsoft.com/office/drawing/2014/main" id="{2344FC44-321D-816B-D810-FB20C0F3FE83}"/>
                </a:ext>
              </a:extLst>
            </p:cNvPr>
            <p:cNvSpPr/>
            <p:nvPr/>
          </p:nvSpPr>
          <p:spPr>
            <a:xfrm>
              <a:off x="1944712" y="466228"/>
              <a:ext cx="197557" cy="65058"/>
            </a:xfrm>
            <a:custGeom>
              <a:avLst/>
              <a:gdLst/>
              <a:ahLst/>
              <a:cxnLst/>
              <a:rect l="l" t="t" r="r" b="b"/>
              <a:pathLst>
                <a:path w="1989" h="655" extrusionOk="0">
                  <a:moveTo>
                    <a:pt x="1" y="1"/>
                  </a:moveTo>
                  <a:lnTo>
                    <a:pt x="1" y="17"/>
                  </a:lnTo>
                  <a:lnTo>
                    <a:pt x="70" y="17"/>
                  </a:lnTo>
                  <a:cubicBezTo>
                    <a:pt x="53" y="1"/>
                    <a:pt x="17" y="1"/>
                    <a:pt x="1" y="1"/>
                  </a:cubicBezTo>
                  <a:close/>
                  <a:moveTo>
                    <a:pt x="70" y="17"/>
                  </a:moveTo>
                  <a:cubicBezTo>
                    <a:pt x="203" y="65"/>
                    <a:pt x="340" y="118"/>
                    <a:pt x="474" y="166"/>
                  </a:cubicBezTo>
                  <a:lnTo>
                    <a:pt x="744" y="251"/>
                  </a:lnTo>
                  <a:cubicBezTo>
                    <a:pt x="845" y="283"/>
                    <a:pt x="926" y="320"/>
                    <a:pt x="1027" y="352"/>
                  </a:cubicBezTo>
                  <a:cubicBezTo>
                    <a:pt x="1128" y="384"/>
                    <a:pt x="1229" y="421"/>
                    <a:pt x="1350" y="453"/>
                  </a:cubicBezTo>
                  <a:lnTo>
                    <a:pt x="1483" y="505"/>
                  </a:lnTo>
                  <a:cubicBezTo>
                    <a:pt x="1516" y="505"/>
                    <a:pt x="1552" y="522"/>
                    <a:pt x="1584" y="538"/>
                  </a:cubicBezTo>
                  <a:cubicBezTo>
                    <a:pt x="1669" y="554"/>
                    <a:pt x="1754" y="586"/>
                    <a:pt x="1835" y="623"/>
                  </a:cubicBezTo>
                  <a:lnTo>
                    <a:pt x="1887" y="623"/>
                  </a:lnTo>
                  <a:cubicBezTo>
                    <a:pt x="1871" y="606"/>
                    <a:pt x="1855" y="606"/>
                    <a:pt x="1835" y="606"/>
                  </a:cubicBezTo>
                  <a:cubicBezTo>
                    <a:pt x="1754" y="570"/>
                    <a:pt x="1669" y="538"/>
                    <a:pt x="1584" y="522"/>
                  </a:cubicBezTo>
                  <a:cubicBezTo>
                    <a:pt x="1552" y="505"/>
                    <a:pt x="1516" y="485"/>
                    <a:pt x="1483" y="485"/>
                  </a:cubicBezTo>
                  <a:lnTo>
                    <a:pt x="1350" y="437"/>
                  </a:lnTo>
                  <a:cubicBezTo>
                    <a:pt x="1249" y="404"/>
                    <a:pt x="1128" y="368"/>
                    <a:pt x="1027" y="336"/>
                  </a:cubicBezTo>
                  <a:cubicBezTo>
                    <a:pt x="946" y="303"/>
                    <a:pt x="845" y="267"/>
                    <a:pt x="760" y="235"/>
                  </a:cubicBezTo>
                  <a:lnTo>
                    <a:pt x="474" y="150"/>
                  </a:lnTo>
                  <a:cubicBezTo>
                    <a:pt x="340" y="102"/>
                    <a:pt x="203" y="65"/>
                    <a:pt x="70" y="17"/>
                  </a:cubicBezTo>
                  <a:close/>
                  <a:moveTo>
                    <a:pt x="1887" y="623"/>
                  </a:moveTo>
                  <a:cubicBezTo>
                    <a:pt x="1904" y="639"/>
                    <a:pt x="1936" y="655"/>
                    <a:pt x="1972" y="655"/>
                  </a:cubicBezTo>
                  <a:lnTo>
                    <a:pt x="1988" y="655"/>
                  </a:lnTo>
                  <a:lnTo>
                    <a:pt x="1988" y="639"/>
                  </a:lnTo>
                  <a:lnTo>
                    <a:pt x="1972" y="639"/>
                  </a:lnTo>
                  <a:cubicBezTo>
                    <a:pt x="1936" y="639"/>
                    <a:pt x="1920" y="623"/>
                    <a:pt x="1887" y="6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1417;p39">
              <a:extLst>
                <a:ext uri="{FF2B5EF4-FFF2-40B4-BE49-F238E27FC236}">
                  <a16:creationId xmlns:a16="http://schemas.microsoft.com/office/drawing/2014/main" id="{848B8AD7-A714-6FBD-6E64-DF3DB1EE7F21}"/>
                </a:ext>
              </a:extLst>
            </p:cNvPr>
            <p:cNvSpPr/>
            <p:nvPr/>
          </p:nvSpPr>
          <p:spPr>
            <a:xfrm>
              <a:off x="2217161" y="905542"/>
              <a:ext cx="100418" cy="30195"/>
            </a:xfrm>
            <a:custGeom>
              <a:avLst/>
              <a:gdLst/>
              <a:ahLst/>
              <a:cxnLst/>
              <a:rect l="l" t="t" r="r" b="b"/>
              <a:pathLst>
                <a:path w="1011" h="304" extrusionOk="0">
                  <a:moveTo>
                    <a:pt x="1" y="1"/>
                  </a:moveTo>
                  <a:lnTo>
                    <a:pt x="1" y="21"/>
                  </a:lnTo>
                  <a:lnTo>
                    <a:pt x="21" y="21"/>
                  </a:lnTo>
                  <a:cubicBezTo>
                    <a:pt x="154" y="53"/>
                    <a:pt x="272" y="86"/>
                    <a:pt x="373" y="122"/>
                  </a:cubicBezTo>
                  <a:cubicBezTo>
                    <a:pt x="457" y="138"/>
                    <a:pt x="542" y="171"/>
                    <a:pt x="607" y="187"/>
                  </a:cubicBezTo>
                  <a:cubicBezTo>
                    <a:pt x="542" y="154"/>
                    <a:pt x="457" y="138"/>
                    <a:pt x="389" y="102"/>
                  </a:cubicBezTo>
                  <a:cubicBezTo>
                    <a:pt x="272" y="86"/>
                    <a:pt x="154" y="53"/>
                    <a:pt x="21" y="1"/>
                  </a:cubicBezTo>
                  <a:close/>
                  <a:moveTo>
                    <a:pt x="607" y="187"/>
                  </a:moveTo>
                  <a:lnTo>
                    <a:pt x="607" y="187"/>
                  </a:lnTo>
                  <a:cubicBezTo>
                    <a:pt x="692" y="223"/>
                    <a:pt x="776" y="239"/>
                    <a:pt x="877" y="272"/>
                  </a:cubicBezTo>
                  <a:cubicBezTo>
                    <a:pt x="877" y="272"/>
                    <a:pt x="894" y="272"/>
                    <a:pt x="910" y="288"/>
                  </a:cubicBezTo>
                  <a:cubicBezTo>
                    <a:pt x="930" y="288"/>
                    <a:pt x="962" y="304"/>
                    <a:pt x="978" y="304"/>
                  </a:cubicBezTo>
                  <a:lnTo>
                    <a:pt x="995" y="304"/>
                  </a:lnTo>
                  <a:lnTo>
                    <a:pt x="1011" y="288"/>
                  </a:lnTo>
                  <a:lnTo>
                    <a:pt x="995" y="288"/>
                  </a:lnTo>
                  <a:cubicBezTo>
                    <a:pt x="962" y="288"/>
                    <a:pt x="946" y="272"/>
                    <a:pt x="910" y="272"/>
                  </a:cubicBezTo>
                  <a:cubicBezTo>
                    <a:pt x="894" y="272"/>
                    <a:pt x="877" y="255"/>
                    <a:pt x="877" y="255"/>
                  </a:cubicBezTo>
                  <a:cubicBezTo>
                    <a:pt x="793" y="239"/>
                    <a:pt x="692" y="203"/>
                    <a:pt x="607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1418;p39">
              <a:extLst>
                <a:ext uri="{FF2B5EF4-FFF2-40B4-BE49-F238E27FC236}">
                  <a16:creationId xmlns:a16="http://schemas.microsoft.com/office/drawing/2014/main" id="{E77B15A7-55B7-15C0-EB64-E43E9E33B160}"/>
                </a:ext>
              </a:extLst>
            </p:cNvPr>
            <p:cNvSpPr/>
            <p:nvPr/>
          </p:nvSpPr>
          <p:spPr>
            <a:xfrm>
              <a:off x="2486431" y="680074"/>
              <a:ext cx="25328" cy="8542"/>
            </a:xfrm>
            <a:custGeom>
              <a:avLst/>
              <a:gdLst/>
              <a:ahLst/>
              <a:cxnLst/>
              <a:rect l="l" t="t" r="r" b="b"/>
              <a:pathLst>
                <a:path w="255" h="86" extrusionOk="0">
                  <a:moveTo>
                    <a:pt x="0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17" y="1"/>
                    <a:pt x="0" y="1"/>
                    <a:pt x="0" y="1"/>
                  </a:cubicBezTo>
                  <a:close/>
                  <a:moveTo>
                    <a:pt x="17" y="17"/>
                  </a:moveTo>
                  <a:cubicBezTo>
                    <a:pt x="37" y="33"/>
                    <a:pt x="53" y="33"/>
                    <a:pt x="69" y="33"/>
                  </a:cubicBezTo>
                  <a:cubicBezTo>
                    <a:pt x="85" y="33"/>
                    <a:pt x="118" y="49"/>
                    <a:pt x="138" y="49"/>
                  </a:cubicBezTo>
                  <a:cubicBezTo>
                    <a:pt x="170" y="69"/>
                    <a:pt x="202" y="85"/>
                    <a:pt x="255" y="85"/>
                  </a:cubicBezTo>
                  <a:lnTo>
                    <a:pt x="255" y="69"/>
                  </a:lnTo>
                  <a:cubicBezTo>
                    <a:pt x="219" y="69"/>
                    <a:pt x="170" y="49"/>
                    <a:pt x="138" y="33"/>
                  </a:cubicBezTo>
                  <a:cubicBezTo>
                    <a:pt x="118" y="33"/>
                    <a:pt x="101" y="33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1419;p39">
              <a:extLst>
                <a:ext uri="{FF2B5EF4-FFF2-40B4-BE49-F238E27FC236}">
                  <a16:creationId xmlns:a16="http://schemas.microsoft.com/office/drawing/2014/main" id="{1CB385EC-A7FB-2467-AD34-183E9CFC0161}"/>
                </a:ext>
              </a:extLst>
            </p:cNvPr>
            <p:cNvSpPr/>
            <p:nvPr/>
          </p:nvSpPr>
          <p:spPr>
            <a:xfrm>
              <a:off x="2717163" y="673221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53" y="17"/>
                    <a:pt x="69" y="37"/>
                  </a:cubicBezTo>
                  <a:cubicBezTo>
                    <a:pt x="101" y="53"/>
                    <a:pt x="154" y="53"/>
                    <a:pt x="186" y="70"/>
                  </a:cubicBezTo>
                  <a:cubicBezTo>
                    <a:pt x="202" y="70"/>
                    <a:pt x="202" y="70"/>
                    <a:pt x="202" y="86"/>
                  </a:cubicBezTo>
                  <a:lnTo>
                    <a:pt x="218" y="86"/>
                  </a:lnTo>
                  <a:lnTo>
                    <a:pt x="218" y="70"/>
                  </a:lnTo>
                  <a:cubicBezTo>
                    <a:pt x="202" y="70"/>
                    <a:pt x="202" y="53"/>
                    <a:pt x="186" y="53"/>
                  </a:cubicBezTo>
                  <a:cubicBezTo>
                    <a:pt x="154" y="53"/>
                    <a:pt x="101" y="37"/>
                    <a:pt x="69" y="17"/>
                  </a:cubicBezTo>
                  <a:cubicBezTo>
                    <a:pt x="53" y="17"/>
                    <a:pt x="37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1420;p39">
              <a:extLst>
                <a:ext uri="{FF2B5EF4-FFF2-40B4-BE49-F238E27FC236}">
                  <a16:creationId xmlns:a16="http://schemas.microsoft.com/office/drawing/2014/main" id="{71D9369A-383C-64CD-C2FA-ABBAC78A6FFA}"/>
                </a:ext>
              </a:extLst>
            </p:cNvPr>
            <p:cNvSpPr/>
            <p:nvPr/>
          </p:nvSpPr>
          <p:spPr>
            <a:xfrm>
              <a:off x="1752518" y="925010"/>
              <a:ext cx="55523" cy="26023"/>
            </a:xfrm>
            <a:custGeom>
              <a:avLst/>
              <a:gdLst/>
              <a:ahLst/>
              <a:cxnLst/>
              <a:rect l="l" t="t" r="r" b="b"/>
              <a:pathLst>
                <a:path w="559" h="262" extrusionOk="0">
                  <a:moveTo>
                    <a:pt x="531" y="0"/>
                  </a:moveTo>
                  <a:cubicBezTo>
                    <a:pt x="511" y="0"/>
                    <a:pt x="497" y="13"/>
                    <a:pt x="474" y="27"/>
                  </a:cubicBezTo>
                  <a:lnTo>
                    <a:pt x="457" y="43"/>
                  </a:lnTo>
                  <a:lnTo>
                    <a:pt x="490" y="43"/>
                  </a:lnTo>
                  <a:cubicBezTo>
                    <a:pt x="506" y="27"/>
                    <a:pt x="538" y="7"/>
                    <a:pt x="558" y="7"/>
                  </a:cubicBezTo>
                  <a:cubicBezTo>
                    <a:pt x="548" y="2"/>
                    <a:pt x="539" y="0"/>
                    <a:pt x="531" y="0"/>
                  </a:cubicBezTo>
                  <a:close/>
                  <a:moveTo>
                    <a:pt x="457" y="43"/>
                  </a:moveTo>
                  <a:cubicBezTo>
                    <a:pt x="373" y="76"/>
                    <a:pt x="304" y="108"/>
                    <a:pt x="235" y="144"/>
                  </a:cubicBezTo>
                  <a:cubicBezTo>
                    <a:pt x="187" y="160"/>
                    <a:pt x="134" y="193"/>
                    <a:pt x="86" y="209"/>
                  </a:cubicBezTo>
                  <a:cubicBezTo>
                    <a:pt x="70" y="209"/>
                    <a:pt x="70" y="209"/>
                    <a:pt x="53" y="229"/>
                  </a:cubicBezTo>
                  <a:cubicBezTo>
                    <a:pt x="33" y="229"/>
                    <a:pt x="17" y="245"/>
                    <a:pt x="1" y="245"/>
                  </a:cubicBezTo>
                  <a:lnTo>
                    <a:pt x="1" y="261"/>
                  </a:lnTo>
                  <a:cubicBezTo>
                    <a:pt x="17" y="261"/>
                    <a:pt x="53" y="245"/>
                    <a:pt x="70" y="229"/>
                  </a:cubicBezTo>
                  <a:lnTo>
                    <a:pt x="86" y="229"/>
                  </a:lnTo>
                  <a:cubicBezTo>
                    <a:pt x="134" y="193"/>
                    <a:pt x="187" y="177"/>
                    <a:pt x="235" y="160"/>
                  </a:cubicBezTo>
                  <a:cubicBezTo>
                    <a:pt x="304" y="128"/>
                    <a:pt x="389" y="76"/>
                    <a:pt x="457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1421;p39">
              <a:extLst>
                <a:ext uri="{FF2B5EF4-FFF2-40B4-BE49-F238E27FC236}">
                  <a16:creationId xmlns:a16="http://schemas.microsoft.com/office/drawing/2014/main" id="{4685269C-CEAE-F6D5-4225-465D42029868}"/>
                </a:ext>
              </a:extLst>
            </p:cNvPr>
            <p:cNvSpPr/>
            <p:nvPr/>
          </p:nvSpPr>
          <p:spPr>
            <a:xfrm>
              <a:off x="1782614" y="954112"/>
              <a:ext cx="25427" cy="10131"/>
            </a:xfrm>
            <a:custGeom>
              <a:avLst/>
              <a:gdLst/>
              <a:ahLst/>
              <a:cxnLst/>
              <a:rect l="l" t="t" r="r" b="b"/>
              <a:pathLst>
                <a:path w="256" h="102" extrusionOk="0">
                  <a:moveTo>
                    <a:pt x="255" y="1"/>
                  </a:moveTo>
                  <a:cubicBezTo>
                    <a:pt x="219" y="1"/>
                    <a:pt x="203" y="1"/>
                    <a:pt x="187" y="17"/>
                  </a:cubicBezTo>
                  <a:cubicBezTo>
                    <a:pt x="187" y="17"/>
                    <a:pt x="171" y="17"/>
                    <a:pt x="171" y="37"/>
                  </a:cubicBezTo>
                  <a:lnTo>
                    <a:pt x="187" y="37"/>
                  </a:lnTo>
                  <a:cubicBezTo>
                    <a:pt x="210" y="23"/>
                    <a:pt x="225" y="10"/>
                    <a:pt x="239" y="10"/>
                  </a:cubicBezTo>
                  <a:cubicBezTo>
                    <a:pt x="244" y="10"/>
                    <a:pt x="250" y="12"/>
                    <a:pt x="255" y="17"/>
                  </a:cubicBezTo>
                  <a:lnTo>
                    <a:pt x="255" y="1"/>
                  </a:lnTo>
                  <a:close/>
                  <a:moveTo>
                    <a:pt x="171" y="37"/>
                  </a:moveTo>
                  <a:cubicBezTo>
                    <a:pt x="134" y="37"/>
                    <a:pt x="118" y="53"/>
                    <a:pt x="102" y="53"/>
                  </a:cubicBezTo>
                  <a:cubicBezTo>
                    <a:pt x="70" y="69"/>
                    <a:pt x="33" y="86"/>
                    <a:pt x="1" y="86"/>
                  </a:cubicBezTo>
                  <a:lnTo>
                    <a:pt x="1" y="102"/>
                  </a:lnTo>
                  <a:lnTo>
                    <a:pt x="17" y="102"/>
                  </a:lnTo>
                  <a:cubicBezTo>
                    <a:pt x="33" y="102"/>
                    <a:pt x="70" y="86"/>
                    <a:pt x="102" y="69"/>
                  </a:cubicBezTo>
                  <a:cubicBezTo>
                    <a:pt x="118" y="53"/>
                    <a:pt x="134" y="53"/>
                    <a:pt x="171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1422;p39">
              <a:extLst>
                <a:ext uri="{FF2B5EF4-FFF2-40B4-BE49-F238E27FC236}">
                  <a16:creationId xmlns:a16="http://schemas.microsoft.com/office/drawing/2014/main" id="{40CFB343-4D3B-D86D-912C-0CEE22A71296}"/>
                </a:ext>
              </a:extLst>
            </p:cNvPr>
            <p:cNvSpPr/>
            <p:nvPr/>
          </p:nvSpPr>
          <p:spPr>
            <a:xfrm>
              <a:off x="1752518" y="223477"/>
              <a:ext cx="187526" cy="145710"/>
            </a:xfrm>
            <a:custGeom>
              <a:avLst/>
              <a:gdLst/>
              <a:ahLst/>
              <a:cxnLst/>
              <a:rect l="l" t="t" r="r" b="b"/>
              <a:pathLst>
                <a:path w="1888" h="1467" extrusionOk="0">
                  <a:moveTo>
                    <a:pt x="1" y="1435"/>
                  </a:moveTo>
                  <a:lnTo>
                    <a:pt x="1" y="1451"/>
                  </a:lnTo>
                  <a:lnTo>
                    <a:pt x="70" y="1467"/>
                  </a:lnTo>
                  <a:lnTo>
                    <a:pt x="70" y="1467"/>
                  </a:lnTo>
                  <a:lnTo>
                    <a:pt x="1" y="1435"/>
                  </a:lnTo>
                  <a:close/>
                  <a:moveTo>
                    <a:pt x="1887" y="0"/>
                  </a:moveTo>
                  <a:cubicBezTo>
                    <a:pt x="1835" y="0"/>
                    <a:pt x="1819" y="37"/>
                    <a:pt x="1786" y="53"/>
                  </a:cubicBezTo>
                  <a:lnTo>
                    <a:pt x="1750" y="85"/>
                  </a:lnTo>
                  <a:cubicBezTo>
                    <a:pt x="1548" y="255"/>
                    <a:pt x="1330" y="441"/>
                    <a:pt x="1112" y="606"/>
                  </a:cubicBezTo>
                  <a:lnTo>
                    <a:pt x="1096" y="627"/>
                  </a:lnTo>
                  <a:cubicBezTo>
                    <a:pt x="1027" y="675"/>
                    <a:pt x="979" y="728"/>
                    <a:pt x="926" y="760"/>
                  </a:cubicBezTo>
                  <a:cubicBezTo>
                    <a:pt x="878" y="808"/>
                    <a:pt x="825" y="845"/>
                    <a:pt x="777" y="877"/>
                  </a:cubicBezTo>
                  <a:cubicBezTo>
                    <a:pt x="724" y="930"/>
                    <a:pt x="676" y="962"/>
                    <a:pt x="623" y="994"/>
                  </a:cubicBezTo>
                  <a:cubicBezTo>
                    <a:pt x="591" y="1047"/>
                    <a:pt x="538" y="1079"/>
                    <a:pt x="490" y="1111"/>
                  </a:cubicBezTo>
                  <a:cubicBezTo>
                    <a:pt x="389" y="1196"/>
                    <a:pt x="288" y="1281"/>
                    <a:pt x="187" y="1366"/>
                  </a:cubicBezTo>
                  <a:cubicBezTo>
                    <a:pt x="154" y="1398"/>
                    <a:pt x="118" y="1435"/>
                    <a:pt x="70" y="1467"/>
                  </a:cubicBezTo>
                  <a:lnTo>
                    <a:pt x="86" y="1467"/>
                  </a:lnTo>
                  <a:cubicBezTo>
                    <a:pt x="118" y="1435"/>
                    <a:pt x="154" y="1398"/>
                    <a:pt x="203" y="1366"/>
                  </a:cubicBezTo>
                  <a:cubicBezTo>
                    <a:pt x="304" y="1297"/>
                    <a:pt x="389" y="1212"/>
                    <a:pt x="490" y="1132"/>
                  </a:cubicBezTo>
                  <a:cubicBezTo>
                    <a:pt x="538" y="1095"/>
                    <a:pt x="591" y="1047"/>
                    <a:pt x="639" y="1010"/>
                  </a:cubicBezTo>
                  <a:cubicBezTo>
                    <a:pt x="692" y="978"/>
                    <a:pt x="740" y="930"/>
                    <a:pt x="793" y="893"/>
                  </a:cubicBezTo>
                  <a:cubicBezTo>
                    <a:pt x="825" y="861"/>
                    <a:pt x="878" y="808"/>
                    <a:pt x="926" y="776"/>
                  </a:cubicBezTo>
                  <a:cubicBezTo>
                    <a:pt x="979" y="728"/>
                    <a:pt x="1043" y="675"/>
                    <a:pt x="1096" y="643"/>
                  </a:cubicBezTo>
                  <a:lnTo>
                    <a:pt x="1128" y="606"/>
                  </a:lnTo>
                  <a:cubicBezTo>
                    <a:pt x="1330" y="441"/>
                    <a:pt x="1548" y="271"/>
                    <a:pt x="1770" y="101"/>
                  </a:cubicBezTo>
                  <a:cubicBezTo>
                    <a:pt x="1770" y="85"/>
                    <a:pt x="1786" y="69"/>
                    <a:pt x="1786" y="69"/>
                  </a:cubicBezTo>
                  <a:cubicBezTo>
                    <a:pt x="1819" y="37"/>
                    <a:pt x="1851" y="21"/>
                    <a:pt x="1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1423;p39">
              <a:extLst>
                <a:ext uri="{FF2B5EF4-FFF2-40B4-BE49-F238E27FC236}">
                  <a16:creationId xmlns:a16="http://schemas.microsoft.com/office/drawing/2014/main" id="{61C82513-57A9-9818-3F12-262C9475FC20}"/>
                </a:ext>
              </a:extLst>
            </p:cNvPr>
            <p:cNvSpPr/>
            <p:nvPr/>
          </p:nvSpPr>
          <p:spPr>
            <a:xfrm>
              <a:off x="2506494" y="673221"/>
              <a:ext cx="21752" cy="6953"/>
            </a:xfrm>
            <a:custGeom>
              <a:avLst/>
              <a:gdLst/>
              <a:ahLst/>
              <a:cxnLst/>
              <a:rect l="l" t="t" r="r" b="b"/>
              <a:pathLst>
                <a:path w="219" h="70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lnTo>
                    <a:pt x="37" y="1"/>
                  </a:lnTo>
                  <a:close/>
                  <a:moveTo>
                    <a:pt x="53" y="17"/>
                  </a:moveTo>
                  <a:cubicBezTo>
                    <a:pt x="69" y="37"/>
                    <a:pt x="101" y="37"/>
                    <a:pt x="118" y="53"/>
                  </a:cubicBezTo>
                  <a:cubicBezTo>
                    <a:pt x="154" y="53"/>
                    <a:pt x="186" y="70"/>
                    <a:pt x="202" y="70"/>
                  </a:cubicBezTo>
                  <a:lnTo>
                    <a:pt x="219" y="70"/>
                  </a:lnTo>
                  <a:lnTo>
                    <a:pt x="219" y="53"/>
                  </a:lnTo>
                  <a:cubicBezTo>
                    <a:pt x="186" y="53"/>
                    <a:pt x="154" y="53"/>
                    <a:pt x="118" y="37"/>
                  </a:cubicBezTo>
                  <a:cubicBezTo>
                    <a:pt x="101" y="17"/>
                    <a:pt x="85" y="17"/>
                    <a:pt x="5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1424;p39">
              <a:extLst>
                <a:ext uri="{FF2B5EF4-FFF2-40B4-BE49-F238E27FC236}">
                  <a16:creationId xmlns:a16="http://schemas.microsoft.com/office/drawing/2014/main" id="{20885177-1125-58D5-438F-62DCD0046BF8}"/>
                </a:ext>
              </a:extLst>
            </p:cNvPr>
            <p:cNvSpPr/>
            <p:nvPr/>
          </p:nvSpPr>
          <p:spPr>
            <a:xfrm>
              <a:off x="1667496" y="818931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39" y="0"/>
                  </a:moveTo>
                  <a:cubicBezTo>
                    <a:pt x="606" y="17"/>
                    <a:pt x="570" y="33"/>
                    <a:pt x="554" y="49"/>
                  </a:cubicBezTo>
                  <a:cubicBezTo>
                    <a:pt x="538" y="65"/>
                    <a:pt x="522" y="65"/>
                    <a:pt x="505" y="65"/>
                  </a:cubicBezTo>
                  <a:cubicBezTo>
                    <a:pt x="404" y="134"/>
                    <a:pt x="283" y="202"/>
                    <a:pt x="182" y="267"/>
                  </a:cubicBezTo>
                  <a:cubicBezTo>
                    <a:pt x="303" y="219"/>
                    <a:pt x="404" y="150"/>
                    <a:pt x="522" y="85"/>
                  </a:cubicBezTo>
                  <a:cubicBezTo>
                    <a:pt x="538" y="85"/>
                    <a:pt x="538" y="65"/>
                    <a:pt x="554" y="65"/>
                  </a:cubicBezTo>
                  <a:cubicBezTo>
                    <a:pt x="586" y="49"/>
                    <a:pt x="606" y="33"/>
                    <a:pt x="655" y="17"/>
                  </a:cubicBezTo>
                  <a:lnTo>
                    <a:pt x="639" y="0"/>
                  </a:lnTo>
                  <a:close/>
                  <a:moveTo>
                    <a:pt x="182" y="267"/>
                  </a:moveTo>
                  <a:lnTo>
                    <a:pt x="118" y="303"/>
                  </a:lnTo>
                  <a:cubicBezTo>
                    <a:pt x="102" y="320"/>
                    <a:pt x="65" y="336"/>
                    <a:pt x="33" y="352"/>
                  </a:cubicBezTo>
                  <a:cubicBezTo>
                    <a:pt x="17" y="352"/>
                    <a:pt x="17" y="368"/>
                    <a:pt x="1" y="368"/>
                  </a:cubicBezTo>
                  <a:lnTo>
                    <a:pt x="1" y="388"/>
                  </a:lnTo>
                  <a:cubicBezTo>
                    <a:pt x="17" y="368"/>
                    <a:pt x="33" y="368"/>
                    <a:pt x="49" y="352"/>
                  </a:cubicBezTo>
                  <a:cubicBezTo>
                    <a:pt x="65" y="336"/>
                    <a:pt x="102" y="320"/>
                    <a:pt x="134" y="320"/>
                  </a:cubicBezTo>
                  <a:lnTo>
                    <a:pt x="182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1425;p39">
              <a:extLst>
                <a:ext uri="{FF2B5EF4-FFF2-40B4-BE49-F238E27FC236}">
                  <a16:creationId xmlns:a16="http://schemas.microsoft.com/office/drawing/2014/main" id="{9AF047E8-3837-60B5-37E4-7C6820AC0F5C}"/>
                </a:ext>
              </a:extLst>
            </p:cNvPr>
            <p:cNvSpPr/>
            <p:nvPr/>
          </p:nvSpPr>
          <p:spPr>
            <a:xfrm>
              <a:off x="1752518" y="599820"/>
              <a:ext cx="6953" cy="232421"/>
            </a:xfrm>
            <a:custGeom>
              <a:avLst/>
              <a:gdLst/>
              <a:ahLst/>
              <a:cxnLst/>
              <a:rect l="l" t="t" r="r" b="b"/>
              <a:pathLst>
                <a:path w="70" h="2340" extrusionOk="0">
                  <a:moveTo>
                    <a:pt x="33" y="1"/>
                  </a:moveTo>
                  <a:lnTo>
                    <a:pt x="33" y="17"/>
                  </a:lnTo>
                  <a:cubicBezTo>
                    <a:pt x="53" y="17"/>
                    <a:pt x="53" y="33"/>
                    <a:pt x="53" y="49"/>
                  </a:cubicBezTo>
                  <a:cubicBezTo>
                    <a:pt x="70" y="17"/>
                    <a:pt x="53" y="1"/>
                    <a:pt x="33" y="1"/>
                  </a:cubicBezTo>
                  <a:close/>
                  <a:moveTo>
                    <a:pt x="53" y="49"/>
                  </a:moveTo>
                  <a:cubicBezTo>
                    <a:pt x="33" y="69"/>
                    <a:pt x="33" y="86"/>
                    <a:pt x="33" y="102"/>
                  </a:cubicBezTo>
                  <a:lnTo>
                    <a:pt x="33" y="170"/>
                  </a:lnTo>
                  <a:lnTo>
                    <a:pt x="33" y="389"/>
                  </a:lnTo>
                  <a:lnTo>
                    <a:pt x="33" y="776"/>
                  </a:lnTo>
                  <a:lnTo>
                    <a:pt x="33" y="910"/>
                  </a:lnTo>
                  <a:cubicBezTo>
                    <a:pt x="33" y="877"/>
                    <a:pt x="53" y="825"/>
                    <a:pt x="53" y="776"/>
                  </a:cubicBezTo>
                  <a:lnTo>
                    <a:pt x="53" y="389"/>
                  </a:lnTo>
                  <a:lnTo>
                    <a:pt x="53" y="170"/>
                  </a:lnTo>
                  <a:lnTo>
                    <a:pt x="53" y="102"/>
                  </a:lnTo>
                  <a:lnTo>
                    <a:pt x="53" y="49"/>
                  </a:lnTo>
                  <a:close/>
                  <a:moveTo>
                    <a:pt x="33" y="910"/>
                  </a:moveTo>
                  <a:cubicBezTo>
                    <a:pt x="17" y="958"/>
                    <a:pt x="17" y="1027"/>
                    <a:pt x="17" y="1079"/>
                  </a:cubicBezTo>
                  <a:lnTo>
                    <a:pt x="17" y="1112"/>
                  </a:lnTo>
                  <a:cubicBezTo>
                    <a:pt x="33" y="1196"/>
                    <a:pt x="33" y="1281"/>
                    <a:pt x="17" y="1362"/>
                  </a:cubicBezTo>
                  <a:lnTo>
                    <a:pt x="17" y="1548"/>
                  </a:lnTo>
                  <a:lnTo>
                    <a:pt x="17" y="1649"/>
                  </a:lnTo>
                  <a:lnTo>
                    <a:pt x="17" y="1750"/>
                  </a:lnTo>
                  <a:lnTo>
                    <a:pt x="17" y="2190"/>
                  </a:lnTo>
                  <a:cubicBezTo>
                    <a:pt x="17" y="2053"/>
                    <a:pt x="17" y="1903"/>
                    <a:pt x="33" y="1750"/>
                  </a:cubicBezTo>
                  <a:lnTo>
                    <a:pt x="33" y="1649"/>
                  </a:lnTo>
                  <a:lnTo>
                    <a:pt x="33" y="1548"/>
                  </a:lnTo>
                  <a:lnTo>
                    <a:pt x="33" y="1362"/>
                  </a:lnTo>
                  <a:lnTo>
                    <a:pt x="33" y="1112"/>
                  </a:lnTo>
                  <a:lnTo>
                    <a:pt x="33" y="1079"/>
                  </a:lnTo>
                  <a:lnTo>
                    <a:pt x="33" y="910"/>
                  </a:lnTo>
                  <a:close/>
                  <a:moveTo>
                    <a:pt x="17" y="2190"/>
                  </a:moveTo>
                  <a:cubicBezTo>
                    <a:pt x="17" y="2223"/>
                    <a:pt x="17" y="2255"/>
                    <a:pt x="1" y="2271"/>
                  </a:cubicBezTo>
                  <a:lnTo>
                    <a:pt x="1" y="2291"/>
                  </a:lnTo>
                  <a:cubicBezTo>
                    <a:pt x="1" y="2307"/>
                    <a:pt x="17" y="2324"/>
                    <a:pt x="17" y="2340"/>
                  </a:cubicBezTo>
                  <a:lnTo>
                    <a:pt x="33" y="2340"/>
                  </a:lnTo>
                  <a:lnTo>
                    <a:pt x="33" y="2324"/>
                  </a:lnTo>
                  <a:cubicBezTo>
                    <a:pt x="17" y="2324"/>
                    <a:pt x="17" y="2307"/>
                    <a:pt x="17" y="2291"/>
                  </a:cubicBezTo>
                  <a:lnTo>
                    <a:pt x="17" y="2271"/>
                  </a:lnTo>
                  <a:lnTo>
                    <a:pt x="17" y="219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1426;p39">
              <a:extLst>
                <a:ext uri="{FF2B5EF4-FFF2-40B4-BE49-F238E27FC236}">
                  <a16:creationId xmlns:a16="http://schemas.microsoft.com/office/drawing/2014/main" id="{DA4A797A-96F7-0F4D-AD90-B182868BEEBC}"/>
                </a:ext>
              </a:extLst>
            </p:cNvPr>
            <p:cNvSpPr/>
            <p:nvPr/>
          </p:nvSpPr>
          <p:spPr>
            <a:xfrm>
              <a:off x="1667496" y="80045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cubicBezTo>
                    <a:pt x="485" y="85"/>
                    <a:pt x="384" y="134"/>
                    <a:pt x="283" y="203"/>
                  </a:cubicBezTo>
                  <a:cubicBezTo>
                    <a:pt x="219" y="235"/>
                    <a:pt x="150" y="271"/>
                    <a:pt x="81" y="320"/>
                  </a:cubicBezTo>
                  <a:cubicBezTo>
                    <a:pt x="65" y="320"/>
                    <a:pt x="49" y="336"/>
                    <a:pt x="33" y="352"/>
                  </a:cubicBezTo>
                  <a:cubicBezTo>
                    <a:pt x="49" y="352"/>
                    <a:pt x="81" y="336"/>
                    <a:pt x="102" y="320"/>
                  </a:cubicBezTo>
                  <a:cubicBezTo>
                    <a:pt x="150" y="287"/>
                    <a:pt x="219" y="251"/>
                    <a:pt x="283" y="219"/>
                  </a:cubicBezTo>
                  <a:cubicBezTo>
                    <a:pt x="384" y="150"/>
                    <a:pt x="505" y="85"/>
                    <a:pt x="606" y="33"/>
                  </a:cubicBezTo>
                  <a:cubicBezTo>
                    <a:pt x="623" y="17"/>
                    <a:pt x="639" y="17"/>
                    <a:pt x="655" y="17"/>
                  </a:cubicBezTo>
                  <a:lnTo>
                    <a:pt x="655" y="1"/>
                  </a:lnTo>
                  <a:close/>
                  <a:moveTo>
                    <a:pt x="33" y="352"/>
                  </a:moveTo>
                  <a:cubicBezTo>
                    <a:pt x="17" y="352"/>
                    <a:pt x="17" y="352"/>
                    <a:pt x="1" y="372"/>
                  </a:cubicBezTo>
                  <a:lnTo>
                    <a:pt x="17" y="372"/>
                  </a:lnTo>
                  <a:cubicBezTo>
                    <a:pt x="17" y="372"/>
                    <a:pt x="33" y="372"/>
                    <a:pt x="33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1427;p39">
              <a:extLst>
                <a:ext uri="{FF2B5EF4-FFF2-40B4-BE49-F238E27FC236}">
                  <a16:creationId xmlns:a16="http://schemas.microsoft.com/office/drawing/2014/main" id="{798AF46B-C905-D7D4-BAB8-9F62A38BC739}"/>
                </a:ext>
              </a:extLst>
            </p:cNvPr>
            <p:cNvSpPr/>
            <p:nvPr/>
          </p:nvSpPr>
          <p:spPr>
            <a:xfrm>
              <a:off x="1704048" y="737087"/>
              <a:ext cx="23739" cy="14899"/>
            </a:xfrm>
            <a:custGeom>
              <a:avLst/>
              <a:gdLst/>
              <a:ahLst/>
              <a:cxnLst/>
              <a:rect l="l" t="t" r="r" b="b"/>
              <a:pathLst>
                <a:path w="239" h="150" extrusionOk="0">
                  <a:moveTo>
                    <a:pt x="218" y="0"/>
                  </a:moveTo>
                  <a:lnTo>
                    <a:pt x="0" y="134"/>
                  </a:lnTo>
                  <a:lnTo>
                    <a:pt x="0" y="150"/>
                  </a:lnTo>
                  <a:lnTo>
                    <a:pt x="16" y="150"/>
                  </a:lnTo>
                  <a:lnTo>
                    <a:pt x="238" y="16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1428;p39">
              <a:extLst>
                <a:ext uri="{FF2B5EF4-FFF2-40B4-BE49-F238E27FC236}">
                  <a16:creationId xmlns:a16="http://schemas.microsoft.com/office/drawing/2014/main" id="{7B415BA0-2D21-4F6E-6EC2-37B789646E75}"/>
                </a:ext>
              </a:extLst>
            </p:cNvPr>
            <p:cNvSpPr/>
            <p:nvPr/>
          </p:nvSpPr>
          <p:spPr>
            <a:xfrm>
              <a:off x="2213982" y="942491"/>
              <a:ext cx="98828" cy="28606"/>
            </a:xfrm>
            <a:custGeom>
              <a:avLst/>
              <a:gdLst/>
              <a:ahLst/>
              <a:cxnLst/>
              <a:rect l="l" t="t" r="r" b="b"/>
              <a:pathLst>
                <a:path w="995" h="288" extrusionOk="0">
                  <a:moveTo>
                    <a:pt x="1" y="1"/>
                  </a:moveTo>
                  <a:cubicBezTo>
                    <a:pt x="33" y="17"/>
                    <a:pt x="53" y="17"/>
                    <a:pt x="85" y="33"/>
                  </a:cubicBezTo>
                  <a:cubicBezTo>
                    <a:pt x="102" y="33"/>
                    <a:pt x="134" y="33"/>
                    <a:pt x="170" y="53"/>
                  </a:cubicBezTo>
                  <a:cubicBezTo>
                    <a:pt x="203" y="69"/>
                    <a:pt x="255" y="69"/>
                    <a:pt x="304" y="85"/>
                  </a:cubicBezTo>
                  <a:cubicBezTo>
                    <a:pt x="320" y="85"/>
                    <a:pt x="336" y="102"/>
                    <a:pt x="356" y="102"/>
                  </a:cubicBezTo>
                  <a:cubicBezTo>
                    <a:pt x="388" y="102"/>
                    <a:pt x="405" y="118"/>
                    <a:pt x="437" y="118"/>
                  </a:cubicBezTo>
                  <a:cubicBezTo>
                    <a:pt x="405" y="102"/>
                    <a:pt x="388" y="102"/>
                    <a:pt x="356" y="85"/>
                  </a:cubicBezTo>
                  <a:cubicBezTo>
                    <a:pt x="336" y="85"/>
                    <a:pt x="320" y="85"/>
                    <a:pt x="304" y="69"/>
                  </a:cubicBezTo>
                  <a:cubicBezTo>
                    <a:pt x="255" y="69"/>
                    <a:pt x="219" y="53"/>
                    <a:pt x="170" y="33"/>
                  </a:cubicBezTo>
                  <a:cubicBezTo>
                    <a:pt x="134" y="33"/>
                    <a:pt x="118" y="17"/>
                    <a:pt x="85" y="17"/>
                  </a:cubicBezTo>
                  <a:cubicBezTo>
                    <a:pt x="69" y="1"/>
                    <a:pt x="33" y="1"/>
                    <a:pt x="1" y="1"/>
                  </a:cubicBezTo>
                  <a:close/>
                  <a:moveTo>
                    <a:pt x="437" y="118"/>
                  </a:moveTo>
                  <a:cubicBezTo>
                    <a:pt x="489" y="134"/>
                    <a:pt x="558" y="154"/>
                    <a:pt x="607" y="170"/>
                  </a:cubicBezTo>
                  <a:cubicBezTo>
                    <a:pt x="639" y="186"/>
                    <a:pt x="691" y="203"/>
                    <a:pt x="724" y="203"/>
                  </a:cubicBezTo>
                  <a:cubicBezTo>
                    <a:pt x="691" y="186"/>
                    <a:pt x="639" y="170"/>
                    <a:pt x="607" y="154"/>
                  </a:cubicBezTo>
                  <a:cubicBezTo>
                    <a:pt x="558" y="134"/>
                    <a:pt x="489" y="118"/>
                    <a:pt x="437" y="118"/>
                  </a:cubicBezTo>
                  <a:close/>
                  <a:moveTo>
                    <a:pt x="724" y="203"/>
                  </a:moveTo>
                  <a:cubicBezTo>
                    <a:pt x="776" y="219"/>
                    <a:pt x="825" y="235"/>
                    <a:pt x="877" y="255"/>
                  </a:cubicBezTo>
                  <a:cubicBezTo>
                    <a:pt x="909" y="271"/>
                    <a:pt x="942" y="271"/>
                    <a:pt x="994" y="287"/>
                  </a:cubicBezTo>
                  <a:lnTo>
                    <a:pt x="994" y="271"/>
                  </a:lnTo>
                  <a:cubicBezTo>
                    <a:pt x="942" y="271"/>
                    <a:pt x="909" y="255"/>
                    <a:pt x="877" y="235"/>
                  </a:cubicBezTo>
                  <a:cubicBezTo>
                    <a:pt x="825" y="219"/>
                    <a:pt x="776" y="203"/>
                    <a:pt x="724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1429;p39">
              <a:extLst>
                <a:ext uri="{FF2B5EF4-FFF2-40B4-BE49-F238E27FC236}">
                  <a16:creationId xmlns:a16="http://schemas.microsoft.com/office/drawing/2014/main" id="{0EC1401A-5A40-FBD0-0594-0F92ABDC6ACC}"/>
                </a:ext>
              </a:extLst>
            </p:cNvPr>
            <p:cNvSpPr/>
            <p:nvPr/>
          </p:nvSpPr>
          <p:spPr>
            <a:xfrm>
              <a:off x="2703853" y="574591"/>
              <a:ext cx="25030" cy="10131"/>
            </a:xfrm>
            <a:custGeom>
              <a:avLst/>
              <a:gdLst/>
              <a:ahLst/>
              <a:cxnLst/>
              <a:rect l="l" t="t" r="r" b="b"/>
              <a:pathLst>
                <a:path w="252" h="102" extrusionOk="0">
                  <a:moveTo>
                    <a:pt x="1" y="0"/>
                  </a:moveTo>
                  <a:lnTo>
                    <a:pt x="1" y="20"/>
                  </a:lnTo>
                  <a:lnTo>
                    <a:pt x="235" y="101"/>
                  </a:lnTo>
                  <a:lnTo>
                    <a:pt x="251" y="101"/>
                  </a:lnTo>
                  <a:lnTo>
                    <a:pt x="251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1430;p39">
              <a:extLst>
                <a:ext uri="{FF2B5EF4-FFF2-40B4-BE49-F238E27FC236}">
                  <a16:creationId xmlns:a16="http://schemas.microsoft.com/office/drawing/2014/main" id="{C67773AC-ECF3-3F8C-9F76-E717547E0F7B}"/>
                </a:ext>
              </a:extLst>
            </p:cNvPr>
            <p:cNvSpPr/>
            <p:nvPr/>
          </p:nvSpPr>
          <p:spPr>
            <a:xfrm>
              <a:off x="2595192" y="842173"/>
              <a:ext cx="128825" cy="38637"/>
            </a:xfrm>
            <a:custGeom>
              <a:avLst/>
              <a:gdLst/>
              <a:ahLst/>
              <a:cxnLst/>
              <a:rect l="l" t="t" r="r" b="b"/>
              <a:pathLst>
                <a:path w="1297" h="389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cubicBezTo>
                    <a:pt x="134" y="53"/>
                    <a:pt x="235" y="86"/>
                    <a:pt x="319" y="102"/>
                  </a:cubicBezTo>
                  <a:cubicBezTo>
                    <a:pt x="404" y="134"/>
                    <a:pt x="473" y="154"/>
                    <a:pt x="538" y="170"/>
                  </a:cubicBezTo>
                  <a:cubicBezTo>
                    <a:pt x="558" y="170"/>
                    <a:pt x="574" y="187"/>
                    <a:pt x="590" y="187"/>
                  </a:cubicBezTo>
                  <a:cubicBezTo>
                    <a:pt x="606" y="187"/>
                    <a:pt x="639" y="203"/>
                    <a:pt x="675" y="203"/>
                  </a:cubicBezTo>
                  <a:cubicBezTo>
                    <a:pt x="639" y="187"/>
                    <a:pt x="622" y="187"/>
                    <a:pt x="590" y="170"/>
                  </a:cubicBezTo>
                  <a:cubicBezTo>
                    <a:pt x="574" y="170"/>
                    <a:pt x="558" y="170"/>
                    <a:pt x="538" y="154"/>
                  </a:cubicBezTo>
                  <a:cubicBezTo>
                    <a:pt x="473" y="134"/>
                    <a:pt x="404" y="118"/>
                    <a:pt x="336" y="102"/>
                  </a:cubicBezTo>
                  <a:cubicBezTo>
                    <a:pt x="235" y="69"/>
                    <a:pt x="154" y="33"/>
                    <a:pt x="53" y="1"/>
                  </a:cubicBezTo>
                  <a:close/>
                  <a:moveTo>
                    <a:pt x="675" y="203"/>
                  </a:moveTo>
                  <a:cubicBezTo>
                    <a:pt x="691" y="219"/>
                    <a:pt x="707" y="219"/>
                    <a:pt x="723" y="219"/>
                  </a:cubicBezTo>
                  <a:cubicBezTo>
                    <a:pt x="739" y="235"/>
                    <a:pt x="776" y="235"/>
                    <a:pt x="808" y="255"/>
                  </a:cubicBezTo>
                  <a:cubicBezTo>
                    <a:pt x="840" y="271"/>
                    <a:pt x="877" y="271"/>
                    <a:pt x="909" y="287"/>
                  </a:cubicBezTo>
                  <a:cubicBezTo>
                    <a:pt x="994" y="304"/>
                    <a:pt x="1079" y="336"/>
                    <a:pt x="1164" y="356"/>
                  </a:cubicBezTo>
                  <a:cubicBezTo>
                    <a:pt x="1180" y="372"/>
                    <a:pt x="1196" y="372"/>
                    <a:pt x="1196" y="372"/>
                  </a:cubicBezTo>
                  <a:cubicBezTo>
                    <a:pt x="1228" y="388"/>
                    <a:pt x="1244" y="388"/>
                    <a:pt x="1281" y="388"/>
                  </a:cubicBezTo>
                  <a:lnTo>
                    <a:pt x="1297" y="388"/>
                  </a:lnTo>
                  <a:lnTo>
                    <a:pt x="1297" y="372"/>
                  </a:lnTo>
                  <a:cubicBezTo>
                    <a:pt x="1288" y="377"/>
                    <a:pt x="1278" y="379"/>
                    <a:pt x="1268" y="379"/>
                  </a:cubicBezTo>
                  <a:cubicBezTo>
                    <a:pt x="1245" y="379"/>
                    <a:pt x="1224" y="368"/>
                    <a:pt x="1212" y="356"/>
                  </a:cubicBezTo>
                  <a:lnTo>
                    <a:pt x="1180" y="356"/>
                  </a:lnTo>
                  <a:cubicBezTo>
                    <a:pt x="1095" y="320"/>
                    <a:pt x="994" y="304"/>
                    <a:pt x="909" y="271"/>
                  </a:cubicBezTo>
                  <a:cubicBezTo>
                    <a:pt x="877" y="271"/>
                    <a:pt x="840" y="255"/>
                    <a:pt x="808" y="235"/>
                  </a:cubicBezTo>
                  <a:cubicBezTo>
                    <a:pt x="776" y="219"/>
                    <a:pt x="760" y="219"/>
                    <a:pt x="723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1431;p39">
              <a:extLst>
                <a:ext uri="{FF2B5EF4-FFF2-40B4-BE49-F238E27FC236}">
                  <a16:creationId xmlns:a16="http://schemas.microsoft.com/office/drawing/2014/main" id="{0A1925E9-E65D-4A5E-F25F-65B2E2700E48}"/>
                </a:ext>
              </a:extLst>
            </p:cNvPr>
            <p:cNvSpPr/>
            <p:nvPr/>
          </p:nvSpPr>
          <p:spPr>
            <a:xfrm>
              <a:off x="1755796" y="558103"/>
              <a:ext cx="189015" cy="126937"/>
            </a:xfrm>
            <a:custGeom>
              <a:avLst/>
              <a:gdLst/>
              <a:ahLst/>
              <a:cxnLst/>
              <a:rect l="l" t="t" r="r" b="b"/>
              <a:pathLst>
                <a:path w="1903" h="1278" extrusionOk="0">
                  <a:moveTo>
                    <a:pt x="1903" y="1"/>
                  </a:moveTo>
                  <a:cubicBezTo>
                    <a:pt x="1871" y="1"/>
                    <a:pt x="1838" y="17"/>
                    <a:pt x="1818" y="33"/>
                  </a:cubicBezTo>
                  <a:cubicBezTo>
                    <a:pt x="1753" y="85"/>
                    <a:pt x="1669" y="134"/>
                    <a:pt x="1600" y="186"/>
                  </a:cubicBezTo>
                  <a:cubicBezTo>
                    <a:pt x="1483" y="267"/>
                    <a:pt x="1366" y="352"/>
                    <a:pt x="1232" y="437"/>
                  </a:cubicBezTo>
                  <a:cubicBezTo>
                    <a:pt x="1131" y="522"/>
                    <a:pt x="1010" y="590"/>
                    <a:pt x="893" y="671"/>
                  </a:cubicBezTo>
                  <a:cubicBezTo>
                    <a:pt x="828" y="724"/>
                    <a:pt x="744" y="772"/>
                    <a:pt x="675" y="825"/>
                  </a:cubicBezTo>
                  <a:cubicBezTo>
                    <a:pt x="525" y="926"/>
                    <a:pt x="356" y="1043"/>
                    <a:pt x="202" y="1144"/>
                  </a:cubicBezTo>
                  <a:lnTo>
                    <a:pt x="69" y="1229"/>
                  </a:lnTo>
                  <a:cubicBezTo>
                    <a:pt x="53" y="1245"/>
                    <a:pt x="37" y="1261"/>
                    <a:pt x="20" y="1261"/>
                  </a:cubicBezTo>
                  <a:lnTo>
                    <a:pt x="0" y="1277"/>
                  </a:lnTo>
                  <a:lnTo>
                    <a:pt x="20" y="1277"/>
                  </a:lnTo>
                  <a:cubicBezTo>
                    <a:pt x="37" y="1277"/>
                    <a:pt x="69" y="1261"/>
                    <a:pt x="85" y="1245"/>
                  </a:cubicBezTo>
                  <a:lnTo>
                    <a:pt x="222" y="1160"/>
                  </a:lnTo>
                  <a:cubicBezTo>
                    <a:pt x="372" y="1043"/>
                    <a:pt x="525" y="942"/>
                    <a:pt x="675" y="841"/>
                  </a:cubicBezTo>
                  <a:cubicBezTo>
                    <a:pt x="760" y="792"/>
                    <a:pt x="828" y="740"/>
                    <a:pt x="909" y="671"/>
                  </a:cubicBezTo>
                  <a:cubicBezTo>
                    <a:pt x="1010" y="607"/>
                    <a:pt x="1131" y="522"/>
                    <a:pt x="1249" y="453"/>
                  </a:cubicBezTo>
                  <a:cubicBezTo>
                    <a:pt x="1366" y="368"/>
                    <a:pt x="1483" y="287"/>
                    <a:pt x="1600" y="203"/>
                  </a:cubicBezTo>
                  <a:cubicBezTo>
                    <a:pt x="1685" y="150"/>
                    <a:pt x="1753" y="102"/>
                    <a:pt x="1818" y="49"/>
                  </a:cubicBezTo>
                  <a:lnTo>
                    <a:pt x="1838" y="49"/>
                  </a:lnTo>
                  <a:cubicBezTo>
                    <a:pt x="1854" y="33"/>
                    <a:pt x="1871" y="17"/>
                    <a:pt x="1903" y="17"/>
                  </a:cubicBezTo>
                  <a:lnTo>
                    <a:pt x="19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1432;p39">
              <a:extLst>
                <a:ext uri="{FF2B5EF4-FFF2-40B4-BE49-F238E27FC236}">
                  <a16:creationId xmlns:a16="http://schemas.microsoft.com/office/drawing/2014/main" id="{42707C2C-16BC-F812-7C15-509DFA04EADE}"/>
                </a:ext>
              </a:extLst>
            </p:cNvPr>
            <p:cNvSpPr/>
            <p:nvPr/>
          </p:nvSpPr>
          <p:spPr>
            <a:xfrm>
              <a:off x="2623698" y="552938"/>
              <a:ext cx="31784" cy="222389"/>
            </a:xfrm>
            <a:custGeom>
              <a:avLst/>
              <a:gdLst/>
              <a:ahLst/>
              <a:cxnLst/>
              <a:rect l="l" t="t" r="r" b="b"/>
              <a:pathLst>
                <a:path w="320" h="2239" extrusionOk="0">
                  <a:moveTo>
                    <a:pt x="0" y="0"/>
                  </a:moveTo>
                  <a:cubicBezTo>
                    <a:pt x="0" y="36"/>
                    <a:pt x="16" y="53"/>
                    <a:pt x="16" y="85"/>
                  </a:cubicBezTo>
                  <a:lnTo>
                    <a:pt x="16" y="0"/>
                  </a:lnTo>
                  <a:close/>
                  <a:moveTo>
                    <a:pt x="16" y="85"/>
                  </a:moveTo>
                  <a:lnTo>
                    <a:pt x="16" y="117"/>
                  </a:lnTo>
                  <a:cubicBezTo>
                    <a:pt x="32" y="170"/>
                    <a:pt x="32" y="238"/>
                    <a:pt x="49" y="303"/>
                  </a:cubicBezTo>
                  <a:cubicBezTo>
                    <a:pt x="49" y="238"/>
                    <a:pt x="32" y="170"/>
                    <a:pt x="32" y="117"/>
                  </a:cubicBezTo>
                  <a:cubicBezTo>
                    <a:pt x="32" y="101"/>
                    <a:pt x="32" y="85"/>
                    <a:pt x="16" y="85"/>
                  </a:cubicBezTo>
                  <a:close/>
                  <a:moveTo>
                    <a:pt x="49" y="303"/>
                  </a:moveTo>
                  <a:lnTo>
                    <a:pt x="49" y="372"/>
                  </a:lnTo>
                  <a:cubicBezTo>
                    <a:pt x="49" y="404"/>
                    <a:pt x="69" y="440"/>
                    <a:pt x="69" y="473"/>
                  </a:cubicBezTo>
                  <a:cubicBezTo>
                    <a:pt x="69" y="521"/>
                    <a:pt x="69" y="558"/>
                    <a:pt x="85" y="606"/>
                  </a:cubicBezTo>
                  <a:lnTo>
                    <a:pt x="85" y="675"/>
                  </a:lnTo>
                  <a:cubicBezTo>
                    <a:pt x="101" y="691"/>
                    <a:pt x="101" y="723"/>
                    <a:pt x="101" y="743"/>
                  </a:cubicBezTo>
                  <a:lnTo>
                    <a:pt x="101" y="808"/>
                  </a:lnTo>
                  <a:cubicBezTo>
                    <a:pt x="117" y="824"/>
                    <a:pt x="117" y="861"/>
                    <a:pt x="117" y="877"/>
                  </a:cubicBezTo>
                  <a:cubicBezTo>
                    <a:pt x="117" y="909"/>
                    <a:pt x="133" y="945"/>
                    <a:pt x="133" y="962"/>
                  </a:cubicBezTo>
                  <a:lnTo>
                    <a:pt x="133" y="1026"/>
                  </a:lnTo>
                  <a:cubicBezTo>
                    <a:pt x="133" y="1046"/>
                    <a:pt x="150" y="1079"/>
                    <a:pt x="150" y="1095"/>
                  </a:cubicBezTo>
                  <a:cubicBezTo>
                    <a:pt x="150" y="1127"/>
                    <a:pt x="150" y="1163"/>
                    <a:pt x="170" y="1196"/>
                  </a:cubicBezTo>
                  <a:lnTo>
                    <a:pt x="170" y="1095"/>
                  </a:lnTo>
                  <a:cubicBezTo>
                    <a:pt x="150" y="1079"/>
                    <a:pt x="150" y="1046"/>
                    <a:pt x="150" y="1026"/>
                  </a:cubicBezTo>
                  <a:lnTo>
                    <a:pt x="150" y="962"/>
                  </a:lnTo>
                  <a:cubicBezTo>
                    <a:pt x="133" y="925"/>
                    <a:pt x="133" y="909"/>
                    <a:pt x="133" y="877"/>
                  </a:cubicBezTo>
                  <a:cubicBezTo>
                    <a:pt x="133" y="844"/>
                    <a:pt x="117" y="824"/>
                    <a:pt x="117" y="808"/>
                  </a:cubicBezTo>
                  <a:lnTo>
                    <a:pt x="117" y="743"/>
                  </a:lnTo>
                  <a:cubicBezTo>
                    <a:pt x="117" y="707"/>
                    <a:pt x="101" y="691"/>
                    <a:pt x="101" y="675"/>
                  </a:cubicBezTo>
                  <a:lnTo>
                    <a:pt x="101" y="606"/>
                  </a:lnTo>
                  <a:cubicBezTo>
                    <a:pt x="85" y="558"/>
                    <a:pt x="85" y="521"/>
                    <a:pt x="85" y="473"/>
                  </a:cubicBezTo>
                  <a:cubicBezTo>
                    <a:pt x="69" y="440"/>
                    <a:pt x="69" y="404"/>
                    <a:pt x="69" y="372"/>
                  </a:cubicBezTo>
                  <a:cubicBezTo>
                    <a:pt x="69" y="356"/>
                    <a:pt x="49" y="319"/>
                    <a:pt x="49" y="303"/>
                  </a:cubicBezTo>
                  <a:close/>
                  <a:moveTo>
                    <a:pt x="170" y="1196"/>
                  </a:moveTo>
                  <a:lnTo>
                    <a:pt x="170" y="1264"/>
                  </a:lnTo>
                  <a:cubicBezTo>
                    <a:pt x="170" y="1297"/>
                    <a:pt x="186" y="1329"/>
                    <a:pt x="186" y="1365"/>
                  </a:cubicBezTo>
                  <a:cubicBezTo>
                    <a:pt x="186" y="1398"/>
                    <a:pt x="202" y="1450"/>
                    <a:pt x="202" y="1483"/>
                  </a:cubicBezTo>
                  <a:cubicBezTo>
                    <a:pt x="202" y="1531"/>
                    <a:pt x="218" y="1600"/>
                    <a:pt x="218" y="1652"/>
                  </a:cubicBezTo>
                  <a:cubicBezTo>
                    <a:pt x="234" y="1685"/>
                    <a:pt x="234" y="1733"/>
                    <a:pt x="234" y="1769"/>
                  </a:cubicBezTo>
                  <a:cubicBezTo>
                    <a:pt x="251" y="1834"/>
                    <a:pt x="251" y="1903"/>
                    <a:pt x="271" y="1971"/>
                  </a:cubicBezTo>
                  <a:cubicBezTo>
                    <a:pt x="271" y="2004"/>
                    <a:pt x="271" y="2056"/>
                    <a:pt x="287" y="2089"/>
                  </a:cubicBezTo>
                  <a:lnTo>
                    <a:pt x="287" y="1971"/>
                  </a:lnTo>
                  <a:cubicBezTo>
                    <a:pt x="271" y="1903"/>
                    <a:pt x="271" y="1834"/>
                    <a:pt x="251" y="1769"/>
                  </a:cubicBezTo>
                  <a:cubicBezTo>
                    <a:pt x="251" y="1733"/>
                    <a:pt x="234" y="1685"/>
                    <a:pt x="234" y="1652"/>
                  </a:cubicBezTo>
                  <a:cubicBezTo>
                    <a:pt x="234" y="1600"/>
                    <a:pt x="218" y="1531"/>
                    <a:pt x="218" y="1483"/>
                  </a:cubicBezTo>
                  <a:cubicBezTo>
                    <a:pt x="202" y="1430"/>
                    <a:pt x="202" y="1398"/>
                    <a:pt x="202" y="1365"/>
                  </a:cubicBezTo>
                  <a:cubicBezTo>
                    <a:pt x="202" y="1329"/>
                    <a:pt x="186" y="1297"/>
                    <a:pt x="186" y="1264"/>
                  </a:cubicBezTo>
                  <a:cubicBezTo>
                    <a:pt x="186" y="1248"/>
                    <a:pt x="186" y="1212"/>
                    <a:pt x="170" y="1196"/>
                  </a:cubicBezTo>
                  <a:close/>
                  <a:moveTo>
                    <a:pt x="287" y="2089"/>
                  </a:moveTo>
                  <a:cubicBezTo>
                    <a:pt x="287" y="2121"/>
                    <a:pt x="287" y="2157"/>
                    <a:pt x="303" y="2190"/>
                  </a:cubicBezTo>
                  <a:cubicBezTo>
                    <a:pt x="303" y="2157"/>
                    <a:pt x="303" y="2121"/>
                    <a:pt x="287" y="2089"/>
                  </a:cubicBezTo>
                  <a:close/>
                  <a:moveTo>
                    <a:pt x="303" y="2190"/>
                  </a:moveTo>
                  <a:lnTo>
                    <a:pt x="303" y="2222"/>
                  </a:lnTo>
                  <a:lnTo>
                    <a:pt x="303" y="2238"/>
                  </a:lnTo>
                  <a:lnTo>
                    <a:pt x="319" y="2238"/>
                  </a:lnTo>
                  <a:lnTo>
                    <a:pt x="319" y="2222"/>
                  </a:lnTo>
                  <a:cubicBezTo>
                    <a:pt x="319" y="2206"/>
                    <a:pt x="303" y="2206"/>
                    <a:pt x="303" y="21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1433;p39">
              <a:extLst>
                <a:ext uri="{FF2B5EF4-FFF2-40B4-BE49-F238E27FC236}">
                  <a16:creationId xmlns:a16="http://schemas.microsoft.com/office/drawing/2014/main" id="{105BF73B-8F79-07E3-A81C-5A99BF02566F}"/>
                </a:ext>
              </a:extLst>
            </p:cNvPr>
            <p:cNvSpPr/>
            <p:nvPr/>
          </p:nvSpPr>
          <p:spPr>
            <a:xfrm>
              <a:off x="1828005" y="797278"/>
              <a:ext cx="120481" cy="61879"/>
            </a:xfrm>
            <a:custGeom>
              <a:avLst/>
              <a:gdLst/>
              <a:ahLst/>
              <a:cxnLst/>
              <a:rect l="l" t="t" r="r" b="b"/>
              <a:pathLst>
                <a:path w="1213" h="623" extrusionOk="0">
                  <a:moveTo>
                    <a:pt x="1192" y="0"/>
                  </a:moveTo>
                  <a:cubicBezTo>
                    <a:pt x="1160" y="0"/>
                    <a:pt x="1127" y="16"/>
                    <a:pt x="1091" y="33"/>
                  </a:cubicBezTo>
                  <a:lnTo>
                    <a:pt x="1075" y="49"/>
                  </a:lnTo>
                  <a:cubicBezTo>
                    <a:pt x="974" y="101"/>
                    <a:pt x="857" y="166"/>
                    <a:pt x="772" y="218"/>
                  </a:cubicBezTo>
                  <a:lnTo>
                    <a:pt x="1075" y="65"/>
                  </a:lnTo>
                  <a:cubicBezTo>
                    <a:pt x="1091" y="49"/>
                    <a:pt x="1091" y="49"/>
                    <a:pt x="1111" y="49"/>
                  </a:cubicBezTo>
                  <a:cubicBezTo>
                    <a:pt x="1144" y="33"/>
                    <a:pt x="1160" y="16"/>
                    <a:pt x="1192" y="16"/>
                  </a:cubicBezTo>
                  <a:lnTo>
                    <a:pt x="1212" y="16"/>
                  </a:lnTo>
                  <a:lnTo>
                    <a:pt x="1192" y="0"/>
                  </a:lnTo>
                  <a:close/>
                  <a:moveTo>
                    <a:pt x="772" y="218"/>
                  </a:moveTo>
                  <a:lnTo>
                    <a:pt x="772" y="218"/>
                  </a:lnTo>
                  <a:cubicBezTo>
                    <a:pt x="687" y="251"/>
                    <a:pt x="623" y="283"/>
                    <a:pt x="554" y="319"/>
                  </a:cubicBezTo>
                  <a:cubicBezTo>
                    <a:pt x="469" y="368"/>
                    <a:pt x="384" y="420"/>
                    <a:pt x="283" y="469"/>
                  </a:cubicBezTo>
                  <a:cubicBezTo>
                    <a:pt x="384" y="437"/>
                    <a:pt x="469" y="384"/>
                    <a:pt x="570" y="336"/>
                  </a:cubicBezTo>
                  <a:cubicBezTo>
                    <a:pt x="639" y="303"/>
                    <a:pt x="707" y="267"/>
                    <a:pt x="772" y="218"/>
                  </a:cubicBezTo>
                  <a:close/>
                  <a:moveTo>
                    <a:pt x="283" y="469"/>
                  </a:moveTo>
                  <a:lnTo>
                    <a:pt x="283" y="469"/>
                  </a:lnTo>
                  <a:cubicBezTo>
                    <a:pt x="219" y="505"/>
                    <a:pt x="134" y="538"/>
                    <a:pt x="65" y="586"/>
                  </a:cubicBezTo>
                  <a:cubicBezTo>
                    <a:pt x="134" y="554"/>
                    <a:pt x="219" y="521"/>
                    <a:pt x="283" y="469"/>
                  </a:cubicBezTo>
                  <a:close/>
                  <a:moveTo>
                    <a:pt x="65" y="586"/>
                  </a:moveTo>
                  <a:cubicBezTo>
                    <a:pt x="49" y="586"/>
                    <a:pt x="33" y="606"/>
                    <a:pt x="17" y="606"/>
                  </a:cubicBezTo>
                  <a:lnTo>
                    <a:pt x="0" y="622"/>
                  </a:lnTo>
                  <a:lnTo>
                    <a:pt x="33" y="622"/>
                  </a:lnTo>
                  <a:lnTo>
                    <a:pt x="65" y="58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1434;p39">
              <a:extLst>
                <a:ext uri="{FF2B5EF4-FFF2-40B4-BE49-F238E27FC236}">
                  <a16:creationId xmlns:a16="http://schemas.microsoft.com/office/drawing/2014/main" id="{CE896E6D-43F9-8313-FA51-29896A4D332B}"/>
                </a:ext>
              </a:extLst>
            </p:cNvPr>
            <p:cNvSpPr/>
            <p:nvPr/>
          </p:nvSpPr>
          <p:spPr>
            <a:xfrm>
              <a:off x="2372902" y="456196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50" y="65"/>
                    <a:pt x="218" y="102"/>
                  </a:cubicBezTo>
                  <a:cubicBezTo>
                    <a:pt x="271" y="118"/>
                    <a:pt x="303" y="134"/>
                    <a:pt x="336" y="134"/>
                  </a:cubicBezTo>
                  <a:cubicBezTo>
                    <a:pt x="303" y="118"/>
                    <a:pt x="271" y="102"/>
                    <a:pt x="235" y="81"/>
                  </a:cubicBezTo>
                  <a:cubicBezTo>
                    <a:pt x="150" y="49"/>
                    <a:pt x="85" y="33"/>
                    <a:pt x="0" y="1"/>
                  </a:cubicBezTo>
                  <a:close/>
                  <a:moveTo>
                    <a:pt x="336" y="134"/>
                  </a:moveTo>
                  <a:cubicBezTo>
                    <a:pt x="388" y="150"/>
                    <a:pt x="437" y="166"/>
                    <a:pt x="489" y="202"/>
                  </a:cubicBezTo>
                  <a:cubicBezTo>
                    <a:pt x="554" y="219"/>
                    <a:pt x="622" y="251"/>
                    <a:pt x="707" y="267"/>
                  </a:cubicBezTo>
                  <a:cubicBezTo>
                    <a:pt x="639" y="235"/>
                    <a:pt x="554" y="219"/>
                    <a:pt x="489" y="182"/>
                  </a:cubicBezTo>
                  <a:cubicBezTo>
                    <a:pt x="437" y="166"/>
                    <a:pt x="388" y="150"/>
                    <a:pt x="336" y="134"/>
                  </a:cubicBezTo>
                  <a:close/>
                  <a:moveTo>
                    <a:pt x="707" y="267"/>
                  </a:moveTo>
                  <a:cubicBezTo>
                    <a:pt x="707" y="283"/>
                    <a:pt x="723" y="283"/>
                    <a:pt x="723" y="283"/>
                  </a:cubicBezTo>
                  <a:lnTo>
                    <a:pt x="740" y="283"/>
                  </a:lnTo>
                  <a:lnTo>
                    <a:pt x="740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1435;p39">
              <a:extLst>
                <a:ext uri="{FF2B5EF4-FFF2-40B4-BE49-F238E27FC236}">
                  <a16:creationId xmlns:a16="http://schemas.microsoft.com/office/drawing/2014/main" id="{2086C07A-FED5-0F17-679E-9DBC429C8E6B}"/>
                </a:ext>
              </a:extLst>
            </p:cNvPr>
            <p:cNvSpPr/>
            <p:nvPr/>
          </p:nvSpPr>
          <p:spPr>
            <a:xfrm>
              <a:off x="1936369" y="24827"/>
              <a:ext cx="6853" cy="197160"/>
            </a:xfrm>
            <a:custGeom>
              <a:avLst/>
              <a:gdLst/>
              <a:ahLst/>
              <a:cxnLst/>
              <a:rect l="l" t="t" r="r" b="b"/>
              <a:pathLst>
                <a:path w="69" h="1985" extrusionOk="0">
                  <a:moveTo>
                    <a:pt x="0" y="1"/>
                  </a:moveTo>
                  <a:lnTo>
                    <a:pt x="0" y="17"/>
                  </a:lnTo>
                  <a:cubicBezTo>
                    <a:pt x="20" y="33"/>
                    <a:pt x="20" y="65"/>
                    <a:pt x="20" y="102"/>
                  </a:cubicBezTo>
                  <a:lnTo>
                    <a:pt x="20" y="183"/>
                  </a:lnTo>
                  <a:lnTo>
                    <a:pt x="20" y="320"/>
                  </a:lnTo>
                  <a:lnTo>
                    <a:pt x="20" y="368"/>
                  </a:lnTo>
                  <a:lnTo>
                    <a:pt x="20" y="587"/>
                  </a:lnTo>
                  <a:cubicBezTo>
                    <a:pt x="20" y="688"/>
                    <a:pt x="20" y="825"/>
                    <a:pt x="36" y="942"/>
                  </a:cubicBezTo>
                  <a:lnTo>
                    <a:pt x="36" y="587"/>
                  </a:lnTo>
                  <a:lnTo>
                    <a:pt x="36" y="368"/>
                  </a:lnTo>
                  <a:lnTo>
                    <a:pt x="36" y="320"/>
                  </a:lnTo>
                  <a:lnTo>
                    <a:pt x="36" y="183"/>
                  </a:lnTo>
                  <a:lnTo>
                    <a:pt x="36" y="102"/>
                  </a:lnTo>
                  <a:cubicBezTo>
                    <a:pt x="36" y="65"/>
                    <a:pt x="36" y="33"/>
                    <a:pt x="20" y="17"/>
                  </a:cubicBezTo>
                  <a:lnTo>
                    <a:pt x="0" y="1"/>
                  </a:lnTo>
                  <a:close/>
                  <a:moveTo>
                    <a:pt x="36" y="942"/>
                  </a:moveTo>
                  <a:lnTo>
                    <a:pt x="36" y="1193"/>
                  </a:lnTo>
                  <a:lnTo>
                    <a:pt x="36" y="1431"/>
                  </a:lnTo>
                  <a:lnTo>
                    <a:pt x="36" y="1496"/>
                  </a:lnTo>
                  <a:cubicBezTo>
                    <a:pt x="36" y="1564"/>
                    <a:pt x="36" y="1617"/>
                    <a:pt x="53" y="1681"/>
                  </a:cubicBezTo>
                  <a:lnTo>
                    <a:pt x="53" y="1496"/>
                  </a:lnTo>
                  <a:lnTo>
                    <a:pt x="53" y="1431"/>
                  </a:lnTo>
                  <a:lnTo>
                    <a:pt x="53" y="1193"/>
                  </a:lnTo>
                  <a:cubicBezTo>
                    <a:pt x="53" y="1112"/>
                    <a:pt x="53" y="1027"/>
                    <a:pt x="36" y="942"/>
                  </a:cubicBezTo>
                  <a:close/>
                  <a:moveTo>
                    <a:pt x="53" y="1681"/>
                  </a:moveTo>
                  <a:lnTo>
                    <a:pt x="53" y="1681"/>
                  </a:lnTo>
                  <a:cubicBezTo>
                    <a:pt x="20" y="1718"/>
                    <a:pt x="36" y="1734"/>
                    <a:pt x="36" y="1766"/>
                  </a:cubicBezTo>
                  <a:cubicBezTo>
                    <a:pt x="53" y="1782"/>
                    <a:pt x="53" y="1782"/>
                    <a:pt x="53" y="1799"/>
                  </a:cubicBezTo>
                  <a:lnTo>
                    <a:pt x="53" y="1819"/>
                  </a:lnTo>
                  <a:lnTo>
                    <a:pt x="69" y="1799"/>
                  </a:lnTo>
                  <a:cubicBezTo>
                    <a:pt x="53" y="1782"/>
                    <a:pt x="53" y="1766"/>
                    <a:pt x="53" y="1766"/>
                  </a:cubicBezTo>
                  <a:cubicBezTo>
                    <a:pt x="53" y="1734"/>
                    <a:pt x="36" y="1718"/>
                    <a:pt x="53" y="1681"/>
                  </a:cubicBezTo>
                  <a:close/>
                  <a:moveTo>
                    <a:pt x="53" y="1819"/>
                  </a:moveTo>
                  <a:cubicBezTo>
                    <a:pt x="36" y="1851"/>
                    <a:pt x="36" y="1883"/>
                    <a:pt x="36" y="1920"/>
                  </a:cubicBezTo>
                  <a:cubicBezTo>
                    <a:pt x="36" y="1936"/>
                    <a:pt x="53" y="1952"/>
                    <a:pt x="53" y="1952"/>
                  </a:cubicBezTo>
                  <a:lnTo>
                    <a:pt x="53" y="1900"/>
                  </a:lnTo>
                  <a:cubicBezTo>
                    <a:pt x="53" y="1883"/>
                    <a:pt x="36" y="1851"/>
                    <a:pt x="53" y="1819"/>
                  </a:cubicBezTo>
                  <a:close/>
                  <a:moveTo>
                    <a:pt x="53" y="1968"/>
                  </a:moveTo>
                  <a:lnTo>
                    <a:pt x="53" y="1984"/>
                  </a:lnTo>
                  <a:lnTo>
                    <a:pt x="69" y="1968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1436;p39">
              <a:extLst>
                <a:ext uri="{FF2B5EF4-FFF2-40B4-BE49-F238E27FC236}">
                  <a16:creationId xmlns:a16="http://schemas.microsoft.com/office/drawing/2014/main" id="{C33BB713-3B53-5524-D143-F9AD499F3C78}"/>
                </a:ext>
              </a:extLst>
            </p:cNvPr>
            <p:cNvSpPr/>
            <p:nvPr/>
          </p:nvSpPr>
          <p:spPr>
            <a:xfrm>
              <a:off x="1663920" y="788835"/>
              <a:ext cx="282580" cy="153755"/>
            </a:xfrm>
            <a:custGeom>
              <a:avLst/>
              <a:gdLst/>
              <a:ahLst/>
              <a:cxnLst/>
              <a:rect l="l" t="t" r="r" b="b"/>
              <a:pathLst>
                <a:path w="2845" h="1548" extrusionOk="0">
                  <a:moveTo>
                    <a:pt x="2844" y="0"/>
                  </a:moveTo>
                  <a:cubicBezTo>
                    <a:pt x="2812" y="0"/>
                    <a:pt x="2779" y="17"/>
                    <a:pt x="2743" y="33"/>
                  </a:cubicBezTo>
                  <a:cubicBezTo>
                    <a:pt x="2727" y="49"/>
                    <a:pt x="2727" y="49"/>
                    <a:pt x="2711" y="49"/>
                  </a:cubicBezTo>
                  <a:cubicBezTo>
                    <a:pt x="2610" y="101"/>
                    <a:pt x="2525" y="150"/>
                    <a:pt x="2424" y="219"/>
                  </a:cubicBezTo>
                  <a:lnTo>
                    <a:pt x="2727" y="65"/>
                  </a:lnTo>
                  <a:cubicBezTo>
                    <a:pt x="2727" y="65"/>
                    <a:pt x="2743" y="49"/>
                    <a:pt x="2763" y="49"/>
                  </a:cubicBezTo>
                  <a:cubicBezTo>
                    <a:pt x="2779" y="33"/>
                    <a:pt x="2812" y="17"/>
                    <a:pt x="2844" y="17"/>
                  </a:cubicBezTo>
                  <a:lnTo>
                    <a:pt x="2844" y="0"/>
                  </a:lnTo>
                  <a:close/>
                  <a:moveTo>
                    <a:pt x="2424" y="219"/>
                  </a:moveTo>
                  <a:lnTo>
                    <a:pt x="2424" y="219"/>
                  </a:lnTo>
                  <a:cubicBezTo>
                    <a:pt x="2375" y="235"/>
                    <a:pt x="2323" y="267"/>
                    <a:pt x="2275" y="303"/>
                  </a:cubicBezTo>
                  <a:cubicBezTo>
                    <a:pt x="2323" y="287"/>
                    <a:pt x="2375" y="251"/>
                    <a:pt x="2424" y="219"/>
                  </a:cubicBezTo>
                  <a:close/>
                  <a:moveTo>
                    <a:pt x="2275" y="303"/>
                  </a:moveTo>
                  <a:cubicBezTo>
                    <a:pt x="2206" y="320"/>
                    <a:pt x="2157" y="352"/>
                    <a:pt x="2089" y="388"/>
                  </a:cubicBezTo>
                  <a:cubicBezTo>
                    <a:pt x="1955" y="453"/>
                    <a:pt x="1818" y="538"/>
                    <a:pt x="1685" y="606"/>
                  </a:cubicBezTo>
                  <a:lnTo>
                    <a:pt x="1669" y="623"/>
                  </a:lnTo>
                  <a:cubicBezTo>
                    <a:pt x="1652" y="623"/>
                    <a:pt x="1616" y="639"/>
                    <a:pt x="1600" y="671"/>
                  </a:cubicBezTo>
                  <a:lnTo>
                    <a:pt x="1568" y="671"/>
                  </a:lnTo>
                  <a:cubicBezTo>
                    <a:pt x="1531" y="691"/>
                    <a:pt x="1483" y="707"/>
                    <a:pt x="1450" y="740"/>
                  </a:cubicBezTo>
                  <a:cubicBezTo>
                    <a:pt x="1483" y="724"/>
                    <a:pt x="1531" y="707"/>
                    <a:pt x="1584" y="691"/>
                  </a:cubicBezTo>
                  <a:cubicBezTo>
                    <a:pt x="1600" y="691"/>
                    <a:pt x="1616" y="691"/>
                    <a:pt x="1616" y="671"/>
                  </a:cubicBezTo>
                  <a:cubicBezTo>
                    <a:pt x="1632" y="655"/>
                    <a:pt x="1652" y="639"/>
                    <a:pt x="1685" y="623"/>
                  </a:cubicBezTo>
                  <a:lnTo>
                    <a:pt x="1701" y="623"/>
                  </a:lnTo>
                  <a:cubicBezTo>
                    <a:pt x="1834" y="538"/>
                    <a:pt x="1972" y="469"/>
                    <a:pt x="2105" y="404"/>
                  </a:cubicBezTo>
                  <a:cubicBezTo>
                    <a:pt x="2157" y="368"/>
                    <a:pt x="2206" y="336"/>
                    <a:pt x="2275" y="303"/>
                  </a:cubicBezTo>
                  <a:close/>
                  <a:moveTo>
                    <a:pt x="1450" y="740"/>
                  </a:moveTo>
                  <a:cubicBezTo>
                    <a:pt x="1430" y="740"/>
                    <a:pt x="1414" y="756"/>
                    <a:pt x="1398" y="756"/>
                  </a:cubicBezTo>
                  <a:cubicBezTo>
                    <a:pt x="1164" y="893"/>
                    <a:pt x="909" y="1026"/>
                    <a:pt x="659" y="1160"/>
                  </a:cubicBezTo>
                  <a:cubicBezTo>
                    <a:pt x="622" y="1176"/>
                    <a:pt x="574" y="1212"/>
                    <a:pt x="521" y="1228"/>
                  </a:cubicBezTo>
                  <a:cubicBezTo>
                    <a:pt x="473" y="1245"/>
                    <a:pt x="440" y="1277"/>
                    <a:pt x="388" y="1297"/>
                  </a:cubicBezTo>
                  <a:cubicBezTo>
                    <a:pt x="372" y="1313"/>
                    <a:pt x="339" y="1329"/>
                    <a:pt x="319" y="1329"/>
                  </a:cubicBezTo>
                  <a:cubicBezTo>
                    <a:pt x="255" y="1378"/>
                    <a:pt x="186" y="1414"/>
                    <a:pt x="117" y="1447"/>
                  </a:cubicBezTo>
                  <a:cubicBezTo>
                    <a:pt x="101" y="1447"/>
                    <a:pt x="101" y="1447"/>
                    <a:pt x="85" y="1463"/>
                  </a:cubicBezTo>
                  <a:cubicBezTo>
                    <a:pt x="69" y="1463"/>
                    <a:pt x="37" y="1479"/>
                    <a:pt x="16" y="1515"/>
                  </a:cubicBezTo>
                  <a:cubicBezTo>
                    <a:pt x="37" y="1499"/>
                    <a:pt x="69" y="1479"/>
                    <a:pt x="101" y="1463"/>
                  </a:cubicBezTo>
                  <a:lnTo>
                    <a:pt x="117" y="1463"/>
                  </a:lnTo>
                  <a:cubicBezTo>
                    <a:pt x="186" y="1430"/>
                    <a:pt x="255" y="1378"/>
                    <a:pt x="319" y="1346"/>
                  </a:cubicBezTo>
                  <a:cubicBezTo>
                    <a:pt x="356" y="1329"/>
                    <a:pt x="372" y="1329"/>
                    <a:pt x="404" y="1313"/>
                  </a:cubicBezTo>
                  <a:cubicBezTo>
                    <a:pt x="440" y="1277"/>
                    <a:pt x="489" y="1261"/>
                    <a:pt x="521" y="1245"/>
                  </a:cubicBezTo>
                  <a:cubicBezTo>
                    <a:pt x="574" y="1212"/>
                    <a:pt x="622" y="1196"/>
                    <a:pt x="675" y="1160"/>
                  </a:cubicBezTo>
                  <a:cubicBezTo>
                    <a:pt x="925" y="1026"/>
                    <a:pt x="1164" y="893"/>
                    <a:pt x="1414" y="772"/>
                  </a:cubicBezTo>
                  <a:lnTo>
                    <a:pt x="1450" y="740"/>
                  </a:lnTo>
                  <a:close/>
                  <a:moveTo>
                    <a:pt x="16" y="1515"/>
                  </a:moveTo>
                  <a:cubicBezTo>
                    <a:pt x="0" y="1515"/>
                    <a:pt x="0" y="1515"/>
                    <a:pt x="0" y="1531"/>
                  </a:cubicBezTo>
                  <a:lnTo>
                    <a:pt x="0" y="1548"/>
                  </a:lnTo>
                  <a:lnTo>
                    <a:pt x="16" y="1531"/>
                  </a:lnTo>
                  <a:lnTo>
                    <a:pt x="16" y="151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1437;p39">
              <a:extLst>
                <a:ext uri="{FF2B5EF4-FFF2-40B4-BE49-F238E27FC236}">
                  <a16:creationId xmlns:a16="http://schemas.microsoft.com/office/drawing/2014/main" id="{7A03F359-45A7-1D50-90EB-F49471F9594E}"/>
                </a:ext>
              </a:extLst>
            </p:cNvPr>
            <p:cNvSpPr/>
            <p:nvPr/>
          </p:nvSpPr>
          <p:spPr>
            <a:xfrm>
              <a:off x="2476399" y="502779"/>
              <a:ext cx="73898" cy="28506"/>
            </a:xfrm>
            <a:custGeom>
              <a:avLst/>
              <a:gdLst/>
              <a:ahLst/>
              <a:cxnLst/>
              <a:rect l="l" t="t" r="r" b="b"/>
              <a:pathLst>
                <a:path w="744" h="287" extrusionOk="0">
                  <a:moveTo>
                    <a:pt x="0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0" y="0"/>
                  </a:lnTo>
                  <a:close/>
                  <a:moveTo>
                    <a:pt x="17" y="16"/>
                  </a:moveTo>
                  <a:lnTo>
                    <a:pt x="37" y="36"/>
                  </a:lnTo>
                  <a:cubicBezTo>
                    <a:pt x="154" y="69"/>
                    <a:pt x="271" y="117"/>
                    <a:pt x="388" y="170"/>
                  </a:cubicBezTo>
                  <a:cubicBezTo>
                    <a:pt x="421" y="186"/>
                    <a:pt x="457" y="186"/>
                    <a:pt x="489" y="202"/>
                  </a:cubicBezTo>
                  <a:cubicBezTo>
                    <a:pt x="522" y="218"/>
                    <a:pt x="574" y="238"/>
                    <a:pt x="606" y="255"/>
                  </a:cubicBezTo>
                  <a:cubicBezTo>
                    <a:pt x="643" y="255"/>
                    <a:pt x="675" y="271"/>
                    <a:pt x="691" y="287"/>
                  </a:cubicBezTo>
                  <a:lnTo>
                    <a:pt x="744" y="287"/>
                  </a:lnTo>
                  <a:cubicBezTo>
                    <a:pt x="724" y="271"/>
                    <a:pt x="707" y="271"/>
                    <a:pt x="691" y="271"/>
                  </a:cubicBezTo>
                  <a:cubicBezTo>
                    <a:pt x="675" y="255"/>
                    <a:pt x="643" y="255"/>
                    <a:pt x="623" y="238"/>
                  </a:cubicBezTo>
                  <a:cubicBezTo>
                    <a:pt x="574" y="218"/>
                    <a:pt x="542" y="202"/>
                    <a:pt x="489" y="186"/>
                  </a:cubicBezTo>
                  <a:cubicBezTo>
                    <a:pt x="457" y="186"/>
                    <a:pt x="441" y="170"/>
                    <a:pt x="404" y="154"/>
                  </a:cubicBezTo>
                  <a:cubicBezTo>
                    <a:pt x="271" y="101"/>
                    <a:pt x="154" y="69"/>
                    <a:pt x="37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1438;p39">
              <a:extLst>
                <a:ext uri="{FF2B5EF4-FFF2-40B4-BE49-F238E27FC236}">
                  <a16:creationId xmlns:a16="http://schemas.microsoft.com/office/drawing/2014/main" id="{11F5D787-66B3-C909-69F2-073D0463684E}"/>
                </a:ext>
              </a:extLst>
            </p:cNvPr>
            <p:cNvSpPr/>
            <p:nvPr/>
          </p:nvSpPr>
          <p:spPr>
            <a:xfrm>
              <a:off x="2299501" y="618294"/>
              <a:ext cx="75090" cy="24931"/>
            </a:xfrm>
            <a:custGeom>
              <a:avLst/>
              <a:gdLst/>
              <a:ahLst/>
              <a:cxnLst/>
              <a:rect l="l" t="t" r="r" b="b"/>
              <a:pathLst>
                <a:path w="756" h="251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cubicBezTo>
                    <a:pt x="182" y="65"/>
                    <a:pt x="267" y="102"/>
                    <a:pt x="351" y="118"/>
                  </a:cubicBezTo>
                  <a:cubicBezTo>
                    <a:pt x="267" y="85"/>
                    <a:pt x="202" y="65"/>
                    <a:pt x="117" y="33"/>
                  </a:cubicBezTo>
                  <a:lnTo>
                    <a:pt x="16" y="1"/>
                  </a:lnTo>
                  <a:close/>
                  <a:moveTo>
                    <a:pt x="351" y="118"/>
                  </a:moveTo>
                  <a:cubicBezTo>
                    <a:pt x="452" y="150"/>
                    <a:pt x="553" y="203"/>
                    <a:pt x="654" y="235"/>
                  </a:cubicBezTo>
                  <a:lnTo>
                    <a:pt x="739" y="251"/>
                  </a:lnTo>
                  <a:lnTo>
                    <a:pt x="755" y="251"/>
                  </a:lnTo>
                  <a:lnTo>
                    <a:pt x="739" y="235"/>
                  </a:lnTo>
                  <a:lnTo>
                    <a:pt x="671" y="219"/>
                  </a:lnTo>
                  <a:cubicBezTo>
                    <a:pt x="570" y="186"/>
                    <a:pt x="469" y="150"/>
                    <a:pt x="351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1439;p39">
              <a:extLst>
                <a:ext uri="{FF2B5EF4-FFF2-40B4-BE49-F238E27FC236}">
                  <a16:creationId xmlns:a16="http://schemas.microsoft.com/office/drawing/2014/main" id="{70431C16-362B-C683-ED9D-5F89B739301E}"/>
                </a:ext>
              </a:extLst>
            </p:cNvPr>
            <p:cNvSpPr/>
            <p:nvPr/>
          </p:nvSpPr>
          <p:spPr>
            <a:xfrm>
              <a:off x="1759372" y="469406"/>
              <a:ext cx="183851" cy="133791"/>
            </a:xfrm>
            <a:custGeom>
              <a:avLst/>
              <a:gdLst/>
              <a:ahLst/>
              <a:cxnLst/>
              <a:rect l="l" t="t" r="r" b="b"/>
              <a:pathLst>
                <a:path w="1851" h="1347" extrusionOk="0">
                  <a:moveTo>
                    <a:pt x="1851" y="1"/>
                  </a:moveTo>
                  <a:cubicBezTo>
                    <a:pt x="1835" y="1"/>
                    <a:pt x="1818" y="1"/>
                    <a:pt x="1782" y="17"/>
                  </a:cubicBezTo>
                  <a:cubicBezTo>
                    <a:pt x="1750" y="49"/>
                    <a:pt x="1701" y="102"/>
                    <a:pt x="1649" y="134"/>
                  </a:cubicBezTo>
                  <a:cubicBezTo>
                    <a:pt x="1701" y="102"/>
                    <a:pt x="1750" y="69"/>
                    <a:pt x="1802" y="33"/>
                  </a:cubicBezTo>
                  <a:cubicBezTo>
                    <a:pt x="1818" y="17"/>
                    <a:pt x="1835" y="17"/>
                    <a:pt x="1851" y="17"/>
                  </a:cubicBezTo>
                  <a:lnTo>
                    <a:pt x="1851" y="1"/>
                  </a:lnTo>
                  <a:close/>
                  <a:moveTo>
                    <a:pt x="1649" y="134"/>
                  </a:moveTo>
                  <a:cubicBezTo>
                    <a:pt x="1580" y="187"/>
                    <a:pt x="1515" y="219"/>
                    <a:pt x="1447" y="271"/>
                  </a:cubicBezTo>
                  <a:cubicBezTo>
                    <a:pt x="1398" y="320"/>
                    <a:pt x="1330" y="352"/>
                    <a:pt x="1277" y="405"/>
                  </a:cubicBezTo>
                  <a:cubicBezTo>
                    <a:pt x="1346" y="372"/>
                    <a:pt x="1398" y="320"/>
                    <a:pt x="1463" y="288"/>
                  </a:cubicBezTo>
                  <a:cubicBezTo>
                    <a:pt x="1532" y="235"/>
                    <a:pt x="1580" y="187"/>
                    <a:pt x="1649" y="134"/>
                  </a:cubicBezTo>
                  <a:close/>
                  <a:moveTo>
                    <a:pt x="1277" y="405"/>
                  </a:moveTo>
                  <a:lnTo>
                    <a:pt x="570" y="926"/>
                  </a:lnTo>
                  <a:cubicBezTo>
                    <a:pt x="437" y="1027"/>
                    <a:pt x="304" y="1112"/>
                    <a:pt x="166" y="1213"/>
                  </a:cubicBezTo>
                  <a:cubicBezTo>
                    <a:pt x="150" y="1229"/>
                    <a:pt x="134" y="1245"/>
                    <a:pt x="102" y="1261"/>
                  </a:cubicBezTo>
                  <a:lnTo>
                    <a:pt x="33" y="1330"/>
                  </a:lnTo>
                  <a:cubicBezTo>
                    <a:pt x="65" y="1314"/>
                    <a:pt x="85" y="1298"/>
                    <a:pt x="118" y="1281"/>
                  </a:cubicBezTo>
                  <a:cubicBezTo>
                    <a:pt x="134" y="1261"/>
                    <a:pt x="150" y="1245"/>
                    <a:pt x="186" y="1229"/>
                  </a:cubicBezTo>
                  <a:cubicBezTo>
                    <a:pt x="320" y="1128"/>
                    <a:pt x="453" y="1027"/>
                    <a:pt x="590" y="926"/>
                  </a:cubicBezTo>
                  <a:lnTo>
                    <a:pt x="1277" y="405"/>
                  </a:lnTo>
                  <a:close/>
                  <a:moveTo>
                    <a:pt x="33" y="1330"/>
                  </a:moveTo>
                  <a:cubicBezTo>
                    <a:pt x="17" y="1330"/>
                    <a:pt x="1" y="1346"/>
                    <a:pt x="1" y="1346"/>
                  </a:cubicBezTo>
                  <a:cubicBezTo>
                    <a:pt x="17" y="1346"/>
                    <a:pt x="17" y="1346"/>
                    <a:pt x="33" y="1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1440;p39">
              <a:extLst>
                <a:ext uri="{FF2B5EF4-FFF2-40B4-BE49-F238E27FC236}">
                  <a16:creationId xmlns:a16="http://schemas.microsoft.com/office/drawing/2014/main" id="{DD32FDAA-590D-9588-A285-365BBE819433}"/>
                </a:ext>
              </a:extLst>
            </p:cNvPr>
            <p:cNvSpPr/>
            <p:nvPr/>
          </p:nvSpPr>
          <p:spPr>
            <a:xfrm>
              <a:off x="2483252" y="870679"/>
              <a:ext cx="255663" cy="71911"/>
            </a:xfrm>
            <a:custGeom>
              <a:avLst/>
              <a:gdLst/>
              <a:ahLst/>
              <a:cxnLst/>
              <a:rect l="l" t="t" r="r" b="b"/>
              <a:pathLst>
                <a:path w="2574" h="724" extrusionOk="0">
                  <a:moveTo>
                    <a:pt x="0" y="0"/>
                  </a:moveTo>
                  <a:cubicBezTo>
                    <a:pt x="16" y="17"/>
                    <a:pt x="49" y="33"/>
                    <a:pt x="69" y="33"/>
                  </a:cubicBezTo>
                  <a:cubicBezTo>
                    <a:pt x="101" y="33"/>
                    <a:pt x="117" y="49"/>
                    <a:pt x="133" y="49"/>
                  </a:cubicBezTo>
                  <a:cubicBezTo>
                    <a:pt x="150" y="69"/>
                    <a:pt x="170" y="69"/>
                    <a:pt x="202" y="69"/>
                  </a:cubicBezTo>
                  <a:cubicBezTo>
                    <a:pt x="287" y="101"/>
                    <a:pt x="388" y="118"/>
                    <a:pt x="489" y="150"/>
                  </a:cubicBezTo>
                  <a:cubicBezTo>
                    <a:pt x="537" y="170"/>
                    <a:pt x="590" y="186"/>
                    <a:pt x="638" y="186"/>
                  </a:cubicBezTo>
                  <a:cubicBezTo>
                    <a:pt x="590" y="170"/>
                    <a:pt x="537" y="150"/>
                    <a:pt x="489" y="134"/>
                  </a:cubicBezTo>
                  <a:cubicBezTo>
                    <a:pt x="404" y="118"/>
                    <a:pt x="303" y="85"/>
                    <a:pt x="202" y="49"/>
                  </a:cubicBezTo>
                  <a:cubicBezTo>
                    <a:pt x="186" y="49"/>
                    <a:pt x="170" y="49"/>
                    <a:pt x="150" y="33"/>
                  </a:cubicBezTo>
                  <a:cubicBezTo>
                    <a:pt x="117" y="33"/>
                    <a:pt x="101" y="33"/>
                    <a:pt x="69" y="17"/>
                  </a:cubicBezTo>
                  <a:cubicBezTo>
                    <a:pt x="49" y="17"/>
                    <a:pt x="32" y="17"/>
                    <a:pt x="16" y="0"/>
                  </a:cubicBezTo>
                  <a:close/>
                  <a:moveTo>
                    <a:pt x="638" y="186"/>
                  </a:moveTo>
                  <a:cubicBezTo>
                    <a:pt x="675" y="202"/>
                    <a:pt x="707" y="219"/>
                    <a:pt x="756" y="219"/>
                  </a:cubicBezTo>
                  <a:cubicBezTo>
                    <a:pt x="723" y="202"/>
                    <a:pt x="675" y="186"/>
                    <a:pt x="638" y="186"/>
                  </a:cubicBezTo>
                  <a:close/>
                  <a:moveTo>
                    <a:pt x="756" y="219"/>
                  </a:moveTo>
                  <a:cubicBezTo>
                    <a:pt x="792" y="235"/>
                    <a:pt x="808" y="235"/>
                    <a:pt x="840" y="251"/>
                  </a:cubicBezTo>
                  <a:cubicBezTo>
                    <a:pt x="925" y="271"/>
                    <a:pt x="1026" y="303"/>
                    <a:pt x="1111" y="320"/>
                  </a:cubicBezTo>
                  <a:cubicBezTo>
                    <a:pt x="1026" y="287"/>
                    <a:pt x="941" y="271"/>
                    <a:pt x="840" y="235"/>
                  </a:cubicBezTo>
                  <a:cubicBezTo>
                    <a:pt x="824" y="235"/>
                    <a:pt x="792" y="219"/>
                    <a:pt x="756" y="219"/>
                  </a:cubicBezTo>
                  <a:close/>
                  <a:moveTo>
                    <a:pt x="1111" y="320"/>
                  </a:moveTo>
                  <a:cubicBezTo>
                    <a:pt x="1180" y="336"/>
                    <a:pt x="1228" y="352"/>
                    <a:pt x="1297" y="372"/>
                  </a:cubicBezTo>
                  <a:cubicBezTo>
                    <a:pt x="1244" y="352"/>
                    <a:pt x="1180" y="320"/>
                    <a:pt x="1111" y="320"/>
                  </a:cubicBezTo>
                  <a:close/>
                  <a:moveTo>
                    <a:pt x="1297" y="372"/>
                  </a:moveTo>
                  <a:cubicBezTo>
                    <a:pt x="1329" y="388"/>
                    <a:pt x="1382" y="404"/>
                    <a:pt x="1414" y="404"/>
                  </a:cubicBezTo>
                  <a:cubicBezTo>
                    <a:pt x="1382" y="388"/>
                    <a:pt x="1345" y="372"/>
                    <a:pt x="1297" y="372"/>
                  </a:cubicBezTo>
                  <a:close/>
                  <a:moveTo>
                    <a:pt x="1414" y="404"/>
                  </a:moveTo>
                  <a:cubicBezTo>
                    <a:pt x="1463" y="421"/>
                    <a:pt x="1499" y="437"/>
                    <a:pt x="1531" y="437"/>
                  </a:cubicBezTo>
                  <a:cubicBezTo>
                    <a:pt x="1499" y="421"/>
                    <a:pt x="1463" y="404"/>
                    <a:pt x="1414" y="404"/>
                  </a:cubicBezTo>
                  <a:close/>
                  <a:moveTo>
                    <a:pt x="1531" y="437"/>
                  </a:moveTo>
                  <a:lnTo>
                    <a:pt x="1531" y="437"/>
                  </a:lnTo>
                  <a:cubicBezTo>
                    <a:pt x="1600" y="453"/>
                    <a:pt x="1648" y="473"/>
                    <a:pt x="1717" y="489"/>
                  </a:cubicBezTo>
                  <a:cubicBezTo>
                    <a:pt x="1818" y="522"/>
                    <a:pt x="1919" y="538"/>
                    <a:pt x="2020" y="574"/>
                  </a:cubicBezTo>
                  <a:cubicBezTo>
                    <a:pt x="2121" y="606"/>
                    <a:pt x="2222" y="639"/>
                    <a:pt x="2339" y="655"/>
                  </a:cubicBezTo>
                  <a:cubicBezTo>
                    <a:pt x="2355" y="655"/>
                    <a:pt x="2371" y="675"/>
                    <a:pt x="2392" y="675"/>
                  </a:cubicBezTo>
                  <a:cubicBezTo>
                    <a:pt x="2424" y="691"/>
                    <a:pt x="2472" y="691"/>
                    <a:pt x="2509" y="707"/>
                  </a:cubicBezTo>
                  <a:lnTo>
                    <a:pt x="2525" y="707"/>
                  </a:lnTo>
                  <a:cubicBezTo>
                    <a:pt x="2541" y="707"/>
                    <a:pt x="2557" y="724"/>
                    <a:pt x="2573" y="724"/>
                  </a:cubicBezTo>
                  <a:lnTo>
                    <a:pt x="2573" y="707"/>
                  </a:lnTo>
                  <a:cubicBezTo>
                    <a:pt x="2557" y="707"/>
                    <a:pt x="2541" y="707"/>
                    <a:pt x="2541" y="691"/>
                  </a:cubicBezTo>
                  <a:lnTo>
                    <a:pt x="2509" y="691"/>
                  </a:lnTo>
                  <a:cubicBezTo>
                    <a:pt x="2472" y="691"/>
                    <a:pt x="2440" y="675"/>
                    <a:pt x="2392" y="655"/>
                  </a:cubicBezTo>
                  <a:cubicBezTo>
                    <a:pt x="2371" y="655"/>
                    <a:pt x="2355" y="655"/>
                    <a:pt x="2339" y="639"/>
                  </a:cubicBezTo>
                  <a:cubicBezTo>
                    <a:pt x="2222" y="623"/>
                    <a:pt x="2121" y="590"/>
                    <a:pt x="2020" y="554"/>
                  </a:cubicBezTo>
                  <a:cubicBezTo>
                    <a:pt x="1919" y="538"/>
                    <a:pt x="1818" y="505"/>
                    <a:pt x="1717" y="473"/>
                  </a:cubicBezTo>
                  <a:cubicBezTo>
                    <a:pt x="1665" y="473"/>
                    <a:pt x="1600" y="453"/>
                    <a:pt x="1531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1441;p39">
              <a:extLst>
                <a:ext uri="{FF2B5EF4-FFF2-40B4-BE49-F238E27FC236}">
                  <a16:creationId xmlns:a16="http://schemas.microsoft.com/office/drawing/2014/main" id="{7A4249D3-81CF-358C-E430-26FFB8640C42}"/>
                </a:ext>
              </a:extLst>
            </p:cNvPr>
            <p:cNvSpPr/>
            <p:nvPr/>
          </p:nvSpPr>
          <p:spPr>
            <a:xfrm>
              <a:off x="2239310" y="905542"/>
              <a:ext cx="73501" cy="22249"/>
            </a:xfrm>
            <a:custGeom>
              <a:avLst/>
              <a:gdLst/>
              <a:ahLst/>
              <a:cxnLst/>
              <a:rect l="l" t="t" r="r" b="b"/>
              <a:pathLst>
                <a:path w="740" h="224" extrusionOk="0">
                  <a:moveTo>
                    <a:pt x="0" y="1"/>
                  </a:moveTo>
                  <a:lnTo>
                    <a:pt x="16" y="21"/>
                  </a:lnTo>
                  <a:cubicBezTo>
                    <a:pt x="49" y="21"/>
                    <a:pt x="81" y="37"/>
                    <a:pt x="117" y="37"/>
                  </a:cubicBezTo>
                  <a:cubicBezTo>
                    <a:pt x="81" y="21"/>
                    <a:pt x="49" y="21"/>
                    <a:pt x="16" y="1"/>
                  </a:cubicBezTo>
                  <a:close/>
                  <a:moveTo>
                    <a:pt x="118" y="38"/>
                  </a:moveTo>
                  <a:cubicBezTo>
                    <a:pt x="166" y="54"/>
                    <a:pt x="218" y="70"/>
                    <a:pt x="267" y="86"/>
                  </a:cubicBezTo>
                  <a:cubicBezTo>
                    <a:pt x="384" y="122"/>
                    <a:pt x="485" y="154"/>
                    <a:pt x="606" y="187"/>
                  </a:cubicBezTo>
                  <a:lnTo>
                    <a:pt x="723" y="223"/>
                  </a:lnTo>
                  <a:lnTo>
                    <a:pt x="739" y="203"/>
                  </a:lnTo>
                  <a:lnTo>
                    <a:pt x="723" y="203"/>
                  </a:lnTo>
                  <a:lnTo>
                    <a:pt x="606" y="171"/>
                  </a:lnTo>
                  <a:cubicBezTo>
                    <a:pt x="485" y="138"/>
                    <a:pt x="384" y="102"/>
                    <a:pt x="283" y="70"/>
                  </a:cubicBezTo>
                  <a:cubicBezTo>
                    <a:pt x="218" y="70"/>
                    <a:pt x="166" y="54"/>
                    <a:pt x="118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1442;p39">
              <a:extLst>
                <a:ext uri="{FF2B5EF4-FFF2-40B4-BE49-F238E27FC236}">
                  <a16:creationId xmlns:a16="http://schemas.microsoft.com/office/drawing/2014/main" id="{DE1C9AA9-50FD-2478-583C-24A3D291B17E}"/>
                </a:ext>
              </a:extLst>
            </p:cNvPr>
            <p:cNvSpPr/>
            <p:nvPr/>
          </p:nvSpPr>
          <p:spPr>
            <a:xfrm>
              <a:off x="2207129" y="877532"/>
              <a:ext cx="112436" cy="103596"/>
            </a:xfrm>
            <a:custGeom>
              <a:avLst/>
              <a:gdLst/>
              <a:ahLst/>
              <a:cxnLst/>
              <a:rect l="l" t="t" r="r" b="b"/>
              <a:pathLst>
                <a:path w="1132" h="1043" extrusionOk="0">
                  <a:moveTo>
                    <a:pt x="21" y="0"/>
                  </a:moveTo>
                  <a:cubicBezTo>
                    <a:pt x="1" y="16"/>
                    <a:pt x="1" y="32"/>
                    <a:pt x="1" y="49"/>
                  </a:cubicBezTo>
                  <a:lnTo>
                    <a:pt x="1" y="117"/>
                  </a:lnTo>
                  <a:lnTo>
                    <a:pt x="1" y="150"/>
                  </a:lnTo>
                  <a:lnTo>
                    <a:pt x="1" y="283"/>
                  </a:lnTo>
                  <a:lnTo>
                    <a:pt x="1" y="368"/>
                  </a:lnTo>
                  <a:lnTo>
                    <a:pt x="1" y="453"/>
                  </a:lnTo>
                  <a:lnTo>
                    <a:pt x="1" y="554"/>
                  </a:lnTo>
                  <a:lnTo>
                    <a:pt x="1" y="638"/>
                  </a:lnTo>
                  <a:cubicBezTo>
                    <a:pt x="21" y="671"/>
                    <a:pt x="21" y="707"/>
                    <a:pt x="1" y="739"/>
                  </a:cubicBezTo>
                  <a:lnTo>
                    <a:pt x="1" y="808"/>
                  </a:lnTo>
                  <a:lnTo>
                    <a:pt x="1" y="857"/>
                  </a:lnTo>
                  <a:lnTo>
                    <a:pt x="1" y="909"/>
                  </a:lnTo>
                  <a:lnTo>
                    <a:pt x="1" y="974"/>
                  </a:lnTo>
                  <a:lnTo>
                    <a:pt x="1" y="1010"/>
                  </a:lnTo>
                  <a:lnTo>
                    <a:pt x="1" y="1026"/>
                  </a:lnTo>
                  <a:lnTo>
                    <a:pt x="21" y="1042"/>
                  </a:lnTo>
                  <a:lnTo>
                    <a:pt x="21" y="1026"/>
                  </a:lnTo>
                  <a:lnTo>
                    <a:pt x="21" y="1010"/>
                  </a:lnTo>
                  <a:lnTo>
                    <a:pt x="21" y="974"/>
                  </a:lnTo>
                  <a:lnTo>
                    <a:pt x="21" y="909"/>
                  </a:lnTo>
                  <a:lnTo>
                    <a:pt x="21" y="857"/>
                  </a:lnTo>
                  <a:lnTo>
                    <a:pt x="21" y="808"/>
                  </a:lnTo>
                  <a:lnTo>
                    <a:pt x="21" y="739"/>
                  </a:lnTo>
                  <a:lnTo>
                    <a:pt x="21" y="638"/>
                  </a:lnTo>
                  <a:lnTo>
                    <a:pt x="21" y="554"/>
                  </a:lnTo>
                  <a:lnTo>
                    <a:pt x="21" y="453"/>
                  </a:lnTo>
                  <a:lnTo>
                    <a:pt x="21" y="368"/>
                  </a:lnTo>
                  <a:lnTo>
                    <a:pt x="21" y="283"/>
                  </a:lnTo>
                  <a:lnTo>
                    <a:pt x="21" y="150"/>
                  </a:lnTo>
                  <a:lnTo>
                    <a:pt x="21" y="117"/>
                  </a:lnTo>
                  <a:lnTo>
                    <a:pt x="21" y="49"/>
                  </a:lnTo>
                  <a:cubicBezTo>
                    <a:pt x="21" y="32"/>
                    <a:pt x="21" y="16"/>
                    <a:pt x="37" y="16"/>
                  </a:cubicBezTo>
                  <a:lnTo>
                    <a:pt x="53" y="16"/>
                  </a:lnTo>
                  <a:cubicBezTo>
                    <a:pt x="70" y="16"/>
                    <a:pt x="102" y="16"/>
                    <a:pt x="122" y="32"/>
                  </a:cubicBezTo>
                  <a:lnTo>
                    <a:pt x="138" y="32"/>
                  </a:lnTo>
                  <a:lnTo>
                    <a:pt x="272" y="65"/>
                  </a:lnTo>
                  <a:cubicBezTo>
                    <a:pt x="373" y="101"/>
                    <a:pt x="457" y="117"/>
                    <a:pt x="558" y="150"/>
                  </a:cubicBezTo>
                  <a:cubicBezTo>
                    <a:pt x="627" y="166"/>
                    <a:pt x="708" y="182"/>
                    <a:pt x="776" y="202"/>
                  </a:cubicBezTo>
                  <a:cubicBezTo>
                    <a:pt x="877" y="234"/>
                    <a:pt x="962" y="251"/>
                    <a:pt x="1063" y="283"/>
                  </a:cubicBezTo>
                  <a:cubicBezTo>
                    <a:pt x="1079" y="283"/>
                    <a:pt x="1096" y="283"/>
                    <a:pt x="1096" y="319"/>
                  </a:cubicBezTo>
                  <a:lnTo>
                    <a:pt x="1096" y="352"/>
                  </a:lnTo>
                  <a:lnTo>
                    <a:pt x="1096" y="404"/>
                  </a:lnTo>
                  <a:lnTo>
                    <a:pt x="1096" y="505"/>
                  </a:lnTo>
                  <a:cubicBezTo>
                    <a:pt x="1096" y="537"/>
                    <a:pt x="1096" y="570"/>
                    <a:pt x="1112" y="606"/>
                  </a:cubicBezTo>
                  <a:lnTo>
                    <a:pt x="1112" y="505"/>
                  </a:lnTo>
                  <a:lnTo>
                    <a:pt x="1112" y="404"/>
                  </a:lnTo>
                  <a:lnTo>
                    <a:pt x="1112" y="352"/>
                  </a:lnTo>
                  <a:lnTo>
                    <a:pt x="1112" y="319"/>
                  </a:lnTo>
                  <a:cubicBezTo>
                    <a:pt x="1112" y="283"/>
                    <a:pt x="1079" y="267"/>
                    <a:pt x="1063" y="267"/>
                  </a:cubicBezTo>
                  <a:cubicBezTo>
                    <a:pt x="962" y="234"/>
                    <a:pt x="877" y="218"/>
                    <a:pt x="776" y="182"/>
                  </a:cubicBezTo>
                  <a:cubicBezTo>
                    <a:pt x="708" y="166"/>
                    <a:pt x="643" y="150"/>
                    <a:pt x="558" y="133"/>
                  </a:cubicBezTo>
                  <a:cubicBezTo>
                    <a:pt x="474" y="117"/>
                    <a:pt x="373" y="81"/>
                    <a:pt x="272" y="49"/>
                  </a:cubicBezTo>
                  <a:lnTo>
                    <a:pt x="138" y="16"/>
                  </a:lnTo>
                  <a:lnTo>
                    <a:pt x="122" y="16"/>
                  </a:lnTo>
                  <a:cubicBezTo>
                    <a:pt x="102" y="16"/>
                    <a:pt x="86" y="0"/>
                    <a:pt x="70" y="0"/>
                  </a:cubicBezTo>
                  <a:close/>
                  <a:moveTo>
                    <a:pt x="1112" y="756"/>
                  </a:moveTo>
                  <a:lnTo>
                    <a:pt x="1112" y="925"/>
                  </a:lnTo>
                  <a:lnTo>
                    <a:pt x="1112" y="990"/>
                  </a:lnTo>
                  <a:lnTo>
                    <a:pt x="1112" y="1026"/>
                  </a:lnTo>
                  <a:lnTo>
                    <a:pt x="1132" y="1042"/>
                  </a:lnTo>
                  <a:lnTo>
                    <a:pt x="1132" y="1026"/>
                  </a:lnTo>
                  <a:lnTo>
                    <a:pt x="1132" y="990"/>
                  </a:lnTo>
                  <a:lnTo>
                    <a:pt x="1132" y="925"/>
                  </a:lnTo>
                  <a:cubicBezTo>
                    <a:pt x="1112" y="873"/>
                    <a:pt x="1112" y="808"/>
                    <a:pt x="1112" y="7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1443;p39">
              <a:extLst>
                <a:ext uri="{FF2B5EF4-FFF2-40B4-BE49-F238E27FC236}">
                  <a16:creationId xmlns:a16="http://schemas.microsoft.com/office/drawing/2014/main" id="{05AD688F-590C-3033-6517-DC6BD5B49308}"/>
                </a:ext>
              </a:extLst>
            </p:cNvPr>
            <p:cNvSpPr/>
            <p:nvPr/>
          </p:nvSpPr>
          <p:spPr>
            <a:xfrm>
              <a:off x="1299596" y="656832"/>
              <a:ext cx="195472" cy="250895"/>
            </a:xfrm>
            <a:custGeom>
              <a:avLst/>
              <a:gdLst/>
              <a:ahLst/>
              <a:cxnLst/>
              <a:rect l="l" t="t" r="r" b="b"/>
              <a:pathLst>
                <a:path w="1968" h="2526" extrusionOk="0">
                  <a:moveTo>
                    <a:pt x="1967" y="0"/>
                  </a:moveTo>
                  <a:cubicBezTo>
                    <a:pt x="1935" y="0"/>
                    <a:pt x="1919" y="17"/>
                    <a:pt x="1903" y="17"/>
                  </a:cubicBezTo>
                  <a:lnTo>
                    <a:pt x="1244" y="521"/>
                  </a:lnTo>
                  <a:cubicBezTo>
                    <a:pt x="1127" y="622"/>
                    <a:pt x="994" y="707"/>
                    <a:pt x="877" y="788"/>
                  </a:cubicBezTo>
                  <a:lnTo>
                    <a:pt x="776" y="873"/>
                  </a:lnTo>
                  <a:cubicBezTo>
                    <a:pt x="574" y="1026"/>
                    <a:pt x="372" y="1176"/>
                    <a:pt x="186" y="1329"/>
                  </a:cubicBezTo>
                  <a:cubicBezTo>
                    <a:pt x="388" y="1176"/>
                    <a:pt x="590" y="1043"/>
                    <a:pt x="776" y="889"/>
                  </a:cubicBezTo>
                  <a:lnTo>
                    <a:pt x="893" y="808"/>
                  </a:lnTo>
                  <a:cubicBezTo>
                    <a:pt x="1010" y="723"/>
                    <a:pt x="1127" y="622"/>
                    <a:pt x="1244" y="538"/>
                  </a:cubicBezTo>
                  <a:lnTo>
                    <a:pt x="1733" y="166"/>
                  </a:lnTo>
                  <a:lnTo>
                    <a:pt x="1919" y="33"/>
                  </a:lnTo>
                  <a:cubicBezTo>
                    <a:pt x="1935" y="17"/>
                    <a:pt x="1951" y="17"/>
                    <a:pt x="1967" y="17"/>
                  </a:cubicBezTo>
                  <a:lnTo>
                    <a:pt x="1967" y="0"/>
                  </a:lnTo>
                  <a:close/>
                  <a:moveTo>
                    <a:pt x="186" y="1329"/>
                  </a:moveTo>
                  <a:cubicBezTo>
                    <a:pt x="170" y="1329"/>
                    <a:pt x="150" y="1346"/>
                    <a:pt x="133" y="1362"/>
                  </a:cubicBezTo>
                  <a:cubicBezTo>
                    <a:pt x="117" y="1378"/>
                    <a:pt x="117" y="1378"/>
                    <a:pt x="101" y="1394"/>
                  </a:cubicBezTo>
                  <a:cubicBezTo>
                    <a:pt x="85" y="1394"/>
                    <a:pt x="85" y="1414"/>
                    <a:pt x="85" y="1430"/>
                  </a:cubicBezTo>
                  <a:cubicBezTo>
                    <a:pt x="85" y="1463"/>
                    <a:pt x="85" y="1495"/>
                    <a:pt x="69" y="1531"/>
                  </a:cubicBezTo>
                  <a:lnTo>
                    <a:pt x="69" y="1596"/>
                  </a:lnTo>
                  <a:lnTo>
                    <a:pt x="69" y="1717"/>
                  </a:lnTo>
                  <a:cubicBezTo>
                    <a:pt x="85" y="1681"/>
                    <a:pt x="85" y="1632"/>
                    <a:pt x="85" y="1596"/>
                  </a:cubicBezTo>
                  <a:lnTo>
                    <a:pt x="85" y="1531"/>
                  </a:lnTo>
                  <a:cubicBezTo>
                    <a:pt x="85" y="1495"/>
                    <a:pt x="101" y="1463"/>
                    <a:pt x="101" y="1430"/>
                  </a:cubicBezTo>
                  <a:lnTo>
                    <a:pt x="101" y="1414"/>
                  </a:lnTo>
                  <a:cubicBezTo>
                    <a:pt x="117" y="1394"/>
                    <a:pt x="133" y="1378"/>
                    <a:pt x="150" y="1362"/>
                  </a:cubicBezTo>
                  <a:cubicBezTo>
                    <a:pt x="150" y="1362"/>
                    <a:pt x="170" y="1346"/>
                    <a:pt x="186" y="1329"/>
                  </a:cubicBezTo>
                  <a:close/>
                  <a:moveTo>
                    <a:pt x="69" y="1717"/>
                  </a:moveTo>
                  <a:cubicBezTo>
                    <a:pt x="49" y="1750"/>
                    <a:pt x="49" y="1782"/>
                    <a:pt x="49" y="1818"/>
                  </a:cubicBezTo>
                  <a:lnTo>
                    <a:pt x="49" y="1899"/>
                  </a:lnTo>
                  <a:cubicBezTo>
                    <a:pt x="49" y="1952"/>
                    <a:pt x="32" y="1984"/>
                    <a:pt x="32" y="2036"/>
                  </a:cubicBezTo>
                  <a:lnTo>
                    <a:pt x="32" y="2153"/>
                  </a:lnTo>
                  <a:cubicBezTo>
                    <a:pt x="49" y="2101"/>
                    <a:pt x="49" y="2069"/>
                    <a:pt x="49" y="2036"/>
                  </a:cubicBezTo>
                  <a:cubicBezTo>
                    <a:pt x="49" y="1984"/>
                    <a:pt x="49" y="1952"/>
                    <a:pt x="69" y="1899"/>
                  </a:cubicBezTo>
                  <a:lnTo>
                    <a:pt x="69" y="1818"/>
                  </a:lnTo>
                  <a:lnTo>
                    <a:pt x="69" y="1717"/>
                  </a:lnTo>
                  <a:close/>
                  <a:moveTo>
                    <a:pt x="32" y="2153"/>
                  </a:moveTo>
                  <a:cubicBezTo>
                    <a:pt x="32" y="2186"/>
                    <a:pt x="16" y="2222"/>
                    <a:pt x="16" y="2254"/>
                  </a:cubicBezTo>
                  <a:lnTo>
                    <a:pt x="16" y="2323"/>
                  </a:lnTo>
                  <a:lnTo>
                    <a:pt x="16" y="2388"/>
                  </a:lnTo>
                  <a:cubicBezTo>
                    <a:pt x="32" y="2355"/>
                    <a:pt x="32" y="2339"/>
                    <a:pt x="32" y="2323"/>
                  </a:cubicBezTo>
                  <a:lnTo>
                    <a:pt x="32" y="2254"/>
                  </a:lnTo>
                  <a:lnTo>
                    <a:pt x="32" y="2153"/>
                  </a:lnTo>
                  <a:close/>
                  <a:moveTo>
                    <a:pt x="16" y="2424"/>
                  </a:moveTo>
                  <a:cubicBezTo>
                    <a:pt x="16" y="2440"/>
                    <a:pt x="0" y="2456"/>
                    <a:pt x="0" y="2489"/>
                  </a:cubicBezTo>
                  <a:lnTo>
                    <a:pt x="0" y="2505"/>
                  </a:lnTo>
                  <a:lnTo>
                    <a:pt x="16" y="2525"/>
                  </a:lnTo>
                  <a:lnTo>
                    <a:pt x="16" y="2505"/>
                  </a:lnTo>
                  <a:lnTo>
                    <a:pt x="16" y="2489"/>
                  </a:lnTo>
                  <a:lnTo>
                    <a:pt x="16" y="2424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1444;p39">
              <a:extLst>
                <a:ext uri="{FF2B5EF4-FFF2-40B4-BE49-F238E27FC236}">
                  <a16:creationId xmlns:a16="http://schemas.microsoft.com/office/drawing/2014/main" id="{EBF37A7A-3760-8B54-A531-B6BF58932074}"/>
                </a:ext>
              </a:extLst>
            </p:cNvPr>
            <p:cNvSpPr/>
            <p:nvPr/>
          </p:nvSpPr>
          <p:spPr>
            <a:xfrm>
              <a:off x="2488020" y="564559"/>
              <a:ext cx="72309" cy="25328"/>
            </a:xfrm>
            <a:custGeom>
              <a:avLst/>
              <a:gdLst/>
              <a:ahLst/>
              <a:cxnLst/>
              <a:rect l="l" t="t" r="r" b="b"/>
              <a:pathLst>
                <a:path w="728" h="255" extrusionOk="0">
                  <a:moveTo>
                    <a:pt x="1" y="0"/>
                  </a:moveTo>
                  <a:lnTo>
                    <a:pt x="1" y="20"/>
                  </a:lnTo>
                  <a:lnTo>
                    <a:pt x="37" y="20"/>
                  </a:lnTo>
                  <a:cubicBezTo>
                    <a:pt x="85" y="37"/>
                    <a:pt x="154" y="69"/>
                    <a:pt x="203" y="85"/>
                  </a:cubicBezTo>
                  <a:cubicBezTo>
                    <a:pt x="239" y="85"/>
                    <a:pt x="271" y="101"/>
                    <a:pt x="304" y="121"/>
                  </a:cubicBezTo>
                  <a:cubicBezTo>
                    <a:pt x="356" y="138"/>
                    <a:pt x="405" y="154"/>
                    <a:pt x="457" y="170"/>
                  </a:cubicBezTo>
                  <a:cubicBezTo>
                    <a:pt x="506" y="186"/>
                    <a:pt x="558" y="202"/>
                    <a:pt x="607" y="222"/>
                  </a:cubicBezTo>
                  <a:cubicBezTo>
                    <a:pt x="627" y="222"/>
                    <a:pt x="627" y="239"/>
                    <a:pt x="643" y="239"/>
                  </a:cubicBezTo>
                  <a:cubicBezTo>
                    <a:pt x="659" y="239"/>
                    <a:pt x="675" y="255"/>
                    <a:pt x="708" y="255"/>
                  </a:cubicBezTo>
                  <a:lnTo>
                    <a:pt x="728" y="255"/>
                  </a:lnTo>
                  <a:lnTo>
                    <a:pt x="708" y="239"/>
                  </a:lnTo>
                  <a:cubicBezTo>
                    <a:pt x="691" y="239"/>
                    <a:pt x="659" y="239"/>
                    <a:pt x="643" y="222"/>
                  </a:cubicBezTo>
                  <a:lnTo>
                    <a:pt x="627" y="222"/>
                  </a:lnTo>
                  <a:cubicBezTo>
                    <a:pt x="558" y="186"/>
                    <a:pt x="506" y="170"/>
                    <a:pt x="457" y="154"/>
                  </a:cubicBezTo>
                  <a:cubicBezTo>
                    <a:pt x="405" y="138"/>
                    <a:pt x="356" y="121"/>
                    <a:pt x="304" y="101"/>
                  </a:cubicBezTo>
                  <a:cubicBezTo>
                    <a:pt x="271" y="85"/>
                    <a:pt x="239" y="85"/>
                    <a:pt x="203" y="69"/>
                  </a:cubicBezTo>
                  <a:cubicBezTo>
                    <a:pt x="154" y="53"/>
                    <a:pt x="102" y="3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1445;p39">
              <a:extLst>
                <a:ext uri="{FF2B5EF4-FFF2-40B4-BE49-F238E27FC236}">
                  <a16:creationId xmlns:a16="http://schemas.microsoft.com/office/drawing/2014/main" id="{CCBBF62B-AC1D-6934-2037-ACAE55BDBF45}"/>
                </a:ext>
              </a:extLst>
            </p:cNvPr>
            <p:cNvSpPr/>
            <p:nvPr/>
          </p:nvSpPr>
          <p:spPr>
            <a:xfrm>
              <a:off x="2379656" y="532875"/>
              <a:ext cx="73600" cy="25328"/>
            </a:xfrm>
            <a:custGeom>
              <a:avLst/>
              <a:gdLst/>
              <a:ahLst/>
              <a:cxnLst/>
              <a:rect l="l" t="t" r="r" b="b"/>
              <a:pathLst>
                <a:path w="741" h="255" extrusionOk="0">
                  <a:moveTo>
                    <a:pt x="1" y="0"/>
                  </a:moveTo>
                  <a:cubicBezTo>
                    <a:pt x="33" y="16"/>
                    <a:pt x="82" y="36"/>
                    <a:pt x="118" y="53"/>
                  </a:cubicBezTo>
                  <a:cubicBezTo>
                    <a:pt x="134" y="53"/>
                    <a:pt x="150" y="53"/>
                    <a:pt x="167" y="69"/>
                  </a:cubicBezTo>
                  <a:cubicBezTo>
                    <a:pt x="268" y="101"/>
                    <a:pt x="369" y="137"/>
                    <a:pt x="470" y="170"/>
                  </a:cubicBezTo>
                  <a:cubicBezTo>
                    <a:pt x="538" y="186"/>
                    <a:pt x="587" y="218"/>
                    <a:pt x="655" y="238"/>
                  </a:cubicBezTo>
                  <a:lnTo>
                    <a:pt x="672" y="238"/>
                  </a:lnTo>
                  <a:cubicBezTo>
                    <a:pt x="672" y="238"/>
                    <a:pt x="672" y="218"/>
                    <a:pt x="655" y="218"/>
                  </a:cubicBezTo>
                  <a:cubicBezTo>
                    <a:pt x="607" y="202"/>
                    <a:pt x="538" y="186"/>
                    <a:pt x="470" y="154"/>
                  </a:cubicBezTo>
                  <a:cubicBezTo>
                    <a:pt x="369" y="117"/>
                    <a:pt x="268" y="85"/>
                    <a:pt x="167" y="53"/>
                  </a:cubicBezTo>
                  <a:cubicBezTo>
                    <a:pt x="150" y="53"/>
                    <a:pt x="134" y="36"/>
                    <a:pt x="118" y="36"/>
                  </a:cubicBezTo>
                  <a:cubicBezTo>
                    <a:pt x="82" y="16"/>
                    <a:pt x="33" y="0"/>
                    <a:pt x="1" y="0"/>
                  </a:cubicBezTo>
                  <a:close/>
                  <a:moveTo>
                    <a:pt x="672" y="238"/>
                  </a:moveTo>
                  <a:cubicBezTo>
                    <a:pt x="688" y="255"/>
                    <a:pt x="724" y="255"/>
                    <a:pt x="740" y="255"/>
                  </a:cubicBezTo>
                  <a:cubicBezTo>
                    <a:pt x="724" y="255"/>
                    <a:pt x="708" y="238"/>
                    <a:pt x="672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1446;p39">
              <a:extLst>
                <a:ext uri="{FF2B5EF4-FFF2-40B4-BE49-F238E27FC236}">
                  <a16:creationId xmlns:a16="http://schemas.microsoft.com/office/drawing/2014/main" id="{D4A8E954-0444-CE6A-4E2F-E27E087BDA69}"/>
                </a:ext>
              </a:extLst>
            </p:cNvPr>
            <p:cNvSpPr/>
            <p:nvPr/>
          </p:nvSpPr>
          <p:spPr>
            <a:xfrm>
              <a:off x="1941534" y="203414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1"/>
                  </a:moveTo>
                  <a:cubicBezTo>
                    <a:pt x="17" y="1"/>
                    <a:pt x="49" y="21"/>
                    <a:pt x="69" y="21"/>
                  </a:cubicBezTo>
                  <a:cubicBezTo>
                    <a:pt x="85" y="37"/>
                    <a:pt x="102" y="37"/>
                    <a:pt x="118" y="53"/>
                  </a:cubicBezTo>
                  <a:cubicBezTo>
                    <a:pt x="150" y="53"/>
                    <a:pt x="170" y="69"/>
                    <a:pt x="203" y="69"/>
                  </a:cubicBezTo>
                  <a:cubicBezTo>
                    <a:pt x="186" y="53"/>
                    <a:pt x="150" y="53"/>
                    <a:pt x="134" y="37"/>
                  </a:cubicBezTo>
                  <a:cubicBezTo>
                    <a:pt x="102" y="21"/>
                    <a:pt x="85" y="21"/>
                    <a:pt x="69" y="1"/>
                  </a:cubicBezTo>
                  <a:close/>
                  <a:moveTo>
                    <a:pt x="203" y="69"/>
                  </a:moveTo>
                  <a:cubicBezTo>
                    <a:pt x="271" y="102"/>
                    <a:pt x="320" y="138"/>
                    <a:pt x="388" y="154"/>
                  </a:cubicBezTo>
                  <a:cubicBezTo>
                    <a:pt x="421" y="170"/>
                    <a:pt x="437" y="170"/>
                    <a:pt x="473" y="186"/>
                  </a:cubicBezTo>
                  <a:cubicBezTo>
                    <a:pt x="623" y="255"/>
                    <a:pt x="792" y="324"/>
                    <a:pt x="958" y="372"/>
                  </a:cubicBezTo>
                  <a:cubicBezTo>
                    <a:pt x="792" y="303"/>
                    <a:pt x="639" y="239"/>
                    <a:pt x="473" y="170"/>
                  </a:cubicBezTo>
                  <a:cubicBezTo>
                    <a:pt x="437" y="170"/>
                    <a:pt x="421" y="154"/>
                    <a:pt x="405" y="138"/>
                  </a:cubicBezTo>
                  <a:cubicBezTo>
                    <a:pt x="336" y="122"/>
                    <a:pt x="271" y="85"/>
                    <a:pt x="203" y="69"/>
                  </a:cubicBezTo>
                  <a:close/>
                  <a:moveTo>
                    <a:pt x="958" y="372"/>
                  </a:moveTo>
                  <a:lnTo>
                    <a:pt x="958" y="372"/>
                  </a:lnTo>
                  <a:cubicBezTo>
                    <a:pt x="1011" y="404"/>
                    <a:pt x="1059" y="425"/>
                    <a:pt x="1112" y="441"/>
                  </a:cubicBezTo>
                  <a:cubicBezTo>
                    <a:pt x="1059" y="404"/>
                    <a:pt x="1011" y="388"/>
                    <a:pt x="958" y="372"/>
                  </a:cubicBezTo>
                  <a:close/>
                  <a:moveTo>
                    <a:pt x="1112" y="441"/>
                  </a:moveTo>
                  <a:cubicBezTo>
                    <a:pt x="1196" y="473"/>
                    <a:pt x="1281" y="505"/>
                    <a:pt x="1362" y="542"/>
                  </a:cubicBezTo>
                  <a:cubicBezTo>
                    <a:pt x="1415" y="558"/>
                    <a:pt x="1463" y="590"/>
                    <a:pt x="1515" y="606"/>
                  </a:cubicBezTo>
                  <a:cubicBezTo>
                    <a:pt x="1584" y="627"/>
                    <a:pt x="1649" y="659"/>
                    <a:pt x="1717" y="691"/>
                  </a:cubicBezTo>
                  <a:cubicBezTo>
                    <a:pt x="1818" y="728"/>
                    <a:pt x="1919" y="776"/>
                    <a:pt x="2020" y="808"/>
                  </a:cubicBezTo>
                  <a:cubicBezTo>
                    <a:pt x="2138" y="861"/>
                    <a:pt x="2255" y="909"/>
                    <a:pt x="2372" y="946"/>
                  </a:cubicBezTo>
                  <a:cubicBezTo>
                    <a:pt x="2271" y="893"/>
                    <a:pt x="2138" y="845"/>
                    <a:pt x="2037" y="792"/>
                  </a:cubicBezTo>
                  <a:cubicBezTo>
                    <a:pt x="1936" y="760"/>
                    <a:pt x="1835" y="728"/>
                    <a:pt x="1734" y="675"/>
                  </a:cubicBezTo>
                  <a:cubicBezTo>
                    <a:pt x="1649" y="659"/>
                    <a:pt x="1584" y="627"/>
                    <a:pt x="1515" y="590"/>
                  </a:cubicBezTo>
                  <a:cubicBezTo>
                    <a:pt x="1463" y="574"/>
                    <a:pt x="1415" y="558"/>
                    <a:pt x="1362" y="526"/>
                  </a:cubicBezTo>
                  <a:cubicBezTo>
                    <a:pt x="1281" y="489"/>
                    <a:pt x="1196" y="457"/>
                    <a:pt x="1112" y="441"/>
                  </a:cubicBezTo>
                  <a:close/>
                  <a:moveTo>
                    <a:pt x="2372" y="946"/>
                  </a:moveTo>
                  <a:cubicBezTo>
                    <a:pt x="2525" y="1010"/>
                    <a:pt x="2695" y="1079"/>
                    <a:pt x="2861" y="1148"/>
                  </a:cubicBezTo>
                  <a:cubicBezTo>
                    <a:pt x="2877" y="1164"/>
                    <a:pt x="2913" y="1164"/>
                    <a:pt x="2929" y="1180"/>
                  </a:cubicBezTo>
                  <a:cubicBezTo>
                    <a:pt x="2998" y="1196"/>
                    <a:pt x="3047" y="1212"/>
                    <a:pt x="3099" y="1249"/>
                  </a:cubicBezTo>
                  <a:cubicBezTo>
                    <a:pt x="3047" y="1212"/>
                    <a:pt x="2998" y="1180"/>
                    <a:pt x="2946" y="1164"/>
                  </a:cubicBezTo>
                  <a:cubicBezTo>
                    <a:pt x="2913" y="1164"/>
                    <a:pt x="2897" y="1148"/>
                    <a:pt x="2861" y="1132"/>
                  </a:cubicBezTo>
                  <a:cubicBezTo>
                    <a:pt x="2695" y="1063"/>
                    <a:pt x="2525" y="994"/>
                    <a:pt x="2372" y="946"/>
                  </a:cubicBezTo>
                  <a:close/>
                  <a:moveTo>
                    <a:pt x="3099" y="1249"/>
                  </a:moveTo>
                  <a:cubicBezTo>
                    <a:pt x="3148" y="1265"/>
                    <a:pt x="3180" y="1281"/>
                    <a:pt x="3216" y="1297"/>
                  </a:cubicBezTo>
                  <a:cubicBezTo>
                    <a:pt x="3232" y="1297"/>
                    <a:pt x="3249" y="1297"/>
                    <a:pt x="3265" y="1313"/>
                  </a:cubicBezTo>
                  <a:cubicBezTo>
                    <a:pt x="3366" y="1350"/>
                    <a:pt x="3483" y="1398"/>
                    <a:pt x="3604" y="1451"/>
                  </a:cubicBezTo>
                  <a:cubicBezTo>
                    <a:pt x="3652" y="1467"/>
                    <a:pt x="3705" y="1483"/>
                    <a:pt x="3737" y="1499"/>
                  </a:cubicBezTo>
                  <a:cubicBezTo>
                    <a:pt x="3770" y="1515"/>
                    <a:pt x="3786" y="1536"/>
                    <a:pt x="3822" y="1536"/>
                  </a:cubicBezTo>
                  <a:cubicBezTo>
                    <a:pt x="3887" y="1568"/>
                    <a:pt x="3955" y="1584"/>
                    <a:pt x="4024" y="1616"/>
                  </a:cubicBezTo>
                  <a:cubicBezTo>
                    <a:pt x="4073" y="1637"/>
                    <a:pt x="4109" y="1653"/>
                    <a:pt x="4141" y="1669"/>
                  </a:cubicBezTo>
                  <a:cubicBezTo>
                    <a:pt x="4210" y="1685"/>
                    <a:pt x="4258" y="1717"/>
                    <a:pt x="4311" y="1738"/>
                  </a:cubicBezTo>
                  <a:cubicBezTo>
                    <a:pt x="4376" y="1754"/>
                    <a:pt x="4460" y="1786"/>
                    <a:pt x="4529" y="1818"/>
                  </a:cubicBezTo>
                  <a:cubicBezTo>
                    <a:pt x="4561" y="1839"/>
                    <a:pt x="4614" y="1855"/>
                    <a:pt x="4646" y="1871"/>
                  </a:cubicBezTo>
                  <a:cubicBezTo>
                    <a:pt x="4715" y="1903"/>
                    <a:pt x="4796" y="1940"/>
                    <a:pt x="4881" y="1956"/>
                  </a:cubicBezTo>
                  <a:cubicBezTo>
                    <a:pt x="4796" y="1919"/>
                    <a:pt x="4731" y="1887"/>
                    <a:pt x="4646" y="1855"/>
                  </a:cubicBezTo>
                  <a:cubicBezTo>
                    <a:pt x="4614" y="1839"/>
                    <a:pt x="4578" y="1818"/>
                    <a:pt x="4529" y="1802"/>
                  </a:cubicBezTo>
                  <a:cubicBezTo>
                    <a:pt x="4460" y="1786"/>
                    <a:pt x="4392" y="1754"/>
                    <a:pt x="4311" y="1717"/>
                  </a:cubicBezTo>
                  <a:cubicBezTo>
                    <a:pt x="4258" y="1701"/>
                    <a:pt x="4210" y="1685"/>
                    <a:pt x="4157" y="1653"/>
                  </a:cubicBezTo>
                  <a:cubicBezTo>
                    <a:pt x="4109" y="1637"/>
                    <a:pt x="4073" y="1616"/>
                    <a:pt x="4024" y="1600"/>
                  </a:cubicBezTo>
                  <a:cubicBezTo>
                    <a:pt x="3955" y="1584"/>
                    <a:pt x="3887" y="1552"/>
                    <a:pt x="3822" y="1515"/>
                  </a:cubicBezTo>
                  <a:cubicBezTo>
                    <a:pt x="3806" y="1515"/>
                    <a:pt x="3770" y="1499"/>
                    <a:pt x="3753" y="1499"/>
                  </a:cubicBezTo>
                  <a:cubicBezTo>
                    <a:pt x="3705" y="1483"/>
                    <a:pt x="3652" y="1451"/>
                    <a:pt x="3604" y="1435"/>
                  </a:cubicBezTo>
                  <a:cubicBezTo>
                    <a:pt x="3503" y="1382"/>
                    <a:pt x="3382" y="1350"/>
                    <a:pt x="3265" y="1297"/>
                  </a:cubicBezTo>
                  <a:cubicBezTo>
                    <a:pt x="3249" y="1297"/>
                    <a:pt x="3232" y="1281"/>
                    <a:pt x="3216" y="1281"/>
                  </a:cubicBezTo>
                  <a:cubicBezTo>
                    <a:pt x="3180" y="1265"/>
                    <a:pt x="3148" y="1249"/>
                    <a:pt x="3099" y="1249"/>
                  </a:cubicBezTo>
                  <a:close/>
                  <a:moveTo>
                    <a:pt x="4882" y="1956"/>
                  </a:moveTo>
                  <a:lnTo>
                    <a:pt x="4882" y="1956"/>
                  </a:lnTo>
                  <a:cubicBezTo>
                    <a:pt x="4966" y="1988"/>
                    <a:pt x="5051" y="2021"/>
                    <a:pt x="5135" y="2073"/>
                  </a:cubicBezTo>
                  <a:cubicBezTo>
                    <a:pt x="5167" y="2073"/>
                    <a:pt x="5200" y="2089"/>
                    <a:pt x="5220" y="2105"/>
                  </a:cubicBezTo>
                  <a:cubicBezTo>
                    <a:pt x="5252" y="2121"/>
                    <a:pt x="5285" y="2121"/>
                    <a:pt x="5301" y="2142"/>
                  </a:cubicBezTo>
                  <a:cubicBezTo>
                    <a:pt x="5353" y="2158"/>
                    <a:pt x="5385" y="2174"/>
                    <a:pt x="5438" y="2190"/>
                  </a:cubicBezTo>
                  <a:cubicBezTo>
                    <a:pt x="5539" y="2243"/>
                    <a:pt x="5656" y="2275"/>
                    <a:pt x="5773" y="2323"/>
                  </a:cubicBezTo>
                  <a:cubicBezTo>
                    <a:pt x="5890" y="2376"/>
                    <a:pt x="6008" y="2408"/>
                    <a:pt x="6109" y="2461"/>
                  </a:cubicBezTo>
                  <a:cubicBezTo>
                    <a:pt x="6177" y="2493"/>
                    <a:pt x="6246" y="2509"/>
                    <a:pt x="6294" y="2546"/>
                  </a:cubicBezTo>
                  <a:cubicBezTo>
                    <a:pt x="6379" y="2562"/>
                    <a:pt x="6448" y="2594"/>
                    <a:pt x="6513" y="2626"/>
                  </a:cubicBezTo>
                  <a:lnTo>
                    <a:pt x="6715" y="2711"/>
                  </a:lnTo>
                  <a:cubicBezTo>
                    <a:pt x="6852" y="2764"/>
                    <a:pt x="6985" y="2812"/>
                    <a:pt x="7102" y="2865"/>
                  </a:cubicBezTo>
                  <a:cubicBezTo>
                    <a:pt x="7119" y="2865"/>
                    <a:pt x="7139" y="2881"/>
                    <a:pt x="7155" y="2881"/>
                  </a:cubicBezTo>
                  <a:cubicBezTo>
                    <a:pt x="7203" y="2897"/>
                    <a:pt x="7240" y="2913"/>
                    <a:pt x="7288" y="2929"/>
                  </a:cubicBezTo>
                  <a:cubicBezTo>
                    <a:pt x="7320" y="2949"/>
                    <a:pt x="7357" y="2966"/>
                    <a:pt x="7389" y="2966"/>
                  </a:cubicBezTo>
                  <a:cubicBezTo>
                    <a:pt x="7357" y="2949"/>
                    <a:pt x="7320" y="2929"/>
                    <a:pt x="7288" y="2913"/>
                  </a:cubicBezTo>
                  <a:cubicBezTo>
                    <a:pt x="7256" y="2913"/>
                    <a:pt x="7203" y="2897"/>
                    <a:pt x="7171" y="2881"/>
                  </a:cubicBezTo>
                  <a:cubicBezTo>
                    <a:pt x="7155" y="2865"/>
                    <a:pt x="7139" y="2865"/>
                    <a:pt x="7119" y="2848"/>
                  </a:cubicBezTo>
                  <a:cubicBezTo>
                    <a:pt x="6985" y="2796"/>
                    <a:pt x="6852" y="2747"/>
                    <a:pt x="6715" y="2695"/>
                  </a:cubicBezTo>
                  <a:lnTo>
                    <a:pt x="6533" y="2610"/>
                  </a:lnTo>
                  <a:cubicBezTo>
                    <a:pt x="6448" y="2578"/>
                    <a:pt x="6379" y="2562"/>
                    <a:pt x="6311" y="2525"/>
                  </a:cubicBezTo>
                  <a:cubicBezTo>
                    <a:pt x="6246" y="2493"/>
                    <a:pt x="6177" y="2477"/>
                    <a:pt x="6109" y="2445"/>
                  </a:cubicBezTo>
                  <a:cubicBezTo>
                    <a:pt x="6008" y="2408"/>
                    <a:pt x="5890" y="2360"/>
                    <a:pt x="5773" y="2307"/>
                  </a:cubicBezTo>
                  <a:cubicBezTo>
                    <a:pt x="5656" y="2275"/>
                    <a:pt x="5555" y="2222"/>
                    <a:pt x="5438" y="2174"/>
                  </a:cubicBezTo>
                  <a:cubicBezTo>
                    <a:pt x="5402" y="2158"/>
                    <a:pt x="5353" y="2142"/>
                    <a:pt x="5321" y="2121"/>
                  </a:cubicBezTo>
                  <a:cubicBezTo>
                    <a:pt x="5285" y="2121"/>
                    <a:pt x="5252" y="2105"/>
                    <a:pt x="5236" y="2089"/>
                  </a:cubicBezTo>
                  <a:cubicBezTo>
                    <a:pt x="5200" y="2073"/>
                    <a:pt x="5167" y="2073"/>
                    <a:pt x="5135" y="2057"/>
                  </a:cubicBezTo>
                  <a:cubicBezTo>
                    <a:pt x="5051" y="2021"/>
                    <a:pt x="4966" y="1988"/>
                    <a:pt x="4882" y="1956"/>
                  </a:cubicBezTo>
                  <a:close/>
                  <a:moveTo>
                    <a:pt x="7389" y="2966"/>
                  </a:moveTo>
                  <a:cubicBezTo>
                    <a:pt x="7405" y="2982"/>
                    <a:pt x="7442" y="2998"/>
                    <a:pt x="7474" y="3014"/>
                  </a:cubicBezTo>
                  <a:cubicBezTo>
                    <a:pt x="7559" y="3030"/>
                    <a:pt x="7644" y="3067"/>
                    <a:pt x="7708" y="3099"/>
                  </a:cubicBezTo>
                  <a:cubicBezTo>
                    <a:pt x="7761" y="3115"/>
                    <a:pt x="7793" y="3131"/>
                    <a:pt x="7825" y="3151"/>
                  </a:cubicBezTo>
                  <a:cubicBezTo>
                    <a:pt x="7878" y="3184"/>
                    <a:pt x="7926" y="3200"/>
                    <a:pt x="7979" y="3216"/>
                  </a:cubicBezTo>
                  <a:cubicBezTo>
                    <a:pt x="7995" y="3216"/>
                    <a:pt x="8011" y="3232"/>
                    <a:pt x="8027" y="3232"/>
                  </a:cubicBezTo>
                  <a:lnTo>
                    <a:pt x="8027" y="3252"/>
                  </a:lnTo>
                  <a:lnTo>
                    <a:pt x="8027" y="3269"/>
                  </a:lnTo>
                  <a:lnTo>
                    <a:pt x="8048" y="3252"/>
                  </a:lnTo>
                  <a:lnTo>
                    <a:pt x="8048" y="3232"/>
                  </a:lnTo>
                  <a:lnTo>
                    <a:pt x="8027" y="3216"/>
                  </a:lnTo>
                  <a:cubicBezTo>
                    <a:pt x="8011" y="3216"/>
                    <a:pt x="7995" y="3200"/>
                    <a:pt x="7979" y="3200"/>
                  </a:cubicBezTo>
                  <a:cubicBezTo>
                    <a:pt x="7926" y="3184"/>
                    <a:pt x="7878" y="3168"/>
                    <a:pt x="7846" y="3151"/>
                  </a:cubicBezTo>
                  <a:cubicBezTo>
                    <a:pt x="7793" y="3131"/>
                    <a:pt x="7761" y="3115"/>
                    <a:pt x="7724" y="3099"/>
                  </a:cubicBezTo>
                  <a:cubicBezTo>
                    <a:pt x="7644" y="3067"/>
                    <a:pt x="7559" y="3030"/>
                    <a:pt x="7474" y="2998"/>
                  </a:cubicBezTo>
                  <a:cubicBezTo>
                    <a:pt x="7442" y="2982"/>
                    <a:pt x="7421" y="2966"/>
                    <a:pt x="7389" y="2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1447;p39">
              <a:extLst>
                <a:ext uri="{FF2B5EF4-FFF2-40B4-BE49-F238E27FC236}">
                  <a16:creationId xmlns:a16="http://schemas.microsoft.com/office/drawing/2014/main" id="{C771180A-D042-9A03-3F09-1D1DDB89C79B}"/>
                </a:ext>
              </a:extLst>
            </p:cNvPr>
            <p:cNvSpPr/>
            <p:nvPr/>
          </p:nvSpPr>
          <p:spPr>
            <a:xfrm>
              <a:off x="2222425" y="922427"/>
              <a:ext cx="95153" cy="28606"/>
            </a:xfrm>
            <a:custGeom>
              <a:avLst/>
              <a:gdLst/>
              <a:ahLst/>
              <a:cxnLst/>
              <a:rect l="l" t="t" r="r" b="b"/>
              <a:pathLst>
                <a:path w="958" h="288" extrusionOk="0">
                  <a:moveTo>
                    <a:pt x="0" y="1"/>
                  </a:moveTo>
                  <a:lnTo>
                    <a:pt x="17" y="17"/>
                  </a:lnTo>
                  <a:cubicBezTo>
                    <a:pt x="49" y="17"/>
                    <a:pt x="69" y="33"/>
                    <a:pt x="85" y="33"/>
                  </a:cubicBezTo>
                  <a:cubicBezTo>
                    <a:pt x="118" y="53"/>
                    <a:pt x="170" y="53"/>
                    <a:pt x="202" y="69"/>
                  </a:cubicBezTo>
                  <a:cubicBezTo>
                    <a:pt x="287" y="85"/>
                    <a:pt x="372" y="118"/>
                    <a:pt x="453" y="134"/>
                  </a:cubicBezTo>
                  <a:cubicBezTo>
                    <a:pt x="372" y="102"/>
                    <a:pt x="287" y="85"/>
                    <a:pt x="219" y="53"/>
                  </a:cubicBezTo>
                  <a:cubicBezTo>
                    <a:pt x="170" y="53"/>
                    <a:pt x="134" y="33"/>
                    <a:pt x="85" y="17"/>
                  </a:cubicBezTo>
                  <a:cubicBezTo>
                    <a:pt x="69" y="17"/>
                    <a:pt x="49" y="17"/>
                    <a:pt x="33" y="1"/>
                  </a:cubicBezTo>
                  <a:close/>
                  <a:moveTo>
                    <a:pt x="453" y="134"/>
                  </a:moveTo>
                  <a:cubicBezTo>
                    <a:pt x="489" y="154"/>
                    <a:pt x="538" y="170"/>
                    <a:pt x="574" y="170"/>
                  </a:cubicBezTo>
                  <a:cubicBezTo>
                    <a:pt x="639" y="203"/>
                    <a:pt x="707" y="219"/>
                    <a:pt x="776" y="235"/>
                  </a:cubicBezTo>
                  <a:lnTo>
                    <a:pt x="792" y="235"/>
                  </a:lnTo>
                  <a:cubicBezTo>
                    <a:pt x="808" y="235"/>
                    <a:pt x="824" y="235"/>
                    <a:pt x="857" y="255"/>
                  </a:cubicBezTo>
                  <a:cubicBezTo>
                    <a:pt x="893" y="271"/>
                    <a:pt x="925" y="271"/>
                    <a:pt x="958" y="287"/>
                  </a:cubicBezTo>
                  <a:lnTo>
                    <a:pt x="958" y="271"/>
                  </a:lnTo>
                  <a:cubicBezTo>
                    <a:pt x="925" y="271"/>
                    <a:pt x="893" y="255"/>
                    <a:pt x="857" y="235"/>
                  </a:cubicBezTo>
                  <a:cubicBezTo>
                    <a:pt x="841" y="235"/>
                    <a:pt x="808" y="219"/>
                    <a:pt x="792" y="219"/>
                  </a:cubicBezTo>
                  <a:lnTo>
                    <a:pt x="776" y="219"/>
                  </a:lnTo>
                  <a:cubicBezTo>
                    <a:pt x="707" y="203"/>
                    <a:pt x="639" y="186"/>
                    <a:pt x="590" y="170"/>
                  </a:cubicBezTo>
                  <a:cubicBezTo>
                    <a:pt x="538" y="154"/>
                    <a:pt x="505" y="134"/>
                    <a:pt x="453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1448;p39">
              <a:extLst>
                <a:ext uri="{FF2B5EF4-FFF2-40B4-BE49-F238E27FC236}">
                  <a16:creationId xmlns:a16="http://schemas.microsoft.com/office/drawing/2014/main" id="{BBE3B167-6725-C7A3-2C21-EE4E55D5536B}"/>
                </a:ext>
              </a:extLst>
            </p:cNvPr>
            <p:cNvSpPr/>
            <p:nvPr/>
          </p:nvSpPr>
          <p:spPr>
            <a:xfrm>
              <a:off x="1650611" y="775228"/>
              <a:ext cx="295889" cy="209079"/>
            </a:xfrm>
            <a:custGeom>
              <a:avLst/>
              <a:gdLst/>
              <a:ahLst/>
              <a:cxnLst/>
              <a:rect l="l" t="t" r="r" b="b"/>
              <a:pathLst>
                <a:path w="2979" h="2105" extrusionOk="0">
                  <a:moveTo>
                    <a:pt x="2978" y="0"/>
                  </a:moveTo>
                  <a:cubicBezTo>
                    <a:pt x="2930" y="0"/>
                    <a:pt x="2897" y="36"/>
                    <a:pt x="2845" y="53"/>
                  </a:cubicBezTo>
                  <a:cubicBezTo>
                    <a:pt x="2845" y="53"/>
                    <a:pt x="2829" y="69"/>
                    <a:pt x="2812" y="69"/>
                  </a:cubicBezTo>
                  <a:cubicBezTo>
                    <a:pt x="2728" y="121"/>
                    <a:pt x="2643" y="170"/>
                    <a:pt x="2574" y="202"/>
                  </a:cubicBezTo>
                  <a:cubicBezTo>
                    <a:pt x="2526" y="238"/>
                    <a:pt x="2493" y="255"/>
                    <a:pt x="2441" y="271"/>
                  </a:cubicBezTo>
                  <a:cubicBezTo>
                    <a:pt x="2324" y="339"/>
                    <a:pt x="2223" y="404"/>
                    <a:pt x="2106" y="457"/>
                  </a:cubicBezTo>
                  <a:lnTo>
                    <a:pt x="2037" y="505"/>
                  </a:lnTo>
                  <a:lnTo>
                    <a:pt x="2122" y="473"/>
                  </a:lnTo>
                  <a:cubicBezTo>
                    <a:pt x="2223" y="404"/>
                    <a:pt x="2340" y="356"/>
                    <a:pt x="2441" y="287"/>
                  </a:cubicBezTo>
                  <a:cubicBezTo>
                    <a:pt x="2493" y="271"/>
                    <a:pt x="2542" y="238"/>
                    <a:pt x="2574" y="222"/>
                  </a:cubicBezTo>
                  <a:cubicBezTo>
                    <a:pt x="2659" y="170"/>
                    <a:pt x="2728" y="137"/>
                    <a:pt x="2812" y="85"/>
                  </a:cubicBezTo>
                  <a:cubicBezTo>
                    <a:pt x="2829" y="85"/>
                    <a:pt x="2845" y="69"/>
                    <a:pt x="2861" y="69"/>
                  </a:cubicBezTo>
                  <a:cubicBezTo>
                    <a:pt x="2897" y="36"/>
                    <a:pt x="2930" y="20"/>
                    <a:pt x="2978" y="20"/>
                  </a:cubicBezTo>
                  <a:lnTo>
                    <a:pt x="2978" y="0"/>
                  </a:lnTo>
                  <a:close/>
                  <a:moveTo>
                    <a:pt x="2037" y="505"/>
                  </a:moveTo>
                  <a:cubicBezTo>
                    <a:pt x="1988" y="525"/>
                    <a:pt x="1936" y="558"/>
                    <a:pt x="1887" y="574"/>
                  </a:cubicBezTo>
                  <a:cubicBezTo>
                    <a:pt x="1819" y="606"/>
                    <a:pt x="1766" y="642"/>
                    <a:pt x="1718" y="675"/>
                  </a:cubicBezTo>
                  <a:cubicBezTo>
                    <a:pt x="1786" y="659"/>
                    <a:pt x="1835" y="626"/>
                    <a:pt x="1887" y="590"/>
                  </a:cubicBezTo>
                  <a:cubicBezTo>
                    <a:pt x="1936" y="574"/>
                    <a:pt x="1988" y="541"/>
                    <a:pt x="2037" y="505"/>
                  </a:cubicBezTo>
                  <a:close/>
                  <a:moveTo>
                    <a:pt x="1718" y="675"/>
                  </a:moveTo>
                  <a:lnTo>
                    <a:pt x="1718" y="675"/>
                  </a:lnTo>
                  <a:cubicBezTo>
                    <a:pt x="1665" y="707"/>
                    <a:pt x="1601" y="727"/>
                    <a:pt x="1548" y="760"/>
                  </a:cubicBezTo>
                  <a:cubicBezTo>
                    <a:pt x="1463" y="808"/>
                    <a:pt x="1399" y="844"/>
                    <a:pt x="1314" y="893"/>
                  </a:cubicBezTo>
                  <a:cubicBezTo>
                    <a:pt x="1245" y="929"/>
                    <a:pt x="1197" y="961"/>
                    <a:pt x="1128" y="994"/>
                  </a:cubicBezTo>
                  <a:cubicBezTo>
                    <a:pt x="1197" y="961"/>
                    <a:pt x="1261" y="945"/>
                    <a:pt x="1314" y="909"/>
                  </a:cubicBezTo>
                  <a:cubicBezTo>
                    <a:pt x="1399" y="861"/>
                    <a:pt x="1483" y="808"/>
                    <a:pt x="1548" y="776"/>
                  </a:cubicBezTo>
                  <a:cubicBezTo>
                    <a:pt x="1617" y="743"/>
                    <a:pt x="1665" y="707"/>
                    <a:pt x="1718" y="675"/>
                  </a:cubicBezTo>
                  <a:close/>
                  <a:moveTo>
                    <a:pt x="1128" y="994"/>
                  </a:moveTo>
                  <a:cubicBezTo>
                    <a:pt x="1043" y="1046"/>
                    <a:pt x="942" y="1095"/>
                    <a:pt x="857" y="1131"/>
                  </a:cubicBezTo>
                  <a:cubicBezTo>
                    <a:pt x="776" y="1180"/>
                    <a:pt x="692" y="1232"/>
                    <a:pt x="623" y="1264"/>
                  </a:cubicBezTo>
                  <a:cubicBezTo>
                    <a:pt x="538" y="1313"/>
                    <a:pt x="453" y="1349"/>
                    <a:pt x="389" y="1398"/>
                  </a:cubicBezTo>
                  <a:cubicBezTo>
                    <a:pt x="320" y="1434"/>
                    <a:pt x="272" y="1466"/>
                    <a:pt x="203" y="1483"/>
                  </a:cubicBezTo>
                  <a:cubicBezTo>
                    <a:pt x="171" y="1515"/>
                    <a:pt x="118" y="1551"/>
                    <a:pt x="70" y="1567"/>
                  </a:cubicBezTo>
                  <a:cubicBezTo>
                    <a:pt x="17" y="1600"/>
                    <a:pt x="1" y="1616"/>
                    <a:pt x="17" y="1668"/>
                  </a:cubicBezTo>
                  <a:cubicBezTo>
                    <a:pt x="33" y="1685"/>
                    <a:pt x="17" y="1685"/>
                    <a:pt x="17" y="1701"/>
                  </a:cubicBezTo>
                  <a:lnTo>
                    <a:pt x="17" y="1717"/>
                  </a:lnTo>
                  <a:cubicBezTo>
                    <a:pt x="1" y="1737"/>
                    <a:pt x="1" y="1769"/>
                    <a:pt x="1" y="1786"/>
                  </a:cubicBezTo>
                  <a:lnTo>
                    <a:pt x="1" y="1838"/>
                  </a:lnTo>
                  <a:lnTo>
                    <a:pt x="1" y="2020"/>
                  </a:lnTo>
                  <a:lnTo>
                    <a:pt x="1" y="2105"/>
                  </a:lnTo>
                  <a:cubicBezTo>
                    <a:pt x="1" y="2072"/>
                    <a:pt x="1" y="2056"/>
                    <a:pt x="17" y="2020"/>
                  </a:cubicBezTo>
                  <a:lnTo>
                    <a:pt x="17" y="1838"/>
                  </a:lnTo>
                  <a:lnTo>
                    <a:pt x="17" y="1786"/>
                  </a:lnTo>
                  <a:cubicBezTo>
                    <a:pt x="17" y="1769"/>
                    <a:pt x="17" y="1737"/>
                    <a:pt x="33" y="1717"/>
                  </a:cubicBezTo>
                  <a:lnTo>
                    <a:pt x="33" y="1701"/>
                  </a:lnTo>
                  <a:lnTo>
                    <a:pt x="33" y="1668"/>
                  </a:lnTo>
                  <a:cubicBezTo>
                    <a:pt x="17" y="1616"/>
                    <a:pt x="33" y="1600"/>
                    <a:pt x="70" y="1584"/>
                  </a:cubicBezTo>
                  <a:cubicBezTo>
                    <a:pt x="118" y="1551"/>
                    <a:pt x="171" y="1535"/>
                    <a:pt x="219" y="1499"/>
                  </a:cubicBezTo>
                  <a:cubicBezTo>
                    <a:pt x="272" y="1466"/>
                    <a:pt x="336" y="1434"/>
                    <a:pt x="389" y="1414"/>
                  </a:cubicBezTo>
                  <a:cubicBezTo>
                    <a:pt x="473" y="1365"/>
                    <a:pt x="538" y="1333"/>
                    <a:pt x="623" y="1281"/>
                  </a:cubicBezTo>
                  <a:cubicBezTo>
                    <a:pt x="708" y="1232"/>
                    <a:pt x="793" y="1196"/>
                    <a:pt x="857" y="1147"/>
                  </a:cubicBezTo>
                  <a:cubicBezTo>
                    <a:pt x="958" y="1095"/>
                    <a:pt x="1043" y="1046"/>
                    <a:pt x="1128" y="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1449;p39">
              <a:extLst>
                <a:ext uri="{FF2B5EF4-FFF2-40B4-BE49-F238E27FC236}">
                  <a16:creationId xmlns:a16="http://schemas.microsoft.com/office/drawing/2014/main" id="{9147CC47-C39E-8870-E8D4-D9862AE0401C}"/>
                </a:ext>
              </a:extLst>
            </p:cNvPr>
            <p:cNvSpPr/>
            <p:nvPr/>
          </p:nvSpPr>
          <p:spPr>
            <a:xfrm>
              <a:off x="1815987" y="857469"/>
              <a:ext cx="5264" cy="130513"/>
            </a:xfrm>
            <a:custGeom>
              <a:avLst/>
              <a:gdLst/>
              <a:ahLst/>
              <a:cxnLst/>
              <a:rect l="l" t="t" r="r" b="b"/>
              <a:pathLst>
                <a:path w="53" h="1314" extrusionOk="0">
                  <a:moveTo>
                    <a:pt x="37" y="0"/>
                  </a:moveTo>
                  <a:lnTo>
                    <a:pt x="37" y="81"/>
                  </a:lnTo>
                  <a:lnTo>
                    <a:pt x="37" y="283"/>
                  </a:lnTo>
                  <a:lnTo>
                    <a:pt x="37" y="505"/>
                  </a:lnTo>
                  <a:cubicBezTo>
                    <a:pt x="37" y="420"/>
                    <a:pt x="37" y="352"/>
                    <a:pt x="53" y="283"/>
                  </a:cubicBezTo>
                  <a:lnTo>
                    <a:pt x="53" y="81"/>
                  </a:lnTo>
                  <a:lnTo>
                    <a:pt x="53" y="0"/>
                  </a:lnTo>
                  <a:close/>
                  <a:moveTo>
                    <a:pt x="37" y="505"/>
                  </a:moveTo>
                  <a:cubicBezTo>
                    <a:pt x="37" y="570"/>
                    <a:pt x="20" y="638"/>
                    <a:pt x="20" y="707"/>
                  </a:cubicBezTo>
                  <a:lnTo>
                    <a:pt x="20" y="1075"/>
                  </a:lnTo>
                  <a:lnTo>
                    <a:pt x="20" y="1228"/>
                  </a:lnTo>
                  <a:cubicBezTo>
                    <a:pt x="20" y="1176"/>
                    <a:pt x="37" y="1127"/>
                    <a:pt x="37" y="1075"/>
                  </a:cubicBezTo>
                  <a:lnTo>
                    <a:pt x="37" y="707"/>
                  </a:lnTo>
                  <a:lnTo>
                    <a:pt x="37" y="505"/>
                  </a:lnTo>
                  <a:close/>
                  <a:moveTo>
                    <a:pt x="20" y="1228"/>
                  </a:moveTo>
                  <a:cubicBezTo>
                    <a:pt x="0" y="1261"/>
                    <a:pt x="0" y="1277"/>
                    <a:pt x="0" y="1313"/>
                  </a:cubicBezTo>
                  <a:lnTo>
                    <a:pt x="20" y="1313"/>
                  </a:lnTo>
                  <a:lnTo>
                    <a:pt x="20" y="1228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1450;p39">
              <a:extLst>
                <a:ext uri="{FF2B5EF4-FFF2-40B4-BE49-F238E27FC236}">
                  <a16:creationId xmlns:a16="http://schemas.microsoft.com/office/drawing/2014/main" id="{3845A008-F34E-4F3F-B2C2-446B79F8C1ED}"/>
                </a:ext>
              </a:extLst>
            </p:cNvPr>
            <p:cNvSpPr/>
            <p:nvPr/>
          </p:nvSpPr>
          <p:spPr>
            <a:xfrm>
              <a:off x="2199183" y="862236"/>
              <a:ext cx="1689" cy="118892"/>
            </a:xfrm>
            <a:custGeom>
              <a:avLst/>
              <a:gdLst/>
              <a:ahLst/>
              <a:cxnLst/>
              <a:rect l="l" t="t" r="r" b="b"/>
              <a:pathLst>
                <a:path w="17" h="1197" extrusionOk="0">
                  <a:moveTo>
                    <a:pt x="0" y="1"/>
                  </a:moveTo>
                  <a:lnTo>
                    <a:pt x="0" y="85"/>
                  </a:lnTo>
                  <a:cubicBezTo>
                    <a:pt x="0" y="69"/>
                    <a:pt x="0" y="33"/>
                    <a:pt x="16" y="17"/>
                  </a:cubicBezTo>
                  <a:lnTo>
                    <a:pt x="16" y="1"/>
                  </a:lnTo>
                  <a:close/>
                  <a:moveTo>
                    <a:pt x="0" y="85"/>
                  </a:moveTo>
                  <a:lnTo>
                    <a:pt x="0" y="558"/>
                  </a:lnTo>
                  <a:lnTo>
                    <a:pt x="0" y="760"/>
                  </a:lnTo>
                  <a:lnTo>
                    <a:pt x="0" y="1095"/>
                  </a:lnTo>
                  <a:lnTo>
                    <a:pt x="0" y="1164"/>
                  </a:lnTo>
                  <a:lnTo>
                    <a:pt x="0" y="1196"/>
                  </a:lnTo>
                  <a:lnTo>
                    <a:pt x="16" y="1196"/>
                  </a:lnTo>
                  <a:lnTo>
                    <a:pt x="16" y="1164"/>
                  </a:lnTo>
                  <a:lnTo>
                    <a:pt x="16" y="1095"/>
                  </a:lnTo>
                  <a:lnTo>
                    <a:pt x="16" y="760"/>
                  </a:lnTo>
                  <a:lnTo>
                    <a:pt x="16" y="558"/>
                  </a:lnTo>
                  <a:cubicBezTo>
                    <a:pt x="0" y="405"/>
                    <a:pt x="0" y="235"/>
                    <a:pt x="0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1451;p39">
              <a:extLst>
                <a:ext uri="{FF2B5EF4-FFF2-40B4-BE49-F238E27FC236}">
                  <a16:creationId xmlns:a16="http://schemas.microsoft.com/office/drawing/2014/main" id="{511E7C45-6ECE-BFE5-BAC7-C064F4CF6A97}"/>
                </a:ext>
              </a:extLst>
            </p:cNvPr>
            <p:cNvSpPr/>
            <p:nvPr/>
          </p:nvSpPr>
          <p:spPr>
            <a:xfrm>
              <a:off x="1826019" y="883293"/>
              <a:ext cx="122468" cy="104689"/>
            </a:xfrm>
            <a:custGeom>
              <a:avLst/>
              <a:gdLst/>
              <a:ahLst/>
              <a:cxnLst/>
              <a:rect l="l" t="t" r="r" b="b"/>
              <a:pathLst>
                <a:path w="1233" h="1054" extrusionOk="0">
                  <a:moveTo>
                    <a:pt x="1202" y="0"/>
                  </a:moveTo>
                  <a:cubicBezTo>
                    <a:pt x="1178" y="0"/>
                    <a:pt x="1159" y="12"/>
                    <a:pt x="1147" y="23"/>
                  </a:cubicBezTo>
                  <a:cubicBezTo>
                    <a:pt x="1131" y="23"/>
                    <a:pt x="1131" y="43"/>
                    <a:pt x="1111" y="43"/>
                  </a:cubicBezTo>
                  <a:cubicBezTo>
                    <a:pt x="1030" y="75"/>
                    <a:pt x="945" y="124"/>
                    <a:pt x="861" y="160"/>
                  </a:cubicBezTo>
                  <a:lnTo>
                    <a:pt x="808" y="193"/>
                  </a:lnTo>
                  <a:cubicBezTo>
                    <a:pt x="743" y="225"/>
                    <a:pt x="691" y="245"/>
                    <a:pt x="643" y="277"/>
                  </a:cubicBezTo>
                  <a:cubicBezTo>
                    <a:pt x="542" y="326"/>
                    <a:pt x="424" y="378"/>
                    <a:pt x="323" y="447"/>
                  </a:cubicBezTo>
                  <a:cubicBezTo>
                    <a:pt x="441" y="395"/>
                    <a:pt x="542" y="346"/>
                    <a:pt x="643" y="294"/>
                  </a:cubicBezTo>
                  <a:cubicBezTo>
                    <a:pt x="691" y="261"/>
                    <a:pt x="760" y="245"/>
                    <a:pt x="808" y="209"/>
                  </a:cubicBezTo>
                  <a:lnTo>
                    <a:pt x="861" y="176"/>
                  </a:lnTo>
                  <a:cubicBezTo>
                    <a:pt x="945" y="144"/>
                    <a:pt x="1030" y="92"/>
                    <a:pt x="1131" y="59"/>
                  </a:cubicBezTo>
                  <a:cubicBezTo>
                    <a:pt x="1131" y="43"/>
                    <a:pt x="1147" y="43"/>
                    <a:pt x="1147" y="43"/>
                  </a:cubicBezTo>
                  <a:cubicBezTo>
                    <a:pt x="1180" y="23"/>
                    <a:pt x="1196" y="7"/>
                    <a:pt x="1232" y="7"/>
                  </a:cubicBezTo>
                  <a:cubicBezTo>
                    <a:pt x="1222" y="2"/>
                    <a:pt x="1211" y="0"/>
                    <a:pt x="1202" y="0"/>
                  </a:cubicBezTo>
                  <a:close/>
                  <a:moveTo>
                    <a:pt x="323" y="447"/>
                  </a:moveTo>
                  <a:cubicBezTo>
                    <a:pt x="287" y="447"/>
                    <a:pt x="271" y="463"/>
                    <a:pt x="239" y="479"/>
                  </a:cubicBezTo>
                  <a:cubicBezTo>
                    <a:pt x="186" y="512"/>
                    <a:pt x="138" y="528"/>
                    <a:pt x="69" y="564"/>
                  </a:cubicBezTo>
                  <a:cubicBezTo>
                    <a:pt x="20" y="580"/>
                    <a:pt x="0" y="613"/>
                    <a:pt x="0" y="665"/>
                  </a:cubicBezTo>
                  <a:lnTo>
                    <a:pt x="0" y="932"/>
                  </a:lnTo>
                  <a:lnTo>
                    <a:pt x="0" y="1053"/>
                  </a:lnTo>
                  <a:cubicBezTo>
                    <a:pt x="0" y="1001"/>
                    <a:pt x="0" y="968"/>
                    <a:pt x="20" y="932"/>
                  </a:cubicBezTo>
                  <a:lnTo>
                    <a:pt x="20" y="665"/>
                  </a:lnTo>
                  <a:cubicBezTo>
                    <a:pt x="20" y="613"/>
                    <a:pt x="37" y="597"/>
                    <a:pt x="69" y="580"/>
                  </a:cubicBezTo>
                  <a:cubicBezTo>
                    <a:pt x="138" y="548"/>
                    <a:pt x="186" y="512"/>
                    <a:pt x="239" y="496"/>
                  </a:cubicBezTo>
                  <a:cubicBezTo>
                    <a:pt x="271" y="479"/>
                    <a:pt x="303" y="463"/>
                    <a:pt x="323" y="4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1452;p39">
              <a:extLst>
                <a:ext uri="{FF2B5EF4-FFF2-40B4-BE49-F238E27FC236}">
                  <a16:creationId xmlns:a16="http://schemas.microsoft.com/office/drawing/2014/main" id="{DC4DF4FE-FD26-64E4-2F32-303F968AAB0D}"/>
                </a:ext>
              </a:extLst>
            </p:cNvPr>
            <p:cNvSpPr/>
            <p:nvPr/>
          </p:nvSpPr>
          <p:spPr>
            <a:xfrm>
              <a:off x="1759372" y="382397"/>
              <a:ext cx="183851" cy="138856"/>
            </a:xfrm>
            <a:custGeom>
              <a:avLst/>
              <a:gdLst/>
              <a:ahLst/>
              <a:cxnLst/>
              <a:rect l="l" t="t" r="r" b="b"/>
              <a:pathLst>
                <a:path w="1851" h="1398" extrusionOk="0">
                  <a:moveTo>
                    <a:pt x="1851" y="0"/>
                  </a:moveTo>
                  <a:cubicBezTo>
                    <a:pt x="1818" y="0"/>
                    <a:pt x="1802" y="0"/>
                    <a:pt x="1782" y="16"/>
                  </a:cubicBezTo>
                  <a:cubicBezTo>
                    <a:pt x="1717" y="69"/>
                    <a:pt x="1665" y="117"/>
                    <a:pt x="1600" y="154"/>
                  </a:cubicBezTo>
                  <a:cubicBezTo>
                    <a:pt x="1515" y="218"/>
                    <a:pt x="1447" y="287"/>
                    <a:pt x="1362" y="340"/>
                  </a:cubicBezTo>
                  <a:cubicBezTo>
                    <a:pt x="1261" y="420"/>
                    <a:pt x="1160" y="505"/>
                    <a:pt x="1059" y="574"/>
                  </a:cubicBezTo>
                  <a:cubicBezTo>
                    <a:pt x="974" y="643"/>
                    <a:pt x="893" y="707"/>
                    <a:pt x="809" y="776"/>
                  </a:cubicBezTo>
                  <a:cubicBezTo>
                    <a:pt x="655" y="893"/>
                    <a:pt x="522" y="1010"/>
                    <a:pt x="368" y="1111"/>
                  </a:cubicBezTo>
                  <a:cubicBezTo>
                    <a:pt x="267" y="1196"/>
                    <a:pt x="186" y="1265"/>
                    <a:pt x="102" y="1329"/>
                  </a:cubicBezTo>
                  <a:cubicBezTo>
                    <a:pt x="85" y="1329"/>
                    <a:pt x="85" y="1349"/>
                    <a:pt x="65" y="1349"/>
                  </a:cubicBezTo>
                  <a:cubicBezTo>
                    <a:pt x="49" y="1366"/>
                    <a:pt x="49" y="1366"/>
                    <a:pt x="33" y="1382"/>
                  </a:cubicBezTo>
                  <a:cubicBezTo>
                    <a:pt x="17" y="1382"/>
                    <a:pt x="17" y="1398"/>
                    <a:pt x="1" y="1398"/>
                  </a:cubicBezTo>
                  <a:lnTo>
                    <a:pt x="33" y="1398"/>
                  </a:lnTo>
                  <a:lnTo>
                    <a:pt x="65" y="1366"/>
                  </a:lnTo>
                  <a:cubicBezTo>
                    <a:pt x="85" y="1349"/>
                    <a:pt x="102" y="1349"/>
                    <a:pt x="102" y="1349"/>
                  </a:cubicBezTo>
                  <a:cubicBezTo>
                    <a:pt x="186" y="1265"/>
                    <a:pt x="287" y="1196"/>
                    <a:pt x="368" y="1127"/>
                  </a:cubicBezTo>
                  <a:cubicBezTo>
                    <a:pt x="522" y="1010"/>
                    <a:pt x="671" y="893"/>
                    <a:pt x="825" y="776"/>
                  </a:cubicBezTo>
                  <a:cubicBezTo>
                    <a:pt x="910" y="723"/>
                    <a:pt x="994" y="659"/>
                    <a:pt x="1059" y="590"/>
                  </a:cubicBezTo>
                  <a:cubicBezTo>
                    <a:pt x="1176" y="505"/>
                    <a:pt x="1277" y="441"/>
                    <a:pt x="1378" y="356"/>
                  </a:cubicBezTo>
                  <a:cubicBezTo>
                    <a:pt x="1447" y="287"/>
                    <a:pt x="1532" y="239"/>
                    <a:pt x="1616" y="170"/>
                  </a:cubicBezTo>
                  <a:cubicBezTo>
                    <a:pt x="1665" y="117"/>
                    <a:pt x="1734" y="69"/>
                    <a:pt x="1782" y="37"/>
                  </a:cubicBezTo>
                  <a:cubicBezTo>
                    <a:pt x="1797" y="22"/>
                    <a:pt x="1809" y="10"/>
                    <a:pt x="1821" y="10"/>
                  </a:cubicBezTo>
                  <a:cubicBezTo>
                    <a:pt x="1825" y="10"/>
                    <a:pt x="1830" y="12"/>
                    <a:pt x="1835" y="16"/>
                  </a:cubicBez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1453;p39">
              <a:extLst>
                <a:ext uri="{FF2B5EF4-FFF2-40B4-BE49-F238E27FC236}">
                  <a16:creationId xmlns:a16="http://schemas.microsoft.com/office/drawing/2014/main" id="{3D863722-3BB2-577D-7DDE-3A1928A5E5A0}"/>
                </a:ext>
              </a:extLst>
            </p:cNvPr>
            <p:cNvSpPr/>
            <p:nvPr/>
          </p:nvSpPr>
          <p:spPr>
            <a:xfrm>
              <a:off x="1759372" y="298865"/>
              <a:ext cx="182261" cy="143823"/>
            </a:xfrm>
            <a:custGeom>
              <a:avLst/>
              <a:gdLst/>
              <a:ahLst/>
              <a:cxnLst/>
              <a:rect l="l" t="t" r="r" b="b"/>
              <a:pathLst>
                <a:path w="1835" h="1448" extrusionOk="0">
                  <a:moveTo>
                    <a:pt x="1835" y="1"/>
                  </a:moveTo>
                  <a:cubicBezTo>
                    <a:pt x="1782" y="1"/>
                    <a:pt x="1766" y="33"/>
                    <a:pt x="1734" y="49"/>
                  </a:cubicBezTo>
                  <a:cubicBezTo>
                    <a:pt x="1734" y="70"/>
                    <a:pt x="1717" y="70"/>
                    <a:pt x="1717" y="86"/>
                  </a:cubicBezTo>
                  <a:cubicBezTo>
                    <a:pt x="1734" y="86"/>
                    <a:pt x="1734" y="70"/>
                    <a:pt x="1750" y="70"/>
                  </a:cubicBezTo>
                  <a:cubicBezTo>
                    <a:pt x="1766" y="33"/>
                    <a:pt x="1802" y="17"/>
                    <a:pt x="1835" y="17"/>
                  </a:cubicBezTo>
                  <a:lnTo>
                    <a:pt x="1835" y="1"/>
                  </a:lnTo>
                  <a:close/>
                  <a:moveTo>
                    <a:pt x="1717" y="86"/>
                  </a:moveTo>
                  <a:lnTo>
                    <a:pt x="1717" y="86"/>
                  </a:lnTo>
                  <a:cubicBezTo>
                    <a:pt x="1633" y="134"/>
                    <a:pt x="1548" y="203"/>
                    <a:pt x="1479" y="272"/>
                  </a:cubicBezTo>
                  <a:cubicBezTo>
                    <a:pt x="1564" y="219"/>
                    <a:pt x="1633" y="150"/>
                    <a:pt x="1717" y="86"/>
                  </a:cubicBezTo>
                  <a:close/>
                  <a:moveTo>
                    <a:pt x="1463" y="288"/>
                  </a:moveTo>
                  <a:cubicBezTo>
                    <a:pt x="1398" y="320"/>
                    <a:pt x="1346" y="373"/>
                    <a:pt x="1277" y="421"/>
                  </a:cubicBezTo>
                  <a:lnTo>
                    <a:pt x="1176" y="506"/>
                  </a:lnTo>
                  <a:cubicBezTo>
                    <a:pt x="1075" y="591"/>
                    <a:pt x="974" y="676"/>
                    <a:pt x="873" y="740"/>
                  </a:cubicBezTo>
                  <a:cubicBezTo>
                    <a:pt x="809" y="793"/>
                    <a:pt x="756" y="841"/>
                    <a:pt x="691" y="910"/>
                  </a:cubicBezTo>
                  <a:cubicBezTo>
                    <a:pt x="756" y="857"/>
                    <a:pt x="825" y="809"/>
                    <a:pt x="893" y="756"/>
                  </a:cubicBezTo>
                  <a:cubicBezTo>
                    <a:pt x="994" y="676"/>
                    <a:pt x="1075" y="607"/>
                    <a:pt x="1176" y="522"/>
                  </a:cubicBezTo>
                  <a:lnTo>
                    <a:pt x="1297" y="437"/>
                  </a:lnTo>
                  <a:cubicBezTo>
                    <a:pt x="1346" y="389"/>
                    <a:pt x="1414" y="336"/>
                    <a:pt x="1463" y="288"/>
                  </a:cubicBezTo>
                  <a:close/>
                  <a:moveTo>
                    <a:pt x="691" y="910"/>
                  </a:moveTo>
                  <a:cubicBezTo>
                    <a:pt x="590" y="979"/>
                    <a:pt x="506" y="1043"/>
                    <a:pt x="405" y="1128"/>
                  </a:cubicBezTo>
                  <a:lnTo>
                    <a:pt x="235" y="1261"/>
                  </a:lnTo>
                  <a:cubicBezTo>
                    <a:pt x="186" y="1314"/>
                    <a:pt x="118" y="1362"/>
                    <a:pt x="65" y="1399"/>
                  </a:cubicBezTo>
                  <a:lnTo>
                    <a:pt x="65" y="1415"/>
                  </a:lnTo>
                  <a:cubicBezTo>
                    <a:pt x="134" y="1362"/>
                    <a:pt x="186" y="1314"/>
                    <a:pt x="251" y="1261"/>
                  </a:cubicBezTo>
                  <a:lnTo>
                    <a:pt x="421" y="1144"/>
                  </a:lnTo>
                  <a:cubicBezTo>
                    <a:pt x="506" y="1059"/>
                    <a:pt x="607" y="995"/>
                    <a:pt x="691" y="910"/>
                  </a:cubicBezTo>
                  <a:close/>
                  <a:moveTo>
                    <a:pt x="65" y="1415"/>
                  </a:moveTo>
                  <a:cubicBezTo>
                    <a:pt x="49" y="1415"/>
                    <a:pt x="33" y="1431"/>
                    <a:pt x="17" y="1431"/>
                  </a:cubicBezTo>
                  <a:lnTo>
                    <a:pt x="1" y="1431"/>
                  </a:lnTo>
                  <a:lnTo>
                    <a:pt x="17" y="1447"/>
                  </a:lnTo>
                  <a:cubicBezTo>
                    <a:pt x="33" y="1447"/>
                    <a:pt x="49" y="1431"/>
                    <a:pt x="65" y="14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1454;p39">
              <a:extLst>
                <a:ext uri="{FF2B5EF4-FFF2-40B4-BE49-F238E27FC236}">
                  <a16:creationId xmlns:a16="http://schemas.microsoft.com/office/drawing/2014/main" id="{3D1D4BFB-0349-6F02-93A0-AF03E1CCDE48}"/>
                </a:ext>
              </a:extLst>
            </p:cNvPr>
            <p:cNvSpPr/>
            <p:nvPr/>
          </p:nvSpPr>
          <p:spPr>
            <a:xfrm>
              <a:off x="2190740" y="860647"/>
              <a:ext cx="287347" cy="120481"/>
            </a:xfrm>
            <a:custGeom>
              <a:avLst/>
              <a:gdLst/>
              <a:ahLst/>
              <a:cxnLst/>
              <a:rect l="l" t="t" r="r" b="b"/>
              <a:pathLst>
                <a:path w="2893" h="1213" extrusionOk="0">
                  <a:moveTo>
                    <a:pt x="2489" y="655"/>
                  </a:moveTo>
                  <a:lnTo>
                    <a:pt x="2489" y="655"/>
                  </a:lnTo>
                  <a:cubicBezTo>
                    <a:pt x="2574" y="691"/>
                    <a:pt x="2675" y="724"/>
                    <a:pt x="2776" y="740"/>
                  </a:cubicBezTo>
                  <a:lnTo>
                    <a:pt x="2792" y="740"/>
                  </a:lnTo>
                  <a:lnTo>
                    <a:pt x="2776" y="724"/>
                  </a:lnTo>
                  <a:cubicBezTo>
                    <a:pt x="2675" y="707"/>
                    <a:pt x="2590" y="675"/>
                    <a:pt x="2489" y="655"/>
                  </a:cubicBezTo>
                  <a:close/>
                  <a:moveTo>
                    <a:pt x="16" y="1"/>
                  </a:moveTo>
                  <a:cubicBezTo>
                    <a:pt x="16" y="17"/>
                    <a:pt x="0" y="33"/>
                    <a:pt x="0" y="49"/>
                  </a:cubicBezTo>
                  <a:lnTo>
                    <a:pt x="0" y="219"/>
                  </a:lnTo>
                  <a:lnTo>
                    <a:pt x="0" y="388"/>
                  </a:lnTo>
                  <a:lnTo>
                    <a:pt x="0" y="404"/>
                  </a:lnTo>
                  <a:cubicBezTo>
                    <a:pt x="0" y="522"/>
                    <a:pt x="0" y="639"/>
                    <a:pt x="16" y="756"/>
                  </a:cubicBezTo>
                  <a:lnTo>
                    <a:pt x="16" y="404"/>
                  </a:lnTo>
                  <a:lnTo>
                    <a:pt x="16" y="388"/>
                  </a:lnTo>
                  <a:lnTo>
                    <a:pt x="16" y="219"/>
                  </a:lnTo>
                  <a:lnTo>
                    <a:pt x="16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65" y="17"/>
                  </a:lnTo>
                  <a:cubicBezTo>
                    <a:pt x="117" y="33"/>
                    <a:pt x="150" y="33"/>
                    <a:pt x="186" y="49"/>
                  </a:cubicBezTo>
                  <a:cubicBezTo>
                    <a:pt x="202" y="49"/>
                    <a:pt x="218" y="49"/>
                    <a:pt x="235" y="69"/>
                  </a:cubicBezTo>
                  <a:cubicBezTo>
                    <a:pt x="287" y="69"/>
                    <a:pt x="336" y="85"/>
                    <a:pt x="388" y="101"/>
                  </a:cubicBezTo>
                  <a:cubicBezTo>
                    <a:pt x="489" y="134"/>
                    <a:pt x="570" y="150"/>
                    <a:pt x="671" y="186"/>
                  </a:cubicBezTo>
                  <a:cubicBezTo>
                    <a:pt x="808" y="219"/>
                    <a:pt x="958" y="251"/>
                    <a:pt x="1095" y="287"/>
                  </a:cubicBezTo>
                  <a:cubicBezTo>
                    <a:pt x="1111" y="303"/>
                    <a:pt x="1127" y="303"/>
                    <a:pt x="1143" y="303"/>
                  </a:cubicBezTo>
                  <a:cubicBezTo>
                    <a:pt x="1212" y="320"/>
                    <a:pt x="1277" y="336"/>
                    <a:pt x="1329" y="352"/>
                  </a:cubicBezTo>
                  <a:cubicBezTo>
                    <a:pt x="1414" y="372"/>
                    <a:pt x="1479" y="404"/>
                    <a:pt x="1547" y="421"/>
                  </a:cubicBezTo>
                  <a:cubicBezTo>
                    <a:pt x="1600" y="421"/>
                    <a:pt x="1632" y="437"/>
                    <a:pt x="1681" y="453"/>
                  </a:cubicBezTo>
                  <a:cubicBezTo>
                    <a:pt x="1782" y="473"/>
                    <a:pt x="1883" y="505"/>
                    <a:pt x="2004" y="538"/>
                  </a:cubicBezTo>
                  <a:cubicBezTo>
                    <a:pt x="2052" y="554"/>
                    <a:pt x="2121" y="574"/>
                    <a:pt x="2186" y="590"/>
                  </a:cubicBezTo>
                  <a:cubicBezTo>
                    <a:pt x="2287" y="606"/>
                    <a:pt x="2388" y="639"/>
                    <a:pt x="2489" y="655"/>
                  </a:cubicBezTo>
                  <a:cubicBezTo>
                    <a:pt x="2388" y="623"/>
                    <a:pt x="2287" y="606"/>
                    <a:pt x="2186" y="574"/>
                  </a:cubicBezTo>
                  <a:cubicBezTo>
                    <a:pt x="2137" y="554"/>
                    <a:pt x="2069" y="538"/>
                    <a:pt x="2004" y="522"/>
                  </a:cubicBezTo>
                  <a:cubicBezTo>
                    <a:pt x="1903" y="489"/>
                    <a:pt x="1782" y="473"/>
                    <a:pt x="1681" y="437"/>
                  </a:cubicBezTo>
                  <a:cubicBezTo>
                    <a:pt x="1648" y="421"/>
                    <a:pt x="1600" y="421"/>
                    <a:pt x="1547" y="404"/>
                  </a:cubicBezTo>
                  <a:cubicBezTo>
                    <a:pt x="1479" y="388"/>
                    <a:pt x="1414" y="372"/>
                    <a:pt x="1345" y="352"/>
                  </a:cubicBezTo>
                  <a:cubicBezTo>
                    <a:pt x="1277" y="320"/>
                    <a:pt x="1212" y="303"/>
                    <a:pt x="1143" y="287"/>
                  </a:cubicBezTo>
                  <a:cubicBezTo>
                    <a:pt x="1127" y="287"/>
                    <a:pt x="1111" y="287"/>
                    <a:pt x="1095" y="271"/>
                  </a:cubicBezTo>
                  <a:cubicBezTo>
                    <a:pt x="958" y="235"/>
                    <a:pt x="824" y="202"/>
                    <a:pt x="671" y="170"/>
                  </a:cubicBezTo>
                  <a:cubicBezTo>
                    <a:pt x="590" y="134"/>
                    <a:pt x="489" y="118"/>
                    <a:pt x="388" y="85"/>
                  </a:cubicBezTo>
                  <a:cubicBezTo>
                    <a:pt x="336" y="85"/>
                    <a:pt x="287" y="69"/>
                    <a:pt x="235" y="49"/>
                  </a:cubicBezTo>
                  <a:cubicBezTo>
                    <a:pt x="218" y="49"/>
                    <a:pt x="202" y="49"/>
                    <a:pt x="186" y="33"/>
                  </a:cubicBezTo>
                  <a:cubicBezTo>
                    <a:pt x="150" y="33"/>
                    <a:pt x="117" y="17"/>
                    <a:pt x="85" y="1"/>
                  </a:cubicBezTo>
                  <a:close/>
                  <a:moveTo>
                    <a:pt x="2792" y="740"/>
                  </a:moveTo>
                  <a:cubicBezTo>
                    <a:pt x="2812" y="756"/>
                    <a:pt x="2844" y="756"/>
                    <a:pt x="2860" y="776"/>
                  </a:cubicBezTo>
                  <a:cubicBezTo>
                    <a:pt x="2876" y="776"/>
                    <a:pt x="2876" y="776"/>
                    <a:pt x="2876" y="792"/>
                  </a:cubicBezTo>
                  <a:lnTo>
                    <a:pt x="2876" y="792"/>
                  </a:lnTo>
                  <a:cubicBezTo>
                    <a:pt x="2876" y="776"/>
                    <a:pt x="2876" y="756"/>
                    <a:pt x="2860" y="756"/>
                  </a:cubicBezTo>
                  <a:cubicBezTo>
                    <a:pt x="2844" y="740"/>
                    <a:pt x="2812" y="740"/>
                    <a:pt x="2792" y="740"/>
                  </a:cubicBezTo>
                  <a:close/>
                  <a:moveTo>
                    <a:pt x="0" y="776"/>
                  </a:moveTo>
                  <a:lnTo>
                    <a:pt x="0" y="792"/>
                  </a:lnTo>
                  <a:lnTo>
                    <a:pt x="16" y="792"/>
                  </a:lnTo>
                  <a:lnTo>
                    <a:pt x="16" y="776"/>
                  </a:lnTo>
                  <a:close/>
                  <a:moveTo>
                    <a:pt x="2876" y="792"/>
                  </a:moveTo>
                  <a:lnTo>
                    <a:pt x="2876" y="942"/>
                  </a:lnTo>
                  <a:lnTo>
                    <a:pt x="2876" y="958"/>
                  </a:lnTo>
                  <a:lnTo>
                    <a:pt x="2876" y="1160"/>
                  </a:lnTo>
                  <a:cubicBezTo>
                    <a:pt x="2876" y="1180"/>
                    <a:pt x="2876" y="1196"/>
                    <a:pt x="2893" y="1212"/>
                  </a:cubicBezTo>
                  <a:lnTo>
                    <a:pt x="2893" y="1196"/>
                  </a:lnTo>
                  <a:lnTo>
                    <a:pt x="2893" y="1160"/>
                  </a:lnTo>
                  <a:lnTo>
                    <a:pt x="2893" y="958"/>
                  </a:lnTo>
                  <a:lnTo>
                    <a:pt x="2893" y="942"/>
                  </a:lnTo>
                  <a:cubicBezTo>
                    <a:pt x="2893" y="893"/>
                    <a:pt x="2876" y="841"/>
                    <a:pt x="2876" y="7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1455;p39">
              <a:extLst>
                <a:ext uri="{FF2B5EF4-FFF2-40B4-BE49-F238E27FC236}">
                  <a16:creationId xmlns:a16="http://schemas.microsoft.com/office/drawing/2014/main" id="{55C9AA1F-E719-504A-9E72-E4B1A8D21D68}"/>
                </a:ext>
              </a:extLst>
            </p:cNvPr>
            <p:cNvSpPr/>
            <p:nvPr/>
          </p:nvSpPr>
          <p:spPr>
            <a:xfrm>
              <a:off x="1249437" y="4764"/>
              <a:ext cx="689018" cy="638461"/>
            </a:xfrm>
            <a:custGeom>
              <a:avLst/>
              <a:gdLst/>
              <a:ahLst/>
              <a:cxnLst/>
              <a:rect l="l" t="t" r="r" b="b"/>
              <a:pathLst>
                <a:path w="6937" h="6428" extrusionOk="0">
                  <a:moveTo>
                    <a:pt x="6916" y="1"/>
                  </a:moveTo>
                  <a:cubicBezTo>
                    <a:pt x="6900" y="1"/>
                    <a:pt x="6884" y="17"/>
                    <a:pt x="6868" y="33"/>
                  </a:cubicBezTo>
                  <a:cubicBezTo>
                    <a:pt x="6714" y="167"/>
                    <a:pt x="6565" y="304"/>
                    <a:pt x="6448" y="405"/>
                  </a:cubicBezTo>
                  <a:cubicBezTo>
                    <a:pt x="6411" y="437"/>
                    <a:pt x="6379" y="469"/>
                    <a:pt x="6347" y="506"/>
                  </a:cubicBezTo>
                  <a:cubicBezTo>
                    <a:pt x="6330" y="522"/>
                    <a:pt x="6310" y="538"/>
                    <a:pt x="6278" y="570"/>
                  </a:cubicBezTo>
                  <a:cubicBezTo>
                    <a:pt x="6209" y="623"/>
                    <a:pt x="6161" y="688"/>
                    <a:pt x="6092" y="740"/>
                  </a:cubicBezTo>
                  <a:cubicBezTo>
                    <a:pt x="6007" y="825"/>
                    <a:pt x="5926" y="890"/>
                    <a:pt x="5842" y="974"/>
                  </a:cubicBezTo>
                  <a:cubicBezTo>
                    <a:pt x="5773" y="1043"/>
                    <a:pt x="5704" y="1092"/>
                    <a:pt x="5640" y="1160"/>
                  </a:cubicBezTo>
                  <a:cubicBezTo>
                    <a:pt x="5555" y="1229"/>
                    <a:pt x="5486" y="1294"/>
                    <a:pt x="5421" y="1362"/>
                  </a:cubicBezTo>
                  <a:cubicBezTo>
                    <a:pt x="5369" y="1415"/>
                    <a:pt x="5300" y="1463"/>
                    <a:pt x="5252" y="1516"/>
                  </a:cubicBezTo>
                  <a:cubicBezTo>
                    <a:pt x="5183" y="1564"/>
                    <a:pt x="5118" y="1633"/>
                    <a:pt x="5066" y="1681"/>
                  </a:cubicBezTo>
                  <a:cubicBezTo>
                    <a:pt x="4981" y="1766"/>
                    <a:pt x="4896" y="1835"/>
                    <a:pt x="4815" y="1900"/>
                  </a:cubicBezTo>
                  <a:cubicBezTo>
                    <a:pt x="4763" y="1968"/>
                    <a:pt x="4694" y="2037"/>
                    <a:pt x="4630" y="2085"/>
                  </a:cubicBezTo>
                  <a:cubicBezTo>
                    <a:pt x="4529" y="2186"/>
                    <a:pt x="4428" y="2271"/>
                    <a:pt x="4327" y="2372"/>
                  </a:cubicBezTo>
                  <a:cubicBezTo>
                    <a:pt x="4428" y="2287"/>
                    <a:pt x="4529" y="2186"/>
                    <a:pt x="4630" y="2102"/>
                  </a:cubicBezTo>
                  <a:cubicBezTo>
                    <a:pt x="4694" y="2037"/>
                    <a:pt x="4763" y="1984"/>
                    <a:pt x="4832" y="1920"/>
                  </a:cubicBezTo>
                  <a:cubicBezTo>
                    <a:pt x="4916" y="1851"/>
                    <a:pt x="4981" y="1766"/>
                    <a:pt x="5066" y="1698"/>
                  </a:cubicBezTo>
                  <a:cubicBezTo>
                    <a:pt x="5135" y="1633"/>
                    <a:pt x="5199" y="1580"/>
                    <a:pt x="5268" y="1516"/>
                  </a:cubicBezTo>
                  <a:cubicBezTo>
                    <a:pt x="5320" y="1463"/>
                    <a:pt x="5369" y="1415"/>
                    <a:pt x="5438" y="1362"/>
                  </a:cubicBezTo>
                  <a:cubicBezTo>
                    <a:pt x="5502" y="1294"/>
                    <a:pt x="5571" y="1245"/>
                    <a:pt x="5640" y="1176"/>
                  </a:cubicBezTo>
                  <a:cubicBezTo>
                    <a:pt x="5704" y="1112"/>
                    <a:pt x="5773" y="1043"/>
                    <a:pt x="5842" y="991"/>
                  </a:cubicBezTo>
                  <a:cubicBezTo>
                    <a:pt x="5926" y="910"/>
                    <a:pt x="6007" y="825"/>
                    <a:pt x="6092" y="756"/>
                  </a:cubicBezTo>
                  <a:cubicBezTo>
                    <a:pt x="6161" y="688"/>
                    <a:pt x="6229" y="639"/>
                    <a:pt x="6294" y="570"/>
                  </a:cubicBezTo>
                  <a:cubicBezTo>
                    <a:pt x="6310" y="554"/>
                    <a:pt x="6347" y="538"/>
                    <a:pt x="6363" y="506"/>
                  </a:cubicBezTo>
                  <a:cubicBezTo>
                    <a:pt x="6395" y="486"/>
                    <a:pt x="6431" y="453"/>
                    <a:pt x="6464" y="421"/>
                  </a:cubicBezTo>
                  <a:cubicBezTo>
                    <a:pt x="6581" y="320"/>
                    <a:pt x="6734" y="183"/>
                    <a:pt x="6868" y="49"/>
                  </a:cubicBezTo>
                  <a:cubicBezTo>
                    <a:pt x="6884" y="33"/>
                    <a:pt x="6900" y="17"/>
                    <a:pt x="6916" y="17"/>
                  </a:cubicBezTo>
                  <a:lnTo>
                    <a:pt x="6936" y="1"/>
                  </a:lnTo>
                  <a:close/>
                  <a:moveTo>
                    <a:pt x="4327" y="2372"/>
                  </a:moveTo>
                  <a:lnTo>
                    <a:pt x="4242" y="2441"/>
                  </a:lnTo>
                  <a:cubicBezTo>
                    <a:pt x="4210" y="2473"/>
                    <a:pt x="4173" y="2505"/>
                    <a:pt x="4141" y="2526"/>
                  </a:cubicBezTo>
                  <a:cubicBezTo>
                    <a:pt x="4109" y="2558"/>
                    <a:pt x="4088" y="2590"/>
                    <a:pt x="4056" y="2606"/>
                  </a:cubicBezTo>
                  <a:cubicBezTo>
                    <a:pt x="3987" y="2675"/>
                    <a:pt x="3939" y="2728"/>
                    <a:pt x="3870" y="2776"/>
                  </a:cubicBezTo>
                  <a:lnTo>
                    <a:pt x="3705" y="2946"/>
                  </a:lnTo>
                  <a:lnTo>
                    <a:pt x="3870" y="2792"/>
                  </a:lnTo>
                  <a:cubicBezTo>
                    <a:pt x="3939" y="2728"/>
                    <a:pt x="4008" y="2675"/>
                    <a:pt x="4056" y="2627"/>
                  </a:cubicBezTo>
                  <a:cubicBezTo>
                    <a:pt x="4088" y="2590"/>
                    <a:pt x="4125" y="2558"/>
                    <a:pt x="4157" y="2542"/>
                  </a:cubicBezTo>
                  <a:cubicBezTo>
                    <a:pt x="4189" y="2505"/>
                    <a:pt x="4210" y="2473"/>
                    <a:pt x="4242" y="2457"/>
                  </a:cubicBezTo>
                  <a:lnTo>
                    <a:pt x="4327" y="2372"/>
                  </a:lnTo>
                  <a:close/>
                  <a:moveTo>
                    <a:pt x="3705" y="2946"/>
                  </a:moveTo>
                  <a:lnTo>
                    <a:pt x="3705" y="2946"/>
                  </a:lnTo>
                  <a:cubicBezTo>
                    <a:pt x="3636" y="2994"/>
                    <a:pt x="3567" y="3063"/>
                    <a:pt x="3503" y="3111"/>
                  </a:cubicBezTo>
                  <a:cubicBezTo>
                    <a:pt x="3450" y="3164"/>
                    <a:pt x="3402" y="3212"/>
                    <a:pt x="3349" y="3249"/>
                  </a:cubicBezTo>
                  <a:cubicBezTo>
                    <a:pt x="3280" y="3313"/>
                    <a:pt x="3216" y="3382"/>
                    <a:pt x="3147" y="3435"/>
                  </a:cubicBezTo>
                  <a:cubicBezTo>
                    <a:pt x="3131" y="3451"/>
                    <a:pt x="3115" y="3467"/>
                    <a:pt x="3115" y="3483"/>
                  </a:cubicBezTo>
                  <a:cubicBezTo>
                    <a:pt x="3131" y="3467"/>
                    <a:pt x="3147" y="3467"/>
                    <a:pt x="3163" y="3451"/>
                  </a:cubicBezTo>
                  <a:cubicBezTo>
                    <a:pt x="3232" y="3382"/>
                    <a:pt x="3301" y="3313"/>
                    <a:pt x="3365" y="3265"/>
                  </a:cubicBezTo>
                  <a:cubicBezTo>
                    <a:pt x="3418" y="3212"/>
                    <a:pt x="3466" y="3164"/>
                    <a:pt x="3519" y="3132"/>
                  </a:cubicBezTo>
                  <a:cubicBezTo>
                    <a:pt x="3583" y="3063"/>
                    <a:pt x="3636" y="3010"/>
                    <a:pt x="3705" y="2946"/>
                  </a:cubicBezTo>
                  <a:close/>
                  <a:moveTo>
                    <a:pt x="3115" y="3483"/>
                  </a:moveTo>
                  <a:cubicBezTo>
                    <a:pt x="3099" y="3499"/>
                    <a:pt x="3078" y="3499"/>
                    <a:pt x="3062" y="3515"/>
                  </a:cubicBezTo>
                  <a:cubicBezTo>
                    <a:pt x="2998" y="3584"/>
                    <a:pt x="2945" y="3637"/>
                    <a:pt x="2876" y="3685"/>
                  </a:cubicBezTo>
                  <a:cubicBezTo>
                    <a:pt x="2812" y="3754"/>
                    <a:pt x="2759" y="3802"/>
                    <a:pt x="2695" y="3871"/>
                  </a:cubicBezTo>
                  <a:cubicBezTo>
                    <a:pt x="2759" y="3818"/>
                    <a:pt x="2828" y="3754"/>
                    <a:pt x="2897" y="3701"/>
                  </a:cubicBezTo>
                  <a:cubicBezTo>
                    <a:pt x="2945" y="3637"/>
                    <a:pt x="3014" y="3584"/>
                    <a:pt x="3062" y="3536"/>
                  </a:cubicBezTo>
                  <a:cubicBezTo>
                    <a:pt x="3078" y="3515"/>
                    <a:pt x="3099" y="3499"/>
                    <a:pt x="3115" y="3483"/>
                  </a:cubicBezTo>
                  <a:close/>
                  <a:moveTo>
                    <a:pt x="2695" y="3871"/>
                  </a:moveTo>
                  <a:cubicBezTo>
                    <a:pt x="2674" y="3887"/>
                    <a:pt x="2642" y="3903"/>
                    <a:pt x="2626" y="3919"/>
                  </a:cubicBezTo>
                  <a:lnTo>
                    <a:pt x="2472" y="4073"/>
                  </a:lnTo>
                  <a:cubicBezTo>
                    <a:pt x="2525" y="4020"/>
                    <a:pt x="2573" y="3988"/>
                    <a:pt x="2626" y="3940"/>
                  </a:cubicBezTo>
                  <a:cubicBezTo>
                    <a:pt x="2658" y="3919"/>
                    <a:pt x="2674" y="3887"/>
                    <a:pt x="2695" y="3871"/>
                  </a:cubicBezTo>
                  <a:close/>
                  <a:moveTo>
                    <a:pt x="2472" y="4073"/>
                  </a:moveTo>
                  <a:lnTo>
                    <a:pt x="2472" y="4073"/>
                  </a:lnTo>
                  <a:cubicBezTo>
                    <a:pt x="2392" y="4142"/>
                    <a:pt x="2307" y="4222"/>
                    <a:pt x="2222" y="4291"/>
                  </a:cubicBezTo>
                  <a:cubicBezTo>
                    <a:pt x="2206" y="4307"/>
                    <a:pt x="2169" y="4344"/>
                    <a:pt x="2153" y="4360"/>
                  </a:cubicBezTo>
                  <a:cubicBezTo>
                    <a:pt x="2105" y="4408"/>
                    <a:pt x="2052" y="4461"/>
                    <a:pt x="2004" y="4493"/>
                  </a:cubicBezTo>
                  <a:cubicBezTo>
                    <a:pt x="1951" y="4546"/>
                    <a:pt x="1903" y="4594"/>
                    <a:pt x="1850" y="4626"/>
                  </a:cubicBezTo>
                  <a:cubicBezTo>
                    <a:pt x="1802" y="4679"/>
                    <a:pt x="1733" y="4727"/>
                    <a:pt x="1685" y="4796"/>
                  </a:cubicBezTo>
                  <a:cubicBezTo>
                    <a:pt x="1632" y="4828"/>
                    <a:pt x="1584" y="4881"/>
                    <a:pt x="1531" y="4929"/>
                  </a:cubicBezTo>
                  <a:cubicBezTo>
                    <a:pt x="1600" y="4897"/>
                    <a:pt x="1648" y="4848"/>
                    <a:pt x="1701" y="4796"/>
                  </a:cubicBezTo>
                  <a:lnTo>
                    <a:pt x="1850" y="4647"/>
                  </a:lnTo>
                  <a:cubicBezTo>
                    <a:pt x="1903" y="4594"/>
                    <a:pt x="1951" y="4562"/>
                    <a:pt x="2004" y="4509"/>
                  </a:cubicBezTo>
                  <a:cubicBezTo>
                    <a:pt x="2052" y="4461"/>
                    <a:pt x="2105" y="4424"/>
                    <a:pt x="2153" y="4376"/>
                  </a:cubicBezTo>
                  <a:lnTo>
                    <a:pt x="2238" y="4291"/>
                  </a:lnTo>
                  <a:cubicBezTo>
                    <a:pt x="2323" y="4222"/>
                    <a:pt x="2392" y="4158"/>
                    <a:pt x="2472" y="4073"/>
                  </a:cubicBezTo>
                  <a:close/>
                  <a:moveTo>
                    <a:pt x="877" y="5535"/>
                  </a:moveTo>
                  <a:cubicBezTo>
                    <a:pt x="840" y="5555"/>
                    <a:pt x="824" y="5572"/>
                    <a:pt x="808" y="5588"/>
                  </a:cubicBezTo>
                  <a:cubicBezTo>
                    <a:pt x="756" y="5636"/>
                    <a:pt x="691" y="5689"/>
                    <a:pt x="638" y="5737"/>
                  </a:cubicBezTo>
                  <a:cubicBezTo>
                    <a:pt x="473" y="5891"/>
                    <a:pt x="319" y="6040"/>
                    <a:pt x="186" y="6161"/>
                  </a:cubicBezTo>
                  <a:cubicBezTo>
                    <a:pt x="150" y="6194"/>
                    <a:pt x="117" y="6226"/>
                    <a:pt x="69" y="6262"/>
                  </a:cubicBezTo>
                  <a:lnTo>
                    <a:pt x="16" y="6311"/>
                  </a:lnTo>
                  <a:cubicBezTo>
                    <a:pt x="0" y="6327"/>
                    <a:pt x="0" y="6380"/>
                    <a:pt x="16" y="6428"/>
                  </a:cubicBezTo>
                  <a:lnTo>
                    <a:pt x="16" y="6412"/>
                  </a:lnTo>
                  <a:cubicBezTo>
                    <a:pt x="0" y="6380"/>
                    <a:pt x="16" y="6327"/>
                    <a:pt x="33" y="6327"/>
                  </a:cubicBezTo>
                  <a:cubicBezTo>
                    <a:pt x="49" y="6311"/>
                    <a:pt x="69" y="6295"/>
                    <a:pt x="85" y="6279"/>
                  </a:cubicBezTo>
                  <a:cubicBezTo>
                    <a:pt x="117" y="6242"/>
                    <a:pt x="170" y="6210"/>
                    <a:pt x="202" y="6178"/>
                  </a:cubicBezTo>
                  <a:cubicBezTo>
                    <a:pt x="335" y="6040"/>
                    <a:pt x="489" y="5891"/>
                    <a:pt x="655" y="5757"/>
                  </a:cubicBezTo>
                  <a:lnTo>
                    <a:pt x="808" y="5604"/>
                  </a:lnTo>
                  <a:cubicBezTo>
                    <a:pt x="840" y="5588"/>
                    <a:pt x="857" y="5572"/>
                    <a:pt x="877" y="55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1456;p39">
              <a:extLst>
                <a:ext uri="{FF2B5EF4-FFF2-40B4-BE49-F238E27FC236}">
                  <a16:creationId xmlns:a16="http://schemas.microsoft.com/office/drawing/2014/main" id="{96AA8D86-63A2-D761-4ECA-FC18DEB973DC}"/>
                </a:ext>
              </a:extLst>
            </p:cNvPr>
            <p:cNvSpPr/>
            <p:nvPr/>
          </p:nvSpPr>
          <p:spPr>
            <a:xfrm>
              <a:off x="1662331" y="385973"/>
              <a:ext cx="80255" cy="487984"/>
            </a:xfrm>
            <a:custGeom>
              <a:avLst/>
              <a:gdLst/>
              <a:ahLst/>
              <a:cxnLst/>
              <a:rect l="l" t="t" r="r" b="b"/>
              <a:pathLst>
                <a:path w="808" h="4913" extrusionOk="0">
                  <a:moveTo>
                    <a:pt x="776" y="1"/>
                  </a:moveTo>
                  <a:lnTo>
                    <a:pt x="776" y="17"/>
                  </a:lnTo>
                  <a:cubicBezTo>
                    <a:pt x="792" y="17"/>
                    <a:pt x="792" y="33"/>
                    <a:pt x="792" y="49"/>
                  </a:cubicBezTo>
                  <a:cubicBezTo>
                    <a:pt x="808" y="33"/>
                    <a:pt x="808" y="17"/>
                    <a:pt x="792" y="1"/>
                  </a:cubicBezTo>
                  <a:close/>
                  <a:moveTo>
                    <a:pt x="792" y="267"/>
                  </a:moveTo>
                  <a:cubicBezTo>
                    <a:pt x="776" y="283"/>
                    <a:pt x="776" y="304"/>
                    <a:pt x="776" y="320"/>
                  </a:cubicBezTo>
                  <a:cubicBezTo>
                    <a:pt x="776" y="336"/>
                    <a:pt x="792" y="352"/>
                    <a:pt x="776" y="368"/>
                  </a:cubicBezTo>
                  <a:lnTo>
                    <a:pt x="776" y="437"/>
                  </a:lnTo>
                  <a:lnTo>
                    <a:pt x="776" y="453"/>
                  </a:lnTo>
                  <a:lnTo>
                    <a:pt x="776" y="485"/>
                  </a:lnTo>
                  <a:lnTo>
                    <a:pt x="776" y="570"/>
                  </a:lnTo>
                  <a:lnTo>
                    <a:pt x="776" y="639"/>
                  </a:lnTo>
                  <a:lnTo>
                    <a:pt x="776" y="724"/>
                  </a:lnTo>
                  <a:lnTo>
                    <a:pt x="776" y="788"/>
                  </a:lnTo>
                  <a:lnTo>
                    <a:pt x="776" y="825"/>
                  </a:lnTo>
                  <a:lnTo>
                    <a:pt x="776" y="873"/>
                  </a:lnTo>
                  <a:lnTo>
                    <a:pt x="776" y="926"/>
                  </a:lnTo>
                  <a:lnTo>
                    <a:pt x="776" y="942"/>
                  </a:lnTo>
                  <a:lnTo>
                    <a:pt x="776" y="1010"/>
                  </a:lnTo>
                  <a:cubicBezTo>
                    <a:pt x="792" y="974"/>
                    <a:pt x="792" y="958"/>
                    <a:pt x="792" y="942"/>
                  </a:cubicBezTo>
                  <a:lnTo>
                    <a:pt x="792" y="926"/>
                  </a:lnTo>
                  <a:lnTo>
                    <a:pt x="792" y="873"/>
                  </a:lnTo>
                  <a:lnTo>
                    <a:pt x="792" y="825"/>
                  </a:lnTo>
                  <a:lnTo>
                    <a:pt x="792" y="788"/>
                  </a:lnTo>
                  <a:lnTo>
                    <a:pt x="792" y="724"/>
                  </a:lnTo>
                  <a:cubicBezTo>
                    <a:pt x="776" y="687"/>
                    <a:pt x="792" y="671"/>
                    <a:pt x="792" y="639"/>
                  </a:cubicBezTo>
                  <a:lnTo>
                    <a:pt x="792" y="570"/>
                  </a:lnTo>
                  <a:lnTo>
                    <a:pt x="792" y="485"/>
                  </a:lnTo>
                  <a:lnTo>
                    <a:pt x="792" y="453"/>
                  </a:lnTo>
                  <a:lnTo>
                    <a:pt x="792" y="437"/>
                  </a:lnTo>
                  <a:lnTo>
                    <a:pt x="792" y="368"/>
                  </a:lnTo>
                  <a:lnTo>
                    <a:pt x="792" y="320"/>
                  </a:lnTo>
                  <a:lnTo>
                    <a:pt x="792" y="267"/>
                  </a:lnTo>
                  <a:close/>
                  <a:moveTo>
                    <a:pt x="776" y="1010"/>
                  </a:moveTo>
                  <a:cubicBezTo>
                    <a:pt x="759" y="1027"/>
                    <a:pt x="759" y="1043"/>
                    <a:pt x="759" y="1075"/>
                  </a:cubicBezTo>
                  <a:lnTo>
                    <a:pt x="759" y="1091"/>
                  </a:lnTo>
                  <a:lnTo>
                    <a:pt x="759" y="1128"/>
                  </a:lnTo>
                  <a:lnTo>
                    <a:pt x="759" y="1212"/>
                  </a:lnTo>
                  <a:lnTo>
                    <a:pt x="759" y="1245"/>
                  </a:lnTo>
                  <a:lnTo>
                    <a:pt x="759" y="1293"/>
                  </a:lnTo>
                  <a:cubicBezTo>
                    <a:pt x="776" y="1313"/>
                    <a:pt x="759" y="1330"/>
                    <a:pt x="759" y="1346"/>
                  </a:cubicBezTo>
                  <a:lnTo>
                    <a:pt x="759" y="1378"/>
                  </a:lnTo>
                  <a:lnTo>
                    <a:pt x="759" y="1431"/>
                  </a:lnTo>
                  <a:lnTo>
                    <a:pt x="759" y="1479"/>
                  </a:lnTo>
                  <a:lnTo>
                    <a:pt x="759" y="1580"/>
                  </a:lnTo>
                  <a:lnTo>
                    <a:pt x="759" y="1616"/>
                  </a:lnTo>
                  <a:lnTo>
                    <a:pt x="759" y="1697"/>
                  </a:lnTo>
                  <a:cubicBezTo>
                    <a:pt x="776" y="1665"/>
                    <a:pt x="776" y="1633"/>
                    <a:pt x="776" y="1616"/>
                  </a:cubicBezTo>
                  <a:lnTo>
                    <a:pt x="776" y="1580"/>
                  </a:lnTo>
                  <a:lnTo>
                    <a:pt x="776" y="1479"/>
                  </a:lnTo>
                  <a:lnTo>
                    <a:pt x="776" y="1431"/>
                  </a:lnTo>
                  <a:lnTo>
                    <a:pt x="776" y="1394"/>
                  </a:lnTo>
                  <a:lnTo>
                    <a:pt x="776" y="1346"/>
                  </a:lnTo>
                  <a:lnTo>
                    <a:pt x="776" y="1293"/>
                  </a:lnTo>
                  <a:lnTo>
                    <a:pt x="776" y="1245"/>
                  </a:lnTo>
                  <a:lnTo>
                    <a:pt x="776" y="1212"/>
                  </a:lnTo>
                  <a:lnTo>
                    <a:pt x="776" y="1128"/>
                  </a:lnTo>
                  <a:lnTo>
                    <a:pt x="776" y="1091"/>
                  </a:lnTo>
                  <a:lnTo>
                    <a:pt x="776" y="1075"/>
                  </a:lnTo>
                  <a:lnTo>
                    <a:pt x="776" y="1010"/>
                  </a:lnTo>
                  <a:close/>
                  <a:moveTo>
                    <a:pt x="759" y="1867"/>
                  </a:moveTo>
                  <a:cubicBezTo>
                    <a:pt x="739" y="1883"/>
                    <a:pt x="739" y="1899"/>
                    <a:pt x="759" y="1936"/>
                  </a:cubicBezTo>
                  <a:lnTo>
                    <a:pt x="759" y="1919"/>
                  </a:lnTo>
                  <a:lnTo>
                    <a:pt x="759" y="1867"/>
                  </a:lnTo>
                  <a:close/>
                  <a:moveTo>
                    <a:pt x="759" y="1936"/>
                  </a:moveTo>
                  <a:cubicBezTo>
                    <a:pt x="759" y="1952"/>
                    <a:pt x="759" y="1984"/>
                    <a:pt x="739" y="2020"/>
                  </a:cubicBezTo>
                  <a:lnTo>
                    <a:pt x="739" y="2085"/>
                  </a:lnTo>
                  <a:lnTo>
                    <a:pt x="739" y="2388"/>
                  </a:lnTo>
                  <a:lnTo>
                    <a:pt x="739" y="2473"/>
                  </a:lnTo>
                  <a:lnTo>
                    <a:pt x="739" y="2489"/>
                  </a:lnTo>
                  <a:lnTo>
                    <a:pt x="739" y="2574"/>
                  </a:lnTo>
                  <a:lnTo>
                    <a:pt x="739" y="2675"/>
                  </a:lnTo>
                  <a:cubicBezTo>
                    <a:pt x="739" y="2643"/>
                    <a:pt x="739" y="2606"/>
                    <a:pt x="759" y="2574"/>
                  </a:cubicBezTo>
                  <a:lnTo>
                    <a:pt x="759" y="2489"/>
                  </a:lnTo>
                  <a:lnTo>
                    <a:pt x="759" y="2473"/>
                  </a:lnTo>
                  <a:cubicBezTo>
                    <a:pt x="759" y="2441"/>
                    <a:pt x="739" y="2404"/>
                    <a:pt x="759" y="2388"/>
                  </a:cubicBezTo>
                  <a:lnTo>
                    <a:pt x="759" y="2085"/>
                  </a:lnTo>
                  <a:lnTo>
                    <a:pt x="759" y="2020"/>
                  </a:lnTo>
                  <a:lnTo>
                    <a:pt x="759" y="1936"/>
                  </a:lnTo>
                  <a:close/>
                  <a:moveTo>
                    <a:pt x="739" y="2727"/>
                  </a:moveTo>
                  <a:cubicBezTo>
                    <a:pt x="723" y="2744"/>
                    <a:pt x="739" y="2760"/>
                    <a:pt x="739" y="2776"/>
                  </a:cubicBezTo>
                  <a:lnTo>
                    <a:pt x="739" y="2727"/>
                  </a:lnTo>
                  <a:close/>
                  <a:moveTo>
                    <a:pt x="739" y="2776"/>
                  </a:moveTo>
                  <a:cubicBezTo>
                    <a:pt x="739" y="2792"/>
                    <a:pt x="739" y="2828"/>
                    <a:pt x="723" y="2844"/>
                  </a:cubicBezTo>
                  <a:lnTo>
                    <a:pt x="723" y="2909"/>
                  </a:lnTo>
                  <a:cubicBezTo>
                    <a:pt x="739" y="2929"/>
                    <a:pt x="723" y="2945"/>
                    <a:pt x="723" y="2962"/>
                  </a:cubicBezTo>
                  <a:lnTo>
                    <a:pt x="723" y="3010"/>
                  </a:lnTo>
                  <a:lnTo>
                    <a:pt x="723" y="3046"/>
                  </a:lnTo>
                  <a:lnTo>
                    <a:pt x="723" y="3095"/>
                  </a:lnTo>
                  <a:lnTo>
                    <a:pt x="723" y="3147"/>
                  </a:lnTo>
                  <a:lnTo>
                    <a:pt x="723" y="3196"/>
                  </a:lnTo>
                  <a:lnTo>
                    <a:pt x="723" y="3265"/>
                  </a:lnTo>
                  <a:lnTo>
                    <a:pt x="723" y="3297"/>
                  </a:lnTo>
                  <a:lnTo>
                    <a:pt x="723" y="3382"/>
                  </a:lnTo>
                  <a:cubicBezTo>
                    <a:pt x="723" y="3349"/>
                    <a:pt x="723" y="3313"/>
                    <a:pt x="739" y="3297"/>
                  </a:cubicBezTo>
                  <a:lnTo>
                    <a:pt x="739" y="3265"/>
                  </a:lnTo>
                  <a:lnTo>
                    <a:pt x="739" y="3196"/>
                  </a:lnTo>
                  <a:lnTo>
                    <a:pt x="739" y="3164"/>
                  </a:lnTo>
                  <a:lnTo>
                    <a:pt x="739" y="3095"/>
                  </a:lnTo>
                  <a:lnTo>
                    <a:pt x="739" y="3046"/>
                  </a:lnTo>
                  <a:lnTo>
                    <a:pt x="739" y="3010"/>
                  </a:lnTo>
                  <a:lnTo>
                    <a:pt x="739" y="2962"/>
                  </a:lnTo>
                  <a:lnTo>
                    <a:pt x="739" y="2909"/>
                  </a:lnTo>
                  <a:lnTo>
                    <a:pt x="739" y="2861"/>
                  </a:lnTo>
                  <a:lnTo>
                    <a:pt x="739" y="2776"/>
                  </a:lnTo>
                  <a:close/>
                  <a:moveTo>
                    <a:pt x="723" y="3616"/>
                  </a:moveTo>
                  <a:cubicBezTo>
                    <a:pt x="723" y="3636"/>
                    <a:pt x="723" y="3652"/>
                    <a:pt x="707" y="3669"/>
                  </a:cubicBezTo>
                  <a:lnTo>
                    <a:pt x="707" y="3737"/>
                  </a:lnTo>
                  <a:cubicBezTo>
                    <a:pt x="707" y="3770"/>
                    <a:pt x="723" y="3802"/>
                    <a:pt x="707" y="3838"/>
                  </a:cubicBezTo>
                  <a:lnTo>
                    <a:pt x="707" y="3854"/>
                  </a:lnTo>
                  <a:cubicBezTo>
                    <a:pt x="723" y="3871"/>
                    <a:pt x="707" y="3871"/>
                    <a:pt x="707" y="3887"/>
                  </a:cubicBezTo>
                  <a:lnTo>
                    <a:pt x="707" y="3939"/>
                  </a:lnTo>
                  <a:lnTo>
                    <a:pt x="707" y="3988"/>
                  </a:lnTo>
                  <a:lnTo>
                    <a:pt x="707" y="4020"/>
                  </a:lnTo>
                  <a:lnTo>
                    <a:pt x="707" y="4141"/>
                  </a:lnTo>
                  <a:lnTo>
                    <a:pt x="707" y="4307"/>
                  </a:lnTo>
                  <a:cubicBezTo>
                    <a:pt x="723" y="4258"/>
                    <a:pt x="723" y="4190"/>
                    <a:pt x="723" y="4141"/>
                  </a:cubicBezTo>
                  <a:lnTo>
                    <a:pt x="723" y="4020"/>
                  </a:lnTo>
                  <a:lnTo>
                    <a:pt x="723" y="3988"/>
                  </a:lnTo>
                  <a:lnTo>
                    <a:pt x="723" y="3939"/>
                  </a:lnTo>
                  <a:lnTo>
                    <a:pt x="723" y="3903"/>
                  </a:lnTo>
                  <a:lnTo>
                    <a:pt x="723" y="3838"/>
                  </a:lnTo>
                  <a:lnTo>
                    <a:pt x="723" y="3737"/>
                  </a:lnTo>
                  <a:lnTo>
                    <a:pt x="723" y="3669"/>
                  </a:lnTo>
                  <a:lnTo>
                    <a:pt x="723" y="3616"/>
                  </a:lnTo>
                  <a:close/>
                  <a:moveTo>
                    <a:pt x="707" y="4307"/>
                  </a:moveTo>
                  <a:cubicBezTo>
                    <a:pt x="691" y="4323"/>
                    <a:pt x="691" y="4359"/>
                    <a:pt x="707" y="4376"/>
                  </a:cubicBezTo>
                  <a:lnTo>
                    <a:pt x="707" y="4307"/>
                  </a:lnTo>
                  <a:close/>
                  <a:moveTo>
                    <a:pt x="707" y="4424"/>
                  </a:moveTo>
                  <a:cubicBezTo>
                    <a:pt x="691" y="4444"/>
                    <a:pt x="691" y="4460"/>
                    <a:pt x="707" y="4493"/>
                  </a:cubicBezTo>
                  <a:lnTo>
                    <a:pt x="707" y="4424"/>
                  </a:lnTo>
                  <a:close/>
                  <a:moveTo>
                    <a:pt x="707" y="4493"/>
                  </a:moveTo>
                  <a:cubicBezTo>
                    <a:pt x="707" y="4509"/>
                    <a:pt x="691" y="4509"/>
                    <a:pt x="675" y="4525"/>
                  </a:cubicBezTo>
                  <a:lnTo>
                    <a:pt x="691" y="4525"/>
                  </a:lnTo>
                  <a:cubicBezTo>
                    <a:pt x="707" y="4525"/>
                    <a:pt x="723" y="4509"/>
                    <a:pt x="707" y="4493"/>
                  </a:cubicBezTo>
                  <a:close/>
                  <a:moveTo>
                    <a:pt x="675" y="4525"/>
                  </a:moveTo>
                  <a:lnTo>
                    <a:pt x="675" y="4525"/>
                  </a:lnTo>
                  <a:cubicBezTo>
                    <a:pt x="638" y="4545"/>
                    <a:pt x="606" y="4561"/>
                    <a:pt x="574" y="4578"/>
                  </a:cubicBezTo>
                  <a:cubicBezTo>
                    <a:pt x="557" y="4594"/>
                    <a:pt x="537" y="4594"/>
                    <a:pt x="521" y="4610"/>
                  </a:cubicBezTo>
                  <a:cubicBezTo>
                    <a:pt x="404" y="4679"/>
                    <a:pt x="287" y="4747"/>
                    <a:pt x="170" y="4812"/>
                  </a:cubicBezTo>
                  <a:cubicBezTo>
                    <a:pt x="133" y="4848"/>
                    <a:pt x="85" y="4864"/>
                    <a:pt x="53" y="4880"/>
                  </a:cubicBezTo>
                  <a:cubicBezTo>
                    <a:pt x="32" y="4897"/>
                    <a:pt x="16" y="4897"/>
                    <a:pt x="0" y="4897"/>
                  </a:cubicBezTo>
                  <a:lnTo>
                    <a:pt x="0" y="4913"/>
                  </a:lnTo>
                  <a:cubicBezTo>
                    <a:pt x="16" y="4913"/>
                    <a:pt x="32" y="4913"/>
                    <a:pt x="53" y="4897"/>
                  </a:cubicBezTo>
                  <a:cubicBezTo>
                    <a:pt x="85" y="4880"/>
                    <a:pt x="133" y="4848"/>
                    <a:pt x="170" y="4828"/>
                  </a:cubicBezTo>
                  <a:cubicBezTo>
                    <a:pt x="287" y="4763"/>
                    <a:pt x="420" y="4695"/>
                    <a:pt x="537" y="4626"/>
                  </a:cubicBezTo>
                  <a:cubicBezTo>
                    <a:pt x="557" y="4610"/>
                    <a:pt x="574" y="4610"/>
                    <a:pt x="590" y="4594"/>
                  </a:cubicBezTo>
                  <a:cubicBezTo>
                    <a:pt x="622" y="4578"/>
                    <a:pt x="658" y="4561"/>
                    <a:pt x="675" y="4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1457;p39">
              <a:extLst>
                <a:ext uri="{FF2B5EF4-FFF2-40B4-BE49-F238E27FC236}">
                  <a16:creationId xmlns:a16="http://schemas.microsoft.com/office/drawing/2014/main" id="{1A1BD22C-E9E4-D79B-E8A8-AB816576160A}"/>
                </a:ext>
              </a:extLst>
            </p:cNvPr>
            <p:cNvSpPr/>
            <p:nvPr/>
          </p:nvSpPr>
          <p:spPr>
            <a:xfrm>
              <a:off x="2583571" y="481027"/>
              <a:ext cx="150477" cy="458385"/>
            </a:xfrm>
            <a:custGeom>
              <a:avLst/>
              <a:gdLst/>
              <a:ahLst/>
              <a:cxnLst/>
              <a:rect l="l" t="t" r="r" b="b"/>
              <a:pathLst>
                <a:path w="1515" h="4615" extrusionOk="0">
                  <a:moveTo>
                    <a:pt x="218" y="1"/>
                  </a:moveTo>
                  <a:cubicBezTo>
                    <a:pt x="202" y="17"/>
                    <a:pt x="186" y="33"/>
                    <a:pt x="150" y="53"/>
                  </a:cubicBezTo>
                  <a:lnTo>
                    <a:pt x="133" y="53"/>
                  </a:lnTo>
                  <a:cubicBezTo>
                    <a:pt x="85" y="70"/>
                    <a:pt x="49" y="86"/>
                    <a:pt x="0" y="118"/>
                  </a:cubicBezTo>
                  <a:lnTo>
                    <a:pt x="16" y="118"/>
                  </a:lnTo>
                  <a:cubicBezTo>
                    <a:pt x="49" y="102"/>
                    <a:pt x="101" y="86"/>
                    <a:pt x="133" y="70"/>
                  </a:cubicBezTo>
                  <a:lnTo>
                    <a:pt x="170" y="53"/>
                  </a:lnTo>
                  <a:cubicBezTo>
                    <a:pt x="186" y="53"/>
                    <a:pt x="218" y="33"/>
                    <a:pt x="234" y="1"/>
                  </a:cubicBezTo>
                  <a:close/>
                  <a:moveTo>
                    <a:pt x="234" y="1"/>
                  </a:moveTo>
                  <a:cubicBezTo>
                    <a:pt x="251" y="17"/>
                    <a:pt x="271" y="17"/>
                    <a:pt x="287" y="33"/>
                  </a:cubicBezTo>
                  <a:cubicBezTo>
                    <a:pt x="303" y="33"/>
                    <a:pt x="319" y="33"/>
                    <a:pt x="319" y="53"/>
                  </a:cubicBezTo>
                  <a:cubicBezTo>
                    <a:pt x="335" y="53"/>
                    <a:pt x="372" y="53"/>
                    <a:pt x="388" y="70"/>
                  </a:cubicBezTo>
                  <a:cubicBezTo>
                    <a:pt x="404" y="70"/>
                    <a:pt x="420" y="86"/>
                    <a:pt x="436" y="86"/>
                  </a:cubicBezTo>
                  <a:lnTo>
                    <a:pt x="574" y="134"/>
                  </a:lnTo>
                  <a:cubicBezTo>
                    <a:pt x="675" y="171"/>
                    <a:pt x="776" y="219"/>
                    <a:pt x="877" y="255"/>
                  </a:cubicBezTo>
                  <a:cubicBezTo>
                    <a:pt x="776" y="203"/>
                    <a:pt x="675" y="171"/>
                    <a:pt x="574" y="118"/>
                  </a:cubicBezTo>
                  <a:lnTo>
                    <a:pt x="453" y="70"/>
                  </a:lnTo>
                  <a:cubicBezTo>
                    <a:pt x="436" y="70"/>
                    <a:pt x="404" y="70"/>
                    <a:pt x="388" y="53"/>
                  </a:cubicBezTo>
                  <a:cubicBezTo>
                    <a:pt x="372" y="53"/>
                    <a:pt x="352" y="33"/>
                    <a:pt x="335" y="33"/>
                  </a:cubicBezTo>
                  <a:cubicBezTo>
                    <a:pt x="319" y="33"/>
                    <a:pt x="303" y="17"/>
                    <a:pt x="303" y="17"/>
                  </a:cubicBezTo>
                  <a:cubicBezTo>
                    <a:pt x="271" y="17"/>
                    <a:pt x="251" y="1"/>
                    <a:pt x="234" y="1"/>
                  </a:cubicBezTo>
                  <a:close/>
                  <a:moveTo>
                    <a:pt x="877" y="255"/>
                  </a:moveTo>
                  <a:cubicBezTo>
                    <a:pt x="893" y="272"/>
                    <a:pt x="909" y="288"/>
                    <a:pt x="909" y="304"/>
                  </a:cubicBezTo>
                  <a:cubicBezTo>
                    <a:pt x="909" y="336"/>
                    <a:pt x="925" y="389"/>
                    <a:pt x="925" y="421"/>
                  </a:cubicBezTo>
                  <a:cubicBezTo>
                    <a:pt x="925" y="474"/>
                    <a:pt x="941" y="522"/>
                    <a:pt x="941" y="575"/>
                  </a:cubicBezTo>
                  <a:cubicBezTo>
                    <a:pt x="957" y="607"/>
                    <a:pt x="957" y="639"/>
                    <a:pt x="957" y="676"/>
                  </a:cubicBezTo>
                  <a:cubicBezTo>
                    <a:pt x="957" y="724"/>
                    <a:pt x="978" y="760"/>
                    <a:pt x="978" y="793"/>
                  </a:cubicBezTo>
                  <a:cubicBezTo>
                    <a:pt x="978" y="841"/>
                    <a:pt x="994" y="910"/>
                    <a:pt x="994" y="962"/>
                  </a:cubicBezTo>
                  <a:cubicBezTo>
                    <a:pt x="1010" y="1011"/>
                    <a:pt x="1010" y="1063"/>
                    <a:pt x="1026" y="1112"/>
                  </a:cubicBezTo>
                  <a:cubicBezTo>
                    <a:pt x="1026" y="1063"/>
                    <a:pt x="1010" y="1011"/>
                    <a:pt x="1010" y="962"/>
                  </a:cubicBezTo>
                  <a:cubicBezTo>
                    <a:pt x="1010" y="910"/>
                    <a:pt x="994" y="841"/>
                    <a:pt x="994" y="793"/>
                  </a:cubicBezTo>
                  <a:cubicBezTo>
                    <a:pt x="978" y="760"/>
                    <a:pt x="978" y="724"/>
                    <a:pt x="978" y="676"/>
                  </a:cubicBezTo>
                  <a:cubicBezTo>
                    <a:pt x="978" y="639"/>
                    <a:pt x="957" y="607"/>
                    <a:pt x="957" y="575"/>
                  </a:cubicBezTo>
                  <a:cubicBezTo>
                    <a:pt x="957" y="522"/>
                    <a:pt x="941" y="474"/>
                    <a:pt x="941" y="421"/>
                  </a:cubicBezTo>
                  <a:cubicBezTo>
                    <a:pt x="925" y="373"/>
                    <a:pt x="925" y="336"/>
                    <a:pt x="925" y="304"/>
                  </a:cubicBezTo>
                  <a:cubicBezTo>
                    <a:pt x="925" y="288"/>
                    <a:pt x="909" y="255"/>
                    <a:pt x="877" y="255"/>
                  </a:cubicBezTo>
                  <a:close/>
                  <a:moveTo>
                    <a:pt x="1026" y="1112"/>
                  </a:moveTo>
                  <a:lnTo>
                    <a:pt x="1026" y="1213"/>
                  </a:lnTo>
                  <a:cubicBezTo>
                    <a:pt x="1042" y="1265"/>
                    <a:pt x="1042" y="1330"/>
                    <a:pt x="1058" y="1383"/>
                  </a:cubicBezTo>
                  <a:cubicBezTo>
                    <a:pt x="1058" y="1314"/>
                    <a:pt x="1042" y="1265"/>
                    <a:pt x="1042" y="1213"/>
                  </a:cubicBezTo>
                  <a:cubicBezTo>
                    <a:pt x="1042" y="1181"/>
                    <a:pt x="1042" y="1144"/>
                    <a:pt x="1026" y="1112"/>
                  </a:cubicBezTo>
                  <a:close/>
                  <a:moveTo>
                    <a:pt x="1058" y="1383"/>
                  </a:moveTo>
                  <a:lnTo>
                    <a:pt x="1058" y="1399"/>
                  </a:lnTo>
                  <a:cubicBezTo>
                    <a:pt x="1058" y="1447"/>
                    <a:pt x="1079" y="1516"/>
                    <a:pt x="1079" y="1568"/>
                  </a:cubicBezTo>
                  <a:cubicBezTo>
                    <a:pt x="1079" y="1617"/>
                    <a:pt x="1095" y="1649"/>
                    <a:pt x="1095" y="1686"/>
                  </a:cubicBezTo>
                  <a:cubicBezTo>
                    <a:pt x="1095" y="1718"/>
                    <a:pt x="1111" y="1750"/>
                    <a:pt x="1111" y="1787"/>
                  </a:cubicBezTo>
                  <a:cubicBezTo>
                    <a:pt x="1127" y="1887"/>
                    <a:pt x="1127" y="1972"/>
                    <a:pt x="1143" y="2073"/>
                  </a:cubicBezTo>
                  <a:cubicBezTo>
                    <a:pt x="1159" y="2122"/>
                    <a:pt x="1159" y="2174"/>
                    <a:pt x="1180" y="2223"/>
                  </a:cubicBezTo>
                  <a:cubicBezTo>
                    <a:pt x="1180" y="2174"/>
                    <a:pt x="1159" y="2122"/>
                    <a:pt x="1159" y="2073"/>
                  </a:cubicBezTo>
                  <a:cubicBezTo>
                    <a:pt x="1143" y="1972"/>
                    <a:pt x="1127" y="1887"/>
                    <a:pt x="1127" y="1787"/>
                  </a:cubicBezTo>
                  <a:cubicBezTo>
                    <a:pt x="1127" y="1750"/>
                    <a:pt x="1111" y="1718"/>
                    <a:pt x="1111" y="1686"/>
                  </a:cubicBezTo>
                  <a:cubicBezTo>
                    <a:pt x="1111" y="1649"/>
                    <a:pt x="1095" y="1601"/>
                    <a:pt x="1095" y="1568"/>
                  </a:cubicBezTo>
                  <a:cubicBezTo>
                    <a:pt x="1095" y="1516"/>
                    <a:pt x="1079" y="1447"/>
                    <a:pt x="1079" y="1399"/>
                  </a:cubicBezTo>
                  <a:lnTo>
                    <a:pt x="1058" y="1383"/>
                  </a:lnTo>
                  <a:close/>
                  <a:moveTo>
                    <a:pt x="1180" y="2223"/>
                  </a:moveTo>
                  <a:lnTo>
                    <a:pt x="1180" y="2275"/>
                  </a:lnTo>
                  <a:cubicBezTo>
                    <a:pt x="1180" y="2308"/>
                    <a:pt x="1196" y="2340"/>
                    <a:pt x="1180" y="2376"/>
                  </a:cubicBezTo>
                  <a:cubicBezTo>
                    <a:pt x="1196" y="2409"/>
                    <a:pt x="1212" y="2441"/>
                    <a:pt x="1212" y="2493"/>
                  </a:cubicBezTo>
                  <a:lnTo>
                    <a:pt x="1212" y="2558"/>
                  </a:lnTo>
                  <a:cubicBezTo>
                    <a:pt x="1228" y="2578"/>
                    <a:pt x="1228" y="2611"/>
                    <a:pt x="1228" y="2627"/>
                  </a:cubicBezTo>
                  <a:lnTo>
                    <a:pt x="1228" y="2679"/>
                  </a:lnTo>
                  <a:cubicBezTo>
                    <a:pt x="1228" y="2695"/>
                    <a:pt x="1228" y="2695"/>
                    <a:pt x="1244" y="2712"/>
                  </a:cubicBezTo>
                  <a:lnTo>
                    <a:pt x="1244" y="2659"/>
                  </a:lnTo>
                  <a:lnTo>
                    <a:pt x="1244" y="2627"/>
                  </a:lnTo>
                  <a:cubicBezTo>
                    <a:pt x="1244" y="2611"/>
                    <a:pt x="1228" y="2578"/>
                    <a:pt x="1228" y="2558"/>
                  </a:cubicBezTo>
                  <a:cubicBezTo>
                    <a:pt x="1228" y="2526"/>
                    <a:pt x="1228" y="2510"/>
                    <a:pt x="1212" y="2477"/>
                  </a:cubicBezTo>
                  <a:cubicBezTo>
                    <a:pt x="1212" y="2441"/>
                    <a:pt x="1212" y="2409"/>
                    <a:pt x="1196" y="2376"/>
                  </a:cubicBezTo>
                  <a:cubicBezTo>
                    <a:pt x="1212" y="2340"/>
                    <a:pt x="1196" y="2308"/>
                    <a:pt x="1196" y="2275"/>
                  </a:cubicBezTo>
                  <a:cubicBezTo>
                    <a:pt x="1196" y="2255"/>
                    <a:pt x="1180" y="2239"/>
                    <a:pt x="1180" y="2223"/>
                  </a:cubicBezTo>
                  <a:close/>
                  <a:moveTo>
                    <a:pt x="1244" y="2712"/>
                  </a:moveTo>
                  <a:cubicBezTo>
                    <a:pt x="1244" y="2760"/>
                    <a:pt x="1244" y="2796"/>
                    <a:pt x="1260" y="2845"/>
                  </a:cubicBezTo>
                  <a:cubicBezTo>
                    <a:pt x="1260" y="2796"/>
                    <a:pt x="1260" y="2760"/>
                    <a:pt x="1244" y="2712"/>
                  </a:cubicBezTo>
                  <a:close/>
                  <a:moveTo>
                    <a:pt x="1260" y="2845"/>
                  </a:moveTo>
                  <a:cubicBezTo>
                    <a:pt x="1260" y="2881"/>
                    <a:pt x="1260" y="2914"/>
                    <a:pt x="1281" y="2962"/>
                  </a:cubicBezTo>
                  <a:lnTo>
                    <a:pt x="1281" y="3063"/>
                  </a:lnTo>
                  <a:lnTo>
                    <a:pt x="1297" y="3083"/>
                  </a:lnTo>
                  <a:lnTo>
                    <a:pt x="1297" y="3116"/>
                  </a:lnTo>
                  <a:cubicBezTo>
                    <a:pt x="1313" y="3099"/>
                    <a:pt x="1297" y="3083"/>
                    <a:pt x="1297" y="3063"/>
                  </a:cubicBezTo>
                  <a:cubicBezTo>
                    <a:pt x="1297" y="3031"/>
                    <a:pt x="1281" y="2998"/>
                    <a:pt x="1281" y="2946"/>
                  </a:cubicBezTo>
                  <a:cubicBezTo>
                    <a:pt x="1281" y="2914"/>
                    <a:pt x="1281" y="2881"/>
                    <a:pt x="1260" y="2845"/>
                  </a:cubicBezTo>
                  <a:close/>
                  <a:moveTo>
                    <a:pt x="1297" y="3116"/>
                  </a:moveTo>
                  <a:cubicBezTo>
                    <a:pt x="1281" y="3116"/>
                    <a:pt x="1281" y="3132"/>
                    <a:pt x="1297" y="3148"/>
                  </a:cubicBezTo>
                  <a:cubicBezTo>
                    <a:pt x="1313" y="3164"/>
                    <a:pt x="1313" y="3184"/>
                    <a:pt x="1313" y="3200"/>
                  </a:cubicBezTo>
                  <a:lnTo>
                    <a:pt x="1313" y="3132"/>
                  </a:lnTo>
                  <a:cubicBezTo>
                    <a:pt x="1297" y="3132"/>
                    <a:pt x="1297" y="3116"/>
                    <a:pt x="1297" y="3116"/>
                  </a:cubicBezTo>
                  <a:close/>
                  <a:moveTo>
                    <a:pt x="1313" y="3217"/>
                  </a:moveTo>
                  <a:lnTo>
                    <a:pt x="1313" y="3233"/>
                  </a:lnTo>
                  <a:cubicBezTo>
                    <a:pt x="1313" y="3265"/>
                    <a:pt x="1313" y="3301"/>
                    <a:pt x="1329" y="3350"/>
                  </a:cubicBezTo>
                  <a:cubicBezTo>
                    <a:pt x="1329" y="3386"/>
                    <a:pt x="1329" y="3419"/>
                    <a:pt x="1345" y="3451"/>
                  </a:cubicBezTo>
                  <a:cubicBezTo>
                    <a:pt x="1345" y="3419"/>
                    <a:pt x="1345" y="3386"/>
                    <a:pt x="1329" y="3334"/>
                  </a:cubicBezTo>
                  <a:cubicBezTo>
                    <a:pt x="1329" y="3301"/>
                    <a:pt x="1329" y="3265"/>
                    <a:pt x="1313" y="3217"/>
                  </a:cubicBezTo>
                  <a:close/>
                  <a:moveTo>
                    <a:pt x="1345" y="3451"/>
                  </a:moveTo>
                  <a:cubicBezTo>
                    <a:pt x="1345" y="3503"/>
                    <a:pt x="1345" y="3536"/>
                    <a:pt x="1361" y="3588"/>
                  </a:cubicBezTo>
                  <a:cubicBezTo>
                    <a:pt x="1361" y="3536"/>
                    <a:pt x="1361" y="3503"/>
                    <a:pt x="1345" y="3451"/>
                  </a:cubicBezTo>
                  <a:close/>
                  <a:moveTo>
                    <a:pt x="1361" y="3588"/>
                  </a:moveTo>
                  <a:lnTo>
                    <a:pt x="1361" y="3669"/>
                  </a:lnTo>
                  <a:cubicBezTo>
                    <a:pt x="1382" y="3705"/>
                    <a:pt x="1382" y="3738"/>
                    <a:pt x="1382" y="3770"/>
                  </a:cubicBezTo>
                  <a:cubicBezTo>
                    <a:pt x="1398" y="3823"/>
                    <a:pt x="1398" y="3871"/>
                    <a:pt x="1398" y="3923"/>
                  </a:cubicBezTo>
                  <a:cubicBezTo>
                    <a:pt x="1398" y="3940"/>
                    <a:pt x="1414" y="3940"/>
                    <a:pt x="1414" y="3956"/>
                  </a:cubicBezTo>
                  <a:lnTo>
                    <a:pt x="1414" y="3923"/>
                  </a:lnTo>
                  <a:cubicBezTo>
                    <a:pt x="1414" y="3871"/>
                    <a:pt x="1398" y="3823"/>
                    <a:pt x="1398" y="3770"/>
                  </a:cubicBezTo>
                  <a:cubicBezTo>
                    <a:pt x="1398" y="3738"/>
                    <a:pt x="1382" y="3705"/>
                    <a:pt x="1382" y="3669"/>
                  </a:cubicBezTo>
                  <a:cubicBezTo>
                    <a:pt x="1382" y="3637"/>
                    <a:pt x="1382" y="3604"/>
                    <a:pt x="1361" y="3588"/>
                  </a:cubicBezTo>
                  <a:close/>
                  <a:moveTo>
                    <a:pt x="1414" y="3956"/>
                  </a:moveTo>
                  <a:lnTo>
                    <a:pt x="1414" y="4008"/>
                  </a:lnTo>
                  <a:lnTo>
                    <a:pt x="1414" y="4024"/>
                  </a:lnTo>
                  <a:cubicBezTo>
                    <a:pt x="1430" y="3992"/>
                    <a:pt x="1430" y="3972"/>
                    <a:pt x="1414" y="3956"/>
                  </a:cubicBezTo>
                  <a:close/>
                  <a:moveTo>
                    <a:pt x="1414" y="4024"/>
                  </a:moveTo>
                  <a:lnTo>
                    <a:pt x="1414" y="4024"/>
                  </a:lnTo>
                  <a:cubicBezTo>
                    <a:pt x="1430" y="4073"/>
                    <a:pt x="1430" y="4125"/>
                    <a:pt x="1430" y="4174"/>
                  </a:cubicBezTo>
                  <a:cubicBezTo>
                    <a:pt x="1430" y="4194"/>
                    <a:pt x="1446" y="4210"/>
                    <a:pt x="1446" y="4243"/>
                  </a:cubicBezTo>
                  <a:cubicBezTo>
                    <a:pt x="1446" y="4311"/>
                    <a:pt x="1462" y="4376"/>
                    <a:pt x="1483" y="4445"/>
                  </a:cubicBezTo>
                  <a:cubicBezTo>
                    <a:pt x="1483" y="4376"/>
                    <a:pt x="1462" y="4311"/>
                    <a:pt x="1462" y="4243"/>
                  </a:cubicBezTo>
                  <a:cubicBezTo>
                    <a:pt x="1446" y="4210"/>
                    <a:pt x="1446" y="4194"/>
                    <a:pt x="1446" y="4174"/>
                  </a:cubicBezTo>
                  <a:cubicBezTo>
                    <a:pt x="1446" y="4125"/>
                    <a:pt x="1446" y="4073"/>
                    <a:pt x="1414" y="4024"/>
                  </a:cubicBezTo>
                  <a:close/>
                  <a:moveTo>
                    <a:pt x="1483" y="4445"/>
                  </a:moveTo>
                  <a:lnTo>
                    <a:pt x="1483" y="4461"/>
                  </a:lnTo>
                  <a:lnTo>
                    <a:pt x="1483" y="4497"/>
                  </a:lnTo>
                  <a:cubicBezTo>
                    <a:pt x="1483" y="4513"/>
                    <a:pt x="1483" y="4546"/>
                    <a:pt x="1499" y="4562"/>
                  </a:cubicBezTo>
                  <a:lnTo>
                    <a:pt x="1499" y="4497"/>
                  </a:lnTo>
                  <a:lnTo>
                    <a:pt x="1499" y="4461"/>
                  </a:lnTo>
                  <a:lnTo>
                    <a:pt x="1483" y="4445"/>
                  </a:lnTo>
                  <a:close/>
                  <a:moveTo>
                    <a:pt x="1499" y="4562"/>
                  </a:moveTo>
                  <a:cubicBezTo>
                    <a:pt x="1499" y="4578"/>
                    <a:pt x="1499" y="4598"/>
                    <a:pt x="1483" y="4614"/>
                  </a:cubicBezTo>
                  <a:lnTo>
                    <a:pt x="1499" y="4614"/>
                  </a:lnTo>
                  <a:cubicBezTo>
                    <a:pt x="1499" y="4598"/>
                    <a:pt x="1515" y="4578"/>
                    <a:pt x="1499" y="4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1458;p39">
              <a:extLst>
                <a:ext uri="{FF2B5EF4-FFF2-40B4-BE49-F238E27FC236}">
                  <a16:creationId xmlns:a16="http://schemas.microsoft.com/office/drawing/2014/main" id="{DFC4C11C-395B-6526-59A9-6ED6A0A435EA}"/>
                </a:ext>
              </a:extLst>
            </p:cNvPr>
            <p:cNvSpPr/>
            <p:nvPr/>
          </p:nvSpPr>
          <p:spPr>
            <a:xfrm>
              <a:off x="2446304" y="407626"/>
              <a:ext cx="47080" cy="466331"/>
            </a:xfrm>
            <a:custGeom>
              <a:avLst/>
              <a:gdLst/>
              <a:ahLst/>
              <a:cxnLst/>
              <a:rect l="l" t="t" r="r" b="b"/>
              <a:pathLst>
                <a:path w="474" h="4695" extrusionOk="0">
                  <a:moveTo>
                    <a:pt x="17" y="1"/>
                  </a:moveTo>
                  <a:cubicBezTo>
                    <a:pt x="1" y="17"/>
                    <a:pt x="1" y="33"/>
                    <a:pt x="1" y="65"/>
                  </a:cubicBezTo>
                  <a:lnTo>
                    <a:pt x="1" y="86"/>
                  </a:lnTo>
                  <a:cubicBezTo>
                    <a:pt x="17" y="134"/>
                    <a:pt x="17" y="166"/>
                    <a:pt x="17" y="203"/>
                  </a:cubicBezTo>
                  <a:lnTo>
                    <a:pt x="37" y="267"/>
                  </a:lnTo>
                  <a:lnTo>
                    <a:pt x="37" y="203"/>
                  </a:lnTo>
                  <a:cubicBezTo>
                    <a:pt x="37" y="166"/>
                    <a:pt x="37" y="118"/>
                    <a:pt x="17" y="86"/>
                  </a:cubicBezTo>
                  <a:lnTo>
                    <a:pt x="17" y="65"/>
                  </a:lnTo>
                  <a:lnTo>
                    <a:pt x="17" y="1"/>
                  </a:lnTo>
                  <a:close/>
                  <a:moveTo>
                    <a:pt x="37" y="267"/>
                  </a:moveTo>
                  <a:cubicBezTo>
                    <a:pt x="37" y="336"/>
                    <a:pt x="37" y="405"/>
                    <a:pt x="53" y="469"/>
                  </a:cubicBezTo>
                  <a:cubicBezTo>
                    <a:pt x="53" y="405"/>
                    <a:pt x="53" y="336"/>
                    <a:pt x="37" y="267"/>
                  </a:cubicBezTo>
                  <a:close/>
                  <a:moveTo>
                    <a:pt x="53" y="469"/>
                  </a:moveTo>
                  <a:lnTo>
                    <a:pt x="53" y="522"/>
                  </a:lnTo>
                  <a:cubicBezTo>
                    <a:pt x="69" y="607"/>
                    <a:pt x="69" y="708"/>
                    <a:pt x="85" y="809"/>
                  </a:cubicBezTo>
                  <a:cubicBezTo>
                    <a:pt x="85" y="857"/>
                    <a:pt x="85" y="926"/>
                    <a:pt x="102" y="994"/>
                  </a:cubicBezTo>
                  <a:lnTo>
                    <a:pt x="102" y="1075"/>
                  </a:lnTo>
                  <a:cubicBezTo>
                    <a:pt x="102" y="1128"/>
                    <a:pt x="118" y="1160"/>
                    <a:pt x="118" y="1196"/>
                  </a:cubicBezTo>
                  <a:lnTo>
                    <a:pt x="118" y="1297"/>
                  </a:lnTo>
                  <a:cubicBezTo>
                    <a:pt x="138" y="1330"/>
                    <a:pt x="138" y="1362"/>
                    <a:pt x="138" y="1398"/>
                  </a:cubicBezTo>
                  <a:cubicBezTo>
                    <a:pt x="154" y="1463"/>
                    <a:pt x="154" y="1548"/>
                    <a:pt x="154" y="1617"/>
                  </a:cubicBezTo>
                  <a:lnTo>
                    <a:pt x="170" y="1734"/>
                  </a:lnTo>
                  <a:cubicBezTo>
                    <a:pt x="186" y="1851"/>
                    <a:pt x="186" y="1968"/>
                    <a:pt x="203" y="2085"/>
                  </a:cubicBezTo>
                  <a:cubicBezTo>
                    <a:pt x="203" y="2138"/>
                    <a:pt x="219" y="2170"/>
                    <a:pt x="219" y="2223"/>
                  </a:cubicBezTo>
                  <a:cubicBezTo>
                    <a:pt x="219" y="2271"/>
                    <a:pt x="219" y="2324"/>
                    <a:pt x="239" y="2372"/>
                  </a:cubicBezTo>
                  <a:cubicBezTo>
                    <a:pt x="239" y="2441"/>
                    <a:pt x="255" y="2509"/>
                    <a:pt x="255" y="2574"/>
                  </a:cubicBezTo>
                  <a:lnTo>
                    <a:pt x="255" y="2675"/>
                  </a:lnTo>
                  <a:cubicBezTo>
                    <a:pt x="271" y="2727"/>
                    <a:pt x="271" y="2792"/>
                    <a:pt x="287" y="2845"/>
                  </a:cubicBezTo>
                  <a:cubicBezTo>
                    <a:pt x="287" y="2792"/>
                    <a:pt x="287" y="2727"/>
                    <a:pt x="271" y="2675"/>
                  </a:cubicBezTo>
                  <a:lnTo>
                    <a:pt x="271" y="2558"/>
                  </a:lnTo>
                  <a:cubicBezTo>
                    <a:pt x="255" y="2509"/>
                    <a:pt x="255" y="2441"/>
                    <a:pt x="255" y="2372"/>
                  </a:cubicBezTo>
                  <a:cubicBezTo>
                    <a:pt x="239" y="2324"/>
                    <a:pt x="239" y="2271"/>
                    <a:pt x="239" y="2206"/>
                  </a:cubicBezTo>
                  <a:cubicBezTo>
                    <a:pt x="219" y="2170"/>
                    <a:pt x="219" y="2138"/>
                    <a:pt x="219" y="2085"/>
                  </a:cubicBezTo>
                  <a:cubicBezTo>
                    <a:pt x="203" y="1968"/>
                    <a:pt x="186" y="1851"/>
                    <a:pt x="186" y="1734"/>
                  </a:cubicBezTo>
                  <a:lnTo>
                    <a:pt x="170" y="1617"/>
                  </a:lnTo>
                  <a:cubicBezTo>
                    <a:pt x="170" y="1548"/>
                    <a:pt x="154" y="1463"/>
                    <a:pt x="154" y="1398"/>
                  </a:cubicBezTo>
                  <a:cubicBezTo>
                    <a:pt x="154" y="1362"/>
                    <a:pt x="138" y="1330"/>
                    <a:pt x="138" y="1297"/>
                  </a:cubicBezTo>
                  <a:lnTo>
                    <a:pt x="138" y="1196"/>
                  </a:lnTo>
                  <a:cubicBezTo>
                    <a:pt x="118" y="1160"/>
                    <a:pt x="118" y="1112"/>
                    <a:pt x="118" y="1075"/>
                  </a:cubicBezTo>
                  <a:lnTo>
                    <a:pt x="118" y="994"/>
                  </a:lnTo>
                  <a:cubicBezTo>
                    <a:pt x="102" y="926"/>
                    <a:pt x="102" y="857"/>
                    <a:pt x="85" y="792"/>
                  </a:cubicBezTo>
                  <a:cubicBezTo>
                    <a:pt x="85" y="708"/>
                    <a:pt x="69" y="607"/>
                    <a:pt x="69" y="522"/>
                  </a:cubicBezTo>
                  <a:lnTo>
                    <a:pt x="53" y="469"/>
                  </a:lnTo>
                  <a:close/>
                  <a:moveTo>
                    <a:pt x="287" y="2845"/>
                  </a:moveTo>
                  <a:lnTo>
                    <a:pt x="287" y="2978"/>
                  </a:lnTo>
                  <a:cubicBezTo>
                    <a:pt x="287" y="2994"/>
                    <a:pt x="303" y="3030"/>
                    <a:pt x="303" y="3047"/>
                  </a:cubicBezTo>
                  <a:lnTo>
                    <a:pt x="303" y="2978"/>
                  </a:lnTo>
                  <a:cubicBezTo>
                    <a:pt x="303" y="2929"/>
                    <a:pt x="303" y="2893"/>
                    <a:pt x="287" y="2845"/>
                  </a:cubicBezTo>
                  <a:close/>
                  <a:moveTo>
                    <a:pt x="303" y="3047"/>
                  </a:moveTo>
                  <a:lnTo>
                    <a:pt x="303" y="3148"/>
                  </a:lnTo>
                  <a:cubicBezTo>
                    <a:pt x="303" y="3164"/>
                    <a:pt x="320" y="3196"/>
                    <a:pt x="320" y="3216"/>
                  </a:cubicBezTo>
                  <a:cubicBezTo>
                    <a:pt x="320" y="3265"/>
                    <a:pt x="320" y="3317"/>
                    <a:pt x="340" y="3366"/>
                  </a:cubicBezTo>
                  <a:lnTo>
                    <a:pt x="340" y="3216"/>
                  </a:lnTo>
                  <a:cubicBezTo>
                    <a:pt x="320" y="3196"/>
                    <a:pt x="320" y="3164"/>
                    <a:pt x="320" y="3148"/>
                  </a:cubicBezTo>
                  <a:cubicBezTo>
                    <a:pt x="320" y="3115"/>
                    <a:pt x="320" y="3079"/>
                    <a:pt x="303" y="3047"/>
                  </a:cubicBezTo>
                  <a:close/>
                  <a:moveTo>
                    <a:pt x="340" y="3366"/>
                  </a:moveTo>
                  <a:lnTo>
                    <a:pt x="340" y="3398"/>
                  </a:lnTo>
                  <a:lnTo>
                    <a:pt x="340" y="3451"/>
                  </a:lnTo>
                  <a:cubicBezTo>
                    <a:pt x="340" y="3483"/>
                    <a:pt x="340" y="3519"/>
                    <a:pt x="356" y="3568"/>
                  </a:cubicBezTo>
                  <a:lnTo>
                    <a:pt x="356" y="3620"/>
                  </a:lnTo>
                  <a:cubicBezTo>
                    <a:pt x="356" y="3653"/>
                    <a:pt x="356" y="3669"/>
                    <a:pt x="372" y="3701"/>
                  </a:cubicBezTo>
                  <a:lnTo>
                    <a:pt x="372" y="3620"/>
                  </a:lnTo>
                  <a:cubicBezTo>
                    <a:pt x="372" y="3584"/>
                    <a:pt x="372" y="3568"/>
                    <a:pt x="356" y="3552"/>
                  </a:cubicBezTo>
                  <a:lnTo>
                    <a:pt x="356" y="3451"/>
                  </a:lnTo>
                  <a:lnTo>
                    <a:pt x="356" y="3398"/>
                  </a:lnTo>
                  <a:cubicBezTo>
                    <a:pt x="356" y="3382"/>
                    <a:pt x="340" y="3382"/>
                    <a:pt x="340" y="3366"/>
                  </a:cubicBezTo>
                  <a:close/>
                  <a:moveTo>
                    <a:pt x="372" y="3701"/>
                  </a:moveTo>
                  <a:cubicBezTo>
                    <a:pt x="372" y="3770"/>
                    <a:pt x="372" y="3822"/>
                    <a:pt x="388" y="3871"/>
                  </a:cubicBezTo>
                  <a:cubicBezTo>
                    <a:pt x="388" y="3822"/>
                    <a:pt x="388" y="3770"/>
                    <a:pt x="372" y="3701"/>
                  </a:cubicBezTo>
                  <a:close/>
                  <a:moveTo>
                    <a:pt x="388" y="3871"/>
                  </a:moveTo>
                  <a:lnTo>
                    <a:pt x="388" y="3939"/>
                  </a:lnTo>
                  <a:cubicBezTo>
                    <a:pt x="388" y="3972"/>
                    <a:pt x="388" y="4024"/>
                    <a:pt x="404" y="4057"/>
                  </a:cubicBezTo>
                  <a:lnTo>
                    <a:pt x="404" y="3939"/>
                  </a:lnTo>
                  <a:cubicBezTo>
                    <a:pt x="404" y="3923"/>
                    <a:pt x="388" y="3903"/>
                    <a:pt x="388" y="3871"/>
                  </a:cubicBezTo>
                  <a:close/>
                  <a:moveTo>
                    <a:pt x="404" y="4057"/>
                  </a:moveTo>
                  <a:lnTo>
                    <a:pt x="404" y="4141"/>
                  </a:lnTo>
                  <a:cubicBezTo>
                    <a:pt x="404" y="4174"/>
                    <a:pt x="421" y="4226"/>
                    <a:pt x="421" y="4275"/>
                  </a:cubicBezTo>
                  <a:cubicBezTo>
                    <a:pt x="421" y="4327"/>
                    <a:pt x="421" y="4360"/>
                    <a:pt x="441" y="4408"/>
                  </a:cubicBezTo>
                  <a:lnTo>
                    <a:pt x="441" y="4529"/>
                  </a:lnTo>
                  <a:cubicBezTo>
                    <a:pt x="441" y="4545"/>
                    <a:pt x="441" y="4562"/>
                    <a:pt x="457" y="4578"/>
                  </a:cubicBezTo>
                  <a:lnTo>
                    <a:pt x="457" y="4529"/>
                  </a:lnTo>
                  <a:cubicBezTo>
                    <a:pt x="457" y="4493"/>
                    <a:pt x="457" y="4444"/>
                    <a:pt x="441" y="4392"/>
                  </a:cubicBezTo>
                  <a:lnTo>
                    <a:pt x="441" y="4275"/>
                  </a:lnTo>
                  <a:cubicBezTo>
                    <a:pt x="421" y="4226"/>
                    <a:pt x="421" y="4174"/>
                    <a:pt x="421" y="4141"/>
                  </a:cubicBezTo>
                  <a:cubicBezTo>
                    <a:pt x="421" y="4105"/>
                    <a:pt x="421" y="4089"/>
                    <a:pt x="404" y="4057"/>
                  </a:cubicBezTo>
                  <a:close/>
                  <a:moveTo>
                    <a:pt x="457" y="4578"/>
                  </a:moveTo>
                  <a:lnTo>
                    <a:pt x="457" y="4679"/>
                  </a:lnTo>
                  <a:lnTo>
                    <a:pt x="457" y="4695"/>
                  </a:lnTo>
                  <a:lnTo>
                    <a:pt x="473" y="4695"/>
                  </a:lnTo>
                  <a:cubicBezTo>
                    <a:pt x="473" y="4646"/>
                    <a:pt x="473" y="4610"/>
                    <a:pt x="457" y="45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1459;p39">
              <a:extLst>
                <a:ext uri="{FF2B5EF4-FFF2-40B4-BE49-F238E27FC236}">
                  <a16:creationId xmlns:a16="http://schemas.microsoft.com/office/drawing/2014/main" id="{1FAB4A6D-589B-284F-931D-6F1E3E0073A4}"/>
                </a:ext>
              </a:extLst>
            </p:cNvPr>
            <p:cNvSpPr/>
            <p:nvPr/>
          </p:nvSpPr>
          <p:spPr>
            <a:xfrm>
              <a:off x="2678625" y="504368"/>
              <a:ext cx="62277" cy="439811"/>
            </a:xfrm>
            <a:custGeom>
              <a:avLst/>
              <a:gdLst/>
              <a:ahLst/>
              <a:cxnLst/>
              <a:rect l="l" t="t" r="r" b="b"/>
              <a:pathLst>
                <a:path w="627" h="4428" extrusionOk="0">
                  <a:moveTo>
                    <a:pt x="0" y="0"/>
                  </a:moveTo>
                  <a:cubicBezTo>
                    <a:pt x="0" y="37"/>
                    <a:pt x="21" y="53"/>
                    <a:pt x="21" y="69"/>
                  </a:cubicBezTo>
                  <a:cubicBezTo>
                    <a:pt x="21" y="53"/>
                    <a:pt x="21" y="20"/>
                    <a:pt x="0" y="0"/>
                  </a:cubicBezTo>
                  <a:close/>
                  <a:moveTo>
                    <a:pt x="21" y="69"/>
                  </a:moveTo>
                  <a:lnTo>
                    <a:pt x="21" y="101"/>
                  </a:lnTo>
                  <a:cubicBezTo>
                    <a:pt x="21" y="170"/>
                    <a:pt x="37" y="222"/>
                    <a:pt x="37" y="271"/>
                  </a:cubicBezTo>
                  <a:cubicBezTo>
                    <a:pt x="53" y="323"/>
                    <a:pt x="53" y="372"/>
                    <a:pt x="53" y="424"/>
                  </a:cubicBezTo>
                  <a:cubicBezTo>
                    <a:pt x="69" y="473"/>
                    <a:pt x="69" y="505"/>
                    <a:pt x="85" y="558"/>
                  </a:cubicBezTo>
                  <a:cubicBezTo>
                    <a:pt x="85" y="505"/>
                    <a:pt x="85" y="473"/>
                    <a:pt x="69" y="424"/>
                  </a:cubicBezTo>
                  <a:cubicBezTo>
                    <a:pt x="69" y="372"/>
                    <a:pt x="53" y="323"/>
                    <a:pt x="53" y="271"/>
                  </a:cubicBezTo>
                  <a:cubicBezTo>
                    <a:pt x="53" y="222"/>
                    <a:pt x="37" y="170"/>
                    <a:pt x="37" y="101"/>
                  </a:cubicBezTo>
                  <a:cubicBezTo>
                    <a:pt x="21" y="101"/>
                    <a:pt x="21" y="85"/>
                    <a:pt x="21" y="69"/>
                  </a:cubicBezTo>
                  <a:close/>
                  <a:moveTo>
                    <a:pt x="85" y="558"/>
                  </a:moveTo>
                  <a:lnTo>
                    <a:pt x="85" y="606"/>
                  </a:lnTo>
                  <a:cubicBezTo>
                    <a:pt x="85" y="643"/>
                    <a:pt x="101" y="691"/>
                    <a:pt x="101" y="727"/>
                  </a:cubicBezTo>
                  <a:cubicBezTo>
                    <a:pt x="101" y="776"/>
                    <a:pt x="122" y="828"/>
                    <a:pt x="122" y="861"/>
                  </a:cubicBezTo>
                  <a:cubicBezTo>
                    <a:pt x="122" y="893"/>
                    <a:pt x="138" y="929"/>
                    <a:pt x="138" y="946"/>
                  </a:cubicBezTo>
                  <a:lnTo>
                    <a:pt x="138" y="861"/>
                  </a:lnTo>
                  <a:cubicBezTo>
                    <a:pt x="138" y="808"/>
                    <a:pt x="122" y="776"/>
                    <a:pt x="122" y="727"/>
                  </a:cubicBezTo>
                  <a:cubicBezTo>
                    <a:pt x="101" y="691"/>
                    <a:pt x="101" y="643"/>
                    <a:pt x="101" y="606"/>
                  </a:cubicBezTo>
                  <a:cubicBezTo>
                    <a:pt x="101" y="590"/>
                    <a:pt x="85" y="574"/>
                    <a:pt x="85" y="558"/>
                  </a:cubicBezTo>
                  <a:close/>
                  <a:moveTo>
                    <a:pt x="138" y="946"/>
                  </a:moveTo>
                  <a:lnTo>
                    <a:pt x="138" y="1030"/>
                  </a:lnTo>
                  <a:cubicBezTo>
                    <a:pt x="154" y="1079"/>
                    <a:pt x="154" y="1111"/>
                    <a:pt x="154" y="1164"/>
                  </a:cubicBezTo>
                  <a:cubicBezTo>
                    <a:pt x="170" y="1180"/>
                    <a:pt x="170" y="1212"/>
                    <a:pt x="170" y="1232"/>
                  </a:cubicBezTo>
                  <a:cubicBezTo>
                    <a:pt x="170" y="1265"/>
                    <a:pt x="186" y="1297"/>
                    <a:pt x="186" y="1333"/>
                  </a:cubicBezTo>
                  <a:cubicBezTo>
                    <a:pt x="186" y="1382"/>
                    <a:pt x="202" y="1434"/>
                    <a:pt x="202" y="1483"/>
                  </a:cubicBezTo>
                  <a:cubicBezTo>
                    <a:pt x="202" y="1515"/>
                    <a:pt x="223" y="1552"/>
                    <a:pt x="223" y="1568"/>
                  </a:cubicBezTo>
                  <a:cubicBezTo>
                    <a:pt x="239" y="1616"/>
                    <a:pt x="239" y="1685"/>
                    <a:pt x="239" y="1737"/>
                  </a:cubicBezTo>
                  <a:cubicBezTo>
                    <a:pt x="255" y="1786"/>
                    <a:pt x="255" y="1818"/>
                    <a:pt x="255" y="1871"/>
                  </a:cubicBezTo>
                  <a:cubicBezTo>
                    <a:pt x="271" y="1903"/>
                    <a:pt x="271" y="1955"/>
                    <a:pt x="271" y="1988"/>
                  </a:cubicBezTo>
                  <a:cubicBezTo>
                    <a:pt x="287" y="2056"/>
                    <a:pt x="287" y="2105"/>
                    <a:pt x="303" y="2157"/>
                  </a:cubicBezTo>
                  <a:lnTo>
                    <a:pt x="303" y="2242"/>
                  </a:lnTo>
                  <a:cubicBezTo>
                    <a:pt x="324" y="2275"/>
                    <a:pt x="324" y="2307"/>
                    <a:pt x="324" y="2359"/>
                  </a:cubicBezTo>
                  <a:cubicBezTo>
                    <a:pt x="340" y="2444"/>
                    <a:pt x="356" y="2525"/>
                    <a:pt x="372" y="2610"/>
                  </a:cubicBezTo>
                  <a:cubicBezTo>
                    <a:pt x="372" y="2525"/>
                    <a:pt x="356" y="2444"/>
                    <a:pt x="340" y="2359"/>
                  </a:cubicBezTo>
                  <a:cubicBezTo>
                    <a:pt x="340" y="2307"/>
                    <a:pt x="340" y="2275"/>
                    <a:pt x="324" y="2242"/>
                  </a:cubicBezTo>
                  <a:lnTo>
                    <a:pt x="324" y="2157"/>
                  </a:lnTo>
                  <a:cubicBezTo>
                    <a:pt x="303" y="2105"/>
                    <a:pt x="303" y="2056"/>
                    <a:pt x="287" y="1988"/>
                  </a:cubicBezTo>
                  <a:cubicBezTo>
                    <a:pt x="287" y="1955"/>
                    <a:pt x="287" y="1903"/>
                    <a:pt x="271" y="1871"/>
                  </a:cubicBezTo>
                  <a:cubicBezTo>
                    <a:pt x="271" y="1818"/>
                    <a:pt x="255" y="1770"/>
                    <a:pt x="255" y="1737"/>
                  </a:cubicBezTo>
                  <a:cubicBezTo>
                    <a:pt x="255" y="1685"/>
                    <a:pt x="239" y="1616"/>
                    <a:pt x="239" y="1568"/>
                  </a:cubicBezTo>
                  <a:cubicBezTo>
                    <a:pt x="223" y="1535"/>
                    <a:pt x="223" y="1515"/>
                    <a:pt x="223" y="1483"/>
                  </a:cubicBezTo>
                  <a:cubicBezTo>
                    <a:pt x="202" y="1434"/>
                    <a:pt x="202" y="1382"/>
                    <a:pt x="202" y="1313"/>
                  </a:cubicBezTo>
                  <a:cubicBezTo>
                    <a:pt x="186" y="1297"/>
                    <a:pt x="186" y="1265"/>
                    <a:pt x="186" y="1232"/>
                  </a:cubicBezTo>
                  <a:cubicBezTo>
                    <a:pt x="186" y="1196"/>
                    <a:pt x="170" y="1180"/>
                    <a:pt x="170" y="1164"/>
                  </a:cubicBezTo>
                  <a:cubicBezTo>
                    <a:pt x="170" y="1111"/>
                    <a:pt x="154" y="1063"/>
                    <a:pt x="154" y="1030"/>
                  </a:cubicBezTo>
                  <a:cubicBezTo>
                    <a:pt x="154" y="994"/>
                    <a:pt x="154" y="978"/>
                    <a:pt x="138" y="946"/>
                  </a:cubicBezTo>
                  <a:close/>
                  <a:moveTo>
                    <a:pt x="372" y="2610"/>
                  </a:moveTo>
                  <a:cubicBezTo>
                    <a:pt x="372" y="2662"/>
                    <a:pt x="372" y="2695"/>
                    <a:pt x="388" y="2727"/>
                  </a:cubicBezTo>
                  <a:cubicBezTo>
                    <a:pt x="388" y="2695"/>
                    <a:pt x="388" y="2662"/>
                    <a:pt x="372" y="2610"/>
                  </a:cubicBezTo>
                  <a:close/>
                  <a:moveTo>
                    <a:pt x="388" y="2727"/>
                  </a:moveTo>
                  <a:cubicBezTo>
                    <a:pt x="388" y="2780"/>
                    <a:pt x="404" y="2848"/>
                    <a:pt x="404" y="2897"/>
                  </a:cubicBezTo>
                  <a:cubicBezTo>
                    <a:pt x="404" y="2929"/>
                    <a:pt x="404" y="2965"/>
                    <a:pt x="425" y="2998"/>
                  </a:cubicBezTo>
                  <a:cubicBezTo>
                    <a:pt x="425" y="3030"/>
                    <a:pt x="425" y="3066"/>
                    <a:pt x="441" y="3099"/>
                  </a:cubicBezTo>
                  <a:lnTo>
                    <a:pt x="441" y="2982"/>
                  </a:lnTo>
                  <a:cubicBezTo>
                    <a:pt x="425" y="2965"/>
                    <a:pt x="425" y="2929"/>
                    <a:pt x="425" y="2897"/>
                  </a:cubicBezTo>
                  <a:cubicBezTo>
                    <a:pt x="404" y="2828"/>
                    <a:pt x="404" y="2780"/>
                    <a:pt x="388" y="2727"/>
                  </a:cubicBezTo>
                  <a:close/>
                  <a:moveTo>
                    <a:pt x="441" y="3099"/>
                  </a:moveTo>
                  <a:cubicBezTo>
                    <a:pt x="441" y="3167"/>
                    <a:pt x="457" y="3252"/>
                    <a:pt x="457" y="3317"/>
                  </a:cubicBezTo>
                  <a:cubicBezTo>
                    <a:pt x="473" y="3353"/>
                    <a:pt x="473" y="3386"/>
                    <a:pt x="473" y="3418"/>
                  </a:cubicBezTo>
                  <a:cubicBezTo>
                    <a:pt x="473" y="3454"/>
                    <a:pt x="489" y="3470"/>
                    <a:pt x="489" y="3487"/>
                  </a:cubicBezTo>
                  <a:cubicBezTo>
                    <a:pt x="489" y="3519"/>
                    <a:pt x="489" y="3555"/>
                    <a:pt x="505" y="3588"/>
                  </a:cubicBezTo>
                  <a:lnTo>
                    <a:pt x="505" y="3487"/>
                  </a:lnTo>
                  <a:cubicBezTo>
                    <a:pt x="489" y="3470"/>
                    <a:pt x="489" y="3434"/>
                    <a:pt x="489" y="3418"/>
                  </a:cubicBezTo>
                  <a:cubicBezTo>
                    <a:pt x="489" y="3386"/>
                    <a:pt x="473" y="3353"/>
                    <a:pt x="473" y="3317"/>
                  </a:cubicBezTo>
                  <a:cubicBezTo>
                    <a:pt x="473" y="3252"/>
                    <a:pt x="457" y="3167"/>
                    <a:pt x="441" y="3099"/>
                  </a:cubicBezTo>
                  <a:close/>
                  <a:moveTo>
                    <a:pt x="505" y="3588"/>
                  </a:moveTo>
                  <a:cubicBezTo>
                    <a:pt x="505" y="3636"/>
                    <a:pt x="505" y="3672"/>
                    <a:pt x="526" y="3721"/>
                  </a:cubicBezTo>
                  <a:cubicBezTo>
                    <a:pt x="526" y="3773"/>
                    <a:pt x="542" y="3838"/>
                    <a:pt x="542" y="3890"/>
                  </a:cubicBezTo>
                  <a:cubicBezTo>
                    <a:pt x="558" y="3923"/>
                    <a:pt x="558" y="3939"/>
                    <a:pt x="558" y="3975"/>
                  </a:cubicBezTo>
                  <a:lnTo>
                    <a:pt x="558" y="4060"/>
                  </a:lnTo>
                  <a:cubicBezTo>
                    <a:pt x="574" y="4060"/>
                    <a:pt x="574" y="4076"/>
                    <a:pt x="574" y="4092"/>
                  </a:cubicBezTo>
                  <a:cubicBezTo>
                    <a:pt x="574" y="4141"/>
                    <a:pt x="574" y="4177"/>
                    <a:pt x="590" y="4226"/>
                  </a:cubicBezTo>
                  <a:cubicBezTo>
                    <a:pt x="606" y="4262"/>
                    <a:pt x="606" y="4311"/>
                    <a:pt x="606" y="4363"/>
                  </a:cubicBezTo>
                  <a:lnTo>
                    <a:pt x="606" y="4428"/>
                  </a:lnTo>
                  <a:lnTo>
                    <a:pt x="627" y="4412"/>
                  </a:lnTo>
                  <a:lnTo>
                    <a:pt x="627" y="4363"/>
                  </a:lnTo>
                  <a:cubicBezTo>
                    <a:pt x="627" y="4311"/>
                    <a:pt x="627" y="4262"/>
                    <a:pt x="606" y="4210"/>
                  </a:cubicBezTo>
                  <a:cubicBezTo>
                    <a:pt x="590" y="4177"/>
                    <a:pt x="590" y="4141"/>
                    <a:pt x="590" y="4092"/>
                  </a:cubicBezTo>
                  <a:cubicBezTo>
                    <a:pt x="574" y="4076"/>
                    <a:pt x="574" y="4060"/>
                    <a:pt x="574" y="4040"/>
                  </a:cubicBezTo>
                  <a:lnTo>
                    <a:pt x="574" y="3975"/>
                  </a:lnTo>
                  <a:cubicBezTo>
                    <a:pt x="558" y="3939"/>
                    <a:pt x="558" y="3923"/>
                    <a:pt x="558" y="3890"/>
                  </a:cubicBezTo>
                  <a:cubicBezTo>
                    <a:pt x="558" y="3822"/>
                    <a:pt x="542" y="3773"/>
                    <a:pt x="542" y="3721"/>
                  </a:cubicBezTo>
                  <a:cubicBezTo>
                    <a:pt x="526" y="3672"/>
                    <a:pt x="526" y="3636"/>
                    <a:pt x="505" y="3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1460;p39">
              <a:extLst>
                <a:ext uri="{FF2B5EF4-FFF2-40B4-BE49-F238E27FC236}">
                  <a16:creationId xmlns:a16="http://schemas.microsoft.com/office/drawing/2014/main" id="{5C47C74D-E15B-73D9-0BAC-D7B26E43AA78}"/>
                </a:ext>
              </a:extLst>
            </p:cNvPr>
            <p:cNvSpPr/>
            <p:nvPr/>
          </p:nvSpPr>
          <p:spPr>
            <a:xfrm>
              <a:off x="1744175" y="367499"/>
              <a:ext cx="8443" cy="470006"/>
            </a:xfrm>
            <a:custGeom>
              <a:avLst/>
              <a:gdLst/>
              <a:ahLst/>
              <a:cxnLst/>
              <a:rect l="l" t="t" r="r" b="b"/>
              <a:pathLst>
                <a:path w="85" h="4732" extrusionOk="0">
                  <a:moveTo>
                    <a:pt x="69" y="1"/>
                  </a:moveTo>
                  <a:lnTo>
                    <a:pt x="53" y="17"/>
                  </a:lnTo>
                  <a:cubicBezTo>
                    <a:pt x="69" y="86"/>
                    <a:pt x="69" y="150"/>
                    <a:pt x="53" y="219"/>
                  </a:cubicBezTo>
                  <a:lnTo>
                    <a:pt x="53" y="320"/>
                  </a:lnTo>
                  <a:lnTo>
                    <a:pt x="53" y="405"/>
                  </a:lnTo>
                  <a:lnTo>
                    <a:pt x="53" y="756"/>
                  </a:lnTo>
                  <a:lnTo>
                    <a:pt x="53" y="1075"/>
                  </a:lnTo>
                  <a:lnTo>
                    <a:pt x="53" y="1229"/>
                  </a:lnTo>
                  <a:lnTo>
                    <a:pt x="53" y="1447"/>
                  </a:lnTo>
                  <a:cubicBezTo>
                    <a:pt x="53" y="1362"/>
                    <a:pt x="69" y="1297"/>
                    <a:pt x="69" y="1229"/>
                  </a:cubicBezTo>
                  <a:lnTo>
                    <a:pt x="69" y="1075"/>
                  </a:lnTo>
                  <a:lnTo>
                    <a:pt x="69" y="756"/>
                  </a:lnTo>
                  <a:lnTo>
                    <a:pt x="69" y="405"/>
                  </a:lnTo>
                  <a:lnTo>
                    <a:pt x="69" y="320"/>
                  </a:lnTo>
                  <a:lnTo>
                    <a:pt x="69" y="219"/>
                  </a:lnTo>
                  <a:cubicBezTo>
                    <a:pt x="69" y="150"/>
                    <a:pt x="85" y="86"/>
                    <a:pt x="69" y="17"/>
                  </a:cubicBezTo>
                  <a:lnTo>
                    <a:pt x="69" y="1"/>
                  </a:lnTo>
                  <a:close/>
                  <a:moveTo>
                    <a:pt x="53" y="1447"/>
                  </a:moveTo>
                  <a:cubicBezTo>
                    <a:pt x="36" y="1532"/>
                    <a:pt x="36" y="1633"/>
                    <a:pt x="36" y="1718"/>
                  </a:cubicBezTo>
                  <a:lnTo>
                    <a:pt x="36" y="2004"/>
                  </a:lnTo>
                  <a:lnTo>
                    <a:pt x="36" y="2239"/>
                  </a:lnTo>
                  <a:lnTo>
                    <a:pt x="36" y="2441"/>
                  </a:lnTo>
                  <a:lnTo>
                    <a:pt x="36" y="2728"/>
                  </a:lnTo>
                  <a:cubicBezTo>
                    <a:pt x="36" y="2643"/>
                    <a:pt x="36" y="2542"/>
                    <a:pt x="53" y="2441"/>
                  </a:cubicBezTo>
                  <a:lnTo>
                    <a:pt x="53" y="2239"/>
                  </a:lnTo>
                  <a:lnTo>
                    <a:pt x="53" y="2004"/>
                  </a:lnTo>
                  <a:lnTo>
                    <a:pt x="53" y="1718"/>
                  </a:lnTo>
                  <a:lnTo>
                    <a:pt x="53" y="1447"/>
                  </a:lnTo>
                  <a:close/>
                  <a:moveTo>
                    <a:pt x="36" y="2728"/>
                  </a:moveTo>
                  <a:cubicBezTo>
                    <a:pt x="16" y="2792"/>
                    <a:pt x="16" y="2845"/>
                    <a:pt x="16" y="2893"/>
                  </a:cubicBezTo>
                  <a:lnTo>
                    <a:pt x="16" y="3095"/>
                  </a:lnTo>
                  <a:lnTo>
                    <a:pt x="16" y="3366"/>
                  </a:lnTo>
                  <a:lnTo>
                    <a:pt x="16" y="3499"/>
                  </a:lnTo>
                  <a:lnTo>
                    <a:pt x="16" y="3701"/>
                  </a:lnTo>
                  <a:lnTo>
                    <a:pt x="16" y="3939"/>
                  </a:lnTo>
                  <a:cubicBezTo>
                    <a:pt x="16" y="3871"/>
                    <a:pt x="16" y="3786"/>
                    <a:pt x="36" y="3701"/>
                  </a:cubicBezTo>
                  <a:lnTo>
                    <a:pt x="36" y="3499"/>
                  </a:lnTo>
                  <a:lnTo>
                    <a:pt x="36" y="3366"/>
                  </a:lnTo>
                  <a:lnTo>
                    <a:pt x="36" y="3095"/>
                  </a:lnTo>
                  <a:lnTo>
                    <a:pt x="36" y="2893"/>
                  </a:lnTo>
                  <a:lnTo>
                    <a:pt x="36" y="2728"/>
                  </a:lnTo>
                  <a:close/>
                  <a:moveTo>
                    <a:pt x="16" y="3939"/>
                  </a:moveTo>
                  <a:cubicBezTo>
                    <a:pt x="16" y="4004"/>
                    <a:pt x="16" y="4073"/>
                    <a:pt x="0" y="4158"/>
                  </a:cubicBezTo>
                  <a:lnTo>
                    <a:pt x="0" y="4461"/>
                  </a:lnTo>
                  <a:lnTo>
                    <a:pt x="0" y="4578"/>
                  </a:lnTo>
                  <a:lnTo>
                    <a:pt x="0" y="4663"/>
                  </a:lnTo>
                  <a:cubicBezTo>
                    <a:pt x="0" y="4679"/>
                    <a:pt x="0" y="4695"/>
                    <a:pt x="16" y="4731"/>
                  </a:cubicBezTo>
                  <a:lnTo>
                    <a:pt x="16" y="4711"/>
                  </a:lnTo>
                  <a:lnTo>
                    <a:pt x="16" y="4663"/>
                  </a:lnTo>
                  <a:lnTo>
                    <a:pt x="16" y="4578"/>
                  </a:lnTo>
                  <a:lnTo>
                    <a:pt x="16" y="4461"/>
                  </a:lnTo>
                  <a:lnTo>
                    <a:pt x="16" y="4158"/>
                  </a:lnTo>
                  <a:lnTo>
                    <a:pt x="16" y="39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1461;p39">
              <a:extLst>
                <a:ext uri="{FF2B5EF4-FFF2-40B4-BE49-F238E27FC236}">
                  <a16:creationId xmlns:a16="http://schemas.microsoft.com/office/drawing/2014/main" id="{9249C3DB-3730-D2E9-98B7-36E640A4EDE5}"/>
                </a:ext>
              </a:extLst>
            </p:cNvPr>
            <p:cNvSpPr/>
            <p:nvPr/>
          </p:nvSpPr>
          <p:spPr>
            <a:xfrm>
              <a:off x="1653889" y="210267"/>
              <a:ext cx="286155" cy="678986"/>
            </a:xfrm>
            <a:custGeom>
              <a:avLst/>
              <a:gdLst/>
              <a:ahLst/>
              <a:cxnLst/>
              <a:rect l="l" t="t" r="r" b="b"/>
              <a:pathLst>
                <a:path w="2881" h="6836" extrusionOk="0">
                  <a:moveTo>
                    <a:pt x="2880" y="0"/>
                  </a:moveTo>
                  <a:cubicBezTo>
                    <a:pt x="2844" y="0"/>
                    <a:pt x="2812" y="16"/>
                    <a:pt x="2796" y="33"/>
                  </a:cubicBezTo>
                  <a:cubicBezTo>
                    <a:pt x="2779" y="53"/>
                    <a:pt x="2779" y="53"/>
                    <a:pt x="2779" y="69"/>
                  </a:cubicBezTo>
                  <a:cubicBezTo>
                    <a:pt x="2796" y="69"/>
                    <a:pt x="2796" y="53"/>
                    <a:pt x="2796" y="53"/>
                  </a:cubicBezTo>
                  <a:cubicBezTo>
                    <a:pt x="2828" y="33"/>
                    <a:pt x="2844" y="16"/>
                    <a:pt x="2880" y="16"/>
                  </a:cubicBezTo>
                  <a:lnTo>
                    <a:pt x="2880" y="0"/>
                  </a:lnTo>
                  <a:close/>
                  <a:moveTo>
                    <a:pt x="2779" y="69"/>
                  </a:moveTo>
                  <a:lnTo>
                    <a:pt x="2779" y="69"/>
                  </a:lnTo>
                  <a:cubicBezTo>
                    <a:pt x="2662" y="154"/>
                    <a:pt x="2561" y="234"/>
                    <a:pt x="2440" y="335"/>
                  </a:cubicBezTo>
                  <a:lnTo>
                    <a:pt x="2424" y="356"/>
                  </a:lnTo>
                  <a:cubicBezTo>
                    <a:pt x="2339" y="420"/>
                    <a:pt x="2258" y="489"/>
                    <a:pt x="2174" y="558"/>
                  </a:cubicBezTo>
                  <a:cubicBezTo>
                    <a:pt x="2073" y="638"/>
                    <a:pt x="1955" y="739"/>
                    <a:pt x="1854" y="824"/>
                  </a:cubicBezTo>
                  <a:cubicBezTo>
                    <a:pt x="1786" y="893"/>
                    <a:pt x="1701" y="941"/>
                    <a:pt x="1632" y="1010"/>
                  </a:cubicBezTo>
                  <a:cubicBezTo>
                    <a:pt x="1584" y="1063"/>
                    <a:pt x="1515" y="1095"/>
                    <a:pt x="1467" y="1143"/>
                  </a:cubicBezTo>
                  <a:cubicBezTo>
                    <a:pt x="1398" y="1212"/>
                    <a:pt x="1329" y="1265"/>
                    <a:pt x="1265" y="1313"/>
                  </a:cubicBezTo>
                  <a:cubicBezTo>
                    <a:pt x="1180" y="1382"/>
                    <a:pt x="1095" y="1446"/>
                    <a:pt x="1026" y="1515"/>
                  </a:cubicBezTo>
                  <a:cubicBezTo>
                    <a:pt x="1111" y="1467"/>
                    <a:pt x="1196" y="1398"/>
                    <a:pt x="1265" y="1329"/>
                  </a:cubicBezTo>
                  <a:cubicBezTo>
                    <a:pt x="1329" y="1281"/>
                    <a:pt x="1398" y="1212"/>
                    <a:pt x="1467" y="1164"/>
                  </a:cubicBezTo>
                  <a:cubicBezTo>
                    <a:pt x="1531" y="1111"/>
                    <a:pt x="1584" y="1063"/>
                    <a:pt x="1652" y="1010"/>
                  </a:cubicBezTo>
                  <a:cubicBezTo>
                    <a:pt x="1717" y="962"/>
                    <a:pt x="1786" y="893"/>
                    <a:pt x="1854" y="840"/>
                  </a:cubicBezTo>
                  <a:cubicBezTo>
                    <a:pt x="1972" y="739"/>
                    <a:pt x="2073" y="659"/>
                    <a:pt x="2190" y="558"/>
                  </a:cubicBezTo>
                  <a:cubicBezTo>
                    <a:pt x="2275" y="489"/>
                    <a:pt x="2359" y="420"/>
                    <a:pt x="2440" y="356"/>
                  </a:cubicBezTo>
                  <a:lnTo>
                    <a:pt x="2460" y="335"/>
                  </a:lnTo>
                  <a:cubicBezTo>
                    <a:pt x="2561" y="255"/>
                    <a:pt x="2678" y="154"/>
                    <a:pt x="2779" y="69"/>
                  </a:cubicBezTo>
                  <a:close/>
                  <a:moveTo>
                    <a:pt x="1026" y="1515"/>
                  </a:moveTo>
                  <a:lnTo>
                    <a:pt x="1026" y="1515"/>
                  </a:lnTo>
                  <a:cubicBezTo>
                    <a:pt x="1010" y="1531"/>
                    <a:pt x="994" y="1531"/>
                    <a:pt x="994" y="1547"/>
                  </a:cubicBezTo>
                  <a:cubicBezTo>
                    <a:pt x="978" y="1568"/>
                    <a:pt x="978" y="1584"/>
                    <a:pt x="962" y="1584"/>
                  </a:cubicBezTo>
                  <a:cubicBezTo>
                    <a:pt x="925" y="1584"/>
                    <a:pt x="909" y="1616"/>
                    <a:pt x="877" y="1632"/>
                  </a:cubicBezTo>
                  <a:lnTo>
                    <a:pt x="861" y="1648"/>
                  </a:lnTo>
                  <a:cubicBezTo>
                    <a:pt x="743" y="1749"/>
                    <a:pt x="622" y="1850"/>
                    <a:pt x="489" y="1951"/>
                  </a:cubicBezTo>
                  <a:lnTo>
                    <a:pt x="440" y="2004"/>
                  </a:lnTo>
                  <a:cubicBezTo>
                    <a:pt x="356" y="2073"/>
                    <a:pt x="271" y="2137"/>
                    <a:pt x="186" y="2206"/>
                  </a:cubicBezTo>
                  <a:cubicBezTo>
                    <a:pt x="186" y="2222"/>
                    <a:pt x="170" y="2222"/>
                    <a:pt x="154" y="2238"/>
                  </a:cubicBezTo>
                  <a:cubicBezTo>
                    <a:pt x="117" y="2238"/>
                    <a:pt x="117" y="2275"/>
                    <a:pt x="117" y="2291"/>
                  </a:cubicBezTo>
                  <a:lnTo>
                    <a:pt x="117" y="2339"/>
                  </a:lnTo>
                  <a:lnTo>
                    <a:pt x="117" y="2440"/>
                  </a:lnTo>
                  <a:cubicBezTo>
                    <a:pt x="101" y="2525"/>
                    <a:pt x="101" y="2626"/>
                    <a:pt x="101" y="2727"/>
                  </a:cubicBezTo>
                  <a:lnTo>
                    <a:pt x="101" y="2913"/>
                  </a:lnTo>
                  <a:lnTo>
                    <a:pt x="101" y="2961"/>
                  </a:lnTo>
                  <a:lnTo>
                    <a:pt x="101" y="3099"/>
                  </a:lnTo>
                  <a:cubicBezTo>
                    <a:pt x="101" y="3062"/>
                    <a:pt x="117" y="3014"/>
                    <a:pt x="117" y="2961"/>
                  </a:cubicBezTo>
                  <a:lnTo>
                    <a:pt x="117" y="2913"/>
                  </a:lnTo>
                  <a:lnTo>
                    <a:pt x="117" y="2727"/>
                  </a:lnTo>
                  <a:cubicBezTo>
                    <a:pt x="117" y="2626"/>
                    <a:pt x="117" y="2541"/>
                    <a:pt x="138" y="2440"/>
                  </a:cubicBezTo>
                  <a:lnTo>
                    <a:pt x="138" y="2339"/>
                  </a:lnTo>
                  <a:lnTo>
                    <a:pt x="138" y="2291"/>
                  </a:lnTo>
                  <a:cubicBezTo>
                    <a:pt x="138" y="2275"/>
                    <a:pt x="138" y="2254"/>
                    <a:pt x="170" y="2238"/>
                  </a:cubicBezTo>
                  <a:cubicBezTo>
                    <a:pt x="170" y="2238"/>
                    <a:pt x="186" y="2238"/>
                    <a:pt x="202" y="2222"/>
                  </a:cubicBezTo>
                  <a:cubicBezTo>
                    <a:pt x="271" y="2153"/>
                    <a:pt x="356" y="2089"/>
                    <a:pt x="457" y="2004"/>
                  </a:cubicBezTo>
                  <a:lnTo>
                    <a:pt x="505" y="1972"/>
                  </a:lnTo>
                  <a:cubicBezTo>
                    <a:pt x="622" y="1871"/>
                    <a:pt x="743" y="1770"/>
                    <a:pt x="861" y="1669"/>
                  </a:cubicBezTo>
                  <a:cubicBezTo>
                    <a:pt x="877" y="1648"/>
                    <a:pt x="877" y="1648"/>
                    <a:pt x="893" y="1632"/>
                  </a:cubicBezTo>
                  <a:cubicBezTo>
                    <a:pt x="909" y="1616"/>
                    <a:pt x="925" y="1600"/>
                    <a:pt x="962" y="1600"/>
                  </a:cubicBezTo>
                  <a:cubicBezTo>
                    <a:pt x="994" y="1600"/>
                    <a:pt x="994" y="1568"/>
                    <a:pt x="1010" y="1568"/>
                  </a:cubicBezTo>
                  <a:cubicBezTo>
                    <a:pt x="1010" y="1547"/>
                    <a:pt x="1026" y="1531"/>
                    <a:pt x="1026" y="1515"/>
                  </a:cubicBezTo>
                  <a:close/>
                  <a:moveTo>
                    <a:pt x="101" y="3099"/>
                  </a:moveTo>
                  <a:lnTo>
                    <a:pt x="85" y="3200"/>
                  </a:lnTo>
                  <a:lnTo>
                    <a:pt x="85" y="3620"/>
                  </a:lnTo>
                  <a:lnTo>
                    <a:pt x="85" y="3789"/>
                  </a:lnTo>
                  <a:cubicBezTo>
                    <a:pt x="85" y="3737"/>
                    <a:pt x="85" y="3668"/>
                    <a:pt x="101" y="3620"/>
                  </a:cubicBezTo>
                  <a:lnTo>
                    <a:pt x="101" y="3200"/>
                  </a:lnTo>
                  <a:lnTo>
                    <a:pt x="101" y="3099"/>
                  </a:lnTo>
                  <a:close/>
                  <a:moveTo>
                    <a:pt x="85" y="3789"/>
                  </a:moveTo>
                  <a:cubicBezTo>
                    <a:pt x="85" y="3822"/>
                    <a:pt x="69" y="3854"/>
                    <a:pt x="69" y="3890"/>
                  </a:cubicBezTo>
                  <a:lnTo>
                    <a:pt x="69" y="4210"/>
                  </a:lnTo>
                  <a:lnTo>
                    <a:pt x="69" y="4375"/>
                  </a:lnTo>
                  <a:cubicBezTo>
                    <a:pt x="53" y="4460"/>
                    <a:pt x="53" y="4545"/>
                    <a:pt x="53" y="4613"/>
                  </a:cubicBezTo>
                  <a:lnTo>
                    <a:pt x="53" y="4848"/>
                  </a:lnTo>
                  <a:lnTo>
                    <a:pt x="37" y="5066"/>
                  </a:lnTo>
                  <a:lnTo>
                    <a:pt x="37" y="5268"/>
                  </a:lnTo>
                  <a:lnTo>
                    <a:pt x="37" y="5405"/>
                  </a:lnTo>
                  <a:cubicBezTo>
                    <a:pt x="37" y="5522"/>
                    <a:pt x="16" y="5640"/>
                    <a:pt x="16" y="5757"/>
                  </a:cubicBezTo>
                  <a:lnTo>
                    <a:pt x="16" y="6092"/>
                  </a:lnTo>
                  <a:cubicBezTo>
                    <a:pt x="0" y="6229"/>
                    <a:pt x="0" y="6379"/>
                    <a:pt x="0" y="6496"/>
                  </a:cubicBezTo>
                  <a:lnTo>
                    <a:pt x="0" y="6581"/>
                  </a:lnTo>
                  <a:lnTo>
                    <a:pt x="0" y="6783"/>
                  </a:lnTo>
                  <a:cubicBezTo>
                    <a:pt x="16" y="6718"/>
                    <a:pt x="16" y="6649"/>
                    <a:pt x="16" y="6581"/>
                  </a:cubicBezTo>
                  <a:lnTo>
                    <a:pt x="16" y="6496"/>
                  </a:lnTo>
                  <a:cubicBezTo>
                    <a:pt x="16" y="6379"/>
                    <a:pt x="16" y="6229"/>
                    <a:pt x="37" y="6092"/>
                  </a:cubicBezTo>
                  <a:lnTo>
                    <a:pt x="37" y="5757"/>
                  </a:lnTo>
                  <a:cubicBezTo>
                    <a:pt x="37" y="5640"/>
                    <a:pt x="37" y="5522"/>
                    <a:pt x="53" y="5405"/>
                  </a:cubicBezTo>
                  <a:lnTo>
                    <a:pt x="53" y="5268"/>
                  </a:lnTo>
                  <a:lnTo>
                    <a:pt x="53" y="5066"/>
                  </a:lnTo>
                  <a:lnTo>
                    <a:pt x="69" y="4848"/>
                  </a:lnTo>
                  <a:lnTo>
                    <a:pt x="69" y="4613"/>
                  </a:lnTo>
                  <a:lnTo>
                    <a:pt x="69" y="4395"/>
                  </a:lnTo>
                  <a:cubicBezTo>
                    <a:pt x="69" y="4327"/>
                    <a:pt x="69" y="4274"/>
                    <a:pt x="85" y="4210"/>
                  </a:cubicBezTo>
                  <a:lnTo>
                    <a:pt x="85" y="3890"/>
                  </a:lnTo>
                  <a:lnTo>
                    <a:pt x="85" y="3789"/>
                  </a:lnTo>
                  <a:close/>
                  <a:moveTo>
                    <a:pt x="0" y="6783"/>
                  </a:moveTo>
                  <a:lnTo>
                    <a:pt x="0" y="6819"/>
                  </a:lnTo>
                  <a:lnTo>
                    <a:pt x="16" y="6835"/>
                  </a:lnTo>
                  <a:lnTo>
                    <a:pt x="16" y="6819"/>
                  </a:lnTo>
                  <a:cubicBezTo>
                    <a:pt x="16" y="6799"/>
                    <a:pt x="0" y="6799"/>
                    <a:pt x="0" y="67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1462;p39">
              <a:extLst>
                <a:ext uri="{FF2B5EF4-FFF2-40B4-BE49-F238E27FC236}">
                  <a16:creationId xmlns:a16="http://schemas.microsoft.com/office/drawing/2014/main" id="{11722CA8-CD7F-7234-7722-BBABCE0013D6}"/>
                </a:ext>
              </a:extLst>
            </p:cNvPr>
            <p:cNvSpPr/>
            <p:nvPr/>
          </p:nvSpPr>
          <p:spPr>
            <a:xfrm>
              <a:off x="2247256" y="330649"/>
              <a:ext cx="32281" cy="484805"/>
            </a:xfrm>
            <a:custGeom>
              <a:avLst/>
              <a:gdLst/>
              <a:ahLst/>
              <a:cxnLst/>
              <a:rect l="l" t="t" r="r" b="b"/>
              <a:pathLst>
                <a:path w="325" h="4881" extrusionOk="0">
                  <a:moveTo>
                    <a:pt x="1" y="0"/>
                  </a:moveTo>
                  <a:cubicBezTo>
                    <a:pt x="21" y="32"/>
                    <a:pt x="21" y="53"/>
                    <a:pt x="21" y="85"/>
                  </a:cubicBezTo>
                  <a:lnTo>
                    <a:pt x="21" y="234"/>
                  </a:lnTo>
                  <a:lnTo>
                    <a:pt x="37" y="255"/>
                  </a:lnTo>
                  <a:lnTo>
                    <a:pt x="37" y="234"/>
                  </a:lnTo>
                  <a:lnTo>
                    <a:pt x="37" y="85"/>
                  </a:lnTo>
                  <a:cubicBezTo>
                    <a:pt x="37" y="53"/>
                    <a:pt x="37" y="32"/>
                    <a:pt x="21" y="0"/>
                  </a:cubicBezTo>
                  <a:close/>
                  <a:moveTo>
                    <a:pt x="37" y="255"/>
                  </a:moveTo>
                  <a:lnTo>
                    <a:pt x="37" y="404"/>
                  </a:lnTo>
                  <a:cubicBezTo>
                    <a:pt x="37" y="473"/>
                    <a:pt x="53" y="521"/>
                    <a:pt x="53" y="574"/>
                  </a:cubicBezTo>
                  <a:cubicBezTo>
                    <a:pt x="53" y="659"/>
                    <a:pt x="53" y="723"/>
                    <a:pt x="70" y="792"/>
                  </a:cubicBezTo>
                  <a:lnTo>
                    <a:pt x="70" y="574"/>
                  </a:lnTo>
                  <a:cubicBezTo>
                    <a:pt x="53" y="521"/>
                    <a:pt x="53" y="473"/>
                    <a:pt x="53" y="404"/>
                  </a:cubicBezTo>
                  <a:cubicBezTo>
                    <a:pt x="53" y="356"/>
                    <a:pt x="53" y="303"/>
                    <a:pt x="37" y="255"/>
                  </a:cubicBezTo>
                  <a:close/>
                  <a:moveTo>
                    <a:pt x="70" y="792"/>
                  </a:moveTo>
                  <a:lnTo>
                    <a:pt x="70" y="962"/>
                  </a:lnTo>
                  <a:cubicBezTo>
                    <a:pt x="70" y="1010"/>
                    <a:pt x="86" y="1063"/>
                    <a:pt x="86" y="1095"/>
                  </a:cubicBezTo>
                  <a:lnTo>
                    <a:pt x="86" y="1212"/>
                  </a:lnTo>
                  <a:cubicBezTo>
                    <a:pt x="86" y="1265"/>
                    <a:pt x="102" y="1313"/>
                    <a:pt x="102" y="1366"/>
                  </a:cubicBezTo>
                  <a:lnTo>
                    <a:pt x="102" y="1212"/>
                  </a:lnTo>
                  <a:lnTo>
                    <a:pt x="102" y="1095"/>
                  </a:lnTo>
                  <a:cubicBezTo>
                    <a:pt x="86" y="1063"/>
                    <a:pt x="86" y="1010"/>
                    <a:pt x="86" y="962"/>
                  </a:cubicBezTo>
                  <a:cubicBezTo>
                    <a:pt x="86" y="909"/>
                    <a:pt x="86" y="840"/>
                    <a:pt x="70" y="792"/>
                  </a:cubicBezTo>
                  <a:close/>
                  <a:moveTo>
                    <a:pt x="102" y="1366"/>
                  </a:moveTo>
                  <a:lnTo>
                    <a:pt x="102" y="1499"/>
                  </a:lnTo>
                  <a:cubicBezTo>
                    <a:pt x="102" y="1531"/>
                    <a:pt x="102" y="1567"/>
                    <a:pt x="122" y="1600"/>
                  </a:cubicBezTo>
                  <a:lnTo>
                    <a:pt x="122" y="1499"/>
                  </a:lnTo>
                  <a:cubicBezTo>
                    <a:pt x="122" y="1446"/>
                    <a:pt x="122" y="1398"/>
                    <a:pt x="102" y="1366"/>
                  </a:cubicBezTo>
                  <a:close/>
                  <a:moveTo>
                    <a:pt x="122" y="1600"/>
                  </a:moveTo>
                  <a:lnTo>
                    <a:pt x="122" y="1733"/>
                  </a:lnTo>
                  <a:lnTo>
                    <a:pt x="122" y="1850"/>
                  </a:lnTo>
                  <a:cubicBezTo>
                    <a:pt x="138" y="1919"/>
                    <a:pt x="138" y="1971"/>
                    <a:pt x="138" y="2020"/>
                  </a:cubicBezTo>
                  <a:lnTo>
                    <a:pt x="138" y="2105"/>
                  </a:lnTo>
                  <a:cubicBezTo>
                    <a:pt x="138" y="2121"/>
                    <a:pt x="138" y="2137"/>
                    <a:pt x="154" y="2173"/>
                  </a:cubicBezTo>
                  <a:lnTo>
                    <a:pt x="154" y="2105"/>
                  </a:lnTo>
                  <a:lnTo>
                    <a:pt x="154" y="2020"/>
                  </a:lnTo>
                  <a:cubicBezTo>
                    <a:pt x="154" y="1971"/>
                    <a:pt x="138" y="1919"/>
                    <a:pt x="138" y="1850"/>
                  </a:cubicBezTo>
                  <a:lnTo>
                    <a:pt x="138" y="1733"/>
                  </a:lnTo>
                  <a:cubicBezTo>
                    <a:pt x="138" y="1701"/>
                    <a:pt x="122" y="1648"/>
                    <a:pt x="122" y="1600"/>
                  </a:cubicBezTo>
                  <a:close/>
                  <a:moveTo>
                    <a:pt x="154" y="2173"/>
                  </a:moveTo>
                  <a:lnTo>
                    <a:pt x="154" y="2323"/>
                  </a:lnTo>
                  <a:cubicBezTo>
                    <a:pt x="154" y="2375"/>
                    <a:pt x="154" y="2408"/>
                    <a:pt x="171" y="2456"/>
                  </a:cubicBezTo>
                  <a:lnTo>
                    <a:pt x="171" y="2323"/>
                  </a:lnTo>
                  <a:cubicBezTo>
                    <a:pt x="171" y="2274"/>
                    <a:pt x="171" y="2222"/>
                    <a:pt x="154" y="2173"/>
                  </a:cubicBezTo>
                  <a:close/>
                  <a:moveTo>
                    <a:pt x="171" y="2476"/>
                  </a:moveTo>
                  <a:lnTo>
                    <a:pt x="171" y="2610"/>
                  </a:lnTo>
                  <a:cubicBezTo>
                    <a:pt x="171" y="2678"/>
                    <a:pt x="187" y="2743"/>
                    <a:pt x="187" y="2812"/>
                  </a:cubicBezTo>
                  <a:lnTo>
                    <a:pt x="187" y="2880"/>
                  </a:lnTo>
                  <a:lnTo>
                    <a:pt x="187" y="2945"/>
                  </a:lnTo>
                  <a:cubicBezTo>
                    <a:pt x="203" y="3014"/>
                    <a:pt x="203" y="3082"/>
                    <a:pt x="203" y="3147"/>
                  </a:cubicBezTo>
                  <a:lnTo>
                    <a:pt x="203" y="3163"/>
                  </a:lnTo>
                  <a:cubicBezTo>
                    <a:pt x="223" y="3264"/>
                    <a:pt x="223" y="3385"/>
                    <a:pt x="223" y="3486"/>
                  </a:cubicBezTo>
                  <a:cubicBezTo>
                    <a:pt x="223" y="3502"/>
                    <a:pt x="239" y="3535"/>
                    <a:pt x="239" y="3551"/>
                  </a:cubicBezTo>
                  <a:lnTo>
                    <a:pt x="239" y="3486"/>
                  </a:lnTo>
                  <a:cubicBezTo>
                    <a:pt x="239" y="3385"/>
                    <a:pt x="223" y="3264"/>
                    <a:pt x="223" y="3163"/>
                  </a:cubicBezTo>
                  <a:lnTo>
                    <a:pt x="223" y="3147"/>
                  </a:lnTo>
                  <a:cubicBezTo>
                    <a:pt x="223" y="3082"/>
                    <a:pt x="203" y="3014"/>
                    <a:pt x="203" y="2945"/>
                  </a:cubicBezTo>
                  <a:lnTo>
                    <a:pt x="203" y="2860"/>
                  </a:lnTo>
                  <a:lnTo>
                    <a:pt x="203" y="2812"/>
                  </a:lnTo>
                  <a:cubicBezTo>
                    <a:pt x="187" y="2743"/>
                    <a:pt x="187" y="2678"/>
                    <a:pt x="187" y="2610"/>
                  </a:cubicBezTo>
                  <a:cubicBezTo>
                    <a:pt x="187" y="2557"/>
                    <a:pt x="187" y="2509"/>
                    <a:pt x="171" y="2476"/>
                  </a:cubicBezTo>
                  <a:close/>
                  <a:moveTo>
                    <a:pt x="239" y="3551"/>
                  </a:moveTo>
                  <a:lnTo>
                    <a:pt x="239" y="3620"/>
                  </a:lnTo>
                  <a:lnTo>
                    <a:pt x="239" y="3753"/>
                  </a:lnTo>
                  <a:cubicBezTo>
                    <a:pt x="239" y="3805"/>
                    <a:pt x="255" y="3854"/>
                    <a:pt x="255" y="3923"/>
                  </a:cubicBezTo>
                  <a:lnTo>
                    <a:pt x="255" y="4056"/>
                  </a:lnTo>
                  <a:cubicBezTo>
                    <a:pt x="255" y="4092"/>
                    <a:pt x="272" y="4141"/>
                    <a:pt x="272" y="4173"/>
                  </a:cubicBezTo>
                  <a:lnTo>
                    <a:pt x="272" y="4056"/>
                  </a:lnTo>
                  <a:lnTo>
                    <a:pt x="272" y="3923"/>
                  </a:lnTo>
                  <a:cubicBezTo>
                    <a:pt x="255" y="3854"/>
                    <a:pt x="255" y="3805"/>
                    <a:pt x="255" y="3753"/>
                  </a:cubicBezTo>
                  <a:lnTo>
                    <a:pt x="255" y="3620"/>
                  </a:lnTo>
                  <a:cubicBezTo>
                    <a:pt x="239" y="3587"/>
                    <a:pt x="239" y="3567"/>
                    <a:pt x="239" y="3551"/>
                  </a:cubicBezTo>
                  <a:close/>
                  <a:moveTo>
                    <a:pt x="272" y="4173"/>
                  </a:moveTo>
                  <a:lnTo>
                    <a:pt x="272" y="4395"/>
                  </a:lnTo>
                  <a:lnTo>
                    <a:pt x="288" y="4428"/>
                  </a:lnTo>
                  <a:lnTo>
                    <a:pt x="288" y="4395"/>
                  </a:lnTo>
                  <a:cubicBezTo>
                    <a:pt x="288" y="4310"/>
                    <a:pt x="288" y="4242"/>
                    <a:pt x="272" y="4173"/>
                  </a:cubicBezTo>
                  <a:close/>
                  <a:moveTo>
                    <a:pt x="288" y="4428"/>
                  </a:moveTo>
                  <a:lnTo>
                    <a:pt x="288" y="4512"/>
                  </a:lnTo>
                  <a:lnTo>
                    <a:pt x="288" y="4561"/>
                  </a:lnTo>
                  <a:lnTo>
                    <a:pt x="288" y="4630"/>
                  </a:lnTo>
                  <a:cubicBezTo>
                    <a:pt x="304" y="4678"/>
                    <a:pt x="304" y="4747"/>
                    <a:pt x="304" y="4815"/>
                  </a:cubicBezTo>
                  <a:lnTo>
                    <a:pt x="304" y="4848"/>
                  </a:lnTo>
                  <a:lnTo>
                    <a:pt x="304" y="4864"/>
                  </a:lnTo>
                  <a:lnTo>
                    <a:pt x="304" y="4880"/>
                  </a:lnTo>
                  <a:lnTo>
                    <a:pt x="324" y="4864"/>
                  </a:lnTo>
                  <a:lnTo>
                    <a:pt x="324" y="4848"/>
                  </a:lnTo>
                  <a:lnTo>
                    <a:pt x="324" y="4815"/>
                  </a:lnTo>
                  <a:cubicBezTo>
                    <a:pt x="324" y="4747"/>
                    <a:pt x="304" y="4678"/>
                    <a:pt x="304" y="4630"/>
                  </a:cubicBezTo>
                  <a:lnTo>
                    <a:pt x="304" y="4561"/>
                  </a:lnTo>
                  <a:lnTo>
                    <a:pt x="304" y="4512"/>
                  </a:lnTo>
                  <a:cubicBezTo>
                    <a:pt x="304" y="4476"/>
                    <a:pt x="288" y="4460"/>
                    <a:pt x="288" y="44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1463;p39">
              <a:extLst>
                <a:ext uri="{FF2B5EF4-FFF2-40B4-BE49-F238E27FC236}">
                  <a16:creationId xmlns:a16="http://schemas.microsoft.com/office/drawing/2014/main" id="{23DBCFBB-AC79-92C5-97F4-3A2A1A8D801A}"/>
                </a:ext>
              </a:extLst>
            </p:cNvPr>
            <p:cNvSpPr/>
            <p:nvPr/>
          </p:nvSpPr>
          <p:spPr>
            <a:xfrm>
              <a:off x="2239310" y="337403"/>
              <a:ext cx="247220" cy="534964"/>
            </a:xfrm>
            <a:custGeom>
              <a:avLst/>
              <a:gdLst/>
              <a:ahLst/>
              <a:cxnLst/>
              <a:rect l="l" t="t" r="r" b="b"/>
              <a:pathLst>
                <a:path w="2489" h="5386" extrusionOk="0">
                  <a:moveTo>
                    <a:pt x="1260" y="368"/>
                  </a:moveTo>
                  <a:lnTo>
                    <a:pt x="1260" y="389"/>
                  </a:lnTo>
                  <a:lnTo>
                    <a:pt x="1260" y="469"/>
                  </a:lnTo>
                  <a:cubicBezTo>
                    <a:pt x="1260" y="506"/>
                    <a:pt x="1293" y="522"/>
                    <a:pt x="1313" y="522"/>
                  </a:cubicBezTo>
                  <a:lnTo>
                    <a:pt x="1345" y="522"/>
                  </a:lnTo>
                  <a:cubicBezTo>
                    <a:pt x="1414" y="554"/>
                    <a:pt x="1495" y="591"/>
                    <a:pt x="1580" y="623"/>
                  </a:cubicBezTo>
                  <a:cubicBezTo>
                    <a:pt x="1596" y="623"/>
                    <a:pt x="1632" y="639"/>
                    <a:pt x="1648" y="639"/>
                  </a:cubicBezTo>
                  <a:cubicBezTo>
                    <a:pt x="1632" y="623"/>
                    <a:pt x="1596" y="623"/>
                    <a:pt x="1580" y="607"/>
                  </a:cubicBezTo>
                  <a:cubicBezTo>
                    <a:pt x="1495" y="570"/>
                    <a:pt x="1414" y="538"/>
                    <a:pt x="1345" y="506"/>
                  </a:cubicBezTo>
                  <a:lnTo>
                    <a:pt x="1313" y="506"/>
                  </a:lnTo>
                  <a:cubicBezTo>
                    <a:pt x="1293" y="506"/>
                    <a:pt x="1277" y="506"/>
                    <a:pt x="1277" y="469"/>
                  </a:cubicBezTo>
                  <a:lnTo>
                    <a:pt x="1277" y="389"/>
                  </a:lnTo>
                  <a:lnTo>
                    <a:pt x="1277" y="368"/>
                  </a:lnTo>
                  <a:close/>
                  <a:moveTo>
                    <a:pt x="0" y="1"/>
                  </a:moveTo>
                  <a:cubicBezTo>
                    <a:pt x="16" y="1"/>
                    <a:pt x="16" y="17"/>
                    <a:pt x="16" y="33"/>
                  </a:cubicBezTo>
                  <a:cubicBezTo>
                    <a:pt x="32" y="102"/>
                    <a:pt x="32" y="150"/>
                    <a:pt x="32" y="203"/>
                  </a:cubicBezTo>
                  <a:lnTo>
                    <a:pt x="32" y="368"/>
                  </a:lnTo>
                  <a:cubicBezTo>
                    <a:pt x="49" y="421"/>
                    <a:pt x="49" y="453"/>
                    <a:pt x="49" y="506"/>
                  </a:cubicBezTo>
                  <a:cubicBezTo>
                    <a:pt x="49" y="570"/>
                    <a:pt x="65" y="655"/>
                    <a:pt x="65" y="740"/>
                  </a:cubicBezTo>
                  <a:lnTo>
                    <a:pt x="65" y="756"/>
                  </a:lnTo>
                  <a:lnTo>
                    <a:pt x="65" y="841"/>
                  </a:lnTo>
                  <a:lnTo>
                    <a:pt x="65" y="873"/>
                  </a:lnTo>
                  <a:lnTo>
                    <a:pt x="81" y="894"/>
                  </a:lnTo>
                  <a:lnTo>
                    <a:pt x="81" y="857"/>
                  </a:lnTo>
                  <a:lnTo>
                    <a:pt x="81" y="841"/>
                  </a:lnTo>
                  <a:lnTo>
                    <a:pt x="81" y="756"/>
                  </a:lnTo>
                  <a:lnTo>
                    <a:pt x="81" y="724"/>
                  </a:lnTo>
                  <a:cubicBezTo>
                    <a:pt x="65" y="655"/>
                    <a:pt x="65" y="570"/>
                    <a:pt x="65" y="506"/>
                  </a:cubicBezTo>
                  <a:cubicBezTo>
                    <a:pt x="65" y="453"/>
                    <a:pt x="49" y="421"/>
                    <a:pt x="49" y="368"/>
                  </a:cubicBezTo>
                  <a:lnTo>
                    <a:pt x="49" y="203"/>
                  </a:lnTo>
                  <a:cubicBezTo>
                    <a:pt x="32" y="150"/>
                    <a:pt x="32" y="102"/>
                    <a:pt x="32" y="33"/>
                  </a:cubicBez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81" y="894"/>
                  </a:moveTo>
                  <a:cubicBezTo>
                    <a:pt x="81" y="1011"/>
                    <a:pt x="81" y="1128"/>
                    <a:pt x="101" y="1277"/>
                  </a:cubicBezTo>
                  <a:cubicBezTo>
                    <a:pt x="101" y="1330"/>
                    <a:pt x="101" y="1378"/>
                    <a:pt x="117" y="1431"/>
                  </a:cubicBezTo>
                  <a:lnTo>
                    <a:pt x="117" y="1277"/>
                  </a:lnTo>
                  <a:cubicBezTo>
                    <a:pt x="101" y="1128"/>
                    <a:pt x="101" y="1011"/>
                    <a:pt x="81" y="894"/>
                  </a:cubicBezTo>
                  <a:close/>
                  <a:moveTo>
                    <a:pt x="1648" y="639"/>
                  </a:moveTo>
                  <a:cubicBezTo>
                    <a:pt x="1765" y="692"/>
                    <a:pt x="1883" y="740"/>
                    <a:pt x="2000" y="793"/>
                  </a:cubicBezTo>
                  <a:cubicBezTo>
                    <a:pt x="2020" y="793"/>
                    <a:pt x="2036" y="809"/>
                    <a:pt x="2036" y="825"/>
                  </a:cubicBezTo>
                  <a:lnTo>
                    <a:pt x="2036" y="974"/>
                  </a:lnTo>
                  <a:cubicBezTo>
                    <a:pt x="2052" y="995"/>
                    <a:pt x="2052" y="1011"/>
                    <a:pt x="2052" y="1027"/>
                  </a:cubicBezTo>
                  <a:lnTo>
                    <a:pt x="2052" y="1112"/>
                  </a:lnTo>
                  <a:cubicBezTo>
                    <a:pt x="2052" y="1160"/>
                    <a:pt x="2068" y="1213"/>
                    <a:pt x="2068" y="1261"/>
                  </a:cubicBezTo>
                  <a:lnTo>
                    <a:pt x="2068" y="1330"/>
                  </a:lnTo>
                  <a:cubicBezTo>
                    <a:pt x="2085" y="1362"/>
                    <a:pt x="2085" y="1398"/>
                    <a:pt x="2085" y="1415"/>
                  </a:cubicBezTo>
                  <a:lnTo>
                    <a:pt x="2085" y="1447"/>
                  </a:lnTo>
                  <a:lnTo>
                    <a:pt x="2085" y="1479"/>
                  </a:lnTo>
                  <a:cubicBezTo>
                    <a:pt x="2101" y="1516"/>
                    <a:pt x="2101" y="1532"/>
                    <a:pt x="2101" y="1564"/>
                  </a:cubicBezTo>
                  <a:lnTo>
                    <a:pt x="2101" y="1617"/>
                  </a:lnTo>
                  <a:cubicBezTo>
                    <a:pt x="2101" y="1633"/>
                    <a:pt x="2121" y="1665"/>
                    <a:pt x="2121" y="1701"/>
                  </a:cubicBezTo>
                  <a:lnTo>
                    <a:pt x="2121" y="1600"/>
                  </a:lnTo>
                  <a:lnTo>
                    <a:pt x="2121" y="1564"/>
                  </a:lnTo>
                  <a:cubicBezTo>
                    <a:pt x="2121" y="1532"/>
                    <a:pt x="2121" y="1499"/>
                    <a:pt x="2101" y="1479"/>
                  </a:cubicBezTo>
                  <a:cubicBezTo>
                    <a:pt x="2085" y="1463"/>
                    <a:pt x="2101" y="1463"/>
                    <a:pt x="2101" y="1447"/>
                  </a:cubicBezTo>
                  <a:lnTo>
                    <a:pt x="2101" y="1415"/>
                  </a:lnTo>
                  <a:cubicBezTo>
                    <a:pt x="2085" y="1378"/>
                    <a:pt x="2085" y="1362"/>
                    <a:pt x="2085" y="1330"/>
                  </a:cubicBezTo>
                  <a:lnTo>
                    <a:pt x="2085" y="1261"/>
                  </a:lnTo>
                  <a:cubicBezTo>
                    <a:pt x="2085" y="1213"/>
                    <a:pt x="2068" y="1160"/>
                    <a:pt x="2068" y="1112"/>
                  </a:cubicBezTo>
                  <a:lnTo>
                    <a:pt x="2068" y="1027"/>
                  </a:lnTo>
                  <a:cubicBezTo>
                    <a:pt x="2052" y="1011"/>
                    <a:pt x="2052" y="995"/>
                    <a:pt x="2052" y="974"/>
                  </a:cubicBezTo>
                  <a:lnTo>
                    <a:pt x="2052" y="825"/>
                  </a:lnTo>
                  <a:cubicBezTo>
                    <a:pt x="2036" y="809"/>
                    <a:pt x="2036" y="772"/>
                    <a:pt x="2000" y="772"/>
                  </a:cubicBezTo>
                  <a:cubicBezTo>
                    <a:pt x="1883" y="724"/>
                    <a:pt x="1765" y="671"/>
                    <a:pt x="1648" y="639"/>
                  </a:cubicBezTo>
                  <a:close/>
                  <a:moveTo>
                    <a:pt x="2121" y="1701"/>
                  </a:moveTo>
                  <a:lnTo>
                    <a:pt x="2121" y="1766"/>
                  </a:lnTo>
                  <a:cubicBezTo>
                    <a:pt x="2121" y="1802"/>
                    <a:pt x="2121" y="1835"/>
                    <a:pt x="2137" y="1883"/>
                  </a:cubicBezTo>
                  <a:lnTo>
                    <a:pt x="2137" y="1766"/>
                  </a:lnTo>
                  <a:cubicBezTo>
                    <a:pt x="2137" y="1734"/>
                    <a:pt x="2121" y="1718"/>
                    <a:pt x="2121" y="1701"/>
                  </a:cubicBezTo>
                  <a:close/>
                  <a:moveTo>
                    <a:pt x="117" y="1431"/>
                  </a:moveTo>
                  <a:lnTo>
                    <a:pt x="117" y="1600"/>
                  </a:lnTo>
                  <a:cubicBezTo>
                    <a:pt x="117" y="1665"/>
                    <a:pt x="133" y="1734"/>
                    <a:pt x="133" y="1802"/>
                  </a:cubicBezTo>
                  <a:lnTo>
                    <a:pt x="133" y="1968"/>
                  </a:lnTo>
                  <a:cubicBezTo>
                    <a:pt x="150" y="2004"/>
                    <a:pt x="150" y="2053"/>
                    <a:pt x="150" y="2105"/>
                  </a:cubicBezTo>
                  <a:cubicBezTo>
                    <a:pt x="150" y="2154"/>
                    <a:pt x="150" y="2223"/>
                    <a:pt x="166" y="2287"/>
                  </a:cubicBezTo>
                  <a:lnTo>
                    <a:pt x="166" y="2105"/>
                  </a:lnTo>
                  <a:cubicBezTo>
                    <a:pt x="166" y="2053"/>
                    <a:pt x="150" y="2004"/>
                    <a:pt x="150" y="1968"/>
                  </a:cubicBezTo>
                  <a:lnTo>
                    <a:pt x="150" y="1802"/>
                  </a:lnTo>
                  <a:cubicBezTo>
                    <a:pt x="133" y="1734"/>
                    <a:pt x="133" y="1665"/>
                    <a:pt x="133" y="1600"/>
                  </a:cubicBezTo>
                  <a:cubicBezTo>
                    <a:pt x="133" y="1548"/>
                    <a:pt x="133" y="1479"/>
                    <a:pt x="117" y="1431"/>
                  </a:cubicBezTo>
                  <a:close/>
                  <a:moveTo>
                    <a:pt x="2137" y="1883"/>
                  </a:moveTo>
                  <a:lnTo>
                    <a:pt x="2137" y="1968"/>
                  </a:lnTo>
                  <a:cubicBezTo>
                    <a:pt x="2153" y="2037"/>
                    <a:pt x="2153" y="2105"/>
                    <a:pt x="2153" y="2154"/>
                  </a:cubicBezTo>
                  <a:cubicBezTo>
                    <a:pt x="2169" y="2206"/>
                    <a:pt x="2169" y="2255"/>
                    <a:pt x="2169" y="2307"/>
                  </a:cubicBezTo>
                  <a:lnTo>
                    <a:pt x="2169" y="2356"/>
                  </a:lnTo>
                  <a:cubicBezTo>
                    <a:pt x="2186" y="2388"/>
                    <a:pt x="2186" y="2425"/>
                    <a:pt x="2186" y="2457"/>
                  </a:cubicBezTo>
                  <a:cubicBezTo>
                    <a:pt x="2186" y="2509"/>
                    <a:pt x="2186" y="2542"/>
                    <a:pt x="2202" y="2574"/>
                  </a:cubicBezTo>
                  <a:lnTo>
                    <a:pt x="2202" y="2457"/>
                  </a:lnTo>
                  <a:cubicBezTo>
                    <a:pt x="2202" y="2425"/>
                    <a:pt x="2186" y="2388"/>
                    <a:pt x="2186" y="2356"/>
                  </a:cubicBezTo>
                  <a:lnTo>
                    <a:pt x="2186" y="2307"/>
                  </a:lnTo>
                  <a:cubicBezTo>
                    <a:pt x="2186" y="2255"/>
                    <a:pt x="2169" y="2206"/>
                    <a:pt x="2169" y="2154"/>
                  </a:cubicBezTo>
                  <a:cubicBezTo>
                    <a:pt x="2169" y="2085"/>
                    <a:pt x="2153" y="2037"/>
                    <a:pt x="2153" y="1968"/>
                  </a:cubicBezTo>
                  <a:cubicBezTo>
                    <a:pt x="2153" y="1936"/>
                    <a:pt x="2153" y="1920"/>
                    <a:pt x="2137" y="1883"/>
                  </a:cubicBezTo>
                  <a:close/>
                  <a:moveTo>
                    <a:pt x="2202" y="2574"/>
                  </a:moveTo>
                  <a:lnTo>
                    <a:pt x="2202" y="2643"/>
                  </a:lnTo>
                  <a:lnTo>
                    <a:pt x="2202" y="2691"/>
                  </a:lnTo>
                  <a:cubicBezTo>
                    <a:pt x="2222" y="2760"/>
                    <a:pt x="2222" y="2812"/>
                    <a:pt x="2222" y="2877"/>
                  </a:cubicBezTo>
                  <a:cubicBezTo>
                    <a:pt x="2238" y="2893"/>
                    <a:pt x="2238" y="2930"/>
                    <a:pt x="2238" y="2946"/>
                  </a:cubicBezTo>
                  <a:cubicBezTo>
                    <a:pt x="2238" y="2978"/>
                    <a:pt x="2238" y="3014"/>
                    <a:pt x="2254" y="3063"/>
                  </a:cubicBezTo>
                  <a:lnTo>
                    <a:pt x="2254" y="3047"/>
                  </a:lnTo>
                  <a:lnTo>
                    <a:pt x="2254" y="2946"/>
                  </a:lnTo>
                  <a:cubicBezTo>
                    <a:pt x="2238" y="2930"/>
                    <a:pt x="2238" y="2893"/>
                    <a:pt x="2238" y="2877"/>
                  </a:cubicBezTo>
                  <a:cubicBezTo>
                    <a:pt x="2238" y="2812"/>
                    <a:pt x="2222" y="2760"/>
                    <a:pt x="2222" y="2691"/>
                  </a:cubicBezTo>
                  <a:lnTo>
                    <a:pt x="2222" y="2627"/>
                  </a:lnTo>
                  <a:cubicBezTo>
                    <a:pt x="2222" y="2610"/>
                    <a:pt x="2222" y="2590"/>
                    <a:pt x="2202" y="2574"/>
                  </a:cubicBezTo>
                  <a:close/>
                  <a:moveTo>
                    <a:pt x="166" y="2287"/>
                  </a:moveTo>
                  <a:lnTo>
                    <a:pt x="166" y="2457"/>
                  </a:lnTo>
                  <a:cubicBezTo>
                    <a:pt x="166" y="2489"/>
                    <a:pt x="182" y="2542"/>
                    <a:pt x="182" y="2590"/>
                  </a:cubicBezTo>
                  <a:cubicBezTo>
                    <a:pt x="182" y="2691"/>
                    <a:pt x="182" y="2792"/>
                    <a:pt x="202" y="2893"/>
                  </a:cubicBezTo>
                  <a:lnTo>
                    <a:pt x="202" y="2962"/>
                  </a:lnTo>
                  <a:cubicBezTo>
                    <a:pt x="202" y="3014"/>
                    <a:pt x="202" y="3047"/>
                    <a:pt x="218" y="3095"/>
                  </a:cubicBezTo>
                  <a:lnTo>
                    <a:pt x="218" y="2962"/>
                  </a:lnTo>
                  <a:lnTo>
                    <a:pt x="218" y="2893"/>
                  </a:lnTo>
                  <a:cubicBezTo>
                    <a:pt x="202" y="2792"/>
                    <a:pt x="202" y="2675"/>
                    <a:pt x="202" y="2590"/>
                  </a:cubicBezTo>
                  <a:cubicBezTo>
                    <a:pt x="182" y="2542"/>
                    <a:pt x="182" y="2489"/>
                    <a:pt x="182" y="2457"/>
                  </a:cubicBezTo>
                  <a:cubicBezTo>
                    <a:pt x="182" y="2388"/>
                    <a:pt x="182" y="2340"/>
                    <a:pt x="166" y="2287"/>
                  </a:cubicBezTo>
                  <a:close/>
                  <a:moveTo>
                    <a:pt x="218" y="3095"/>
                  </a:moveTo>
                  <a:lnTo>
                    <a:pt x="218" y="3180"/>
                  </a:lnTo>
                  <a:lnTo>
                    <a:pt x="218" y="3233"/>
                  </a:lnTo>
                  <a:lnTo>
                    <a:pt x="234" y="3297"/>
                  </a:lnTo>
                  <a:lnTo>
                    <a:pt x="234" y="3233"/>
                  </a:lnTo>
                  <a:lnTo>
                    <a:pt x="234" y="3180"/>
                  </a:lnTo>
                  <a:cubicBezTo>
                    <a:pt x="234" y="3164"/>
                    <a:pt x="234" y="3132"/>
                    <a:pt x="218" y="3095"/>
                  </a:cubicBezTo>
                  <a:close/>
                  <a:moveTo>
                    <a:pt x="2254" y="3063"/>
                  </a:moveTo>
                  <a:lnTo>
                    <a:pt x="2254" y="3249"/>
                  </a:lnTo>
                  <a:cubicBezTo>
                    <a:pt x="2270" y="3265"/>
                    <a:pt x="2270" y="3281"/>
                    <a:pt x="2270" y="3317"/>
                  </a:cubicBezTo>
                  <a:cubicBezTo>
                    <a:pt x="2270" y="3350"/>
                    <a:pt x="2270" y="3398"/>
                    <a:pt x="2287" y="3451"/>
                  </a:cubicBezTo>
                  <a:lnTo>
                    <a:pt x="2287" y="3317"/>
                  </a:lnTo>
                  <a:cubicBezTo>
                    <a:pt x="2287" y="3281"/>
                    <a:pt x="2270" y="3265"/>
                    <a:pt x="2270" y="3249"/>
                  </a:cubicBezTo>
                  <a:cubicBezTo>
                    <a:pt x="2270" y="3180"/>
                    <a:pt x="2270" y="3132"/>
                    <a:pt x="2254" y="3063"/>
                  </a:cubicBezTo>
                  <a:close/>
                  <a:moveTo>
                    <a:pt x="234" y="3297"/>
                  </a:moveTo>
                  <a:lnTo>
                    <a:pt x="234" y="3483"/>
                  </a:lnTo>
                  <a:cubicBezTo>
                    <a:pt x="234" y="3552"/>
                    <a:pt x="251" y="3620"/>
                    <a:pt x="251" y="3685"/>
                  </a:cubicBezTo>
                  <a:lnTo>
                    <a:pt x="251" y="3754"/>
                  </a:lnTo>
                  <a:lnTo>
                    <a:pt x="251" y="3786"/>
                  </a:lnTo>
                  <a:cubicBezTo>
                    <a:pt x="267" y="3822"/>
                    <a:pt x="267" y="3855"/>
                    <a:pt x="267" y="3871"/>
                  </a:cubicBezTo>
                  <a:lnTo>
                    <a:pt x="267" y="3786"/>
                  </a:lnTo>
                  <a:lnTo>
                    <a:pt x="267" y="3754"/>
                  </a:lnTo>
                  <a:lnTo>
                    <a:pt x="267" y="3685"/>
                  </a:lnTo>
                  <a:cubicBezTo>
                    <a:pt x="251" y="3620"/>
                    <a:pt x="251" y="3552"/>
                    <a:pt x="251" y="3483"/>
                  </a:cubicBezTo>
                  <a:cubicBezTo>
                    <a:pt x="251" y="3418"/>
                    <a:pt x="251" y="3366"/>
                    <a:pt x="234" y="3297"/>
                  </a:cubicBezTo>
                  <a:close/>
                  <a:moveTo>
                    <a:pt x="267" y="3871"/>
                  </a:moveTo>
                  <a:lnTo>
                    <a:pt x="267" y="3923"/>
                  </a:lnTo>
                  <a:lnTo>
                    <a:pt x="267" y="3988"/>
                  </a:lnTo>
                  <a:cubicBezTo>
                    <a:pt x="283" y="3972"/>
                    <a:pt x="283" y="3939"/>
                    <a:pt x="283" y="3903"/>
                  </a:cubicBezTo>
                  <a:cubicBezTo>
                    <a:pt x="267" y="3903"/>
                    <a:pt x="267" y="3887"/>
                    <a:pt x="267" y="3871"/>
                  </a:cubicBezTo>
                  <a:close/>
                  <a:moveTo>
                    <a:pt x="267" y="3988"/>
                  </a:moveTo>
                  <a:cubicBezTo>
                    <a:pt x="251" y="3988"/>
                    <a:pt x="267" y="4004"/>
                    <a:pt x="267" y="4004"/>
                  </a:cubicBezTo>
                  <a:lnTo>
                    <a:pt x="267" y="3988"/>
                  </a:lnTo>
                  <a:close/>
                  <a:moveTo>
                    <a:pt x="2287" y="3451"/>
                  </a:moveTo>
                  <a:lnTo>
                    <a:pt x="2287" y="3499"/>
                  </a:lnTo>
                  <a:lnTo>
                    <a:pt x="2287" y="3620"/>
                  </a:lnTo>
                  <a:cubicBezTo>
                    <a:pt x="2303" y="3653"/>
                    <a:pt x="2303" y="3701"/>
                    <a:pt x="2303" y="3737"/>
                  </a:cubicBezTo>
                  <a:cubicBezTo>
                    <a:pt x="2303" y="3770"/>
                    <a:pt x="2323" y="3822"/>
                    <a:pt x="2323" y="3855"/>
                  </a:cubicBezTo>
                  <a:lnTo>
                    <a:pt x="2323" y="3956"/>
                  </a:lnTo>
                  <a:cubicBezTo>
                    <a:pt x="2339" y="3972"/>
                    <a:pt x="2339" y="3988"/>
                    <a:pt x="2339" y="4004"/>
                  </a:cubicBezTo>
                  <a:lnTo>
                    <a:pt x="2339" y="3956"/>
                  </a:lnTo>
                  <a:lnTo>
                    <a:pt x="2339" y="3855"/>
                  </a:lnTo>
                  <a:cubicBezTo>
                    <a:pt x="2323" y="3802"/>
                    <a:pt x="2323" y="3770"/>
                    <a:pt x="2323" y="3737"/>
                  </a:cubicBezTo>
                  <a:cubicBezTo>
                    <a:pt x="2323" y="3685"/>
                    <a:pt x="2323" y="3653"/>
                    <a:pt x="2303" y="3620"/>
                  </a:cubicBezTo>
                  <a:lnTo>
                    <a:pt x="2303" y="3499"/>
                  </a:lnTo>
                  <a:cubicBezTo>
                    <a:pt x="2303" y="3483"/>
                    <a:pt x="2303" y="3467"/>
                    <a:pt x="2287" y="3451"/>
                  </a:cubicBezTo>
                  <a:close/>
                  <a:moveTo>
                    <a:pt x="2339" y="4004"/>
                  </a:moveTo>
                  <a:cubicBezTo>
                    <a:pt x="2339" y="4057"/>
                    <a:pt x="2339" y="4105"/>
                    <a:pt x="2355" y="4141"/>
                  </a:cubicBezTo>
                  <a:cubicBezTo>
                    <a:pt x="2355" y="4089"/>
                    <a:pt x="2355" y="4057"/>
                    <a:pt x="2339" y="4004"/>
                  </a:cubicBezTo>
                  <a:close/>
                  <a:moveTo>
                    <a:pt x="2355" y="4141"/>
                  </a:moveTo>
                  <a:cubicBezTo>
                    <a:pt x="2355" y="4190"/>
                    <a:pt x="2355" y="4259"/>
                    <a:pt x="2371" y="4307"/>
                  </a:cubicBezTo>
                  <a:cubicBezTo>
                    <a:pt x="2371" y="4259"/>
                    <a:pt x="2371" y="4190"/>
                    <a:pt x="2355" y="4141"/>
                  </a:cubicBezTo>
                  <a:close/>
                  <a:moveTo>
                    <a:pt x="2371" y="4307"/>
                  </a:moveTo>
                  <a:cubicBezTo>
                    <a:pt x="2371" y="4408"/>
                    <a:pt x="2387" y="4509"/>
                    <a:pt x="2387" y="4610"/>
                  </a:cubicBezTo>
                  <a:lnTo>
                    <a:pt x="2404" y="4679"/>
                  </a:lnTo>
                  <a:lnTo>
                    <a:pt x="2404" y="4594"/>
                  </a:lnTo>
                  <a:cubicBezTo>
                    <a:pt x="2387" y="4509"/>
                    <a:pt x="2387" y="4408"/>
                    <a:pt x="2371" y="4307"/>
                  </a:cubicBezTo>
                  <a:close/>
                  <a:moveTo>
                    <a:pt x="267" y="4004"/>
                  </a:moveTo>
                  <a:lnTo>
                    <a:pt x="267" y="4024"/>
                  </a:lnTo>
                  <a:cubicBezTo>
                    <a:pt x="267" y="4040"/>
                    <a:pt x="283" y="4057"/>
                    <a:pt x="267" y="4089"/>
                  </a:cubicBezTo>
                  <a:lnTo>
                    <a:pt x="267" y="4105"/>
                  </a:lnTo>
                  <a:cubicBezTo>
                    <a:pt x="283" y="4141"/>
                    <a:pt x="283" y="4190"/>
                    <a:pt x="283" y="4242"/>
                  </a:cubicBezTo>
                  <a:lnTo>
                    <a:pt x="283" y="4291"/>
                  </a:lnTo>
                  <a:cubicBezTo>
                    <a:pt x="303" y="4392"/>
                    <a:pt x="303" y="4477"/>
                    <a:pt x="303" y="4578"/>
                  </a:cubicBezTo>
                  <a:lnTo>
                    <a:pt x="303" y="4610"/>
                  </a:lnTo>
                  <a:cubicBezTo>
                    <a:pt x="319" y="4663"/>
                    <a:pt x="319" y="4695"/>
                    <a:pt x="319" y="4731"/>
                  </a:cubicBezTo>
                  <a:lnTo>
                    <a:pt x="319" y="4747"/>
                  </a:lnTo>
                  <a:cubicBezTo>
                    <a:pt x="303" y="4780"/>
                    <a:pt x="319" y="4796"/>
                    <a:pt x="352" y="4796"/>
                  </a:cubicBezTo>
                  <a:cubicBezTo>
                    <a:pt x="319" y="4780"/>
                    <a:pt x="319" y="4780"/>
                    <a:pt x="335" y="4747"/>
                  </a:cubicBezTo>
                  <a:lnTo>
                    <a:pt x="335" y="4731"/>
                  </a:lnTo>
                  <a:cubicBezTo>
                    <a:pt x="319" y="4695"/>
                    <a:pt x="319" y="4646"/>
                    <a:pt x="319" y="4610"/>
                  </a:cubicBezTo>
                  <a:lnTo>
                    <a:pt x="319" y="4578"/>
                  </a:lnTo>
                  <a:cubicBezTo>
                    <a:pt x="319" y="4477"/>
                    <a:pt x="303" y="4392"/>
                    <a:pt x="303" y="4291"/>
                  </a:cubicBezTo>
                  <a:lnTo>
                    <a:pt x="303" y="4242"/>
                  </a:lnTo>
                  <a:cubicBezTo>
                    <a:pt x="303" y="4190"/>
                    <a:pt x="303" y="4141"/>
                    <a:pt x="283" y="4105"/>
                  </a:cubicBezTo>
                  <a:lnTo>
                    <a:pt x="283" y="4089"/>
                  </a:lnTo>
                  <a:lnTo>
                    <a:pt x="283" y="4024"/>
                  </a:lnTo>
                  <a:lnTo>
                    <a:pt x="283" y="4004"/>
                  </a:lnTo>
                  <a:close/>
                  <a:moveTo>
                    <a:pt x="2404" y="4711"/>
                  </a:moveTo>
                  <a:lnTo>
                    <a:pt x="2404" y="4764"/>
                  </a:lnTo>
                  <a:lnTo>
                    <a:pt x="2404" y="4780"/>
                  </a:lnTo>
                  <a:cubicBezTo>
                    <a:pt x="2404" y="4812"/>
                    <a:pt x="2424" y="4832"/>
                    <a:pt x="2424" y="4865"/>
                  </a:cubicBezTo>
                  <a:lnTo>
                    <a:pt x="2424" y="4780"/>
                  </a:lnTo>
                  <a:lnTo>
                    <a:pt x="2424" y="4764"/>
                  </a:lnTo>
                  <a:cubicBezTo>
                    <a:pt x="2404" y="4747"/>
                    <a:pt x="2404" y="4731"/>
                    <a:pt x="2404" y="4711"/>
                  </a:cubicBezTo>
                  <a:close/>
                  <a:moveTo>
                    <a:pt x="2424" y="4865"/>
                  </a:moveTo>
                  <a:lnTo>
                    <a:pt x="2424" y="4933"/>
                  </a:lnTo>
                  <a:cubicBezTo>
                    <a:pt x="2424" y="4982"/>
                    <a:pt x="2440" y="5034"/>
                    <a:pt x="2440" y="5083"/>
                  </a:cubicBezTo>
                  <a:cubicBezTo>
                    <a:pt x="2440" y="5135"/>
                    <a:pt x="2456" y="5184"/>
                    <a:pt x="2456" y="5252"/>
                  </a:cubicBezTo>
                  <a:lnTo>
                    <a:pt x="2456" y="5285"/>
                  </a:lnTo>
                  <a:cubicBezTo>
                    <a:pt x="2456" y="5301"/>
                    <a:pt x="2472" y="5337"/>
                    <a:pt x="2456" y="5369"/>
                  </a:cubicBezTo>
                  <a:cubicBezTo>
                    <a:pt x="2488" y="5337"/>
                    <a:pt x="2472" y="5301"/>
                    <a:pt x="2472" y="5269"/>
                  </a:cubicBezTo>
                  <a:lnTo>
                    <a:pt x="2472" y="5252"/>
                  </a:lnTo>
                  <a:cubicBezTo>
                    <a:pt x="2456" y="5184"/>
                    <a:pt x="2456" y="5135"/>
                    <a:pt x="2456" y="5083"/>
                  </a:cubicBezTo>
                  <a:cubicBezTo>
                    <a:pt x="2440" y="5034"/>
                    <a:pt x="2440" y="4982"/>
                    <a:pt x="2440" y="4933"/>
                  </a:cubicBezTo>
                  <a:cubicBezTo>
                    <a:pt x="2440" y="4897"/>
                    <a:pt x="2440" y="4881"/>
                    <a:pt x="2424" y="4865"/>
                  </a:cubicBezTo>
                  <a:close/>
                  <a:moveTo>
                    <a:pt x="352" y="4796"/>
                  </a:moveTo>
                  <a:lnTo>
                    <a:pt x="352" y="4796"/>
                  </a:lnTo>
                  <a:cubicBezTo>
                    <a:pt x="420" y="4832"/>
                    <a:pt x="485" y="4848"/>
                    <a:pt x="553" y="4865"/>
                  </a:cubicBezTo>
                  <a:cubicBezTo>
                    <a:pt x="606" y="4881"/>
                    <a:pt x="654" y="4881"/>
                    <a:pt x="687" y="4897"/>
                  </a:cubicBezTo>
                  <a:cubicBezTo>
                    <a:pt x="772" y="4913"/>
                    <a:pt x="840" y="4949"/>
                    <a:pt x="909" y="4966"/>
                  </a:cubicBezTo>
                  <a:cubicBezTo>
                    <a:pt x="974" y="4982"/>
                    <a:pt x="1042" y="4998"/>
                    <a:pt x="1091" y="5014"/>
                  </a:cubicBezTo>
                  <a:lnTo>
                    <a:pt x="1244" y="5050"/>
                  </a:lnTo>
                  <a:cubicBezTo>
                    <a:pt x="1345" y="5083"/>
                    <a:pt x="1446" y="5099"/>
                    <a:pt x="1547" y="5135"/>
                  </a:cubicBezTo>
                  <a:cubicBezTo>
                    <a:pt x="1616" y="5151"/>
                    <a:pt x="1681" y="5184"/>
                    <a:pt x="1765" y="5200"/>
                  </a:cubicBezTo>
                  <a:cubicBezTo>
                    <a:pt x="1866" y="5216"/>
                    <a:pt x="1967" y="5252"/>
                    <a:pt x="2068" y="5285"/>
                  </a:cubicBezTo>
                  <a:lnTo>
                    <a:pt x="2121" y="5301"/>
                  </a:lnTo>
                  <a:cubicBezTo>
                    <a:pt x="2222" y="5317"/>
                    <a:pt x="2323" y="5353"/>
                    <a:pt x="2404" y="5369"/>
                  </a:cubicBezTo>
                  <a:cubicBezTo>
                    <a:pt x="2424" y="5386"/>
                    <a:pt x="2440" y="5386"/>
                    <a:pt x="2440" y="5386"/>
                  </a:cubicBezTo>
                  <a:lnTo>
                    <a:pt x="2456" y="5386"/>
                  </a:lnTo>
                  <a:lnTo>
                    <a:pt x="2456" y="5369"/>
                  </a:lnTo>
                  <a:lnTo>
                    <a:pt x="2424" y="5369"/>
                  </a:lnTo>
                  <a:cubicBezTo>
                    <a:pt x="2323" y="5337"/>
                    <a:pt x="2222" y="5301"/>
                    <a:pt x="2137" y="5285"/>
                  </a:cubicBezTo>
                  <a:lnTo>
                    <a:pt x="2068" y="5269"/>
                  </a:lnTo>
                  <a:cubicBezTo>
                    <a:pt x="1967" y="5236"/>
                    <a:pt x="1866" y="5216"/>
                    <a:pt x="1765" y="5184"/>
                  </a:cubicBezTo>
                  <a:cubicBezTo>
                    <a:pt x="1697" y="5168"/>
                    <a:pt x="1616" y="5135"/>
                    <a:pt x="1547" y="5115"/>
                  </a:cubicBezTo>
                  <a:cubicBezTo>
                    <a:pt x="1446" y="5099"/>
                    <a:pt x="1345" y="5067"/>
                    <a:pt x="1244" y="5034"/>
                  </a:cubicBezTo>
                  <a:lnTo>
                    <a:pt x="1111" y="4998"/>
                  </a:lnTo>
                  <a:cubicBezTo>
                    <a:pt x="1042" y="4982"/>
                    <a:pt x="974" y="4966"/>
                    <a:pt x="925" y="4949"/>
                  </a:cubicBezTo>
                  <a:cubicBezTo>
                    <a:pt x="840" y="4933"/>
                    <a:pt x="772" y="4913"/>
                    <a:pt x="707" y="4881"/>
                  </a:cubicBezTo>
                  <a:cubicBezTo>
                    <a:pt x="654" y="4881"/>
                    <a:pt x="606" y="4865"/>
                    <a:pt x="553" y="4848"/>
                  </a:cubicBezTo>
                  <a:cubicBezTo>
                    <a:pt x="485" y="4832"/>
                    <a:pt x="420" y="4812"/>
                    <a:pt x="352" y="47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1464;p39">
              <a:extLst>
                <a:ext uri="{FF2B5EF4-FFF2-40B4-BE49-F238E27FC236}">
                  <a16:creationId xmlns:a16="http://schemas.microsoft.com/office/drawing/2014/main" id="{9CA8C490-6E43-A223-0486-9E2E24B0FD77}"/>
                </a:ext>
              </a:extLst>
            </p:cNvPr>
            <p:cNvSpPr/>
            <p:nvPr/>
          </p:nvSpPr>
          <p:spPr>
            <a:xfrm>
              <a:off x="1249437" y="19662"/>
              <a:ext cx="1491464" cy="627237"/>
            </a:xfrm>
            <a:custGeom>
              <a:avLst/>
              <a:gdLst/>
              <a:ahLst/>
              <a:cxnLst/>
              <a:rect l="l" t="t" r="r" b="b"/>
              <a:pathLst>
                <a:path w="15016" h="6315" extrusionOk="0">
                  <a:moveTo>
                    <a:pt x="6952" y="17"/>
                  </a:moveTo>
                  <a:cubicBezTo>
                    <a:pt x="6936" y="17"/>
                    <a:pt x="6936" y="33"/>
                    <a:pt x="6936" y="33"/>
                  </a:cubicBezTo>
                  <a:cubicBezTo>
                    <a:pt x="6952" y="33"/>
                    <a:pt x="6952" y="33"/>
                    <a:pt x="6952" y="17"/>
                  </a:cubicBezTo>
                  <a:close/>
                  <a:moveTo>
                    <a:pt x="6952" y="0"/>
                  </a:moveTo>
                  <a:lnTo>
                    <a:pt x="6952" y="17"/>
                  </a:lnTo>
                  <a:lnTo>
                    <a:pt x="6969" y="17"/>
                  </a:lnTo>
                  <a:cubicBezTo>
                    <a:pt x="7001" y="17"/>
                    <a:pt x="7053" y="33"/>
                    <a:pt x="7086" y="53"/>
                  </a:cubicBezTo>
                  <a:cubicBezTo>
                    <a:pt x="7053" y="17"/>
                    <a:pt x="7017" y="0"/>
                    <a:pt x="6969" y="0"/>
                  </a:cubicBezTo>
                  <a:close/>
                  <a:moveTo>
                    <a:pt x="6936" y="33"/>
                  </a:moveTo>
                  <a:lnTo>
                    <a:pt x="6916" y="53"/>
                  </a:lnTo>
                  <a:cubicBezTo>
                    <a:pt x="6884" y="69"/>
                    <a:pt x="6868" y="85"/>
                    <a:pt x="6851" y="101"/>
                  </a:cubicBezTo>
                  <a:cubicBezTo>
                    <a:pt x="6767" y="170"/>
                    <a:pt x="6682" y="255"/>
                    <a:pt x="6597" y="336"/>
                  </a:cubicBezTo>
                  <a:cubicBezTo>
                    <a:pt x="6682" y="271"/>
                    <a:pt x="6783" y="186"/>
                    <a:pt x="6868" y="101"/>
                  </a:cubicBezTo>
                  <a:cubicBezTo>
                    <a:pt x="6884" y="85"/>
                    <a:pt x="6900" y="69"/>
                    <a:pt x="6916" y="69"/>
                  </a:cubicBezTo>
                  <a:cubicBezTo>
                    <a:pt x="6936" y="69"/>
                    <a:pt x="6936" y="53"/>
                    <a:pt x="6936" y="33"/>
                  </a:cubicBezTo>
                  <a:close/>
                  <a:moveTo>
                    <a:pt x="7086" y="53"/>
                  </a:moveTo>
                  <a:cubicBezTo>
                    <a:pt x="7102" y="69"/>
                    <a:pt x="7118" y="69"/>
                    <a:pt x="7118" y="69"/>
                  </a:cubicBezTo>
                  <a:cubicBezTo>
                    <a:pt x="7239" y="117"/>
                    <a:pt x="7356" y="170"/>
                    <a:pt x="7457" y="218"/>
                  </a:cubicBezTo>
                  <a:cubicBezTo>
                    <a:pt x="7522" y="255"/>
                    <a:pt x="7575" y="287"/>
                    <a:pt x="7643" y="303"/>
                  </a:cubicBezTo>
                  <a:cubicBezTo>
                    <a:pt x="7777" y="372"/>
                    <a:pt x="7910" y="420"/>
                    <a:pt x="8047" y="489"/>
                  </a:cubicBezTo>
                  <a:lnTo>
                    <a:pt x="8415" y="659"/>
                  </a:lnTo>
                  <a:cubicBezTo>
                    <a:pt x="8601" y="740"/>
                    <a:pt x="8786" y="824"/>
                    <a:pt x="8972" y="909"/>
                  </a:cubicBezTo>
                  <a:cubicBezTo>
                    <a:pt x="9005" y="925"/>
                    <a:pt x="9057" y="942"/>
                    <a:pt x="9106" y="962"/>
                  </a:cubicBezTo>
                  <a:cubicBezTo>
                    <a:pt x="9057" y="942"/>
                    <a:pt x="9021" y="909"/>
                    <a:pt x="8972" y="893"/>
                  </a:cubicBezTo>
                  <a:cubicBezTo>
                    <a:pt x="8786" y="808"/>
                    <a:pt x="8601" y="723"/>
                    <a:pt x="8415" y="639"/>
                  </a:cubicBezTo>
                  <a:lnTo>
                    <a:pt x="8047" y="473"/>
                  </a:lnTo>
                  <a:cubicBezTo>
                    <a:pt x="7910" y="420"/>
                    <a:pt x="7777" y="356"/>
                    <a:pt x="7643" y="287"/>
                  </a:cubicBezTo>
                  <a:cubicBezTo>
                    <a:pt x="7591" y="271"/>
                    <a:pt x="7522" y="235"/>
                    <a:pt x="7474" y="218"/>
                  </a:cubicBezTo>
                  <a:cubicBezTo>
                    <a:pt x="7356" y="170"/>
                    <a:pt x="7239" y="117"/>
                    <a:pt x="7138" y="69"/>
                  </a:cubicBezTo>
                  <a:cubicBezTo>
                    <a:pt x="7118" y="53"/>
                    <a:pt x="7102" y="53"/>
                    <a:pt x="7086" y="53"/>
                  </a:cubicBezTo>
                  <a:close/>
                  <a:moveTo>
                    <a:pt x="6597" y="336"/>
                  </a:moveTo>
                  <a:lnTo>
                    <a:pt x="6565" y="356"/>
                  </a:lnTo>
                  <a:cubicBezTo>
                    <a:pt x="6480" y="420"/>
                    <a:pt x="6395" y="505"/>
                    <a:pt x="6310" y="590"/>
                  </a:cubicBezTo>
                  <a:cubicBezTo>
                    <a:pt x="6246" y="659"/>
                    <a:pt x="6177" y="723"/>
                    <a:pt x="6092" y="792"/>
                  </a:cubicBezTo>
                  <a:cubicBezTo>
                    <a:pt x="6007" y="861"/>
                    <a:pt x="5926" y="942"/>
                    <a:pt x="5842" y="1010"/>
                  </a:cubicBezTo>
                  <a:cubicBezTo>
                    <a:pt x="5724" y="1111"/>
                    <a:pt x="5587" y="1228"/>
                    <a:pt x="5470" y="1346"/>
                  </a:cubicBezTo>
                  <a:lnTo>
                    <a:pt x="5401" y="1414"/>
                  </a:lnTo>
                  <a:cubicBezTo>
                    <a:pt x="5320" y="1483"/>
                    <a:pt x="5252" y="1548"/>
                    <a:pt x="5183" y="1616"/>
                  </a:cubicBezTo>
                  <a:cubicBezTo>
                    <a:pt x="5252" y="1548"/>
                    <a:pt x="5337" y="1499"/>
                    <a:pt x="5401" y="1430"/>
                  </a:cubicBezTo>
                  <a:lnTo>
                    <a:pt x="5486" y="1346"/>
                  </a:lnTo>
                  <a:cubicBezTo>
                    <a:pt x="5603" y="1245"/>
                    <a:pt x="5724" y="1127"/>
                    <a:pt x="5858" y="1026"/>
                  </a:cubicBezTo>
                  <a:cubicBezTo>
                    <a:pt x="5943" y="942"/>
                    <a:pt x="6027" y="877"/>
                    <a:pt x="6108" y="792"/>
                  </a:cubicBezTo>
                  <a:cubicBezTo>
                    <a:pt x="6177" y="723"/>
                    <a:pt x="6246" y="659"/>
                    <a:pt x="6330" y="590"/>
                  </a:cubicBezTo>
                  <a:cubicBezTo>
                    <a:pt x="6411" y="521"/>
                    <a:pt x="6496" y="437"/>
                    <a:pt x="6581" y="372"/>
                  </a:cubicBezTo>
                  <a:lnTo>
                    <a:pt x="6597" y="336"/>
                  </a:lnTo>
                  <a:close/>
                  <a:moveTo>
                    <a:pt x="9106" y="962"/>
                  </a:moveTo>
                  <a:cubicBezTo>
                    <a:pt x="9158" y="994"/>
                    <a:pt x="9190" y="1010"/>
                    <a:pt x="9239" y="1026"/>
                  </a:cubicBezTo>
                  <a:cubicBezTo>
                    <a:pt x="9291" y="1063"/>
                    <a:pt x="9360" y="1079"/>
                    <a:pt x="9409" y="1111"/>
                  </a:cubicBezTo>
                  <a:cubicBezTo>
                    <a:pt x="9461" y="1127"/>
                    <a:pt x="9510" y="1164"/>
                    <a:pt x="9578" y="1180"/>
                  </a:cubicBezTo>
                  <a:cubicBezTo>
                    <a:pt x="9663" y="1212"/>
                    <a:pt x="9728" y="1245"/>
                    <a:pt x="9813" y="1297"/>
                  </a:cubicBezTo>
                  <a:cubicBezTo>
                    <a:pt x="9897" y="1329"/>
                    <a:pt x="9982" y="1366"/>
                    <a:pt x="10083" y="1414"/>
                  </a:cubicBezTo>
                  <a:cubicBezTo>
                    <a:pt x="10148" y="1447"/>
                    <a:pt x="10233" y="1483"/>
                    <a:pt x="10301" y="1515"/>
                  </a:cubicBezTo>
                  <a:cubicBezTo>
                    <a:pt x="10386" y="1548"/>
                    <a:pt x="10471" y="1584"/>
                    <a:pt x="10536" y="1616"/>
                  </a:cubicBezTo>
                  <a:cubicBezTo>
                    <a:pt x="10620" y="1649"/>
                    <a:pt x="10705" y="1685"/>
                    <a:pt x="10774" y="1733"/>
                  </a:cubicBezTo>
                  <a:cubicBezTo>
                    <a:pt x="10855" y="1750"/>
                    <a:pt x="10923" y="1786"/>
                    <a:pt x="10992" y="1818"/>
                  </a:cubicBezTo>
                  <a:cubicBezTo>
                    <a:pt x="11109" y="1871"/>
                    <a:pt x="11226" y="1935"/>
                    <a:pt x="11344" y="1988"/>
                  </a:cubicBezTo>
                  <a:lnTo>
                    <a:pt x="11412" y="2004"/>
                  </a:lnTo>
                  <a:lnTo>
                    <a:pt x="11344" y="1972"/>
                  </a:lnTo>
                  <a:cubicBezTo>
                    <a:pt x="11226" y="1919"/>
                    <a:pt x="11109" y="1871"/>
                    <a:pt x="10992" y="1802"/>
                  </a:cubicBezTo>
                  <a:cubicBezTo>
                    <a:pt x="10923" y="1786"/>
                    <a:pt x="10855" y="1750"/>
                    <a:pt x="10790" y="1717"/>
                  </a:cubicBezTo>
                  <a:cubicBezTo>
                    <a:pt x="10705" y="1685"/>
                    <a:pt x="10620" y="1649"/>
                    <a:pt x="10552" y="1600"/>
                  </a:cubicBezTo>
                  <a:cubicBezTo>
                    <a:pt x="10471" y="1568"/>
                    <a:pt x="10386" y="1531"/>
                    <a:pt x="10318" y="1499"/>
                  </a:cubicBezTo>
                  <a:cubicBezTo>
                    <a:pt x="10233" y="1467"/>
                    <a:pt x="10148" y="1430"/>
                    <a:pt x="10083" y="1398"/>
                  </a:cubicBezTo>
                  <a:cubicBezTo>
                    <a:pt x="9998" y="1366"/>
                    <a:pt x="9914" y="1313"/>
                    <a:pt x="9829" y="1281"/>
                  </a:cubicBezTo>
                  <a:cubicBezTo>
                    <a:pt x="9744" y="1245"/>
                    <a:pt x="9663" y="1212"/>
                    <a:pt x="9578" y="1164"/>
                  </a:cubicBezTo>
                  <a:cubicBezTo>
                    <a:pt x="9526" y="1144"/>
                    <a:pt x="9461" y="1111"/>
                    <a:pt x="9409" y="1095"/>
                  </a:cubicBezTo>
                  <a:cubicBezTo>
                    <a:pt x="9360" y="1079"/>
                    <a:pt x="9308" y="1043"/>
                    <a:pt x="9259" y="1026"/>
                  </a:cubicBezTo>
                  <a:cubicBezTo>
                    <a:pt x="9207" y="994"/>
                    <a:pt x="9158" y="978"/>
                    <a:pt x="9106" y="962"/>
                  </a:cubicBezTo>
                  <a:close/>
                  <a:moveTo>
                    <a:pt x="5183" y="1616"/>
                  </a:moveTo>
                  <a:cubicBezTo>
                    <a:pt x="5082" y="1701"/>
                    <a:pt x="4997" y="1770"/>
                    <a:pt x="4916" y="1851"/>
                  </a:cubicBezTo>
                  <a:cubicBezTo>
                    <a:pt x="4848" y="1919"/>
                    <a:pt x="4779" y="1972"/>
                    <a:pt x="4714" y="2036"/>
                  </a:cubicBezTo>
                  <a:cubicBezTo>
                    <a:pt x="4779" y="1988"/>
                    <a:pt x="4848" y="1919"/>
                    <a:pt x="4916" y="1871"/>
                  </a:cubicBezTo>
                  <a:cubicBezTo>
                    <a:pt x="5017" y="1786"/>
                    <a:pt x="5098" y="1701"/>
                    <a:pt x="5183" y="1616"/>
                  </a:cubicBezTo>
                  <a:close/>
                  <a:moveTo>
                    <a:pt x="11412" y="2004"/>
                  </a:moveTo>
                  <a:lnTo>
                    <a:pt x="11412" y="2004"/>
                  </a:lnTo>
                  <a:cubicBezTo>
                    <a:pt x="11461" y="2036"/>
                    <a:pt x="11497" y="2052"/>
                    <a:pt x="11546" y="2073"/>
                  </a:cubicBezTo>
                  <a:cubicBezTo>
                    <a:pt x="11630" y="2105"/>
                    <a:pt x="11699" y="2137"/>
                    <a:pt x="11784" y="2174"/>
                  </a:cubicBezTo>
                  <a:cubicBezTo>
                    <a:pt x="11715" y="2137"/>
                    <a:pt x="11630" y="2105"/>
                    <a:pt x="11562" y="2073"/>
                  </a:cubicBezTo>
                  <a:cubicBezTo>
                    <a:pt x="11513" y="2036"/>
                    <a:pt x="11461" y="2020"/>
                    <a:pt x="11412" y="2004"/>
                  </a:cubicBezTo>
                  <a:close/>
                  <a:moveTo>
                    <a:pt x="11784" y="2174"/>
                  </a:moveTo>
                  <a:lnTo>
                    <a:pt x="11784" y="2174"/>
                  </a:lnTo>
                  <a:cubicBezTo>
                    <a:pt x="11832" y="2206"/>
                    <a:pt x="11885" y="2222"/>
                    <a:pt x="11933" y="2254"/>
                  </a:cubicBezTo>
                  <a:cubicBezTo>
                    <a:pt x="12002" y="2275"/>
                    <a:pt x="12067" y="2307"/>
                    <a:pt x="12135" y="2339"/>
                  </a:cubicBezTo>
                  <a:cubicBezTo>
                    <a:pt x="12220" y="2376"/>
                    <a:pt x="12305" y="2408"/>
                    <a:pt x="12370" y="2456"/>
                  </a:cubicBezTo>
                  <a:cubicBezTo>
                    <a:pt x="12471" y="2493"/>
                    <a:pt x="12592" y="2541"/>
                    <a:pt x="12693" y="2594"/>
                  </a:cubicBezTo>
                  <a:cubicBezTo>
                    <a:pt x="12842" y="2658"/>
                    <a:pt x="13012" y="2743"/>
                    <a:pt x="13178" y="2812"/>
                  </a:cubicBezTo>
                  <a:cubicBezTo>
                    <a:pt x="13299" y="2860"/>
                    <a:pt x="13416" y="2913"/>
                    <a:pt x="13533" y="2982"/>
                  </a:cubicBezTo>
                  <a:cubicBezTo>
                    <a:pt x="13650" y="3030"/>
                    <a:pt x="13784" y="3083"/>
                    <a:pt x="13905" y="3131"/>
                  </a:cubicBezTo>
                  <a:cubicBezTo>
                    <a:pt x="13784" y="3062"/>
                    <a:pt x="13666" y="3014"/>
                    <a:pt x="13533" y="2961"/>
                  </a:cubicBezTo>
                  <a:cubicBezTo>
                    <a:pt x="13416" y="2913"/>
                    <a:pt x="13299" y="2844"/>
                    <a:pt x="13178" y="2796"/>
                  </a:cubicBezTo>
                  <a:cubicBezTo>
                    <a:pt x="13012" y="2727"/>
                    <a:pt x="12858" y="2642"/>
                    <a:pt x="12693" y="2578"/>
                  </a:cubicBezTo>
                  <a:cubicBezTo>
                    <a:pt x="12592" y="2525"/>
                    <a:pt x="12491" y="2493"/>
                    <a:pt x="12390" y="2440"/>
                  </a:cubicBezTo>
                  <a:cubicBezTo>
                    <a:pt x="12305" y="2408"/>
                    <a:pt x="12220" y="2355"/>
                    <a:pt x="12135" y="2323"/>
                  </a:cubicBezTo>
                  <a:cubicBezTo>
                    <a:pt x="12067" y="2307"/>
                    <a:pt x="12002" y="2275"/>
                    <a:pt x="11950" y="2238"/>
                  </a:cubicBezTo>
                  <a:cubicBezTo>
                    <a:pt x="11885" y="2222"/>
                    <a:pt x="11832" y="2190"/>
                    <a:pt x="11784" y="2174"/>
                  </a:cubicBezTo>
                  <a:close/>
                  <a:moveTo>
                    <a:pt x="4714" y="2036"/>
                  </a:moveTo>
                  <a:lnTo>
                    <a:pt x="4391" y="2323"/>
                  </a:lnTo>
                  <a:cubicBezTo>
                    <a:pt x="4327" y="2376"/>
                    <a:pt x="4258" y="2440"/>
                    <a:pt x="4189" y="2509"/>
                  </a:cubicBezTo>
                  <a:cubicBezTo>
                    <a:pt x="4056" y="2626"/>
                    <a:pt x="3923" y="2759"/>
                    <a:pt x="3769" y="2881"/>
                  </a:cubicBezTo>
                  <a:cubicBezTo>
                    <a:pt x="3737" y="2913"/>
                    <a:pt x="3705" y="2945"/>
                    <a:pt x="3652" y="2982"/>
                  </a:cubicBezTo>
                  <a:cubicBezTo>
                    <a:pt x="3604" y="3046"/>
                    <a:pt x="3535" y="3099"/>
                    <a:pt x="3482" y="3147"/>
                  </a:cubicBezTo>
                  <a:cubicBezTo>
                    <a:pt x="3434" y="3200"/>
                    <a:pt x="3381" y="3232"/>
                    <a:pt x="3349" y="3264"/>
                  </a:cubicBezTo>
                  <a:cubicBezTo>
                    <a:pt x="3280" y="3317"/>
                    <a:pt x="3232" y="3365"/>
                    <a:pt x="3179" y="3418"/>
                  </a:cubicBezTo>
                  <a:lnTo>
                    <a:pt x="3030" y="3567"/>
                  </a:lnTo>
                  <a:cubicBezTo>
                    <a:pt x="3078" y="3519"/>
                    <a:pt x="3131" y="3487"/>
                    <a:pt x="3179" y="3434"/>
                  </a:cubicBezTo>
                  <a:cubicBezTo>
                    <a:pt x="3248" y="3386"/>
                    <a:pt x="3301" y="3333"/>
                    <a:pt x="3349" y="3285"/>
                  </a:cubicBezTo>
                  <a:cubicBezTo>
                    <a:pt x="3402" y="3248"/>
                    <a:pt x="3450" y="3200"/>
                    <a:pt x="3482" y="3163"/>
                  </a:cubicBezTo>
                  <a:cubicBezTo>
                    <a:pt x="3551" y="3099"/>
                    <a:pt x="3604" y="3046"/>
                    <a:pt x="3668" y="2998"/>
                  </a:cubicBezTo>
                  <a:cubicBezTo>
                    <a:pt x="3705" y="2961"/>
                    <a:pt x="3753" y="2929"/>
                    <a:pt x="3785" y="2897"/>
                  </a:cubicBezTo>
                  <a:cubicBezTo>
                    <a:pt x="3923" y="2759"/>
                    <a:pt x="4056" y="2642"/>
                    <a:pt x="4210" y="2509"/>
                  </a:cubicBezTo>
                  <a:cubicBezTo>
                    <a:pt x="4274" y="2456"/>
                    <a:pt x="4343" y="2392"/>
                    <a:pt x="4412" y="2323"/>
                  </a:cubicBezTo>
                  <a:lnTo>
                    <a:pt x="4714" y="2036"/>
                  </a:lnTo>
                  <a:close/>
                  <a:moveTo>
                    <a:pt x="13905" y="3131"/>
                  </a:moveTo>
                  <a:cubicBezTo>
                    <a:pt x="13969" y="3163"/>
                    <a:pt x="14038" y="3200"/>
                    <a:pt x="14107" y="3232"/>
                  </a:cubicBezTo>
                  <a:cubicBezTo>
                    <a:pt x="14188" y="3264"/>
                    <a:pt x="14288" y="3317"/>
                    <a:pt x="14373" y="3349"/>
                  </a:cubicBezTo>
                  <a:cubicBezTo>
                    <a:pt x="14490" y="3402"/>
                    <a:pt x="14612" y="3450"/>
                    <a:pt x="14713" y="3503"/>
                  </a:cubicBezTo>
                  <a:cubicBezTo>
                    <a:pt x="14761" y="3519"/>
                    <a:pt x="14793" y="3535"/>
                    <a:pt x="14830" y="3551"/>
                  </a:cubicBezTo>
                  <a:cubicBezTo>
                    <a:pt x="14878" y="3588"/>
                    <a:pt x="14931" y="3604"/>
                    <a:pt x="14963" y="3620"/>
                  </a:cubicBezTo>
                  <a:lnTo>
                    <a:pt x="14979" y="3620"/>
                  </a:lnTo>
                  <a:lnTo>
                    <a:pt x="14995" y="3636"/>
                  </a:lnTo>
                  <a:lnTo>
                    <a:pt x="14995" y="3652"/>
                  </a:lnTo>
                  <a:lnTo>
                    <a:pt x="15016" y="3636"/>
                  </a:lnTo>
                  <a:lnTo>
                    <a:pt x="15016" y="3620"/>
                  </a:lnTo>
                  <a:lnTo>
                    <a:pt x="14995" y="3620"/>
                  </a:lnTo>
                  <a:cubicBezTo>
                    <a:pt x="14979" y="3604"/>
                    <a:pt x="14979" y="3604"/>
                    <a:pt x="14963" y="3604"/>
                  </a:cubicBezTo>
                  <a:cubicBezTo>
                    <a:pt x="14931" y="3588"/>
                    <a:pt x="14878" y="3567"/>
                    <a:pt x="14846" y="3551"/>
                  </a:cubicBezTo>
                  <a:cubicBezTo>
                    <a:pt x="14793" y="3535"/>
                    <a:pt x="14761" y="3519"/>
                    <a:pt x="14729" y="3487"/>
                  </a:cubicBezTo>
                  <a:cubicBezTo>
                    <a:pt x="14612" y="3434"/>
                    <a:pt x="14490" y="3386"/>
                    <a:pt x="14389" y="3349"/>
                  </a:cubicBezTo>
                  <a:cubicBezTo>
                    <a:pt x="14288" y="3301"/>
                    <a:pt x="14208" y="3264"/>
                    <a:pt x="14107" y="3216"/>
                  </a:cubicBezTo>
                  <a:cubicBezTo>
                    <a:pt x="14038" y="3184"/>
                    <a:pt x="13969" y="3147"/>
                    <a:pt x="13905" y="3131"/>
                  </a:cubicBezTo>
                  <a:close/>
                  <a:moveTo>
                    <a:pt x="3030" y="3567"/>
                  </a:moveTo>
                  <a:cubicBezTo>
                    <a:pt x="2961" y="3620"/>
                    <a:pt x="2913" y="3668"/>
                    <a:pt x="2860" y="3721"/>
                  </a:cubicBezTo>
                  <a:cubicBezTo>
                    <a:pt x="2929" y="3668"/>
                    <a:pt x="2977" y="3620"/>
                    <a:pt x="3030" y="3567"/>
                  </a:cubicBezTo>
                  <a:close/>
                  <a:moveTo>
                    <a:pt x="2860" y="3721"/>
                  </a:moveTo>
                  <a:lnTo>
                    <a:pt x="2860" y="3721"/>
                  </a:lnTo>
                  <a:cubicBezTo>
                    <a:pt x="2812" y="3753"/>
                    <a:pt x="2759" y="3806"/>
                    <a:pt x="2711" y="3854"/>
                  </a:cubicBezTo>
                  <a:cubicBezTo>
                    <a:pt x="2759" y="3822"/>
                    <a:pt x="2812" y="3769"/>
                    <a:pt x="2860" y="3721"/>
                  </a:cubicBezTo>
                  <a:close/>
                  <a:moveTo>
                    <a:pt x="2711" y="3854"/>
                  </a:moveTo>
                  <a:lnTo>
                    <a:pt x="2711" y="3854"/>
                  </a:lnTo>
                  <a:cubicBezTo>
                    <a:pt x="2658" y="3891"/>
                    <a:pt x="2610" y="3939"/>
                    <a:pt x="2573" y="3971"/>
                  </a:cubicBezTo>
                  <a:cubicBezTo>
                    <a:pt x="2626" y="3939"/>
                    <a:pt x="2658" y="3907"/>
                    <a:pt x="2711" y="3854"/>
                  </a:cubicBezTo>
                  <a:close/>
                  <a:moveTo>
                    <a:pt x="2573" y="3971"/>
                  </a:moveTo>
                  <a:lnTo>
                    <a:pt x="2573" y="3971"/>
                  </a:lnTo>
                  <a:cubicBezTo>
                    <a:pt x="2493" y="4040"/>
                    <a:pt x="2408" y="4125"/>
                    <a:pt x="2323" y="4210"/>
                  </a:cubicBezTo>
                  <a:cubicBezTo>
                    <a:pt x="2408" y="4141"/>
                    <a:pt x="2493" y="4056"/>
                    <a:pt x="2573" y="3971"/>
                  </a:cubicBezTo>
                  <a:close/>
                  <a:moveTo>
                    <a:pt x="2323" y="4210"/>
                  </a:moveTo>
                  <a:lnTo>
                    <a:pt x="2068" y="4428"/>
                  </a:lnTo>
                  <a:cubicBezTo>
                    <a:pt x="1968" y="4513"/>
                    <a:pt x="1867" y="4614"/>
                    <a:pt x="1749" y="4715"/>
                  </a:cubicBezTo>
                  <a:cubicBezTo>
                    <a:pt x="1733" y="4731"/>
                    <a:pt x="1701" y="4747"/>
                    <a:pt x="1685" y="4779"/>
                  </a:cubicBezTo>
                  <a:cubicBezTo>
                    <a:pt x="1665" y="4799"/>
                    <a:pt x="1632" y="4816"/>
                    <a:pt x="1616" y="4832"/>
                  </a:cubicBezTo>
                  <a:cubicBezTo>
                    <a:pt x="1515" y="4933"/>
                    <a:pt x="1414" y="5018"/>
                    <a:pt x="1313" y="5119"/>
                  </a:cubicBezTo>
                  <a:cubicBezTo>
                    <a:pt x="1414" y="5034"/>
                    <a:pt x="1515" y="4933"/>
                    <a:pt x="1616" y="4848"/>
                  </a:cubicBezTo>
                  <a:cubicBezTo>
                    <a:pt x="1648" y="4832"/>
                    <a:pt x="1665" y="4799"/>
                    <a:pt x="1701" y="4779"/>
                  </a:cubicBezTo>
                  <a:lnTo>
                    <a:pt x="1766" y="4715"/>
                  </a:lnTo>
                  <a:cubicBezTo>
                    <a:pt x="1867" y="4630"/>
                    <a:pt x="1988" y="4529"/>
                    <a:pt x="2089" y="4428"/>
                  </a:cubicBezTo>
                  <a:lnTo>
                    <a:pt x="2323" y="4210"/>
                  </a:lnTo>
                  <a:close/>
                  <a:moveTo>
                    <a:pt x="1313" y="5119"/>
                  </a:moveTo>
                  <a:lnTo>
                    <a:pt x="1313" y="5119"/>
                  </a:lnTo>
                  <a:cubicBezTo>
                    <a:pt x="1281" y="5135"/>
                    <a:pt x="1261" y="5167"/>
                    <a:pt x="1228" y="5183"/>
                  </a:cubicBezTo>
                  <a:cubicBezTo>
                    <a:pt x="1196" y="5220"/>
                    <a:pt x="1180" y="5236"/>
                    <a:pt x="1143" y="5268"/>
                  </a:cubicBezTo>
                  <a:cubicBezTo>
                    <a:pt x="1180" y="5252"/>
                    <a:pt x="1212" y="5220"/>
                    <a:pt x="1244" y="5203"/>
                  </a:cubicBezTo>
                  <a:cubicBezTo>
                    <a:pt x="1261" y="5167"/>
                    <a:pt x="1297" y="5151"/>
                    <a:pt x="1313" y="5119"/>
                  </a:cubicBezTo>
                  <a:close/>
                  <a:moveTo>
                    <a:pt x="1143" y="5268"/>
                  </a:moveTo>
                  <a:cubicBezTo>
                    <a:pt x="1095" y="5321"/>
                    <a:pt x="1026" y="5369"/>
                    <a:pt x="978" y="5422"/>
                  </a:cubicBezTo>
                  <a:cubicBezTo>
                    <a:pt x="925" y="5470"/>
                    <a:pt x="877" y="5506"/>
                    <a:pt x="824" y="5555"/>
                  </a:cubicBezTo>
                  <a:cubicBezTo>
                    <a:pt x="792" y="5587"/>
                    <a:pt x="776" y="5607"/>
                    <a:pt x="739" y="5624"/>
                  </a:cubicBezTo>
                  <a:cubicBezTo>
                    <a:pt x="723" y="5656"/>
                    <a:pt x="691" y="5672"/>
                    <a:pt x="655" y="5708"/>
                  </a:cubicBezTo>
                  <a:cubicBezTo>
                    <a:pt x="606" y="5757"/>
                    <a:pt x="537" y="5809"/>
                    <a:pt x="489" y="5858"/>
                  </a:cubicBezTo>
                  <a:lnTo>
                    <a:pt x="388" y="5943"/>
                  </a:lnTo>
                  <a:lnTo>
                    <a:pt x="251" y="6076"/>
                  </a:lnTo>
                  <a:cubicBezTo>
                    <a:pt x="303" y="6044"/>
                    <a:pt x="352" y="5991"/>
                    <a:pt x="404" y="5959"/>
                  </a:cubicBezTo>
                  <a:lnTo>
                    <a:pt x="489" y="5874"/>
                  </a:lnTo>
                  <a:cubicBezTo>
                    <a:pt x="554" y="5826"/>
                    <a:pt x="606" y="5757"/>
                    <a:pt x="675" y="5708"/>
                  </a:cubicBezTo>
                  <a:cubicBezTo>
                    <a:pt x="707" y="5688"/>
                    <a:pt x="723" y="5656"/>
                    <a:pt x="756" y="5640"/>
                  </a:cubicBezTo>
                  <a:cubicBezTo>
                    <a:pt x="776" y="5607"/>
                    <a:pt x="808" y="5587"/>
                    <a:pt x="824" y="5571"/>
                  </a:cubicBezTo>
                  <a:cubicBezTo>
                    <a:pt x="877" y="5523"/>
                    <a:pt x="925" y="5470"/>
                    <a:pt x="978" y="5438"/>
                  </a:cubicBezTo>
                  <a:cubicBezTo>
                    <a:pt x="1042" y="5369"/>
                    <a:pt x="1095" y="5321"/>
                    <a:pt x="1143" y="5268"/>
                  </a:cubicBezTo>
                  <a:close/>
                  <a:moveTo>
                    <a:pt x="251" y="6076"/>
                  </a:moveTo>
                  <a:lnTo>
                    <a:pt x="251" y="6076"/>
                  </a:lnTo>
                  <a:cubicBezTo>
                    <a:pt x="234" y="6092"/>
                    <a:pt x="218" y="6112"/>
                    <a:pt x="186" y="6129"/>
                  </a:cubicBezTo>
                  <a:cubicBezTo>
                    <a:pt x="150" y="6161"/>
                    <a:pt x="101" y="6193"/>
                    <a:pt x="69" y="6246"/>
                  </a:cubicBezTo>
                  <a:cubicBezTo>
                    <a:pt x="69" y="6262"/>
                    <a:pt x="49" y="6262"/>
                    <a:pt x="49" y="6262"/>
                  </a:cubicBezTo>
                  <a:cubicBezTo>
                    <a:pt x="0" y="6262"/>
                    <a:pt x="0" y="6262"/>
                    <a:pt x="0" y="6314"/>
                  </a:cubicBezTo>
                  <a:lnTo>
                    <a:pt x="16" y="6314"/>
                  </a:lnTo>
                  <a:cubicBezTo>
                    <a:pt x="16" y="6278"/>
                    <a:pt x="16" y="6278"/>
                    <a:pt x="49" y="6278"/>
                  </a:cubicBezTo>
                  <a:cubicBezTo>
                    <a:pt x="69" y="6262"/>
                    <a:pt x="69" y="6262"/>
                    <a:pt x="85" y="6262"/>
                  </a:cubicBezTo>
                  <a:cubicBezTo>
                    <a:pt x="117" y="6213"/>
                    <a:pt x="150" y="6177"/>
                    <a:pt x="202" y="6129"/>
                  </a:cubicBezTo>
                  <a:lnTo>
                    <a:pt x="251" y="607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1465;p39">
              <a:extLst>
                <a:ext uri="{FF2B5EF4-FFF2-40B4-BE49-F238E27FC236}">
                  <a16:creationId xmlns:a16="http://schemas.microsoft.com/office/drawing/2014/main" id="{2C5DEE46-E1AD-5DA5-7278-C8A4D42115FE}"/>
                </a:ext>
              </a:extLst>
            </p:cNvPr>
            <p:cNvSpPr/>
            <p:nvPr/>
          </p:nvSpPr>
          <p:spPr>
            <a:xfrm>
              <a:off x="1948387" y="785260"/>
              <a:ext cx="732323" cy="195869"/>
            </a:xfrm>
            <a:custGeom>
              <a:avLst/>
              <a:gdLst/>
              <a:ahLst/>
              <a:cxnLst/>
              <a:rect l="l" t="t" r="r" b="b"/>
              <a:pathLst>
                <a:path w="7373" h="1972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65" y="20"/>
                    <a:pt x="117" y="36"/>
                  </a:cubicBezTo>
                  <a:cubicBezTo>
                    <a:pt x="117" y="36"/>
                    <a:pt x="134" y="53"/>
                    <a:pt x="150" y="53"/>
                  </a:cubicBezTo>
                  <a:cubicBezTo>
                    <a:pt x="267" y="85"/>
                    <a:pt x="384" y="121"/>
                    <a:pt x="505" y="137"/>
                  </a:cubicBezTo>
                  <a:cubicBezTo>
                    <a:pt x="384" y="101"/>
                    <a:pt x="267" y="69"/>
                    <a:pt x="150" y="36"/>
                  </a:cubicBezTo>
                  <a:cubicBezTo>
                    <a:pt x="134" y="36"/>
                    <a:pt x="117" y="36"/>
                    <a:pt x="117" y="20"/>
                  </a:cubicBezTo>
                  <a:cubicBezTo>
                    <a:pt x="81" y="20"/>
                    <a:pt x="33" y="0"/>
                    <a:pt x="0" y="0"/>
                  </a:cubicBezTo>
                  <a:close/>
                  <a:moveTo>
                    <a:pt x="505" y="137"/>
                  </a:moveTo>
                  <a:lnTo>
                    <a:pt x="538" y="154"/>
                  </a:lnTo>
                  <a:cubicBezTo>
                    <a:pt x="586" y="170"/>
                    <a:pt x="639" y="186"/>
                    <a:pt x="687" y="186"/>
                  </a:cubicBezTo>
                  <a:cubicBezTo>
                    <a:pt x="639" y="170"/>
                    <a:pt x="586" y="154"/>
                    <a:pt x="554" y="137"/>
                  </a:cubicBezTo>
                  <a:close/>
                  <a:moveTo>
                    <a:pt x="687" y="186"/>
                  </a:moveTo>
                  <a:lnTo>
                    <a:pt x="687" y="186"/>
                  </a:lnTo>
                  <a:cubicBezTo>
                    <a:pt x="756" y="222"/>
                    <a:pt x="824" y="238"/>
                    <a:pt x="889" y="255"/>
                  </a:cubicBezTo>
                  <a:cubicBezTo>
                    <a:pt x="974" y="271"/>
                    <a:pt x="1075" y="303"/>
                    <a:pt x="1160" y="323"/>
                  </a:cubicBezTo>
                  <a:cubicBezTo>
                    <a:pt x="1212" y="339"/>
                    <a:pt x="1261" y="356"/>
                    <a:pt x="1293" y="356"/>
                  </a:cubicBezTo>
                  <a:cubicBezTo>
                    <a:pt x="1394" y="388"/>
                    <a:pt x="1479" y="404"/>
                    <a:pt x="1564" y="424"/>
                  </a:cubicBezTo>
                  <a:cubicBezTo>
                    <a:pt x="1479" y="388"/>
                    <a:pt x="1394" y="372"/>
                    <a:pt x="1313" y="356"/>
                  </a:cubicBezTo>
                  <a:cubicBezTo>
                    <a:pt x="1261" y="339"/>
                    <a:pt x="1212" y="323"/>
                    <a:pt x="1160" y="303"/>
                  </a:cubicBezTo>
                  <a:cubicBezTo>
                    <a:pt x="1075" y="287"/>
                    <a:pt x="990" y="271"/>
                    <a:pt x="909" y="238"/>
                  </a:cubicBezTo>
                  <a:cubicBezTo>
                    <a:pt x="824" y="222"/>
                    <a:pt x="756" y="202"/>
                    <a:pt x="687" y="186"/>
                  </a:cubicBezTo>
                  <a:close/>
                  <a:moveTo>
                    <a:pt x="1564" y="424"/>
                  </a:moveTo>
                  <a:cubicBezTo>
                    <a:pt x="1596" y="440"/>
                    <a:pt x="1632" y="457"/>
                    <a:pt x="1681" y="457"/>
                  </a:cubicBezTo>
                  <a:cubicBezTo>
                    <a:pt x="1648" y="440"/>
                    <a:pt x="1596" y="424"/>
                    <a:pt x="1564" y="424"/>
                  </a:cubicBezTo>
                  <a:close/>
                  <a:moveTo>
                    <a:pt x="1798" y="489"/>
                  </a:moveTo>
                  <a:lnTo>
                    <a:pt x="1798" y="489"/>
                  </a:lnTo>
                  <a:cubicBezTo>
                    <a:pt x="1899" y="525"/>
                    <a:pt x="2000" y="558"/>
                    <a:pt x="2101" y="574"/>
                  </a:cubicBezTo>
                  <a:cubicBezTo>
                    <a:pt x="2000" y="541"/>
                    <a:pt x="1899" y="505"/>
                    <a:pt x="1798" y="489"/>
                  </a:cubicBezTo>
                  <a:close/>
                  <a:moveTo>
                    <a:pt x="2101" y="574"/>
                  </a:moveTo>
                  <a:cubicBezTo>
                    <a:pt x="2254" y="626"/>
                    <a:pt x="2424" y="659"/>
                    <a:pt x="2574" y="707"/>
                  </a:cubicBezTo>
                  <a:cubicBezTo>
                    <a:pt x="2675" y="743"/>
                    <a:pt x="2792" y="760"/>
                    <a:pt x="2909" y="792"/>
                  </a:cubicBezTo>
                  <a:cubicBezTo>
                    <a:pt x="2978" y="808"/>
                    <a:pt x="3046" y="828"/>
                    <a:pt x="3095" y="844"/>
                  </a:cubicBezTo>
                  <a:cubicBezTo>
                    <a:pt x="3180" y="877"/>
                    <a:pt x="3264" y="893"/>
                    <a:pt x="3349" y="909"/>
                  </a:cubicBezTo>
                  <a:cubicBezTo>
                    <a:pt x="3414" y="929"/>
                    <a:pt x="3466" y="945"/>
                    <a:pt x="3535" y="961"/>
                  </a:cubicBezTo>
                  <a:cubicBezTo>
                    <a:pt x="3583" y="978"/>
                    <a:pt x="3636" y="994"/>
                    <a:pt x="3684" y="1010"/>
                  </a:cubicBezTo>
                  <a:cubicBezTo>
                    <a:pt x="3753" y="1030"/>
                    <a:pt x="3818" y="1046"/>
                    <a:pt x="3886" y="1062"/>
                  </a:cubicBezTo>
                  <a:cubicBezTo>
                    <a:pt x="3971" y="1079"/>
                    <a:pt x="4040" y="1095"/>
                    <a:pt x="4121" y="1131"/>
                  </a:cubicBezTo>
                  <a:cubicBezTo>
                    <a:pt x="4274" y="1163"/>
                    <a:pt x="4424" y="1212"/>
                    <a:pt x="4577" y="1248"/>
                  </a:cubicBezTo>
                  <a:cubicBezTo>
                    <a:pt x="4678" y="1264"/>
                    <a:pt x="4779" y="1297"/>
                    <a:pt x="4864" y="1333"/>
                  </a:cubicBezTo>
                  <a:cubicBezTo>
                    <a:pt x="4965" y="1349"/>
                    <a:pt x="5066" y="1382"/>
                    <a:pt x="5167" y="1414"/>
                  </a:cubicBezTo>
                  <a:cubicBezTo>
                    <a:pt x="5268" y="1434"/>
                    <a:pt x="5369" y="1466"/>
                    <a:pt x="5454" y="1483"/>
                  </a:cubicBezTo>
                  <a:cubicBezTo>
                    <a:pt x="5535" y="1499"/>
                    <a:pt x="5619" y="1535"/>
                    <a:pt x="5704" y="1551"/>
                  </a:cubicBezTo>
                  <a:cubicBezTo>
                    <a:pt x="5789" y="1567"/>
                    <a:pt x="5858" y="1600"/>
                    <a:pt x="5939" y="1616"/>
                  </a:cubicBezTo>
                  <a:cubicBezTo>
                    <a:pt x="5991" y="1636"/>
                    <a:pt x="6040" y="1652"/>
                    <a:pt x="6092" y="1652"/>
                  </a:cubicBezTo>
                  <a:cubicBezTo>
                    <a:pt x="6225" y="1701"/>
                    <a:pt x="6363" y="1737"/>
                    <a:pt x="6496" y="1769"/>
                  </a:cubicBezTo>
                  <a:cubicBezTo>
                    <a:pt x="6581" y="1786"/>
                    <a:pt x="6666" y="1818"/>
                    <a:pt x="6747" y="1838"/>
                  </a:cubicBezTo>
                  <a:lnTo>
                    <a:pt x="6783" y="1838"/>
                  </a:lnTo>
                  <a:lnTo>
                    <a:pt x="6747" y="1818"/>
                  </a:lnTo>
                  <a:cubicBezTo>
                    <a:pt x="6666" y="1802"/>
                    <a:pt x="6581" y="1769"/>
                    <a:pt x="6496" y="1753"/>
                  </a:cubicBezTo>
                  <a:cubicBezTo>
                    <a:pt x="6379" y="1717"/>
                    <a:pt x="6242" y="1685"/>
                    <a:pt x="6108" y="1652"/>
                  </a:cubicBezTo>
                  <a:cubicBezTo>
                    <a:pt x="6040" y="1636"/>
                    <a:pt x="5991" y="1616"/>
                    <a:pt x="5939" y="1600"/>
                  </a:cubicBezTo>
                  <a:cubicBezTo>
                    <a:pt x="5874" y="1584"/>
                    <a:pt x="5789" y="1567"/>
                    <a:pt x="5720" y="1535"/>
                  </a:cubicBezTo>
                  <a:cubicBezTo>
                    <a:pt x="5636" y="1515"/>
                    <a:pt x="5555" y="1499"/>
                    <a:pt x="5470" y="1466"/>
                  </a:cubicBezTo>
                  <a:cubicBezTo>
                    <a:pt x="5369" y="1450"/>
                    <a:pt x="5268" y="1414"/>
                    <a:pt x="5167" y="1398"/>
                  </a:cubicBezTo>
                  <a:cubicBezTo>
                    <a:pt x="5066" y="1365"/>
                    <a:pt x="4965" y="1349"/>
                    <a:pt x="4880" y="1313"/>
                  </a:cubicBezTo>
                  <a:cubicBezTo>
                    <a:pt x="4779" y="1281"/>
                    <a:pt x="4678" y="1264"/>
                    <a:pt x="4577" y="1232"/>
                  </a:cubicBezTo>
                  <a:cubicBezTo>
                    <a:pt x="4424" y="1196"/>
                    <a:pt x="4274" y="1147"/>
                    <a:pt x="4121" y="1111"/>
                  </a:cubicBezTo>
                  <a:cubicBezTo>
                    <a:pt x="4056" y="1095"/>
                    <a:pt x="3971" y="1062"/>
                    <a:pt x="3886" y="1046"/>
                  </a:cubicBezTo>
                  <a:cubicBezTo>
                    <a:pt x="3818" y="1030"/>
                    <a:pt x="3753" y="1010"/>
                    <a:pt x="3684" y="994"/>
                  </a:cubicBezTo>
                  <a:cubicBezTo>
                    <a:pt x="3636" y="978"/>
                    <a:pt x="3583" y="961"/>
                    <a:pt x="3535" y="945"/>
                  </a:cubicBezTo>
                  <a:cubicBezTo>
                    <a:pt x="3466" y="929"/>
                    <a:pt x="3414" y="909"/>
                    <a:pt x="3349" y="893"/>
                  </a:cubicBezTo>
                  <a:cubicBezTo>
                    <a:pt x="3264" y="877"/>
                    <a:pt x="3180" y="860"/>
                    <a:pt x="3111" y="828"/>
                  </a:cubicBezTo>
                  <a:cubicBezTo>
                    <a:pt x="3046" y="808"/>
                    <a:pt x="2978" y="792"/>
                    <a:pt x="2909" y="776"/>
                  </a:cubicBezTo>
                  <a:cubicBezTo>
                    <a:pt x="2792" y="760"/>
                    <a:pt x="2691" y="727"/>
                    <a:pt x="2574" y="691"/>
                  </a:cubicBezTo>
                  <a:cubicBezTo>
                    <a:pt x="2424" y="642"/>
                    <a:pt x="2271" y="606"/>
                    <a:pt x="2121" y="574"/>
                  </a:cubicBezTo>
                  <a:close/>
                  <a:moveTo>
                    <a:pt x="6783" y="1838"/>
                  </a:moveTo>
                  <a:cubicBezTo>
                    <a:pt x="6900" y="1870"/>
                    <a:pt x="7017" y="1903"/>
                    <a:pt x="7134" y="1939"/>
                  </a:cubicBezTo>
                  <a:cubicBezTo>
                    <a:pt x="7203" y="1955"/>
                    <a:pt x="7272" y="1971"/>
                    <a:pt x="7373" y="1971"/>
                  </a:cubicBezTo>
                  <a:cubicBezTo>
                    <a:pt x="7288" y="1955"/>
                    <a:pt x="7203" y="1939"/>
                    <a:pt x="7151" y="1919"/>
                  </a:cubicBezTo>
                  <a:cubicBezTo>
                    <a:pt x="7017" y="1887"/>
                    <a:pt x="6900" y="1870"/>
                    <a:pt x="6783" y="18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1466;p39">
              <a:extLst>
                <a:ext uri="{FF2B5EF4-FFF2-40B4-BE49-F238E27FC236}">
                  <a16:creationId xmlns:a16="http://schemas.microsoft.com/office/drawing/2014/main" id="{38B37D4C-62C4-4241-BA5F-9419EB6C2550}"/>
                </a:ext>
              </a:extLst>
            </p:cNvPr>
            <p:cNvSpPr/>
            <p:nvPr/>
          </p:nvSpPr>
          <p:spPr>
            <a:xfrm>
              <a:off x="1948387" y="771950"/>
              <a:ext cx="787349" cy="209178"/>
            </a:xfrm>
            <a:custGeom>
              <a:avLst/>
              <a:gdLst/>
              <a:ahLst/>
              <a:cxnLst/>
              <a:rect l="l" t="t" r="r" b="b"/>
              <a:pathLst>
                <a:path w="7927" h="2106" extrusionOk="0">
                  <a:moveTo>
                    <a:pt x="0" y="1"/>
                  </a:moveTo>
                  <a:lnTo>
                    <a:pt x="0" y="17"/>
                  </a:lnTo>
                  <a:cubicBezTo>
                    <a:pt x="49" y="17"/>
                    <a:pt x="101" y="33"/>
                    <a:pt x="134" y="53"/>
                  </a:cubicBezTo>
                  <a:lnTo>
                    <a:pt x="182" y="53"/>
                  </a:lnTo>
                  <a:cubicBezTo>
                    <a:pt x="166" y="33"/>
                    <a:pt x="150" y="33"/>
                    <a:pt x="134" y="33"/>
                  </a:cubicBezTo>
                  <a:cubicBezTo>
                    <a:pt x="101" y="17"/>
                    <a:pt x="49" y="1"/>
                    <a:pt x="0" y="1"/>
                  </a:cubicBezTo>
                  <a:close/>
                  <a:moveTo>
                    <a:pt x="182" y="53"/>
                  </a:moveTo>
                  <a:lnTo>
                    <a:pt x="182" y="53"/>
                  </a:lnTo>
                  <a:cubicBezTo>
                    <a:pt x="251" y="69"/>
                    <a:pt x="319" y="102"/>
                    <a:pt x="384" y="118"/>
                  </a:cubicBezTo>
                  <a:cubicBezTo>
                    <a:pt x="437" y="134"/>
                    <a:pt x="485" y="134"/>
                    <a:pt x="538" y="154"/>
                  </a:cubicBezTo>
                  <a:cubicBezTo>
                    <a:pt x="606" y="170"/>
                    <a:pt x="655" y="187"/>
                    <a:pt x="723" y="203"/>
                  </a:cubicBezTo>
                  <a:cubicBezTo>
                    <a:pt x="788" y="219"/>
                    <a:pt x="857" y="235"/>
                    <a:pt x="925" y="255"/>
                  </a:cubicBezTo>
                  <a:cubicBezTo>
                    <a:pt x="990" y="271"/>
                    <a:pt x="1075" y="304"/>
                    <a:pt x="1144" y="320"/>
                  </a:cubicBezTo>
                  <a:cubicBezTo>
                    <a:pt x="1212" y="336"/>
                    <a:pt x="1277" y="356"/>
                    <a:pt x="1362" y="372"/>
                  </a:cubicBezTo>
                  <a:cubicBezTo>
                    <a:pt x="1446" y="405"/>
                    <a:pt x="1531" y="421"/>
                    <a:pt x="1616" y="437"/>
                  </a:cubicBezTo>
                  <a:cubicBezTo>
                    <a:pt x="1531" y="405"/>
                    <a:pt x="1446" y="389"/>
                    <a:pt x="1362" y="356"/>
                  </a:cubicBezTo>
                  <a:cubicBezTo>
                    <a:pt x="1293" y="336"/>
                    <a:pt x="1212" y="320"/>
                    <a:pt x="1144" y="304"/>
                  </a:cubicBezTo>
                  <a:cubicBezTo>
                    <a:pt x="1075" y="288"/>
                    <a:pt x="990" y="271"/>
                    <a:pt x="925" y="235"/>
                  </a:cubicBezTo>
                  <a:cubicBezTo>
                    <a:pt x="857" y="219"/>
                    <a:pt x="788" y="203"/>
                    <a:pt x="723" y="187"/>
                  </a:cubicBezTo>
                  <a:cubicBezTo>
                    <a:pt x="655" y="170"/>
                    <a:pt x="606" y="154"/>
                    <a:pt x="538" y="134"/>
                  </a:cubicBezTo>
                  <a:cubicBezTo>
                    <a:pt x="485" y="134"/>
                    <a:pt x="437" y="118"/>
                    <a:pt x="384" y="102"/>
                  </a:cubicBezTo>
                  <a:cubicBezTo>
                    <a:pt x="319" y="86"/>
                    <a:pt x="251" y="69"/>
                    <a:pt x="182" y="53"/>
                  </a:cubicBezTo>
                  <a:close/>
                  <a:moveTo>
                    <a:pt x="1616" y="437"/>
                  </a:moveTo>
                  <a:lnTo>
                    <a:pt x="1616" y="437"/>
                  </a:lnTo>
                  <a:cubicBezTo>
                    <a:pt x="1681" y="457"/>
                    <a:pt x="1766" y="490"/>
                    <a:pt x="1834" y="506"/>
                  </a:cubicBezTo>
                  <a:cubicBezTo>
                    <a:pt x="1919" y="522"/>
                    <a:pt x="1984" y="538"/>
                    <a:pt x="2052" y="558"/>
                  </a:cubicBezTo>
                  <a:cubicBezTo>
                    <a:pt x="1984" y="522"/>
                    <a:pt x="1919" y="506"/>
                    <a:pt x="1850" y="490"/>
                  </a:cubicBezTo>
                  <a:cubicBezTo>
                    <a:pt x="1766" y="473"/>
                    <a:pt x="1697" y="457"/>
                    <a:pt x="1616" y="437"/>
                  </a:cubicBezTo>
                  <a:close/>
                  <a:moveTo>
                    <a:pt x="2052" y="558"/>
                  </a:moveTo>
                  <a:cubicBezTo>
                    <a:pt x="2121" y="574"/>
                    <a:pt x="2186" y="607"/>
                    <a:pt x="2254" y="623"/>
                  </a:cubicBezTo>
                  <a:cubicBezTo>
                    <a:pt x="2339" y="639"/>
                    <a:pt x="2424" y="659"/>
                    <a:pt x="2525" y="692"/>
                  </a:cubicBezTo>
                  <a:cubicBezTo>
                    <a:pt x="2590" y="708"/>
                    <a:pt x="2675" y="724"/>
                    <a:pt x="2759" y="740"/>
                  </a:cubicBezTo>
                  <a:cubicBezTo>
                    <a:pt x="2675" y="708"/>
                    <a:pt x="2590" y="692"/>
                    <a:pt x="2525" y="675"/>
                  </a:cubicBezTo>
                  <a:cubicBezTo>
                    <a:pt x="2440" y="659"/>
                    <a:pt x="2339" y="623"/>
                    <a:pt x="2254" y="607"/>
                  </a:cubicBezTo>
                  <a:cubicBezTo>
                    <a:pt x="2186" y="591"/>
                    <a:pt x="2121" y="574"/>
                    <a:pt x="2052" y="558"/>
                  </a:cubicBezTo>
                  <a:close/>
                  <a:moveTo>
                    <a:pt x="2759" y="740"/>
                  </a:moveTo>
                  <a:lnTo>
                    <a:pt x="2759" y="740"/>
                  </a:lnTo>
                  <a:cubicBezTo>
                    <a:pt x="2929" y="793"/>
                    <a:pt x="3095" y="841"/>
                    <a:pt x="3264" y="894"/>
                  </a:cubicBezTo>
                  <a:lnTo>
                    <a:pt x="3535" y="962"/>
                  </a:lnTo>
                  <a:cubicBezTo>
                    <a:pt x="3652" y="994"/>
                    <a:pt x="3769" y="1027"/>
                    <a:pt x="3886" y="1063"/>
                  </a:cubicBezTo>
                  <a:cubicBezTo>
                    <a:pt x="3955" y="1079"/>
                    <a:pt x="4020" y="1095"/>
                    <a:pt x="4088" y="1112"/>
                  </a:cubicBezTo>
                  <a:cubicBezTo>
                    <a:pt x="4173" y="1128"/>
                    <a:pt x="4258" y="1164"/>
                    <a:pt x="4343" y="1180"/>
                  </a:cubicBezTo>
                  <a:lnTo>
                    <a:pt x="4476" y="1213"/>
                  </a:lnTo>
                  <a:cubicBezTo>
                    <a:pt x="4646" y="1265"/>
                    <a:pt x="4795" y="1297"/>
                    <a:pt x="4965" y="1346"/>
                  </a:cubicBezTo>
                  <a:lnTo>
                    <a:pt x="5082" y="1382"/>
                  </a:lnTo>
                  <a:cubicBezTo>
                    <a:pt x="5232" y="1415"/>
                    <a:pt x="5385" y="1467"/>
                    <a:pt x="5535" y="1499"/>
                  </a:cubicBezTo>
                  <a:lnTo>
                    <a:pt x="5619" y="1516"/>
                  </a:lnTo>
                  <a:cubicBezTo>
                    <a:pt x="5757" y="1548"/>
                    <a:pt x="5890" y="1584"/>
                    <a:pt x="6007" y="1633"/>
                  </a:cubicBezTo>
                  <a:cubicBezTo>
                    <a:pt x="6177" y="1669"/>
                    <a:pt x="6363" y="1718"/>
                    <a:pt x="6528" y="1770"/>
                  </a:cubicBezTo>
                  <a:lnTo>
                    <a:pt x="6581" y="1786"/>
                  </a:lnTo>
                  <a:cubicBezTo>
                    <a:pt x="6646" y="1802"/>
                    <a:pt x="6714" y="1819"/>
                    <a:pt x="6783" y="1835"/>
                  </a:cubicBezTo>
                  <a:cubicBezTo>
                    <a:pt x="6916" y="1871"/>
                    <a:pt x="7050" y="1903"/>
                    <a:pt x="7187" y="1936"/>
                  </a:cubicBezTo>
                  <a:cubicBezTo>
                    <a:pt x="7050" y="1903"/>
                    <a:pt x="6916" y="1851"/>
                    <a:pt x="6783" y="1819"/>
                  </a:cubicBezTo>
                  <a:cubicBezTo>
                    <a:pt x="6714" y="1802"/>
                    <a:pt x="6646" y="1786"/>
                    <a:pt x="6581" y="1770"/>
                  </a:cubicBezTo>
                  <a:lnTo>
                    <a:pt x="6528" y="1750"/>
                  </a:lnTo>
                  <a:cubicBezTo>
                    <a:pt x="6363" y="1701"/>
                    <a:pt x="6193" y="1669"/>
                    <a:pt x="6007" y="1617"/>
                  </a:cubicBezTo>
                  <a:cubicBezTo>
                    <a:pt x="5890" y="1584"/>
                    <a:pt x="5757" y="1548"/>
                    <a:pt x="5636" y="1516"/>
                  </a:cubicBezTo>
                  <a:lnTo>
                    <a:pt x="5535" y="1483"/>
                  </a:lnTo>
                  <a:cubicBezTo>
                    <a:pt x="5385" y="1447"/>
                    <a:pt x="5232" y="1398"/>
                    <a:pt x="5082" y="1366"/>
                  </a:cubicBezTo>
                  <a:lnTo>
                    <a:pt x="4965" y="1330"/>
                  </a:lnTo>
                  <a:cubicBezTo>
                    <a:pt x="4812" y="1297"/>
                    <a:pt x="4646" y="1245"/>
                    <a:pt x="4476" y="1196"/>
                  </a:cubicBezTo>
                  <a:lnTo>
                    <a:pt x="4343" y="1164"/>
                  </a:lnTo>
                  <a:cubicBezTo>
                    <a:pt x="4258" y="1144"/>
                    <a:pt x="4173" y="1112"/>
                    <a:pt x="4088" y="1095"/>
                  </a:cubicBezTo>
                  <a:cubicBezTo>
                    <a:pt x="4020" y="1079"/>
                    <a:pt x="3955" y="1063"/>
                    <a:pt x="3886" y="1043"/>
                  </a:cubicBezTo>
                  <a:cubicBezTo>
                    <a:pt x="3769" y="1011"/>
                    <a:pt x="3652" y="978"/>
                    <a:pt x="3535" y="942"/>
                  </a:cubicBezTo>
                  <a:lnTo>
                    <a:pt x="3264" y="877"/>
                  </a:lnTo>
                  <a:cubicBezTo>
                    <a:pt x="3095" y="825"/>
                    <a:pt x="2929" y="776"/>
                    <a:pt x="2759" y="740"/>
                  </a:cubicBezTo>
                  <a:close/>
                  <a:moveTo>
                    <a:pt x="7187" y="1936"/>
                  </a:moveTo>
                  <a:lnTo>
                    <a:pt x="7187" y="1936"/>
                  </a:lnTo>
                  <a:cubicBezTo>
                    <a:pt x="7288" y="1972"/>
                    <a:pt x="7389" y="2004"/>
                    <a:pt x="7490" y="2021"/>
                  </a:cubicBezTo>
                  <a:cubicBezTo>
                    <a:pt x="7554" y="2037"/>
                    <a:pt x="7623" y="2053"/>
                    <a:pt x="7708" y="2089"/>
                  </a:cubicBezTo>
                  <a:cubicBezTo>
                    <a:pt x="7756" y="2089"/>
                    <a:pt x="7809" y="2105"/>
                    <a:pt x="7857" y="2105"/>
                  </a:cubicBezTo>
                  <a:lnTo>
                    <a:pt x="7926" y="2105"/>
                  </a:lnTo>
                  <a:cubicBezTo>
                    <a:pt x="7910" y="2105"/>
                    <a:pt x="7894" y="2089"/>
                    <a:pt x="7857" y="2089"/>
                  </a:cubicBezTo>
                  <a:cubicBezTo>
                    <a:pt x="7809" y="2089"/>
                    <a:pt x="7756" y="2089"/>
                    <a:pt x="7708" y="2073"/>
                  </a:cubicBezTo>
                  <a:cubicBezTo>
                    <a:pt x="7639" y="2053"/>
                    <a:pt x="7554" y="2037"/>
                    <a:pt x="7490" y="2004"/>
                  </a:cubicBezTo>
                  <a:cubicBezTo>
                    <a:pt x="7389" y="1988"/>
                    <a:pt x="7288" y="1952"/>
                    <a:pt x="7187" y="19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4" name="Google Shape;3324;p52">
            <a:extLst>
              <a:ext uri="{FF2B5EF4-FFF2-40B4-BE49-F238E27FC236}">
                <a16:creationId xmlns:a16="http://schemas.microsoft.com/office/drawing/2014/main" id="{146F467A-0E1B-B3A1-57AE-7CA3B7175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902" y="475488"/>
            <a:ext cx="8836701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Methodology: </a:t>
            </a:r>
            <a:br>
              <a:rPr lang="en-US" sz="3000" dirty="0"/>
            </a:br>
            <a:r>
              <a:rPr lang="en-US" sz="3000" dirty="0"/>
              <a:t>Data Capture &amp; Geodatabase</a:t>
            </a:r>
          </a:p>
        </p:txBody>
      </p:sp>
      <p:sp>
        <p:nvSpPr>
          <p:cNvPr id="3325" name="Google Shape;3325;p52">
            <a:extLst>
              <a:ext uri="{FF2B5EF4-FFF2-40B4-BE49-F238E27FC236}">
                <a16:creationId xmlns:a16="http://schemas.microsoft.com/office/drawing/2014/main" id="{AC2B15F9-F9D1-5FA1-3957-10B4295BB40A}"/>
              </a:ext>
            </a:extLst>
          </p:cNvPr>
          <p:cNvSpPr txBox="1"/>
          <p:nvPr/>
        </p:nvSpPr>
        <p:spPr>
          <a:xfrm flipH="1">
            <a:off x="3049071" y="1231362"/>
            <a:ext cx="15168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B&amp;E Rate</a:t>
            </a:r>
            <a:endParaRPr sz="20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26" name="Google Shape;3326;p52">
            <a:extLst>
              <a:ext uri="{FF2B5EF4-FFF2-40B4-BE49-F238E27FC236}">
                <a16:creationId xmlns:a16="http://schemas.microsoft.com/office/drawing/2014/main" id="{DF045659-E128-1DE3-4831-17676F52FF51}"/>
              </a:ext>
            </a:extLst>
          </p:cNvPr>
          <p:cNvSpPr txBox="1"/>
          <p:nvPr/>
        </p:nvSpPr>
        <p:spPr>
          <a:xfrm flipH="1">
            <a:off x="5655711" y="1231362"/>
            <a:ext cx="26553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B&amp;E Crime Statistics (CPS) 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Calgary Police Service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 </a:t>
            </a:r>
          </a:p>
        </p:txBody>
      </p:sp>
      <p:sp>
        <p:nvSpPr>
          <p:cNvPr id="3327" name="Google Shape;3327;p52">
            <a:extLst>
              <a:ext uri="{FF2B5EF4-FFF2-40B4-BE49-F238E27FC236}">
                <a16:creationId xmlns:a16="http://schemas.microsoft.com/office/drawing/2014/main" id="{B5E79307-C89D-F4F3-347A-AF508E46FDF5}"/>
              </a:ext>
            </a:extLst>
          </p:cNvPr>
          <p:cNvSpPr txBox="1"/>
          <p:nvPr/>
        </p:nvSpPr>
        <p:spPr>
          <a:xfrm flipH="1">
            <a:off x="3084131" y="2128904"/>
            <a:ext cx="2334582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Transportation</a:t>
            </a:r>
            <a:endParaRPr sz="20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28" name="Google Shape;3328;p52">
            <a:extLst>
              <a:ext uri="{FF2B5EF4-FFF2-40B4-BE49-F238E27FC236}">
                <a16:creationId xmlns:a16="http://schemas.microsoft.com/office/drawing/2014/main" id="{097E470C-0502-1739-1E46-79BEEBD2E65D}"/>
              </a:ext>
            </a:extLst>
          </p:cNvPr>
          <p:cNvSpPr txBox="1"/>
          <p:nvPr/>
        </p:nvSpPr>
        <p:spPr>
          <a:xfrm flipH="1">
            <a:off x="5655711" y="2126152"/>
            <a:ext cx="26553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10-Min Walk Service Areas / City Of Calgary Open Data</a:t>
            </a:r>
          </a:p>
        </p:txBody>
      </p:sp>
      <p:sp>
        <p:nvSpPr>
          <p:cNvPr id="3329" name="Google Shape;3329;p52">
            <a:extLst>
              <a:ext uri="{FF2B5EF4-FFF2-40B4-BE49-F238E27FC236}">
                <a16:creationId xmlns:a16="http://schemas.microsoft.com/office/drawing/2014/main" id="{761BBB18-BF55-44C2-5D0E-C51203824BE6}"/>
              </a:ext>
            </a:extLst>
          </p:cNvPr>
          <p:cNvSpPr txBox="1"/>
          <p:nvPr/>
        </p:nvSpPr>
        <p:spPr>
          <a:xfrm flipH="1">
            <a:off x="3049071" y="2996462"/>
            <a:ext cx="15168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Housing Price</a:t>
            </a:r>
            <a:endParaRPr sz="20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30" name="Google Shape;3330;p52">
            <a:extLst>
              <a:ext uri="{FF2B5EF4-FFF2-40B4-BE49-F238E27FC236}">
                <a16:creationId xmlns:a16="http://schemas.microsoft.com/office/drawing/2014/main" id="{72366CBB-338C-C70C-FD9A-04AE1A2945AE}"/>
              </a:ext>
            </a:extLst>
          </p:cNvPr>
          <p:cNvSpPr txBox="1"/>
          <p:nvPr/>
        </p:nvSpPr>
        <p:spPr>
          <a:xfrm flipH="1">
            <a:off x="5655710" y="2996462"/>
            <a:ext cx="2898067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HPI: Housing Price-to-Income /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Pillar 9 (2025 MLS Data)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solidFill>
                <a:schemeClr val="dk1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3331" name="Google Shape;3331;p52">
            <a:extLst>
              <a:ext uri="{FF2B5EF4-FFF2-40B4-BE49-F238E27FC236}">
                <a16:creationId xmlns:a16="http://schemas.microsoft.com/office/drawing/2014/main" id="{BA8DDA4D-B365-4B68-8D05-F7916AB6E7BD}"/>
              </a:ext>
            </a:extLst>
          </p:cNvPr>
          <p:cNvSpPr txBox="1"/>
          <p:nvPr/>
        </p:nvSpPr>
        <p:spPr>
          <a:xfrm flipH="1">
            <a:off x="3049071" y="3879012"/>
            <a:ext cx="15168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Park Space</a:t>
            </a:r>
            <a:endParaRPr sz="20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32" name="Google Shape;3332;p52">
            <a:extLst>
              <a:ext uri="{FF2B5EF4-FFF2-40B4-BE49-F238E27FC236}">
                <a16:creationId xmlns:a16="http://schemas.microsoft.com/office/drawing/2014/main" id="{A0657B2A-949B-E08C-6ED2-CD638C266B18}"/>
              </a:ext>
            </a:extLst>
          </p:cNvPr>
          <p:cNvSpPr txBox="1"/>
          <p:nvPr/>
        </p:nvSpPr>
        <p:spPr>
          <a:xfrm flipH="1">
            <a:off x="5655711" y="3879012"/>
            <a:ext cx="3250336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Park Density per Community Area / City of Calgary Open Data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solidFill>
                <a:schemeClr val="dk1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cxnSp>
        <p:nvCxnSpPr>
          <p:cNvPr id="3333" name="Google Shape;3333;p52">
            <a:extLst>
              <a:ext uri="{FF2B5EF4-FFF2-40B4-BE49-F238E27FC236}">
                <a16:creationId xmlns:a16="http://schemas.microsoft.com/office/drawing/2014/main" id="{0B3EFC8E-4056-FF09-F1FB-8A7A8C599A6B}"/>
              </a:ext>
            </a:extLst>
          </p:cNvPr>
          <p:cNvCxnSpPr>
            <a:cxnSpLocks/>
            <a:stCxn id="3325" idx="1"/>
            <a:endCxn id="3326" idx="3"/>
          </p:cNvCxnSpPr>
          <p:nvPr/>
        </p:nvCxnSpPr>
        <p:spPr>
          <a:xfrm>
            <a:off x="4565871" y="1625862"/>
            <a:ext cx="1089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3334" name="Google Shape;3334;p52">
            <a:extLst>
              <a:ext uri="{FF2B5EF4-FFF2-40B4-BE49-F238E27FC236}">
                <a16:creationId xmlns:a16="http://schemas.microsoft.com/office/drawing/2014/main" id="{3A86CEFC-F5BF-513D-7521-621A5A042D55}"/>
              </a:ext>
            </a:extLst>
          </p:cNvPr>
          <p:cNvCxnSpPr>
            <a:cxnSpLocks/>
            <a:stCxn id="3327" idx="1"/>
          </p:cNvCxnSpPr>
          <p:nvPr/>
        </p:nvCxnSpPr>
        <p:spPr>
          <a:xfrm>
            <a:off x="5418713" y="2523404"/>
            <a:ext cx="2369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3335" name="Google Shape;3335;p52">
            <a:extLst>
              <a:ext uri="{FF2B5EF4-FFF2-40B4-BE49-F238E27FC236}">
                <a16:creationId xmlns:a16="http://schemas.microsoft.com/office/drawing/2014/main" id="{C42A11BC-3143-8234-1377-77299553670A}"/>
              </a:ext>
            </a:extLst>
          </p:cNvPr>
          <p:cNvCxnSpPr>
            <a:cxnSpLocks/>
            <a:stCxn id="3329" idx="1"/>
            <a:endCxn id="3330" idx="3"/>
          </p:cNvCxnSpPr>
          <p:nvPr/>
        </p:nvCxnSpPr>
        <p:spPr>
          <a:xfrm>
            <a:off x="4565871" y="3390962"/>
            <a:ext cx="108983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3336" name="Google Shape;3336;p52">
            <a:extLst>
              <a:ext uri="{FF2B5EF4-FFF2-40B4-BE49-F238E27FC236}">
                <a16:creationId xmlns:a16="http://schemas.microsoft.com/office/drawing/2014/main" id="{2EF4EDB8-20D2-2E8B-40A5-09262F648AE8}"/>
              </a:ext>
            </a:extLst>
          </p:cNvPr>
          <p:cNvCxnSpPr>
            <a:cxnSpLocks/>
            <a:stCxn id="3331" idx="1"/>
            <a:endCxn id="3332" idx="3"/>
          </p:cNvCxnSpPr>
          <p:nvPr/>
        </p:nvCxnSpPr>
        <p:spPr>
          <a:xfrm>
            <a:off x="4565871" y="4273512"/>
            <a:ext cx="1089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3337" name="Google Shape;3337;p52">
            <a:extLst>
              <a:ext uri="{FF2B5EF4-FFF2-40B4-BE49-F238E27FC236}">
                <a16:creationId xmlns:a16="http://schemas.microsoft.com/office/drawing/2014/main" id="{D537714F-9BA9-27F1-4D83-DAE8A579324F}"/>
              </a:ext>
            </a:extLst>
          </p:cNvPr>
          <p:cNvSpPr txBox="1"/>
          <p:nvPr/>
        </p:nvSpPr>
        <p:spPr>
          <a:xfrm flipH="1">
            <a:off x="1610774" y="2539154"/>
            <a:ext cx="1201299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Four Pillars </a:t>
            </a:r>
            <a:endParaRPr sz="20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3338" name="Google Shape;3338;p52">
            <a:extLst>
              <a:ext uri="{FF2B5EF4-FFF2-40B4-BE49-F238E27FC236}">
                <a16:creationId xmlns:a16="http://schemas.microsoft.com/office/drawing/2014/main" id="{D3FD5839-D39F-93C2-72FC-2F67C84AC2B7}"/>
              </a:ext>
            </a:extLst>
          </p:cNvPr>
          <p:cNvCxnSpPr>
            <a:cxnSpLocks/>
            <a:stCxn id="3337" idx="1"/>
            <a:endCxn id="3325" idx="3"/>
          </p:cNvCxnSpPr>
          <p:nvPr/>
        </p:nvCxnSpPr>
        <p:spPr>
          <a:xfrm flipV="1">
            <a:off x="2812073" y="1625862"/>
            <a:ext cx="236998" cy="130779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3340" name="Google Shape;3340;p52">
            <a:extLst>
              <a:ext uri="{FF2B5EF4-FFF2-40B4-BE49-F238E27FC236}">
                <a16:creationId xmlns:a16="http://schemas.microsoft.com/office/drawing/2014/main" id="{34353201-7ED0-124B-61A7-B847713C8816}"/>
              </a:ext>
            </a:extLst>
          </p:cNvPr>
          <p:cNvCxnSpPr>
            <a:cxnSpLocks/>
            <a:stCxn id="3337" idx="1"/>
            <a:endCxn id="3329" idx="3"/>
          </p:cNvCxnSpPr>
          <p:nvPr/>
        </p:nvCxnSpPr>
        <p:spPr>
          <a:xfrm>
            <a:off x="2812073" y="2933654"/>
            <a:ext cx="236998" cy="45730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3341" name="Google Shape;3341;p52">
            <a:extLst>
              <a:ext uri="{FF2B5EF4-FFF2-40B4-BE49-F238E27FC236}">
                <a16:creationId xmlns:a16="http://schemas.microsoft.com/office/drawing/2014/main" id="{B89DE909-EE5D-6824-F39E-17A9CCAC06E0}"/>
              </a:ext>
            </a:extLst>
          </p:cNvPr>
          <p:cNvCxnSpPr>
            <a:cxnSpLocks/>
            <a:stCxn id="3337" idx="1"/>
            <a:endCxn id="3331" idx="3"/>
          </p:cNvCxnSpPr>
          <p:nvPr/>
        </p:nvCxnSpPr>
        <p:spPr>
          <a:xfrm>
            <a:off x="2812073" y="2933654"/>
            <a:ext cx="236998" cy="133985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pic>
        <p:nvPicPr>
          <p:cNvPr id="3074" name="Picture 2" descr="The City of Calgary visual identifier - Pattern Library">
            <a:extLst>
              <a:ext uri="{FF2B5EF4-FFF2-40B4-BE49-F238E27FC236}">
                <a16:creationId xmlns:a16="http://schemas.microsoft.com/office/drawing/2014/main" id="{A40C5735-CA25-FBE0-F6F7-3210DCC6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76" y="3921070"/>
            <a:ext cx="1008113" cy="112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Google Shape;3334;p52">
            <a:extLst>
              <a:ext uri="{FF2B5EF4-FFF2-40B4-BE49-F238E27FC236}">
                <a16:creationId xmlns:a16="http://schemas.microsoft.com/office/drawing/2014/main" id="{2D3E67EC-C1AA-D51F-AF02-586791676B9E}"/>
              </a:ext>
            </a:extLst>
          </p:cNvPr>
          <p:cNvCxnSpPr>
            <a:cxnSpLocks/>
          </p:cNvCxnSpPr>
          <p:nvPr/>
        </p:nvCxnSpPr>
        <p:spPr>
          <a:xfrm>
            <a:off x="1517386" y="2933654"/>
            <a:ext cx="1867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35" name="Google Shape;3337;p52">
            <a:extLst>
              <a:ext uri="{FF2B5EF4-FFF2-40B4-BE49-F238E27FC236}">
                <a16:creationId xmlns:a16="http://schemas.microsoft.com/office/drawing/2014/main" id="{89F635D2-079D-970A-F8B0-7FCA41AAC5D3}"/>
              </a:ext>
            </a:extLst>
          </p:cNvPr>
          <p:cNvSpPr txBox="1"/>
          <p:nvPr/>
        </p:nvSpPr>
        <p:spPr>
          <a:xfrm flipH="1">
            <a:off x="297630" y="2539154"/>
            <a:ext cx="13316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BlueSky.gdb</a:t>
            </a:r>
            <a:endParaRPr sz="2000" b="1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34" name="Google Shape;3340;p52">
            <a:extLst>
              <a:ext uri="{FF2B5EF4-FFF2-40B4-BE49-F238E27FC236}">
                <a16:creationId xmlns:a16="http://schemas.microsoft.com/office/drawing/2014/main" id="{148423D9-6DF9-865C-54FE-53601958F9BA}"/>
              </a:ext>
            </a:extLst>
          </p:cNvPr>
          <p:cNvCxnSpPr>
            <a:cxnSpLocks/>
          </p:cNvCxnSpPr>
          <p:nvPr/>
        </p:nvCxnSpPr>
        <p:spPr>
          <a:xfrm>
            <a:off x="2931626" y="2539154"/>
            <a:ext cx="11744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438252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5" grpId="0"/>
      <p:bldP spid="3326" grpId="0"/>
      <p:bldP spid="3327" grpId="0"/>
      <p:bldP spid="3328" grpId="0"/>
      <p:bldP spid="3329" grpId="0"/>
      <p:bldP spid="3330" grpId="0"/>
      <p:bldP spid="3331" grpId="0"/>
      <p:bldP spid="3332" grpId="0"/>
      <p:bldP spid="3337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>
          <a:extLst>
            <a:ext uri="{FF2B5EF4-FFF2-40B4-BE49-F238E27FC236}">
              <a16:creationId xmlns:a16="http://schemas.microsoft.com/office/drawing/2014/main" id="{DAA63E57-73DC-C67C-38F6-A983501F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2" name="Google Shape;1102;p39">
            <a:extLst>
              <a:ext uri="{FF2B5EF4-FFF2-40B4-BE49-F238E27FC236}">
                <a16:creationId xmlns:a16="http://schemas.microsoft.com/office/drawing/2014/main" id="{222D0841-0AAB-C642-F213-DED19B181A6E}"/>
              </a:ext>
            </a:extLst>
          </p:cNvPr>
          <p:cNvGrpSpPr/>
          <p:nvPr/>
        </p:nvGrpSpPr>
        <p:grpSpPr>
          <a:xfrm>
            <a:off x="-5799851" y="-555950"/>
            <a:ext cx="8692349" cy="5699591"/>
            <a:chOff x="1234141" y="-4"/>
            <a:chExt cx="1506760" cy="987986"/>
          </a:xfrm>
        </p:grpSpPr>
        <p:sp>
          <p:nvSpPr>
            <p:cNvPr id="1103" name="Google Shape;1103;p39">
              <a:extLst>
                <a:ext uri="{FF2B5EF4-FFF2-40B4-BE49-F238E27FC236}">
                  <a16:creationId xmlns:a16="http://schemas.microsoft.com/office/drawing/2014/main" id="{9135AA97-F213-3A5C-72BC-3BFD6A8E00AE}"/>
                </a:ext>
              </a:extLst>
            </p:cNvPr>
            <p:cNvSpPr/>
            <p:nvPr/>
          </p:nvSpPr>
          <p:spPr>
            <a:xfrm>
              <a:off x="2720738" y="66845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cubicBezTo>
                    <a:pt x="17" y="17"/>
                    <a:pt x="33" y="17"/>
                    <a:pt x="49" y="17"/>
                  </a:cubicBezTo>
                  <a:cubicBezTo>
                    <a:pt x="33" y="0"/>
                    <a:pt x="17" y="0"/>
                    <a:pt x="1" y="0"/>
                  </a:cubicBezTo>
                  <a:close/>
                  <a:moveTo>
                    <a:pt x="49" y="17"/>
                  </a:moveTo>
                  <a:cubicBezTo>
                    <a:pt x="81" y="33"/>
                    <a:pt x="118" y="49"/>
                    <a:pt x="150" y="49"/>
                  </a:cubicBezTo>
                  <a:lnTo>
                    <a:pt x="150" y="33"/>
                  </a:lnTo>
                  <a:cubicBezTo>
                    <a:pt x="118" y="33"/>
                    <a:pt x="81" y="17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9">
              <a:extLst>
                <a:ext uri="{FF2B5EF4-FFF2-40B4-BE49-F238E27FC236}">
                  <a16:creationId xmlns:a16="http://schemas.microsoft.com/office/drawing/2014/main" id="{611E92B8-E402-90E3-3357-FE9AAAEB1EF6}"/>
                </a:ext>
              </a:extLst>
            </p:cNvPr>
            <p:cNvSpPr/>
            <p:nvPr/>
          </p:nvSpPr>
          <p:spPr>
            <a:xfrm>
              <a:off x="1717655" y="455302"/>
              <a:ext cx="21752" cy="15793"/>
            </a:xfrm>
            <a:custGeom>
              <a:avLst/>
              <a:gdLst/>
              <a:ahLst/>
              <a:cxnLst/>
              <a:rect l="l" t="t" r="r" b="b"/>
              <a:pathLst>
                <a:path w="219" h="159" extrusionOk="0">
                  <a:moveTo>
                    <a:pt x="201" y="1"/>
                  </a:moveTo>
                  <a:cubicBezTo>
                    <a:pt x="189" y="1"/>
                    <a:pt x="177" y="10"/>
                    <a:pt x="166" y="10"/>
                  </a:cubicBezTo>
                  <a:cubicBezTo>
                    <a:pt x="134" y="42"/>
                    <a:pt x="81" y="74"/>
                    <a:pt x="49" y="111"/>
                  </a:cubicBezTo>
                  <a:lnTo>
                    <a:pt x="0" y="143"/>
                  </a:lnTo>
                  <a:lnTo>
                    <a:pt x="0" y="159"/>
                  </a:lnTo>
                  <a:lnTo>
                    <a:pt x="17" y="159"/>
                  </a:lnTo>
                  <a:lnTo>
                    <a:pt x="49" y="127"/>
                  </a:lnTo>
                  <a:cubicBezTo>
                    <a:pt x="101" y="90"/>
                    <a:pt x="134" y="58"/>
                    <a:pt x="182" y="26"/>
                  </a:cubicBezTo>
                  <a:cubicBezTo>
                    <a:pt x="202" y="10"/>
                    <a:pt x="202" y="10"/>
                    <a:pt x="219" y="10"/>
                  </a:cubicBezTo>
                  <a:cubicBezTo>
                    <a:pt x="213" y="3"/>
                    <a:pt x="207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9">
              <a:extLst>
                <a:ext uri="{FF2B5EF4-FFF2-40B4-BE49-F238E27FC236}">
                  <a16:creationId xmlns:a16="http://schemas.microsoft.com/office/drawing/2014/main" id="{F65C89CB-71B2-C89A-1ED8-F25D2D4EB9C0}"/>
                </a:ext>
              </a:extLst>
            </p:cNvPr>
            <p:cNvSpPr/>
            <p:nvPr/>
          </p:nvSpPr>
          <p:spPr>
            <a:xfrm>
              <a:off x="1679117" y="432556"/>
              <a:ext cx="56715" cy="43802"/>
            </a:xfrm>
            <a:custGeom>
              <a:avLst/>
              <a:gdLst/>
              <a:ahLst/>
              <a:cxnLst/>
              <a:rect l="l" t="t" r="r" b="b"/>
              <a:pathLst>
                <a:path w="571" h="441" extrusionOk="0">
                  <a:moveTo>
                    <a:pt x="570" y="0"/>
                  </a:moveTo>
                  <a:lnTo>
                    <a:pt x="570" y="0"/>
                  </a:lnTo>
                  <a:cubicBezTo>
                    <a:pt x="522" y="16"/>
                    <a:pt x="489" y="53"/>
                    <a:pt x="453" y="85"/>
                  </a:cubicBezTo>
                  <a:cubicBezTo>
                    <a:pt x="489" y="53"/>
                    <a:pt x="538" y="37"/>
                    <a:pt x="570" y="0"/>
                  </a:cubicBezTo>
                  <a:close/>
                  <a:moveTo>
                    <a:pt x="453" y="85"/>
                  </a:moveTo>
                  <a:cubicBezTo>
                    <a:pt x="437" y="85"/>
                    <a:pt x="421" y="101"/>
                    <a:pt x="388" y="117"/>
                  </a:cubicBezTo>
                  <a:cubicBezTo>
                    <a:pt x="352" y="154"/>
                    <a:pt x="304" y="202"/>
                    <a:pt x="251" y="239"/>
                  </a:cubicBezTo>
                  <a:cubicBezTo>
                    <a:pt x="186" y="271"/>
                    <a:pt x="134" y="319"/>
                    <a:pt x="65" y="372"/>
                  </a:cubicBezTo>
                  <a:cubicBezTo>
                    <a:pt x="49" y="388"/>
                    <a:pt x="33" y="404"/>
                    <a:pt x="1" y="420"/>
                  </a:cubicBezTo>
                  <a:lnTo>
                    <a:pt x="1" y="440"/>
                  </a:lnTo>
                  <a:lnTo>
                    <a:pt x="17" y="440"/>
                  </a:lnTo>
                  <a:cubicBezTo>
                    <a:pt x="33" y="420"/>
                    <a:pt x="49" y="404"/>
                    <a:pt x="65" y="388"/>
                  </a:cubicBezTo>
                  <a:cubicBezTo>
                    <a:pt x="134" y="340"/>
                    <a:pt x="203" y="287"/>
                    <a:pt x="267" y="239"/>
                  </a:cubicBezTo>
                  <a:cubicBezTo>
                    <a:pt x="304" y="202"/>
                    <a:pt x="352" y="170"/>
                    <a:pt x="405" y="138"/>
                  </a:cubicBezTo>
                  <a:cubicBezTo>
                    <a:pt x="421" y="117"/>
                    <a:pt x="437" y="101"/>
                    <a:pt x="453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9">
              <a:extLst>
                <a:ext uri="{FF2B5EF4-FFF2-40B4-BE49-F238E27FC236}">
                  <a16:creationId xmlns:a16="http://schemas.microsoft.com/office/drawing/2014/main" id="{A47EC9F8-8B84-7774-E50B-B25A94BD2374}"/>
                </a:ext>
              </a:extLst>
            </p:cNvPr>
            <p:cNvSpPr/>
            <p:nvPr/>
          </p:nvSpPr>
          <p:spPr>
            <a:xfrm>
              <a:off x="2339529" y="424114"/>
              <a:ext cx="16587" cy="8542"/>
            </a:xfrm>
            <a:custGeom>
              <a:avLst/>
              <a:gdLst/>
              <a:ahLst/>
              <a:cxnLst/>
              <a:rect l="l" t="t" r="r" b="b"/>
              <a:pathLst>
                <a:path w="167" h="86" extrusionOk="0">
                  <a:moveTo>
                    <a:pt x="1" y="0"/>
                  </a:moveTo>
                  <a:lnTo>
                    <a:pt x="1" y="21"/>
                  </a:lnTo>
                  <a:cubicBezTo>
                    <a:pt x="17" y="21"/>
                    <a:pt x="17" y="37"/>
                    <a:pt x="33" y="37"/>
                  </a:cubicBezTo>
                  <a:cubicBezTo>
                    <a:pt x="82" y="53"/>
                    <a:pt x="118" y="69"/>
                    <a:pt x="167" y="85"/>
                  </a:cubicBezTo>
                  <a:lnTo>
                    <a:pt x="167" y="69"/>
                  </a:lnTo>
                  <a:cubicBezTo>
                    <a:pt x="118" y="53"/>
                    <a:pt x="82" y="37"/>
                    <a:pt x="33" y="21"/>
                  </a:cubicBezTo>
                  <a:cubicBezTo>
                    <a:pt x="33" y="21"/>
                    <a:pt x="17" y="2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9">
              <a:extLst>
                <a:ext uri="{FF2B5EF4-FFF2-40B4-BE49-F238E27FC236}">
                  <a16:creationId xmlns:a16="http://schemas.microsoft.com/office/drawing/2014/main" id="{A5912CA5-37D5-ABCE-1308-480D281F7F80}"/>
                </a:ext>
              </a:extLst>
            </p:cNvPr>
            <p:cNvSpPr/>
            <p:nvPr/>
          </p:nvSpPr>
          <p:spPr>
            <a:xfrm>
              <a:off x="2281027" y="713348"/>
              <a:ext cx="1689" cy="13806"/>
            </a:xfrm>
            <a:custGeom>
              <a:avLst/>
              <a:gdLst/>
              <a:ahLst/>
              <a:cxnLst/>
              <a:rect l="l" t="t" r="r" b="b"/>
              <a:pathLst>
                <a:path w="17" h="139" extrusionOk="0">
                  <a:moveTo>
                    <a:pt x="16" y="1"/>
                  </a:moveTo>
                  <a:lnTo>
                    <a:pt x="0" y="17"/>
                  </a:lnTo>
                  <a:lnTo>
                    <a:pt x="0" y="86"/>
                  </a:lnTo>
                  <a:cubicBezTo>
                    <a:pt x="16" y="102"/>
                    <a:pt x="16" y="118"/>
                    <a:pt x="16" y="138"/>
                  </a:cubicBezTo>
                  <a:lnTo>
                    <a:pt x="16" y="86"/>
                  </a:ln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9">
              <a:extLst>
                <a:ext uri="{FF2B5EF4-FFF2-40B4-BE49-F238E27FC236}">
                  <a16:creationId xmlns:a16="http://schemas.microsoft.com/office/drawing/2014/main" id="{8C3E0A14-D8F4-F89D-C684-883885B07931}"/>
                </a:ext>
              </a:extLst>
            </p:cNvPr>
            <p:cNvSpPr/>
            <p:nvPr/>
          </p:nvSpPr>
          <p:spPr>
            <a:xfrm>
              <a:off x="1667496" y="827373"/>
              <a:ext cx="65058" cy="36552"/>
            </a:xfrm>
            <a:custGeom>
              <a:avLst/>
              <a:gdLst/>
              <a:ahLst/>
              <a:cxnLst/>
              <a:rect l="l" t="t" r="r" b="b"/>
              <a:pathLst>
                <a:path w="655" h="368" extrusionOk="0">
                  <a:moveTo>
                    <a:pt x="639" y="0"/>
                  </a:moveTo>
                  <a:cubicBezTo>
                    <a:pt x="606" y="0"/>
                    <a:pt x="570" y="16"/>
                    <a:pt x="538" y="49"/>
                  </a:cubicBezTo>
                  <a:cubicBezTo>
                    <a:pt x="469" y="101"/>
                    <a:pt x="404" y="134"/>
                    <a:pt x="336" y="166"/>
                  </a:cubicBezTo>
                  <a:cubicBezTo>
                    <a:pt x="303" y="182"/>
                    <a:pt x="267" y="202"/>
                    <a:pt x="235" y="218"/>
                  </a:cubicBezTo>
                  <a:cubicBezTo>
                    <a:pt x="203" y="251"/>
                    <a:pt x="150" y="267"/>
                    <a:pt x="118" y="283"/>
                  </a:cubicBezTo>
                  <a:cubicBezTo>
                    <a:pt x="102" y="303"/>
                    <a:pt x="65" y="319"/>
                    <a:pt x="49" y="336"/>
                  </a:cubicBezTo>
                  <a:cubicBezTo>
                    <a:pt x="33" y="336"/>
                    <a:pt x="33" y="352"/>
                    <a:pt x="17" y="352"/>
                  </a:cubicBezTo>
                  <a:lnTo>
                    <a:pt x="1" y="352"/>
                  </a:lnTo>
                  <a:lnTo>
                    <a:pt x="1" y="368"/>
                  </a:lnTo>
                  <a:lnTo>
                    <a:pt x="17" y="368"/>
                  </a:lnTo>
                  <a:cubicBezTo>
                    <a:pt x="33" y="352"/>
                    <a:pt x="49" y="352"/>
                    <a:pt x="49" y="352"/>
                  </a:cubicBezTo>
                  <a:cubicBezTo>
                    <a:pt x="81" y="336"/>
                    <a:pt x="102" y="319"/>
                    <a:pt x="134" y="303"/>
                  </a:cubicBezTo>
                  <a:cubicBezTo>
                    <a:pt x="166" y="283"/>
                    <a:pt x="203" y="251"/>
                    <a:pt x="235" y="235"/>
                  </a:cubicBezTo>
                  <a:cubicBezTo>
                    <a:pt x="267" y="218"/>
                    <a:pt x="303" y="202"/>
                    <a:pt x="336" y="182"/>
                  </a:cubicBezTo>
                  <a:cubicBezTo>
                    <a:pt x="404" y="150"/>
                    <a:pt x="469" y="101"/>
                    <a:pt x="538" y="65"/>
                  </a:cubicBezTo>
                  <a:lnTo>
                    <a:pt x="554" y="49"/>
                  </a:lnTo>
                  <a:cubicBezTo>
                    <a:pt x="586" y="33"/>
                    <a:pt x="606" y="16"/>
                    <a:pt x="639" y="16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9">
              <a:extLst>
                <a:ext uri="{FF2B5EF4-FFF2-40B4-BE49-F238E27FC236}">
                  <a16:creationId xmlns:a16="http://schemas.microsoft.com/office/drawing/2014/main" id="{72DB7933-B80A-9C20-1501-19F23D323EBA}"/>
                </a:ext>
              </a:extLst>
            </p:cNvPr>
            <p:cNvSpPr/>
            <p:nvPr/>
          </p:nvSpPr>
          <p:spPr>
            <a:xfrm>
              <a:off x="2501628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7" y="0"/>
                  </a:moveTo>
                  <a:lnTo>
                    <a:pt x="1" y="21"/>
                  </a:lnTo>
                  <a:cubicBezTo>
                    <a:pt x="17" y="21"/>
                    <a:pt x="33" y="21"/>
                    <a:pt x="49" y="37"/>
                  </a:cubicBezTo>
                  <a:cubicBezTo>
                    <a:pt x="49" y="37"/>
                    <a:pt x="66" y="53"/>
                    <a:pt x="86" y="53"/>
                  </a:cubicBezTo>
                  <a:lnTo>
                    <a:pt x="86" y="37"/>
                  </a:lnTo>
                  <a:cubicBezTo>
                    <a:pt x="66" y="37"/>
                    <a:pt x="66" y="21"/>
                    <a:pt x="49" y="21"/>
                  </a:cubicBezTo>
                  <a:cubicBezTo>
                    <a:pt x="33" y="21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9">
              <a:extLst>
                <a:ext uri="{FF2B5EF4-FFF2-40B4-BE49-F238E27FC236}">
                  <a16:creationId xmlns:a16="http://schemas.microsoft.com/office/drawing/2014/main" id="{353DBE2C-6743-6AEA-76CF-E98D233C393A}"/>
                </a:ext>
              </a:extLst>
            </p:cNvPr>
            <p:cNvSpPr/>
            <p:nvPr/>
          </p:nvSpPr>
          <p:spPr>
            <a:xfrm>
              <a:off x="2219247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0" y="0"/>
                  </a:moveTo>
                  <a:lnTo>
                    <a:pt x="16" y="17"/>
                  </a:lnTo>
                  <a:cubicBezTo>
                    <a:pt x="65" y="17"/>
                    <a:pt x="101" y="33"/>
                    <a:pt x="150" y="49"/>
                  </a:cubicBezTo>
                  <a:lnTo>
                    <a:pt x="202" y="49"/>
                  </a:lnTo>
                  <a:lnTo>
                    <a:pt x="150" y="33"/>
                  </a:lnTo>
                  <a:cubicBezTo>
                    <a:pt x="117" y="17"/>
                    <a:pt x="65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9">
              <a:extLst>
                <a:ext uri="{FF2B5EF4-FFF2-40B4-BE49-F238E27FC236}">
                  <a16:creationId xmlns:a16="http://schemas.microsoft.com/office/drawing/2014/main" id="{825C2157-5DEF-F6CD-FF08-71EAA1340AF8}"/>
                </a:ext>
              </a:extLst>
            </p:cNvPr>
            <p:cNvSpPr/>
            <p:nvPr/>
          </p:nvSpPr>
          <p:spPr>
            <a:xfrm>
              <a:off x="1762550" y="967819"/>
              <a:ext cx="45491" cy="20163"/>
            </a:xfrm>
            <a:custGeom>
              <a:avLst/>
              <a:gdLst/>
              <a:ahLst/>
              <a:cxnLst/>
              <a:rect l="l" t="t" r="r" b="b"/>
              <a:pathLst>
                <a:path w="458" h="203" extrusionOk="0">
                  <a:moveTo>
                    <a:pt x="457" y="0"/>
                  </a:moveTo>
                  <a:cubicBezTo>
                    <a:pt x="421" y="0"/>
                    <a:pt x="389" y="16"/>
                    <a:pt x="356" y="32"/>
                  </a:cubicBezTo>
                  <a:cubicBezTo>
                    <a:pt x="336" y="49"/>
                    <a:pt x="320" y="49"/>
                    <a:pt x="320" y="49"/>
                  </a:cubicBezTo>
                  <a:cubicBezTo>
                    <a:pt x="255" y="81"/>
                    <a:pt x="171" y="117"/>
                    <a:pt x="102" y="150"/>
                  </a:cubicBezTo>
                  <a:lnTo>
                    <a:pt x="1" y="182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102" y="166"/>
                  </a:lnTo>
                  <a:cubicBezTo>
                    <a:pt x="171" y="133"/>
                    <a:pt x="255" y="101"/>
                    <a:pt x="320" y="65"/>
                  </a:cubicBezTo>
                  <a:cubicBezTo>
                    <a:pt x="336" y="65"/>
                    <a:pt x="336" y="49"/>
                    <a:pt x="356" y="49"/>
                  </a:cubicBezTo>
                  <a:cubicBezTo>
                    <a:pt x="389" y="32"/>
                    <a:pt x="421" y="16"/>
                    <a:pt x="457" y="16"/>
                  </a:cubicBezTo>
                  <a:lnTo>
                    <a:pt x="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9">
              <a:extLst>
                <a:ext uri="{FF2B5EF4-FFF2-40B4-BE49-F238E27FC236}">
                  <a16:creationId xmlns:a16="http://schemas.microsoft.com/office/drawing/2014/main" id="{B81D55DA-B6DC-0740-E947-AA51A483AFFD}"/>
                </a:ext>
              </a:extLst>
            </p:cNvPr>
            <p:cNvSpPr/>
            <p:nvPr/>
          </p:nvSpPr>
          <p:spPr>
            <a:xfrm>
              <a:off x="2496463" y="491059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lnTo>
                    <a:pt x="37" y="17"/>
                  </a:lnTo>
                  <a:cubicBezTo>
                    <a:pt x="17" y="1"/>
                    <a:pt x="17" y="1"/>
                    <a:pt x="0" y="1"/>
                  </a:cubicBezTo>
                  <a:close/>
                  <a:moveTo>
                    <a:pt x="37" y="17"/>
                  </a:moveTo>
                  <a:cubicBezTo>
                    <a:pt x="53" y="33"/>
                    <a:pt x="53" y="33"/>
                    <a:pt x="69" y="33"/>
                  </a:cubicBezTo>
                  <a:cubicBezTo>
                    <a:pt x="53" y="17"/>
                    <a:pt x="53" y="17"/>
                    <a:pt x="37" y="17"/>
                  </a:cubicBezTo>
                  <a:close/>
                  <a:moveTo>
                    <a:pt x="69" y="33"/>
                  </a:moveTo>
                  <a:cubicBezTo>
                    <a:pt x="101" y="53"/>
                    <a:pt x="138" y="70"/>
                    <a:pt x="170" y="70"/>
                  </a:cubicBezTo>
                  <a:cubicBezTo>
                    <a:pt x="138" y="53"/>
                    <a:pt x="101" y="33"/>
                    <a:pt x="69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9">
              <a:extLst>
                <a:ext uri="{FF2B5EF4-FFF2-40B4-BE49-F238E27FC236}">
                  <a16:creationId xmlns:a16="http://schemas.microsoft.com/office/drawing/2014/main" id="{E6AF9E2D-272E-860C-1770-5A5A32E7F611}"/>
                </a:ext>
              </a:extLst>
            </p:cNvPr>
            <p:cNvSpPr/>
            <p:nvPr/>
          </p:nvSpPr>
          <p:spPr>
            <a:xfrm>
              <a:off x="2463189" y="466228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16" y="17"/>
                  </a:lnTo>
                  <a:cubicBezTo>
                    <a:pt x="49" y="17"/>
                    <a:pt x="69" y="33"/>
                    <a:pt x="101" y="33"/>
                  </a:cubicBezTo>
                  <a:cubicBezTo>
                    <a:pt x="85" y="17"/>
                    <a:pt x="49" y="17"/>
                    <a:pt x="16" y="1"/>
                  </a:cubicBezTo>
                  <a:close/>
                  <a:moveTo>
                    <a:pt x="101" y="33"/>
                  </a:moveTo>
                  <a:lnTo>
                    <a:pt x="101" y="33"/>
                  </a:lnTo>
                  <a:cubicBezTo>
                    <a:pt x="150" y="65"/>
                    <a:pt x="202" y="81"/>
                    <a:pt x="251" y="101"/>
                  </a:cubicBezTo>
                  <a:cubicBezTo>
                    <a:pt x="303" y="118"/>
                    <a:pt x="352" y="134"/>
                    <a:pt x="404" y="166"/>
                  </a:cubicBezTo>
                  <a:cubicBezTo>
                    <a:pt x="453" y="182"/>
                    <a:pt x="489" y="202"/>
                    <a:pt x="537" y="219"/>
                  </a:cubicBezTo>
                  <a:cubicBezTo>
                    <a:pt x="606" y="235"/>
                    <a:pt x="675" y="267"/>
                    <a:pt x="739" y="283"/>
                  </a:cubicBezTo>
                  <a:cubicBezTo>
                    <a:pt x="675" y="251"/>
                    <a:pt x="606" y="219"/>
                    <a:pt x="537" y="202"/>
                  </a:cubicBezTo>
                  <a:cubicBezTo>
                    <a:pt x="505" y="182"/>
                    <a:pt x="453" y="166"/>
                    <a:pt x="404" y="150"/>
                  </a:cubicBezTo>
                  <a:cubicBezTo>
                    <a:pt x="352" y="134"/>
                    <a:pt x="303" y="118"/>
                    <a:pt x="251" y="81"/>
                  </a:cubicBezTo>
                  <a:cubicBezTo>
                    <a:pt x="202" y="65"/>
                    <a:pt x="150" y="49"/>
                    <a:pt x="10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9">
              <a:extLst>
                <a:ext uri="{FF2B5EF4-FFF2-40B4-BE49-F238E27FC236}">
                  <a16:creationId xmlns:a16="http://schemas.microsoft.com/office/drawing/2014/main" id="{D4BCE2BA-49F1-357F-2331-BFA063A7710C}"/>
                </a:ext>
              </a:extLst>
            </p:cNvPr>
            <p:cNvSpPr/>
            <p:nvPr/>
          </p:nvSpPr>
          <p:spPr>
            <a:xfrm>
              <a:off x="1677528" y="499501"/>
              <a:ext cx="61879" cy="45094"/>
            </a:xfrm>
            <a:custGeom>
              <a:avLst/>
              <a:gdLst/>
              <a:ahLst/>
              <a:cxnLst/>
              <a:rect l="l" t="t" r="r" b="b"/>
              <a:pathLst>
                <a:path w="623" h="454" extrusionOk="0">
                  <a:moveTo>
                    <a:pt x="606" y="1"/>
                  </a:moveTo>
                  <a:cubicBezTo>
                    <a:pt x="586" y="1"/>
                    <a:pt x="554" y="17"/>
                    <a:pt x="538" y="33"/>
                  </a:cubicBezTo>
                  <a:lnTo>
                    <a:pt x="538" y="49"/>
                  </a:lnTo>
                  <a:lnTo>
                    <a:pt x="554" y="49"/>
                  </a:lnTo>
                  <a:cubicBezTo>
                    <a:pt x="570" y="33"/>
                    <a:pt x="586" y="17"/>
                    <a:pt x="606" y="17"/>
                  </a:cubicBezTo>
                  <a:lnTo>
                    <a:pt x="623" y="17"/>
                  </a:lnTo>
                  <a:lnTo>
                    <a:pt x="606" y="1"/>
                  </a:lnTo>
                  <a:close/>
                  <a:moveTo>
                    <a:pt x="538" y="49"/>
                  </a:moveTo>
                  <a:lnTo>
                    <a:pt x="538" y="49"/>
                  </a:lnTo>
                  <a:cubicBezTo>
                    <a:pt x="437" y="118"/>
                    <a:pt x="336" y="203"/>
                    <a:pt x="235" y="271"/>
                  </a:cubicBezTo>
                  <a:cubicBezTo>
                    <a:pt x="182" y="304"/>
                    <a:pt x="134" y="352"/>
                    <a:pt x="65" y="389"/>
                  </a:cubicBezTo>
                  <a:cubicBezTo>
                    <a:pt x="65" y="405"/>
                    <a:pt x="49" y="405"/>
                    <a:pt x="49" y="405"/>
                  </a:cubicBezTo>
                  <a:cubicBezTo>
                    <a:pt x="33" y="421"/>
                    <a:pt x="17" y="437"/>
                    <a:pt x="1" y="453"/>
                  </a:cubicBezTo>
                  <a:cubicBezTo>
                    <a:pt x="17" y="453"/>
                    <a:pt x="33" y="437"/>
                    <a:pt x="49" y="421"/>
                  </a:cubicBezTo>
                  <a:cubicBezTo>
                    <a:pt x="65" y="421"/>
                    <a:pt x="65" y="405"/>
                    <a:pt x="81" y="405"/>
                  </a:cubicBezTo>
                  <a:cubicBezTo>
                    <a:pt x="134" y="372"/>
                    <a:pt x="182" y="320"/>
                    <a:pt x="251" y="271"/>
                  </a:cubicBezTo>
                  <a:cubicBezTo>
                    <a:pt x="336" y="203"/>
                    <a:pt x="437" y="134"/>
                    <a:pt x="53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9">
              <a:extLst>
                <a:ext uri="{FF2B5EF4-FFF2-40B4-BE49-F238E27FC236}">
                  <a16:creationId xmlns:a16="http://schemas.microsoft.com/office/drawing/2014/main" id="{45023CED-C0A0-B7F4-FF35-FE336F8CED6D}"/>
                </a:ext>
              </a:extLst>
            </p:cNvPr>
            <p:cNvSpPr/>
            <p:nvPr/>
          </p:nvSpPr>
          <p:spPr>
            <a:xfrm>
              <a:off x="2514937" y="459374"/>
              <a:ext cx="21752" cy="10131"/>
            </a:xfrm>
            <a:custGeom>
              <a:avLst/>
              <a:gdLst/>
              <a:ahLst/>
              <a:cxnLst/>
              <a:rect l="l" t="t" r="r" b="b"/>
              <a:pathLst>
                <a:path w="219" h="10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33" y="33"/>
                    <a:pt x="53" y="33"/>
                  </a:cubicBezTo>
                  <a:cubicBezTo>
                    <a:pt x="85" y="49"/>
                    <a:pt x="134" y="70"/>
                    <a:pt x="170" y="86"/>
                  </a:cubicBezTo>
                  <a:lnTo>
                    <a:pt x="186" y="86"/>
                  </a:lnTo>
                  <a:lnTo>
                    <a:pt x="170" y="70"/>
                  </a:lnTo>
                  <a:cubicBezTo>
                    <a:pt x="134" y="49"/>
                    <a:pt x="85" y="33"/>
                    <a:pt x="53" y="17"/>
                  </a:cubicBezTo>
                  <a:cubicBezTo>
                    <a:pt x="33" y="17"/>
                    <a:pt x="16" y="17"/>
                    <a:pt x="0" y="1"/>
                  </a:cubicBezTo>
                  <a:close/>
                  <a:moveTo>
                    <a:pt x="186" y="86"/>
                  </a:moveTo>
                  <a:cubicBezTo>
                    <a:pt x="202" y="86"/>
                    <a:pt x="202" y="102"/>
                    <a:pt x="202" y="102"/>
                  </a:cubicBezTo>
                  <a:lnTo>
                    <a:pt x="218" y="102"/>
                  </a:lnTo>
                  <a:lnTo>
                    <a:pt x="218" y="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9">
              <a:extLst>
                <a:ext uri="{FF2B5EF4-FFF2-40B4-BE49-F238E27FC236}">
                  <a16:creationId xmlns:a16="http://schemas.microsoft.com/office/drawing/2014/main" id="{15611C7C-3A1F-9975-732A-01F68C689EB5}"/>
                </a:ext>
              </a:extLst>
            </p:cNvPr>
            <p:cNvSpPr/>
            <p:nvPr/>
          </p:nvSpPr>
          <p:spPr>
            <a:xfrm>
              <a:off x="1730866" y="935638"/>
              <a:ext cx="4966" cy="37048"/>
            </a:xfrm>
            <a:custGeom>
              <a:avLst/>
              <a:gdLst/>
              <a:ahLst/>
              <a:cxnLst/>
              <a:rect l="l" t="t" r="r" b="b"/>
              <a:pathLst>
                <a:path w="50" h="373" extrusionOk="0">
                  <a:moveTo>
                    <a:pt x="49" y="1"/>
                  </a:moveTo>
                  <a:cubicBezTo>
                    <a:pt x="33" y="21"/>
                    <a:pt x="33" y="37"/>
                    <a:pt x="33" y="52"/>
                  </a:cubicBezTo>
                  <a:lnTo>
                    <a:pt x="33" y="52"/>
                  </a:lnTo>
                  <a:cubicBezTo>
                    <a:pt x="33" y="37"/>
                    <a:pt x="33" y="21"/>
                    <a:pt x="49" y="21"/>
                  </a:cubicBezTo>
                  <a:lnTo>
                    <a:pt x="49" y="1"/>
                  </a:lnTo>
                  <a:close/>
                  <a:moveTo>
                    <a:pt x="33" y="102"/>
                  </a:moveTo>
                  <a:cubicBezTo>
                    <a:pt x="33" y="154"/>
                    <a:pt x="33" y="187"/>
                    <a:pt x="17" y="223"/>
                  </a:cubicBezTo>
                  <a:lnTo>
                    <a:pt x="17" y="272"/>
                  </a:lnTo>
                  <a:lnTo>
                    <a:pt x="17" y="324"/>
                  </a:lnTo>
                  <a:cubicBezTo>
                    <a:pt x="1" y="340"/>
                    <a:pt x="17" y="340"/>
                    <a:pt x="17" y="356"/>
                  </a:cubicBezTo>
                  <a:lnTo>
                    <a:pt x="17" y="373"/>
                  </a:lnTo>
                  <a:lnTo>
                    <a:pt x="33" y="356"/>
                  </a:lnTo>
                  <a:lnTo>
                    <a:pt x="17" y="340"/>
                  </a:lnTo>
                  <a:cubicBezTo>
                    <a:pt x="33" y="304"/>
                    <a:pt x="33" y="288"/>
                    <a:pt x="33" y="272"/>
                  </a:cubicBezTo>
                  <a:lnTo>
                    <a:pt x="33" y="223"/>
                  </a:lnTo>
                  <a:lnTo>
                    <a:pt x="33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9">
              <a:extLst>
                <a:ext uri="{FF2B5EF4-FFF2-40B4-BE49-F238E27FC236}">
                  <a16:creationId xmlns:a16="http://schemas.microsoft.com/office/drawing/2014/main" id="{D93B2CA9-BB18-05E2-BD79-4684823E2E61}"/>
                </a:ext>
              </a:extLst>
            </p:cNvPr>
            <p:cNvSpPr/>
            <p:nvPr/>
          </p:nvSpPr>
          <p:spPr>
            <a:xfrm>
              <a:off x="2536590" y="701727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69" y="33"/>
                    <a:pt x="85" y="33"/>
                  </a:cubicBezTo>
                  <a:cubicBezTo>
                    <a:pt x="69" y="17"/>
                    <a:pt x="37" y="17"/>
                    <a:pt x="0" y="1"/>
                  </a:cubicBezTo>
                  <a:close/>
                  <a:moveTo>
                    <a:pt x="85" y="33"/>
                  </a:moveTo>
                  <a:cubicBezTo>
                    <a:pt x="118" y="53"/>
                    <a:pt x="138" y="53"/>
                    <a:pt x="170" y="69"/>
                  </a:cubicBezTo>
                  <a:lnTo>
                    <a:pt x="170" y="53"/>
                  </a:lnTo>
                  <a:cubicBezTo>
                    <a:pt x="138" y="53"/>
                    <a:pt x="118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9">
              <a:extLst>
                <a:ext uri="{FF2B5EF4-FFF2-40B4-BE49-F238E27FC236}">
                  <a16:creationId xmlns:a16="http://schemas.microsoft.com/office/drawing/2014/main" id="{727D3371-D8A6-60D8-69D7-4A6855FB2E4D}"/>
                </a:ext>
              </a:extLst>
            </p:cNvPr>
            <p:cNvSpPr/>
            <p:nvPr/>
          </p:nvSpPr>
          <p:spPr>
            <a:xfrm>
              <a:off x="1739308" y="902364"/>
              <a:ext cx="70322" cy="33373"/>
            </a:xfrm>
            <a:custGeom>
              <a:avLst/>
              <a:gdLst/>
              <a:ahLst/>
              <a:cxnLst/>
              <a:rect l="l" t="t" r="r" b="b"/>
              <a:pathLst>
                <a:path w="708" h="336" extrusionOk="0">
                  <a:moveTo>
                    <a:pt x="708" y="1"/>
                  </a:moveTo>
                  <a:cubicBezTo>
                    <a:pt x="671" y="1"/>
                    <a:pt x="639" y="17"/>
                    <a:pt x="607" y="33"/>
                  </a:cubicBezTo>
                  <a:lnTo>
                    <a:pt x="590" y="53"/>
                  </a:lnTo>
                  <a:lnTo>
                    <a:pt x="623" y="53"/>
                  </a:lnTo>
                  <a:cubicBezTo>
                    <a:pt x="639" y="33"/>
                    <a:pt x="671" y="17"/>
                    <a:pt x="708" y="17"/>
                  </a:cubicBezTo>
                  <a:lnTo>
                    <a:pt x="708" y="1"/>
                  </a:lnTo>
                  <a:close/>
                  <a:moveTo>
                    <a:pt x="590" y="53"/>
                  </a:moveTo>
                  <a:lnTo>
                    <a:pt x="590" y="53"/>
                  </a:lnTo>
                  <a:cubicBezTo>
                    <a:pt x="522" y="85"/>
                    <a:pt x="437" y="118"/>
                    <a:pt x="368" y="154"/>
                  </a:cubicBezTo>
                  <a:cubicBezTo>
                    <a:pt x="320" y="170"/>
                    <a:pt x="267" y="203"/>
                    <a:pt x="235" y="219"/>
                  </a:cubicBezTo>
                  <a:cubicBezTo>
                    <a:pt x="203" y="235"/>
                    <a:pt x="166" y="255"/>
                    <a:pt x="134" y="271"/>
                  </a:cubicBezTo>
                  <a:cubicBezTo>
                    <a:pt x="102" y="287"/>
                    <a:pt x="49" y="304"/>
                    <a:pt x="1" y="336"/>
                  </a:cubicBezTo>
                  <a:cubicBezTo>
                    <a:pt x="49" y="320"/>
                    <a:pt x="102" y="304"/>
                    <a:pt x="150" y="271"/>
                  </a:cubicBezTo>
                  <a:cubicBezTo>
                    <a:pt x="166" y="271"/>
                    <a:pt x="203" y="255"/>
                    <a:pt x="235" y="235"/>
                  </a:cubicBezTo>
                  <a:cubicBezTo>
                    <a:pt x="287" y="203"/>
                    <a:pt x="320" y="186"/>
                    <a:pt x="368" y="170"/>
                  </a:cubicBezTo>
                  <a:cubicBezTo>
                    <a:pt x="437" y="134"/>
                    <a:pt x="522" y="85"/>
                    <a:pt x="59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9">
              <a:extLst>
                <a:ext uri="{FF2B5EF4-FFF2-40B4-BE49-F238E27FC236}">
                  <a16:creationId xmlns:a16="http://schemas.microsoft.com/office/drawing/2014/main" id="{58EF4345-6A98-FB83-3A86-D45C505A5FAB}"/>
                </a:ext>
              </a:extLst>
            </p:cNvPr>
            <p:cNvSpPr/>
            <p:nvPr/>
          </p:nvSpPr>
          <p:spPr>
            <a:xfrm>
              <a:off x="1677528" y="747119"/>
              <a:ext cx="56715" cy="34962"/>
            </a:xfrm>
            <a:custGeom>
              <a:avLst/>
              <a:gdLst/>
              <a:ahLst/>
              <a:cxnLst/>
              <a:rect l="l" t="t" r="r" b="b"/>
              <a:pathLst>
                <a:path w="571" h="352" extrusionOk="0">
                  <a:moveTo>
                    <a:pt x="570" y="0"/>
                  </a:moveTo>
                  <a:cubicBezTo>
                    <a:pt x="538" y="0"/>
                    <a:pt x="505" y="16"/>
                    <a:pt x="485" y="33"/>
                  </a:cubicBezTo>
                  <a:cubicBezTo>
                    <a:pt x="421" y="65"/>
                    <a:pt x="368" y="117"/>
                    <a:pt x="320" y="150"/>
                  </a:cubicBezTo>
                  <a:cubicBezTo>
                    <a:pt x="368" y="117"/>
                    <a:pt x="437" y="81"/>
                    <a:pt x="485" y="49"/>
                  </a:cubicBezTo>
                  <a:lnTo>
                    <a:pt x="505" y="49"/>
                  </a:lnTo>
                  <a:cubicBezTo>
                    <a:pt x="522" y="33"/>
                    <a:pt x="538" y="16"/>
                    <a:pt x="570" y="16"/>
                  </a:cubicBezTo>
                  <a:lnTo>
                    <a:pt x="570" y="0"/>
                  </a:lnTo>
                  <a:close/>
                  <a:moveTo>
                    <a:pt x="320" y="150"/>
                  </a:moveTo>
                  <a:cubicBezTo>
                    <a:pt x="251" y="182"/>
                    <a:pt x="166" y="235"/>
                    <a:pt x="102" y="283"/>
                  </a:cubicBezTo>
                  <a:cubicBezTo>
                    <a:pt x="81" y="283"/>
                    <a:pt x="65" y="303"/>
                    <a:pt x="33" y="319"/>
                  </a:cubicBezTo>
                  <a:cubicBezTo>
                    <a:pt x="33" y="319"/>
                    <a:pt x="17" y="336"/>
                    <a:pt x="1" y="336"/>
                  </a:cubicBezTo>
                  <a:lnTo>
                    <a:pt x="1" y="352"/>
                  </a:lnTo>
                  <a:lnTo>
                    <a:pt x="17" y="352"/>
                  </a:lnTo>
                  <a:cubicBezTo>
                    <a:pt x="17" y="336"/>
                    <a:pt x="33" y="336"/>
                    <a:pt x="49" y="336"/>
                  </a:cubicBezTo>
                  <a:cubicBezTo>
                    <a:pt x="65" y="319"/>
                    <a:pt x="81" y="303"/>
                    <a:pt x="118" y="283"/>
                  </a:cubicBezTo>
                  <a:cubicBezTo>
                    <a:pt x="182" y="235"/>
                    <a:pt x="251" y="202"/>
                    <a:pt x="320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9">
              <a:extLst>
                <a:ext uri="{FF2B5EF4-FFF2-40B4-BE49-F238E27FC236}">
                  <a16:creationId xmlns:a16="http://schemas.microsoft.com/office/drawing/2014/main" id="{7CC43BCA-6010-A71E-DE98-BC85277311F5}"/>
                </a:ext>
              </a:extLst>
            </p:cNvPr>
            <p:cNvSpPr/>
            <p:nvPr/>
          </p:nvSpPr>
          <p:spPr>
            <a:xfrm>
              <a:off x="2488020" y="674909"/>
              <a:ext cx="45491" cy="13707"/>
            </a:xfrm>
            <a:custGeom>
              <a:avLst/>
              <a:gdLst/>
              <a:ahLst/>
              <a:cxnLst/>
              <a:rect l="l" t="t" r="r" b="b"/>
              <a:pathLst>
                <a:path w="458" h="138" extrusionOk="0">
                  <a:moveTo>
                    <a:pt x="1" y="0"/>
                  </a:moveTo>
                  <a:lnTo>
                    <a:pt x="21" y="20"/>
                  </a:lnTo>
                  <a:cubicBezTo>
                    <a:pt x="37" y="20"/>
                    <a:pt x="69" y="20"/>
                    <a:pt x="85" y="36"/>
                  </a:cubicBezTo>
                  <a:cubicBezTo>
                    <a:pt x="102" y="36"/>
                    <a:pt x="122" y="36"/>
                    <a:pt x="138" y="53"/>
                  </a:cubicBezTo>
                  <a:cubicBezTo>
                    <a:pt x="154" y="53"/>
                    <a:pt x="186" y="69"/>
                    <a:pt x="223" y="69"/>
                  </a:cubicBezTo>
                  <a:cubicBezTo>
                    <a:pt x="255" y="85"/>
                    <a:pt x="287" y="85"/>
                    <a:pt x="324" y="101"/>
                  </a:cubicBezTo>
                  <a:cubicBezTo>
                    <a:pt x="340" y="101"/>
                    <a:pt x="356" y="121"/>
                    <a:pt x="372" y="121"/>
                  </a:cubicBezTo>
                  <a:cubicBezTo>
                    <a:pt x="388" y="121"/>
                    <a:pt x="405" y="121"/>
                    <a:pt x="425" y="137"/>
                  </a:cubicBezTo>
                  <a:lnTo>
                    <a:pt x="457" y="137"/>
                  </a:lnTo>
                  <a:lnTo>
                    <a:pt x="457" y="121"/>
                  </a:lnTo>
                  <a:lnTo>
                    <a:pt x="425" y="121"/>
                  </a:lnTo>
                  <a:cubicBezTo>
                    <a:pt x="405" y="121"/>
                    <a:pt x="388" y="101"/>
                    <a:pt x="372" y="101"/>
                  </a:cubicBezTo>
                  <a:cubicBezTo>
                    <a:pt x="356" y="101"/>
                    <a:pt x="340" y="85"/>
                    <a:pt x="324" y="85"/>
                  </a:cubicBezTo>
                  <a:cubicBezTo>
                    <a:pt x="287" y="85"/>
                    <a:pt x="255" y="69"/>
                    <a:pt x="223" y="53"/>
                  </a:cubicBezTo>
                  <a:cubicBezTo>
                    <a:pt x="186" y="53"/>
                    <a:pt x="170" y="36"/>
                    <a:pt x="138" y="36"/>
                  </a:cubicBezTo>
                  <a:cubicBezTo>
                    <a:pt x="122" y="36"/>
                    <a:pt x="102" y="20"/>
                    <a:pt x="102" y="20"/>
                  </a:cubicBezTo>
                  <a:cubicBezTo>
                    <a:pt x="69" y="20"/>
                    <a:pt x="53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9">
              <a:extLst>
                <a:ext uri="{FF2B5EF4-FFF2-40B4-BE49-F238E27FC236}">
                  <a16:creationId xmlns:a16="http://schemas.microsoft.com/office/drawing/2014/main" id="{A2DBEFD5-85B3-9002-7A8C-D8CB852E9D03}"/>
                </a:ext>
              </a:extLst>
            </p:cNvPr>
            <p:cNvSpPr/>
            <p:nvPr/>
          </p:nvSpPr>
          <p:spPr>
            <a:xfrm>
              <a:off x="2486431" y="531186"/>
              <a:ext cx="15296" cy="6953"/>
            </a:xfrm>
            <a:custGeom>
              <a:avLst/>
              <a:gdLst/>
              <a:ahLst/>
              <a:cxnLst/>
              <a:rect l="l" t="t" r="r" b="b"/>
              <a:pathLst>
                <a:path w="154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53" y="33"/>
                    <a:pt x="69" y="33"/>
                  </a:cubicBezTo>
                  <a:cubicBezTo>
                    <a:pt x="101" y="53"/>
                    <a:pt x="118" y="53"/>
                    <a:pt x="138" y="70"/>
                  </a:cubicBezTo>
                  <a:lnTo>
                    <a:pt x="154" y="53"/>
                  </a:lnTo>
                  <a:lnTo>
                    <a:pt x="138" y="53"/>
                  </a:lnTo>
                  <a:cubicBezTo>
                    <a:pt x="118" y="53"/>
                    <a:pt x="101" y="33"/>
                    <a:pt x="85" y="33"/>
                  </a:cubicBezTo>
                  <a:cubicBezTo>
                    <a:pt x="53" y="17"/>
                    <a:pt x="37" y="17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9">
              <a:extLst>
                <a:ext uri="{FF2B5EF4-FFF2-40B4-BE49-F238E27FC236}">
                  <a16:creationId xmlns:a16="http://schemas.microsoft.com/office/drawing/2014/main" id="{17EAA633-1ACA-BC33-7FB8-47C65F014263}"/>
                </a:ext>
              </a:extLst>
            </p:cNvPr>
            <p:cNvSpPr/>
            <p:nvPr/>
          </p:nvSpPr>
          <p:spPr>
            <a:xfrm>
              <a:off x="2272584" y="406037"/>
              <a:ext cx="21752" cy="8145"/>
            </a:xfrm>
            <a:custGeom>
              <a:avLst/>
              <a:gdLst/>
              <a:ahLst/>
              <a:cxnLst/>
              <a:rect l="l" t="t" r="r" b="b"/>
              <a:pathLst>
                <a:path w="219" h="82" extrusionOk="0">
                  <a:moveTo>
                    <a:pt x="0" y="1"/>
                  </a:moveTo>
                  <a:lnTo>
                    <a:pt x="0" y="17"/>
                  </a:lnTo>
                  <a:lnTo>
                    <a:pt x="202" y="81"/>
                  </a:lnTo>
                  <a:lnTo>
                    <a:pt x="218" y="81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9">
              <a:extLst>
                <a:ext uri="{FF2B5EF4-FFF2-40B4-BE49-F238E27FC236}">
                  <a16:creationId xmlns:a16="http://schemas.microsoft.com/office/drawing/2014/main" id="{752FE4B5-3085-426E-B736-23F0C4E82310}"/>
                </a:ext>
              </a:extLst>
            </p:cNvPr>
            <p:cNvSpPr/>
            <p:nvPr/>
          </p:nvSpPr>
          <p:spPr>
            <a:xfrm>
              <a:off x="2285794" y="795291"/>
              <a:ext cx="110449" cy="38538"/>
            </a:xfrm>
            <a:custGeom>
              <a:avLst/>
              <a:gdLst/>
              <a:ahLst/>
              <a:cxnLst/>
              <a:rect l="l" t="t" r="r" b="b"/>
              <a:pathLst>
                <a:path w="1112" h="388" extrusionOk="0">
                  <a:moveTo>
                    <a:pt x="17" y="0"/>
                  </a:moveTo>
                  <a:cubicBezTo>
                    <a:pt x="1" y="20"/>
                    <a:pt x="1" y="36"/>
                    <a:pt x="1" y="36"/>
                  </a:cubicBezTo>
                  <a:cubicBezTo>
                    <a:pt x="1" y="53"/>
                    <a:pt x="17" y="69"/>
                    <a:pt x="37" y="85"/>
                  </a:cubicBezTo>
                  <a:cubicBezTo>
                    <a:pt x="53" y="101"/>
                    <a:pt x="85" y="101"/>
                    <a:pt x="102" y="101"/>
                  </a:cubicBezTo>
                  <a:cubicBezTo>
                    <a:pt x="102" y="101"/>
                    <a:pt x="118" y="101"/>
                    <a:pt x="138" y="121"/>
                  </a:cubicBezTo>
                  <a:cubicBezTo>
                    <a:pt x="186" y="137"/>
                    <a:pt x="255" y="154"/>
                    <a:pt x="304" y="170"/>
                  </a:cubicBezTo>
                  <a:cubicBezTo>
                    <a:pt x="356" y="186"/>
                    <a:pt x="405" y="186"/>
                    <a:pt x="457" y="202"/>
                  </a:cubicBezTo>
                  <a:cubicBezTo>
                    <a:pt x="675" y="271"/>
                    <a:pt x="877" y="339"/>
                    <a:pt x="1063" y="388"/>
                  </a:cubicBezTo>
                  <a:cubicBezTo>
                    <a:pt x="877" y="323"/>
                    <a:pt x="675" y="271"/>
                    <a:pt x="473" y="202"/>
                  </a:cubicBezTo>
                  <a:cubicBezTo>
                    <a:pt x="421" y="186"/>
                    <a:pt x="356" y="170"/>
                    <a:pt x="304" y="154"/>
                  </a:cubicBezTo>
                  <a:cubicBezTo>
                    <a:pt x="255" y="137"/>
                    <a:pt x="186" y="121"/>
                    <a:pt x="138" y="101"/>
                  </a:cubicBezTo>
                  <a:cubicBezTo>
                    <a:pt x="118" y="101"/>
                    <a:pt x="118" y="101"/>
                    <a:pt x="102" y="85"/>
                  </a:cubicBezTo>
                  <a:cubicBezTo>
                    <a:pt x="85" y="85"/>
                    <a:pt x="69" y="85"/>
                    <a:pt x="37" y="69"/>
                  </a:cubicBezTo>
                  <a:cubicBezTo>
                    <a:pt x="17" y="53"/>
                    <a:pt x="17" y="53"/>
                    <a:pt x="17" y="36"/>
                  </a:cubicBezTo>
                  <a:cubicBezTo>
                    <a:pt x="17" y="36"/>
                    <a:pt x="17" y="20"/>
                    <a:pt x="37" y="20"/>
                  </a:cubicBezTo>
                  <a:lnTo>
                    <a:pt x="37" y="0"/>
                  </a:lnTo>
                  <a:close/>
                  <a:moveTo>
                    <a:pt x="1063" y="238"/>
                  </a:moveTo>
                  <a:lnTo>
                    <a:pt x="1063" y="255"/>
                  </a:lnTo>
                  <a:cubicBezTo>
                    <a:pt x="1079" y="255"/>
                    <a:pt x="1079" y="271"/>
                    <a:pt x="1079" y="287"/>
                  </a:cubicBezTo>
                  <a:lnTo>
                    <a:pt x="1079" y="303"/>
                  </a:lnTo>
                  <a:lnTo>
                    <a:pt x="1079" y="339"/>
                  </a:lnTo>
                  <a:cubicBezTo>
                    <a:pt x="1095" y="356"/>
                    <a:pt x="1095" y="372"/>
                    <a:pt x="1079" y="388"/>
                  </a:cubicBezTo>
                  <a:cubicBezTo>
                    <a:pt x="1095" y="372"/>
                    <a:pt x="1112" y="356"/>
                    <a:pt x="1095" y="323"/>
                  </a:cubicBezTo>
                  <a:lnTo>
                    <a:pt x="1095" y="303"/>
                  </a:lnTo>
                  <a:lnTo>
                    <a:pt x="1095" y="287"/>
                  </a:lnTo>
                  <a:cubicBezTo>
                    <a:pt x="1095" y="271"/>
                    <a:pt x="1095" y="255"/>
                    <a:pt x="1079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9">
              <a:extLst>
                <a:ext uri="{FF2B5EF4-FFF2-40B4-BE49-F238E27FC236}">
                  <a16:creationId xmlns:a16="http://schemas.microsoft.com/office/drawing/2014/main" id="{66AF8B5C-C238-B4E8-E8DC-766E328D4B5C}"/>
                </a:ext>
              </a:extLst>
            </p:cNvPr>
            <p:cNvSpPr/>
            <p:nvPr/>
          </p:nvSpPr>
          <p:spPr>
            <a:xfrm>
              <a:off x="2474810" y="464241"/>
              <a:ext cx="16885" cy="6853"/>
            </a:xfrm>
            <a:custGeom>
              <a:avLst/>
              <a:gdLst/>
              <a:ahLst/>
              <a:cxnLst/>
              <a:rect l="l" t="t" r="r" b="b"/>
              <a:pathLst>
                <a:path w="170" h="69" extrusionOk="0">
                  <a:moveTo>
                    <a:pt x="0" y="0"/>
                  </a:moveTo>
                  <a:cubicBezTo>
                    <a:pt x="33" y="21"/>
                    <a:pt x="53" y="37"/>
                    <a:pt x="85" y="37"/>
                  </a:cubicBezTo>
                  <a:cubicBezTo>
                    <a:pt x="69" y="21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34" y="53"/>
                    <a:pt x="154" y="69"/>
                  </a:cubicBezTo>
                  <a:lnTo>
                    <a:pt x="170" y="69"/>
                  </a:lnTo>
                  <a:lnTo>
                    <a:pt x="170" y="53"/>
                  </a:lnTo>
                  <a:cubicBezTo>
                    <a:pt x="134" y="53"/>
                    <a:pt x="117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9">
              <a:extLst>
                <a:ext uri="{FF2B5EF4-FFF2-40B4-BE49-F238E27FC236}">
                  <a16:creationId xmlns:a16="http://schemas.microsoft.com/office/drawing/2014/main" id="{BFF90D5C-C60E-1EE5-C447-062EC5D1F819}"/>
                </a:ext>
              </a:extLst>
            </p:cNvPr>
            <p:cNvSpPr/>
            <p:nvPr/>
          </p:nvSpPr>
          <p:spPr>
            <a:xfrm>
              <a:off x="1670675" y="694973"/>
              <a:ext cx="63568" cy="40227"/>
            </a:xfrm>
            <a:custGeom>
              <a:avLst/>
              <a:gdLst/>
              <a:ahLst/>
              <a:cxnLst/>
              <a:rect l="l" t="t" r="r" b="b"/>
              <a:pathLst>
                <a:path w="640" h="405" extrusionOk="0">
                  <a:moveTo>
                    <a:pt x="639" y="0"/>
                  </a:moveTo>
                  <a:cubicBezTo>
                    <a:pt x="607" y="0"/>
                    <a:pt x="591" y="20"/>
                    <a:pt x="574" y="36"/>
                  </a:cubicBezTo>
                  <a:cubicBezTo>
                    <a:pt x="591" y="20"/>
                    <a:pt x="623" y="20"/>
                    <a:pt x="639" y="20"/>
                  </a:cubicBezTo>
                  <a:lnTo>
                    <a:pt x="639" y="0"/>
                  </a:lnTo>
                  <a:close/>
                  <a:moveTo>
                    <a:pt x="554" y="36"/>
                  </a:moveTo>
                  <a:cubicBezTo>
                    <a:pt x="453" y="101"/>
                    <a:pt x="372" y="154"/>
                    <a:pt x="271" y="222"/>
                  </a:cubicBezTo>
                  <a:cubicBezTo>
                    <a:pt x="219" y="255"/>
                    <a:pt x="150" y="303"/>
                    <a:pt x="102" y="339"/>
                  </a:cubicBezTo>
                  <a:cubicBezTo>
                    <a:pt x="171" y="303"/>
                    <a:pt x="219" y="271"/>
                    <a:pt x="288" y="238"/>
                  </a:cubicBezTo>
                  <a:cubicBezTo>
                    <a:pt x="372" y="170"/>
                    <a:pt x="473" y="101"/>
                    <a:pt x="554" y="53"/>
                  </a:cubicBezTo>
                  <a:lnTo>
                    <a:pt x="574" y="36"/>
                  </a:lnTo>
                  <a:close/>
                  <a:moveTo>
                    <a:pt x="102" y="339"/>
                  </a:moveTo>
                  <a:cubicBezTo>
                    <a:pt x="86" y="339"/>
                    <a:pt x="86" y="339"/>
                    <a:pt x="70" y="356"/>
                  </a:cubicBezTo>
                  <a:cubicBezTo>
                    <a:pt x="49" y="372"/>
                    <a:pt x="17" y="388"/>
                    <a:pt x="1" y="404"/>
                  </a:cubicBezTo>
                  <a:cubicBezTo>
                    <a:pt x="33" y="388"/>
                    <a:pt x="49" y="372"/>
                    <a:pt x="86" y="356"/>
                  </a:cubicBezTo>
                  <a:cubicBezTo>
                    <a:pt x="86" y="356"/>
                    <a:pt x="102" y="356"/>
                    <a:pt x="102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9">
              <a:extLst>
                <a:ext uri="{FF2B5EF4-FFF2-40B4-BE49-F238E27FC236}">
                  <a16:creationId xmlns:a16="http://schemas.microsoft.com/office/drawing/2014/main" id="{8F638C19-B729-F782-21B0-9A7004E3E573}"/>
                </a:ext>
              </a:extLst>
            </p:cNvPr>
            <p:cNvSpPr/>
            <p:nvPr/>
          </p:nvSpPr>
          <p:spPr>
            <a:xfrm>
              <a:off x="2247256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1" y="0"/>
                  </a:moveTo>
                  <a:cubicBezTo>
                    <a:pt x="53" y="17"/>
                    <a:pt x="102" y="33"/>
                    <a:pt x="138" y="33"/>
                  </a:cubicBezTo>
                  <a:cubicBezTo>
                    <a:pt x="102" y="17"/>
                    <a:pt x="53" y="0"/>
                    <a:pt x="1" y="0"/>
                  </a:cubicBezTo>
                  <a:close/>
                  <a:moveTo>
                    <a:pt x="138" y="33"/>
                  </a:moveTo>
                  <a:cubicBezTo>
                    <a:pt x="154" y="49"/>
                    <a:pt x="187" y="49"/>
                    <a:pt x="203" y="49"/>
                  </a:cubicBezTo>
                  <a:cubicBezTo>
                    <a:pt x="187" y="33"/>
                    <a:pt x="171" y="33"/>
                    <a:pt x="1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9">
              <a:extLst>
                <a:ext uri="{FF2B5EF4-FFF2-40B4-BE49-F238E27FC236}">
                  <a16:creationId xmlns:a16="http://schemas.microsoft.com/office/drawing/2014/main" id="{0385B20A-896A-E6DB-3143-3E90CA279B85}"/>
                </a:ext>
              </a:extLst>
            </p:cNvPr>
            <p:cNvSpPr/>
            <p:nvPr/>
          </p:nvSpPr>
          <p:spPr>
            <a:xfrm>
              <a:off x="2357606" y="593066"/>
              <a:ext cx="16985" cy="5264"/>
            </a:xfrm>
            <a:custGeom>
              <a:avLst/>
              <a:gdLst/>
              <a:ahLst/>
              <a:cxnLst/>
              <a:rect l="l" t="t" r="r" b="b"/>
              <a:pathLst>
                <a:path w="171" h="53" extrusionOk="0">
                  <a:moveTo>
                    <a:pt x="1" y="0"/>
                  </a:moveTo>
                  <a:lnTo>
                    <a:pt x="21" y="16"/>
                  </a:lnTo>
                  <a:lnTo>
                    <a:pt x="53" y="16"/>
                  </a:lnTo>
                  <a:cubicBezTo>
                    <a:pt x="53" y="16"/>
                    <a:pt x="37" y="0"/>
                    <a:pt x="21" y="0"/>
                  </a:cubicBezTo>
                  <a:close/>
                  <a:moveTo>
                    <a:pt x="53" y="16"/>
                  </a:moveTo>
                  <a:cubicBezTo>
                    <a:pt x="69" y="36"/>
                    <a:pt x="86" y="36"/>
                    <a:pt x="102" y="36"/>
                  </a:cubicBezTo>
                  <a:cubicBezTo>
                    <a:pt x="122" y="53"/>
                    <a:pt x="138" y="53"/>
                    <a:pt x="154" y="53"/>
                  </a:cubicBezTo>
                  <a:lnTo>
                    <a:pt x="170" y="53"/>
                  </a:lnTo>
                  <a:lnTo>
                    <a:pt x="170" y="36"/>
                  </a:lnTo>
                  <a:cubicBezTo>
                    <a:pt x="161" y="41"/>
                    <a:pt x="153" y="43"/>
                    <a:pt x="146" y="43"/>
                  </a:cubicBezTo>
                  <a:cubicBezTo>
                    <a:pt x="129" y="43"/>
                    <a:pt x="116" y="31"/>
                    <a:pt x="102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9">
              <a:extLst>
                <a:ext uri="{FF2B5EF4-FFF2-40B4-BE49-F238E27FC236}">
                  <a16:creationId xmlns:a16="http://schemas.microsoft.com/office/drawing/2014/main" id="{9BCAF038-6480-6B0E-9694-3FA02ADD0887}"/>
                </a:ext>
              </a:extLst>
            </p:cNvPr>
            <p:cNvSpPr/>
            <p:nvPr/>
          </p:nvSpPr>
          <p:spPr>
            <a:xfrm>
              <a:off x="2284205" y="755164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lnTo>
                    <a:pt x="0" y="20"/>
                  </a:lnTo>
                  <a:lnTo>
                    <a:pt x="0" y="137"/>
                  </a:lnTo>
                  <a:lnTo>
                    <a:pt x="0" y="170"/>
                  </a:lnTo>
                  <a:cubicBezTo>
                    <a:pt x="0" y="186"/>
                    <a:pt x="0" y="186"/>
                    <a:pt x="17" y="202"/>
                  </a:cubicBezTo>
                  <a:lnTo>
                    <a:pt x="17" y="170"/>
                  </a:lnTo>
                  <a:lnTo>
                    <a:pt x="17" y="137"/>
                  </a:lnTo>
                  <a:cubicBezTo>
                    <a:pt x="17" y="101"/>
                    <a:pt x="0" y="53"/>
                    <a:pt x="17" y="20"/>
                  </a:cubicBezTo>
                  <a:lnTo>
                    <a:pt x="0" y="0"/>
                  </a:lnTo>
                  <a:close/>
                  <a:moveTo>
                    <a:pt x="17" y="202"/>
                  </a:moveTo>
                  <a:cubicBezTo>
                    <a:pt x="17" y="222"/>
                    <a:pt x="17" y="222"/>
                    <a:pt x="33" y="222"/>
                  </a:cubicBezTo>
                  <a:lnTo>
                    <a:pt x="33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9">
              <a:extLst>
                <a:ext uri="{FF2B5EF4-FFF2-40B4-BE49-F238E27FC236}">
                  <a16:creationId xmlns:a16="http://schemas.microsoft.com/office/drawing/2014/main" id="{6B770D90-05E2-6A2E-2660-93424F0A2568}"/>
                </a:ext>
              </a:extLst>
            </p:cNvPr>
            <p:cNvSpPr/>
            <p:nvPr/>
          </p:nvSpPr>
          <p:spPr>
            <a:xfrm>
              <a:off x="1677528" y="506355"/>
              <a:ext cx="61879" cy="44994"/>
            </a:xfrm>
            <a:custGeom>
              <a:avLst/>
              <a:gdLst/>
              <a:ahLst/>
              <a:cxnLst/>
              <a:rect l="l" t="t" r="r" b="b"/>
              <a:pathLst>
                <a:path w="623" h="453" extrusionOk="0">
                  <a:moveTo>
                    <a:pt x="606" y="0"/>
                  </a:moveTo>
                  <a:cubicBezTo>
                    <a:pt x="570" y="17"/>
                    <a:pt x="538" y="33"/>
                    <a:pt x="505" y="65"/>
                  </a:cubicBezTo>
                  <a:cubicBezTo>
                    <a:pt x="505" y="65"/>
                    <a:pt x="485" y="65"/>
                    <a:pt x="485" y="81"/>
                  </a:cubicBezTo>
                  <a:cubicBezTo>
                    <a:pt x="368" y="166"/>
                    <a:pt x="235" y="251"/>
                    <a:pt x="134" y="352"/>
                  </a:cubicBezTo>
                  <a:cubicBezTo>
                    <a:pt x="251" y="267"/>
                    <a:pt x="368" y="182"/>
                    <a:pt x="485" y="101"/>
                  </a:cubicBezTo>
                  <a:cubicBezTo>
                    <a:pt x="505" y="81"/>
                    <a:pt x="505" y="81"/>
                    <a:pt x="522" y="65"/>
                  </a:cubicBezTo>
                  <a:cubicBezTo>
                    <a:pt x="538" y="49"/>
                    <a:pt x="570" y="17"/>
                    <a:pt x="606" y="17"/>
                  </a:cubicBezTo>
                  <a:lnTo>
                    <a:pt x="623" y="0"/>
                  </a:lnTo>
                  <a:close/>
                  <a:moveTo>
                    <a:pt x="134" y="352"/>
                  </a:moveTo>
                  <a:cubicBezTo>
                    <a:pt x="81" y="384"/>
                    <a:pt x="49" y="404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49" y="421"/>
                    <a:pt x="102" y="384"/>
                    <a:pt x="134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9">
              <a:extLst>
                <a:ext uri="{FF2B5EF4-FFF2-40B4-BE49-F238E27FC236}">
                  <a16:creationId xmlns:a16="http://schemas.microsoft.com/office/drawing/2014/main" id="{029AC056-A89C-E958-8BC2-CCCB19E9C316}"/>
                </a:ext>
              </a:extLst>
            </p:cNvPr>
            <p:cNvSpPr/>
            <p:nvPr/>
          </p:nvSpPr>
          <p:spPr>
            <a:xfrm>
              <a:off x="1679117" y="419247"/>
              <a:ext cx="56715" cy="45094"/>
            </a:xfrm>
            <a:custGeom>
              <a:avLst/>
              <a:gdLst/>
              <a:ahLst/>
              <a:cxnLst/>
              <a:rect l="l" t="t" r="r" b="b"/>
              <a:pathLst>
                <a:path w="571" h="454" extrusionOk="0">
                  <a:moveTo>
                    <a:pt x="554" y="1"/>
                  </a:moveTo>
                  <a:cubicBezTo>
                    <a:pt x="453" y="86"/>
                    <a:pt x="352" y="171"/>
                    <a:pt x="235" y="251"/>
                  </a:cubicBezTo>
                  <a:lnTo>
                    <a:pt x="186" y="288"/>
                  </a:lnTo>
                  <a:cubicBezTo>
                    <a:pt x="118" y="336"/>
                    <a:pt x="65" y="389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65" y="405"/>
                    <a:pt x="134" y="352"/>
                    <a:pt x="203" y="304"/>
                  </a:cubicBezTo>
                  <a:lnTo>
                    <a:pt x="251" y="251"/>
                  </a:lnTo>
                  <a:cubicBezTo>
                    <a:pt x="352" y="187"/>
                    <a:pt x="469" y="86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9">
              <a:extLst>
                <a:ext uri="{FF2B5EF4-FFF2-40B4-BE49-F238E27FC236}">
                  <a16:creationId xmlns:a16="http://schemas.microsoft.com/office/drawing/2014/main" id="{8DA24A42-DF86-D07B-E82C-D8BD2187A8F5}"/>
                </a:ext>
              </a:extLst>
            </p:cNvPr>
            <p:cNvSpPr/>
            <p:nvPr/>
          </p:nvSpPr>
          <p:spPr>
            <a:xfrm>
              <a:off x="2467956" y="492747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6"/>
                  </a:lnTo>
                  <a:lnTo>
                    <a:pt x="53" y="36"/>
                  </a:lnTo>
                  <a:lnTo>
                    <a:pt x="1" y="0"/>
                  </a:lnTo>
                  <a:close/>
                  <a:moveTo>
                    <a:pt x="53" y="36"/>
                  </a:moveTo>
                  <a:cubicBezTo>
                    <a:pt x="85" y="53"/>
                    <a:pt x="122" y="69"/>
                    <a:pt x="138" y="69"/>
                  </a:cubicBezTo>
                  <a:cubicBezTo>
                    <a:pt x="154" y="85"/>
                    <a:pt x="186" y="85"/>
                    <a:pt x="203" y="85"/>
                  </a:cubicBezTo>
                  <a:cubicBezTo>
                    <a:pt x="186" y="69"/>
                    <a:pt x="170" y="69"/>
                    <a:pt x="154" y="69"/>
                  </a:cubicBezTo>
                  <a:cubicBezTo>
                    <a:pt x="122" y="53"/>
                    <a:pt x="85" y="36"/>
                    <a:pt x="53" y="36"/>
                  </a:cubicBezTo>
                  <a:close/>
                  <a:moveTo>
                    <a:pt x="203" y="85"/>
                  </a:moveTo>
                  <a:cubicBezTo>
                    <a:pt x="239" y="101"/>
                    <a:pt x="271" y="117"/>
                    <a:pt x="324" y="137"/>
                  </a:cubicBezTo>
                  <a:cubicBezTo>
                    <a:pt x="287" y="117"/>
                    <a:pt x="239" y="101"/>
                    <a:pt x="203" y="85"/>
                  </a:cubicBezTo>
                  <a:close/>
                  <a:moveTo>
                    <a:pt x="324" y="137"/>
                  </a:moveTo>
                  <a:cubicBezTo>
                    <a:pt x="356" y="154"/>
                    <a:pt x="405" y="170"/>
                    <a:pt x="457" y="186"/>
                  </a:cubicBezTo>
                  <a:cubicBezTo>
                    <a:pt x="405" y="170"/>
                    <a:pt x="372" y="154"/>
                    <a:pt x="324" y="137"/>
                  </a:cubicBezTo>
                  <a:close/>
                  <a:moveTo>
                    <a:pt x="457" y="186"/>
                  </a:moveTo>
                  <a:lnTo>
                    <a:pt x="457" y="186"/>
                  </a:lnTo>
                  <a:cubicBezTo>
                    <a:pt x="489" y="202"/>
                    <a:pt x="542" y="218"/>
                    <a:pt x="590" y="255"/>
                  </a:cubicBezTo>
                  <a:cubicBezTo>
                    <a:pt x="643" y="271"/>
                    <a:pt x="691" y="287"/>
                    <a:pt x="744" y="303"/>
                  </a:cubicBezTo>
                  <a:cubicBezTo>
                    <a:pt x="760" y="303"/>
                    <a:pt x="776" y="319"/>
                    <a:pt x="809" y="319"/>
                  </a:cubicBezTo>
                  <a:cubicBezTo>
                    <a:pt x="792" y="303"/>
                    <a:pt x="760" y="303"/>
                    <a:pt x="744" y="287"/>
                  </a:cubicBezTo>
                  <a:cubicBezTo>
                    <a:pt x="691" y="271"/>
                    <a:pt x="643" y="255"/>
                    <a:pt x="590" y="238"/>
                  </a:cubicBezTo>
                  <a:cubicBezTo>
                    <a:pt x="542" y="218"/>
                    <a:pt x="506" y="202"/>
                    <a:pt x="45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9">
              <a:extLst>
                <a:ext uri="{FF2B5EF4-FFF2-40B4-BE49-F238E27FC236}">
                  <a16:creationId xmlns:a16="http://schemas.microsoft.com/office/drawing/2014/main" id="{EACD2BEE-4AD8-0504-3281-16AEBE4E7126}"/>
                </a:ext>
              </a:extLst>
            </p:cNvPr>
            <p:cNvSpPr/>
            <p:nvPr/>
          </p:nvSpPr>
          <p:spPr>
            <a:xfrm>
              <a:off x="2222425" y="967819"/>
              <a:ext cx="43405" cy="13310"/>
            </a:xfrm>
            <a:custGeom>
              <a:avLst/>
              <a:gdLst/>
              <a:ahLst/>
              <a:cxnLst/>
              <a:rect l="l" t="t" r="r" b="b"/>
              <a:pathLst>
                <a:path w="437" h="134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3" y="16"/>
                    <a:pt x="49" y="32"/>
                  </a:cubicBezTo>
                  <a:lnTo>
                    <a:pt x="69" y="32"/>
                  </a:lnTo>
                  <a:cubicBezTo>
                    <a:pt x="150" y="49"/>
                    <a:pt x="251" y="81"/>
                    <a:pt x="352" y="101"/>
                  </a:cubicBezTo>
                  <a:cubicBezTo>
                    <a:pt x="251" y="65"/>
                    <a:pt x="170" y="49"/>
                    <a:pt x="69" y="16"/>
                  </a:cubicBezTo>
                  <a:cubicBezTo>
                    <a:pt x="33" y="16"/>
                    <a:pt x="17" y="0"/>
                    <a:pt x="0" y="0"/>
                  </a:cubicBezTo>
                  <a:close/>
                  <a:moveTo>
                    <a:pt x="352" y="101"/>
                  </a:moveTo>
                  <a:lnTo>
                    <a:pt x="437" y="133"/>
                  </a:lnTo>
                  <a:lnTo>
                    <a:pt x="437" y="117"/>
                  </a:lnTo>
                  <a:lnTo>
                    <a:pt x="352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9">
              <a:extLst>
                <a:ext uri="{FF2B5EF4-FFF2-40B4-BE49-F238E27FC236}">
                  <a16:creationId xmlns:a16="http://schemas.microsoft.com/office/drawing/2014/main" id="{27EFC473-0EC2-3BE4-F302-8552B8AFA82D}"/>
                </a:ext>
              </a:extLst>
            </p:cNvPr>
            <p:cNvSpPr/>
            <p:nvPr/>
          </p:nvSpPr>
          <p:spPr>
            <a:xfrm>
              <a:off x="2377670" y="670043"/>
              <a:ext cx="12118" cy="95253"/>
            </a:xfrm>
            <a:custGeom>
              <a:avLst/>
              <a:gdLst/>
              <a:ahLst/>
              <a:cxnLst/>
              <a:rect l="l" t="t" r="r" b="b"/>
              <a:pathLst>
                <a:path w="122" h="959" extrusionOk="0">
                  <a:moveTo>
                    <a:pt x="1" y="1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"/>
                    <a:pt x="21" y="1"/>
                    <a:pt x="1" y="1"/>
                  </a:cubicBezTo>
                  <a:close/>
                  <a:moveTo>
                    <a:pt x="37" y="17"/>
                  </a:moveTo>
                  <a:lnTo>
                    <a:pt x="37" y="49"/>
                  </a:lnTo>
                  <a:lnTo>
                    <a:pt x="37" y="102"/>
                  </a:lnTo>
                  <a:cubicBezTo>
                    <a:pt x="53" y="102"/>
                    <a:pt x="53" y="118"/>
                    <a:pt x="37" y="118"/>
                  </a:cubicBezTo>
                  <a:lnTo>
                    <a:pt x="37" y="134"/>
                  </a:lnTo>
                  <a:cubicBezTo>
                    <a:pt x="53" y="170"/>
                    <a:pt x="53" y="203"/>
                    <a:pt x="53" y="219"/>
                  </a:cubicBezTo>
                  <a:lnTo>
                    <a:pt x="53" y="134"/>
                  </a:lnTo>
                  <a:lnTo>
                    <a:pt x="53" y="118"/>
                  </a:lnTo>
                  <a:lnTo>
                    <a:pt x="53" y="85"/>
                  </a:lnTo>
                  <a:lnTo>
                    <a:pt x="53" y="49"/>
                  </a:lnTo>
                  <a:cubicBezTo>
                    <a:pt x="53" y="33"/>
                    <a:pt x="53" y="17"/>
                    <a:pt x="37" y="17"/>
                  </a:cubicBezTo>
                  <a:close/>
                  <a:moveTo>
                    <a:pt x="53" y="271"/>
                  </a:moveTo>
                  <a:lnTo>
                    <a:pt x="53" y="287"/>
                  </a:lnTo>
                  <a:lnTo>
                    <a:pt x="53" y="336"/>
                  </a:lnTo>
                  <a:lnTo>
                    <a:pt x="53" y="372"/>
                  </a:lnTo>
                  <a:lnTo>
                    <a:pt x="53" y="405"/>
                  </a:lnTo>
                  <a:cubicBezTo>
                    <a:pt x="53" y="421"/>
                    <a:pt x="53" y="421"/>
                    <a:pt x="69" y="437"/>
                  </a:cubicBezTo>
                  <a:lnTo>
                    <a:pt x="69" y="473"/>
                  </a:lnTo>
                  <a:cubicBezTo>
                    <a:pt x="86" y="453"/>
                    <a:pt x="86" y="437"/>
                    <a:pt x="69" y="421"/>
                  </a:cubicBezTo>
                  <a:lnTo>
                    <a:pt x="69" y="405"/>
                  </a:lnTo>
                  <a:lnTo>
                    <a:pt x="69" y="372"/>
                  </a:lnTo>
                  <a:lnTo>
                    <a:pt x="69" y="336"/>
                  </a:lnTo>
                  <a:lnTo>
                    <a:pt x="69" y="287"/>
                  </a:lnTo>
                  <a:cubicBezTo>
                    <a:pt x="69" y="287"/>
                    <a:pt x="69" y="271"/>
                    <a:pt x="53" y="271"/>
                  </a:cubicBezTo>
                  <a:close/>
                  <a:moveTo>
                    <a:pt x="69" y="473"/>
                  </a:moveTo>
                  <a:lnTo>
                    <a:pt x="69" y="473"/>
                  </a:lnTo>
                  <a:cubicBezTo>
                    <a:pt x="86" y="489"/>
                    <a:pt x="69" y="506"/>
                    <a:pt x="69" y="522"/>
                  </a:cubicBezTo>
                  <a:cubicBezTo>
                    <a:pt x="69" y="538"/>
                    <a:pt x="69" y="554"/>
                    <a:pt x="86" y="574"/>
                  </a:cubicBezTo>
                  <a:lnTo>
                    <a:pt x="86" y="590"/>
                  </a:lnTo>
                  <a:lnTo>
                    <a:pt x="86" y="639"/>
                  </a:lnTo>
                  <a:lnTo>
                    <a:pt x="86" y="708"/>
                  </a:lnTo>
                  <a:lnTo>
                    <a:pt x="86" y="740"/>
                  </a:lnTo>
                  <a:lnTo>
                    <a:pt x="86" y="756"/>
                  </a:lnTo>
                  <a:cubicBezTo>
                    <a:pt x="102" y="776"/>
                    <a:pt x="102" y="792"/>
                    <a:pt x="102" y="809"/>
                  </a:cubicBezTo>
                  <a:cubicBezTo>
                    <a:pt x="122" y="792"/>
                    <a:pt x="122" y="776"/>
                    <a:pt x="102" y="756"/>
                  </a:cubicBezTo>
                  <a:lnTo>
                    <a:pt x="102" y="740"/>
                  </a:lnTo>
                  <a:lnTo>
                    <a:pt x="102" y="708"/>
                  </a:lnTo>
                  <a:lnTo>
                    <a:pt x="102" y="623"/>
                  </a:lnTo>
                  <a:cubicBezTo>
                    <a:pt x="86" y="623"/>
                    <a:pt x="86" y="607"/>
                    <a:pt x="102" y="607"/>
                  </a:cubicBezTo>
                  <a:cubicBezTo>
                    <a:pt x="102" y="590"/>
                    <a:pt x="102" y="574"/>
                    <a:pt x="86" y="554"/>
                  </a:cubicBezTo>
                  <a:lnTo>
                    <a:pt x="86" y="522"/>
                  </a:lnTo>
                  <a:cubicBezTo>
                    <a:pt x="86" y="506"/>
                    <a:pt x="86" y="489"/>
                    <a:pt x="69" y="473"/>
                  </a:cubicBezTo>
                  <a:close/>
                  <a:moveTo>
                    <a:pt x="102" y="809"/>
                  </a:moveTo>
                  <a:cubicBezTo>
                    <a:pt x="86" y="809"/>
                    <a:pt x="102" y="825"/>
                    <a:pt x="102" y="825"/>
                  </a:cubicBezTo>
                  <a:lnTo>
                    <a:pt x="102" y="809"/>
                  </a:lnTo>
                  <a:close/>
                  <a:moveTo>
                    <a:pt x="102" y="825"/>
                  </a:moveTo>
                  <a:lnTo>
                    <a:pt x="102" y="942"/>
                  </a:lnTo>
                  <a:lnTo>
                    <a:pt x="102" y="958"/>
                  </a:lnTo>
                  <a:lnTo>
                    <a:pt x="122" y="942"/>
                  </a:lnTo>
                  <a:cubicBezTo>
                    <a:pt x="122" y="910"/>
                    <a:pt x="122" y="877"/>
                    <a:pt x="102" y="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9">
              <a:extLst>
                <a:ext uri="{FF2B5EF4-FFF2-40B4-BE49-F238E27FC236}">
                  <a16:creationId xmlns:a16="http://schemas.microsoft.com/office/drawing/2014/main" id="{47C5DC2C-6C63-E15F-1382-012726CCB3C6}"/>
                </a:ext>
              </a:extLst>
            </p:cNvPr>
            <p:cNvSpPr/>
            <p:nvPr/>
          </p:nvSpPr>
          <p:spPr>
            <a:xfrm>
              <a:off x="2533412" y="568135"/>
              <a:ext cx="20163" cy="6555"/>
            </a:xfrm>
            <a:custGeom>
              <a:avLst/>
              <a:gdLst/>
              <a:ahLst/>
              <a:cxnLst/>
              <a:rect l="l" t="t" r="r" b="b"/>
              <a:pathLst>
                <a:path w="203" h="66" extrusionOk="0">
                  <a:moveTo>
                    <a:pt x="0" y="1"/>
                  </a:moveTo>
                  <a:lnTo>
                    <a:pt x="0" y="17"/>
                  </a:lnTo>
                  <a:lnTo>
                    <a:pt x="186" y="65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9">
              <a:extLst>
                <a:ext uri="{FF2B5EF4-FFF2-40B4-BE49-F238E27FC236}">
                  <a16:creationId xmlns:a16="http://schemas.microsoft.com/office/drawing/2014/main" id="{E347AD95-5282-7E31-88DD-E7AD3A11C6A5}"/>
                </a:ext>
              </a:extLst>
            </p:cNvPr>
            <p:cNvSpPr/>
            <p:nvPr/>
          </p:nvSpPr>
          <p:spPr>
            <a:xfrm>
              <a:off x="2229278" y="420935"/>
              <a:ext cx="16488" cy="10131"/>
            </a:xfrm>
            <a:custGeom>
              <a:avLst/>
              <a:gdLst/>
              <a:ahLst/>
              <a:cxnLst/>
              <a:rect l="l" t="t" r="r" b="b"/>
              <a:pathLst>
                <a:path w="166" h="102" extrusionOk="0">
                  <a:moveTo>
                    <a:pt x="166" y="0"/>
                  </a:moveTo>
                  <a:cubicBezTo>
                    <a:pt x="133" y="0"/>
                    <a:pt x="101" y="16"/>
                    <a:pt x="81" y="53"/>
                  </a:cubicBezTo>
                  <a:cubicBezTo>
                    <a:pt x="117" y="32"/>
                    <a:pt x="133" y="16"/>
                    <a:pt x="166" y="16"/>
                  </a:cubicBezTo>
                  <a:lnTo>
                    <a:pt x="166" y="0"/>
                  </a:lnTo>
                  <a:close/>
                  <a:moveTo>
                    <a:pt x="81" y="53"/>
                  </a:moveTo>
                  <a:cubicBezTo>
                    <a:pt x="65" y="53"/>
                    <a:pt x="65" y="53"/>
                    <a:pt x="49" y="69"/>
                  </a:cubicBezTo>
                  <a:cubicBezTo>
                    <a:pt x="32" y="85"/>
                    <a:pt x="16" y="85"/>
                    <a:pt x="16" y="85"/>
                  </a:cubicBezTo>
                  <a:lnTo>
                    <a:pt x="0" y="85"/>
                  </a:lnTo>
                  <a:lnTo>
                    <a:pt x="16" y="101"/>
                  </a:lnTo>
                  <a:cubicBezTo>
                    <a:pt x="32" y="101"/>
                    <a:pt x="32" y="85"/>
                    <a:pt x="49" y="85"/>
                  </a:cubicBezTo>
                  <a:lnTo>
                    <a:pt x="65" y="69"/>
                  </a:lnTo>
                  <a:cubicBezTo>
                    <a:pt x="65" y="69"/>
                    <a:pt x="81" y="69"/>
                    <a:pt x="8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9">
              <a:extLst>
                <a:ext uri="{FF2B5EF4-FFF2-40B4-BE49-F238E27FC236}">
                  <a16:creationId xmlns:a16="http://schemas.microsoft.com/office/drawing/2014/main" id="{915166F0-DA1E-38A1-BC93-6D7C30A81406}"/>
                </a:ext>
              </a:extLst>
            </p:cNvPr>
            <p:cNvSpPr/>
            <p:nvPr/>
          </p:nvSpPr>
          <p:spPr>
            <a:xfrm>
              <a:off x="2281027" y="611441"/>
              <a:ext cx="14899" cy="6953"/>
            </a:xfrm>
            <a:custGeom>
              <a:avLst/>
              <a:gdLst/>
              <a:ahLst/>
              <a:cxnLst/>
              <a:rect l="l" t="t" r="r" b="b"/>
              <a:pathLst>
                <a:path w="150" h="70" extrusionOk="0">
                  <a:moveTo>
                    <a:pt x="0" y="1"/>
                  </a:moveTo>
                  <a:lnTo>
                    <a:pt x="0" y="17"/>
                  </a:lnTo>
                  <a:lnTo>
                    <a:pt x="133" y="70"/>
                  </a:lnTo>
                  <a:lnTo>
                    <a:pt x="150" y="53"/>
                  </a:lnTo>
                  <a:lnTo>
                    <a:pt x="133" y="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9">
              <a:extLst>
                <a:ext uri="{FF2B5EF4-FFF2-40B4-BE49-F238E27FC236}">
                  <a16:creationId xmlns:a16="http://schemas.microsoft.com/office/drawing/2014/main" id="{D3F723DD-3842-DAE7-5329-EA5378886A99}"/>
                </a:ext>
              </a:extLst>
            </p:cNvPr>
            <p:cNvSpPr/>
            <p:nvPr/>
          </p:nvSpPr>
          <p:spPr>
            <a:xfrm>
              <a:off x="2297415" y="489470"/>
              <a:ext cx="70322" cy="25030"/>
            </a:xfrm>
            <a:custGeom>
              <a:avLst/>
              <a:gdLst/>
              <a:ahLst/>
              <a:cxnLst/>
              <a:rect l="l" t="t" r="r" b="b"/>
              <a:pathLst>
                <a:path w="708" h="252" extrusionOk="0">
                  <a:moveTo>
                    <a:pt x="1" y="1"/>
                  </a:moveTo>
                  <a:lnTo>
                    <a:pt x="1" y="17"/>
                  </a:lnTo>
                  <a:lnTo>
                    <a:pt x="69" y="33"/>
                  </a:lnTo>
                  <a:cubicBezTo>
                    <a:pt x="122" y="49"/>
                    <a:pt x="170" y="69"/>
                    <a:pt x="239" y="86"/>
                  </a:cubicBezTo>
                  <a:cubicBezTo>
                    <a:pt x="187" y="69"/>
                    <a:pt x="138" y="33"/>
                    <a:pt x="86" y="17"/>
                  </a:cubicBezTo>
                  <a:lnTo>
                    <a:pt x="21" y="1"/>
                  </a:lnTo>
                  <a:close/>
                  <a:moveTo>
                    <a:pt x="239" y="86"/>
                  </a:moveTo>
                  <a:cubicBezTo>
                    <a:pt x="271" y="102"/>
                    <a:pt x="304" y="118"/>
                    <a:pt x="356" y="134"/>
                  </a:cubicBezTo>
                  <a:cubicBezTo>
                    <a:pt x="425" y="170"/>
                    <a:pt x="506" y="187"/>
                    <a:pt x="574" y="219"/>
                  </a:cubicBezTo>
                  <a:cubicBezTo>
                    <a:pt x="591" y="219"/>
                    <a:pt x="591" y="219"/>
                    <a:pt x="607" y="235"/>
                  </a:cubicBezTo>
                  <a:cubicBezTo>
                    <a:pt x="643" y="235"/>
                    <a:pt x="675" y="251"/>
                    <a:pt x="708" y="251"/>
                  </a:cubicBezTo>
                  <a:lnTo>
                    <a:pt x="708" y="235"/>
                  </a:lnTo>
                  <a:cubicBezTo>
                    <a:pt x="675" y="235"/>
                    <a:pt x="643" y="235"/>
                    <a:pt x="607" y="219"/>
                  </a:cubicBezTo>
                  <a:cubicBezTo>
                    <a:pt x="607" y="219"/>
                    <a:pt x="591" y="203"/>
                    <a:pt x="574" y="203"/>
                  </a:cubicBezTo>
                  <a:cubicBezTo>
                    <a:pt x="506" y="187"/>
                    <a:pt x="425" y="150"/>
                    <a:pt x="356" y="118"/>
                  </a:cubicBezTo>
                  <a:cubicBezTo>
                    <a:pt x="324" y="102"/>
                    <a:pt x="271" y="102"/>
                    <a:pt x="239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9">
              <a:extLst>
                <a:ext uri="{FF2B5EF4-FFF2-40B4-BE49-F238E27FC236}">
                  <a16:creationId xmlns:a16="http://schemas.microsoft.com/office/drawing/2014/main" id="{02302009-38D2-E1D1-82AA-FC48C0682280}"/>
                </a:ext>
              </a:extLst>
            </p:cNvPr>
            <p:cNvSpPr/>
            <p:nvPr/>
          </p:nvSpPr>
          <p:spPr>
            <a:xfrm>
              <a:off x="2285794" y="404050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1" y="0"/>
                  </a:moveTo>
                  <a:lnTo>
                    <a:pt x="17" y="21"/>
                  </a:lnTo>
                  <a:lnTo>
                    <a:pt x="170" y="6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9">
              <a:extLst>
                <a:ext uri="{FF2B5EF4-FFF2-40B4-BE49-F238E27FC236}">
                  <a16:creationId xmlns:a16="http://schemas.microsoft.com/office/drawing/2014/main" id="{A19D80A8-277B-D971-9EAD-37AFF5F4E892}"/>
                </a:ext>
              </a:extLst>
            </p:cNvPr>
            <p:cNvSpPr/>
            <p:nvPr/>
          </p:nvSpPr>
          <p:spPr>
            <a:xfrm>
              <a:off x="1744175" y="946861"/>
              <a:ext cx="63866" cy="29003"/>
            </a:xfrm>
            <a:custGeom>
              <a:avLst/>
              <a:gdLst/>
              <a:ahLst/>
              <a:cxnLst/>
              <a:rect l="l" t="t" r="r" b="b"/>
              <a:pathLst>
                <a:path w="643" h="292" extrusionOk="0">
                  <a:moveTo>
                    <a:pt x="622" y="1"/>
                  </a:moveTo>
                  <a:cubicBezTo>
                    <a:pt x="604" y="1"/>
                    <a:pt x="585" y="14"/>
                    <a:pt x="574" y="25"/>
                  </a:cubicBezTo>
                  <a:cubicBezTo>
                    <a:pt x="606" y="25"/>
                    <a:pt x="622" y="9"/>
                    <a:pt x="642" y="9"/>
                  </a:cubicBezTo>
                  <a:cubicBezTo>
                    <a:pt x="636" y="3"/>
                    <a:pt x="629" y="1"/>
                    <a:pt x="622" y="1"/>
                  </a:cubicBezTo>
                  <a:close/>
                  <a:moveTo>
                    <a:pt x="558" y="25"/>
                  </a:moveTo>
                  <a:cubicBezTo>
                    <a:pt x="505" y="58"/>
                    <a:pt x="440" y="74"/>
                    <a:pt x="388" y="110"/>
                  </a:cubicBezTo>
                  <a:cubicBezTo>
                    <a:pt x="339" y="126"/>
                    <a:pt x="303" y="142"/>
                    <a:pt x="255" y="159"/>
                  </a:cubicBezTo>
                  <a:cubicBezTo>
                    <a:pt x="202" y="191"/>
                    <a:pt x="137" y="227"/>
                    <a:pt x="85" y="243"/>
                  </a:cubicBezTo>
                  <a:cubicBezTo>
                    <a:pt x="53" y="260"/>
                    <a:pt x="36" y="260"/>
                    <a:pt x="0" y="276"/>
                  </a:cubicBezTo>
                  <a:lnTo>
                    <a:pt x="0" y="292"/>
                  </a:lnTo>
                  <a:cubicBezTo>
                    <a:pt x="36" y="276"/>
                    <a:pt x="53" y="260"/>
                    <a:pt x="85" y="260"/>
                  </a:cubicBezTo>
                  <a:cubicBezTo>
                    <a:pt x="154" y="227"/>
                    <a:pt x="202" y="211"/>
                    <a:pt x="271" y="175"/>
                  </a:cubicBezTo>
                  <a:cubicBezTo>
                    <a:pt x="303" y="159"/>
                    <a:pt x="356" y="142"/>
                    <a:pt x="388" y="126"/>
                  </a:cubicBezTo>
                  <a:cubicBezTo>
                    <a:pt x="457" y="90"/>
                    <a:pt x="505" y="74"/>
                    <a:pt x="574" y="41"/>
                  </a:cubicBezTo>
                  <a:lnTo>
                    <a:pt x="574" y="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9">
              <a:extLst>
                <a:ext uri="{FF2B5EF4-FFF2-40B4-BE49-F238E27FC236}">
                  <a16:creationId xmlns:a16="http://schemas.microsoft.com/office/drawing/2014/main" id="{8C40CCF6-DA9D-87F3-4B61-0C60D0D059B5}"/>
                </a:ext>
              </a:extLst>
            </p:cNvPr>
            <p:cNvSpPr/>
            <p:nvPr/>
          </p:nvSpPr>
          <p:spPr>
            <a:xfrm>
              <a:off x="2516526" y="549661"/>
              <a:ext cx="18574" cy="6953"/>
            </a:xfrm>
            <a:custGeom>
              <a:avLst/>
              <a:gdLst/>
              <a:ahLst/>
              <a:cxnLst/>
              <a:rect l="l" t="t" r="r" b="b"/>
              <a:pathLst>
                <a:path w="187" h="70" extrusionOk="0">
                  <a:moveTo>
                    <a:pt x="0" y="1"/>
                  </a:moveTo>
                  <a:cubicBezTo>
                    <a:pt x="37" y="17"/>
                    <a:pt x="53" y="17"/>
                    <a:pt x="69" y="33"/>
                  </a:cubicBezTo>
                  <a:cubicBezTo>
                    <a:pt x="101" y="49"/>
                    <a:pt x="138" y="49"/>
                    <a:pt x="186" y="69"/>
                  </a:cubicBezTo>
                  <a:lnTo>
                    <a:pt x="186" y="49"/>
                  </a:lnTo>
                  <a:cubicBezTo>
                    <a:pt x="154" y="49"/>
                    <a:pt x="118" y="33"/>
                    <a:pt x="85" y="17"/>
                  </a:cubicBezTo>
                  <a:cubicBezTo>
                    <a:pt x="53" y="17"/>
                    <a:pt x="37" y="1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9">
              <a:extLst>
                <a:ext uri="{FF2B5EF4-FFF2-40B4-BE49-F238E27FC236}">
                  <a16:creationId xmlns:a16="http://schemas.microsoft.com/office/drawing/2014/main" id="{48501FB9-CBA1-4221-BF6D-75D17BD063F0}"/>
                </a:ext>
              </a:extLst>
            </p:cNvPr>
            <p:cNvSpPr/>
            <p:nvPr/>
          </p:nvSpPr>
          <p:spPr>
            <a:xfrm>
              <a:off x="1730866" y="970997"/>
              <a:ext cx="3377" cy="16985"/>
            </a:xfrm>
            <a:custGeom>
              <a:avLst/>
              <a:gdLst/>
              <a:ahLst/>
              <a:cxnLst/>
              <a:rect l="l" t="t" r="r" b="b"/>
              <a:pathLst>
                <a:path w="34" h="171" extrusionOk="0">
                  <a:moveTo>
                    <a:pt x="33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7" y="33"/>
                  </a:moveTo>
                  <a:cubicBezTo>
                    <a:pt x="17" y="69"/>
                    <a:pt x="17" y="101"/>
                    <a:pt x="1" y="134"/>
                  </a:cubicBezTo>
                  <a:lnTo>
                    <a:pt x="1" y="170"/>
                  </a:lnTo>
                  <a:lnTo>
                    <a:pt x="17" y="170"/>
                  </a:lnTo>
                  <a:lnTo>
                    <a:pt x="17" y="134"/>
                  </a:lnTo>
                  <a:cubicBezTo>
                    <a:pt x="17" y="101"/>
                    <a:pt x="33" y="69"/>
                    <a:pt x="17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9">
              <a:extLst>
                <a:ext uri="{FF2B5EF4-FFF2-40B4-BE49-F238E27FC236}">
                  <a16:creationId xmlns:a16="http://schemas.microsoft.com/office/drawing/2014/main" id="{7E5E1E19-8B83-33D5-A06D-12EF15A00407}"/>
                </a:ext>
              </a:extLst>
            </p:cNvPr>
            <p:cNvSpPr/>
            <p:nvPr/>
          </p:nvSpPr>
          <p:spPr>
            <a:xfrm>
              <a:off x="2540166" y="71702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lnTo>
                    <a:pt x="134" y="49"/>
                  </a:lnTo>
                  <a:lnTo>
                    <a:pt x="150" y="49"/>
                  </a:lnTo>
                  <a:lnTo>
                    <a:pt x="15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9">
              <a:extLst>
                <a:ext uri="{FF2B5EF4-FFF2-40B4-BE49-F238E27FC236}">
                  <a16:creationId xmlns:a16="http://schemas.microsoft.com/office/drawing/2014/main" id="{736E293B-D7C5-5CA7-8976-9C776CC4CF72}"/>
                </a:ext>
              </a:extLst>
            </p:cNvPr>
            <p:cNvSpPr/>
            <p:nvPr/>
          </p:nvSpPr>
          <p:spPr>
            <a:xfrm>
              <a:off x="1944712" y="379120"/>
              <a:ext cx="192293" cy="68733"/>
            </a:xfrm>
            <a:custGeom>
              <a:avLst/>
              <a:gdLst/>
              <a:ahLst/>
              <a:cxnLst/>
              <a:rect l="l" t="t" r="r" b="b"/>
              <a:pathLst>
                <a:path w="1936" h="692" extrusionOk="0">
                  <a:moveTo>
                    <a:pt x="1" y="1"/>
                  </a:moveTo>
                  <a:cubicBezTo>
                    <a:pt x="1" y="1"/>
                    <a:pt x="17" y="17"/>
                    <a:pt x="37" y="17"/>
                  </a:cubicBezTo>
                  <a:cubicBezTo>
                    <a:pt x="53" y="17"/>
                    <a:pt x="70" y="33"/>
                    <a:pt x="86" y="33"/>
                  </a:cubicBezTo>
                  <a:cubicBezTo>
                    <a:pt x="118" y="49"/>
                    <a:pt x="154" y="49"/>
                    <a:pt x="187" y="70"/>
                  </a:cubicBezTo>
                  <a:cubicBezTo>
                    <a:pt x="219" y="70"/>
                    <a:pt x="255" y="86"/>
                    <a:pt x="288" y="102"/>
                  </a:cubicBezTo>
                  <a:cubicBezTo>
                    <a:pt x="320" y="118"/>
                    <a:pt x="373" y="134"/>
                    <a:pt x="405" y="150"/>
                  </a:cubicBezTo>
                  <a:cubicBezTo>
                    <a:pt x="490" y="171"/>
                    <a:pt x="558" y="203"/>
                    <a:pt x="643" y="219"/>
                  </a:cubicBezTo>
                  <a:cubicBezTo>
                    <a:pt x="558" y="187"/>
                    <a:pt x="490" y="171"/>
                    <a:pt x="405" y="134"/>
                  </a:cubicBezTo>
                  <a:cubicBezTo>
                    <a:pt x="373" y="118"/>
                    <a:pt x="340" y="102"/>
                    <a:pt x="288" y="86"/>
                  </a:cubicBezTo>
                  <a:cubicBezTo>
                    <a:pt x="255" y="86"/>
                    <a:pt x="219" y="70"/>
                    <a:pt x="187" y="49"/>
                  </a:cubicBezTo>
                  <a:cubicBezTo>
                    <a:pt x="154" y="33"/>
                    <a:pt x="118" y="33"/>
                    <a:pt x="102" y="17"/>
                  </a:cubicBezTo>
                  <a:cubicBezTo>
                    <a:pt x="86" y="17"/>
                    <a:pt x="53" y="1"/>
                    <a:pt x="37" y="1"/>
                  </a:cubicBezTo>
                  <a:close/>
                  <a:moveTo>
                    <a:pt x="910" y="320"/>
                  </a:moveTo>
                  <a:lnTo>
                    <a:pt x="1011" y="352"/>
                  </a:lnTo>
                  <a:cubicBezTo>
                    <a:pt x="1112" y="389"/>
                    <a:pt x="1213" y="437"/>
                    <a:pt x="1330" y="474"/>
                  </a:cubicBezTo>
                  <a:cubicBezTo>
                    <a:pt x="1451" y="522"/>
                    <a:pt x="1584" y="575"/>
                    <a:pt x="1702" y="607"/>
                  </a:cubicBezTo>
                  <a:cubicBezTo>
                    <a:pt x="1718" y="607"/>
                    <a:pt x="1754" y="623"/>
                    <a:pt x="1770" y="623"/>
                  </a:cubicBezTo>
                  <a:cubicBezTo>
                    <a:pt x="1819" y="655"/>
                    <a:pt x="1887" y="676"/>
                    <a:pt x="1936" y="692"/>
                  </a:cubicBezTo>
                  <a:lnTo>
                    <a:pt x="1936" y="676"/>
                  </a:lnTo>
                  <a:cubicBezTo>
                    <a:pt x="1887" y="655"/>
                    <a:pt x="1835" y="639"/>
                    <a:pt x="1786" y="623"/>
                  </a:cubicBezTo>
                  <a:cubicBezTo>
                    <a:pt x="1754" y="607"/>
                    <a:pt x="1734" y="607"/>
                    <a:pt x="1702" y="591"/>
                  </a:cubicBezTo>
                  <a:cubicBezTo>
                    <a:pt x="1584" y="554"/>
                    <a:pt x="1467" y="506"/>
                    <a:pt x="1330" y="453"/>
                  </a:cubicBezTo>
                  <a:cubicBezTo>
                    <a:pt x="1229" y="421"/>
                    <a:pt x="1112" y="389"/>
                    <a:pt x="1011" y="336"/>
                  </a:cubicBezTo>
                  <a:lnTo>
                    <a:pt x="910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9">
              <a:extLst>
                <a:ext uri="{FF2B5EF4-FFF2-40B4-BE49-F238E27FC236}">
                  <a16:creationId xmlns:a16="http://schemas.microsoft.com/office/drawing/2014/main" id="{3D60FF22-1BC2-8313-1105-F73722F8376A}"/>
                </a:ext>
              </a:extLst>
            </p:cNvPr>
            <p:cNvSpPr/>
            <p:nvPr/>
          </p:nvSpPr>
          <p:spPr>
            <a:xfrm>
              <a:off x="1687560" y="574591"/>
              <a:ext cx="14899" cy="13707"/>
            </a:xfrm>
            <a:custGeom>
              <a:avLst/>
              <a:gdLst/>
              <a:ahLst/>
              <a:cxnLst/>
              <a:rect l="l" t="t" r="r" b="b"/>
              <a:pathLst>
                <a:path w="150" h="138" extrusionOk="0">
                  <a:moveTo>
                    <a:pt x="150" y="0"/>
                  </a:moveTo>
                  <a:cubicBezTo>
                    <a:pt x="134" y="20"/>
                    <a:pt x="118" y="37"/>
                    <a:pt x="101" y="53"/>
                  </a:cubicBezTo>
                  <a:cubicBezTo>
                    <a:pt x="118" y="53"/>
                    <a:pt x="134" y="37"/>
                    <a:pt x="150" y="20"/>
                  </a:cubicBezTo>
                  <a:lnTo>
                    <a:pt x="150" y="0"/>
                  </a:lnTo>
                  <a:close/>
                  <a:moveTo>
                    <a:pt x="101" y="53"/>
                  </a:moveTo>
                  <a:lnTo>
                    <a:pt x="101" y="53"/>
                  </a:lnTo>
                  <a:cubicBezTo>
                    <a:pt x="65" y="69"/>
                    <a:pt x="33" y="101"/>
                    <a:pt x="1" y="121"/>
                  </a:cubicBezTo>
                  <a:lnTo>
                    <a:pt x="1" y="138"/>
                  </a:lnTo>
                  <a:cubicBezTo>
                    <a:pt x="33" y="101"/>
                    <a:pt x="65" y="85"/>
                    <a:pt x="10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9">
              <a:extLst>
                <a:ext uri="{FF2B5EF4-FFF2-40B4-BE49-F238E27FC236}">
                  <a16:creationId xmlns:a16="http://schemas.microsoft.com/office/drawing/2014/main" id="{34045667-56AA-A5D9-E6FC-FDE68D8B5381}"/>
                </a:ext>
              </a:extLst>
            </p:cNvPr>
            <p:cNvSpPr/>
            <p:nvPr/>
          </p:nvSpPr>
          <p:spPr>
            <a:xfrm>
              <a:off x="1679117" y="492747"/>
              <a:ext cx="10131" cy="8443"/>
            </a:xfrm>
            <a:custGeom>
              <a:avLst/>
              <a:gdLst/>
              <a:ahLst/>
              <a:cxnLst/>
              <a:rect l="l" t="t" r="r" b="b"/>
              <a:pathLst>
                <a:path w="102" h="85" extrusionOk="0">
                  <a:moveTo>
                    <a:pt x="86" y="0"/>
                  </a:moveTo>
                  <a:lnTo>
                    <a:pt x="17" y="69"/>
                  </a:lnTo>
                  <a:lnTo>
                    <a:pt x="17" y="69"/>
                  </a:lnTo>
                  <a:lnTo>
                    <a:pt x="102" y="16"/>
                  </a:lnTo>
                  <a:lnTo>
                    <a:pt x="102" y="0"/>
                  </a:lnTo>
                  <a:close/>
                  <a:moveTo>
                    <a:pt x="1" y="69"/>
                  </a:moveTo>
                  <a:lnTo>
                    <a:pt x="17" y="85"/>
                  </a:lnTo>
                  <a:lnTo>
                    <a:pt x="17" y="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9">
              <a:extLst>
                <a:ext uri="{FF2B5EF4-FFF2-40B4-BE49-F238E27FC236}">
                  <a16:creationId xmlns:a16="http://schemas.microsoft.com/office/drawing/2014/main" id="{8997AC51-E447-7629-D78A-0C10ED5BAC8C}"/>
                </a:ext>
              </a:extLst>
            </p:cNvPr>
            <p:cNvSpPr/>
            <p:nvPr/>
          </p:nvSpPr>
          <p:spPr>
            <a:xfrm>
              <a:off x="1679117" y="412493"/>
              <a:ext cx="55125" cy="45392"/>
            </a:xfrm>
            <a:custGeom>
              <a:avLst/>
              <a:gdLst/>
              <a:ahLst/>
              <a:cxnLst/>
              <a:rect l="l" t="t" r="r" b="b"/>
              <a:pathLst>
                <a:path w="555" h="457" extrusionOk="0">
                  <a:moveTo>
                    <a:pt x="554" y="0"/>
                  </a:moveTo>
                  <a:lnTo>
                    <a:pt x="437" y="101"/>
                  </a:lnTo>
                  <a:cubicBezTo>
                    <a:pt x="336" y="186"/>
                    <a:pt x="219" y="271"/>
                    <a:pt x="118" y="356"/>
                  </a:cubicBezTo>
                  <a:cubicBezTo>
                    <a:pt x="86" y="388"/>
                    <a:pt x="33" y="420"/>
                    <a:pt x="1" y="457"/>
                  </a:cubicBezTo>
                  <a:cubicBezTo>
                    <a:pt x="49" y="441"/>
                    <a:pt x="86" y="404"/>
                    <a:pt x="118" y="372"/>
                  </a:cubicBezTo>
                  <a:lnTo>
                    <a:pt x="134" y="356"/>
                  </a:lnTo>
                  <a:cubicBezTo>
                    <a:pt x="235" y="271"/>
                    <a:pt x="336" y="186"/>
                    <a:pt x="437" y="117"/>
                  </a:cubicBezTo>
                  <a:lnTo>
                    <a:pt x="554" y="1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9">
              <a:extLst>
                <a:ext uri="{FF2B5EF4-FFF2-40B4-BE49-F238E27FC236}">
                  <a16:creationId xmlns:a16="http://schemas.microsoft.com/office/drawing/2014/main" id="{E7293FB2-F268-204A-0F12-E812758B0E9B}"/>
                </a:ext>
              </a:extLst>
            </p:cNvPr>
            <p:cNvSpPr/>
            <p:nvPr/>
          </p:nvSpPr>
          <p:spPr>
            <a:xfrm>
              <a:off x="1677528" y="512811"/>
              <a:ext cx="61879" cy="45392"/>
            </a:xfrm>
            <a:custGeom>
              <a:avLst/>
              <a:gdLst/>
              <a:ahLst/>
              <a:cxnLst/>
              <a:rect l="l" t="t" r="r" b="b"/>
              <a:pathLst>
                <a:path w="623" h="457" extrusionOk="0">
                  <a:moveTo>
                    <a:pt x="606" y="0"/>
                  </a:moveTo>
                  <a:cubicBezTo>
                    <a:pt x="586" y="0"/>
                    <a:pt x="570" y="0"/>
                    <a:pt x="554" y="16"/>
                  </a:cubicBezTo>
                  <a:cubicBezTo>
                    <a:pt x="421" y="117"/>
                    <a:pt x="283" y="238"/>
                    <a:pt x="150" y="339"/>
                  </a:cubicBezTo>
                  <a:cubicBezTo>
                    <a:pt x="283" y="238"/>
                    <a:pt x="421" y="137"/>
                    <a:pt x="554" y="36"/>
                  </a:cubicBezTo>
                  <a:cubicBezTo>
                    <a:pt x="570" y="16"/>
                    <a:pt x="586" y="16"/>
                    <a:pt x="606" y="16"/>
                  </a:cubicBezTo>
                  <a:lnTo>
                    <a:pt x="623" y="0"/>
                  </a:lnTo>
                  <a:close/>
                  <a:moveTo>
                    <a:pt x="134" y="339"/>
                  </a:moveTo>
                  <a:cubicBezTo>
                    <a:pt x="102" y="356"/>
                    <a:pt x="65" y="388"/>
                    <a:pt x="49" y="404"/>
                  </a:cubicBezTo>
                  <a:lnTo>
                    <a:pt x="1" y="440"/>
                  </a:lnTo>
                  <a:lnTo>
                    <a:pt x="1" y="457"/>
                  </a:lnTo>
                  <a:lnTo>
                    <a:pt x="49" y="420"/>
                  </a:lnTo>
                  <a:cubicBezTo>
                    <a:pt x="81" y="388"/>
                    <a:pt x="118" y="372"/>
                    <a:pt x="150" y="356"/>
                  </a:cubicBezTo>
                  <a:lnTo>
                    <a:pt x="150" y="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9">
              <a:extLst>
                <a:ext uri="{FF2B5EF4-FFF2-40B4-BE49-F238E27FC236}">
                  <a16:creationId xmlns:a16="http://schemas.microsoft.com/office/drawing/2014/main" id="{F4A892D2-0081-315D-48FC-A3BDAC3F77D1}"/>
                </a:ext>
              </a:extLst>
            </p:cNvPr>
            <p:cNvSpPr/>
            <p:nvPr/>
          </p:nvSpPr>
          <p:spPr>
            <a:xfrm>
              <a:off x="2473221" y="539629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0" y="1"/>
                  </a:moveTo>
                  <a:lnTo>
                    <a:pt x="0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9">
              <a:extLst>
                <a:ext uri="{FF2B5EF4-FFF2-40B4-BE49-F238E27FC236}">
                  <a16:creationId xmlns:a16="http://schemas.microsoft.com/office/drawing/2014/main" id="{E162F2A9-405F-F942-7717-859868B5D5C3}"/>
                </a:ext>
              </a:extLst>
            </p:cNvPr>
            <p:cNvSpPr/>
            <p:nvPr/>
          </p:nvSpPr>
          <p:spPr>
            <a:xfrm>
              <a:off x="2242489" y="663189"/>
              <a:ext cx="20163" cy="10131"/>
            </a:xfrm>
            <a:custGeom>
              <a:avLst/>
              <a:gdLst/>
              <a:ahLst/>
              <a:cxnLst/>
              <a:rect l="l" t="t" r="r" b="b"/>
              <a:pathLst>
                <a:path w="203" h="102" extrusionOk="0">
                  <a:moveTo>
                    <a:pt x="186" y="1"/>
                  </a:moveTo>
                  <a:cubicBezTo>
                    <a:pt x="170" y="1"/>
                    <a:pt x="134" y="17"/>
                    <a:pt x="118" y="37"/>
                  </a:cubicBezTo>
                  <a:lnTo>
                    <a:pt x="101" y="37"/>
                  </a:lnTo>
                  <a:cubicBezTo>
                    <a:pt x="85" y="53"/>
                    <a:pt x="85" y="53"/>
                    <a:pt x="69" y="53"/>
                  </a:cubicBezTo>
                  <a:cubicBezTo>
                    <a:pt x="49" y="70"/>
                    <a:pt x="33" y="86"/>
                    <a:pt x="17" y="86"/>
                  </a:cubicBezTo>
                  <a:lnTo>
                    <a:pt x="0" y="86"/>
                  </a:lnTo>
                  <a:lnTo>
                    <a:pt x="17" y="102"/>
                  </a:lnTo>
                  <a:cubicBezTo>
                    <a:pt x="33" y="102"/>
                    <a:pt x="69" y="86"/>
                    <a:pt x="85" y="70"/>
                  </a:cubicBezTo>
                  <a:lnTo>
                    <a:pt x="101" y="53"/>
                  </a:lnTo>
                  <a:cubicBezTo>
                    <a:pt x="118" y="53"/>
                    <a:pt x="118" y="53"/>
                    <a:pt x="134" y="37"/>
                  </a:cubicBezTo>
                  <a:cubicBezTo>
                    <a:pt x="150" y="17"/>
                    <a:pt x="170" y="17"/>
                    <a:pt x="186" y="17"/>
                  </a:cubicBezTo>
                  <a:lnTo>
                    <a:pt x="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9">
              <a:extLst>
                <a:ext uri="{FF2B5EF4-FFF2-40B4-BE49-F238E27FC236}">
                  <a16:creationId xmlns:a16="http://schemas.microsoft.com/office/drawing/2014/main" id="{53D5EA79-F7C3-672B-9E83-E551B732DC63}"/>
                </a:ext>
              </a:extLst>
            </p:cNvPr>
            <p:cNvSpPr/>
            <p:nvPr/>
          </p:nvSpPr>
          <p:spPr>
            <a:xfrm>
              <a:off x="2372902" y="807310"/>
              <a:ext cx="14899" cy="4867"/>
            </a:xfrm>
            <a:custGeom>
              <a:avLst/>
              <a:gdLst/>
              <a:ahLst/>
              <a:cxnLst/>
              <a:rect l="l" t="t" r="r" b="b"/>
              <a:pathLst>
                <a:path w="150" h="49" extrusionOk="0">
                  <a:moveTo>
                    <a:pt x="0" y="0"/>
                  </a:moveTo>
                  <a:lnTo>
                    <a:pt x="0" y="16"/>
                  </a:lnTo>
                  <a:lnTo>
                    <a:pt x="33" y="16"/>
                  </a:lnTo>
                  <a:cubicBezTo>
                    <a:pt x="49" y="33"/>
                    <a:pt x="85" y="33"/>
                    <a:pt x="117" y="49"/>
                  </a:cubicBezTo>
                  <a:lnTo>
                    <a:pt x="150" y="49"/>
                  </a:lnTo>
                  <a:lnTo>
                    <a:pt x="117" y="33"/>
                  </a:lnTo>
                  <a:cubicBezTo>
                    <a:pt x="85" y="16"/>
                    <a:pt x="69" y="16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9">
              <a:extLst>
                <a:ext uri="{FF2B5EF4-FFF2-40B4-BE49-F238E27FC236}">
                  <a16:creationId xmlns:a16="http://schemas.microsoft.com/office/drawing/2014/main" id="{B0604A9F-C87F-A9BC-DCC5-8ECE86715D12}"/>
                </a:ext>
              </a:extLst>
            </p:cNvPr>
            <p:cNvSpPr/>
            <p:nvPr/>
          </p:nvSpPr>
          <p:spPr>
            <a:xfrm>
              <a:off x="1653889" y="939313"/>
              <a:ext cx="68634" cy="10131"/>
            </a:xfrm>
            <a:custGeom>
              <a:avLst/>
              <a:gdLst/>
              <a:ahLst/>
              <a:cxnLst/>
              <a:rect l="l" t="t" r="r" b="b"/>
              <a:pathLst>
                <a:path w="691" h="102" extrusionOk="0">
                  <a:moveTo>
                    <a:pt x="53" y="16"/>
                  </a:moveTo>
                  <a:cubicBezTo>
                    <a:pt x="37" y="33"/>
                    <a:pt x="37" y="33"/>
                    <a:pt x="16" y="33"/>
                  </a:cubicBezTo>
                  <a:lnTo>
                    <a:pt x="0" y="33"/>
                  </a:lnTo>
                  <a:cubicBezTo>
                    <a:pt x="12" y="38"/>
                    <a:pt x="20" y="40"/>
                    <a:pt x="26" y="40"/>
                  </a:cubicBezTo>
                  <a:cubicBezTo>
                    <a:pt x="38" y="40"/>
                    <a:pt x="42" y="33"/>
                    <a:pt x="53" y="33"/>
                  </a:cubicBezTo>
                  <a:lnTo>
                    <a:pt x="117" y="33"/>
                  </a:lnTo>
                  <a:cubicBezTo>
                    <a:pt x="154" y="49"/>
                    <a:pt x="170" y="49"/>
                    <a:pt x="202" y="49"/>
                  </a:cubicBezTo>
                  <a:cubicBezTo>
                    <a:pt x="170" y="33"/>
                    <a:pt x="154" y="33"/>
                    <a:pt x="138" y="33"/>
                  </a:cubicBezTo>
                  <a:cubicBezTo>
                    <a:pt x="101" y="16"/>
                    <a:pt x="85" y="16"/>
                    <a:pt x="53" y="16"/>
                  </a:cubicBezTo>
                  <a:close/>
                  <a:moveTo>
                    <a:pt x="691" y="0"/>
                  </a:moveTo>
                  <a:cubicBezTo>
                    <a:pt x="659" y="0"/>
                    <a:pt x="622" y="16"/>
                    <a:pt x="590" y="49"/>
                  </a:cubicBezTo>
                  <a:cubicBezTo>
                    <a:pt x="622" y="33"/>
                    <a:pt x="659" y="16"/>
                    <a:pt x="691" y="0"/>
                  </a:cubicBezTo>
                  <a:close/>
                  <a:moveTo>
                    <a:pt x="218" y="49"/>
                  </a:moveTo>
                  <a:cubicBezTo>
                    <a:pt x="340" y="65"/>
                    <a:pt x="440" y="85"/>
                    <a:pt x="521" y="101"/>
                  </a:cubicBezTo>
                  <a:lnTo>
                    <a:pt x="541" y="101"/>
                  </a:lnTo>
                  <a:lnTo>
                    <a:pt x="558" y="85"/>
                  </a:lnTo>
                  <a:cubicBezTo>
                    <a:pt x="574" y="65"/>
                    <a:pt x="574" y="65"/>
                    <a:pt x="590" y="49"/>
                  </a:cubicBezTo>
                  <a:cubicBezTo>
                    <a:pt x="574" y="49"/>
                    <a:pt x="558" y="65"/>
                    <a:pt x="558" y="65"/>
                  </a:cubicBezTo>
                  <a:lnTo>
                    <a:pt x="541" y="85"/>
                  </a:lnTo>
                  <a:cubicBezTo>
                    <a:pt x="440" y="65"/>
                    <a:pt x="340" y="49"/>
                    <a:pt x="21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9">
              <a:extLst>
                <a:ext uri="{FF2B5EF4-FFF2-40B4-BE49-F238E27FC236}">
                  <a16:creationId xmlns:a16="http://schemas.microsoft.com/office/drawing/2014/main" id="{E4AB3A8D-1CDF-CC8B-B4BC-6194462F2993}"/>
                </a:ext>
              </a:extLst>
            </p:cNvPr>
            <p:cNvSpPr/>
            <p:nvPr/>
          </p:nvSpPr>
          <p:spPr>
            <a:xfrm>
              <a:off x="2284205" y="484305"/>
              <a:ext cx="8542" cy="3675"/>
            </a:xfrm>
            <a:custGeom>
              <a:avLst/>
              <a:gdLst/>
              <a:ahLst/>
              <a:cxnLst/>
              <a:rect l="l" t="t" r="r" b="b"/>
              <a:pathLst>
                <a:path w="86" h="37" extrusionOk="0">
                  <a:moveTo>
                    <a:pt x="0" y="0"/>
                  </a:moveTo>
                  <a:lnTo>
                    <a:pt x="0" y="20"/>
                  </a:lnTo>
                  <a:lnTo>
                    <a:pt x="53" y="20"/>
                  </a:lnTo>
                  <a:cubicBezTo>
                    <a:pt x="33" y="0"/>
                    <a:pt x="17" y="0"/>
                    <a:pt x="0" y="0"/>
                  </a:cubicBezTo>
                  <a:close/>
                  <a:moveTo>
                    <a:pt x="53" y="20"/>
                  </a:moveTo>
                  <a:cubicBezTo>
                    <a:pt x="53" y="37"/>
                    <a:pt x="69" y="37"/>
                    <a:pt x="85" y="37"/>
                  </a:cubicBez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9">
              <a:extLst>
                <a:ext uri="{FF2B5EF4-FFF2-40B4-BE49-F238E27FC236}">
                  <a16:creationId xmlns:a16="http://schemas.microsoft.com/office/drawing/2014/main" id="{FA502897-C0A3-BB80-A8AD-8A72475D878D}"/>
                </a:ext>
              </a:extLst>
            </p:cNvPr>
            <p:cNvSpPr/>
            <p:nvPr/>
          </p:nvSpPr>
          <p:spPr>
            <a:xfrm>
              <a:off x="1739308" y="893921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708" y="1"/>
                  </a:moveTo>
                  <a:cubicBezTo>
                    <a:pt x="671" y="1"/>
                    <a:pt x="655" y="17"/>
                    <a:pt x="623" y="37"/>
                  </a:cubicBezTo>
                  <a:lnTo>
                    <a:pt x="607" y="37"/>
                  </a:lnTo>
                  <a:lnTo>
                    <a:pt x="304" y="187"/>
                  </a:lnTo>
                  <a:cubicBezTo>
                    <a:pt x="251" y="219"/>
                    <a:pt x="203" y="239"/>
                    <a:pt x="150" y="271"/>
                  </a:cubicBezTo>
                  <a:cubicBezTo>
                    <a:pt x="118" y="288"/>
                    <a:pt x="85" y="304"/>
                    <a:pt x="49" y="320"/>
                  </a:cubicBezTo>
                  <a:lnTo>
                    <a:pt x="1" y="340"/>
                  </a:lnTo>
                  <a:lnTo>
                    <a:pt x="1" y="356"/>
                  </a:lnTo>
                  <a:lnTo>
                    <a:pt x="17" y="356"/>
                  </a:lnTo>
                  <a:lnTo>
                    <a:pt x="49" y="340"/>
                  </a:lnTo>
                  <a:cubicBezTo>
                    <a:pt x="85" y="320"/>
                    <a:pt x="118" y="304"/>
                    <a:pt x="150" y="288"/>
                  </a:cubicBezTo>
                  <a:cubicBezTo>
                    <a:pt x="203" y="255"/>
                    <a:pt x="251" y="239"/>
                    <a:pt x="304" y="203"/>
                  </a:cubicBezTo>
                  <a:lnTo>
                    <a:pt x="607" y="53"/>
                  </a:lnTo>
                  <a:cubicBezTo>
                    <a:pt x="623" y="53"/>
                    <a:pt x="623" y="37"/>
                    <a:pt x="639" y="37"/>
                  </a:cubicBezTo>
                  <a:cubicBezTo>
                    <a:pt x="655" y="37"/>
                    <a:pt x="671" y="17"/>
                    <a:pt x="708" y="17"/>
                  </a:cubicBez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9">
              <a:extLst>
                <a:ext uri="{FF2B5EF4-FFF2-40B4-BE49-F238E27FC236}">
                  <a16:creationId xmlns:a16="http://schemas.microsoft.com/office/drawing/2014/main" id="{D7BC96AA-DDD6-9F54-317E-266AF0E4CDF4}"/>
                </a:ext>
              </a:extLst>
            </p:cNvPr>
            <p:cNvSpPr/>
            <p:nvPr/>
          </p:nvSpPr>
          <p:spPr>
            <a:xfrm>
              <a:off x="2274173" y="589788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1" y="1"/>
                  </a:moveTo>
                  <a:lnTo>
                    <a:pt x="1" y="17"/>
                  </a:lnTo>
                  <a:lnTo>
                    <a:pt x="1" y="150"/>
                  </a:lnTo>
                  <a:lnTo>
                    <a:pt x="1" y="187"/>
                  </a:lnTo>
                  <a:lnTo>
                    <a:pt x="1" y="235"/>
                  </a:lnTo>
                  <a:cubicBezTo>
                    <a:pt x="17" y="271"/>
                    <a:pt x="17" y="288"/>
                    <a:pt x="17" y="320"/>
                  </a:cubicBezTo>
                  <a:lnTo>
                    <a:pt x="17" y="235"/>
                  </a:lnTo>
                  <a:lnTo>
                    <a:pt x="17" y="187"/>
                  </a:lnTo>
                  <a:lnTo>
                    <a:pt x="17" y="150"/>
                  </a:lnTo>
                  <a:cubicBezTo>
                    <a:pt x="17" y="102"/>
                    <a:pt x="1" y="49"/>
                    <a:pt x="17" y="17"/>
                  </a:cubicBezTo>
                  <a:lnTo>
                    <a:pt x="1" y="1"/>
                  </a:lnTo>
                  <a:close/>
                  <a:moveTo>
                    <a:pt x="17" y="320"/>
                  </a:moveTo>
                  <a:lnTo>
                    <a:pt x="17" y="421"/>
                  </a:lnTo>
                  <a:lnTo>
                    <a:pt x="17" y="453"/>
                  </a:lnTo>
                  <a:cubicBezTo>
                    <a:pt x="17" y="473"/>
                    <a:pt x="17" y="490"/>
                    <a:pt x="33" y="506"/>
                  </a:cubicBezTo>
                  <a:lnTo>
                    <a:pt x="33" y="490"/>
                  </a:lnTo>
                  <a:lnTo>
                    <a:pt x="33" y="453"/>
                  </a:lnTo>
                  <a:lnTo>
                    <a:pt x="33" y="421"/>
                  </a:lnTo>
                  <a:cubicBezTo>
                    <a:pt x="33" y="389"/>
                    <a:pt x="17" y="352"/>
                    <a:pt x="17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9">
              <a:extLst>
                <a:ext uri="{FF2B5EF4-FFF2-40B4-BE49-F238E27FC236}">
                  <a16:creationId xmlns:a16="http://schemas.microsoft.com/office/drawing/2014/main" id="{73AC6244-9451-15BC-FE72-E78ED4A1E7A6}"/>
                </a:ext>
              </a:extLst>
            </p:cNvPr>
            <p:cNvSpPr/>
            <p:nvPr/>
          </p:nvSpPr>
          <p:spPr>
            <a:xfrm>
              <a:off x="2234046" y="501091"/>
              <a:ext cx="16985" cy="8542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170" y="1"/>
                  </a:moveTo>
                  <a:cubicBezTo>
                    <a:pt x="134" y="1"/>
                    <a:pt x="102" y="17"/>
                    <a:pt x="85" y="33"/>
                  </a:cubicBezTo>
                  <a:cubicBezTo>
                    <a:pt x="69" y="33"/>
                    <a:pt x="69" y="53"/>
                    <a:pt x="53" y="53"/>
                  </a:cubicBezTo>
                  <a:cubicBezTo>
                    <a:pt x="33" y="70"/>
                    <a:pt x="17" y="70"/>
                    <a:pt x="1" y="70"/>
                  </a:cubicBezTo>
                  <a:lnTo>
                    <a:pt x="1" y="86"/>
                  </a:lnTo>
                  <a:cubicBezTo>
                    <a:pt x="17" y="86"/>
                    <a:pt x="33" y="70"/>
                    <a:pt x="53" y="70"/>
                  </a:cubicBezTo>
                  <a:cubicBezTo>
                    <a:pt x="69" y="53"/>
                    <a:pt x="85" y="53"/>
                    <a:pt x="85" y="53"/>
                  </a:cubicBezTo>
                  <a:cubicBezTo>
                    <a:pt x="118" y="17"/>
                    <a:pt x="134" y="17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9">
              <a:extLst>
                <a:ext uri="{FF2B5EF4-FFF2-40B4-BE49-F238E27FC236}">
                  <a16:creationId xmlns:a16="http://schemas.microsoft.com/office/drawing/2014/main" id="{267F0FEA-179F-09E6-45EB-685B4B283437}"/>
                </a:ext>
              </a:extLst>
            </p:cNvPr>
            <p:cNvSpPr/>
            <p:nvPr/>
          </p:nvSpPr>
          <p:spPr>
            <a:xfrm>
              <a:off x="1719245" y="482716"/>
              <a:ext cx="14998" cy="11720"/>
            </a:xfrm>
            <a:custGeom>
              <a:avLst/>
              <a:gdLst/>
              <a:ahLst/>
              <a:cxnLst/>
              <a:rect l="l" t="t" r="r" b="b"/>
              <a:pathLst>
                <a:path w="151" h="118" extrusionOk="0">
                  <a:moveTo>
                    <a:pt x="1" y="117"/>
                  </a:moveTo>
                  <a:lnTo>
                    <a:pt x="1" y="117"/>
                  </a:lnTo>
                  <a:lnTo>
                    <a:pt x="1" y="117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9">
              <a:extLst>
                <a:ext uri="{FF2B5EF4-FFF2-40B4-BE49-F238E27FC236}">
                  <a16:creationId xmlns:a16="http://schemas.microsoft.com/office/drawing/2014/main" id="{71FE55C7-1ADF-580E-5800-B51CBC2C3FF1}"/>
                </a:ext>
              </a:extLst>
            </p:cNvPr>
            <p:cNvSpPr/>
            <p:nvPr/>
          </p:nvSpPr>
          <p:spPr>
            <a:xfrm>
              <a:off x="1667496" y="81366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lnTo>
                    <a:pt x="639" y="17"/>
                  </a:lnTo>
                  <a:lnTo>
                    <a:pt x="655" y="1"/>
                  </a:lnTo>
                  <a:close/>
                  <a:moveTo>
                    <a:pt x="606" y="17"/>
                  </a:moveTo>
                  <a:cubicBezTo>
                    <a:pt x="554" y="37"/>
                    <a:pt x="522" y="53"/>
                    <a:pt x="485" y="86"/>
                  </a:cubicBezTo>
                  <a:cubicBezTo>
                    <a:pt x="384" y="138"/>
                    <a:pt x="303" y="187"/>
                    <a:pt x="203" y="239"/>
                  </a:cubicBezTo>
                  <a:cubicBezTo>
                    <a:pt x="182" y="255"/>
                    <a:pt x="166" y="272"/>
                    <a:pt x="134" y="288"/>
                  </a:cubicBezTo>
                  <a:cubicBezTo>
                    <a:pt x="102" y="304"/>
                    <a:pt x="49" y="340"/>
                    <a:pt x="1" y="356"/>
                  </a:cubicBezTo>
                  <a:lnTo>
                    <a:pt x="1" y="373"/>
                  </a:lnTo>
                  <a:lnTo>
                    <a:pt x="17" y="373"/>
                  </a:lnTo>
                  <a:cubicBezTo>
                    <a:pt x="49" y="356"/>
                    <a:pt x="102" y="320"/>
                    <a:pt x="150" y="304"/>
                  </a:cubicBezTo>
                  <a:cubicBezTo>
                    <a:pt x="166" y="288"/>
                    <a:pt x="182" y="272"/>
                    <a:pt x="219" y="255"/>
                  </a:cubicBezTo>
                  <a:cubicBezTo>
                    <a:pt x="303" y="203"/>
                    <a:pt x="404" y="154"/>
                    <a:pt x="485" y="102"/>
                  </a:cubicBezTo>
                  <a:cubicBezTo>
                    <a:pt x="522" y="70"/>
                    <a:pt x="570" y="53"/>
                    <a:pt x="606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9">
              <a:extLst>
                <a:ext uri="{FF2B5EF4-FFF2-40B4-BE49-F238E27FC236}">
                  <a16:creationId xmlns:a16="http://schemas.microsoft.com/office/drawing/2014/main" id="{4822E774-2740-AC53-C40A-5DBBC12C2989}"/>
                </a:ext>
              </a:extLst>
            </p:cNvPr>
            <p:cNvSpPr/>
            <p:nvPr/>
          </p:nvSpPr>
          <p:spPr>
            <a:xfrm>
              <a:off x="2270995" y="538040"/>
              <a:ext cx="3278" cy="14998"/>
            </a:xfrm>
            <a:custGeom>
              <a:avLst/>
              <a:gdLst/>
              <a:ahLst/>
              <a:cxnLst/>
              <a:rect l="l" t="t" r="r" b="b"/>
              <a:pathLst>
                <a:path w="33" h="151" extrusionOk="0">
                  <a:moveTo>
                    <a:pt x="0" y="1"/>
                  </a:moveTo>
                  <a:lnTo>
                    <a:pt x="0" y="17"/>
                  </a:lnTo>
                  <a:lnTo>
                    <a:pt x="0" y="33"/>
                  </a:lnTo>
                  <a:lnTo>
                    <a:pt x="0" y="134"/>
                  </a:lnTo>
                  <a:lnTo>
                    <a:pt x="16" y="150"/>
                  </a:lnTo>
                  <a:lnTo>
                    <a:pt x="33" y="134"/>
                  </a:lnTo>
                  <a:lnTo>
                    <a:pt x="16" y="134"/>
                  </a:lnTo>
                  <a:cubicBezTo>
                    <a:pt x="0" y="102"/>
                    <a:pt x="16" y="65"/>
                    <a:pt x="16" y="33"/>
                  </a:cubicBez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9">
              <a:extLst>
                <a:ext uri="{FF2B5EF4-FFF2-40B4-BE49-F238E27FC236}">
                  <a16:creationId xmlns:a16="http://schemas.microsoft.com/office/drawing/2014/main" id="{9D354C8C-9FFC-A5EC-46C4-163ED10628BA}"/>
                </a:ext>
              </a:extLst>
            </p:cNvPr>
            <p:cNvSpPr/>
            <p:nvPr/>
          </p:nvSpPr>
          <p:spPr>
            <a:xfrm>
              <a:off x="2270995" y="556514"/>
              <a:ext cx="3278" cy="14899"/>
            </a:xfrm>
            <a:custGeom>
              <a:avLst/>
              <a:gdLst/>
              <a:ahLst/>
              <a:cxnLst/>
              <a:rect l="l" t="t" r="r" b="b"/>
              <a:pathLst>
                <a:path w="33" h="150" extrusionOk="0">
                  <a:moveTo>
                    <a:pt x="16" y="0"/>
                  </a:moveTo>
                  <a:cubicBezTo>
                    <a:pt x="0" y="17"/>
                    <a:pt x="0" y="17"/>
                    <a:pt x="0" y="33"/>
                  </a:cubicBezTo>
                  <a:cubicBezTo>
                    <a:pt x="16" y="49"/>
                    <a:pt x="16" y="65"/>
                    <a:pt x="16" y="65"/>
                  </a:cubicBezTo>
                  <a:lnTo>
                    <a:pt x="16" y="33"/>
                  </a:lnTo>
                  <a:lnTo>
                    <a:pt x="16" y="17"/>
                  </a:ln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6" y="65"/>
                  </a:moveTo>
                  <a:lnTo>
                    <a:pt x="16" y="134"/>
                  </a:lnTo>
                  <a:lnTo>
                    <a:pt x="16" y="150"/>
                  </a:lnTo>
                  <a:lnTo>
                    <a:pt x="33" y="150"/>
                  </a:lnTo>
                  <a:lnTo>
                    <a:pt x="33" y="134"/>
                  </a:lnTo>
                  <a:cubicBezTo>
                    <a:pt x="16" y="118"/>
                    <a:pt x="16" y="101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9">
              <a:extLst>
                <a:ext uri="{FF2B5EF4-FFF2-40B4-BE49-F238E27FC236}">
                  <a16:creationId xmlns:a16="http://schemas.microsoft.com/office/drawing/2014/main" id="{E1558401-650B-2600-2CA2-8C371BDC46EB}"/>
                </a:ext>
              </a:extLst>
            </p:cNvPr>
            <p:cNvSpPr/>
            <p:nvPr/>
          </p:nvSpPr>
          <p:spPr>
            <a:xfrm>
              <a:off x="1734143" y="875447"/>
              <a:ext cx="77076" cy="62376"/>
            </a:xfrm>
            <a:custGeom>
              <a:avLst/>
              <a:gdLst/>
              <a:ahLst/>
              <a:cxnLst/>
              <a:rect l="l" t="t" r="r" b="b"/>
              <a:pathLst>
                <a:path w="776" h="628" extrusionOk="0">
                  <a:moveTo>
                    <a:pt x="776" y="1"/>
                  </a:moveTo>
                  <a:lnTo>
                    <a:pt x="776" y="1"/>
                  </a:lnTo>
                  <a:cubicBezTo>
                    <a:pt x="760" y="21"/>
                    <a:pt x="743" y="21"/>
                    <a:pt x="723" y="21"/>
                  </a:cubicBezTo>
                  <a:lnTo>
                    <a:pt x="707" y="37"/>
                  </a:lnTo>
                  <a:lnTo>
                    <a:pt x="743" y="37"/>
                  </a:lnTo>
                  <a:cubicBezTo>
                    <a:pt x="760" y="37"/>
                    <a:pt x="776" y="21"/>
                    <a:pt x="776" y="1"/>
                  </a:cubicBezTo>
                  <a:close/>
                  <a:moveTo>
                    <a:pt x="707" y="37"/>
                  </a:moveTo>
                  <a:lnTo>
                    <a:pt x="707" y="37"/>
                  </a:lnTo>
                  <a:cubicBezTo>
                    <a:pt x="675" y="53"/>
                    <a:pt x="622" y="70"/>
                    <a:pt x="590" y="102"/>
                  </a:cubicBezTo>
                  <a:cubicBezTo>
                    <a:pt x="622" y="86"/>
                    <a:pt x="675" y="70"/>
                    <a:pt x="707" y="37"/>
                  </a:cubicBezTo>
                  <a:close/>
                  <a:moveTo>
                    <a:pt x="590" y="102"/>
                  </a:moveTo>
                  <a:lnTo>
                    <a:pt x="590" y="102"/>
                  </a:lnTo>
                  <a:cubicBezTo>
                    <a:pt x="541" y="122"/>
                    <a:pt x="489" y="154"/>
                    <a:pt x="440" y="171"/>
                  </a:cubicBezTo>
                  <a:cubicBezTo>
                    <a:pt x="372" y="203"/>
                    <a:pt x="287" y="239"/>
                    <a:pt x="218" y="272"/>
                  </a:cubicBezTo>
                  <a:cubicBezTo>
                    <a:pt x="170" y="304"/>
                    <a:pt x="117" y="324"/>
                    <a:pt x="85" y="356"/>
                  </a:cubicBezTo>
                  <a:cubicBezTo>
                    <a:pt x="137" y="340"/>
                    <a:pt x="186" y="324"/>
                    <a:pt x="238" y="288"/>
                  </a:cubicBezTo>
                  <a:cubicBezTo>
                    <a:pt x="303" y="255"/>
                    <a:pt x="372" y="223"/>
                    <a:pt x="440" y="187"/>
                  </a:cubicBezTo>
                  <a:cubicBezTo>
                    <a:pt x="489" y="154"/>
                    <a:pt x="541" y="138"/>
                    <a:pt x="590" y="102"/>
                  </a:cubicBezTo>
                  <a:close/>
                  <a:moveTo>
                    <a:pt x="85" y="356"/>
                  </a:moveTo>
                  <a:cubicBezTo>
                    <a:pt x="69" y="356"/>
                    <a:pt x="69" y="356"/>
                    <a:pt x="53" y="373"/>
                  </a:cubicBezTo>
                  <a:lnTo>
                    <a:pt x="36" y="373"/>
                  </a:lnTo>
                  <a:cubicBezTo>
                    <a:pt x="16" y="389"/>
                    <a:pt x="0" y="405"/>
                    <a:pt x="0" y="425"/>
                  </a:cubicBezTo>
                  <a:lnTo>
                    <a:pt x="0" y="591"/>
                  </a:lnTo>
                  <a:lnTo>
                    <a:pt x="0" y="627"/>
                  </a:lnTo>
                  <a:lnTo>
                    <a:pt x="16" y="627"/>
                  </a:lnTo>
                  <a:cubicBezTo>
                    <a:pt x="16" y="607"/>
                    <a:pt x="0" y="591"/>
                    <a:pt x="16" y="591"/>
                  </a:cubicBezTo>
                  <a:lnTo>
                    <a:pt x="16" y="425"/>
                  </a:lnTo>
                  <a:cubicBezTo>
                    <a:pt x="16" y="405"/>
                    <a:pt x="16" y="389"/>
                    <a:pt x="36" y="389"/>
                  </a:cubicBezTo>
                  <a:cubicBezTo>
                    <a:pt x="53" y="389"/>
                    <a:pt x="53" y="389"/>
                    <a:pt x="69" y="373"/>
                  </a:cubicBezTo>
                  <a:lnTo>
                    <a:pt x="85" y="3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9">
              <a:extLst>
                <a:ext uri="{FF2B5EF4-FFF2-40B4-BE49-F238E27FC236}">
                  <a16:creationId xmlns:a16="http://schemas.microsoft.com/office/drawing/2014/main" id="{4B383AF4-14A8-B2BB-DD00-9A7D4802885F}"/>
                </a:ext>
              </a:extLst>
            </p:cNvPr>
            <p:cNvSpPr/>
            <p:nvPr/>
          </p:nvSpPr>
          <p:spPr>
            <a:xfrm>
              <a:off x="2315890" y="591377"/>
              <a:ext cx="55523" cy="18574"/>
            </a:xfrm>
            <a:custGeom>
              <a:avLst/>
              <a:gdLst/>
              <a:ahLst/>
              <a:cxnLst/>
              <a:rect l="l" t="t" r="r" b="b"/>
              <a:pathLst>
                <a:path w="559" h="187" extrusionOk="0">
                  <a:moveTo>
                    <a:pt x="558" y="187"/>
                  </a:moveTo>
                  <a:lnTo>
                    <a:pt x="558" y="187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58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9">
              <a:extLst>
                <a:ext uri="{FF2B5EF4-FFF2-40B4-BE49-F238E27FC236}">
                  <a16:creationId xmlns:a16="http://schemas.microsoft.com/office/drawing/2014/main" id="{3E82B0F9-5E5E-CDEF-8987-3F22508B2407}"/>
                </a:ext>
              </a:extLst>
            </p:cNvPr>
            <p:cNvSpPr/>
            <p:nvPr/>
          </p:nvSpPr>
          <p:spPr>
            <a:xfrm>
              <a:off x="2239310" y="581345"/>
              <a:ext cx="18077" cy="8542"/>
            </a:xfrm>
            <a:custGeom>
              <a:avLst/>
              <a:gdLst/>
              <a:ahLst/>
              <a:cxnLst/>
              <a:rect l="l" t="t" r="r" b="b"/>
              <a:pathLst>
                <a:path w="182" h="86" extrusionOk="0">
                  <a:moveTo>
                    <a:pt x="166" y="1"/>
                  </a:moveTo>
                  <a:cubicBezTo>
                    <a:pt x="150" y="1"/>
                    <a:pt x="117" y="17"/>
                    <a:pt x="101" y="17"/>
                  </a:cubicBezTo>
                  <a:cubicBezTo>
                    <a:pt x="101" y="33"/>
                    <a:pt x="81" y="33"/>
                    <a:pt x="81" y="33"/>
                  </a:cubicBezTo>
                  <a:lnTo>
                    <a:pt x="65" y="53"/>
                  </a:lnTo>
                  <a:cubicBezTo>
                    <a:pt x="32" y="70"/>
                    <a:pt x="16" y="70"/>
                    <a:pt x="0" y="86"/>
                  </a:cubicBezTo>
                  <a:cubicBezTo>
                    <a:pt x="32" y="86"/>
                    <a:pt x="49" y="70"/>
                    <a:pt x="65" y="70"/>
                  </a:cubicBezTo>
                  <a:cubicBezTo>
                    <a:pt x="65" y="53"/>
                    <a:pt x="81" y="53"/>
                    <a:pt x="81" y="53"/>
                  </a:cubicBezTo>
                  <a:cubicBezTo>
                    <a:pt x="101" y="53"/>
                    <a:pt x="101" y="33"/>
                    <a:pt x="117" y="33"/>
                  </a:cubicBezTo>
                  <a:cubicBezTo>
                    <a:pt x="133" y="17"/>
                    <a:pt x="150" y="17"/>
                    <a:pt x="166" y="17"/>
                  </a:cubicBezTo>
                  <a:lnTo>
                    <a:pt x="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9">
              <a:extLst>
                <a:ext uri="{FF2B5EF4-FFF2-40B4-BE49-F238E27FC236}">
                  <a16:creationId xmlns:a16="http://schemas.microsoft.com/office/drawing/2014/main" id="{8E9AF512-7770-07CD-5490-E350353D1A97}"/>
                </a:ext>
              </a:extLst>
            </p:cNvPr>
            <p:cNvSpPr/>
            <p:nvPr/>
          </p:nvSpPr>
          <p:spPr>
            <a:xfrm>
              <a:off x="2285794" y="446164"/>
              <a:ext cx="60290" cy="24931"/>
            </a:xfrm>
            <a:custGeom>
              <a:avLst/>
              <a:gdLst/>
              <a:ahLst/>
              <a:cxnLst/>
              <a:rect l="l" t="t" r="r" b="b"/>
              <a:pathLst>
                <a:path w="607" h="251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49"/>
                    <a:pt x="138" y="65"/>
                    <a:pt x="219" y="102"/>
                  </a:cubicBezTo>
                  <a:cubicBezTo>
                    <a:pt x="271" y="118"/>
                    <a:pt x="304" y="134"/>
                    <a:pt x="356" y="150"/>
                  </a:cubicBezTo>
                  <a:cubicBezTo>
                    <a:pt x="320" y="134"/>
                    <a:pt x="271" y="102"/>
                    <a:pt x="219" y="81"/>
                  </a:cubicBezTo>
                  <a:cubicBezTo>
                    <a:pt x="138" y="65"/>
                    <a:pt x="69" y="33"/>
                    <a:pt x="1" y="1"/>
                  </a:cubicBezTo>
                  <a:close/>
                  <a:moveTo>
                    <a:pt x="356" y="150"/>
                  </a:moveTo>
                  <a:lnTo>
                    <a:pt x="356" y="150"/>
                  </a:lnTo>
                  <a:cubicBezTo>
                    <a:pt x="421" y="182"/>
                    <a:pt x="489" y="203"/>
                    <a:pt x="558" y="235"/>
                  </a:cubicBezTo>
                  <a:lnTo>
                    <a:pt x="574" y="235"/>
                  </a:lnTo>
                  <a:cubicBezTo>
                    <a:pt x="590" y="235"/>
                    <a:pt x="590" y="251"/>
                    <a:pt x="607" y="251"/>
                  </a:cubicBezTo>
                  <a:lnTo>
                    <a:pt x="607" y="235"/>
                  </a:lnTo>
                  <a:lnTo>
                    <a:pt x="590" y="235"/>
                  </a:lnTo>
                  <a:cubicBezTo>
                    <a:pt x="574" y="219"/>
                    <a:pt x="574" y="219"/>
                    <a:pt x="558" y="219"/>
                  </a:cubicBezTo>
                  <a:cubicBezTo>
                    <a:pt x="489" y="203"/>
                    <a:pt x="421" y="166"/>
                    <a:pt x="356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9">
              <a:extLst>
                <a:ext uri="{FF2B5EF4-FFF2-40B4-BE49-F238E27FC236}">
                  <a16:creationId xmlns:a16="http://schemas.microsoft.com/office/drawing/2014/main" id="{430DB659-C34B-642E-2FC4-57A5BFFB635E}"/>
                </a:ext>
              </a:extLst>
            </p:cNvPr>
            <p:cNvSpPr/>
            <p:nvPr/>
          </p:nvSpPr>
          <p:spPr>
            <a:xfrm>
              <a:off x="1690738" y="496323"/>
              <a:ext cx="43504" cy="31784"/>
            </a:xfrm>
            <a:custGeom>
              <a:avLst/>
              <a:gdLst/>
              <a:ahLst/>
              <a:cxnLst/>
              <a:rect l="l" t="t" r="r" b="b"/>
              <a:pathLst>
                <a:path w="438" h="320" extrusionOk="0">
                  <a:moveTo>
                    <a:pt x="421" y="0"/>
                  </a:moveTo>
                  <a:lnTo>
                    <a:pt x="1" y="32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9">
              <a:extLst>
                <a:ext uri="{FF2B5EF4-FFF2-40B4-BE49-F238E27FC236}">
                  <a16:creationId xmlns:a16="http://schemas.microsoft.com/office/drawing/2014/main" id="{0648FBF6-AA28-3CA3-D6F6-2356BDC7F95C}"/>
                </a:ext>
              </a:extLst>
            </p:cNvPr>
            <p:cNvSpPr/>
            <p:nvPr/>
          </p:nvSpPr>
          <p:spPr>
            <a:xfrm>
              <a:off x="2369625" y="680074"/>
              <a:ext cx="8145" cy="3278"/>
            </a:xfrm>
            <a:custGeom>
              <a:avLst/>
              <a:gdLst/>
              <a:ahLst/>
              <a:cxnLst/>
              <a:rect l="l" t="t" r="r" b="b"/>
              <a:pathLst>
                <a:path w="82" h="3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3" y="17"/>
                    <a:pt x="49" y="33"/>
                  </a:cubicBezTo>
                  <a:lnTo>
                    <a:pt x="82" y="33"/>
                  </a:lnTo>
                  <a:lnTo>
                    <a:pt x="82" y="17"/>
                  </a:lnTo>
                  <a:lnTo>
                    <a:pt x="49" y="17"/>
                  </a:lnTo>
                  <a:cubicBezTo>
                    <a:pt x="33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9">
              <a:extLst>
                <a:ext uri="{FF2B5EF4-FFF2-40B4-BE49-F238E27FC236}">
                  <a16:creationId xmlns:a16="http://schemas.microsoft.com/office/drawing/2014/main" id="{0FC7FC73-6CE9-54B9-F3CE-0EEFBC4F369A}"/>
                </a:ext>
              </a:extLst>
            </p:cNvPr>
            <p:cNvSpPr/>
            <p:nvPr/>
          </p:nvSpPr>
          <p:spPr>
            <a:xfrm>
              <a:off x="2476399" y="936134"/>
              <a:ext cx="175805" cy="44994"/>
            </a:xfrm>
            <a:custGeom>
              <a:avLst/>
              <a:gdLst/>
              <a:ahLst/>
              <a:cxnLst/>
              <a:rect l="l" t="t" r="r" b="b"/>
              <a:pathLst>
                <a:path w="1770" h="453" extrusionOk="0">
                  <a:moveTo>
                    <a:pt x="42" y="1"/>
                  </a:moveTo>
                  <a:cubicBezTo>
                    <a:pt x="32" y="1"/>
                    <a:pt x="19" y="6"/>
                    <a:pt x="0" y="16"/>
                  </a:cubicBezTo>
                  <a:cubicBezTo>
                    <a:pt x="37" y="16"/>
                    <a:pt x="53" y="16"/>
                    <a:pt x="69" y="32"/>
                  </a:cubicBezTo>
                  <a:cubicBezTo>
                    <a:pt x="85" y="32"/>
                    <a:pt x="101" y="48"/>
                    <a:pt x="118" y="48"/>
                  </a:cubicBezTo>
                  <a:lnTo>
                    <a:pt x="154" y="48"/>
                  </a:lnTo>
                  <a:cubicBezTo>
                    <a:pt x="287" y="81"/>
                    <a:pt x="388" y="117"/>
                    <a:pt x="489" y="133"/>
                  </a:cubicBezTo>
                  <a:cubicBezTo>
                    <a:pt x="590" y="166"/>
                    <a:pt x="675" y="182"/>
                    <a:pt x="760" y="218"/>
                  </a:cubicBezTo>
                  <a:cubicBezTo>
                    <a:pt x="825" y="234"/>
                    <a:pt x="877" y="250"/>
                    <a:pt x="926" y="267"/>
                  </a:cubicBezTo>
                  <a:cubicBezTo>
                    <a:pt x="962" y="267"/>
                    <a:pt x="994" y="267"/>
                    <a:pt x="1027" y="283"/>
                  </a:cubicBezTo>
                  <a:cubicBezTo>
                    <a:pt x="1063" y="283"/>
                    <a:pt x="1111" y="299"/>
                    <a:pt x="1164" y="319"/>
                  </a:cubicBezTo>
                  <a:cubicBezTo>
                    <a:pt x="1196" y="335"/>
                    <a:pt x="1229" y="335"/>
                    <a:pt x="1281" y="351"/>
                  </a:cubicBezTo>
                  <a:cubicBezTo>
                    <a:pt x="1313" y="351"/>
                    <a:pt x="1350" y="368"/>
                    <a:pt x="1382" y="384"/>
                  </a:cubicBezTo>
                  <a:cubicBezTo>
                    <a:pt x="1451" y="400"/>
                    <a:pt x="1499" y="420"/>
                    <a:pt x="1568" y="420"/>
                  </a:cubicBezTo>
                  <a:cubicBezTo>
                    <a:pt x="1515" y="400"/>
                    <a:pt x="1451" y="384"/>
                    <a:pt x="1382" y="368"/>
                  </a:cubicBezTo>
                  <a:cubicBezTo>
                    <a:pt x="1350" y="351"/>
                    <a:pt x="1313" y="351"/>
                    <a:pt x="1281" y="335"/>
                  </a:cubicBezTo>
                  <a:cubicBezTo>
                    <a:pt x="1249" y="335"/>
                    <a:pt x="1196" y="319"/>
                    <a:pt x="1164" y="299"/>
                  </a:cubicBezTo>
                  <a:cubicBezTo>
                    <a:pt x="1111" y="283"/>
                    <a:pt x="1079" y="283"/>
                    <a:pt x="1027" y="267"/>
                  </a:cubicBezTo>
                  <a:cubicBezTo>
                    <a:pt x="994" y="267"/>
                    <a:pt x="962" y="250"/>
                    <a:pt x="946" y="250"/>
                  </a:cubicBezTo>
                  <a:cubicBezTo>
                    <a:pt x="877" y="234"/>
                    <a:pt x="825" y="218"/>
                    <a:pt x="776" y="198"/>
                  </a:cubicBezTo>
                  <a:cubicBezTo>
                    <a:pt x="675" y="182"/>
                    <a:pt x="590" y="149"/>
                    <a:pt x="505" y="133"/>
                  </a:cubicBezTo>
                  <a:cubicBezTo>
                    <a:pt x="404" y="97"/>
                    <a:pt x="287" y="65"/>
                    <a:pt x="154" y="32"/>
                  </a:cubicBezTo>
                  <a:lnTo>
                    <a:pt x="118" y="32"/>
                  </a:lnTo>
                  <a:cubicBezTo>
                    <a:pt x="101" y="32"/>
                    <a:pt x="85" y="32"/>
                    <a:pt x="69" y="16"/>
                  </a:cubicBezTo>
                  <a:cubicBezTo>
                    <a:pt x="61" y="6"/>
                    <a:pt x="53" y="1"/>
                    <a:pt x="42" y="1"/>
                  </a:cubicBezTo>
                  <a:close/>
                  <a:moveTo>
                    <a:pt x="1568" y="420"/>
                  </a:moveTo>
                  <a:cubicBezTo>
                    <a:pt x="1584" y="436"/>
                    <a:pt x="1600" y="436"/>
                    <a:pt x="1616" y="436"/>
                  </a:cubicBezTo>
                  <a:cubicBezTo>
                    <a:pt x="1669" y="452"/>
                    <a:pt x="1717" y="452"/>
                    <a:pt x="1754" y="452"/>
                  </a:cubicBezTo>
                  <a:lnTo>
                    <a:pt x="1770" y="452"/>
                  </a:lnTo>
                  <a:cubicBezTo>
                    <a:pt x="1717" y="452"/>
                    <a:pt x="1669" y="436"/>
                    <a:pt x="1616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9">
              <a:extLst>
                <a:ext uri="{FF2B5EF4-FFF2-40B4-BE49-F238E27FC236}">
                  <a16:creationId xmlns:a16="http://schemas.microsoft.com/office/drawing/2014/main" id="{E2787C4D-E5BC-C1C1-234D-61F6A768B63B}"/>
                </a:ext>
              </a:extLst>
            </p:cNvPr>
            <p:cNvSpPr/>
            <p:nvPr/>
          </p:nvSpPr>
          <p:spPr>
            <a:xfrm>
              <a:off x="2281027" y="706991"/>
              <a:ext cx="3278" cy="8145"/>
            </a:xfrm>
            <a:custGeom>
              <a:avLst/>
              <a:gdLst/>
              <a:ahLst/>
              <a:cxnLst/>
              <a:rect l="l" t="t" r="r" b="b"/>
              <a:pathLst>
                <a:path w="33" h="82" extrusionOk="0">
                  <a:moveTo>
                    <a:pt x="0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6" y="81"/>
                  </a:lnTo>
                  <a:lnTo>
                    <a:pt x="32" y="81"/>
                  </a:lnTo>
                  <a:lnTo>
                    <a:pt x="32" y="65"/>
                  </a:lnTo>
                  <a:lnTo>
                    <a:pt x="16" y="65"/>
                  </a:lnTo>
                  <a:lnTo>
                    <a:pt x="16" y="49"/>
                  </a:lnTo>
                  <a:cubicBezTo>
                    <a:pt x="16" y="33"/>
                    <a:pt x="0" y="16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9">
              <a:extLst>
                <a:ext uri="{FF2B5EF4-FFF2-40B4-BE49-F238E27FC236}">
                  <a16:creationId xmlns:a16="http://schemas.microsoft.com/office/drawing/2014/main" id="{BAD7226C-FC92-FF31-4A0E-9A203A57C0D5}"/>
                </a:ext>
              </a:extLst>
            </p:cNvPr>
            <p:cNvSpPr/>
            <p:nvPr/>
          </p:nvSpPr>
          <p:spPr>
            <a:xfrm>
              <a:off x="2315890" y="372365"/>
              <a:ext cx="18574" cy="8542"/>
            </a:xfrm>
            <a:custGeom>
              <a:avLst/>
              <a:gdLst/>
              <a:ahLst/>
              <a:cxnLst/>
              <a:rect l="l" t="t" r="r" b="b"/>
              <a:pathLst>
                <a:path w="187" h="86" extrusionOk="0">
                  <a:moveTo>
                    <a:pt x="17" y="0"/>
                  </a:moveTo>
                  <a:lnTo>
                    <a:pt x="1" y="16"/>
                  </a:lnTo>
                  <a:lnTo>
                    <a:pt x="17" y="16"/>
                  </a:lnTo>
                  <a:cubicBezTo>
                    <a:pt x="69" y="37"/>
                    <a:pt x="118" y="69"/>
                    <a:pt x="186" y="85"/>
                  </a:cubicBezTo>
                  <a:lnTo>
                    <a:pt x="186" y="69"/>
                  </a:lnTo>
                  <a:cubicBezTo>
                    <a:pt x="138" y="53"/>
                    <a:pt x="69" y="3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9">
              <a:extLst>
                <a:ext uri="{FF2B5EF4-FFF2-40B4-BE49-F238E27FC236}">
                  <a16:creationId xmlns:a16="http://schemas.microsoft.com/office/drawing/2014/main" id="{4FCEB224-84AA-A081-B120-4604DAB8BC44}"/>
                </a:ext>
              </a:extLst>
            </p:cNvPr>
            <p:cNvSpPr/>
            <p:nvPr/>
          </p:nvSpPr>
          <p:spPr>
            <a:xfrm>
              <a:off x="1662331" y="787246"/>
              <a:ext cx="70223" cy="40227"/>
            </a:xfrm>
            <a:custGeom>
              <a:avLst/>
              <a:gdLst/>
              <a:ahLst/>
              <a:cxnLst/>
              <a:rect l="l" t="t" r="r" b="b"/>
              <a:pathLst>
                <a:path w="707" h="405" extrusionOk="0">
                  <a:moveTo>
                    <a:pt x="707" y="0"/>
                  </a:moveTo>
                  <a:cubicBezTo>
                    <a:pt x="675" y="0"/>
                    <a:pt x="658" y="16"/>
                    <a:pt x="638" y="33"/>
                  </a:cubicBezTo>
                  <a:cubicBezTo>
                    <a:pt x="658" y="33"/>
                    <a:pt x="675" y="16"/>
                    <a:pt x="707" y="16"/>
                  </a:cubicBezTo>
                  <a:lnTo>
                    <a:pt x="707" y="0"/>
                  </a:lnTo>
                  <a:close/>
                  <a:moveTo>
                    <a:pt x="638" y="33"/>
                  </a:moveTo>
                  <a:cubicBezTo>
                    <a:pt x="622" y="33"/>
                    <a:pt x="622" y="33"/>
                    <a:pt x="606" y="49"/>
                  </a:cubicBezTo>
                  <a:cubicBezTo>
                    <a:pt x="505" y="101"/>
                    <a:pt x="404" y="166"/>
                    <a:pt x="287" y="235"/>
                  </a:cubicBezTo>
                  <a:cubicBezTo>
                    <a:pt x="218" y="267"/>
                    <a:pt x="154" y="319"/>
                    <a:pt x="69" y="352"/>
                  </a:cubicBezTo>
                  <a:lnTo>
                    <a:pt x="69" y="368"/>
                  </a:lnTo>
                  <a:cubicBezTo>
                    <a:pt x="53" y="368"/>
                    <a:pt x="32" y="384"/>
                    <a:pt x="16" y="384"/>
                  </a:cubicBezTo>
                  <a:lnTo>
                    <a:pt x="0" y="384"/>
                  </a:lnTo>
                  <a:lnTo>
                    <a:pt x="16" y="404"/>
                  </a:lnTo>
                  <a:cubicBezTo>
                    <a:pt x="32" y="404"/>
                    <a:pt x="53" y="384"/>
                    <a:pt x="69" y="384"/>
                  </a:cubicBezTo>
                  <a:lnTo>
                    <a:pt x="85" y="368"/>
                  </a:lnTo>
                  <a:cubicBezTo>
                    <a:pt x="154" y="336"/>
                    <a:pt x="218" y="283"/>
                    <a:pt x="303" y="235"/>
                  </a:cubicBezTo>
                  <a:cubicBezTo>
                    <a:pt x="404" y="182"/>
                    <a:pt x="505" y="117"/>
                    <a:pt x="622" y="49"/>
                  </a:cubicBezTo>
                  <a:cubicBezTo>
                    <a:pt x="622" y="49"/>
                    <a:pt x="638" y="49"/>
                    <a:pt x="6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9">
              <a:extLst>
                <a:ext uri="{FF2B5EF4-FFF2-40B4-BE49-F238E27FC236}">
                  <a16:creationId xmlns:a16="http://schemas.microsoft.com/office/drawing/2014/main" id="{0EFD67E2-3943-A5F2-35BD-45D2AE0BB114}"/>
                </a:ext>
              </a:extLst>
            </p:cNvPr>
            <p:cNvSpPr/>
            <p:nvPr/>
          </p:nvSpPr>
          <p:spPr>
            <a:xfrm>
              <a:off x="1669085" y="755164"/>
              <a:ext cx="63469" cy="36949"/>
            </a:xfrm>
            <a:custGeom>
              <a:avLst/>
              <a:gdLst/>
              <a:ahLst/>
              <a:cxnLst/>
              <a:rect l="l" t="t" r="r" b="b"/>
              <a:pathLst>
                <a:path w="639" h="372" extrusionOk="0">
                  <a:moveTo>
                    <a:pt x="639" y="0"/>
                  </a:moveTo>
                  <a:cubicBezTo>
                    <a:pt x="623" y="0"/>
                    <a:pt x="590" y="0"/>
                    <a:pt x="570" y="20"/>
                  </a:cubicBezTo>
                  <a:cubicBezTo>
                    <a:pt x="437" y="101"/>
                    <a:pt x="304" y="170"/>
                    <a:pt x="187" y="255"/>
                  </a:cubicBezTo>
                  <a:cubicBezTo>
                    <a:pt x="134" y="271"/>
                    <a:pt x="102" y="303"/>
                    <a:pt x="49" y="339"/>
                  </a:cubicBezTo>
                  <a:cubicBezTo>
                    <a:pt x="33" y="339"/>
                    <a:pt x="33" y="339"/>
                    <a:pt x="17" y="356"/>
                  </a:cubicBezTo>
                  <a:lnTo>
                    <a:pt x="1" y="356"/>
                  </a:lnTo>
                  <a:lnTo>
                    <a:pt x="1" y="372"/>
                  </a:lnTo>
                  <a:lnTo>
                    <a:pt x="17" y="372"/>
                  </a:lnTo>
                  <a:lnTo>
                    <a:pt x="33" y="356"/>
                  </a:lnTo>
                  <a:cubicBezTo>
                    <a:pt x="33" y="356"/>
                    <a:pt x="49" y="356"/>
                    <a:pt x="65" y="339"/>
                  </a:cubicBezTo>
                  <a:cubicBezTo>
                    <a:pt x="102" y="323"/>
                    <a:pt x="150" y="287"/>
                    <a:pt x="203" y="255"/>
                  </a:cubicBezTo>
                  <a:cubicBezTo>
                    <a:pt x="320" y="186"/>
                    <a:pt x="437" y="121"/>
                    <a:pt x="570" y="36"/>
                  </a:cubicBezTo>
                  <a:lnTo>
                    <a:pt x="590" y="36"/>
                  </a:lnTo>
                  <a:cubicBezTo>
                    <a:pt x="607" y="20"/>
                    <a:pt x="623" y="0"/>
                    <a:pt x="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9">
              <a:extLst>
                <a:ext uri="{FF2B5EF4-FFF2-40B4-BE49-F238E27FC236}">
                  <a16:creationId xmlns:a16="http://schemas.microsoft.com/office/drawing/2014/main" id="{9FF66B48-57B5-0EFE-1B77-BB52C40B5FC4}"/>
                </a:ext>
              </a:extLst>
            </p:cNvPr>
            <p:cNvSpPr/>
            <p:nvPr/>
          </p:nvSpPr>
          <p:spPr>
            <a:xfrm>
              <a:off x="2190740" y="937723"/>
              <a:ext cx="3278" cy="43405"/>
            </a:xfrm>
            <a:custGeom>
              <a:avLst/>
              <a:gdLst/>
              <a:ahLst/>
              <a:cxnLst/>
              <a:rect l="l" t="t" r="r" b="b"/>
              <a:pathLst>
                <a:path w="33" h="437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close/>
                  <a:moveTo>
                    <a:pt x="16" y="16"/>
                  </a:moveTo>
                  <a:cubicBezTo>
                    <a:pt x="0" y="81"/>
                    <a:pt x="16" y="166"/>
                    <a:pt x="16" y="234"/>
                  </a:cubicBezTo>
                  <a:lnTo>
                    <a:pt x="16" y="420"/>
                  </a:lnTo>
                  <a:lnTo>
                    <a:pt x="33" y="436"/>
                  </a:lnTo>
                  <a:lnTo>
                    <a:pt x="33" y="420"/>
                  </a:lnTo>
                  <a:lnTo>
                    <a:pt x="33" y="234"/>
                  </a:lnTo>
                  <a:cubicBezTo>
                    <a:pt x="16" y="166"/>
                    <a:pt x="16" y="81"/>
                    <a:pt x="16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9">
              <a:extLst>
                <a:ext uri="{FF2B5EF4-FFF2-40B4-BE49-F238E27FC236}">
                  <a16:creationId xmlns:a16="http://schemas.microsoft.com/office/drawing/2014/main" id="{41A0880E-D48C-EF49-A239-F5591C8DF835}"/>
                </a:ext>
              </a:extLst>
            </p:cNvPr>
            <p:cNvSpPr/>
            <p:nvPr/>
          </p:nvSpPr>
          <p:spPr>
            <a:xfrm>
              <a:off x="1679117" y="740265"/>
              <a:ext cx="55125" cy="33373"/>
            </a:xfrm>
            <a:custGeom>
              <a:avLst/>
              <a:gdLst/>
              <a:ahLst/>
              <a:cxnLst/>
              <a:rect l="l" t="t" r="r" b="b"/>
              <a:pathLst>
                <a:path w="555" h="336" extrusionOk="0">
                  <a:moveTo>
                    <a:pt x="554" y="1"/>
                  </a:moveTo>
                  <a:cubicBezTo>
                    <a:pt x="538" y="1"/>
                    <a:pt x="522" y="1"/>
                    <a:pt x="506" y="17"/>
                  </a:cubicBezTo>
                  <a:cubicBezTo>
                    <a:pt x="453" y="49"/>
                    <a:pt x="388" y="102"/>
                    <a:pt x="320" y="134"/>
                  </a:cubicBezTo>
                  <a:cubicBezTo>
                    <a:pt x="287" y="150"/>
                    <a:pt x="251" y="170"/>
                    <a:pt x="219" y="203"/>
                  </a:cubicBezTo>
                  <a:cubicBezTo>
                    <a:pt x="251" y="186"/>
                    <a:pt x="287" y="170"/>
                    <a:pt x="336" y="150"/>
                  </a:cubicBezTo>
                  <a:cubicBezTo>
                    <a:pt x="388" y="102"/>
                    <a:pt x="453" y="69"/>
                    <a:pt x="522" y="33"/>
                  </a:cubicBezTo>
                  <a:cubicBezTo>
                    <a:pt x="522" y="17"/>
                    <a:pt x="538" y="17"/>
                    <a:pt x="554" y="17"/>
                  </a:cubicBezTo>
                  <a:lnTo>
                    <a:pt x="554" y="1"/>
                  </a:lnTo>
                  <a:close/>
                  <a:moveTo>
                    <a:pt x="219" y="203"/>
                  </a:moveTo>
                  <a:cubicBezTo>
                    <a:pt x="203" y="203"/>
                    <a:pt x="166" y="219"/>
                    <a:pt x="150" y="235"/>
                  </a:cubicBezTo>
                  <a:cubicBezTo>
                    <a:pt x="102" y="271"/>
                    <a:pt x="49" y="304"/>
                    <a:pt x="1" y="320"/>
                  </a:cubicBezTo>
                  <a:lnTo>
                    <a:pt x="1" y="336"/>
                  </a:lnTo>
                  <a:lnTo>
                    <a:pt x="17" y="336"/>
                  </a:lnTo>
                  <a:cubicBezTo>
                    <a:pt x="65" y="304"/>
                    <a:pt x="118" y="287"/>
                    <a:pt x="166" y="251"/>
                  </a:cubicBezTo>
                  <a:cubicBezTo>
                    <a:pt x="186" y="235"/>
                    <a:pt x="203" y="219"/>
                    <a:pt x="219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9">
              <a:extLst>
                <a:ext uri="{FF2B5EF4-FFF2-40B4-BE49-F238E27FC236}">
                  <a16:creationId xmlns:a16="http://schemas.microsoft.com/office/drawing/2014/main" id="{DDCBB7DB-0154-94BD-08E7-2D9204C017C8}"/>
                </a:ext>
              </a:extLst>
            </p:cNvPr>
            <p:cNvSpPr/>
            <p:nvPr/>
          </p:nvSpPr>
          <p:spPr>
            <a:xfrm>
              <a:off x="2342807" y="382397"/>
              <a:ext cx="21752" cy="70322"/>
            </a:xfrm>
            <a:custGeom>
              <a:avLst/>
              <a:gdLst/>
              <a:ahLst/>
              <a:cxnLst/>
              <a:rect l="l" t="t" r="r" b="b"/>
              <a:pathLst>
                <a:path w="219" h="70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"/>
                    <a:pt x="33" y="37"/>
                    <a:pt x="49" y="37"/>
                  </a:cubicBezTo>
                  <a:cubicBezTo>
                    <a:pt x="69" y="37"/>
                    <a:pt x="69" y="53"/>
                    <a:pt x="85" y="53"/>
                  </a:cubicBezTo>
                  <a:cubicBezTo>
                    <a:pt x="101" y="53"/>
                    <a:pt x="117" y="69"/>
                    <a:pt x="117" y="69"/>
                  </a:cubicBezTo>
                  <a:cubicBezTo>
                    <a:pt x="134" y="69"/>
                    <a:pt x="150" y="69"/>
                    <a:pt x="150" y="101"/>
                  </a:cubicBezTo>
                  <a:lnTo>
                    <a:pt x="150" y="170"/>
                  </a:lnTo>
                  <a:cubicBezTo>
                    <a:pt x="150" y="186"/>
                    <a:pt x="150" y="202"/>
                    <a:pt x="170" y="218"/>
                  </a:cubicBezTo>
                  <a:lnTo>
                    <a:pt x="170" y="170"/>
                  </a:lnTo>
                  <a:lnTo>
                    <a:pt x="170" y="101"/>
                  </a:lnTo>
                  <a:cubicBezTo>
                    <a:pt x="170" y="69"/>
                    <a:pt x="150" y="53"/>
                    <a:pt x="117" y="53"/>
                  </a:cubicBezTo>
                  <a:cubicBezTo>
                    <a:pt x="117" y="53"/>
                    <a:pt x="101" y="53"/>
                    <a:pt x="101" y="37"/>
                  </a:cubicBezTo>
                  <a:lnTo>
                    <a:pt x="85" y="37"/>
                  </a:lnTo>
                  <a:cubicBezTo>
                    <a:pt x="69" y="37"/>
                    <a:pt x="69" y="37"/>
                    <a:pt x="49" y="16"/>
                  </a:cubicBezTo>
                  <a:cubicBezTo>
                    <a:pt x="33" y="16"/>
                    <a:pt x="16" y="16"/>
                    <a:pt x="0" y="0"/>
                  </a:cubicBezTo>
                  <a:close/>
                  <a:moveTo>
                    <a:pt x="170" y="239"/>
                  </a:moveTo>
                  <a:lnTo>
                    <a:pt x="170" y="303"/>
                  </a:lnTo>
                  <a:cubicBezTo>
                    <a:pt x="186" y="287"/>
                    <a:pt x="186" y="255"/>
                    <a:pt x="170" y="239"/>
                  </a:cubicBezTo>
                  <a:close/>
                  <a:moveTo>
                    <a:pt x="170" y="303"/>
                  </a:moveTo>
                  <a:cubicBezTo>
                    <a:pt x="150" y="319"/>
                    <a:pt x="170" y="319"/>
                    <a:pt x="170" y="340"/>
                  </a:cubicBezTo>
                  <a:lnTo>
                    <a:pt x="170" y="356"/>
                  </a:lnTo>
                  <a:lnTo>
                    <a:pt x="170" y="388"/>
                  </a:lnTo>
                  <a:cubicBezTo>
                    <a:pt x="186" y="404"/>
                    <a:pt x="186" y="420"/>
                    <a:pt x="170" y="441"/>
                  </a:cubicBezTo>
                  <a:lnTo>
                    <a:pt x="170" y="457"/>
                  </a:lnTo>
                  <a:cubicBezTo>
                    <a:pt x="186" y="457"/>
                    <a:pt x="186" y="473"/>
                    <a:pt x="186" y="505"/>
                  </a:cubicBezTo>
                  <a:lnTo>
                    <a:pt x="186" y="542"/>
                  </a:lnTo>
                  <a:cubicBezTo>
                    <a:pt x="202" y="558"/>
                    <a:pt x="202" y="590"/>
                    <a:pt x="186" y="622"/>
                  </a:cubicBezTo>
                  <a:cubicBezTo>
                    <a:pt x="186" y="643"/>
                    <a:pt x="202" y="643"/>
                    <a:pt x="202" y="659"/>
                  </a:cubicBezTo>
                  <a:lnTo>
                    <a:pt x="202" y="622"/>
                  </a:lnTo>
                  <a:lnTo>
                    <a:pt x="202" y="542"/>
                  </a:lnTo>
                  <a:lnTo>
                    <a:pt x="202" y="505"/>
                  </a:lnTo>
                  <a:cubicBezTo>
                    <a:pt x="202" y="473"/>
                    <a:pt x="202" y="457"/>
                    <a:pt x="186" y="441"/>
                  </a:cubicBezTo>
                  <a:lnTo>
                    <a:pt x="186" y="388"/>
                  </a:lnTo>
                  <a:lnTo>
                    <a:pt x="186" y="356"/>
                  </a:lnTo>
                  <a:lnTo>
                    <a:pt x="186" y="319"/>
                  </a:lnTo>
                  <a:cubicBezTo>
                    <a:pt x="170" y="319"/>
                    <a:pt x="170" y="319"/>
                    <a:pt x="170" y="303"/>
                  </a:cubicBezTo>
                  <a:close/>
                  <a:moveTo>
                    <a:pt x="202" y="659"/>
                  </a:moveTo>
                  <a:cubicBezTo>
                    <a:pt x="202" y="675"/>
                    <a:pt x="202" y="691"/>
                    <a:pt x="186" y="691"/>
                  </a:cubicBezTo>
                  <a:lnTo>
                    <a:pt x="202" y="707"/>
                  </a:lnTo>
                  <a:cubicBezTo>
                    <a:pt x="218" y="691"/>
                    <a:pt x="218" y="675"/>
                    <a:pt x="202" y="6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9">
              <a:extLst>
                <a:ext uri="{FF2B5EF4-FFF2-40B4-BE49-F238E27FC236}">
                  <a16:creationId xmlns:a16="http://schemas.microsoft.com/office/drawing/2014/main" id="{6F319562-8856-DB0B-A393-727E188D3581}"/>
                </a:ext>
              </a:extLst>
            </p:cNvPr>
            <p:cNvSpPr/>
            <p:nvPr/>
          </p:nvSpPr>
          <p:spPr>
            <a:xfrm>
              <a:off x="2456335" y="419247"/>
              <a:ext cx="3675" cy="33473"/>
            </a:xfrm>
            <a:custGeom>
              <a:avLst/>
              <a:gdLst/>
              <a:ahLst/>
              <a:cxnLst/>
              <a:rect l="l" t="t" r="r" b="b"/>
              <a:pathLst>
                <a:path w="37" h="337" extrusionOk="0">
                  <a:moveTo>
                    <a:pt x="1" y="1"/>
                  </a:moveTo>
                  <a:lnTo>
                    <a:pt x="1" y="33"/>
                  </a:lnTo>
                  <a:lnTo>
                    <a:pt x="1" y="70"/>
                  </a:lnTo>
                  <a:lnTo>
                    <a:pt x="1" y="171"/>
                  </a:lnTo>
                  <a:cubicBezTo>
                    <a:pt x="17" y="203"/>
                    <a:pt x="17" y="251"/>
                    <a:pt x="17" y="288"/>
                  </a:cubicBezTo>
                  <a:lnTo>
                    <a:pt x="17" y="320"/>
                  </a:lnTo>
                  <a:lnTo>
                    <a:pt x="37" y="336"/>
                  </a:lnTo>
                  <a:lnTo>
                    <a:pt x="37" y="320"/>
                  </a:lnTo>
                  <a:lnTo>
                    <a:pt x="37" y="288"/>
                  </a:lnTo>
                  <a:cubicBezTo>
                    <a:pt x="37" y="251"/>
                    <a:pt x="37" y="203"/>
                    <a:pt x="17" y="150"/>
                  </a:cubicBezTo>
                  <a:lnTo>
                    <a:pt x="17" y="49"/>
                  </a:lnTo>
                  <a:lnTo>
                    <a:pt x="17" y="33"/>
                  </a:lnTo>
                  <a:cubicBezTo>
                    <a:pt x="17" y="33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9">
              <a:extLst>
                <a:ext uri="{FF2B5EF4-FFF2-40B4-BE49-F238E27FC236}">
                  <a16:creationId xmlns:a16="http://schemas.microsoft.com/office/drawing/2014/main" id="{9ADD4531-C24D-F2C5-A0C1-3AC579604556}"/>
                </a:ext>
              </a:extLst>
            </p:cNvPr>
            <p:cNvSpPr/>
            <p:nvPr/>
          </p:nvSpPr>
          <p:spPr>
            <a:xfrm>
              <a:off x="1679117" y="449342"/>
              <a:ext cx="60290" cy="45094"/>
            </a:xfrm>
            <a:custGeom>
              <a:avLst/>
              <a:gdLst/>
              <a:ahLst/>
              <a:cxnLst/>
              <a:rect l="l" t="t" r="r" b="b"/>
              <a:pathLst>
                <a:path w="607" h="454" extrusionOk="0">
                  <a:moveTo>
                    <a:pt x="607" y="1"/>
                  </a:moveTo>
                  <a:cubicBezTo>
                    <a:pt x="590" y="1"/>
                    <a:pt x="570" y="1"/>
                    <a:pt x="554" y="17"/>
                  </a:cubicBezTo>
                  <a:cubicBezTo>
                    <a:pt x="489" y="86"/>
                    <a:pt x="405" y="134"/>
                    <a:pt x="336" y="187"/>
                  </a:cubicBezTo>
                  <a:cubicBezTo>
                    <a:pt x="235" y="271"/>
                    <a:pt x="118" y="352"/>
                    <a:pt x="17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118" y="372"/>
                    <a:pt x="235" y="288"/>
                    <a:pt x="336" y="203"/>
                  </a:cubicBezTo>
                  <a:cubicBezTo>
                    <a:pt x="421" y="150"/>
                    <a:pt x="489" y="86"/>
                    <a:pt x="554" y="33"/>
                  </a:cubicBezTo>
                  <a:cubicBezTo>
                    <a:pt x="570" y="17"/>
                    <a:pt x="590" y="17"/>
                    <a:pt x="607" y="17"/>
                  </a:cubicBezTo>
                  <a:lnTo>
                    <a:pt x="6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9">
              <a:extLst>
                <a:ext uri="{FF2B5EF4-FFF2-40B4-BE49-F238E27FC236}">
                  <a16:creationId xmlns:a16="http://schemas.microsoft.com/office/drawing/2014/main" id="{0D1B7F77-AA4B-E11D-E42F-5D5295619BEE}"/>
                </a:ext>
              </a:extLst>
            </p:cNvPr>
            <p:cNvSpPr/>
            <p:nvPr/>
          </p:nvSpPr>
          <p:spPr>
            <a:xfrm>
              <a:off x="1660643" y="496323"/>
              <a:ext cx="14998" cy="379223"/>
            </a:xfrm>
            <a:custGeom>
              <a:avLst/>
              <a:gdLst/>
              <a:ahLst/>
              <a:cxnLst/>
              <a:rect l="l" t="t" r="r" b="b"/>
              <a:pathLst>
                <a:path w="151" h="3818" extrusionOk="0">
                  <a:moveTo>
                    <a:pt x="150" y="0"/>
                  </a:moveTo>
                  <a:cubicBezTo>
                    <a:pt x="118" y="17"/>
                    <a:pt x="118" y="33"/>
                    <a:pt x="118" y="49"/>
                  </a:cubicBezTo>
                  <a:lnTo>
                    <a:pt x="118" y="65"/>
                  </a:lnTo>
                  <a:cubicBezTo>
                    <a:pt x="118" y="118"/>
                    <a:pt x="134" y="150"/>
                    <a:pt x="118" y="202"/>
                  </a:cubicBezTo>
                  <a:lnTo>
                    <a:pt x="118" y="320"/>
                  </a:lnTo>
                  <a:cubicBezTo>
                    <a:pt x="118" y="368"/>
                    <a:pt x="118" y="421"/>
                    <a:pt x="102" y="469"/>
                  </a:cubicBezTo>
                  <a:lnTo>
                    <a:pt x="102" y="522"/>
                  </a:lnTo>
                  <a:lnTo>
                    <a:pt x="102" y="538"/>
                  </a:lnTo>
                  <a:cubicBezTo>
                    <a:pt x="118" y="554"/>
                    <a:pt x="102" y="586"/>
                    <a:pt x="102" y="623"/>
                  </a:cubicBezTo>
                  <a:lnTo>
                    <a:pt x="102" y="687"/>
                  </a:lnTo>
                  <a:lnTo>
                    <a:pt x="102" y="825"/>
                  </a:lnTo>
                  <a:lnTo>
                    <a:pt x="102" y="926"/>
                  </a:lnTo>
                  <a:lnTo>
                    <a:pt x="102" y="942"/>
                  </a:lnTo>
                  <a:lnTo>
                    <a:pt x="102" y="974"/>
                  </a:lnTo>
                  <a:cubicBezTo>
                    <a:pt x="102" y="990"/>
                    <a:pt x="86" y="1010"/>
                    <a:pt x="102" y="1027"/>
                  </a:cubicBezTo>
                  <a:lnTo>
                    <a:pt x="102" y="990"/>
                  </a:lnTo>
                  <a:cubicBezTo>
                    <a:pt x="118" y="974"/>
                    <a:pt x="118" y="958"/>
                    <a:pt x="118" y="942"/>
                  </a:cubicBezTo>
                  <a:lnTo>
                    <a:pt x="118" y="926"/>
                  </a:lnTo>
                  <a:cubicBezTo>
                    <a:pt x="118" y="889"/>
                    <a:pt x="102" y="857"/>
                    <a:pt x="118" y="841"/>
                  </a:cubicBezTo>
                  <a:lnTo>
                    <a:pt x="118" y="687"/>
                  </a:lnTo>
                  <a:lnTo>
                    <a:pt x="118" y="623"/>
                  </a:lnTo>
                  <a:lnTo>
                    <a:pt x="118" y="538"/>
                  </a:lnTo>
                  <a:lnTo>
                    <a:pt x="118" y="505"/>
                  </a:lnTo>
                  <a:lnTo>
                    <a:pt x="118" y="469"/>
                  </a:lnTo>
                  <a:cubicBezTo>
                    <a:pt x="134" y="421"/>
                    <a:pt x="134" y="368"/>
                    <a:pt x="134" y="320"/>
                  </a:cubicBezTo>
                  <a:lnTo>
                    <a:pt x="134" y="202"/>
                  </a:lnTo>
                  <a:lnTo>
                    <a:pt x="134" y="65"/>
                  </a:lnTo>
                  <a:lnTo>
                    <a:pt x="134" y="49"/>
                  </a:lnTo>
                  <a:cubicBezTo>
                    <a:pt x="134" y="33"/>
                    <a:pt x="134" y="17"/>
                    <a:pt x="150" y="17"/>
                  </a:cubicBezTo>
                  <a:lnTo>
                    <a:pt x="150" y="0"/>
                  </a:lnTo>
                  <a:close/>
                  <a:moveTo>
                    <a:pt x="102" y="1027"/>
                  </a:moveTo>
                  <a:cubicBezTo>
                    <a:pt x="102" y="1059"/>
                    <a:pt x="102" y="1075"/>
                    <a:pt x="86" y="1111"/>
                  </a:cubicBezTo>
                  <a:lnTo>
                    <a:pt x="86" y="1261"/>
                  </a:lnTo>
                  <a:lnTo>
                    <a:pt x="86" y="1330"/>
                  </a:lnTo>
                  <a:lnTo>
                    <a:pt x="86" y="1414"/>
                  </a:lnTo>
                  <a:lnTo>
                    <a:pt x="86" y="1495"/>
                  </a:lnTo>
                  <a:cubicBezTo>
                    <a:pt x="86" y="1463"/>
                    <a:pt x="102" y="1447"/>
                    <a:pt x="102" y="1414"/>
                  </a:cubicBezTo>
                  <a:lnTo>
                    <a:pt x="102" y="1330"/>
                  </a:lnTo>
                  <a:lnTo>
                    <a:pt x="102" y="1261"/>
                  </a:lnTo>
                  <a:lnTo>
                    <a:pt x="102" y="1111"/>
                  </a:lnTo>
                  <a:lnTo>
                    <a:pt x="102" y="1027"/>
                  </a:lnTo>
                  <a:close/>
                  <a:moveTo>
                    <a:pt x="86" y="1495"/>
                  </a:moveTo>
                  <a:cubicBezTo>
                    <a:pt x="86" y="1515"/>
                    <a:pt x="86" y="1532"/>
                    <a:pt x="70" y="1548"/>
                  </a:cubicBezTo>
                  <a:lnTo>
                    <a:pt x="70" y="1649"/>
                  </a:lnTo>
                  <a:lnTo>
                    <a:pt x="70" y="1798"/>
                  </a:lnTo>
                  <a:lnTo>
                    <a:pt x="70" y="1867"/>
                  </a:lnTo>
                  <a:lnTo>
                    <a:pt x="70" y="1883"/>
                  </a:lnTo>
                  <a:lnTo>
                    <a:pt x="70" y="1935"/>
                  </a:lnTo>
                  <a:lnTo>
                    <a:pt x="70" y="2020"/>
                  </a:lnTo>
                  <a:cubicBezTo>
                    <a:pt x="49" y="2069"/>
                    <a:pt x="49" y="2101"/>
                    <a:pt x="49" y="2154"/>
                  </a:cubicBezTo>
                  <a:lnTo>
                    <a:pt x="49" y="2186"/>
                  </a:lnTo>
                  <a:lnTo>
                    <a:pt x="49" y="2271"/>
                  </a:lnTo>
                  <a:lnTo>
                    <a:pt x="49" y="2424"/>
                  </a:lnTo>
                  <a:lnTo>
                    <a:pt x="49" y="2505"/>
                  </a:lnTo>
                  <a:cubicBezTo>
                    <a:pt x="70" y="2473"/>
                    <a:pt x="70" y="2440"/>
                    <a:pt x="70" y="2424"/>
                  </a:cubicBezTo>
                  <a:lnTo>
                    <a:pt x="70" y="2271"/>
                  </a:lnTo>
                  <a:lnTo>
                    <a:pt x="70" y="2186"/>
                  </a:lnTo>
                  <a:lnTo>
                    <a:pt x="70" y="2154"/>
                  </a:lnTo>
                  <a:cubicBezTo>
                    <a:pt x="70" y="2101"/>
                    <a:pt x="70" y="2069"/>
                    <a:pt x="86" y="2036"/>
                  </a:cubicBezTo>
                  <a:lnTo>
                    <a:pt x="86" y="2020"/>
                  </a:lnTo>
                  <a:cubicBezTo>
                    <a:pt x="70" y="2000"/>
                    <a:pt x="86" y="1968"/>
                    <a:pt x="86" y="1935"/>
                  </a:cubicBezTo>
                  <a:lnTo>
                    <a:pt x="86" y="1883"/>
                  </a:lnTo>
                  <a:lnTo>
                    <a:pt x="86" y="1867"/>
                  </a:lnTo>
                  <a:lnTo>
                    <a:pt x="86" y="1798"/>
                  </a:lnTo>
                  <a:lnTo>
                    <a:pt x="86" y="1649"/>
                  </a:lnTo>
                  <a:lnTo>
                    <a:pt x="86" y="1548"/>
                  </a:lnTo>
                  <a:lnTo>
                    <a:pt x="86" y="1495"/>
                  </a:lnTo>
                  <a:close/>
                  <a:moveTo>
                    <a:pt x="49" y="2505"/>
                  </a:moveTo>
                  <a:cubicBezTo>
                    <a:pt x="33" y="2525"/>
                    <a:pt x="33" y="2541"/>
                    <a:pt x="49" y="2558"/>
                  </a:cubicBezTo>
                  <a:lnTo>
                    <a:pt x="49" y="2505"/>
                  </a:lnTo>
                  <a:close/>
                  <a:moveTo>
                    <a:pt x="49" y="2574"/>
                  </a:moveTo>
                  <a:cubicBezTo>
                    <a:pt x="49" y="2626"/>
                    <a:pt x="49" y="2675"/>
                    <a:pt x="33" y="2727"/>
                  </a:cubicBezTo>
                  <a:lnTo>
                    <a:pt x="33" y="2861"/>
                  </a:lnTo>
                  <a:lnTo>
                    <a:pt x="33" y="2945"/>
                  </a:lnTo>
                  <a:lnTo>
                    <a:pt x="33" y="2994"/>
                  </a:lnTo>
                  <a:lnTo>
                    <a:pt x="33" y="3030"/>
                  </a:lnTo>
                  <a:lnTo>
                    <a:pt x="33" y="3111"/>
                  </a:lnTo>
                  <a:cubicBezTo>
                    <a:pt x="17" y="3147"/>
                    <a:pt x="17" y="3164"/>
                    <a:pt x="17" y="3196"/>
                  </a:cubicBezTo>
                  <a:lnTo>
                    <a:pt x="17" y="3232"/>
                  </a:lnTo>
                  <a:lnTo>
                    <a:pt x="17" y="3366"/>
                  </a:lnTo>
                  <a:lnTo>
                    <a:pt x="17" y="3515"/>
                  </a:lnTo>
                  <a:lnTo>
                    <a:pt x="17" y="3568"/>
                  </a:lnTo>
                  <a:lnTo>
                    <a:pt x="17" y="3669"/>
                  </a:lnTo>
                  <a:cubicBezTo>
                    <a:pt x="33" y="3636"/>
                    <a:pt x="33" y="3600"/>
                    <a:pt x="33" y="3568"/>
                  </a:cubicBezTo>
                  <a:lnTo>
                    <a:pt x="33" y="3515"/>
                  </a:lnTo>
                  <a:lnTo>
                    <a:pt x="33" y="3366"/>
                  </a:lnTo>
                  <a:lnTo>
                    <a:pt x="33" y="3232"/>
                  </a:lnTo>
                  <a:lnTo>
                    <a:pt x="33" y="3196"/>
                  </a:lnTo>
                  <a:lnTo>
                    <a:pt x="33" y="3131"/>
                  </a:lnTo>
                  <a:cubicBezTo>
                    <a:pt x="49" y="3095"/>
                    <a:pt x="49" y="3063"/>
                    <a:pt x="49" y="3030"/>
                  </a:cubicBezTo>
                  <a:lnTo>
                    <a:pt x="49" y="2994"/>
                  </a:lnTo>
                  <a:lnTo>
                    <a:pt x="49" y="2945"/>
                  </a:lnTo>
                  <a:lnTo>
                    <a:pt x="49" y="2861"/>
                  </a:lnTo>
                  <a:lnTo>
                    <a:pt x="49" y="2727"/>
                  </a:lnTo>
                  <a:lnTo>
                    <a:pt x="49" y="2574"/>
                  </a:lnTo>
                  <a:close/>
                  <a:moveTo>
                    <a:pt x="17" y="3685"/>
                  </a:moveTo>
                  <a:cubicBezTo>
                    <a:pt x="1" y="3717"/>
                    <a:pt x="1" y="3769"/>
                    <a:pt x="17" y="3818"/>
                  </a:cubicBezTo>
                  <a:lnTo>
                    <a:pt x="17" y="36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9">
              <a:extLst>
                <a:ext uri="{FF2B5EF4-FFF2-40B4-BE49-F238E27FC236}">
                  <a16:creationId xmlns:a16="http://schemas.microsoft.com/office/drawing/2014/main" id="{A822F637-687D-F2C0-6061-F50534E19A94}"/>
                </a:ext>
              </a:extLst>
            </p:cNvPr>
            <p:cNvSpPr/>
            <p:nvPr/>
          </p:nvSpPr>
          <p:spPr>
            <a:xfrm>
              <a:off x="1663920" y="773539"/>
              <a:ext cx="70322" cy="40227"/>
            </a:xfrm>
            <a:custGeom>
              <a:avLst/>
              <a:gdLst/>
              <a:ahLst/>
              <a:cxnLst/>
              <a:rect l="l" t="t" r="r" b="b"/>
              <a:pathLst>
                <a:path w="708" h="405" extrusionOk="0">
                  <a:moveTo>
                    <a:pt x="691" y="1"/>
                  </a:moveTo>
                  <a:cubicBezTo>
                    <a:pt x="659" y="1"/>
                    <a:pt x="606" y="37"/>
                    <a:pt x="574" y="53"/>
                  </a:cubicBezTo>
                  <a:cubicBezTo>
                    <a:pt x="574" y="70"/>
                    <a:pt x="558" y="70"/>
                    <a:pt x="541" y="86"/>
                  </a:cubicBezTo>
                  <a:cubicBezTo>
                    <a:pt x="558" y="86"/>
                    <a:pt x="574" y="70"/>
                    <a:pt x="590" y="70"/>
                  </a:cubicBezTo>
                  <a:cubicBezTo>
                    <a:pt x="622" y="37"/>
                    <a:pt x="659" y="17"/>
                    <a:pt x="691" y="17"/>
                  </a:cubicBezTo>
                  <a:lnTo>
                    <a:pt x="707" y="1"/>
                  </a:lnTo>
                  <a:close/>
                  <a:moveTo>
                    <a:pt x="540" y="87"/>
                  </a:moveTo>
                  <a:lnTo>
                    <a:pt x="540" y="87"/>
                  </a:lnTo>
                  <a:cubicBezTo>
                    <a:pt x="456" y="139"/>
                    <a:pt x="371" y="187"/>
                    <a:pt x="287" y="239"/>
                  </a:cubicBezTo>
                  <a:cubicBezTo>
                    <a:pt x="239" y="255"/>
                    <a:pt x="202" y="288"/>
                    <a:pt x="154" y="304"/>
                  </a:cubicBezTo>
                  <a:cubicBezTo>
                    <a:pt x="138" y="320"/>
                    <a:pt x="138" y="320"/>
                    <a:pt x="117" y="340"/>
                  </a:cubicBezTo>
                  <a:cubicBezTo>
                    <a:pt x="85" y="356"/>
                    <a:pt x="53" y="373"/>
                    <a:pt x="16" y="389"/>
                  </a:cubicBezTo>
                  <a:lnTo>
                    <a:pt x="0" y="389"/>
                  </a:lnTo>
                  <a:lnTo>
                    <a:pt x="0" y="405"/>
                  </a:lnTo>
                  <a:lnTo>
                    <a:pt x="37" y="405"/>
                  </a:lnTo>
                  <a:cubicBezTo>
                    <a:pt x="69" y="389"/>
                    <a:pt x="101" y="373"/>
                    <a:pt x="117" y="356"/>
                  </a:cubicBezTo>
                  <a:cubicBezTo>
                    <a:pt x="138" y="340"/>
                    <a:pt x="154" y="340"/>
                    <a:pt x="170" y="320"/>
                  </a:cubicBezTo>
                  <a:cubicBezTo>
                    <a:pt x="202" y="288"/>
                    <a:pt x="255" y="272"/>
                    <a:pt x="303" y="239"/>
                  </a:cubicBezTo>
                  <a:cubicBezTo>
                    <a:pt x="371" y="187"/>
                    <a:pt x="456" y="139"/>
                    <a:pt x="540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9">
              <a:extLst>
                <a:ext uri="{FF2B5EF4-FFF2-40B4-BE49-F238E27FC236}">
                  <a16:creationId xmlns:a16="http://schemas.microsoft.com/office/drawing/2014/main" id="{0017087F-2985-A50F-199B-E0ED622A2AC7}"/>
                </a:ext>
              </a:extLst>
            </p:cNvPr>
            <p:cNvSpPr/>
            <p:nvPr/>
          </p:nvSpPr>
          <p:spPr>
            <a:xfrm>
              <a:off x="1679117" y="470995"/>
              <a:ext cx="53437" cy="41915"/>
            </a:xfrm>
            <a:custGeom>
              <a:avLst/>
              <a:gdLst/>
              <a:ahLst/>
              <a:cxnLst/>
              <a:rect l="l" t="t" r="r" b="b"/>
              <a:pathLst>
                <a:path w="538" h="422" extrusionOk="0">
                  <a:moveTo>
                    <a:pt x="538" y="1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538" y="17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9">
              <a:extLst>
                <a:ext uri="{FF2B5EF4-FFF2-40B4-BE49-F238E27FC236}">
                  <a16:creationId xmlns:a16="http://schemas.microsoft.com/office/drawing/2014/main" id="{4F07EB61-AD80-9794-39C1-A13A667B1E0F}"/>
                </a:ext>
              </a:extLst>
            </p:cNvPr>
            <p:cNvSpPr/>
            <p:nvPr/>
          </p:nvSpPr>
          <p:spPr>
            <a:xfrm>
              <a:off x="2543443" y="691695"/>
              <a:ext cx="11720" cy="3377"/>
            </a:xfrm>
            <a:custGeom>
              <a:avLst/>
              <a:gdLst/>
              <a:ahLst/>
              <a:cxnLst/>
              <a:rect l="l" t="t" r="r" b="b"/>
              <a:pathLst>
                <a:path w="118" h="34" extrusionOk="0">
                  <a:moveTo>
                    <a:pt x="0" y="1"/>
                  </a:moveTo>
                  <a:cubicBezTo>
                    <a:pt x="16" y="17"/>
                    <a:pt x="49" y="17"/>
                    <a:pt x="69" y="17"/>
                  </a:cubicBezTo>
                  <a:cubicBezTo>
                    <a:pt x="49" y="1"/>
                    <a:pt x="32" y="1"/>
                    <a:pt x="0" y="1"/>
                  </a:cubicBezTo>
                  <a:close/>
                  <a:moveTo>
                    <a:pt x="69" y="17"/>
                  </a:moveTo>
                  <a:cubicBezTo>
                    <a:pt x="85" y="33"/>
                    <a:pt x="101" y="33"/>
                    <a:pt x="117" y="33"/>
                  </a:cubicBezTo>
                  <a:cubicBezTo>
                    <a:pt x="101" y="33"/>
                    <a:pt x="85" y="17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9">
              <a:extLst>
                <a:ext uri="{FF2B5EF4-FFF2-40B4-BE49-F238E27FC236}">
                  <a16:creationId xmlns:a16="http://schemas.microsoft.com/office/drawing/2014/main" id="{3E14A2E1-5C37-0CF3-2517-DB4168A58C73}"/>
                </a:ext>
              </a:extLst>
            </p:cNvPr>
            <p:cNvSpPr/>
            <p:nvPr/>
          </p:nvSpPr>
          <p:spPr>
            <a:xfrm>
              <a:off x="1670675" y="681664"/>
              <a:ext cx="65157" cy="41816"/>
            </a:xfrm>
            <a:custGeom>
              <a:avLst/>
              <a:gdLst/>
              <a:ahLst/>
              <a:cxnLst/>
              <a:rect l="l" t="t" r="r" b="b"/>
              <a:pathLst>
                <a:path w="656" h="421" extrusionOk="0">
                  <a:moveTo>
                    <a:pt x="639" y="1"/>
                  </a:moveTo>
                  <a:cubicBezTo>
                    <a:pt x="623" y="1"/>
                    <a:pt x="607" y="17"/>
                    <a:pt x="591" y="33"/>
                  </a:cubicBez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591" y="33"/>
                  </a:moveTo>
                  <a:lnTo>
                    <a:pt x="591" y="33"/>
                  </a:lnTo>
                  <a:cubicBezTo>
                    <a:pt x="437" y="118"/>
                    <a:pt x="304" y="219"/>
                    <a:pt x="171" y="304"/>
                  </a:cubicBezTo>
                  <a:cubicBezTo>
                    <a:pt x="118" y="336"/>
                    <a:pt x="70" y="372"/>
                    <a:pt x="33" y="389"/>
                  </a:cubicBezTo>
                  <a:lnTo>
                    <a:pt x="17" y="405"/>
                  </a:lnTo>
                  <a:lnTo>
                    <a:pt x="33" y="405"/>
                  </a:lnTo>
                  <a:cubicBezTo>
                    <a:pt x="86" y="372"/>
                    <a:pt x="118" y="336"/>
                    <a:pt x="171" y="320"/>
                  </a:cubicBezTo>
                  <a:cubicBezTo>
                    <a:pt x="304" y="219"/>
                    <a:pt x="453" y="134"/>
                    <a:pt x="591" y="33"/>
                  </a:cubicBezTo>
                  <a:close/>
                  <a:moveTo>
                    <a:pt x="17" y="405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17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9">
              <a:extLst>
                <a:ext uri="{FF2B5EF4-FFF2-40B4-BE49-F238E27FC236}">
                  <a16:creationId xmlns:a16="http://schemas.microsoft.com/office/drawing/2014/main" id="{6307BDA1-ECC4-BDEF-8BD3-A45A4645729D}"/>
                </a:ext>
              </a:extLst>
            </p:cNvPr>
            <p:cNvSpPr/>
            <p:nvPr/>
          </p:nvSpPr>
          <p:spPr>
            <a:xfrm>
              <a:off x="2305858" y="419247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33"/>
                    <a:pt x="138" y="49"/>
                    <a:pt x="186" y="86"/>
                  </a:cubicBezTo>
                  <a:cubicBezTo>
                    <a:pt x="239" y="102"/>
                    <a:pt x="287" y="118"/>
                    <a:pt x="340" y="134"/>
                  </a:cubicBezTo>
                  <a:cubicBezTo>
                    <a:pt x="405" y="171"/>
                    <a:pt x="457" y="187"/>
                    <a:pt x="522" y="203"/>
                  </a:cubicBezTo>
                  <a:lnTo>
                    <a:pt x="522" y="187"/>
                  </a:lnTo>
                  <a:cubicBezTo>
                    <a:pt x="457" y="171"/>
                    <a:pt x="405" y="150"/>
                    <a:pt x="356" y="134"/>
                  </a:cubicBezTo>
                  <a:cubicBezTo>
                    <a:pt x="304" y="102"/>
                    <a:pt x="255" y="86"/>
                    <a:pt x="203" y="70"/>
                  </a:cubicBezTo>
                  <a:cubicBezTo>
                    <a:pt x="138" y="49"/>
                    <a:pt x="69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9">
              <a:extLst>
                <a:ext uri="{FF2B5EF4-FFF2-40B4-BE49-F238E27FC236}">
                  <a16:creationId xmlns:a16="http://schemas.microsoft.com/office/drawing/2014/main" id="{9144A02A-0F65-8ACD-105A-3EA840445DB0}"/>
                </a:ext>
              </a:extLst>
            </p:cNvPr>
            <p:cNvSpPr/>
            <p:nvPr/>
          </p:nvSpPr>
          <p:spPr>
            <a:xfrm>
              <a:off x="2362871" y="457785"/>
              <a:ext cx="8542" cy="90386"/>
            </a:xfrm>
            <a:custGeom>
              <a:avLst/>
              <a:gdLst/>
              <a:ahLst/>
              <a:cxnLst/>
              <a:rect l="l" t="t" r="r" b="b"/>
              <a:pathLst>
                <a:path w="86" h="910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3"/>
                    <a:pt x="16" y="49"/>
                    <a:pt x="0" y="65"/>
                  </a:cubicBezTo>
                  <a:cubicBezTo>
                    <a:pt x="0" y="86"/>
                    <a:pt x="0" y="102"/>
                    <a:pt x="16" y="118"/>
                  </a:cubicBezTo>
                  <a:lnTo>
                    <a:pt x="16" y="65"/>
                  </a:lnTo>
                  <a:cubicBezTo>
                    <a:pt x="33" y="49"/>
                    <a:pt x="16" y="33"/>
                    <a:pt x="16" y="17"/>
                  </a:cubicBezTo>
                  <a:lnTo>
                    <a:pt x="0" y="1"/>
                  </a:lnTo>
                  <a:close/>
                  <a:moveTo>
                    <a:pt x="16" y="118"/>
                  </a:moveTo>
                  <a:lnTo>
                    <a:pt x="16" y="134"/>
                  </a:lnTo>
                  <a:lnTo>
                    <a:pt x="16" y="166"/>
                  </a:lnTo>
                  <a:lnTo>
                    <a:pt x="16" y="219"/>
                  </a:lnTo>
                  <a:cubicBezTo>
                    <a:pt x="33" y="235"/>
                    <a:pt x="33" y="251"/>
                    <a:pt x="33" y="267"/>
                  </a:cubicBezTo>
                  <a:lnTo>
                    <a:pt x="33" y="219"/>
                  </a:lnTo>
                  <a:cubicBezTo>
                    <a:pt x="16" y="203"/>
                    <a:pt x="33" y="186"/>
                    <a:pt x="33" y="166"/>
                  </a:cubicBezTo>
                  <a:lnTo>
                    <a:pt x="33" y="134"/>
                  </a:lnTo>
                  <a:lnTo>
                    <a:pt x="16" y="118"/>
                  </a:lnTo>
                  <a:close/>
                  <a:moveTo>
                    <a:pt x="33" y="267"/>
                  </a:moveTo>
                  <a:cubicBezTo>
                    <a:pt x="16" y="267"/>
                    <a:pt x="16" y="287"/>
                    <a:pt x="16" y="287"/>
                  </a:cubicBezTo>
                  <a:cubicBezTo>
                    <a:pt x="16" y="304"/>
                    <a:pt x="33" y="304"/>
                    <a:pt x="33" y="320"/>
                  </a:cubicBezTo>
                  <a:lnTo>
                    <a:pt x="33" y="368"/>
                  </a:lnTo>
                  <a:lnTo>
                    <a:pt x="33" y="421"/>
                  </a:lnTo>
                  <a:lnTo>
                    <a:pt x="33" y="437"/>
                  </a:lnTo>
                  <a:lnTo>
                    <a:pt x="33" y="506"/>
                  </a:lnTo>
                  <a:cubicBezTo>
                    <a:pt x="49" y="538"/>
                    <a:pt x="49" y="570"/>
                    <a:pt x="49" y="607"/>
                  </a:cubicBezTo>
                  <a:lnTo>
                    <a:pt x="49" y="655"/>
                  </a:lnTo>
                  <a:lnTo>
                    <a:pt x="49" y="708"/>
                  </a:lnTo>
                  <a:cubicBezTo>
                    <a:pt x="69" y="724"/>
                    <a:pt x="69" y="724"/>
                    <a:pt x="69" y="740"/>
                  </a:cubicBezTo>
                  <a:lnTo>
                    <a:pt x="69" y="772"/>
                  </a:lnTo>
                  <a:cubicBezTo>
                    <a:pt x="69" y="825"/>
                    <a:pt x="85" y="857"/>
                    <a:pt x="69" y="893"/>
                  </a:cubicBezTo>
                  <a:lnTo>
                    <a:pt x="69" y="910"/>
                  </a:lnTo>
                  <a:lnTo>
                    <a:pt x="85" y="910"/>
                  </a:lnTo>
                  <a:lnTo>
                    <a:pt x="85" y="893"/>
                  </a:lnTo>
                  <a:lnTo>
                    <a:pt x="85" y="772"/>
                  </a:lnTo>
                  <a:lnTo>
                    <a:pt x="85" y="740"/>
                  </a:lnTo>
                  <a:cubicBezTo>
                    <a:pt x="69" y="724"/>
                    <a:pt x="69" y="708"/>
                    <a:pt x="69" y="708"/>
                  </a:cubicBezTo>
                  <a:lnTo>
                    <a:pt x="69" y="655"/>
                  </a:lnTo>
                  <a:lnTo>
                    <a:pt x="69" y="590"/>
                  </a:lnTo>
                  <a:cubicBezTo>
                    <a:pt x="49" y="570"/>
                    <a:pt x="49" y="538"/>
                    <a:pt x="49" y="506"/>
                  </a:cubicBezTo>
                  <a:lnTo>
                    <a:pt x="49" y="437"/>
                  </a:lnTo>
                  <a:lnTo>
                    <a:pt x="49" y="421"/>
                  </a:lnTo>
                  <a:lnTo>
                    <a:pt x="49" y="368"/>
                  </a:lnTo>
                  <a:lnTo>
                    <a:pt x="49" y="320"/>
                  </a:lnTo>
                  <a:cubicBezTo>
                    <a:pt x="33" y="304"/>
                    <a:pt x="33" y="304"/>
                    <a:pt x="33" y="287"/>
                  </a:cubicBezTo>
                  <a:lnTo>
                    <a:pt x="33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9">
              <a:extLst>
                <a:ext uri="{FF2B5EF4-FFF2-40B4-BE49-F238E27FC236}">
                  <a16:creationId xmlns:a16="http://schemas.microsoft.com/office/drawing/2014/main" id="{F3CFA43A-02C3-EEF1-FA67-67A7E4D8B0A2}"/>
                </a:ext>
              </a:extLst>
            </p:cNvPr>
            <p:cNvSpPr/>
            <p:nvPr/>
          </p:nvSpPr>
          <p:spPr>
            <a:xfrm>
              <a:off x="1672363" y="622466"/>
              <a:ext cx="63469" cy="42511"/>
            </a:xfrm>
            <a:custGeom>
              <a:avLst/>
              <a:gdLst/>
              <a:ahLst/>
              <a:cxnLst/>
              <a:rect l="l" t="t" r="r" b="b"/>
              <a:pathLst>
                <a:path w="639" h="428" extrusionOk="0">
                  <a:moveTo>
                    <a:pt x="624" y="0"/>
                  </a:moveTo>
                  <a:cubicBezTo>
                    <a:pt x="613" y="0"/>
                    <a:pt x="601" y="12"/>
                    <a:pt x="590" y="23"/>
                  </a:cubicBezTo>
                  <a:cubicBezTo>
                    <a:pt x="606" y="23"/>
                    <a:pt x="622" y="7"/>
                    <a:pt x="638" y="7"/>
                  </a:cubicBezTo>
                  <a:cubicBezTo>
                    <a:pt x="634" y="2"/>
                    <a:pt x="629" y="0"/>
                    <a:pt x="624" y="0"/>
                  </a:cubicBezTo>
                  <a:close/>
                  <a:moveTo>
                    <a:pt x="574" y="23"/>
                  </a:moveTo>
                  <a:cubicBezTo>
                    <a:pt x="505" y="76"/>
                    <a:pt x="420" y="144"/>
                    <a:pt x="335" y="193"/>
                  </a:cubicBezTo>
                  <a:cubicBezTo>
                    <a:pt x="287" y="225"/>
                    <a:pt x="234" y="262"/>
                    <a:pt x="186" y="310"/>
                  </a:cubicBezTo>
                  <a:cubicBezTo>
                    <a:pt x="234" y="278"/>
                    <a:pt x="287" y="245"/>
                    <a:pt x="355" y="209"/>
                  </a:cubicBezTo>
                  <a:cubicBezTo>
                    <a:pt x="420" y="144"/>
                    <a:pt x="505" y="92"/>
                    <a:pt x="590" y="43"/>
                  </a:cubicBezTo>
                  <a:lnTo>
                    <a:pt x="590" y="23"/>
                  </a:lnTo>
                  <a:close/>
                  <a:moveTo>
                    <a:pt x="186" y="310"/>
                  </a:moveTo>
                  <a:lnTo>
                    <a:pt x="186" y="310"/>
                  </a:lnTo>
                  <a:cubicBezTo>
                    <a:pt x="133" y="326"/>
                    <a:pt x="101" y="363"/>
                    <a:pt x="53" y="395"/>
                  </a:cubicBezTo>
                  <a:lnTo>
                    <a:pt x="0" y="427"/>
                  </a:lnTo>
                  <a:lnTo>
                    <a:pt x="16" y="427"/>
                  </a:lnTo>
                  <a:lnTo>
                    <a:pt x="69" y="395"/>
                  </a:lnTo>
                  <a:cubicBezTo>
                    <a:pt x="101" y="379"/>
                    <a:pt x="154" y="346"/>
                    <a:pt x="186" y="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9">
              <a:extLst>
                <a:ext uri="{FF2B5EF4-FFF2-40B4-BE49-F238E27FC236}">
                  <a16:creationId xmlns:a16="http://schemas.microsoft.com/office/drawing/2014/main" id="{7F9EFF3A-C0C5-B727-BCB0-329787C7C100}"/>
                </a:ext>
              </a:extLst>
            </p:cNvPr>
            <p:cNvSpPr/>
            <p:nvPr/>
          </p:nvSpPr>
          <p:spPr>
            <a:xfrm>
              <a:off x="2593602" y="833730"/>
              <a:ext cx="78665" cy="30195"/>
            </a:xfrm>
            <a:custGeom>
              <a:avLst/>
              <a:gdLst/>
              <a:ahLst/>
              <a:cxnLst/>
              <a:rect l="l" t="t" r="r" b="b"/>
              <a:pathLst>
                <a:path w="792" h="304" extrusionOk="0">
                  <a:moveTo>
                    <a:pt x="0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21" y="12"/>
                    <a:pt x="27" y="10"/>
                    <a:pt x="34" y="10"/>
                  </a:cubicBezTo>
                  <a:cubicBezTo>
                    <a:pt x="53" y="10"/>
                    <a:pt x="78" y="23"/>
                    <a:pt x="101" y="37"/>
                  </a:cubicBezTo>
                  <a:lnTo>
                    <a:pt x="133" y="37"/>
                  </a:lnTo>
                  <a:cubicBezTo>
                    <a:pt x="150" y="53"/>
                    <a:pt x="170" y="53"/>
                    <a:pt x="186" y="53"/>
                  </a:cubicBezTo>
                  <a:cubicBezTo>
                    <a:pt x="218" y="70"/>
                    <a:pt x="234" y="70"/>
                    <a:pt x="251" y="86"/>
                  </a:cubicBezTo>
                  <a:cubicBezTo>
                    <a:pt x="287" y="86"/>
                    <a:pt x="335" y="102"/>
                    <a:pt x="372" y="118"/>
                  </a:cubicBezTo>
                  <a:cubicBezTo>
                    <a:pt x="388" y="118"/>
                    <a:pt x="420" y="138"/>
                    <a:pt x="436" y="138"/>
                  </a:cubicBezTo>
                  <a:cubicBezTo>
                    <a:pt x="489" y="154"/>
                    <a:pt x="537" y="171"/>
                    <a:pt x="590" y="187"/>
                  </a:cubicBezTo>
                  <a:cubicBezTo>
                    <a:pt x="606" y="187"/>
                    <a:pt x="622" y="187"/>
                    <a:pt x="638" y="203"/>
                  </a:cubicBezTo>
                  <a:lnTo>
                    <a:pt x="707" y="203"/>
                  </a:lnTo>
                  <a:cubicBezTo>
                    <a:pt x="707" y="203"/>
                    <a:pt x="691" y="203"/>
                    <a:pt x="691" y="187"/>
                  </a:cubicBezTo>
                  <a:lnTo>
                    <a:pt x="638" y="187"/>
                  </a:lnTo>
                  <a:cubicBezTo>
                    <a:pt x="622" y="187"/>
                    <a:pt x="606" y="171"/>
                    <a:pt x="606" y="171"/>
                  </a:cubicBezTo>
                  <a:cubicBezTo>
                    <a:pt x="554" y="154"/>
                    <a:pt x="505" y="138"/>
                    <a:pt x="453" y="118"/>
                  </a:cubicBezTo>
                  <a:cubicBezTo>
                    <a:pt x="420" y="118"/>
                    <a:pt x="388" y="102"/>
                    <a:pt x="372" y="102"/>
                  </a:cubicBezTo>
                  <a:cubicBezTo>
                    <a:pt x="335" y="86"/>
                    <a:pt x="303" y="70"/>
                    <a:pt x="251" y="70"/>
                  </a:cubicBezTo>
                  <a:cubicBezTo>
                    <a:pt x="234" y="70"/>
                    <a:pt x="218" y="53"/>
                    <a:pt x="202" y="53"/>
                  </a:cubicBezTo>
                  <a:cubicBezTo>
                    <a:pt x="186" y="37"/>
                    <a:pt x="170" y="37"/>
                    <a:pt x="150" y="37"/>
                  </a:cubicBezTo>
                  <a:cubicBezTo>
                    <a:pt x="133" y="37"/>
                    <a:pt x="117" y="17"/>
                    <a:pt x="101" y="17"/>
                  </a:cubicBezTo>
                  <a:cubicBezTo>
                    <a:pt x="69" y="1"/>
                    <a:pt x="32" y="1"/>
                    <a:pt x="0" y="1"/>
                  </a:cubicBezTo>
                  <a:close/>
                  <a:moveTo>
                    <a:pt x="707" y="203"/>
                  </a:moveTo>
                  <a:cubicBezTo>
                    <a:pt x="723" y="219"/>
                    <a:pt x="755" y="239"/>
                    <a:pt x="776" y="255"/>
                  </a:cubicBezTo>
                  <a:lnTo>
                    <a:pt x="776" y="304"/>
                  </a:lnTo>
                  <a:cubicBezTo>
                    <a:pt x="792" y="288"/>
                    <a:pt x="792" y="255"/>
                    <a:pt x="776" y="239"/>
                  </a:cubicBezTo>
                  <a:cubicBezTo>
                    <a:pt x="755" y="219"/>
                    <a:pt x="723" y="203"/>
                    <a:pt x="707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9">
              <a:extLst>
                <a:ext uri="{FF2B5EF4-FFF2-40B4-BE49-F238E27FC236}">
                  <a16:creationId xmlns:a16="http://schemas.microsoft.com/office/drawing/2014/main" id="{4D466EE2-FFA2-E8C0-3072-58724EC7C7A2}"/>
                </a:ext>
              </a:extLst>
            </p:cNvPr>
            <p:cNvSpPr/>
            <p:nvPr/>
          </p:nvSpPr>
          <p:spPr>
            <a:xfrm>
              <a:off x="1679117" y="442588"/>
              <a:ext cx="60290" cy="46981"/>
            </a:xfrm>
            <a:custGeom>
              <a:avLst/>
              <a:gdLst/>
              <a:ahLst/>
              <a:cxnLst/>
              <a:rect l="l" t="t" r="r" b="b"/>
              <a:pathLst>
                <a:path w="607" h="473" extrusionOk="0">
                  <a:moveTo>
                    <a:pt x="607" y="0"/>
                  </a:moveTo>
                  <a:cubicBezTo>
                    <a:pt x="590" y="0"/>
                    <a:pt x="570" y="0"/>
                    <a:pt x="554" y="16"/>
                  </a:cubicBezTo>
                  <a:cubicBezTo>
                    <a:pt x="506" y="69"/>
                    <a:pt x="453" y="101"/>
                    <a:pt x="405" y="138"/>
                  </a:cubicBezTo>
                  <a:cubicBezTo>
                    <a:pt x="287" y="239"/>
                    <a:pt x="166" y="339"/>
                    <a:pt x="33" y="420"/>
                  </a:cubicBezTo>
                  <a:cubicBezTo>
                    <a:pt x="17" y="440"/>
                    <a:pt x="17" y="440"/>
                    <a:pt x="1" y="457"/>
                  </a:cubicBezTo>
                  <a:lnTo>
                    <a:pt x="1" y="473"/>
                  </a:lnTo>
                  <a:lnTo>
                    <a:pt x="17" y="457"/>
                  </a:lnTo>
                  <a:cubicBezTo>
                    <a:pt x="33" y="457"/>
                    <a:pt x="33" y="440"/>
                    <a:pt x="49" y="440"/>
                  </a:cubicBezTo>
                  <a:cubicBezTo>
                    <a:pt x="166" y="339"/>
                    <a:pt x="287" y="239"/>
                    <a:pt x="421" y="154"/>
                  </a:cubicBezTo>
                  <a:cubicBezTo>
                    <a:pt x="453" y="101"/>
                    <a:pt x="506" y="69"/>
                    <a:pt x="554" y="37"/>
                  </a:cubicBezTo>
                  <a:cubicBezTo>
                    <a:pt x="566" y="22"/>
                    <a:pt x="579" y="10"/>
                    <a:pt x="592" y="10"/>
                  </a:cubicBezTo>
                  <a:cubicBezTo>
                    <a:pt x="597" y="10"/>
                    <a:pt x="602" y="12"/>
                    <a:pt x="607" y="16"/>
                  </a:cubicBezTo>
                  <a:lnTo>
                    <a:pt x="6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9">
              <a:extLst>
                <a:ext uri="{FF2B5EF4-FFF2-40B4-BE49-F238E27FC236}">
                  <a16:creationId xmlns:a16="http://schemas.microsoft.com/office/drawing/2014/main" id="{CD6C8DEC-7426-8701-EE78-CF47479641C5}"/>
                </a:ext>
              </a:extLst>
            </p:cNvPr>
            <p:cNvSpPr/>
            <p:nvPr/>
          </p:nvSpPr>
          <p:spPr>
            <a:xfrm>
              <a:off x="2528147" y="680074"/>
              <a:ext cx="12118" cy="3278"/>
            </a:xfrm>
            <a:custGeom>
              <a:avLst/>
              <a:gdLst/>
              <a:ahLst/>
              <a:cxnLst/>
              <a:rect l="l" t="t" r="r" b="b"/>
              <a:pathLst>
                <a:path w="122" h="33" extrusionOk="0">
                  <a:moveTo>
                    <a:pt x="1" y="1"/>
                  </a:moveTo>
                  <a:lnTo>
                    <a:pt x="1" y="17"/>
                  </a:lnTo>
                  <a:lnTo>
                    <a:pt x="122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9">
              <a:extLst>
                <a:ext uri="{FF2B5EF4-FFF2-40B4-BE49-F238E27FC236}">
                  <a16:creationId xmlns:a16="http://schemas.microsoft.com/office/drawing/2014/main" id="{4C983AA9-8AB2-8BB6-7CE1-17FA9BAED7FA}"/>
                </a:ext>
              </a:extLst>
            </p:cNvPr>
            <p:cNvSpPr/>
            <p:nvPr/>
          </p:nvSpPr>
          <p:spPr>
            <a:xfrm>
              <a:off x="2270995" y="569724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33" y="1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9"/>
                  </a:lnTo>
                  <a:lnTo>
                    <a:pt x="16" y="134"/>
                  </a:lnTo>
                  <a:lnTo>
                    <a:pt x="16" y="170"/>
                  </a:lnTo>
                  <a:cubicBezTo>
                    <a:pt x="16" y="187"/>
                    <a:pt x="16" y="219"/>
                    <a:pt x="49" y="219"/>
                  </a:cubicBezTo>
                  <a:lnTo>
                    <a:pt x="49" y="203"/>
                  </a:lnTo>
                  <a:cubicBezTo>
                    <a:pt x="33" y="203"/>
                    <a:pt x="33" y="187"/>
                    <a:pt x="33" y="187"/>
                  </a:cubicBezTo>
                  <a:lnTo>
                    <a:pt x="33" y="170"/>
                  </a:lnTo>
                  <a:lnTo>
                    <a:pt x="33" y="134"/>
                  </a:lnTo>
                  <a:lnTo>
                    <a:pt x="33" y="69"/>
                  </a:lnTo>
                  <a:lnTo>
                    <a:pt x="33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9">
              <a:extLst>
                <a:ext uri="{FF2B5EF4-FFF2-40B4-BE49-F238E27FC236}">
                  <a16:creationId xmlns:a16="http://schemas.microsoft.com/office/drawing/2014/main" id="{3B1DC49C-814D-7742-848A-8EF8E8CA8A17}"/>
                </a:ext>
              </a:extLst>
            </p:cNvPr>
            <p:cNvSpPr/>
            <p:nvPr/>
          </p:nvSpPr>
          <p:spPr>
            <a:xfrm>
              <a:off x="2299501" y="477849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117" y="49"/>
                  </a:lnTo>
                  <a:lnTo>
                    <a:pt x="117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9">
              <a:extLst>
                <a:ext uri="{FF2B5EF4-FFF2-40B4-BE49-F238E27FC236}">
                  <a16:creationId xmlns:a16="http://schemas.microsoft.com/office/drawing/2014/main" id="{82714D9D-9045-4068-4198-E3E04A7444F6}"/>
                </a:ext>
              </a:extLst>
            </p:cNvPr>
            <p:cNvSpPr/>
            <p:nvPr/>
          </p:nvSpPr>
          <p:spPr>
            <a:xfrm>
              <a:off x="2130549" y="295687"/>
              <a:ext cx="135281" cy="439513"/>
            </a:xfrm>
            <a:custGeom>
              <a:avLst/>
              <a:gdLst/>
              <a:ahLst/>
              <a:cxnLst/>
              <a:rect l="l" t="t" r="r" b="b"/>
              <a:pathLst>
                <a:path w="1362" h="4425" extrusionOk="0">
                  <a:moveTo>
                    <a:pt x="0" y="1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0" y="81"/>
                  </a:lnTo>
                  <a:cubicBezTo>
                    <a:pt x="0" y="134"/>
                    <a:pt x="0" y="182"/>
                    <a:pt x="16" y="251"/>
                  </a:cubicBezTo>
                  <a:lnTo>
                    <a:pt x="16" y="235"/>
                  </a:lnTo>
                  <a:lnTo>
                    <a:pt x="16" y="81"/>
                  </a:lnTo>
                  <a:lnTo>
                    <a:pt x="16" y="65"/>
                  </a:lnTo>
                  <a:lnTo>
                    <a:pt x="16" y="49"/>
                  </a:lnTo>
                  <a:lnTo>
                    <a:pt x="16" y="1"/>
                  </a:lnTo>
                  <a:close/>
                  <a:moveTo>
                    <a:pt x="16" y="304"/>
                  </a:moveTo>
                  <a:lnTo>
                    <a:pt x="16" y="352"/>
                  </a:lnTo>
                  <a:cubicBezTo>
                    <a:pt x="16" y="453"/>
                    <a:pt x="16" y="554"/>
                    <a:pt x="33" y="655"/>
                  </a:cubicBezTo>
                  <a:lnTo>
                    <a:pt x="33" y="352"/>
                  </a:lnTo>
                  <a:cubicBezTo>
                    <a:pt x="16" y="336"/>
                    <a:pt x="16" y="320"/>
                    <a:pt x="16" y="304"/>
                  </a:cubicBezTo>
                  <a:close/>
                  <a:moveTo>
                    <a:pt x="33" y="655"/>
                  </a:moveTo>
                  <a:lnTo>
                    <a:pt x="33" y="926"/>
                  </a:lnTo>
                  <a:cubicBezTo>
                    <a:pt x="49" y="974"/>
                    <a:pt x="49" y="1043"/>
                    <a:pt x="49" y="1091"/>
                  </a:cubicBezTo>
                  <a:lnTo>
                    <a:pt x="49" y="1261"/>
                  </a:lnTo>
                  <a:cubicBezTo>
                    <a:pt x="65" y="1330"/>
                    <a:pt x="65" y="1415"/>
                    <a:pt x="65" y="1495"/>
                  </a:cubicBezTo>
                  <a:cubicBezTo>
                    <a:pt x="65" y="1564"/>
                    <a:pt x="85" y="1649"/>
                    <a:pt x="85" y="1734"/>
                  </a:cubicBezTo>
                  <a:lnTo>
                    <a:pt x="85" y="1899"/>
                  </a:lnTo>
                  <a:cubicBezTo>
                    <a:pt x="101" y="2037"/>
                    <a:pt x="101" y="2170"/>
                    <a:pt x="117" y="2303"/>
                  </a:cubicBezTo>
                  <a:lnTo>
                    <a:pt x="117" y="2457"/>
                  </a:lnTo>
                  <a:cubicBezTo>
                    <a:pt x="117" y="2525"/>
                    <a:pt x="134" y="2590"/>
                    <a:pt x="134" y="2675"/>
                  </a:cubicBezTo>
                  <a:cubicBezTo>
                    <a:pt x="134" y="2792"/>
                    <a:pt x="134" y="2929"/>
                    <a:pt x="150" y="3063"/>
                  </a:cubicBezTo>
                  <a:lnTo>
                    <a:pt x="150" y="3095"/>
                  </a:lnTo>
                  <a:lnTo>
                    <a:pt x="150" y="3180"/>
                  </a:lnTo>
                  <a:cubicBezTo>
                    <a:pt x="150" y="3212"/>
                    <a:pt x="166" y="3249"/>
                    <a:pt x="166" y="3281"/>
                  </a:cubicBezTo>
                  <a:lnTo>
                    <a:pt x="166" y="3180"/>
                  </a:lnTo>
                  <a:lnTo>
                    <a:pt x="166" y="3095"/>
                  </a:lnTo>
                  <a:lnTo>
                    <a:pt x="166" y="3063"/>
                  </a:lnTo>
                  <a:cubicBezTo>
                    <a:pt x="150" y="2929"/>
                    <a:pt x="150" y="2792"/>
                    <a:pt x="150" y="2675"/>
                  </a:cubicBezTo>
                  <a:cubicBezTo>
                    <a:pt x="134" y="2590"/>
                    <a:pt x="134" y="2525"/>
                    <a:pt x="134" y="2457"/>
                  </a:cubicBezTo>
                  <a:cubicBezTo>
                    <a:pt x="134" y="2404"/>
                    <a:pt x="117" y="2356"/>
                    <a:pt x="117" y="2287"/>
                  </a:cubicBezTo>
                  <a:cubicBezTo>
                    <a:pt x="117" y="2170"/>
                    <a:pt x="117" y="2037"/>
                    <a:pt x="101" y="1899"/>
                  </a:cubicBezTo>
                  <a:lnTo>
                    <a:pt x="101" y="1734"/>
                  </a:lnTo>
                  <a:cubicBezTo>
                    <a:pt x="85" y="1649"/>
                    <a:pt x="85" y="1564"/>
                    <a:pt x="85" y="1495"/>
                  </a:cubicBezTo>
                  <a:cubicBezTo>
                    <a:pt x="85" y="1415"/>
                    <a:pt x="85" y="1330"/>
                    <a:pt x="65" y="1261"/>
                  </a:cubicBezTo>
                  <a:lnTo>
                    <a:pt x="65" y="1091"/>
                  </a:lnTo>
                  <a:cubicBezTo>
                    <a:pt x="65" y="1043"/>
                    <a:pt x="49" y="974"/>
                    <a:pt x="49" y="926"/>
                  </a:cubicBezTo>
                  <a:cubicBezTo>
                    <a:pt x="49" y="841"/>
                    <a:pt x="49" y="740"/>
                    <a:pt x="33" y="655"/>
                  </a:cubicBezTo>
                  <a:close/>
                  <a:moveTo>
                    <a:pt x="166" y="3281"/>
                  </a:moveTo>
                  <a:lnTo>
                    <a:pt x="166" y="3366"/>
                  </a:lnTo>
                  <a:cubicBezTo>
                    <a:pt x="166" y="3467"/>
                    <a:pt x="166" y="3568"/>
                    <a:pt x="186" y="3685"/>
                  </a:cubicBezTo>
                  <a:cubicBezTo>
                    <a:pt x="186" y="3786"/>
                    <a:pt x="202" y="3887"/>
                    <a:pt x="202" y="4040"/>
                  </a:cubicBezTo>
                  <a:cubicBezTo>
                    <a:pt x="202" y="4056"/>
                    <a:pt x="202" y="4073"/>
                    <a:pt x="235" y="4073"/>
                  </a:cubicBezTo>
                  <a:cubicBezTo>
                    <a:pt x="218" y="4056"/>
                    <a:pt x="218" y="4056"/>
                    <a:pt x="218" y="4040"/>
                  </a:cubicBezTo>
                  <a:cubicBezTo>
                    <a:pt x="202" y="3887"/>
                    <a:pt x="202" y="3786"/>
                    <a:pt x="202" y="3685"/>
                  </a:cubicBezTo>
                  <a:cubicBezTo>
                    <a:pt x="186" y="3568"/>
                    <a:pt x="186" y="3467"/>
                    <a:pt x="186" y="3366"/>
                  </a:cubicBezTo>
                  <a:cubicBezTo>
                    <a:pt x="186" y="3333"/>
                    <a:pt x="186" y="3313"/>
                    <a:pt x="166" y="3281"/>
                  </a:cubicBezTo>
                  <a:close/>
                  <a:moveTo>
                    <a:pt x="235" y="4073"/>
                  </a:moveTo>
                  <a:cubicBezTo>
                    <a:pt x="267" y="4089"/>
                    <a:pt x="303" y="4105"/>
                    <a:pt x="336" y="4121"/>
                  </a:cubicBezTo>
                  <a:cubicBezTo>
                    <a:pt x="352" y="4121"/>
                    <a:pt x="368" y="4121"/>
                    <a:pt x="388" y="4141"/>
                  </a:cubicBezTo>
                  <a:cubicBezTo>
                    <a:pt x="453" y="4157"/>
                    <a:pt x="521" y="4174"/>
                    <a:pt x="606" y="4190"/>
                  </a:cubicBezTo>
                  <a:cubicBezTo>
                    <a:pt x="521" y="4157"/>
                    <a:pt x="453" y="4141"/>
                    <a:pt x="404" y="4121"/>
                  </a:cubicBezTo>
                  <a:cubicBezTo>
                    <a:pt x="368" y="4121"/>
                    <a:pt x="352" y="4105"/>
                    <a:pt x="336" y="4105"/>
                  </a:cubicBezTo>
                  <a:cubicBezTo>
                    <a:pt x="303" y="4089"/>
                    <a:pt x="267" y="4089"/>
                    <a:pt x="235" y="4073"/>
                  </a:cubicBezTo>
                  <a:close/>
                  <a:moveTo>
                    <a:pt x="606" y="4190"/>
                  </a:moveTo>
                  <a:cubicBezTo>
                    <a:pt x="639" y="4206"/>
                    <a:pt x="671" y="4222"/>
                    <a:pt x="707" y="4222"/>
                  </a:cubicBezTo>
                  <a:cubicBezTo>
                    <a:pt x="671" y="4206"/>
                    <a:pt x="639" y="4190"/>
                    <a:pt x="606" y="4190"/>
                  </a:cubicBezTo>
                  <a:close/>
                  <a:moveTo>
                    <a:pt x="707" y="4222"/>
                  </a:moveTo>
                  <a:cubicBezTo>
                    <a:pt x="740" y="4242"/>
                    <a:pt x="792" y="4258"/>
                    <a:pt x="824" y="4275"/>
                  </a:cubicBezTo>
                  <a:lnTo>
                    <a:pt x="857" y="4275"/>
                  </a:lnTo>
                  <a:cubicBezTo>
                    <a:pt x="925" y="4291"/>
                    <a:pt x="994" y="4307"/>
                    <a:pt x="1059" y="4343"/>
                  </a:cubicBezTo>
                  <a:lnTo>
                    <a:pt x="1111" y="4343"/>
                  </a:lnTo>
                  <a:cubicBezTo>
                    <a:pt x="1095" y="4343"/>
                    <a:pt x="1095" y="4323"/>
                    <a:pt x="1075" y="4323"/>
                  </a:cubicBezTo>
                  <a:cubicBezTo>
                    <a:pt x="994" y="4307"/>
                    <a:pt x="925" y="4275"/>
                    <a:pt x="857" y="4258"/>
                  </a:cubicBezTo>
                  <a:lnTo>
                    <a:pt x="841" y="4258"/>
                  </a:lnTo>
                  <a:cubicBezTo>
                    <a:pt x="792" y="4242"/>
                    <a:pt x="756" y="4222"/>
                    <a:pt x="707" y="4222"/>
                  </a:cubicBezTo>
                  <a:close/>
                  <a:moveTo>
                    <a:pt x="1111" y="4343"/>
                  </a:moveTo>
                  <a:cubicBezTo>
                    <a:pt x="1127" y="4359"/>
                    <a:pt x="1144" y="4359"/>
                    <a:pt x="1160" y="4359"/>
                  </a:cubicBezTo>
                  <a:cubicBezTo>
                    <a:pt x="1176" y="4376"/>
                    <a:pt x="1212" y="4376"/>
                    <a:pt x="1228" y="4392"/>
                  </a:cubicBezTo>
                  <a:lnTo>
                    <a:pt x="1261" y="4392"/>
                  </a:lnTo>
                  <a:cubicBezTo>
                    <a:pt x="1261" y="4376"/>
                    <a:pt x="1245" y="4376"/>
                    <a:pt x="1228" y="4376"/>
                  </a:cubicBezTo>
                  <a:cubicBezTo>
                    <a:pt x="1212" y="4359"/>
                    <a:pt x="1196" y="4359"/>
                    <a:pt x="1160" y="4343"/>
                  </a:cubicBezTo>
                  <a:close/>
                  <a:moveTo>
                    <a:pt x="1261" y="4392"/>
                  </a:moveTo>
                  <a:cubicBezTo>
                    <a:pt x="1297" y="4408"/>
                    <a:pt x="1329" y="4424"/>
                    <a:pt x="1362" y="4424"/>
                  </a:cubicBezTo>
                  <a:lnTo>
                    <a:pt x="1362" y="4408"/>
                  </a:lnTo>
                  <a:cubicBezTo>
                    <a:pt x="1329" y="4408"/>
                    <a:pt x="1297" y="4392"/>
                    <a:pt x="1261" y="43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9">
              <a:extLst>
                <a:ext uri="{FF2B5EF4-FFF2-40B4-BE49-F238E27FC236}">
                  <a16:creationId xmlns:a16="http://schemas.microsoft.com/office/drawing/2014/main" id="{AD4390C9-5A58-715E-B01A-CF93DBFF6642}"/>
                </a:ext>
              </a:extLst>
            </p:cNvPr>
            <p:cNvSpPr/>
            <p:nvPr/>
          </p:nvSpPr>
          <p:spPr>
            <a:xfrm>
              <a:off x="1679117" y="477849"/>
              <a:ext cx="55125" cy="41816"/>
            </a:xfrm>
            <a:custGeom>
              <a:avLst/>
              <a:gdLst/>
              <a:ahLst/>
              <a:cxnLst/>
              <a:rect l="l" t="t" r="r" b="b"/>
              <a:pathLst>
                <a:path w="555" h="421" extrusionOk="0">
                  <a:moveTo>
                    <a:pt x="538" y="1"/>
                  </a:moveTo>
                  <a:cubicBezTo>
                    <a:pt x="469" y="49"/>
                    <a:pt x="405" y="102"/>
                    <a:pt x="352" y="150"/>
                  </a:cubicBezTo>
                  <a:cubicBezTo>
                    <a:pt x="267" y="203"/>
                    <a:pt x="203" y="267"/>
                    <a:pt x="118" y="320"/>
                  </a:cubicBezTo>
                  <a:cubicBezTo>
                    <a:pt x="86" y="336"/>
                    <a:pt x="65" y="368"/>
                    <a:pt x="33" y="388"/>
                  </a:cubicBezTo>
                  <a:lnTo>
                    <a:pt x="17" y="405"/>
                  </a:lnTo>
                  <a:lnTo>
                    <a:pt x="1" y="421"/>
                  </a:lnTo>
                  <a:lnTo>
                    <a:pt x="17" y="421"/>
                  </a:lnTo>
                  <a:cubicBezTo>
                    <a:pt x="33" y="405"/>
                    <a:pt x="33" y="405"/>
                    <a:pt x="49" y="388"/>
                  </a:cubicBezTo>
                  <a:cubicBezTo>
                    <a:pt x="65" y="368"/>
                    <a:pt x="102" y="352"/>
                    <a:pt x="134" y="336"/>
                  </a:cubicBezTo>
                  <a:cubicBezTo>
                    <a:pt x="203" y="287"/>
                    <a:pt x="287" y="219"/>
                    <a:pt x="352" y="166"/>
                  </a:cubicBezTo>
                  <a:cubicBezTo>
                    <a:pt x="421" y="118"/>
                    <a:pt x="489" y="65"/>
                    <a:pt x="554" y="17"/>
                  </a:cubicBezTo>
                  <a:lnTo>
                    <a:pt x="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9">
              <a:extLst>
                <a:ext uri="{FF2B5EF4-FFF2-40B4-BE49-F238E27FC236}">
                  <a16:creationId xmlns:a16="http://schemas.microsoft.com/office/drawing/2014/main" id="{EAD9A2EA-DF27-2A03-E4CB-DD478FDA7599}"/>
                </a:ext>
              </a:extLst>
            </p:cNvPr>
            <p:cNvSpPr/>
            <p:nvPr/>
          </p:nvSpPr>
          <p:spPr>
            <a:xfrm>
              <a:off x="2533412" y="454209"/>
              <a:ext cx="6853" cy="3675"/>
            </a:xfrm>
            <a:custGeom>
              <a:avLst/>
              <a:gdLst/>
              <a:ahLst/>
              <a:cxnLst/>
              <a:rect l="l" t="t" r="r" b="b"/>
              <a:pathLst>
                <a:path w="69" h="37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32" y="21"/>
                    <a:pt x="32" y="37"/>
                  </a:cubicBezTo>
                  <a:lnTo>
                    <a:pt x="69" y="37"/>
                  </a:lnTo>
                  <a:cubicBezTo>
                    <a:pt x="69" y="37"/>
                    <a:pt x="49" y="21"/>
                    <a:pt x="32" y="21"/>
                  </a:cubicBezTo>
                  <a:cubicBezTo>
                    <a:pt x="32" y="21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9">
              <a:extLst>
                <a:ext uri="{FF2B5EF4-FFF2-40B4-BE49-F238E27FC236}">
                  <a16:creationId xmlns:a16="http://schemas.microsoft.com/office/drawing/2014/main" id="{9CD4DDF7-7859-0007-229C-AB2ED479BCC7}"/>
                </a:ext>
              </a:extLst>
            </p:cNvPr>
            <p:cNvSpPr/>
            <p:nvPr/>
          </p:nvSpPr>
          <p:spPr>
            <a:xfrm>
              <a:off x="2595192" y="969408"/>
              <a:ext cx="3278" cy="11720"/>
            </a:xfrm>
            <a:custGeom>
              <a:avLst/>
              <a:gdLst/>
              <a:ahLst/>
              <a:cxnLst/>
              <a:rect l="l" t="t" r="r" b="b"/>
              <a:pathLst>
                <a:path w="33" h="118" extrusionOk="0">
                  <a:moveTo>
                    <a:pt x="16" y="0"/>
                  </a:moveTo>
                  <a:cubicBezTo>
                    <a:pt x="0" y="16"/>
                    <a:pt x="0" y="49"/>
                    <a:pt x="16" y="65"/>
                  </a:cubicBezTo>
                  <a:cubicBezTo>
                    <a:pt x="16" y="49"/>
                    <a:pt x="16" y="33"/>
                    <a:pt x="33" y="0"/>
                  </a:cubicBezTo>
                  <a:close/>
                  <a:moveTo>
                    <a:pt x="16" y="65"/>
                  </a:moveTo>
                  <a:lnTo>
                    <a:pt x="16" y="101"/>
                  </a:lnTo>
                  <a:lnTo>
                    <a:pt x="16" y="117"/>
                  </a:lnTo>
                  <a:lnTo>
                    <a:pt x="33" y="117"/>
                  </a:lnTo>
                  <a:lnTo>
                    <a:pt x="33" y="101"/>
                  </a:lnTo>
                  <a:cubicBezTo>
                    <a:pt x="16" y="85"/>
                    <a:pt x="16" y="85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9">
              <a:extLst>
                <a:ext uri="{FF2B5EF4-FFF2-40B4-BE49-F238E27FC236}">
                  <a16:creationId xmlns:a16="http://schemas.microsoft.com/office/drawing/2014/main" id="{FEBBD668-3F88-BBD4-795E-415CAF6ECAB9}"/>
                </a:ext>
              </a:extLst>
            </p:cNvPr>
            <p:cNvSpPr/>
            <p:nvPr/>
          </p:nvSpPr>
          <p:spPr>
            <a:xfrm>
              <a:off x="2483252" y="939313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6" y="0"/>
                  </a:moveTo>
                  <a:cubicBezTo>
                    <a:pt x="0" y="33"/>
                    <a:pt x="0" y="65"/>
                    <a:pt x="0" y="101"/>
                  </a:cubicBezTo>
                  <a:lnTo>
                    <a:pt x="0" y="150"/>
                  </a:lnTo>
                  <a:cubicBezTo>
                    <a:pt x="0" y="166"/>
                    <a:pt x="0" y="186"/>
                    <a:pt x="16" y="202"/>
                  </a:cubicBezTo>
                  <a:lnTo>
                    <a:pt x="16" y="150"/>
                  </a:lnTo>
                  <a:lnTo>
                    <a:pt x="16" y="101"/>
                  </a:lnTo>
                  <a:lnTo>
                    <a:pt x="16" y="0"/>
                  </a:lnTo>
                  <a:close/>
                  <a:moveTo>
                    <a:pt x="16" y="202"/>
                  </a:moveTo>
                  <a:lnTo>
                    <a:pt x="16" y="235"/>
                  </a:lnTo>
                  <a:lnTo>
                    <a:pt x="16" y="352"/>
                  </a:lnTo>
                  <a:lnTo>
                    <a:pt x="16" y="420"/>
                  </a:lnTo>
                  <a:lnTo>
                    <a:pt x="32" y="420"/>
                  </a:lnTo>
                  <a:lnTo>
                    <a:pt x="32" y="352"/>
                  </a:lnTo>
                  <a:lnTo>
                    <a:pt x="32" y="235"/>
                  </a:lnTo>
                  <a:cubicBezTo>
                    <a:pt x="16" y="218"/>
                    <a:pt x="16" y="218"/>
                    <a:pt x="16" y="2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9">
              <a:extLst>
                <a:ext uri="{FF2B5EF4-FFF2-40B4-BE49-F238E27FC236}">
                  <a16:creationId xmlns:a16="http://schemas.microsoft.com/office/drawing/2014/main" id="{2114387C-73E6-59EA-E656-28D63C46E194}"/>
                </a:ext>
              </a:extLst>
            </p:cNvPr>
            <p:cNvSpPr/>
            <p:nvPr/>
          </p:nvSpPr>
          <p:spPr>
            <a:xfrm>
              <a:off x="2553475" y="460963"/>
              <a:ext cx="53437" cy="443089"/>
            </a:xfrm>
            <a:custGeom>
              <a:avLst/>
              <a:gdLst/>
              <a:ahLst/>
              <a:cxnLst/>
              <a:rect l="l" t="t" r="r" b="b"/>
              <a:pathLst>
                <a:path w="538" h="4461" extrusionOk="0">
                  <a:moveTo>
                    <a:pt x="16" y="1"/>
                  </a:moveTo>
                  <a:cubicBezTo>
                    <a:pt x="0" y="17"/>
                    <a:pt x="16" y="54"/>
                    <a:pt x="16" y="70"/>
                  </a:cubicBezTo>
                  <a:lnTo>
                    <a:pt x="16" y="134"/>
                  </a:lnTo>
                  <a:lnTo>
                    <a:pt x="16" y="171"/>
                  </a:lnTo>
                  <a:lnTo>
                    <a:pt x="32" y="187"/>
                  </a:lnTo>
                  <a:lnTo>
                    <a:pt x="32" y="171"/>
                  </a:lnTo>
                  <a:lnTo>
                    <a:pt x="32" y="134"/>
                  </a:lnTo>
                  <a:lnTo>
                    <a:pt x="32" y="70"/>
                  </a:lnTo>
                  <a:cubicBezTo>
                    <a:pt x="16" y="54"/>
                    <a:pt x="16" y="33"/>
                    <a:pt x="32" y="17"/>
                  </a:cubicBezTo>
                  <a:lnTo>
                    <a:pt x="69" y="17"/>
                  </a:lnTo>
                  <a:lnTo>
                    <a:pt x="69" y="1"/>
                  </a:lnTo>
                  <a:close/>
                  <a:moveTo>
                    <a:pt x="69" y="17"/>
                  </a:moveTo>
                  <a:lnTo>
                    <a:pt x="85" y="33"/>
                  </a:lnTo>
                  <a:cubicBezTo>
                    <a:pt x="186" y="70"/>
                    <a:pt x="303" y="118"/>
                    <a:pt x="404" y="154"/>
                  </a:cubicBezTo>
                  <a:cubicBezTo>
                    <a:pt x="420" y="171"/>
                    <a:pt x="436" y="171"/>
                    <a:pt x="436" y="171"/>
                  </a:cubicBezTo>
                  <a:cubicBezTo>
                    <a:pt x="473" y="187"/>
                    <a:pt x="505" y="187"/>
                    <a:pt x="521" y="203"/>
                  </a:cubicBezTo>
                  <a:lnTo>
                    <a:pt x="537" y="203"/>
                  </a:lnTo>
                  <a:cubicBezTo>
                    <a:pt x="505" y="171"/>
                    <a:pt x="473" y="171"/>
                    <a:pt x="453" y="154"/>
                  </a:cubicBezTo>
                  <a:lnTo>
                    <a:pt x="420" y="154"/>
                  </a:lnTo>
                  <a:cubicBezTo>
                    <a:pt x="303" y="102"/>
                    <a:pt x="202" y="54"/>
                    <a:pt x="85" y="17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cubicBezTo>
                    <a:pt x="32" y="288"/>
                    <a:pt x="32" y="320"/>
                    <a:pt x="49" y="336"/>
                  </a:cubicBez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36"/>
                  </a:moveTo>
                  <a:lnTo>
                    <a:pt x="49" y="437"/>
                  </a:lnTo>
                  <a:lnTo>
                    <a:pt x="49" y="490"/>
                  </a:lnTo>
                  <a:cubicBezTo>
                    <a:pt x="69" y="558"/>
                    <a:pt x="69" y="639"/>
                    <a:pt x="85" y="724"/>
                  </a:cubicBezTo>
                  <a:cubicBezTo>
                    <a:pt x="85" y="760"/>
                    <a:pt x="85" y="793"/>
                    <a:pt x="101" y="841"/>
                  </a:cubicBezTo>
                  <a:lnTo>
                    <a:pt x="101" y="708"/>
                  </a:lnTo>
                  <a:cubicBezTo>
                    <a:pt x="85" y="639"/>
                    <a:pt x="85" y="558"/>
                    <a:pt x="69" y="490"/>
                  </a:cubicBezTo>
                  <a:lnTo>
                    <a:pt x="69" y="437"/>
                  </a:lnTo>
                  <a:cubicBezTo>
                    <a:pt x="69" y="405"/>
                    <a:pt x="69" y="373"/>
                    <a:pt x="49" y="336"/>
                  </a:cubicBezTo>
                  <a:close/>
                  <a:moveTo>
                    <a:pt x="101" y="841"/>
                  </a:moveTo>
                  <a:lnTo>
                    <a:pt x="101" y="926"/>
                  </a:lnTo>
                  <a:cubicBezTo>
                    <a:pt x="101" y="962"/>
                    <a:pt x="117" y="995"/>
                    <a:pt x="117" y="1027"/>
                  </a:cubicBezTo>
                  <a:lnTo>
                    <a:pt x="117" y="1144"/>
                  </a:lnTo>
                  <a:cubicBezTo>
                    <a:pt x="133" y="1181"/>
                    <a:pt x="133" y="1213"/>
                    <a:pt x="133" y="1265"/>
                  </a:cubicBezTo>
                  <a:cubicBezTo>
                    <a:pt x="133" y="1298"/>
                    <a:pt x="150" y="1330"/>
                    <a:pt x="150" y="1366"/>
                  </a:cubicBezTo>
                  <a:cubicBezTo>
                    <a:pt x="150" y="1399"/>
                    <a:pt x="150" y="1447"/>
                    <a:pt x="170" y="1484"/>
                  </a:cubicBezTo>
                  <a:lnTo>
                    <a:pt x="170" y="1366"/>
                  </a:lnTo>
                  <a:cubicBezTo>
                    <a:pt x="150" y="1330"/>
                    <a:pt x="150" y="1298"/>
                    <a:pt x="150" y="1265"/>
                  </a:cubicBezTo>
                  <a:cubicBezTo>
                    <a:pt x="150" y="1213"/>
                    <a:pt x="150" y="1181"/>
                    <a:pt x="133" y="1144"/>
                  </a:cubicBezTo>
                  <a:lnTo>
                    <a:pt x="133" y="1011"/>
                  </a:lnTo>
                  <a:cubicBezTo>
                    <a:pt x="117" y="995"/>
                    <a:pt x="117" y="962"/>
                    <a:pt x="117" y="926"/>
                  </a:cubicBezTo>
                  <a:cubicBezTo>
                    <a:pt x="117" y="894"/>
                    <a:pt x="117" y="861"/>
                    <a:pt x="101" y="841"/>
                  </a:cubicBezTo>
                  <a:close/>
                  <a:moveTo>
                    <a:pt x="170" y="1484"/>
                  </a:moveTo>
                  <a:lnTo>
                    <a:pt x="170" y="1516"/>
                  </a:lnTo>
                  <a:lnTo>
                    <a:pt x="170" y="1617"/>
                  </a:lnTo>
                  <a:lnTo>
                    <a:pt x="186" y="1669"/>
                  </a:lnTo>
                  <a:lnTo>
                    <a:pt x="186" y="1617"/>
                  </a:lnTo>
                  <a:lnTo>
                    <a:pt x="186" y="1516"/>
                  </a:lnTo>
                  <a:lnTo>
                    <a:pt x="170" y="1484"/>
                  </a:lnTo>
                  <a:close/>
                  <a:moveTo>
                    <a:pt x="186" y="1669"/>
                  </a:moveTo>
                  <a:lnTo>
                    <a:pt x="186" y="1718"/>
                  </a:lnTo>
                  <a:cubicBezTo>
                    <a:pt x="186" y="1770"/>
                    <a:pt x="186" y="1803"/>
                    <a:pt x="202" y="1835"/>
                  </a:cubicBezTo>
                  <a:lnTo>
                    <a:pt x="202" y="1718"/>
                  </a:lnTo>
                  <a:cubicBezTo>
                    <a:pt x="202" y="1702"/>
                    <a:pt x="202" y="1686"/>
                    <a:pt x="186" y="1669"/>
                  </a:cubicBezTo>
                  <a:close/>
                  <a:moveTo>
                    <a:pt x="202" y="1835"/>
                  </a:moveTo>
                  <a:lnTo>
                    <a:pt x="202" y="1936"/>
                  </a:lnTo>
                  <a:cubicBezTo>
                    <a:pt x="202" y="1972"/>
                    <a:pt x="218" y="2005"/>
                    <a:pt x="218" y="2053"/>
                  </a:cubicBezTo>
                  <a:lnTo>
                    <a:pt x="218" y="2089"/>
                  </a:lnTo>
                  <a:cubicBezTo>
                    <a:pt x="218" y="2106"/>
                    <a:pt x="218" y="2106"/>
                    <a:pt x="234" y="2122"/>
                  </a:cubicBezTo>
                  <a:lnTo>
                    <a:pt x="234" y="2089"/>
                  </a:lnTo>
                  <a:lnTo>
                    <a:pt x="234" y="2053"/>
                  </a:lnTo>
                  <a:cubicBezTo>
                    <a:pt x="218" y="2005"/>
                    <a:pt x="218" y="1972"/>
                    <a:pt x="218" y="1920"/>
                  </a:cubicBezTo>
                  <a:cubicBezTo>
                    <a:pt x="218" y="1904"/>
                    <a:pt x="218" y="1871"/>
                    <a:pt x="202" y="1835"/>
                  </a:cubicBezTo>
                  <a:close/>
                  <a:moveTo>
                    <a:pt x="234" y="2122"/>
                  </a:moveTo>
                  <a:lnTo>
                    <a:pt x="234" y="2291"/>
                  </a:lnTo>
                  <a:cubicBezTo>
                    <a:pt x="251" y="2324"/>
                    <a:pt x="251" y="2376"/>
                    <a:pt x="251" y="2409"/>
                  </a:cubicBezTo>
                  <a:cubicBezTo>
                    <a:pt x="251" y="2477"/>
                    <a:pt x="271" y="2526"/>
                    <a:pt x="271" y="2594"/>
                  </a:cubicBezTo>
                  <a:cubicBezTo>
                    <a:pt x="287" y="2643"/>
                    <a:pt x="287" y="2695"/>
                    <a:pt x="287" y="2744"/>
                  </a:cubicBezTo>
                  <a:cubicBezTo>
                    <a:pt x="303" y="2780"/>
                    <a:pt x="303" y="2813"/>
                    <a:pt x="303" y="2829"/>
                  </a:cubicBezTo>
                  <a:lnTo>
                    <a:pt x="303" y="2914"/>
                  </a:lnTo>
                  <a:cubicBezTo>
                    <a:pt x="303" y="2962"/>
                    <a:pt x="319" y="2998"/>
                    <a:pt x="319" y="3047"/>
                  </a:cubicBezTo>
                  <a:cubicBezTo>
                    <a:pt x="319" y="3099"/>
                    <a:pt x="335" y="3132"/>
                    <a:pt x="335" y="3164"/>
                  </a:cubicBezTo>
                  <a:lnTo>
                    <a:pt x="335" y="3265"/>
                  </a:lnTo>
                  <a:cubicBezTo>
                    <a:pt x="352" y="3285"/>
                    <a:pt x="352" y="3318"/>
                    <a:pt x="352" y="3350"/>
                  </a:cubicBezTo>
                  <a:cubicBezTo>
                    <a:pt x="352" y="3451"/>
                    <a:pt x="372" y="3552"/>
                    <a:pt x="388" y="3669"/>
                  </a:cubicBezTo>
                  <a:lnTo>
                    <a:pt x="388" y="3705"/>
                  </a:lnTo>
                  <a:cubicBezTo>
                    <a:pt x="388" y="3722"/>
                    <a:pt x="404" y="3738"/>
                    <a:pt x="404" y="3754"/>
                  </a:cubicBezTo>
                  <a:lnTo>
                    <a:pt x="404" y="3705"/>
                  </a:lnTo>
                  <a:lnTo>
                    <a:pt x="404" y="3669"/>
                  </a:lnTo>
                  <a:cubicBezTo>
                    <a:pt x="388" y="3552"/>
                    <a:pt x="372" y="3451"/>
                    <a:pt x="372" y="3350"/>
                  </a:cubicBezTo>
                  <a:cubicBezTo>
                    <a:pt x="352" y="3318"/>
                    <a:pt x="352" y="3285"/>
                    <a:pt x="352" y="3265"/>
                  </a:cubicBezTo>
                  <a:lnTo>
                    <a:pt x="352" y="3164"/>
                  </a:lnTo>
                  <a:cubicBezTo>
                    <a:pt x="335" y="3132"/>
                    <a:pt x="335" y="3099"/>
                    <a:pt x="335" y="3047"/>
                  </a:cubicBezTo>
                  <a:cubicBezTo>
                    <a:pt x="335" y="2998"/>
                    <a:pt x="319" y="2962"/>
                    <a:pt x="319" y="2914"/>
                  </a:cubicBezTo>
                  <a:lnTo>
                    <a:pt x="319" y="2829"/>
                  </a:lnTo>
                  <a:cubicBezTo>
                    <a:pt x="303" y="2813"/>
                    <a:pt x="303" y="2780"/>
                    <a:pt x="303" y="2744"/>
                  </a:cubicBezTo>
                  <a:cubicBezTo>
                    <a:pt x="303" y="2695"/>
                    <a:pt x="287" y="2643"/>
                    <a:pt x="287" y="2594"/>
                  </a:cubicBezTo>
                  <a:cubicBezTo>
                    <a:pt x="287" y="2526"/>
                    <a:pt x="271" y="2477"/>
                    <a:pt x="271" y="2409"/>
                  </a:cubicBezTo>
                  <a:cubicBezTo>
                    <a:pt x="271" y="2376"/>
                    <a:pt x="251" y="2324"/>
                    <a:pt x="251" y="2291"/>
                  </a:cubicBezTo>
                  <a:cubicBezTo>
                    <a:pt x="251" y="2223"/>
                    <a:pt x="251" y="2174"/>
                    <a:pt x="234" y="2122"/>
                  </a:cubicBezTo>
                  <a:close/>
                  <a:moveTo>
                    <a:pt x="404" y="3754"/>
                  </a:moveTo>
                  <a:lnTo>
                    <a:pt x="404" y="3790"/>
                  </a:lnTo>
                  <a:cubicBezTo>
                    <a:pt x="404" y="3806"/>
                    <a:pt x="420" y="3823"/>
                    <a:pt x="404" y="3839"/>
                  </a:cubicBezTo>
                  <a:cubicBezTo>
                    <a:pt x="404" y="3891"/>
                    <a:pt x="404" y="3924"/>
                    <a:pt x="420" y="3956"/>
                  </a:cubicBezTo>
                  <a:lnTo>
                    <a:pt x="420" y="3839"/>
                  </a:lnTo>
                  <a:lnTo>
                    <a:pt x="420" y="3790"/>
                  </a:lnTo>
                  <a:cubicBezTo>
                    <a:pt x="420" y="3770"/>
                    <a:pt x="420" y="3770"/>
                    <a:pt x="404" y="3754"/>
                  </a:cubicBezTo>
                  <a:close/>
                  <a:moveTo>
                    <a:pt x="420" y="3956"/>
                  </a:moveTo>
                  <a:lnTo>
                    <a:pt x="420" y="4073"/>
                  </a:lnTo>
                  <a:cubicBezTo>
                    <a:pt x="420" y="4093"/>
                    <a:pt x="436" y="4109"/>
                    <a:pt x="436" y="4125"/>
                  </a:cubicBezTo>
                  <a:lnTo>
                    <a:pt x="436" y="4073"/>
                  </a:lnTo>
                  <a:cubicBezTo>
                    <a:pt x="436" y="4041"/>
                    <a:pt x="436" y="3992"/>
                    <a:pt x="420" y="3956"/>
                  </a:cubicBezTo>
                  <a:close/>
                  <a:moveTo>
                    <a:pt x="436" y="4125"/>
                  </a:moveTo>
                  <a:lnTo>
                    <a:pt x="436" y="4174"/>
                  </a:lnTo>
                  <a:cubicBezTo>
                    <a:pt x="436" y="4226"/>
                    <a:pt x="436" y="4259"/>
                    <a:pt x="453" y="4295"/>
                  </a:cubicBezTo>
                  <a:lnTo>
                    <a:pt x="453" y="4174"/>
                  </a:lnTo>
                  <a:lnTo>
                    <a:pt x="436" y="4125"/>
                  </a:lnTo>
                  <a:close/>
                  <a:moveTo>
                    <a:pt x="453" y="4311"/>
                  </a:moveTo>
                  <a:lnTo>
                    <a:pt x="453" y="4376"/>
                  </a:lnTo>
                  <a:lnTo>
                    <a:pt x="453" y="4428"/>
                  </a:lnTo>
                  <a:lnTo>
                    <a:pt x="453" y="4445"/>
                  </a:lnTo>
                  <a:lnTo>
                    <a:pt x="473" y="4461"/>
                  </a:lnTo>
                  <a:lnTo>
                    <a:pt x="473" y="4445"/>
                  </a:lnTo>
                  <a:lnTo>
                    <a:pt x="473" y="4428"/>
                  </a:lnTo>
                  <a:lnTo>
                    <a:pt x="473" y="4376"/>
                  </a:lnTo>
                  <a:cubicBezTo>
                    <a:pt x="473" y="4360"/>
                    <a:pt x="473" y="4327"/>
                    <a:pt x="453" y="4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9">
              <a:extLst>
                <a:ext uri="{FF2B5EF4-FFF2-40B4-BE49-F238E27FC236}">
                  <a16:creationId xmlns:a16="http://schemas.microsoft.com/office/drawing/2014/main" id="{47DC017F-FBA3-8B6B-18A9-C68849885C38}"/>
                </a:ext>
              </a:extLst>
            </p:cNvPr>
            <p:cNvSpPr/>
            <p:nvPr/>
          </p:nvSpPr>
          <p:spPr>
            <a:xfrm>
              <a:off x="1672363" y="67490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0"/>
                  </a:moveTo>
                  <a:cubicBezTo>
                    <a:pt x="590" y="0"/>
                    <a:pt x="574" y="20"/>
                    <a:pt x="557" y="36"/>
                  </a:cubicBezTo>
                  <a:cubicBezTo>
                    <a:pt x="574" y="36"/>
                    <a:pt x="606" y="20"/>
                    <a:pt x="622" y="20"/>
                  </a:cubicBezTo>
                  <a:lnTo>
                    <a:pt x="638" y="0"/>
                  </a:lnTo>
                  <a:close/>
                  <a:moveTo>
                    <a:pt x="537" y="53"/>
                  </a:moveTo>
                  <a:lnTo>
                    <a:pt x="537" y="53"/>
                  </a:lnTo>
                  <a:cubicBezTo>
                    <a:pt x="420" y="121"/>
                    <a:pt x="319" y="186"/>
                    <a:pt x="202" y="255"/>
                  </a:cubicBezTo>
                  <a:cubicBezTo>
                    <a:pt x="170" y="287"/>
                    <a:pt x="117" y="303"/>
                    <a:pt x="85" y="339"/>
                  </a:cubicBezTo>
                  <a:cubicBezTo>
                    <a:pt x="69" y="356"/>
                    <a:pt x="32" y="372"/>
                    <a:pt x="16" y="372"/>
                  </a:cubicBezTo>
                  <a:cubicBezTo>
                    <a:pt x="16" y="388"/>
                    <a:pt x="0" y="388"/>
                    <a:pt x="0" y="404"/>
                  </a:cubicBezTo>
                  <a:cubicBezTo>
                    <a:pt x="16" y="404"/>
                    <a:pt x="16" y="388"/>
                    <a:pt x="32" y="388"/>
                  </a:cubicBezTo>
                  <a:cubicBezTo>
                    <a:pt x="53" y="372"/>
                    <a:pt x="69" y="356"/>
                    <a:pt x="85" y="356"/>
                  </a:cubicBezTo>
                  <a:cubicBezTo>
                    <a:pt x="133" y="323"/>
                    <a:pt x="170" y="287"/>
                    <a:pt x="218" y="271"/>
                  </a:cubicBezTo>
                  <a:cubicBezTo>
                    <a:pt x="319" y="202"/>
                    <a:pt x="436" y="121"/>
                    <a:pt x="53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9">
              <a:extLst>
                <a:ext uri="{FF2B5EF4-FFF2-40B4-BE49-F238E27FC236}">
                  <a16:creationId xmlns:a16="http://schemas.microsoft.com/office/drawing/2014/main" id="{9CD1568F-32D2-CF5A-600D-67F173742C3E}"/>
                </a:ext>
              </a:extLst>
            </p:cNvPr>
            <p:cNvSpPr/>
            <p:nvPr/>
          </p:nvSpPr>
          <p:spPr>
            <a:xfrm>
              <a:off x="2688657" y="514400"/>
              <a:ext cx="52245" cy="22149"/>
            </a:xfrm>
            <a:custGeom>
              <a:avLst/>
              <a:gdLst/>
              <a:ahLst/>
              <a:cxnLst/>
              <a:rect l="l" t="t" r="r" b="b"/>
              <a:pathLst>
                <a:path w="526" h="223" extrusionOk="0">
                  <a:moveTo>
                    <a:pt x="0" y="0"/>
                  </a:moveTo>
                  <a:lnTo>
                    <a:pt x="21" y="20"/>
                  </a:lnTo>
                  <a:cubicBezTo>
                    <a:pt x="69" y="20"/>
                    <a:pt x="101" y="37"/>
                    <a:pt x="154" y="69"/>
                  </a:cubicBezTo>
                  <a:cubicBezTo>
                    <a:pt x="170" y="69"/>
                    <a:pt x="186" y="85"/>
                    <a:pt x="202" y="85"/>
                  </a:cubicBezTo>
                  <a:cubicBezTo>
                    <a:pt x="239" y="101"/>
                    <a:pt x="271" y="121"/>
                    <a:pt x="303" y="138"/>
                  </a:cubicBezTo>
                  <a:cubicBezTo>
                    <a:pt x="372" y="154"/>
                    <a:pt x="441" y="170"/>
                    <a:pt x="489" y="202"/>
                  </a:cubicBezTo>
                  <a:lnTo>
                    <a:pt x="505" y="202"/>
                  </a:lnTo>
                  <a:lnTo>
                    <a:pt x="505" y="222"/>
                  </a:lnTo>
                  <a:lnTo>
                    <a:pt x="526" y="222"/>
                  </a:lnTo>
                  <a:cubicBezTo>
                    <a:pt x="526" y="202"/>
                    <a:pt x="526" y="186"/>
                    <a:pt x="505" y="186"/>
                  </a:cubicBezTo>
                  <a:cubicBezTo>
                    <a:pt x="441" y="170"/>
                    <a:pt x="372" y="138"/>
                    <a:pt x="324" y="121"/>
                  </a:cubicBezTo>
                  <a:cubicBezTo>
                    <a:pt x="287" y="101"/>
                    <a:pt x="255" y="85"/>
                    <a:pt x="202" y="69"/>
                  </a:cubicBezTo>
                  <a:cubicBezTo>
                    <a:pt x="186" y="69"/>
                    <a:pt x="170" y="53"/>
                    <a:pt x="154" y="53"/>
                  </a:cubicBezTo>
                  <a:cubicBezTo>
                    <a:pt x="122" y="37"/>
                    <a:pt x="69" y="2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9">
              <a:extLst>
                <a:ext uri="{FF2B5EF4-FFF2-40B4-BE49-F238E27FC236}">
                  <a16:creationId xmlns:a16="http://schemas.microsoft.com/office/drawing/2014/main" id="{BFEFF69C-8844-FC33-DFD3-CA2209096247}"/>
                </a:ext>
              </a:extLst>
            </p:cNvPr>
            <p:cNvSpPr/>
            <p:nvPr/>
          </p:nvSpPr>
          <p:spPr>
            <a:xfrm>
              <a:off x="1663920" y="780393"/>
              <a:ext cx="68634" cy="40227"/>
            </a:xfrm>
            <a:custGeom>
              <a:avLst/>
              <a:gdLst/>
              <a:ahLst/>
              <a:cxnLst/>
              <a:rect l="l" t="t" r="r" b="b"/>
              <a:pathLst>
                <a:path w="691" h="405" extrusionOk="0">
                  <a:moveTo>
                    <a:pt x="691" y="1"/>
                  </a:moveTo>
                  <a:cubicBezTo>
                    <a:pt x="659" y="1"/>
                    <a:pt x="642" y="17"/>
                    <a:pt x="622" y="17"/>
                  </a:cubicBezTo>
                  <a:lnTo>
                    <a:pt x="590" y="33"/>
                  </a:lnTo>
                  <a:cubicBezTo>
                    <a:pt x="473" y="118"/>
                    <a:pt x="356" y="186"/>
                    <a:pt x="255" y="235"/>
                  </a:cubicBezTo>
                  <a:cubicBezTo>
                    <a:pt x="186" y="287"/>
                    <a:pt x="117" y="320"/>
                    <a:pt x="53" y="372"/>
                  </a:cubicBezTo>
                  <a:cubicBezTo>
                    <a:pt x="37" y="388"/>
                    <a:pt x="16" y="388"/>
                    <a:pt x="0" y="388"/>
                  </a:cubicBezTo>
                  <a:lnTo>
                    <a:pt x="0" y="405"/>
                  </a:lnTo>
                  <a:lnTo>
                    <a:pt x="16" y="405"/>
                  </a:lnTo>
                  <a:cubicBezTo>
                    <a:pt x="37" y="405"/>
                    <a:pt x="37" y="388"/>
                    <a:pt x="53" y="388"/>
                  </a:cubicBezTo>
                  <a:cubicBezTo>
                    <a:pt x="117" y="336"/>
                    <a:pt x="202" y="287"/>
                    <a:pt x="271" y="251"/>
                  </a:cubicBezTo>
                  <a:cubicBezTo>
                    <a:pt x="356" y="203"/>
                    <a:pt x="473" y="118"/>
                    <a:pt x="606" y="49"/>
                  </a:cubicBezTo>
                  <a:lnTo>
                    <a:pt x="622" y="33"/>
                  </a:lnTo>
                  <a:cubicBezTo>
                    <a:pt x="642" y="17"/>
                    <a:pt x="659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9">
              <a:extLst>
                <a:ext uri="{FF2B5EF4-FFF2-40B4-BE49-F238E27FC236}">
                  <a16:creationId xmlns:a16="http://schemas.microsoft.com/office/drawing/2014/main" id="{45216892-D3F5-8FD2-1907-9F855F0C2AB4}"/>
                </a:ext>
              </a:extLst>
            </p:cNvPr>
            <p:cNvSpPr/>
            <p:nvPr/>
          </p:nvSpPr>
          <p:spPr>
            <a:xfrm>
              <a:off x="1672363" y="661600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22" y="1"/>
                  </a:moveTo>
                  <a:cubicBezTo>
                    <a:pt x="606" y="1"/>
                    <a:pt x="590" y="17"/>
                    <a:pt x="574" y="33"/>
                  </a:cubicBezTo>
                  <a:cubicBezTo>
                    <a:pt x="590" y="33"/>
                    <a:pt x="606" y="17"/>
                    <a:pt x="622" y="17"/>
                  </a:cubicBezTo>
                  <a:lnTo>
                    <a:pt x="638" y="17"/>
                  </a:lnTo>
                  <a:lnTo>
                    <a:pt x="622" y="1"/>
                  </a:lnTo>
                  <a:close/>
                  <a:moveTo>
                    <a:pt x="557" y="33"/>
                  </a:moveTo>
                  <a:cubicBezTo>
                    <a:pt x="420" y="118"/>
                    <a:pt x="287" y="219"/>
                    <a:pt x="170" y="304"/>
                  </a:cubicBezTo>
                  <a:cubicBezTo>
                    <a:pt x="303" y="219"/>
                    <a:pt x="420" y="134"/>
                    <a:pt x="557" y="53"/>
                  </a:cubicBezTo>
                  <a:lnTo>
                    <a:pt x="574" y="33"/>
                  </a:lnTo>
                  <a:close/>
                  <a:moveTo>
                    <a:pt x="16" y="389"/>
                  </a:moveTo>
                  <a:lnTo>
                    <a:pt x="0" y="405"/>
                  </a:lnTo>
                  <a:lnTo>
                    <a:pt x="0" y="421"/>
                  </a:lnTo>
                  <a:lnTo>
                    <a:pt x="16" y="405"/>
                  </a:lnTo>
                  <a:cubicBezTo>
                    <a:pt x="32" y="405"/>
                    <a:pt x="32" y="405"/>
                    <a:pt x="32" y="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9">
              <a:extLst>
                <a:ext uri="{FF2B5EF4-FFF2-40B4-BE49-F238E27FC236}">
                  <a16:creationId xmlns:a16="http://schemas.microsoft.com/office/drawing/2014/main" id="{79479AEA-8518-287C-1156-9FA39696E538}"/>
                </a:ext>
              </a:extLst>
            </p:cNvPr>
            <p:cNvSpPr/>
            <p:nvPr/>
          </p:nvSpPr>
          <p:spPr>
            <a:xfrm>
              <a:off x="1712391" y="562970"/>
              <a:ext cx="6953" cy="6853"/>
            </a:xfrm>
            <a:custGeom>
              <a:avLst/>
              <a:gdLst/>
              <a:ahLst/>
              <a:cxnLst/>
              <a:rect l="l" t="t" r="r" b="b"/>
              <a:pathLst>
                <a:path w="70" h="69" extrusionOk="0">
                  <a:moveTo>
                    <a:pt x="70" y="0"/>
                  </a:moveTo>
                  <a:lnTo>
                    <a:pt x="1" y="53"/>
                  </a:lnTo>
                  <a:lnTo>
                    <a:pt x="1" y="69"/>
                  </a:lnTo>
                  <a:lnTo>
                    <a:pt x="70" y="1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9">
              <a:extLst>
                <a:ext uri="{FF2B5EF4-FFF2-40B4-BE49-F238E27FC236}">
                  <a16:creationId xmlns:a16="http://schemas.microsoft.com/office/drawing/2014/main" id="{62142288-8918-A431-2823-511244AC87AA}"/>
                </a:ext>
              </a:extLst>
            </p:cNvPr>
            <p:cNvSpPr/>
            <p:nvPr/>
          </p:nvSpPr>
          <p:spPr>
            <a:xfrm>
              <a:off x="2508084" y="660011"/>
              <a:ext cx="60290" cy="20163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53" y="33"/>
                    <a:pt x="69" y="33"/>
                  </a:cubicBezTo>
                  <a:cubicBezTo>
                    <a:pt x="53" y="17"/>
                    <a:pt x="37" y="17"/>
                    <a:pt x="1" y="1"/>
                  </a:cubicBezTo>
                  <a:close/>
                  <a:moveTo>
                    <a:pt x="70" y="33"/>
                  </a:moveTo>
                  <a:lnTo>
                    <a:pt x="70" y="33"/>
                  </a:lnTo>
                  <a:cubicBezTo>
                    <a:pt x="138" y="49"/>
                    <a:pt x="187" y="69"/>
                    <a:pt x="239" y="102"/>
                  </a:cubicBezTo>
                  <a:cubicBezTo>
                    <a:pt x="271" y="102"/>
                    <a:pt x="324" y="118"/>
                    <a:pt x="356" y="134"/>
                  </a:cubicBezTo>
                  <a:cubicBezTo>
                    <a:pt x="405" y="150"/>
                    <a:pt x="457" y="170"/>
                    <a:pt x="506" y="186"/>
                  </a:cubicBezTo>
                  <a:lnTo>
                    <a:pt x="526" y="186"/>
                  </a:lnTo>
                  <a:cubicBezTo>
                    <a:pt x="542" y="186"/>
                    <a:pt x="574" y="203"/>
                    <a:pt x="590" y="203"/>
                  </a:cubicBezTo>
                  <a:lnTo>
                    <a:pt x="607" y="203"/>
                  </a:lnTo>
                  <a:lnTo>
                    <a:pt x="607" y="186"/>
                  </a:lnTo>
                  <a:cubicBezTo>
                    <a:pt x="574" y="186"/>
                    <a:pt x="558" y="186"/>
                    <a:pt x="526" y="170"/>
                  </a:cubicBezTo>
                  <a:lnTo>
                    <a:pt x="506" y="170"/>
                  </a:lnTo>
                  <a:cubicBezTo>
                    <a:pt x="457" y="150"/>
                    <a:pt x="405" y="134"/>
                    <a:pt x="356" y="118"/>
                  </a:cubicBezTo>
                  <a:cubicBezTo>
                    <a:pt x="324" y="102"/>
                    <a:pt x="287" y="85"/>
                    <a:pt x="239" y="85"/>
                  </a:cubicBezTo>
                  <a:cubicBezTo>
                    <a:pt x="187" y="69"/>
                    <a:pt x="138" y="49"/>
                    <a:pt x="7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9">
              <a:extLst>
                <a:ext uri="{FF2B5EF4-FFF2-40B4-BE49-F238E27FC236}">
                  <a16:creationId xmlns:a16="http://schemas.microsoft.com/office/drawing/2014/main" id="{C60DA8FF-80A3-5207-FCF3-69E299F2F48E}"/>
                </a:ext>
              </a:extLst>
            </p:cNvPr>
            <p:cNvSpPr/>
            <p:nvPr/>
          </p:nvSpPr>
          <p:spPr>
            <a:xfrm>
              <a:off x="2257288" y="338992"/>
              <a:ext cx="13806" cy="199147"/>
            </a:xfrm>
            <a:custGeom>
              <a:avLst/>
              <a:gdLst/>
              <a:ahLst/>
              <a:cxnLst/>
              <a:rect l="l" t="t" r="r" b="b"/>
              <a:pathLst>
                <a:path w="139" h="2005" extrusionOk="0">
                  <a:moveTo>
                    <a:pt x="21" y="1"/>
                  </a:moveTo>
                  <a:lnTo>
                    <a:pt x="21" y="17"/>
                  </a:lnTo>
                  <a:cubicBezTo>
                    <a:pt x="1" y="49"/>
                    <a:pt x="1" y="102"/>
                    <a:pt x="21" y="150"/>
                  </a:cubicBezTo>
                  <a:cubicBezTo>
                    <a:pt x="21" y="102"/>
                    <a:pt x="21" y="49"/>
                    <a:pt x="37" y="17"/>
                  </a:cubicBezTo>
                  <a:lnTo>
                    <a:pt x="21" y="1"/>
                  </a:lnTo>
                  <a:close/>
                  <a:moveTo>
                    <a:pt x="21" y="150"/>
                  </a:moveTo>
                  <a:lnTo>
                    <a:pt x="21" y="272"/>
                  </a:lnTo>
                  <a:lnTo>
                    <a:pt x="21" y="304"/>
                  </a:lnTo>
                  <a:cubicBezTo>
                    <a:pt x="21" y="320"/>
                    <a:pt x="21" y="352"/>
                    <a:pt x="37" y="389"/>
                  </a:cubicBezTo>
                  <a:lnTo>
                    <a:pt x="37" y="304"/>
                  </a:lnTo>
                  <a:lnTo>
                    <a:pt x="37" y="272"/>
                  </a:lnTo>
                  <a:cubicBezTo>
                    <a:pt x="37" y="235"/>
                    <a:pt x="37" y="187"/>
                    <a:pt x="21" y="150"/>
                  </a:cubicBezTo>
                  <a:close/>
                  <a:moveTo>
                    <a:pt x="37" y="389"/>
                  </a:moveTo>
                  <a:lnTo>
                    <a:pt x="37" y="538"/>
                  </a:lnTo>
                  <a:lnTo>
                    <a:pt x="37" y="591"/>
                  </a:lnTo>
                  <a:lnTo>
                    <a:pt x="37" y="623"/>
                  </a:lnTo>
                  <a:cubicBezTo>
                    <a:pt x="37" y="655"/>
                    <a:pt x="53" y="692"/>
                    <a:pt x="53" y="724"/>
                  </a:cubicBezTo>
                  <a:lnTo>
                    <a:pt x="53" y="623"/>
                  </a:lnTo>
                  <a:lnTo>
                    <a:pt x="53" y="591"/>
                  </a:lnTo>
                  <a:lnTo>
                    <a:pt x="53" y="538"/>
                  </a:lnTo>
                  <a:cubicBezTo>
                    <a:pt x="53" y="490"/>
                    <a:pt x="53" y="437"/>
                    <a:pt x="37" y="389"/>
                  </a:cubicBezTo>
                  <a:close/>
                  <a:moveTo>
                    <a:pt x="53" y="724"/>
                  </a:moveTo>
                  <a:lnTo>
                    <a:pt x="53" y="793"/>
                  </a:lnTo>
                  <a:lnTo>
                    <a:pt x="53" y="809"/>
                  </a:lnTo>
                  <a:cubicBezTo>
                    <a:pt x="53" y="841"/>
                    <a:pt x="53" y="857"/>
                    <a:pt x="70" y="894"/>
                  </a:cubicBezTo>
                  <a:lnTo>
                    <a:pt x="70" y="809"/>
                  </a:lnTo>
                  <a:lnTo>
                    <a:pt x="70" y="793"/>
                  </a:lnTo>
                  <a:cubicBezTo>
                    <a:pt x="70" y="756"/>
                    <a:pt x="70" y="740"/>
                    <a:pt x="53" y="724"/>
                  </a:cubicBezTo>
                  <a:close/>
                  <a:moveTo>
                    <a:pt x="70" y="894"/>
                  </a:moveTo>
                  <a:lnTo>
                    <a:pt x="70" y="926"/>
                  </a:lnTo>
                  <a:cubicBezTo>
                    <a:pt x="86" y="926"/>
                    <a:pt x="86" y="910"/>
                    <a:pt x="70" y="894"/>
                  </a:cubicBezTo>
                  <a:close/>
                  <a:moveTo>
                    <a:pt x="70" y="942"/>
                  </a:moveTo>
                  <a:lnTo>
                    <a:pt x="70" y="995"/>
                  </a:lnTo>
                  <a:lnTo>
                    <a:pt x="70" y="1043"/>
                  </a:lnTo>
                  <a:lnTo>
                    <a:pt x="70" y="1112"/>
                  </a:lnTo>
                  <a:lnTo>
                    <a:pt x="70" y="1144"/>
                  </a:lnTo>
                  <a:lnTo>
                    <a:pt x="70" y="1181"/>
                  </a:lnTo>
                  <a:cubicBezTo>
                    <a:pt x="86" y="1197"/>
                    <a:pt x="86" y="1213"/>
                    <a:pt x="86" y="1245"/>
                  </a:cubicBezTo>
                  <a:lnTo>
                    <a:pt x="86" y="1314"/>
                  </a:lnTo>
                  <a:lnTo>
                    <a:pt x="86" y="1415"/>
                  </a:lnTo>
                  <a:cubicBezTo>
                    <a:pt x="102" y="1431"/>
                    <a:pt x="102" y="1463"/>
                    <a:pt x="102" y="1483"/>
                  </a:cubicBezTo>
                  <a:lnTo>
                    <a:pt x="102" y="1584"/>
                  </a:lnTo>
                  <a:lnTo>
                    <a:pt x="102" y="1665"/>
                  </a:lnTo>
                  <a:lnTo>
                    <a:pt x="102" y="1685"/>
                  </a:lnTo>
                  <a:cubicBezTo>
                    <a:pt x="102" y="1718"/>
                    <a:pt x="102" y="1766"/>
                    <a:pt x="122" y="1819"/>
                  </a:cubicBezTo>
                  <a:cubicBezTo>
                    <a:pt x="102" y="1835"/>
                    <a:pt x="122" y="1851"/>
                    <a:pt x="122" y="1867"/>
                  </a:cubicBezTo>
                  <a:lnTo>
                    <a:pt x="122" y="1904"/>
                  </a:lnTo>
                  <a:lnTo>
                    <a:pt x="122" y="1936"/>
                  </a:lnTo>
                  <a:lnTo>
                    <a:pt x="122" y="1988"/>
                  </a:lnTo>
                  <a:lnTo>
                    <a:pt x="138" y="2005"/>
                  </a:lnTo>
                  <a:lnTo>
                    <a:pt x="138" y="1988"/>
                  </a:lnTo>
                  <a:lnTo>
                    <a:pt x="138" y="1936"/>
                  </a:lnTo>
                  <a:lnTo>
                    <a:pt x="138" y="1904"/>
                  </a:lnTo>
                  <a:lnTo>
                    <a:pt x="138" y="1867"/>
                  </a:lnTo>
                  <a:cubicBezTo>
                    <a:pt x="122" y="1851"/>
                    <a:pt x="122" y="1835"/>
                    <a:pt x="138" y="1819"/>
                  </a:cubicBezTo>
                  <a:cubicBezTo>
                    <a:pt x="122" y="1766"/>
                    <a:pt x="122" y="1718"/>
                    <a:pt x="122" y="1685"/>
                  </a:cubicBezTo>
                  <a:lnTo>
                    <a:pt x="122" y="1665"/>
                  </a:lnTo>
                  <a:lnTo>
                    <a:pt x="122" y="1584"/>
                  </a:lnTo>
                  <a:lnTo>
                    <a:pt x="122" y="1483"/>
                  </a:lnTo>
                  <a:cubicBezTo>
                    <a:pt x="122" y="1463"/>
                    <a:pt x="102" y="1431"/>
                    <a:pt x="102" y="1399"/>
                  </a:cubicBezTo>
                  <a:lnTo>
                    <a:pt x="102" y="1314"/>
                  </a:lnTo>
                  <a:cubicBezTo>
                    <a:pt x="102" y="1298"/>
                    <a:pt x="102" y="1261"/>
                    <a:pt x="86" y="1229"/>
                  </a:cubicBezTo>
                  <a:lnTo>
                    <a:pt x="86" y="1181"/>
                  </a:lnTo>
                  <a:lnTo>
                    <a:pt x="86" y="1144"/>
                  </a:lnTo>
                  <a:lnTo>
                    <a:pt x="86" y="1112"/>
                  </a:lnTo>
                  <a:lnTo>
                    <a:pt x="86" y="1043"/>
                  </a:lnTo>
                  <a:lnTo>
                    <a:pt x="86" y="995"/>
                  </a:lnTo>
                  <a:cubicBezTo>
                    <a:pt x="70" y="979"/>
                    <a:pt x="70" y="958"/>
                    <a:pt x="70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9">
              <a:extLst>
                <a:ext uri="{FF2B5EF4-FFF2-40B4-BE49-F238E27FC236}">
                  <a16:creationId xmlns:a16="http://schemas.microsoft.com/office/drawing/2014/main" id="{FD162ADD-490E-AB5E-8D41-83C86EEF5807}"/>
                </a:ext>
              </a:extLst>
            </p:cNvPr>
            <p:cNvSpPr/>
            <p:nvPr/>
          </p:nvSpPr>
          <p:spPr>
            <a:xfrm>
              <a:off x="2553475" y="450932"/>
              <a:ext cx="3278" cy="11820"/>
            </a:xfrm>
            <a:custGeom>
              <a:avLst/>
              <a:gdLst/>
              <a:ahLst/>
              <a:cxnLst/>
              <a:rect l="l" t="t" r="r" b="b"/>
              <a:pathLst>
                <a:path w="33" h="119" extrusionOk="0">
                  <a:moveTo>
                    <a:pt x="16" y="1"/>
                  </a:moveTo>
                  <a:lnTo>
                    <a:pt x="16" y="1"/>
                  </a:lnTo>
                  <a:cubicBezTo>
                    <a:pt x="0" y="54"/>
                    <a:pt x="0" y="86"/>
                    <a:pt x="32" y="118"/>
                  </a:cubicBezTo>
                  <a:lnTo>
                    <a:pt x="32" y="102"/>
                  </a:lnTo>
                  <a:cubicBezTo>
                    <a:pt x="16" y="86"/>
                    <a:pt x="16" y="54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9">
              <a:extLst>
                <a:ext uri="{FF2B5EF4-FFF2-40B4-BE49-F238E27FC236}">
                  <a16:creationId xmlns:a16="http://schemas.microsoft.com/office/drawing/2014/main" id="{7C3812DA-85E1-AD74-F06E-D36475F1853D}"/>
                </a:ext>
              </a:extLst>
            </p:cNvPr>
            <p:cNvSpPr/>
            <p:nvPr/>
          </p:nvSpPr>
          <p:spPr>
            <a:xfrm>
              <a:off x="1755796" y="369088"/>
              <a:ext cx="5264" cy="232421"/>
            </a:xfrm>
            <a:custGeom>
              <a:avLst/>
              <a:gdLst/>
              <a:ahLst/>
              <a:cxnLst/>
              <a:rect l="l" t="t" r="r" b="b"/>
              <a:pathLst>
                <a:path w="53" h="2340" extrusionOk="0">
                  <a:moveTo>
                    <a:pt x="37" y="1"/>
                  </a:moveTo>
                  <a:cubicBezTo>
                    <a:pt x="53" y="17"/>
                    <a:pt x="37" y="33"/>
                    <a:pt x="37" y="49"/>
                  </a:cubicBezTo>
                  <a:lnTo>
                    <a:pt x="37" y="70"/>
                  </a:lnTo>
                  <a:lnTo>
                    <a:pt x="37" y="304"/>
                  </a:lnTo>
                  <a:lnTo>
                    <a:pt x="37" y="336"/>
                  </a:lnTo>
                  <a:lnTo>
                    <a:pt x="37" y="490"/>
                  </a:lnTo>
                  <a:lnTo>
                    <a:pt x="37" y="655"/>
                  </a:lnTo>
                  <a:lnTo>
                    <a:pt x="37" y="809"/>
                  </a:lnTo>
                  <a:lnTo>
                    <a:pt x="37" y="910"/>
                  </a:lnTo>
                  <a:lnTo>
                    <a:pt x="53" y="809"/>
                  </a:lnTo>
                  <a:lnTo>
                    <a:pt x="53" y="655"/>
                  </a:lnTo>
                  <a:lnTo>
                    <a:pt x="53" y="490"/>
                  </a:lnTo>
                  <a:lnTo>
                    <a:pt x="53" y="336"/>
                  </a:lnTo>
                  <a:lnTo>
                    <a:pt x="53" y="304"/>
                  </a:lnTo>
                  <a:lnTo>
                    <a:pt x="53" y="70"/>
                  </a:lnTo>
                  <a:lnTo>
                    <a:pt x="53" y="49"/>
                  </a:lnTo>
                  <a:lnTo>
                    <a:pt x="53" y="1"/>
                  </a:lnTo>
                  <a:close/>
                  <a:moveTo>
                    <a:pt x="37" y="1059"/>
                  </a:moveTo>
                  <a:cubicBezTo>
                    <a:pt x="37" y="1180"/>
                    <a:pt x="37" y="1298"/>
                    <a:pt x="20" y="1431"/>
                  </a:cubicBezTo>
                  <a:lnTo>
                    <a:pt x="20" y="1617"/>
                  </a:lnTo>
                  <a:lnTo>
                    <a:pt x="20" y="1819"/>
                  </a:lnTo>
                  <a:lnTo>
                    <a:pt x="20" y="2154"/>
                  </a:lnTo>
                  <a:cubicBezTo>
                    <a:pt x="20" y="2053"/>
                    <a:pt x="20" y="1936"/>
                    <a:pt x="37" y="1819"/>
                  </a:cubicBezTo>
                  <a:lnTo>
                    <a:pt x="37" y="1617"/>
                  </a:lnTo>
                  <a:lnTo>
                    <a:pt x="37" y="1431"/>
                  </a:lnTo>
                  <a:lnTo>
                    <a:pt x="37" y="1059"/>
                  </a:lnTo>
                  <a:close/>
                  <a:moveTo>
                    <a:pt x="20" y="2291"/>
                  </a:moveTo>
                  <a:lnTo>
                    <a:pt x="0" y="2308"/>
                  </a:lnTo>
                  <a:lnTo>
                    <a:pt x="0" y="2324"/>
                  </a:lnTo>
                  <a:lnTo>
                    <a:pt x="20" y="2340"/>
                  </a:lnTo>
                  <a:lnTo>
                    <a:pt x="20" y="2324"/>
                  </a:lnTo>
                  <a:lnTo>
                    <a:pt x="20" y="22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9">
              <a:extLst>
                <a:ext uri="{FF2B5EF4-FFF2-40B4-BE49-F238E27FC236}">
                  <a16:creationId xmlns:a16="http://schemas.microsoft.com/office/drawing/2014/main" id="{FDB49DFD-402D-989F-F801-658505534022}"/>
                </a:ext>
              </a:extLst>
            </p:cNvPr>
            <p:cNvSpPr/>
            <p:nvPr/>
          </p:nvSpPr>
          <p:spPr>
            <a:xfrm>
              <a:off x="1653889" y="726161"/>
              <a:ext cx="292611" cy="163092"/>
            </a:xfrm>
            <a:custGeom>
              <a:avLst/>
              <a:gdLst/>
              <a:ahLst/>
              <a:cxnLst/>
              <a:rect l="l" t="t" r="r" b="b"/>
              <a:pathLst>
                <a:path w="2946" h="1642" extrusionOk="0">
                  <a:moveTo>
                    <a:pt x="2916" y="1"/>
                  </a:moveTo>
                  <a:cubicBezTo>
                    <a:pt x="2893" y="1"/>
                    <a:pt x="2870" y="14"/>
                    <a:pt x="2844" y="25"/>
                  </a:cubicBezTo>
                  <a:lnTo>
                    <a:pt x="2844" y="42"/>
                  </a:lnTo>
                  <a:lnTo>
                    <a:pt x="2864" y="42"/>
                  </a:lnTo>
                  <a:cubicBezTo>
                    <a:pt x="2880" y="25"/>
                    <a:pt x="2913" y="9"/>
                    <a:pt x="2945" y="9"/>
                  </a:cubicBezTo>
                  <a:cubicBezTo>
                    <a:pt x="2935" y="3"/>
                    <a:pt x="2926" y="1"/>
                    <a:pt x="2916" y="1"/>
                  </a:cubicBezTo>
                  <a:close/>
                  <a:moveTo>
                    <a:pt x="2844" y="42"/>
                  </a:moveTo>
                  <a:lnTo>
                    <a:pt x="2844" y="42"/>
                  </a:lnTo>
                  <a:cubicBezTo>
                    <a:pt x="2678" y="126"/>
                    <a:pt x="2509" y="227"/>
                    <a:pt x="2323" y="328"/>
                  </a:cubicBezTo>
                  <a:cubicBezTo>
                    <a:pt x="2206" y="393"/>
                    <a:pt x="2105" y="462"/>
                    <a:pt x="1988" y="514"/>
                  </a:cubicBezTo>
                  <a:cubicBezTo>
                    <a:pt x="1919" y="547"/>
                    <a:pt x="1871" y="579"/>
                    <a:pt x="1802" y="615"/>
                  </a:cubicBezTo>
                  <a:cubicBezTo>
                    <a:pt x="1733" y="664"/>
                    <a:pt x="1669" y="696"/>
                    <a:pt x="1584" y="749"/>
                  </a:cubicBezTo>
                  <a:cubicBezTo>
                    <a:pt x="1531" y="781"/>
                    <a:pt x="1467" y="817"/>
                    <a:pt x="1398" y="850"/>
                  </a:cubicBezTo>
                  <a:cubicBezTo>
                    <a:pt x="1366" y="866"/>
                    <a:pt x="1329" y="882"/>
                    <a:pt x="1297" y="898"/>
                  </a:cubicBezTo>
                  <a:cubicBezTo>
                    <a:pt x="1228" y="951"/>
                    <a:pt x="1147" y="999"/>
                    <a:pt x="1079" y="1035"/>
                  </a:cubicBezTo>
                  <a:cubicBezTo>
                    <a:pt x="1063" y="1035"/>
                    <a:pt x="1046" y="1052"/>
                    <a:pt x="1026" y="1068"/>
                  </a:cubicBezTo>
                  <a:cubicBezTo>
                    <a:pt x="994" y="1084"/>
                    <a:pt x="978" y="1100"/>
                    <a:pt x="925" y="1100"/>
                  </a:cubicBezTo>
                  <a:lnTo>
                    <a:pt x="909" y="1100"/>
                  </a:lnTo>
                  <a:cubicBezTo>
                    <a:pt x="877" y="1153"/>
                    <a:pt x="824" y="1185"/>
                    <a:pt x="776" y="1201"/>
                  </a:cubicBezTo>
                  <a:cubicBezTo>
                    <a:pt x="760" y="1221"/>
                    <a:pt x="743" y="1221"/>
                    <a:pt x="707" y="1237"/>
                  </a:cubicBezTo>
                  <a:cubicBezTo>
                    <a:pt x="590" y="1322"/>
                    <a:pt x="457" y="1387"/>
                    <a:pt x="319" y="1455"/>
                  </a:cubicBezTo>
                  <a:cubicBezTo>
                    <a:pt x="239" y="1504"/>
                    <a:pt x="154" y="1556"/>
                    <a:pt x="69" y="1605"/>
                  </a:cubicBezTo>
                  <a:lnTo>
                    <a:pt x="37" y="1605"/>
                  </a:lnTo>
                  <a:cubicBezTo>
                    <a:pt x="37" y="1625"/>
                    <a:pt x="16" y="1625"/>
                    <a:pt x="0" y="1641"/>
                  </a:cubicBezTo>
                  <a:lnTo>
                    <a:pt x="16" y="1641"/>
                  </a:lnTo>
                  <a:cubicBezTo>
                    <a:pt x="16" y="1641"/>
                    <a:pt x="37" y="1625"/>
                    <a:pt x="53" y="1625"/>
                  </a:cubicBezTo>
                  <a:lnTo>
                    <a:pt x="69" y="1625"/>
                  </a:lnTo>
                  <a:cubicBezTo>
                    <a:pt x="154" y="1573"/>
                    <a:pt x="239" y="1524"/>
                    <a:pt x="319" y="1472"/>
                  </a:cubicBezTo>
                  <a:cubicBezTo>
                    <a:pt x="457" y="1403"/>
                    <a:pt x="590" y="1322"/>
                    <a:pt x="723" y="1254"/>
                  </a:cubicBezTo>
                  <a:cubicBezTo>
                    <a:pt x="743" y="1237"/>
                    <a:pt x="760" y="1221"/>
                    <a:pt x="776" y="1221"/>
                  </a:cubicBezTo>
                  <a:cubicBezTo>
                    <a:pt x="824" y="1185"/>
                    <a:pt x="893" y="1169"/>
                    <a:pt x="925" y="1120"/>
                  </a:cubicBezTo>
                  <a:cubicBezTo>
                    <a:pt x="978" y="1120"/>
                    <a:pt x="1010" y="1084"/>
                    <a:pt x="1046" y="1068"/>
                  </a:cubicBezTo>
                  <a:cubicBezTo>
                    <a:pt x="1046" y="1068"/>
                    <a:pt x="1063" y="1052"/>
                    <a:pt x="1079" y="1052"/>
                  </a:cubicBezTo>
                  <a:cubicBezTo>
                    <a:pt x="1164" y="999"/>
                    <a:pt x="1228" y="967"/>
                    <a:pt x="1313" y="918"/>
                  </a:cubicBezTo>
                  <a:cubicBezTo>
                    <a:pt x="1349" y="898"/>
                    <a:pt x="1382" y="882"/>
                    <a:pt x="1414" y="866"/>
                  </a:cubicBezTo>
                  <a:cubicBezTo>
                    <a:pt x="1467" y="833"/>
                    <a:pt x="1531" y="797"/>
                    <a:pt x="1600" y="749"/>
                  </a:cubicBezTo>
                  <a:cubicBezTo>
                    <a:pt x="1669" y="716"/>
                    <a:pt x="1733" y="680"/>
                    <a:pt x="1818" y="631"/>
                  </a:cubicBezTo>
                  <a:cubicBezTo>
                    <a:pt x="1871" y="595"/>
                    <a:pt x="1935" y="563"/>
                    <a:pt x="1988" y="530"/>
                  </a:cubicBezTo>
                  <a:cubicBezTo>
                    <a:pt x="2105" y="462"/>
                    <a:pt x="2222" y="393"/>
                    <a:pt x="2323" y="345"/>
                  </a:cubicBezTo>
                  <a:cubicBezTo>
                    <a:pt x="2525" y="227"/>
                    <a:pt x="2695" y="143"/>
                    <a:pt x="2844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9">
              <a:extLst>
                <a:ext uri="{FF2B5EF4-FFF2-40B4-BE49-F238E27FC236}">
                  <a16:creationId xmlns:a16="http://schemas.microsoft.com/office/drawing/2014/main" id="{AF7F70FC-40D6-869D-A636-E46C9E90A6AF}"/>
                </a:ext>
              </a:extLst>
            </p:cNvPr>
            <p:cNvSpPr/>
            <p:nvPr/>
          </p:nvSpPr>
          <p:spPr>
            <a:xfrm>
              <a:off x="2541755" y="564559"/>
              <a:ext cx="11820" cy="5264"/>
            </a:xfrm>
            <a:custGeom>
              <a:avLst/>
              <a:gdLst/>
              <a:ahLst/>
              <a:cxnLst/>
              <a:rect l="l" t="t" r="r" b="b"/>
              <a:pathLst>
                <a:path w="119" h="53" extrusionOk="0">
                  <a:moveTo>
                    <a:pt x="1" y="0"/>
                  </a:moveTo>
                  <a:lnTo>
                    <a:pt x="1" y="20"/>
                  </a:lnTo>
                  <a:cubicBezTo>
                    <a:pt x="33" y="20"/>
                    <a:pt x="66" y="37"/>
                    <a:pt x="118" y="53"/>
                  </a:cubicBezTo>
                  <a:lnTo>
                    <a:pt x="118" y="37"/>
                  </a:lnTo>
                  <a:cubicBezTo>
                    <a:pt x="86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9">
              <a:extLst>
                <a:ext uri="{FF2B5EF4-FFF2-40B4-BE49-F238E27FC236}">
                  <a16:creationId xmlns:a16="http://schemas.microsoft.com/office/drawing/2014/main" id="{2D3FE105-49B0-406D-96FE-101490A0B236}"/>
                </a:ext>
              </a:extLst>
            </p:cNvPr>
            <p:cNvSpPr/>
            <p:nvPr/>
          </p:nvSpPr>
          <p:spPr>
            <a:xfrm>
              <a:off x="2324332" y="619883"/>
              <a:ext cx="41816" cy="14998"/>
            </a:xfrm>
            <a:custGeom>
              <a:avLst/>
              <a:gdLst/>
              <a:ahLst/>
              <a:cxnLst/>
              <a:rect l="l" t="t" r="r" b="b"/>
              <a:pathLst>
                <a:path w="421" h="151" extrusionOk="0">
                  <a:moveTo>
                    <a:pt x="0" y="1"/>
                  </a:moveTo>
                  <a:lnTo>
                    <a:pt x="17" y="17"/>
                  </a:lnTo>
                  <a:lnTo>
                    <a:pt x="101" y="49"/>
                  </a:lnTo>
                  <a:cubicBezTo>
                    <a:pt x="170" y="69"/>
                    <a:pt x="255" y="102"/>
                    <a:pt x="336" y="118"/>
                  </a:cubicBezTo>
                  <a:cubicBezTo>
                    <a:pt x="255" y="86"/>
                    <a:pt x="186" y="49"/>
                    <a:pt x="101" y="33"/>
                  </a:cubicBezTo>
                  <a:lnTo>
                    <a:pt x="17" y="1"/>
                  </a:lnTo>
                  <a:close/>
                  <a:moveTo>
                    <a:pt x="336" y="118"/>
                  </a:moveTo>
                  <a:cubicBezTo>
                    <a:pt x="356" y="134"/>
                    <a:pt x="372" y="134"/>
                    <a:pt x="388" y="134"/>
                  </a:cubicBezTo>
                  <a:cubicBezTo>
                    <a:pt x="404" y="150"/>
                    <a:pt x="404" y="150"/>
                    <a:pt x="421" y="150"/>
                  </a:cubicBezTo>
                  <a:lnTo>
                    <a:pt x="421" y="134"/>
                  </a:lnTo>
                  <a:lnTo>
                    <a:pt x="404" y="134"/>
                  </a:lnTo>
                  <a:cubicBezTo>
                    <a:pt x="372" y="118"/>
                    <a:pt x="356" y="118"/>
                    <a:pt x="336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9">
              <a:extLst>
                <a:ext uri="{FF2B5EF4-FFF2-40B4-BE49-F238E27FC236}">
                  <a16:creationId xmlns:a16="http://schemas.microsoft.com/office/drawing/2014/main" id="{713915E3-9A99-4390-E1CB-36217F14174E}"/>
                </a:ext>
              </a:extLst>
            </p:cNvPr>
            <p:cNvSpPr/>
            <p:nvPr/>
          </p:nvSpPr>
          <p:spPr>
            <a:xfrm>
              <a:off x="1682296" y="668453"/>
              <a:ext cx="53536" cy="34962"/>
            </a:xfrm>
            <a:custGeom>
              <a:avLst/>
              <a:gdLst/>
              <a:ahLst/>
              <a:cxnLst/>
              <a:rect l="l" t="t" r="r" b="b"/>
              <a:pathLst>
                <a:path w="539" h="352" extrusionOk="0">
                  <a:moveTo>
                    <a:pt x="522" y="0"/>
                  </a:moveTo>
                  <a:cubicBezTo>
                    <a:pt x="506" y="0"/>
                    <a:pt x="474" y="17"/>
                    <a:pt x="457" y="33"/>
                  </a:cubicBezTo>
                  <a:lnTo>
                    <a:pt x="437" y="49"/>
                  </a:lnTo>
                  <a:cubicBezTo>
                    <a:pt x="356" y="101"/>
                    <a:pt x="255" y="166"/>
                    <a:pt x="187" y="219"/>
                  </a:cubicBezTo>
                  <a:cubicBezTo>
                    <a:pt x="134" y="235"/>
                    <a:pt x="102" y="267"/>
                    <a:pt x="54" y="303"/>
                  </a:cubicBezTo>
                  <a:lnTo>
                    <a:pt x="33" y="303"/>
                  </a:lnTo>
                  <a:cubicBezTo>
                    <a:pt x="17" y="320"/>
                    <a:pt x="17" y="336"/>
                    <a:pt x="1" y="336"/>
                  </a:cubicBezTo>
                  <a:lnTo>
                    <a:pt x="1" y="352"/>
                  </a:lnTo>
                  <a:cubicBezTo>
                    <a:pt x="17" y="336"/>
                    <a:pt x="33" y="336"/>
                    <a:pt x="54" y="320"/>
                  </a:cubicBezTo>
                  <a:cubicBezTo>
                    <a:pt x="54" y="320"/>
                    <a:pt x="54" y="303"/>
                    <a:pt x="70" y="303"/>
                  </a:cubicBezTo>
                  <a:cubicBezTo>
                    <a:pt x="102" y="287"/>
                    <a:pt x="154" y="251"/>
                    <a:pt x="187" y="235"/>
                  </a:cubicBezTo>
                  <a:cubicBezTo>
                    <a:pt x="272" y="166"/>
                    <a:pt x="356" y="118"/>
                    <a:pt x="437" y="65"/>
                  </a:cubicBezTo>
                  <a:lnTo>
                    <a:pt x="457" y="49"/>
                  </a:lnTo>
                  <a:cubicBezTo>
                    <a:pt x="490" y="33"/>
                    <a:pt x="506" y="17"/>
                    <a:pt x="522" y="17"/>
                  </a:cubicBezTo>
                  <a:lnTo>
                    <a:pt x="538" y="1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9">
              <a:extLst>
                <a:ext uri="{FF2B5EF4-FFF2-40B4-BE49-F238E27FC236}">
                  <a16:creationId xmlns:a16="http://schemas.microsoft.com/office/drawing/2014/main" id="{1125B3AB-1CE2-55EA-082B-BCB629EB268F}"/>
                </a:ext>
              </a:extLst>
            </p:cNvPr>
            <p:cNvSpPr/>
            <p:nvPr/>
          </p:nvSpPr>
          <p:spPr>
            <a:xfrm>
              <a:off x="2222425" y="915574"/>
              <a:ext cx="95153" cy="27016"/>
            </a:xfrm>
            <a:custGeom>
              <a:avLst/>
              <a:gdLst/>
              <a:ahLst/>
              <a:cxnLst/>
              <a:rect l="l" t="t" r="r" b="b"/>
              <a:pathLst>
                <a:path w="958" h="272" extrusionOk="0">
                  <a:moveTo>
                    <a:pt x="0" y="1"/>
                  </a:moveTo>
                  <a:lnTo>
                    <a:pt x="17" y="21"/>
                  </a:lnTo>
                  <a:lnTo>
                    <a:pt x="101" y="37"/>
                  </a:lnTo>
                  <a:cubicBezTo>
                    <a:pt x="150" y="53"/>
                    <a:pt x="219" y="70"/>
                    <a:pt x="271" y="86"/>
                  </a:cubicBezTo>
                  <a:cubicBezTo>
                    <a:pt x="336" y="102"/>
                    <a:pt x="388" y="122"/>
                    <a:pt x="437" y="138"/>
                  </a:cubicBezTo>
                  <a:cubicBezTo>
                    <a:pt x="489" y="154"/>
                    <a:pt x="554" y="154"/>
                    <a:pt x="606" y="171"/>
                  </a:cubicBezTo>
                  <a:cubicBezTo>
                    <a:pt x="554" y="154"/>
                    <a:pt x="505" y="138"/>
                    <a:pt x="437" y="122"/>
                  </a:cubicBezTo>
                  <a:cubicBezTo>
                    <a:pt x="388" y="102"/>
                    <a:pt x="336" y="86"/>
                    <a:pt x="271" y="70"/>
                  </a:cubicBezTo>
                  <a:cubicBezTo>
                    <a:pt x="219" y="53"/>
                    <a:pt x="170" y="37"/>
                    <a:pt x="101" y="21"/>
                  </a:cubicBezTo>
                  <a:lnTo>
                    <a:pt x="17" y="1"/>
                  </a:lnTo>
                  <a:close/>
                  <a:moveTo>
                    <a:pt x="606" y="171"/>
                  </a:moveTo>
                  <a:cubicBezTo>
                    <a:pt x="622" y="187"/>
                    <a:pt x="655" y="187"/>
                    <a:pt x="675" y="203"/>
                  </a:cubicBezTo>
                  <a:cubicBezTo>
                    <a:pt x="723" y="203"/>
                    <a:pt x="792" y="223"/>
                    <a:pt x="841" y="239"/>
                  </a:cubicBezTo>
                  <a:cubicBezTo>
                    <a:pt x="792" y="223"/>
                    <a:pt x="740" y="203"/>
                    <a:pt x="675" y="187"/>
                  </a:cubicBezTo>
                  <a:cubicBezTo>
                    <a:pt x="655" y="171"/>
                    <a:pt x="639" y="171"/>
                    <a:pt x="606" y="171"/>
                  </a:cubicBezTo>
                  <a:close/>
                  <a:moveTo>
                    <a:pt x="841" y="239"/>
                  </a:moveTo>
                  <a:lnTo>
                    <a:pt x="857" y="255"/>
                  </a:lnTo>
                  <a:cubicBezTo>
                    <a:pt x="877" y="255"/>
                    <a:pt x="909" y="272"/>
                    <a:pt x="942" y="272"/>
                  </a:cubicBezTo>
                  <a:lnTo>
                    <a:pt x="958" y="272"/>
                  </a:lnTo>
                  <a:lnTo>
                    <a:pt x="958" y="255"/>
                  </a:lnTo>
                  <a:cubicBezTo>
                    <a:pt x="925" y="255"/>
                    <a:pt x="893" y="255"/>
                    <a:pt x="857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9">
              <a:extLst>
                <a:ext uri="{FF2B5EF4-FFF2-40B4-BE49-F238E27FC236}">
                  <a16:creationId xmlns:a16="http://schemas.microsoft.com/office/drawing/2014/main" id="{2854878B-CB41-313B-EA8A-2B94E8DF9603}"/>
                </a:ext>
              </a:extLst>
            </p:cNvPr>
            <p:cNvSpPr/>
            <p:nvPr/>
          </p:nvSpPr>
          <p:spPr>
            <a:xfrm>
              <a:off x="2277352" y="671632"/>
              <a:ext cx="5364" cy="35459"/>
            </a:xfrm>
            <a:custGeom>
              <a:avLst/>
              <a:gdLst/>
              <a:ahLst/>
              <a:cxnLst/>
              <a:rect l="l" t="t" r="r" b="b"/>
              <a:pathLst>
                <a:path w="54" h="357" extrusionOk="0">
                  <a:moveTo>
                    <a:pt x="37" y="1"/>
                  </a:moveTo>
                  <a:cubicBezTo>
                    <a:pt x="1" y="1"/>
                    <a:pt x="1" y="33"/>
                    <a:pt x="21" y="33"/>
                  </a:cubicBezTo>
                  <a:cubicBezTo>
                    <a:pt x="21" y="17"/>
                    <a:pt x="21" y="17"/>
                    <a:pt x="37" y="17"/>
                  </a:cubicBezTo>
                  <a:lnTo>
                    <a:pt x="37" y="1"/>
                  </a:lnTo>
                  <a:close/>
                  <a:moveTo>
                    <a:pt x="21" y="33"/>
                  </a:moveTo>
                  <a:lnTo>
                    <a:pt x="21" y="53"/>
                  </a:lnTo>
                  <a:lnTo>
                    <a:pt x="21" y="102"/>
                  </a:lnTo>
                  <a:lnTo>
                    <a:pt x="21" y="170"/>
                  </a:lnTo>
                  <a:lnTo>
                    <a:pt x="21" y="255"/>
                  </a:lnTo>
                  <a:cubicBezTo>
                    <a:pt x="21" y="271"/>
                    <a:pt x="37" y="304"/>
                    <a:pt x="37" y="336"/>
                  </a:cubicBezTo>
                  <a:cubicBezTo>
                    <a:pt x="37" y="356"/>
                    <a:pt x="37" y="356"/>
                    <a:pt x="53" y="356"/>
                  </a:cubicBezTo>
                  <a:lnTo>
                    <a:pt x="53" y="336"/>
                  </a:lnTo>
                  <a:cubicBezTo>
                    <a:pt x="37" y="304"/>
                    <a:pt x="37" y="271"/>
                    <a:pt x="37" y="255"/>
                  </a:cubicBezTo>
                  <a:lnTo>
                    <a:pt x="37" y="170"/>
                  </a:lnTo>
                  <a:lnTo>
                    <a:pt x="37" y="102"/>
                  </a:lnTo>
                  <a:cubicBezTo>
                    <a:pt x="37" y="86"/>
                    <a:pt x="21" y="69"/>
                    <a:pt x="2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9">
              <a:extLst>
                <a:ext uri="{FF2B5EF4-FFF2-40B4-BE49-F238E27FC236}">
                  <a16:creationId xmlns:a16="http://schemas.microsoft.com/office/drawing/2014/main" id="{9A4D66C6-8358-0A76-02AF-87666865BE59}"/>
                </a:ext>
              </a:extLst>
            </p:cNvPr>
            <p:cNvSpPr/>
            <p:nvPr/>
          </p:nvSpPr>
          <p:spPr>
            <a:xfrm>
              <a:off x="2312711" y="446164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3" y="17"/>
                    <a:pt x="33" y="17"/>
                    <a:pt x="49" y="33"/>
                  </a:cubicBezTo>
                  <a:lnTo>
                    <a:pt x="69" y="33"/>
                  </a:lnTo>
                  <a:cubicBezTo>
                    <a:pt x="117" y="49"/>
                    <a:pt x="170" y="65"/>
                    <a:pt x="202" y="81"/>
                  </a:cubicBezTo>
                  <a:cubicBezTo>
                    <a:pt x="235" y="102"/>
                    <a:pt x="271" y="118"/>
                    <a:pt x="303" y="118"/>
                  </a:cubicBezTo>
                  <a:cubicBezTo>
                    <a:pt x="336" y="134"/>
                    <a:pt x="388" y="150"/>
                    <a:pt x="420" y="166"/>
                  </a:cubicBezTo>
                  <a:cubicBezTo>
                    <a:pt x="420" y="166"/>
                    <a:pt x="437" y="166"/>
                    <a:pt x="437" y="182"/>
                  </a:cubicBezTo>
                  <a:cubicBezTo>
                    <a:pt x="453" y="182"/>
                    <a:pt x="489" y="203"/>
                    <a:pt x="505" y="203"/>
                  </a:cubicBezTo>
                  <a:lnTo>
                    <a:pt x="521" y="182"/>
                  </a:lnTo>
                  <a:lnTo>
                    <a:pt x="505" y="182"/>
                  </a:lnTo>
                  <a:cubicBezTo>
                    <a:pt x="489" y="182"/>
                    <a:pt x="473" y="166"/>
                    <a:pt x="437" y="166"/>
                  </a:cubicBezTo>
                  <a:cubicBezTo>
                    <a:pt x="437" y="166"/>
                    <a:pt x="420" y="166"/>
                    <a:pt x="420" y="150"/>
                  </a:cubicBezTo>
                  <a:cubicBezTo>
                    <a:pt x="388" y="134"/>
                    <a:pt x="352" y="134"/>
                    <a:pt x="319" y="118"/>
                  </a:cubicBezTo>
                  <a:cubicBezTo>
                    <a:pt x="287" y="102"/>
                    <a:pt x="251" y="81"/>
                    <a:pt x="218" y="81"/>
                  </a:cubicBezTo>
                  <a:cubicBezTo>
                    <a:pt x="170" y="65"/>
                    <a:pt x="117" y="33"/>
                    <a:pt x="85" y="33"/>
                  </a:cubicBezTo>
                  <a:cubicBezTo>
                    <a:pt x="69" y="17"/>
                    <a:pt x="69" y="17"/>
                    <a:pt x="49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9">
              <a:extLst>
                <a:ext uri="{FF2B5EF4-FFF2-40B4-BE49-F238E27FC236}">
                  <a16:creationId xmlns:a16="http://schemas.microsoft.com/office/drawing/2014/main" id="{70744027-DD07-EF37-4A98-59585F6DD344}"/>
                </a:ext>
              </a:extLst>
            </p:cNvPr>
            <p:cNvSpPr/>
            <p:nvPr/>
          </p:nvSpPr>
          <p:spPr>
            <a:xfrm>
              <a:off x="1787878" y="977851"/>
              <a:ext cx="13310" cy="6456"/>
            </a:xfrm>
            <a:custGeom>
              <a:avLst/>
              <a:gdLst/>
              <a:ahLst/>
              <a:cxnLst/>
              <a:rect l="l" t="t" r="r" b="b"/>
              <a:pathLst>
                <a:path w="134" h="65" extrusionOk="0">
                  <a:moveTo>
                    <a:pt x="134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7" y="6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9">
              <a:extLst>
                <a:ext uri="{FF2B5EF4-FFF2-40B4-BE49-F238E27FC236}">
                  <a16:creationId xmlns:a16="http://schemas.microsoft.com/office/drawing/2014/main" id="{4B699442-8777-6552-7F12-4268EAE465DC}"/>
                </a:ext>
              </a:extLst>
            </p:cNvPr>
            <p:cNvSpPr/>
            <p:nvPr/>
          </p:nvSpPr>
          <p:spPr>
            <a:xfrm>
              <a:off x="1677528" y="519565"/>
              <a:ext cx="60290" cy="43504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606" y="1"/>
                  </a:moveTo>
                  <a:cubicBezTo>
                    <a:pt x="570" y="1"/>
                    <a:pt x="538" y="17"/>
                    <a:pt x="522" y="33"/>
                  </a:cubicBezTo>
                  <a:cubicBezTo>
                    <a:pt x="522" y="49"/>
                    <a:pt x="505" y="49"/>
                    <a:pt x="505" y="69"/>
                  </a:cubicBezTo>
                  <a:cubicBezTo>
                    <a:pt x="522" y="69"/>
                    <a:pt x="522" y="49"/>
                    <a:pt x="538" y="49"/>
                  </a:cubicBezTo>
                  <a:cubicBezTo>
                    <a:pt x="554" y="33"/>
                    <a:pt x="570" y="17"/>
                    <a:pt x="606" y="1"/>
                  </a:cubicBez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421" y="118"/>
                    <a:pt x="320" y="187"/>
                    <a:pt x="219" y="271"/>
                  </a:cubicBezTo>
                  <a:lnTo>
                    <a:pt x="166" y="304"/>
                  </a:lnTo>
                  <a:cubicBezTo>
                    <a:pt x="118" y="336"/>
                    <a:pt x="49" y="389"/>
                    <a:pt x="1" y="421"/>
                  </a:cubicBezTo>
                  <a:lnTo>
                    <a:pt x="1" y="437"/>
                  </a:lnTo>
                  <a:cubicBezTo>
                    <a:pt x="65" y="405"/>
                    <a:pt x="118" y="352"/>
                    <a:pt x="166" y="320"/>
                  </a:cubicBezTo>
                  <a:lnTo>
                    <a:pt x="219" y="288"/>
                  </a:lnTo>
                  <a:cubicBezTo>
                    <a:pt x="320" y="203"/>
                    <a:pt x="421" y="134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9">
              <a:extLst>
                <a:ext uri="{FF2B5EF4-FFF2-40B4-BE49-F238E27FC236}">
                  <a16:creationId xmlns:a16="http://schemas.microsoft.com/office/drawing/2014/main" id="{1CD6EA7F-260B-D409-F071-DACBFEC6A464}"/>
                </a:ext>
              </a:extLst>
            </p:cNvPr>
            <p:cNvSpPr/>
            <p:nvPr/>
          </p:nvSpPr>
          <p:spPr>
            <a:xfrm>
              <a:off x="2284205" y="434146"/>
              <a:ext cx="11720" cy="5264"/>
            </a:xfrm>
            <a:custGeom>
              <a:avLst/>
              <a:gdLst/>
              <a:ahLst/>
              <a:cxnLst/>
              <a:rect l="l" t="t" r="r" b="b"/>
              <a:pathLst>
                <a:path w="118" h="53" extrusionOk="0">
                  <a:moveTo>
                    <a:pt x="0" y="0"/>
                  </a:moveTo>
                  <a:lnTo>
                    <a:pt x="0" y="21"/>
                  </a:lnTo>
                  <a:lnTo>
                    <a:pt x="118" y="53"/>
                  </a:lnTo>
                  <a:lnTo>
                    <a:pt x="118" y="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9">
              <a:extLst>
                <a:ext uri="{FF2B5EF4-FFF2-40B4-BE49-F238E27FC236}">
                  <a16:creationId xmlns:a16="http://schemas.microsoft.com/office/drawing/2014/main" id="{5DD60280-2403-251C-C0EC-4677ADFAC166}"/>
                </a:ext>
              </a:extLst>
            </p:cNvPr>
            <p:cNvSpPr/>
            <p:nvPr/>
          </p:nvSpPr>
          <p:spPr>
            <a:xfrm>
              <a:off x="2376081" y="802045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2" y="33"/>
                  </a:lnTo>
                  <a:cubicBezTo>
                    <a:pt x="85" y="17"/>
                    <a:pt x="69" y="17"/>
                    <a:pt x="53" y="17"/>
                  </a:cubicBezTo>
                  <a:cubicBezTo>
                    <a:pt x="3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9">
              <a:extLst>
                <a:ext uri="{FF2B5EF4-FFF2-40B4-BE49-F238E27FC236}">
                  <a16:creationId xmlns:a16="http://schemas.microsoft.com/office/drawing/2014/main" id="{D1934FAE-C7BD-9397-72A8-103644D18BAC}"/>
                </a:ext>
              </a:extLst>
            </p:cNvPr>
            <p:cNvSpPr/>
            <p:nvPr/>
          </p:nvSpPr>
          <p:spPr>
            <a:xfrm>
              <a:off x="1672363" y="635875"/>
              <a:ext cx="63469" cy="42710"/>
            </a:xfrm>
            <a:custGeom>
              <a:avLst/>
              <a:gdLst/>
              <a:ahLst/>
              <a:cxnLst/>
              <a:rect l="l" t="t" r="r" b="b"/>
              <a:pathLst>
                <a:path w="639" h="430" extrusionOk="0">
                  <a:moveTo>
                    <a:pt x="613" y="1"/>
                  </a:moveTo>
                  <a:cubicBezTo>
                    <a:pt x="596" y="1"/>
                    <a:pt x="585" y="14"/>
                    <a:pt x="574" y="26"/>
                  </a:cubicBezTo>
                  <a:lnTo>
                    <a:pt x="557" y="42"/>
                  </a:lnTo>
                  <a:cubicBezTo>
                    <a:pt x="456" y="110"/>
                    <a:pt x="355" y="175"/>
                    <a:pt x="254" y="244"/>
                  </a:cubicBezTo>
                  <a:lnTo>
                    <a:pt x="186" y="292"/>
                  </a:lnTo>
                  <a:cubicBezTo>
                    <a:pt x="133" y="312"/>
                    <a:pt x="101" y="345"/>
                    <a:pt x="69" y="377"/>
                  </a:cubicBezTo>
                  <a:cubicBezTo>
                    <a:pt x="101" y="361"/>
                    <a:pt x="154" y="328"/>
                    <a:pt x="186" y="312"/>
                  </a:cubicBezTo>
                  <a:lnTo>
                    <a:pt x="271" y="244"/>
                  </a:lnTo>
                  <a:cubicBezTo>
                    <a:pt x="355" y="191"/>
                    <a:pt x="456" y="127"/>
                    <a:pt x="557" y="58"/>
                  </a:cubicBezTo>
                  <a:lnTo>
                    <a:pt x="574" y="42"/>
                  </a:lnTo>
                  <a:cubicBezTo>
                    <a:pt x="590" y="26"/>
                    <a:pt x="606" y="9"/>
                    <a:pt x="638" y="9"/>
                  </a:cubicBezTo>
                  <a:cubicBezTo>
                    <a:pt x="629" y="3"/>
                    <a:pt x="620" y="1"/>
                    <a:pt x="613" y="1"/>
                  </a:cubicBezTo>
                  <a:close/>
                  <a:moveTo>
                    <a:pt x="69" y="377"/>
                  </a:moveTo>
                  <a:lnTo>
                    <a:pt x="0" y="413"/>
                  </a:lnTo>
                  <a:lnTo>
                    <a:pt x="0" y="429"/>
                  </a:lnTo>
                  <a:lnTo>
                    <a:pt x="16" y="429"/>
                  </a:lnTo>
                  <a:lnTo>
                    <a:pt x="69" y="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9">
              <a:extLst>
                <a:ext uri="{FF2B5EF4-FFF2-40B4-BE49-F238E27FC236}">
                  <a16:creationId xmlns:a16="http://schemas.microsoft.com/office/drawing/2014/main" id="{D9C220EF-DFA6-8B9E-DCDB-F729860C0B37}"/>
                </a:ext>
              </a:extLst>
            </p:cNvPr>
            <p:cNvSpPr/>
            <p:nvPr/>
          </p:nvSpPr>
          <p:spPr>
            <a:xfrm>
              <a:off x="2235635" y="940902"/>
              <a:ext cx="15395" cy="4867"/>
            </a:xfrm>
            <a:custGeom>
              <a:avLst/>
              <a:gdLst/>
              <a:ahLst/>
              <a:cxnLst/>
              <a:rect l="l" t="t" r="r" b="b"/>
              <a:pathLst>
                <a:path w="155" h="49" extrusionOk="0">
                  <a:moveTo>
                    <a:pt x="1" y="0"/>
                  </a:moveTo>
                  <a:lnTo>
                    <a:pt x="17" y="17"/>
                  </a:lnTo>
                  <a:cubicBezTo>
                    <a:pt x="37" y="17"/>
                    <a:pt x="53" y="17"/>
                    <a:pt x="69" y="33"/>
                  </a:cubicBezTo>
                  <a:cubicBezTo>
                    <a:pt x="102" y="33"/>
                    <a:pt x="118" y="49"/>
                    <a:pt x="138" y="49"/>
                  </a:cubicBezTo>
                  <a:lnTo>
                    <a:pt x="154" y="33"/>
                  </a:lnTo>
                  <a:cubicBezTo>
                    <a:pt x="118" y="33"/>
                    <a:pt x="102" y="17"/>
                    <a:pt x="69" y="17"/>
                  </a:cubicBezTo>
                  <a:cubicBezTo>
                    <a:pt x="53" y="17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9">
              <a:extLst>
                <a:ext uri="{FF2B5EF4-FFF2-40B4-BE49-F238E27FC236}">
                  <a16:creationId xmlns:a16="http://schemas.microsoft.com/office/drawing/2014/main" id="{F11BDBA0-E9B4-5BB6-687F-C682800AF02E}"/>
                </a:ext>
              </a:extLst>
            </p:cNvPr>
            <p:cNvSpPr/>
            <p:nvPr/>
          </p:nvSpPr>
          <p:spPr>
            <a:xfrm>
              <a:off x="1762550" y="934048"/>
              <a:ext cx="41915" cy="18574"/>
            </a:xfrm>
            <a:custGeom>
              <a:avLst/>
              <a:gdLst/>
              <a:ahLst/>
              <a:cxnLst/>
              <a:rect l="l" t="t" r="r" b="b"/>
              <a:pathLst>
                <a:path w="422" h="187" extrusionOk="0">
                  <a:moveTo>
                    <a:pt x="421" y="1"/>
                  </a:moveTo>
                  <a:lnTo>
                    <a:pt x="356" y="17"/>
                  </a:lnTo>
                  <a:cubicBezTo>
                    <a:pt x="320" y="37"/>
                    <a:pt x="272" y="53"/>
                    <a:pt x="235" y="69"/>
                  </a:cubicBezTo>
                  <a:cubicBezTo>
                    <a:pt x="171" y="102"/>
                    <a:pt x="102" y="138"/>
                    <a:pt x="33" y="170"/>
                  </a:cubicBezTo>
                  <a:cubicBezTo>
                    <a:pt x="102" y="154"/>
                    <a:pt x="171" y="118"/>
                    <a:pt x="235" y="86"/>
                  </a:cubicBezTo>
                  <a:cubicBezTo>
                    <a:pt x="288" y="69"/>
                    <a:pt x="320" y="53"/>
                    <a:pt x="356" y="37"/>
                  </a:cubicBezTo>
                  <a:lnTo>
                    <a:pt x="421" y="1"/>
                  </a:lnTo>
                  <a:close/>
                  <a:moveTo>
                    <a:pt x="1" y="170"/>
                  </a:moveTo>
                  <a:lnTo>
                    <a:pt x="17" y="187"/>
                  </a:lnTo>
                  <a:lnTo>
                    <a:pt x="33" y="1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9">
              <a:extLst>
                <a:ext uri="{FF2B5EF4-FFF2-40B4-BE49-F238E27FC236}">
                  <a16:creationId xmlns:a16="http://schemas.microsoft.com/office/drawing/2014/main" id="{0ED03485-4459-455E-4735-BF41D9D20B24}"/>
                </a:ext>
              </a:extLst>
            </p:cNvPr>
            <p:cNvSpPr/>
            <p:nvPr/>
          </p:nvSpPr>
          <p:spPr>
            <a:xfrm>
              <a:off x="2466367" y="460963"/>
              <a:ext cx="6953" cy="3377"/>
            </a:xfrm>
            <a:custGeom>
              <a:avLst/>
              <a:gdLst/>
              <a:ahLst/>
              <a:cxnLst/>
              <a:rect l="l" t="t" r="r" b="b"/>
              <a:pathLst>
                <a:path w="70" h="34" extrusionOk="0">
                  <a:moveTo>
                    <a:pt x="1" y="1"/>
                  </a:moveTo>
                  <a:lnTo>
                    <a:pt x="69" y="33"/>
                  </a:lnTo>
                  <a:lnTo>
                    <a:pt x="69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9">
              <a:extLst>
                <a:ext uri="{FF2B5EF4-FFF2-40B4-BE49-F238E27FC236}">
                  <a16:creationId xmlns:a16="http://schemas.microsoft.com/office/drawing/2014/main" id="{C922B3AA-95CF-81B2-B525-55FBA4F0037E}"/>
                </a:ext>
              </a:extLst>
            </p:cNvPr>
            <p:cNvSpPr/>
            <p:nvPr/>
          </p:nvSpPr>
          <p:spPr>
            <a:xfrm>
              <a:off x="2322743" y="579756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lnTo>
                    <a:pt x="117" y="49"/>
                  </a:lnTo>
                  <a:lnTo>
                    <a:pt x="10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9">
              <a:extLst>
                <a:ext uri="{FF2B5EF4-FFF2-40B4-BE49-F238E27FC236}">
                  <a16:creationId xmlns:a16="http://schemas.microsoft.com/office/drawing/2014/main" id="{937D896E-20D4-8E22-0BCC-CF23B5F68A5F}"/>
                </a:ext>
              </a:extLst>
            </p:cNvPr>
            <p:cNvSpPr/>
            <p:nvPr/>
          </p:nvSpPr>
          <p:spPr>
            <a:xfrm>
              <a:off x="2311122" y="596641"/>
              <a:ext cx="51848" cy="16587"/>
            </a:xfrm>
            <a:custGeom>
              <a:avLst/>
              <a:gdLst/>
              <a:ahLst/>
              <a:cxnLst/>
              <a:rect l="l" t="t" r="r" b="b"/>
              <a:pathLst>
                <a:path w="522" h="167" extrusionOk="0">
                  <a:moveTo>
                    <a:pt x="0" y="0"/>
                  </a:moveTo>
                  <a:cubicBezTo>
                    <a:pt x="49" y="17"/>
                    <a:pt x="101" y="33"/>
                    <a:pt x="150" y="49"/>
                  </a:cubicBezTo>
                  <a:cubicBezTo>
                    <a:pt x="166" y="49"/>
                    <a:pt x="166" y="65"/>
                    <a:pt x="186" y="65"/>
                  </a:cubicBezTo>
                  <a:cubicBezTo>
                    <a:pt x="218" y="81"/>
                    <a:pt x="234" y="81"/>
                    <a:pt x="251" y="81"/>
                  </a:cubicBezTo>
                  <a:cubicBezTo>
                    <a:pt x="234" y="65"/>
                    <a:pt x="218" y="65"/>
                    <a:pt x="202" y="49"/>
                  </a:cubicBezTo>
                  <a:cubicBezTo>
                    <a:pt x="186" y="49"/>
                    <a:pt x="166" y="49"/>
                    <a:pt x="150" y="33"/>
                  </a:cubicBezTo>
                  <a:cubicBezTo>
                    <a:pt x="101" y="17"/>
                    <a:pt x="49" y="0"/>
                    <a:pt x="0" y="0"/>
                  </a:cubicBezTo>
                  <a:close/>
                  <a:moveTo>
                    <a:pt x="251" y="81"/>
                  </a:moveTo>
                  <a:cubicBezTo>
                    <a:pt x="267" y="101"/>
                    <a:pt x="303" y="101"/>
                    <a:pt x="319" y="118"/>
                  </a:cubicBezTo>
                  <a:cubicBezTo>
                    <a:pt x="335" y="118"/>
                    <a:pt x="352" y="118"/>
                    <a:pt x="368" y="134"/>
                  </a:cubicBezTo>
                  <a:cubicBezTo>
                    <a:pt x="420" y="150"/>
                    <a:pt x="469" y="166"/>
                    <a:pt x="505" y="166"/>
                  </a:cubicBezTo>
                  <a:lnTo>
                    <a:pt x="521" y="166"/>
                  </a:lnTo>
                  <a:cubicBezTo>
                    <a:pt x="469" y="150"/>
                    <a:pt x="420" y="134"/>
                    <a:pt x="388" y="118"/>
                  </a:cubicBezTo>
                  <a:cubicBezTo>
                    <a:pt x="352" y="118"/>
                    <a:pt x="335" y="101"/>
                    <a:pt x="319" y="101"/>
                  </a:cubicBezTo>
                  <a:cubicBezTo>
                    <a:pt x="303" y="101"/>
                    <a:pt x="287" y="81"/>
                    <a:pt x="251" y="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9">
              <a:extLst>
                <a:ext uri="{FF2B5EF4-FFF2-40B4-BE49-F238E27FC236}">
                  <a16:creationId xmlns:a16="http://schemas.microsoft.com/office/drawing/2014/main" id="{EBFFC43B-9516-EEE6-0BBA-36AAFA2C0ABC}"/>
                </a:ext>
              </a:extLst>
            </p:cNvPr>
            <p:cNvSpPr/>
            <p:nvPr/>
          </p:nvSpPr>
          <p:spPr>
            <a:xfrm>
              <a:off x="1673952" y="558103"/>
              <a:ext cx="63866" cy="45094"/>
            </a:xfrm>
            <a:custGeom>
              <a:avLst/>
              <a:gdLst/>
              <a:ahLst/>
              <a:cxnLst/>
              <a:rect l="l" t="t" r="r" b="b"/>
              <a:pathLst>
                <a:path w="643" h="454" extrusionOk="0">
                  <a:moveTo>
                    <a:pt x="642" y="1"/>
                  </a:moveTo>
                  <a:cubicBezTo>
                    <a:pt x="606" y="1"/>
                    <a:pt x="606" y="1"/>
                    <a:pt x="590" y="17"/>
                  </a:cubicBezTo>
                  <a:cubicBezTo>
                    <a:pt x="521" y="65"/>
                    <a:pt x="457" y="102"/>
                    <a:pt x="404" y="150"/>
                  </a:cubicBezTo>
                  <a:cubicBezTo>
                    <a:pt x="319" y="203"/>
                    <a:pt x="255" y="251"/>
                    <a:pt x="186" y="304"/>
                  </a:cubicBezTo>
                  <a:cubicBezTo>
                    <a:pt x="154" y="336"/>
                    <a:pt x="101" y="368"/>
                    <a:pt x="69" y="405"/>
                  </a:cubicBezTo>
                  <a:cubicBezTo>
                    <a:pt x="117" y="388"/>
                    <a:pt x="154" y="352"/>
                    <a:pt x="186" y="320"/>
                  </a:cubicBezTo>
                  <a:cubicBezTo>
                    <a:pt x="271" y="267"/>
                    <a:pt x="339" y="219"/>
                    <a:pt x="404" y="166"/>
                  </a:cubicBezTo>
                  <a:cubicBezTo>
                    <a:pt x="473" y="118"/>
                    <a:pt x="521" y="65"/>
                    <a:pt x="590" y="33"/>
                  </a:cubicBezTo>
                  <a:cubicBezTo>
                    <a:pt x="606" y="17"/>
                    <a:pt x="622" y="17"/>
                    <a:pt x="642" y="17"/>
                  </a:cubicBezTo>
                  <a:lnTo>
                    <a:pt x="642" y="1"/>
                  </a:lnTo>
                  <a:close/>
                  <a:moveTo>
                    <a:pt x="69" y="405"/>
                  </a:moveTo>
                  <a:lnTo>
                    <a:pt x="0" y="437"/>
                  </a:lnTo>
                  <a:lnTo>
                    <a:pt x="0" y="453"/>
                  </a:lnTo>
                  <a:lnTo>
                    <a:pt x="16" y="453"/>
                  </a:lnTo>
                  <a:lnTo>
                    <a:pt x="69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9">
              <a:extLst>
                <a:ext uri="{FF2B5EF4-FFF2-40B4-BE49-F238E27FC236}">
                  <a16:creationId xmlns:a16="http://schemas.microsoft.com/office/drawing/2014/main" id="{EFCBF176-E0BE-599F-4FBA-0D622D7ACE38}"/>
                </a:ext>
              </a:extLst>
            </p:cNvPr>
            <p:cNvSpPr/>
            <p:nvPr/>
          </p:nvSpPr>
          <p:spPr>
            <a:xfrm>
              <a:off x="1739308" y="885478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691" y="1"/>
                  </a:moveTo>
                  <a:cubicBezTo>
                    <a:pt x="671" y="1"/>
                    <a:pt x="655" y="21"/>
                    <a:pt x="639" y="21"/>
                  </a:cubicBezTo>
                  <a:cubicBezTo>
                    <a:pt x="623" y="21"/>
                    <a:pt x="623" y="37"/>
                    <a:pt x="607" y="37"/>
                  </a:cubicBezTo>
                  <a:lnTo>
                    <a:pt x="506" y="86"/>
                  </a:lnTo>
                  <a:cubicBezTo>
                    <a:pt x="352" y="171"/>
                    <a:pt x="203" y="239"/>
                    <a:pt x="49" y="324"/>
                  </a:cubicBezTo>
                  <a:cubicBezTo>
                    <a:pt x="33" y="324"/>
                    <a:pt x="33" y="324"/>
                    <a:pt x="17" y="340"/>
                  </a:cubicBezTo>
                  <a:lnTo>
                    <a:pt x="1" y="356"/>
                  </a:lnTo>
                  <a:lnTo>
                    <a:pt x="17" y="356"/>
                  </a:lnTo>
                  <a:lnTo>
                    <a:pt x="33" y="340"/>
                  </a:lnTo>
                  <a:lnTo>
                    <a:pt x="49" y="340"/>
                  </a:lnTo>
                  <a:cubicBezTo>
                    <a:pt x="203" y="255"/>
                    <a:pt x="368" y="171"/>
                    <a:pt x="522" y="102"/>
                  </a:cubicBezTo>
                  <a:lnTo>
                    <a:pt x="623" y="37"/>
                  </a:lnTo>
                  <a:lnTo>
                    <a:pt x="639" y="37"/>
                  </a:lnTo>
                  <a:cubicBezTo>
                    <a:pt x="655" y="21"/>
                    <a:pt x="671" y="21"/>
                    <a:pt x="691" y="21"/>
                  </a:cubicBezTo>
                  <a:lnTo>
                    <a:pt x="708" y="21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9">
              <a:extLst>
                <a:ext uri="{FF2B5EF4-FFF2-40B4-BE49-F238E27FC236}">
                  <a16:creationId xmlns:a16="http://schemas.microsoft.com/office/drawing/2014/main" id="{F4297858-9127-81C2-6D62-E06D291ABFB8}"/>
                </a:ext>
              </a:extLst>
            </p:cNvPr>
            <p:cNvSpPr/>
            <p:nvPr/>
          </p:nvSpPr>
          <p:spPr>
            <a:xfrm>
              <a:off x="2483252" y="447753"/>
              <a:ext cx="14899" cy="6555"/>
            </a:xfrm>
            <a:custGeom>
              <a:avLst/>
              <a:gdLst/>
              <a:ahLst/>
              <a:cxnLst/>
              <a:rect l="l" t="t" r="r" b="b"/>
              <a:pathLst>
                <a:path w="150" h="66" extrusionOk="0">
                  <a:moveTo>
                    <a:pt x="0" y="1"/>
                  </a:moveTo>
                  <a:lnTo>
                    <a:pt x="16" y="17"/>
                  </a:lnTo>
                  <a:lnTo>
                    <a:pt x="49" y="17"/>
                  </a:lnTo>
                  <a:cubicBezTo>
                    <a:pt x="49" y="1"/>
                    <a:pt x="32" y="1"/>
                    <a:pt x="32" y="1"/>
                  </a:cubicBezTo>
                  <a:close/>
                  <a:moveTo>
                    <a:pt x="49" y="17"/>
                  </a:moveTo>
                  <a:lnTo>
                    <a:pt x="49" y="33"/>
                  </a:lnTo>
                  <a:cubicBezTo>
                    <a:pt x="85" y="33"/>
                    <a:pt x="101" y="49"/>
                    <a:pt x="133" y="65"/>
                  </a:cubicBezTo>
                  <a:lnTo>
                    <a:pt x="150" y="49"/>
                  </a:lnTo>
                  <a:lnTo>
                    <a:pt x="133" y="49"/>
                  </a:lnTo>
                  <a:cubicBezTo>
                    <a:pt x="117" y="33"/>
                    <a:pt x="85" y="33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9">
              <a:extLst>
                <a:ext uri="{FF2B5EF4-FFF2-40B4-BE49-F238E27FC236}">
                  <a16:creationId xmlns:a16="http://schemas.microsoft.com/office/drawing/2014/main" id="{24F733AB-39E0-BEAA-EC4D-F48D4FDCF25C}"/>
                </a:ext>
              </a:extLst>
            </p:cNvPr>
            <p:cNvSpPr/>
            <p:nvPr/>
          </p:nvSpPr>
          <p:spPr>
            <a:xfrm>
              <a:off x="2304269" y="504368"/>
              <a:ext cx="45392" cy="16885"/>
            </a:xfrm>
            <a:custGeom>
              <a:avLst/>
              <a:gdLst/>
              <a:ahLst/>
              <a:cxnLst/>
              <a:rect l="l" t="t" r="r" b="b"/>
              <a:pathLst>
                <a:path w="457" h="170" extrusionOk="0">
                  <a:moveTo>
                    <a:pt x="17" y="0"/>
                  </a:moveTo>
                  <a:lnTo>
                    <a:pt x="0" y="20"/>
                  </a:lnTo>
                  <a:cubicBezTo>
                    <a:pt x="33" y="20"/>
                    <a:pt x="53" y="37"/>
                    <a:pt x="69" y="37"/>
                  </a:cubicBezTo>
                  <a:cubicBezTo>
                    <a:pt x="85" y="37"/>
                    <a:pt x="85" y="53"/>
                    <a:pt x="101" y="53"/>
                  </a:cubicBezTo>
                  <a:cubicBezTo>
                    <a:pt x="154" y="69"/>
                    <a:pt x="202" y="85"/>
                    <a:pt x="255" y="101"/>
                  </a:cubicBezTo>
                  <a:cubicBezTo>
                    <a:pt x="271" y="101"/>
                    <a:pt x="287" y="121"/>
                    <a:pt x="320" y="121"/>
                  </a:cubicBezTo>
                  <a:cubicBezTo>
                    <a:pt x="303" y="101"/>
                    <a:pt x="287" y="101"/>
                    <a:pt x="255" y="85"/>
                  </a:cubicBezTo>
                  <a:cubicBezTo>
                    <a:pt x="202" y="69"/>
                    <a:pt x="154" y="53"/>
                    <a:pt x="101" y="37"/>
                  </a:cubicBezTo>
                  <a:cubicBezTo>
                    <a:pt x="101" y="37"/>
                    <a:pt x="85" y="37"/>
                    <a:pt x="69" y="20"/>
                  </a:cubicBezTo>
                  <a:cubicBezTo>
                    <a:pt x="53" y="20"/>
                    <a:pt x="33" y="0"/>
                    <a:pt x="17" y="0"/>
                  </a:cubicBezTo>
                  <a:close/>
                  <a:moveTo>
                    <a:pt x="320" y="121"/>
                  </a:moveTo>
                  <a:cubicBezTo>
                    <a:pt x="356" y="138"/>
                    <a:pt x="404" y="154"/>
                    <a:pt x="457" y="170"/>
                  </a:cubicBezTo>
                  <a:cubicBezTo>
                    <a:pt x="404" y="154"/>
                    <a:pt x="372" y="138"/>
                    <a:pt x="320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9">
              <a:extLst>
                <a:ext uri="{FF2B5EF4-FFF2-40B4-BE49-F238E27FC236}">
                  <a16:creationId xmlns:a16="http://schemas.microsoft.com/office/drawing/2014/main" id="{2C973B21-D582-6866-6BBA-E8314836A1A4}"/>
                </a:ext>
              </a:extLst>
            </p:cNvPr>
            <p:cNvSpPr/>
            <p:nvPr/>
          </p:nvSpPr>
          <p:spPr>
            <a:xfrm>
              <a:off x="2469943" y="506355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7"/>
                  </a:lnTo>
                  <a:lnTo>
                    <a:pt x="203" y="81"/>
                  </a:lnTo>
                  <a:cubicBezTo>
                    <a:pt x="251" y="101"/>
                    <a:pt x="304" y="134"/>
                    <a:pt x="368" y="150"/>
                  </a:cubicBezTo>
                  <a:cubicBezTo>
                    <a:pt x="421" y="166"/>
                    <a:pt x="453" y="182"/>
                    <a:pt x="506" y="202"/>
                  </a:cubicBezTo>
                  <a:cubicBezTo>
                    <a:pt x="554" y="219"/>
                    <a:pt x="607" y="235"/>
                    <a:pt x="655" y="251"/>
                  </a:cubicBezTo>
                  <a:cubicBezTo>
                    <a:pt x="607" y="235"/>
                    <a:pt x="554" y="202"/>
                    <a:pt x="506" y="182"/>
                  </a:cubicBezTo>
                  <a:cubicBezTo>
                    <a:pt x="469" y="166"/>
                    <a:pt x="421" y="150"/>
                    <a:pt x="368" y="134"/>
                  </a:cubicBezTo>
                  <a:cubicBezTo>
                    <a:pt x="320" y="118"/>
                    <a:pt x="251" y="101"/>
                    <a:pt x="203" y="65"/>
                  </a:cubicBezTo>
                  <a:lnTo>
                    <a:pt x="1" y="0"/>
                  </a:lnTo>
                  <a:close/>
                  <a:moveTo>
                    <a:pt x="655" y="251"/>
                  </a:moveTo>
                  <a:cubicBezTo>
                    <a:pt x="688" y="267"/>
                    <a:pt x="724" y="283"/>
                    <a:pt x="756" y="303"/>
                  </a:cubicBezTo>
                  <a:lnTo>
                    <a:pt x="789" y="320"/>
                  </a:lnTo>
                  <a:lnTo>
                    <a:pt x="809" y="320"/>
                  </a:lnTo>
                  <a:lnTo>
                    <a:pt x="809" y="303"/>
                  </a:lnTo>
                  <a:lnTo>
                    <a:pt x="756" y="283"/>
                  </a:lnTo>
                  <a:cubicBezTo>
                    <a:pt x="724" y="267"/>
                    <a:pt x="688" y="251"/>
                    <a:pt x="655" y="2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9">
              <a:extLst>
                <a:ext uri="{FF2B5EF4-FFF2-40B4-BE49-F238E27FC236}">
                  <a16:creationId xmlns:a16="http://schemas.microsoft.com/office/drawing/2014/main" id="{DABD14AB-D711-AACE-D0E0-A026CDDC4221}"/>
                </a:ext>
              </a:extLst>
            </p:cNvPr>
            <p:cNvSpPr/>
            <p:nvPr/>
          </p:nvSpPr>
          <p:spPr>
            <a:xfrm>
              <a:off x="1673952" y="609852"/>
              <a:ext cx="60290" cy="43405"/>
            </a:xfrm>
            <a:custGeom>
              <a:avLst/>
              <a:gdLst/>
              <a:ahLst/>
              <a:cxnLst/>
              <a:rect l="l" t="t" r="r" b="b"/>
              <a:pathLst>
                <a:path w="607" h="437" extrusionOk="0">
                  <a:moveTo>
                    <a:pt x="590" y="1"/>
                  </a:moveTo>
                  <a:cubicBezTo>
                    <a:pt x="574" y="17"/>
                    <a:pt x="558" y="33"/>
                    <a:pt x="521" y="49"/>
                  </a:cubicBezTo>
                  <a:cubicBezTo>
                    <a:pt x="521" y="49"/>
                    <a:pt x="505" y="49"/>
                    <a:pt x="505" y="69"/>
                  </a:cubicBezTo>
                  <a:cubicBezTo>
                    <a:pt x="521" y="69"/>
                    <a:pt x="521" y="69"/>
                    <a:pt x="541" y="49"/>
                  </a:cubicBezTo>
                  <a:cubicBezTo>
                    <a:pt x="558" y="33"/>
                    <a:pt x="574" y="17"/>
                    <a:pt x="606" y="17"/>
                  </a:cubicBezTo>
                  <a:lnTo>
                    <a:pt x="606" y="1"/>
                  </a:ln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356" y="170"/>
                    <a:pt x="218" y="271"/>
                    <a:pt x="69" y="372"/>
                  </a:cubicBezTo>
                  <a:lnTo>
                    <a:pt x="0" y="421"/>
                  </a:lnTo>
                  <a:lnTo>
                    <a:pt x="0" y="437"/>
                  </a:lnTo>
                  <a:lnTo>
                    <a:pt x="85" y="389"/>
                  </a:lnTo>
                  <a:cubicBezTo>
                    <a:pt x="218" y="288"/>
                    <a:pt x="372" y="170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9">
              <a:extLst>
                <a:ext uri="{FF2B5EF4-FFF2-40B4-BE49-F238E27FC236}">
                  <a16:creationId xmlns:a16="http://schemas.microsoft.com/office/drawing/2014/main" id="{E76821EE-77CF-8980-FE3A-6DC974CE10EF}"/>
                </a:ext>
              </a:extLst>
            </p:cNvPr>
            <p:cNvSpPr/>
            <p:nvPr/>
          </p:nvSpPr>
          <p:spPr>
            <a:xfrm>
              <a:off x="2351249" y="795291"/>
              <a:ext cx="11720" cy="3675"/>
            </a:xfrm>
            <a:custGeom>
              <a:avLst/>
              <a:gdLst/>
              <a:ahLst/>
              <a:cxnLst/>
              <a:rect l="l" t="t" r="r" b="b"/>
              <a:pathLst>
                <a:path w="118" h="37" extrusionOk="0">
                  <a:moveTo>
                    <a:pt x="0" y="0"/>
                  </a:moveTo>
                  <a:lnTo>
                    <a:pt x="0" y="20"/>
                  </a:lnTo>
                  <a:lnTo>
                    <a:pt x="101" y="36"/>
                  </a:lnTo>
                  <a:lnTo>
                    <a:pt x="117" y="36"/>
                  </a:lnTo>
                  <a:lnTo>
                    <a:pt x="117" y="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9">
              <a:extLst>
                <a:ext uri="{FF2B5EF4-FFF2-40B4-BE49-F238E27FC236}">
                  <a16:creationId xmlns:a16="http://schemas.microsoft.com/office/drawing/2014/main" id="{A5955927-3AE7-0BAE-587B-C598B0EBBB1A}"/>
                </a:ext>
              </a:extLst>
            </p:cNvPr>
            <p:cNvSpPr/>
            <p:nvPr/>
          </p:nvSpPr>
          <p:spPr>
            <a:xfrm>
              <a:off x="2282616" y="735100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cubicBezTo>
                    <a:pt x="0" y="53"/>
                    <a:pt x="0" y="85"/>
                    <a:pt x="16" y="137"/>
                  </a:cubicBezTo>
                  <a:lnTo>
                    <a:pt x="16" y="0"/>
                  </a:lnTo>
                  <a:close/>
                  <a:moveTo>
                    <a:pt x="16" y="154"/>
                  </a:moveTo>
                  <a:cubicBezTo>
                    <a:pt x="0" y="170"/>
                    <a:pt x="0" y="186"/>
                    <a:pt x="16" y="202"/>
                  </a:cubicBezTo>
                  <a:cubicBezTo>
                    <a:pt x="16" y="202"/>
                    <a:pt x="16" y="222"/>
                    <a:pt x="33" y="222"/>
                  </a:cubicBezTo>
                  <a:lnTo>
                    <a:pt x="33" y="202"/>
                  </a:lnTo>
                  <a:cubicBezTo>
                    <a:pt x="16" y="186"/>
                    <a:pt x="16" y="170"/>
                    <a:pt x="16" y="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9">
              <a:extLst>
                <a:ext uri="{FF2B5EF4-FFF2-40B4-BE49-F238E27FC236}">
                  <a16:creationId xmlns:a16="http://schemas.microsoft.com/office/drawing/2014/main" id="{5467C653-31F0-CFB6-50B5-196C4E474CFE}"/>
                </a:ext>
              </a:extLst>
            </p:cNvPr>
            <p:cNvSpPr/>
            <p:nvPr/>
          </p:nvSpPr>
          <p:spPr>
            <a:xfrm>
              <a:off x="2324332" y="606673"/>
              <a:ext cx="15296" cy="4867"/>
            </a:xfrm>
            <a:custGeom>
              <a:avLst/>
              <a:gdLst/>
              <a:ahLst/>
              <a:cxnLst/>
              <a:rect l="l" t="t" r="r" b="b"/>
              <a:pathLst>
                <a:path w="154" h="49" extrusionOk="0">
                  <a:moveTo>
                    <a:pt x="0" y="0"/>
                  </a:moveTo>
                  <a:lnTo>
                    <a:pt x="17" y="17"/>
                  </a:lnTo>
                  <a:lnTo>
                    <a:pt x="134" y="49"/>
                  </a:lnTo>
                  <a:lnTo>
                    <a:pt x="154" y="49"/>
                  </a:lnTo>
                  <a:lnTo>
                    <a:pt x="134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9">
              <a:extLst>
                <a:ext uri="{FF2B5EF4-FFF2-40B4-BE49-F238E27FC236}">
                  <a16:creationId xmlns:a16="http://schemas.microsoft.com/office/drawing/2014/main" id="{4A9627C5-3751-0825-3164-F97AC0A6DF58}"/>
                </a:ext>
              </a:extLst>
            </p:cNvPr>
            <p:cNvSpPr/>
            <p:nvPr/>
          </p:nvSpPr>
          <p:spPr>
            <a:xfrm>
              <a:off x="2339529" y="644814"/>
              <a:ext cx="40227" cy="13707"/>
            </a:xfrm>
            <a:custGeom>
              <a:avLst/>
              <a:gdLst/>
              <a:ahLst/>
              <a:cxnLst/>
              <a:rect l="l" t="t" r="r" b="b"/>
              <a:pathLst>
                <a:path w="405" h="138" extrusionOk="0">
                  <a:moveTo>
                    <a:pt x="1" y="0"/>
                  </a:moveTo>
                  <a:cubicBezTo>
                    <a:pt x="33" y="20"/>
                    <a:pt x="49" y="37"/>
                    <a:pt x="82" y="37"/>
                  </a:cubicBezTo>
                  <a:cubicBezTo>
                    <a:pt x="150" y="53"/>
                    <a:pt x="219" y="85"/>
                    <a:pt x="284" y="101"/>
                  </a:cubicBezTo>
                  <a:cubicBezTo>
                    <a:pt x="304" y="101"/>
                    <a:pt x="304" y="101"/>
                    <a:pt x="320" y="121"/>
                  </a:cubicBezTo>
                  <a:cubicBezTo>
                    <a:pt x="336" y="121"/>
                    <a:pt x="369" y="138"/>
                    <a:pt x="405" y="138"/>
                  </a:cubicBezTo>
                  <a:lnTo>
                    <a:pt x="405" y="121"/>
                  </a:lnTo>
                  <a:cubicBezTo>
                    <a:pt x="369" y="121"/>
                    <a:pt x="352" y="101"/>
                    <a:pt x="320" y="101"/>
                  </a:cubicBezTo>
                  <a:cubicBezTo>
                    <a:pt x="304" y="101"/>
                    <a:pt x="304" y="85"/>
                    <a:pt x="284" y="85"/>
                  </a:cubicBezTo>
                  <a:cubicBezTo>
                    <a:pt x="219" y="69"/>
                    <a:pt x="150" y="53"/>
                    <a:pt x="82" y="20"/>
                  </a:cubicBezTo>
                  <a:cubicBezTo>
                    <a:pt x="66" y="2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9">
              <a:extLst>
                <a:ext uri="{FF2B5EF4-FFF2-40B4-BE49-F238E27FC236}">
                  <a16:creationId xmlns:a16="http://schemas.microsoft.com/office/drawing/2014/main" id="{13B03375-81B7-65ED-76F8-43AD8F132F11}"/>
                </a:ext>
              </a:extLst>
            </p:cNvPr>
            <p:cNvSpPr/>
            <p:nvPr/>
          </p:nvSpPr>
          <p:spPr>
            <a:xfrm>
              <a:off x="2720738" y="649979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1"/>
                  </a:moveTo>
                  <a:lnTo>
                    <a:pt x="1" y="17"/>
                  </a:lnTo>
                  <a:lnTo>
                    <a:pt x="118" y="3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9">
              <a:extLst>
                <a:ext uri="{FF2B5EF4-FFF2-40B4-BE49-F238E27FC236}">
                  <a16:creationId xmlns:a16="http://schemas.microsoft.com/office/drawing/2014/main" id="{357EFC6C-D784-F740-0FED-A0C8CCE2C49C}"/>
                </a:ext>
              </a:extLst>
            </p:cNvPr>
            <p:cNvSpPr/>
            <p:nvPr/>
          </p:nvSpPr>
          <p:spPr>
            <a:xfrm>
              <a:off x="1672363" y="628326"/>
              <a:ext cx="63469" cy="43405"/>
            </a:xfrm>
            <a:custGeom>
              <a:avLst/>
              <a:gdLst/>
              <a:ahLst/>
              <a:cxnLst/>
              <a:rect l="l" t="t" r="r" b="b"/>
              <a:pathLst>
                <a:path w="639" h="437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cubicBezTo>
                    <a:pt x="404" y="150"/>
                    <a:pt x="218" y="287"/>
                    <a:pt x="32" y="404"/>
                  </a:cubicBezTo>
                  <a:cubicBezTo>
                    <a:pt x="16" y="421"/>
                    <a:pt x="16" y="421"/>
                    <a:pt x="0" y="421"/>
                  </a:cubicBezTo>
                  <a:lnTo>
                    <a:pt x="0" y="437"/>
                  </a:lnTo>
                  <a:lnTo>
                    <a:pt x="16" y="437"/>
                  </a:lnTo>
                  <a:lnTo>
                    <a:pt x="32" y="421"/>
                  </a:lnTo>
                  <a:lnTo>
                    <a:pt x="53" y="421"/>
                  </a:lnTo>
                  <a:cubicBezTo>
                    <a:pt x="218" y="287"/>
                    <a:pt x="404" y="150"/>
                    <a:pt x="590" y="33"/>
                  </a:cubicBez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9">
              <a:extLst>
                <a:ext uri="{FF2B5EF4-FFF2-40B4-BE49-F238E27FC236}">
                  <a16:creationId xmlns:a16="http://schemas.microsoft.com/office/drawing/2014/main" id="{279CFD6E-191D-1CFC-1156-2C539F8864D2}"/>
                </a:ext>
              </a:extLst>
            </p:cNvPr>
            <p:cNvSpPr/>
            <p:nvPr/>
          </p:nvSpPr>
          <p:spPr>
            <a:xfrm>
              <a:off x="2269406" y="416068"/>
              <a:ext cx="95153" cy="43405"/>
            </a:xfrm>
            <a:custGeom>
              <a:avLst/>
              <a:gdLst/>
              <a:ahLst/>
              <a:cxnLst/>
              <a:rect l="l" t="t" r="r" b="b"/>
              <a:pathLst>
                <a:path w="958" h="437" extrusionOk="0">
                  <a:moveTo>
                    <a:pt x="0" y="1"/>
                  </a:moveTo>
                  <a:lnTo>
                    <a:pt x="0" y="17"/>
                  </a:lnTo>
                  <a:cubicBezTo>
                    <a:pt x="81" y="33"/>
                    <a:pt x="165" y="65"/>
                    <a:pt x="249" y="101"/>
                  </a:cubicBezTo>
                  <a:lnTo>
                    <a:pt x="249" y="101"/>
                  </a:lnTo>
                  <a:cubicBezTo>
                    <a:pt x="165" y="65"/>
                    <a:pt x="81" y="33"/>
                    <a:pt x="0" y="1"/>
                  </a:cubicBezTo>
                  <a:close/>
                  <a:moveTo>
                    <a:pt x="250" y="102"/>
                  </a:moveTo>
                  <a:lnTo>
                    <a:pt x="303" y="134"/>
                  </a:lnTo>
                  <a:cubicBezTo>
                    <a:pt x="335" y="150"/>
                    <a:pt x="384" y="166"/>
                    <a:pt x="436" y="166"/>
                  </a:cubicBezTo>
                  <a:cubicBezTo>
                    <a:pt x="384" y="150"/>
                    <a:pt x="351" y="134"/>
                    <a:pt x="303" y="118"/>
                  </a:cubicBezTo>
                  <a:lnTo>
                    <a:pt x="250" y="102"/>
                  </a:lnTo>
                  <a:close/>
                  <a:moveTo>
                    <a:pt x="436" y="166"/>
                  </a:moveTo>
                  <a:lnTo>
                    <a:pt x="436" y="166"/>
                  </a:lnTo>
                  <a:cubicBezTo>
                    <a:pt x="485" y="203"/>
                    <a:pt x="553" y="219"/>
                    <a:pt x="606" y="251"/>
                  </a:cubicBezTo>
                  <a:cubicBezTo>
                    <a:pt x="707" y="283"/>
                    <a:pt x="808" y="320"/>
                    <a:pt x="909" y="368"/>
                  </a:cubicBezTo>
                  <a:lnTo>
                    <a:pt x="925" y="368"/>
                  </a:lnTo>
                  <a:cubicBezTo>
                    <a:pt x="941" y="368"/>
                    <a:pt x="941" y="384"/>
                    <a:pt x="941" y="405"/>
                  </a:cubicBezTo>
                  <a:lnTo>
                    <a:pt x="941" y="421"/>
                  </a:lnTo>
                  <a:lnTo>
                    <a:pt x="925" y="421"/>
                  </a:lnTo>
                  <a:lnTo>
                    <a:pt x="925" y="437"/>
                  </a:lnTo>
                  <a:lnTo>
                    <a:pt x="941" y="437"/>
                  </a:lnTo>
                  <a:cubicBezTo>
                    <a:pt x="957" y="437"/>
                    <a:pt x="957" y="421"/>
                    <a:pt x="957" y="405"/>
                  </a:cubicBezTo>
                  <a:cubicBezTo>
                    <a:pt x="957" y="368"/>
                    <a:pt x="941" y="368"/>
                    <a:pt x="925" y="352"/>
                  </a:cubicBezTo>
                  <a:lnTo>
                    <a:pt x="909" y="352"/>
                  </a:lnTo>
                  <a:cubicBezTo>
                    <a:pt x="808" y="320"/>
                    <a:pt x="707" y="267"/>
                    <a:pt x="606" y="235"/>
                  </a:cubicBezTo>
                  <a:cubicBezTo>
                    <a:pt x="553" y="203"/>
                    <a:pt x="485" y="182"/>
                    <a:pt x="43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9">
              <a:extLst>
                <a:ext uri="{FF2B5EF4-FFF2-40B4-BE49-F238E27FC236}">
                  <a16:creationId xmlns:a16="http://schemas.microsoft.com/office/drawing/2014/main" id="{20B9B76E-84E5-3834-59FC-2981BF3AAAC7}"/>
                </a:ext>
              </a:extLst>
            </p:cNvPr>
            <p:cNvSpPr/>
            <p:nvPr/>
          </p:nvSpPr>
          <p:spPr>
            <a:xfrm>
              <a:off x="2553475" y="706991"/>
              <a:ext cx="13310" cy="4867"/>
            </a:xfrm>
            <a:custGeom>
              <a:avLst/>
              <a:gdLst/>
              <a:ahLst/>
              <a:cxnLst/>
              <a:rect l="l" t="t" r="r" b="b"/>
              <a:pathLst>
                <a:path w="134" h="49" extrusionOk="0">
                  <a:moveTo>
                    <a:pt x="16" y="0"/>
                  </a:moveTo>
                  <a:lnTo>
                    <a:pt x="0" y="16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9">
              <a:extLst>
                <a:ext uri="{FF2B5EF4-FFF2-40B4-BE49-F238E27FC236}">
                  <a16:creationId xmlns:a16="http://schemas.microsoft.com/office/drawing/2014/main" id="{51F3C211-AEDE-159E-F239-A1540DA0F6DF}"/>
                </a:ext>
              </a:extLst>
            </p:cNvPr>
            <p:cNvSpPr/>
            <p:nvPr/>
          </p:nvSpPr>
          <p:spPr>
            <a:xfrm>
              <a:off x="2270995" y="434146"/>
              <a:ext cx="11720" cy="6953"/>
            </a:xfrm>
            <a:custGeom>
              <a:avLst/>
              <a:gdLst/>
              <a:ahLst/>
              <a:cxnLst/>
              <a:rect l="l" t="t" r="r" b="b"/>
              <a:pathLst>
                <a:path w="118" h="70" extrusionOk="0">
                  <a:moveTo>
                    <a:pt x="0" y="0"/>
                  </a:moveTo>
                  <a:lnTo>
                    <a:pt x="0" y="21"/>
                  </a:lnTo>
                  <a:lnTo>
                    <a:pt x="101" y="53"/>
                  </a:lnTo>
                  <a:lnTo>
                    <a:pt x="0" y="0"/>
                  </a:lnTo>
                  <a:close/>
                  <a:moveTo>
                    <a:pt x="101" y="53"/>
                  </a:moveTo>
                  <a:lnTo>
                    <a:pt x="101" y="69"/>
                  </a:lnTo>
                  <a:lnTo>
                    <a:pt x="117" y="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9">
              <a:extLst>
                <a:ext uri="{FF2B5EF4-FFF2-40B4-BE49-F238E27FC236}">
                  <a16:creationId xmlns:a16="http://schemas.microsoft.com/office/drawing/2014/main" id="{748C5C9A-58CF-0E95-D1A3-48B9D35B97C7}"/>
                </a:ext>
              </a:extLst>
            </p:cNvPr>
            <p:cNvSpPr/>
            <p:nvPr/>
          </p:nvSpPr>
          <p:spPr>
            <a:xfrm>
              <a:off x="2319465" y="502779"/>
              <a:ext cx="48272" cy="18474"/>
            </a:xfrm>
            <a:custGeom>
              <a:avLst/>
              <a:gdLst/>
              <a:ahLst/>
              <a:cxnLst/>
              <a:rect l="l" t="t" r="r" b="b"/>
              <a:pathLst>
                <a:path w="486" h="186" extrusionOk="0">
                  <a:moveTo>
                    <a:pt x="1" y="0"/>
                  </a:moveTo>
                  <a:lnTo>
                    <a:pt x="1" y="16"/>
                  </a:lnTo>
                  <a:cubicBezTo>
                    <a:pt x="66" y="36"/>
                    <a:pt x="134" y="69"/>
                    <a:pt x="183" y="85"/>
                  </a:cubicBezTo>
                  <a:cubicBezTo>
                    <a:pt x="219" y="101"/>
                    <a:pt x="251" y="117"/>
                    <a:pt x="304" y="117"/>
                  </a:cubicBezTo>
                  <a:cubicBezTo>
                    <a:pt x="268" y="101"/>
                    <a:pt x="235" y="85"/>
                    <a:pt x="203" y="69"/>
                  </a:cubicBezTo>
                  <a:cubicBezTo>
                    <a:pt x="134" y="53"/>
                    <a:pt x="66" y="36"/>
                    <a:pt x="1" y="0"/>
                  </a:cubicBezTo>
                  <a:close/>
                  <a:moveTo>
                    <a:pt x="304" y="117"/>
                  </a:moveTo>
                  <a:cubicBezTo>
                    <a:pt x="320" y="137"/>
                    <a:pt x="336" y="137"/>
                    <a:pt x="369" y="154"/>
                  </a:cubicBezTo>
                  <a:cubicBezTo>
                    <a:pt x="405" y="170"/>
                    <a:pt x="453" y="186"/>
                    <a:pt x="486" y="186"/>
                  </a:cubicBezTo>
                  <a:cubicBezTo>
                    <a:pt x="453" y="170"/>
                    <a:pt x="405" y="154"/>
                    <a:pt x="369" y="137"/>
                  </a:cubicBezTo>
                  <a:cubicBezTo>
                    <a:pt x="352" y="137"/>
                    <a:pt x="320" y="117"/>
                    <a:pt x="304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9">
              <a:extLst>
                <a:ext uri="{FF2B5EF4-FFF2-40B4-BE49-F238E27FC236}">
                  <a16:creationId xmlns:a16="http://schemas.microsoft.com/office/drawing/2014/main" id="{377312D8-D7C6-42BB-FDA2-47127D1805A2}"/>
                </a:ext>
              </a:extLst>
            </p:cNvPr>
            <p:cNvSpPr/>
            <p:nvPr/>
          </p:nvSpPr>
          <p:spPr>
            <a:xfrm>
              <a:off x="1673952" y="614718"/>
              <a:ext cx="61879" cy="43802"/>
            </a:xfrm>
            <a:custGeom>
              <a:avLst/>
              <a:gdLst/>
              <a:ahLst/>
              <a:cxnLst/>
              <a:rect l="l" t="t" r="r" b="b"/>
              <a:pathLst>
                <a:path w="623" h="441" extrusionOk="0">
                  <a:moveTo>
                    <a:pt x="622" y="0"/>
                  </a:moveTo>
                  <a:cubicBezTo>
                    <a:pt x="606" y="20"/>
                    <a:pt x="590" y="20"/>
                    <a:pt x="574" y="20"/>
                  </a:cubicBezTo>
                  <a:cubicBezTo>
                    <a:pt x="489" y="85"/>
                    <a:pt x="388" y="154"/>
                    <a:pt x="303" y="222"/>
                  </a:cubicBezTo>
                  <a:cubicBezTo>
                    <a:pt x="271" y="239"/>
                    <a:pt x="238" y="255"/>
                    <a:pt x="202" y="287"/>
                  </a:cubicBezTo>
                  <a:cubicBezTo>
                    <a:pt x="154" y="323"/>
                    <a:pt x="117" y="356"/>
                    <a:pt x="69" y="388"/>
                  </a:cubicBezTo>
                  <a:lnTo>
                    <a:pt x="0" y="441"/>
                  </a:lnTo>
                  <a:lnTo>
                    <a:pt x="69" y="404"/>
                  </a:lnTo>
                  <a:cubicBezTo>
                    <a:pt x="117" y="372"/>
                    <a:pt x="170" y="323"/>
                    <a:pt x="218" y="287"/>
                  </a:cubicBezTo>
                  <a:cubicBezTo>
                    <a:pt x="255" y="271"/>
                    <a:pt x="287" y="255"/>
                    <a:pt x="319" y="222"/>
                  </a:cubicBezTo>
                  <a:cubicBezTo>
                    <a:pt x="404" y="170"/>
                    <a:pt x="489" y="101"/>
                    <a:pt x="590" y="37"/>
                  </a:cubicBezTo>
                  <a:cubicBezTo>
                    <a:pt x="606" y="20"/>
                    <a:pt x="606" y="20"/>
                    <a:pt x="622" y="20"/>
                  </a:cubicBezTo>
                  <a:lnTo>
                    <a:pt x="6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9">
              <a:extLst>
                <a:ext uri="{FF2B5EF4-FFF2-40B4-BE49-F238E27FC236}">
                  <a16:creationId xmlns:a16="http://schemas.microsoft.com/office/drawing/2014/main" id="{E0A366A7-14AC-A4F2-C0FF-1224783309EB}"/>
                </a:ext>
              </a:extLst>
            </p:cNvPr>
            <p:cNvSpPr/>
            <p:nvPr/>
          </p:nvSpPr>
          <p:spPr>
            <a:xfrm>
              <a:off x="2282616" y="599820"/>
              <a:ext cx="51848" cy="18574"/>
            </a:xfrm>
            <a:custGeom>
              <a:avLst/>
              <a:gdLst/>
              <a:ahLst/>
              <a:cxnLst/>
              <a:rect l="l" t="t" r="r" b="b"/>
              <a:pathLst>
                <a:path w="522" h="187" extrusionOk="0">
                  <a:moveTo>
                    <a:pt x="0" y="1"/>
                  </a:moveTo>
                  <a:lnTo>
                    <a:pt x="16" y="17"/>
                  </a:lnTo>
                  <a:cubicBezTo>
                    <a:pt x="33" y="17"/>
                    <a:pt x="49" y="17"/>
                    <a:pt x="69" y="33"/>
                  </a:cubicBezTo>
                  <a:cubicBezTo>
                    <a:pt x="117" y="49"/>
                    <a:pt x="170" y="69"/>
                    <a:pt x="218" y="86"/>
                  </a:cubicBezTo>
                  <a:cubicBezTo>
                    <a:pt x="251" y="86"/>
                    <a:pt x="303" y="102"/>
                    <a:pt x="336" y="118"/>
                  </a:cubicBezTo>
                  <a:cubicBezTo>
                    <a:pt x="388" y="134"/>
                    <a:pt x="420" y="150"/>
                    <a:pt x="473" y="170"/>
                  </a:cubicBezTo>
                  <a:cubicBezTo>
                    <a:pt x="489" y="170"/>
                    <a:pt x="505" y="170"/>
                    <a:pt x="521" y="187"/>
                  </a:cubicBezTo>
                  <a:lnTo>
                    <a:pt x="521" y="170"/>
                  </a:lnTo>
                  <a:cubicBezTo>
                    <a:pt x="505" y="170"/>
                    <a:pt x="489" y="150"/>
                    <a:pt x="473" y="150"/>
                  </a:cubicBezTo>
                  <a:cubicBezTo>
                    <a:pt x="437" y="134"/>
                    <a:pt x="388" y="118"/>
                    <a:pt x="336" y="102"/>
                  </a:cubicBezTo>
                  <a:cubicBezTo>
                    <a:pt x="303" y="86"/>
                    <a:pt x="251" y="86"/>
                    <a:pt x="218" y="69"/>
                  </a:cubicBezTo>
                  <a:cubicBezTo>
                    <a:pt x="170" y="49"/>
                    <a:pt x="117" y="33"/>
                    <a:pt x="85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9">
              <a:extLst>
                <a:ext uri="{FF2B5EF4-FFF2-40B4-BE49-F238E27FC236}">
                  <a16:creationId xmlns:a16="http://schemas.microsoft.com/office/drawing/2014/main" id="{8BD039B0-BD7B-9245-988C-C76CDBB21648}"/>
                </a:ext>
              </a:extLst>
            </p:cNvPr>
            <p:cNvSpPr/>
            <p:nvPr/>
          </p:nvSpPr>
          <p:spPr>
            <a:xfrm>
              <a:off x="1705637" y="947755"/>
              <a:ext cx="3675" cy="40227"/>
            </a:xfrm>
            <a:custGeom>
              <a:avLst/>
              <a:gdLst/>
              <a:ahLst/>
              <a:cxnLst/>
              <a:rect l="l" t="t" r="r" b="b"/>
              <a:pathLst>
                <a:path w="37" h="405" extrusionOk="0">
                  <a:moveTo>
                    <a:pt x="20" y="0"/>
                  </a:moveTo>
                  <a:lnTo>
                    <a:pt x="20" y="49"/>
                  </a:lnTo>
                  <a:cubicBezTo>
                    <a:pt x="20" y="133"/>
                    <a:pt x="20" y="218"/>
                    <a:pt x="0" y="303"/>
                  </a:cubicBezTo>
                  <a:lnTo>
                    <a:pt x="0" y="404"/>
                  </a:lnTo>
                  <a:lnTo>
                    <a:pt x="20" y="404"/>
                  </a:lnTo>
                  <a:lnTo>
                    <a:pt x="20" y="303"/>
                  </a:lnTo>
                  <a:cubicBezTo>
                    <a:pt x="20" y="218"/>
                    <a:pt x="37" y="133"/>
                    <a:pt x="37" y="49"/>
                  </a:cubicBezTo>
                  <a:cubicBezTo>
                    <a:pt x="37" y="32"/>
                    <a:pt x="37" y="16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9">
              <a:extLst>
                <a:ext uri="{FF2B5EF4-FFF2-40B4-BE49-F238E27FC236}">
                  <a16:creationId xmlns:a16="http://schemas.microsoft.com/office/drawing/2014/main" id="{316154A8-34A3-386E-47AC-8FA61ABF9D56}"/>
                </a:ext>
              </a:extLst>
            </p:cNvPr>
            <p:cNvSpPr/>
            <p:nvPr/>
          </p:nvSpPr>
          <p:spPr>
            <a:xfrm>
              <a:off x="2486431" y="558103"/>
              <a:ext cx="68733" cy="25030"/>
            </a:xfrm>
            <a:custGeom>
              <a:avLst/>
              <a:gdLst/>
              <a:ahLst/>
              <a:cxnLst/>
              <a:rect l="l" t="t" r="r" b="b"/>
              <a:pathLst>
                <a:path w="692" h="252" extrusionOk="0">
                  <a:moveTo>
                    <a:pt x="0" y="1"/>
                  </a:moveTo>
                  <a:cubicBezTo>
                    <a:pt x="69" y="33"/>
                    <a:pt x="138" y="49"/>
                    <a:pt x="202" y="85"/>
                  </a:cubicBezTo>
                  <a:cubicBezTo>
                    <a:pt x="271" y="102"/>
                    <a:pt x="320" y="118"/>
                    <a:pt x="372" y="134"/>
                  </a:cubicBezTo>
                  <a:cubicBezTo>
                    <a:pt x="421" y="150"/>
                    <a:pt x="457" y="166"/>
                    <a:pt x="489" y="186"/>
                  </a:cubicBezTo>
                  <a:cubicBezTo>
                    <a:pt x="558" y="203"/>
                    <a:pt x="623" y="219"/>
                    <a:pt x="675" y="251"/>
                  </a:cubicBezTo>
                  <a:lnTo>
                    <a:pt x="691" y="251"/>
                  </a:lnTo>
                  <a:lnTo>
                    <a:pt x="691" y="235"/>
                  </a:lnTo>
                  <a:cubicBezTo>
                    <a:pt x="623" y="203"/>
                    <a:pt x="558" y="186"/>
                    <a:pt x="505" y="166"/>
                  </a:cubicBezTo>
                  <a:cubicBezTo>
                    <a:pt x="457" y="150"/>
                    <a:pt x="421" y="134"/>
                    <a:pt x="372" y="118"/>
                  </a:cubicBezTo>
                  <a:cubicBezTo>
                    <a:pt x="320" y="102"/>
                    <a:pt x="271" y="85"/>
                    <a:pt x="219" y="65"/>
                  </a:cubicBezTo>
                  <a:cubicBezTo>
                    <a:pt x="154" y="33"/>
                    <a:pt x="85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9">
              <a:extLst>
                <a:ext uri="{FF2B5EF4-FFF2-40B4-BE49-F238E27FC236}">
                  <a16:creationId xmlns:a16="http://schemas.microsoft.com/office/drawing/2014/main" id="{D3791D4E-A93F-A3A2-2220-83EE95F64438}"/>
                </a:ext>
              </a:extLst>
            </p:cNvPr>
            <p:cNvSpPr/>
            <p:nvPr/>
          </p:nvSpPr>
          <p:spPr>
            <a:xfrm>
              <a:off x="2294237" y="494337"/>
              <a:ext cx="15296" cy="6853"/>
            </a:xfrm>
            <a:custGeom>
              <a:avLst/>
              <a:gdLst/>
              <a:ahLst/>
              <a:cxnLst/>
              <a:rect l="l" t="t" r="r" b="b"/>
              <a:pathLst>
                <a:path w="154" h="69" extrusionOk="0">
                  <a:moveTo>
                    <a:pt x="0" y="0"/>
                  </a:moveTo>
                  <a:lnTo>
                    <a:pt x="17" y="20"/>
                  </a:lnTo>
                  <a:lnTo>
                    <a:pt x="134" y="69"/>
                  </a:lnTo>
                  <a:lnTo>
                    <a:pt x="154" y="53"/>
                  </a:lnTo>
                  <a:lnTo>
                    <a:pt x="134" y="5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9">
              <a:extLst>
                <a:ext uri="{FF2B5EF4-FFF2-40B4-BE49-F238E27FC236}">
                  <a16:creationId xmlns:a16="http://schemas.microsoft.com/office/drawing/2014/main" id="{610D6573-F5F4-08A2-CF1B-01B44B76DFB6}"/>
                </a:ext>
              </a:extLst>
            </p:cNvPr>
            <p:cNvSpPr/>
            <p:nvPr/>
          </p:nvSpPr>
          <p:spPr>
            <a:xfrm>
              <a:off x="1677528" y="524432"/>
              <a:ext cx="60290" cy="45392"/>
            </a:xfrm>
            <a:custGeom>
              <a:avLst/>
              <a:gdLst/>
              <a:ahLst/>
              <a:cxnLst/>
              <a:rect l="l" t="t" r="r" b="b"/>
              <a:pathLst>
                <a:path w="607" h="457" extrusionOk="0">
                  <a:moveTo>
                    <a:pt x="606" y="0"/>
                  </a:moveTo>
                  <a:cubicBezTo>
                    <a:pt x="570" y="0"/>
                    <a:pt x="554" y="20"/>
                    <a:pt x="554" y="37"/>
                  </a:cubicBezTo>
                  <a:cubicBezTo>
                    <a:pt x="570" y="37"/>
                    <a:pt x="586" y="20"/>
                    <a:pt x="606" y="20"/>
                  </a:cubicBezTo>
                  <a:lnTo>
                    <a:pt x="606" y="0"/>
                  </a:lnTo>
                  <a:close/>
                  <a:moveTo>
                    <a:pt x="538" y="53"/>
                  </a:moveTo>
                  <a:cubicBezTo>
                    <a:pt x="404" y="154"/>
                    <a:pt x="251" y="255"/>
                    <a:pt x="118" y="356"/>
                  </a:cubicBezTo>
                  <a:lnTo>
                    <a:pt x="1" y="441"/>
                  </a:lnTo>
                  <a:lnTo>
                    <a:pt x="1" y="457"/>
                  </a:lnTo>
                  <a:lnTo>
                    <a:pt x="134" y="372"/>
                  </a:lnTo>
                  <a:cubicBezTo>
                    <a:pt x="267" y="255"/>
                    <a:pt x="404" y="154"/>
                    <a:pt x="538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9">
              <a:extLst>
                <a:ext uri="{FF2B5EF4-FFF2-40B4-BE49-F238E27FC236}">
                  <a16:creationId xmlns:a16="http://schemas.microsoft.com/office/drawing/2014/main" id="{66B33AB4-12B7-41A3-C05E-361AF8431F13}"/>
                </a:ext>
              </a:extLst>
            </p:cNvPr>
            <p:cNvSpPr/>
            <p:nvPr/>
          </p:nvSpPr>
          <p:spPr>
            <a:xfrm>
              <a:off x="1677528" y="529597"/>
              <a:ext cx="10131" cy="10131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102" y="1"/>
                  </a:moveTo>
                  <a:cubicBezTo>
                    <a:pt x="81" y="17"/>
                    <a:pt x="65" y="17"/>
                    <a:pt x="49" y="33"/>
                  </a:cubicBezTo>
                  <a:cubicBezTo>
                    <a:pt x="33" y="49"/>
                    <a:pt x="17" y="69"/>
                    <a:pt x="1" y="86"/>
                  </a:cubicBezTo>
                  <a:lnTo>
                    <a:pt x="1" y="102"/>
                  </a:lnTo>
                  <a:lnTo>
                    <a:pt x="17" y="86"/>
                  </a:lnTo>
                  <a:cubicBezTo>
                    <a:pt x="17" y="69"/>
                    <a:pt x="49" y="49"/>
                    <a:pt x="65" y="49"/>
                  </a:cubicBez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9">
              <a:extLst>
                <a:ext uri="{FF2B5EF4-FFF2-40B4-BE49-F238E27FC236}">
                  <a16:creationId xmlns:a16="http://schemas.microsoft.com/office/drawing/2014/main" id="{7A3BEB17-71EA-C055-638B-3C620E7A232F}"/>
                </a:ext>
              </a:extLst>
            </p:cNvPr>
            <p:cNvSpPr/>
            <p:nvPr/>
          </p:nvSpPr>
          <p:spPr>
            <a:xfrm>
              <a:off x="1936369" y="-4"/>
              <a:ext cx="804533" cy="369191"/>
            </a:xfrm>
            <a:custGeom>
              <a:avLst/>
              <a:gdLst/>
              <a:ahLst/>
              <a:cxnLst/>
              <a:rect l="l" t="t" r="r" b="b"/>
              <a:pathLst>
                <a:path w="8100" h="3717" extrusionOk="0">
                  <a:moveTo>
                    <a:pt x="20" y="65"/>
                  </a:moveTo>
                  <a:lnTo>
                    <a:pt x="20" y="114"/>
                  </a:lnTo>
                  <a:cubicBezTo>
                    <a:pt x="20" y="150"/>
                    <a:pt x="20" y="182"/>
                    <a:pt x="36" y="215"/>
                  </a:cubicBezTo>
                  <a:lnTo>
                    <a:pt x="53" y="215"/>
                  </a:lnTo>
                  <a:lnTo>
                    <a:pt x="53" y="198"/>
                  </a:lnTo>
                  <a:cubicBezTo>
                    <a:pt x="36" y="166"/>
                    <a:pt x="36" y="150"/>
                    <a:pt x="36" y="114"/>
                  </a:cubicBezTo>
                  <a:cubicBezTo>
                    <a:pt x="36" y="97"/>
                    <a:pt x="36" y="81"/>
                    <a:pt x="20" y="65"/>
                  </a:cubicBezTo>
                  <a:close/>
                  <a:moveTo>
                    <a:pt x="45" y="0"/>
                  </a:moveTo>
                  <a:cubicBezTo>
                    <a:pt x="36" y="0"/>
                    <a:pt x="28" y="4"/>
                    <a:pt x="20" y="13"/>
                  </a:cubicBezTo>
                  <a:cubicBezTo>
                    <a:pt x="0" y="29"/>
                    <a:pt x="0" y="49"/>
                    <a:pt x="20" y="65"/>
                  </a:cubicBezTo>
                  <a:cubicBezTo>
                    <a:pt x="20" y="49"/>
                    <a:pt x="20" y="29"/>
                    <a:pt x="36" y="29"/>
                  </a:cubicBezTo>
                  <a:cubicBezTo>
                    <a:pt x="36" y="21"/>
                    <a:pt x="40" y="17"/>
                    <a:pt x="47" y="17"/>
                  </a:cubicBezTo>
                  <a:cubicBezTo>
                    <a:pt x="53" y="17"/>
                    <a:pt x="61" y="21"/>
                    <a:pt x="69" y="29"/>
                  </a:cubicBezTo>
                  <a:cubicBezTo>
                    <a:pt x="137" y="65"/>
                    <a:pt x="202" y="97"/>
                    <a:pt x="287" y="130"/>
                  </a:cubicBezTo>
                  <a:cubicBezTo>
                    <a:pt x="303" y="150"/>
                    <a:pt x="339" y="150"/>
                    <a:pt x="372" y="166"/>
                  </a:cubicBezTo>
                  <a:cubicBezTo>
                    <a:pt x="424" y="198"/>
                    <a:pt x="489" y="215"/>
                    <a:pt x="541" y="251"/>
                  </a:cubicBezTo>
                  <a:cubicBezTo>
                    <a:pt x="659" y="299"/>
                    <a:pt x="776" y="352"/>
                    <a:pt x="877" y="400"/>
                  </a:cubicBezTo>
                  <a:cubicBezTo>
                    <a:pt x="929" y="416"/>
                    <a:pt x="978" y="453"/>
                    <a:pt x="1030" y="469"/>
                  </a:cubicBezTo>
                  <a:cubicBezTo>
                    <a:pt x="1079" y="501"/>
                    <a:pt x="1147" y="517"/>
                    <a:pt x="1196" y="554"/>
                  </a:cubicBezTo>
                  <a:cubicBezTo>
                    <a:pt x="1297" y="586"/>
                    <a:pt x="1398" y="635"/>
                    <a:pt x="1499" y="687"/>
                  </a:cubicBezTo>
                  <a:cubicBezTo>
                    <a:pt x="1567" y="703"/>
                    <a:pt x="1636" y="736"/>
                    <a:pt x="1685" y="772"/>
                  </a:cubicBezTo>
                  <a:cubicBezTo>
                    <a:pt x="1769" y="804"/>
                    <a:pt x="1838" y="837"/>
                    <a:pt x="1919" y="873"/>
                  </a:cubicBezTo>
                  <a:cubicBezTo>
                    <a:pt x="1971" y="905"/>
                    <a:pt x="2040" y="921"/>
                    <a:pt x="2105" y="958"/>
                  </a:cubicBezTo>
                  <a:cubicBezTo>
                    <a:pt x="2173" y="990"/>
                    <a:pt x="2242" y="1022"/>
                    <a:pt x="2323" y="1059"/>
                  </a:cubicBezTo>
                  <a:cubicBezTo>
                    <a:pt x="2375" y="1075"/>
                    <a:pt x="2408" y="1107"/>
                    <a:pt x="2460" y="1123"/>
                  </a:cubicBezTo>
                  <a:lnTo>
                    <a:pt x="2561" y="1176"/>
                  </a:lnTo>
                  <a:cubicBezTo>
                    <a:pt x="2711" y="1224"/>
                    <a:pt x="2848" y="1293"/>
                    <a:pt x="2998" y="1362"/>
                  </a:cubicBezTo>
                  <a:cubicBezTo>
                    <a:pt x="2864" y="1293"/>
                    <a:pt x="2711" y="1224"/>
                    <a:pt x="2577" y="1160"/>
                  </a:cubicBezTo>
                  <a:lnTo>
                    <a:pt x="2476" y="1107"/>
                  </a:lnTo>
                  <a:cubicBezTo>
                    <a:pt x="2424" y="1091"/>
                    <a:pt x="2375" y="1075"/>
                    <a:pt x="2323" y="1039"/>
                  </a:cubicBezTo>
                  <a:cubicBezTo>
                    <a:pt x="2258" y="1006"/>
                    <a:pt x="2173" y="974"/>
                    <a:pt x="2105" y="938"/>
                  </a:cubicBezTo>
                  <a:cubicBezTo>
                    <a:pt x="2040" y="921"/>
                    <a:pt x="1988" y="889"/>
                    <a:pt x="1919" y="857"/>
                  </a:cubicBezTo>
                  <a:cubicBezTo>
                    <a:pt x="1854" y="820"/>
                    <a:pt x="1769" y="788"/>
                    <a:pt x="1701" y="756"/>
                  </a:cubicBezTo>
                  <a:cubicBezTo>
                    <a:pt x="1636" y="719"/>
                    <a:pt x="1567" y="703"/>
                    <a:pt x="1499" y="671"/>
                  </a:cubicBezTo>
                  <a:cubicBezTo>
                    <a:pt x="1398" y="618"/>
                    <a:pt x="1297" y="586"/>
                    <a:pt x="1212" y="534"/>
                  </a:cubicBezTo>
                  <a:cubicBezTo>
                    <a:pt x="1147" y="501"/>
                    <a:pt x="1095" y="485"/>
                    <a:pt x="1030" y="453"/>
                  </a:cubicBezTo>
                  <a:cubicBezTo>
                    <a:pt x="978" y="433"/>
                    <a:pt x="929" y="416"/>
                    <a:pt x="893" y="384"/>
                  </a:cubicBezTo>
                  <a:cubicBezTo>
                    <a:pt x="776" y="332"/>
                    <a:pt x="659" y="283"/>
                    <a:pt x="541" y="231"/>
                  </a:cubicBezTo>
                  <a:cubicBezTo>
                    <a:pt x="489" y="215"/>
                    <a:pt x="440" y="182"/>
                    <a:pt x="372" y="150"/>
                  </a:cubicBezTo>
                  <a:cubicBezTo>
                    <a:pt x="356" y="150"/>
                    <a:pt x="323" y="130"/>
                    <a:pt x="287" y="114"/>
                  </a:cubicBezTo>
                  <a:cubicBezTo>
                    <a:pt x="222" y="81"/>
                    <a:pt x="137" y="49"/>
                    <a:pt x="69" y="13"/>
                  </a:cubicBezTo>
                  <a:cubicBezTo>
                    <a:pt x="61" y="4"/>
                    <a:pt x="53" y="0"/>
                    <a:pt x="45" y="0"/>
                  </a:cubicBezTo>
                  <a:close/>
                  <a:moveTo>
                    <a:pt x="2998" y="1362"/>
                  </a:moveTo>
                  <a:lnTo>
                    <a:pt x="3301" y="1511"/>
                  </a:lnTo>
                  <a:lnTo>
                    <a:pt x="3454" y="1580"/>
                  </a:lnTo>
                  <a:cubicBezTo>
                    <a:pt x="3519" y="1596"/>
                    <a:pt x="3571" y="1628"/>
                    <a:pt x="3620" y="1645"/>
                  </a:cubicBezTo>
                  <a:cubicBezTo>
                    <a:pt x="3721" y="1697"/>
                    <a:pt x="3805" y="1729"/>
                    <a:pt x="3890" y="1782"/>
                  </a:cubicBezTo>
                  <a:cubicBezTo>
                    <a:pt x="3959" y="1798"/>
                    <a:pt x="4040" y="1830"/>
                    <a:pt x="4108" y="1867"/>
                  </a:cubicBezTo>
                  <a:cubicBezTo>
                    <a:pt x="4040" y="1830"/>
                    <a:pt x="3975" y="1798"/>
                    <a:pt x="3906" y="1766"/>
                  </a:cubicBezTo>
                  <a:cubicBezTo>
                    <a:pt x="3805" y="1729"/>
                    <a:pt x="3721" y="1681"/>
                    <a:pt x="3636" y="1645"/>
                  </a:cubicBezTo>
                  <a:cubicBezTo>
                    <a:pt x="3571" y="1612"/>
                    <a:pt x="3519" y="1596"/>
                    <a:pt x="3470" y="1564"/>
                  </a:cubicBezTo>
                  <a:lnTo>
                    <a:pt x="3317" y="1495"/>
                  </a:lnTo>
                  <a:cubicBezTo>
                    <a:pt x="3200" y="1443"/>
                    <a:pt x="3099" y="1394"/>
                    <a:pt x="2998" y="1362"/>
                  </a:cubicBezTo>
                  <a:close/>
                  <a:moveTo>
                    <a:pt x="4108" y="1867"/>
                  </a:moveTo>
                  <a:lnTo>
                    <a:pt x="4108" y="1867"/>
                  </a:lnTo>
                  <a:cubicBezTo>
                    <a:pt x="4226" y="1931"/>
                    <a:pt x="4343" y="1984"/>
                    <a:pt x="4464" y="2032"/>
                  </a:cubicBezTo>
                  <a:cubicBezTo>
                    <a:pt x="4529" y="2069"/>
                    <a:pt x="4597" y="2085"/>
                    <a:pt x="4646" y="2117"/>
                  </a:cubicBezTo>
                  <a:cubicBezTo>
                    <a:pt x="4682" y="2133"/>
                    <a:pt x="4714" y="2150"/>
                    <a:pt x="4747" y="2170"/>
                  </a:cubicBezTo>
                  <a:cubicBezTo>
                    <a:pt x="4969" y="2271"/>
                    <a:pt x="5203" y="2372"/>
                    <a:pt x="5421" y="2473"/>
                  </a:cubicBezTo>
                  <a:cubicBezTo>
                    <a:pt x="5591" y="2553"/>
                    <a:pt x="5757" y="2622"/>
                    <a:pt x="5942" y="2707"/>
                  </a:cubicBezTo>
                  <a:cubicBezTo>
                    <a:pt x="6043" y="2755"/>
                    <a:pt x="6161" y="2808"/>
                    <a:pt x="6282" y="2856"/>
                  </a:cubicBezTo>
                  <a:cubicBezTo>
                    <a:pt x="6161" y="2808"/>
                    <a:pt x="6060" y="2739"/>
                    <a:pt x="5942" y="2691"/>
                  </a:cubicBezTo>
                  <a:cubicBezTo>
                    <a:pt x="5777" y="2622"/>
                    <a:pt x="5591" y="2537"/>
                    <a:pt x="5421" y="2452"/>
                  </a:cubicBezTo>
                  <a:cubicBezTo>
                    <a:pt x="5203" y="2351"/>
                    <a:pt x="4985" y="2250"/>
                    <a:pt x="4767" y="2150"/>
                  </a:cubicBezTo>
                  <a:cubicBezTo>
                    <a:pt x="4731" y="2133"/>
                    <a:pt x="4698" y="2117"/>
                    <a:pt x="4666" y="2117"/>
                  </a:cubicBezTo>
                  <a:cubicBezTo>
                    <a:pt x="4597" y="2085"/>
                    <a:pt x="4529" y="2049"/>
                    <a:pt x="4464" y="2016"/>
                  </a:cubicBezTo>
                  <a:cubicBezTo>
                    <a:pt x="4343" y="1968"/>
                    <a:pt x="4226" y="1915"/>
                    <a:pt x="4108" y="1867"/>
                  </a:cubicBezTo>
                  <a:close/>
                  <a:moveTo>
                    <a:pt x="6282" y="2856"/>
                  </a:moveTo>
                  <a:cubicBezTo>
                    <a:pt x="6383" y="2909"/>
                    <a:pt x="6464" y="2957"/>
                    <a:pt x="6565" y="2994"/>
                  </a:cubicBezTo>
                  <a:cubicBezTo>
                    <a:pt x="6649" y="3026"/>
                    <a:pt x="6718" y="3058"/>
                    <a:pt x="6803" y="3095"/>
                  </a:cubicBezTo>
                  <a:cubicBezTo>
                    <a:pt x="6734" y="3058"/>
                    <a:pt x="6649" y="3026"/>
                    <a:pt x="6585" y="2994"/>
                  </a:cubicBezTo>
                  <a:cubicBezTo>
                    <a:pt x="6484" y="2941"/>
                    <a:pt x="6383" y="2893"/>
                    <a:pt x="6282" y="2856"/>
                  </a:cubicBezTo>
                  <a:close/>
                  <a:moveTo>
                    <a:pt x="6803" y="3095"/>
                  </a:moveTo>
                  <a:lnTo>
                    <a:pt x="6803" y="3095"/>
                  </a:lnTo>
                  <a:cubicBezTo>
                    <a:pt x="7005" y="3196"/>
                    <a:pt x="7207" y="3281"/>
                    <a:pt x="7393" y="3382"/>
                  </a:cubicBezTo>
                  <a:cubicBezTo>
                    <a:pt x="7457" y="3398"/>
                    <a:pt x="7526" y="3430"/>
                    <a:pt x="7595" y="3462"/>
                  </a:cubicBezTo>
                  <a:cubicBezTo>
                    <a:pt x="7712" y="3515"/>
                    <a:pt x="7813" y="3563"/>
                    <a:pt x="7930" y="3616"/>
                  </a:cubicBezTo>
                  <a:cubicBezTo>
                    <a:pt x="7962" y="3632"/>
                    <a:pt x="7999" y="3648"/>
                    <a:pt x="8031" y="3664"/>
                  </a:cubicBezTo>
                  <a:cubicBezTo>
                    <a:pt x="8047" y="3664"/>
                    <a:pt x="8063" y="3685"/>
                    <a:pt x="8079" y="3685"/>
                  </a:cubicBezTo>
                  <a:lnTo>
                    <a:pt x="8079" y="3717"/>
                  </a:lnTo>
                  <a:lnTo>
                    <a:pt x="8100" y="3717"/>
                  </a:lnTo>
                  <a:lnTo>
                    <a:pt x="8100" y="3685"/>
                  </a:lnTo>
                  <a:lnTo>
                    <a:pt x="8079" y="3664"/>
                  </a:lnTo>
                  <a:cubicBezTo>
                    <a:pt x="8063" y="3664"/>
                    <a:pt x="8047" y="3664"/>
                    <a:pt x="8047" y="3648"/>
                  </a:cubicBezTo>
                  <a:cubicBezTo>
                    <a:pt x="7999" y="3632"/>
                    <a:pt x="7962" y="3616"/>
                    <a:pt x="7930" y="3600"/>
                  </a:cubicBezTo>
                  <a:cubicBezTo>
                    <a:pt x="7829" y="3547"/>
                    <a:pt x="7712" y="3499"/>
                    <a:pt x="7595" y="3446"/>
                  </a:cubicBezTo>
                  <a:cubicBezTo>
                    <a:pt x="7542" y="3414"/>
                    <a:pt x="7473" y="3398"/>
                    <a:pt x="7409" y="3361"/>
                  </a:cubicBezTo>
                  <a:cubicBezTo>
                    <a:pt x="7207" y="3260"/>
                    <a:pt x="7005" y="3180"/>
                    <a:pt x="6803" y="30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9">
              <a:extLst>
                <a:ext uri="{FF2B5EF4-FFF2-40B4-BE49-F238E27FC236}">
                  <a16:creationId xmlns:a16="http://schemas.microsoft.com/office/drawing/2014/main" id="{FAFA4778-25DD-5203-302F-B9AA47082672}"/>
                </a:ext>
              </a:extLst>
            </p:cNvPr>
            <p:cNvSpPr/>
            <p:nvPr/>
          </p:nvSpPr>
          <p:spPr>
            <a:xfrm>
              <a:off x="2371313" y="571313"/>
              <a:ext cx="8443" cy="67144"/>
            </a:xfrm>
            <a:custGeom>
              <a:avLst/>
              <a:gdLst/>
              <a:ahLst/>
              <a:cxnLst/>
              <a:rect l="l" t="t" r="r" b="b"/>
              <a:pathLst>
                <a:path w="85" h="67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16" y="17"/>
                    <a:pt x="16" y="33"/>
                  </a:cubicBezTo>
                  <a:lnTo>
                    <a:pt x="16" y="53"/>
                  </a:lnTo>
                  <a:lnTo>
                    <a:pt x="16" y="118"/>
                  </a:lnTo>
                  <a:cubicBezTo>
                    <a:pt x="16" y="134"/>
                    <a:pt x="16" y="154"/>
                    <a:pt x="32" y="154"/>
                  </a:cubicBezTo>
                  <a:lnTo>
                    <a:pt x="32" y="118"/>
                  </a:lnTo>
                  <a:lnTo>
                    <a:pt x="32" y="53"/>
                  </a:lnTo>
                  <a:lnTo>
                    <a:pt x="32" y="33"/>
                  </a:ln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lnTo>
                    <a:pt x="32" y="288"/>
                  </a:lnTo>
                  <a:cubicBezTo>
                    <a:pt x="32" y="304"/>
                    <a:pt x="49" y="320"/>
                    <a:pt x="32" y="320"/>
                  </a:cubicBezTo>
                  <a:lnTo>
                    <a:pt x="32" y="336"/>
                  </a:lnTo>
                  <a:cubicBezTo>
                    <a:pt x="49" y="356"/>
                    <a:pt x="49" y="373"/>
                    <a:pt x="49" y="389"/>
                  </a:cubicBezTo>
                  <a:lnTo>
                    <a:pt x="49" y="336"/>
                  </a:lnTo>
                  <a:lnTo>
                    <a:pt x="49" y="288"/>
                  </a:ln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89"/>
                  </a:moveTo>
                  <a:lnTo>
                    <a:pt x="49" y="421"/>
                  </a:lnTo>
                  <a:lnTo>
                    <a:pt x="49" y="457"/>
                  </a:lnTo>
                  <a:lnTo>
                    <a:pt x="49" y="490"/>
                  </a:lnTo>
                  <a:lnTo>
                    <a:pt x="49" y="591"/>
                  </a:lnTo>
                  <a:lnTo>
                    <a:pt x="65" y="607"/>
                  </a:lnTo>
                  <a:lnTo>
                    <a:pt x="65" y="591"/>
                  </a:lnTo>
                  <a:lnTo>
                    <a:pt x="65" y="490"/>
                  </a:lnTo>
                  <a:lnTo>
                    <a:pt x="65" y="457"/>
                  </a:lnTo>
                  <a:lnTo>
                    <a:pt x="65" y="421"/>
                  </a:lnTo>
                  <a:cubicBezTo>
                    <a:pt x="49" y="405"/>
                    <a:pt x="49" y="405"/>
                    <a:pt x="49" y="389"/>
                  </a:cubicBezTo>
                  <a:close/>
                  <a:moveTo>
                    <a:pt x="65" y="607"/>
                  </a:moveTo>
                  <a:lnTo>
                    <a:pt x="65" y="659"/>
                  </a:lnTo>
                  <a:lnTo>
                    <a:pt x="65" y="676"/>
                  </a:lnTo>
                  <a:cubicBezTo>
                    <a:pt x="85" y="659"/>
                    <a:pt x="85" y="623"/>
                    <a:pt x="65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9">
              <a:extLst>
                <a:ext uri="{FF2B5EF4-FFF2-40B4-BE49-F238E27FC236}">
                  <a16:creationId xmlns:a16="http://schemas.microsoft.com/office/drawing/2014/main" id="{9B465319-2691-0CD6-9F9C-A0055E7FD1EA}"/>
                </a:ext>
              </a:extLst>
            </p:cNvPr>
            <p:cNvSpPr/>
            <p:nvPr/>
          </p:nvSpPr>
          <p:spPr>
            <a:xfrm>
              <a:off x="1943123" y="296680"/>
              <a:ext cx="190704" cy="70918"/>
            </a:xfrm>
            <a:custGeom>
              <a:avLst/>
              <a:gdLst/>
              <a:ahLst/>
              <a:cxnLst/>
              <a:rect l="l" t="t" r="r" b="b"/>
              <a:pathLst>
                <a:path w="1920" h="714" extrusionOk="0">
                  <a:moveTo>
                    <a:pt x="27" y="0"/>
                  </a:moveTo>
                  <a:cubicBezTo>
                    <a:pt x="19" y="0"/>
                    <a:pt x="10" y="2"/>
                    <a:pt x="1" y="7"/>
                  </a:cubicBezTo>
                  <a:cubicBezTo>
                    <a:pt x="33" y="7"/>
                    <a:pt x="53" y="23"/>
                    <a:pt x="86" y="39"/>
                  </a:cubicBezTo>
                  <a:lnTo>
                    <a:pt x="102" y="39"/>
                  </a:lnTo>
                  <a:cubicBezTo>
                    <a:pt x="170" y="71"/>
                    <a:pt x="235" y="92"/>
                    <a:pt x="304" y="124"/>
                  </a:cubicBezTo>
                  <a:cubicBezTo>
                    <a:pt x="389" y="156"/>
                    <a:pt x="490" y="193"/>
                    <a:pt x="574" y="225"/>
                  </a:cubicBezTo>
                  <a:cubicBezTo>
                    <a:pt x="623" y="241"/>
                    <a:pt x="675" y="257"/>
                    <a:pt x="708" y="273"/>
                  </a:cubicBezTo>
                  <a:cubicBezTo>
                    <a:pt x="776" y="294"/>
                    <a:pt x="861" y="326"/>
                    <a:pt x="926" y="342"/>
                  </a:cubicBezTo>
                  <a:cubicBezTo>
                    <a:pt x="995" y="374"/>
                    <a:pt x="1063" y="395"/>
                    <a:pt x="1128" y="427"/>
                  </a:cubicBezTo>
                  <a:cubicBezTo>
                    <a:pt x="1180" y="443"/>
                    <a:pt x="1213" y="459"/>
                    <a:pt x="1265" y="475"/>
                  </a:cubicBezTo>
                  <a:cubicBezTo>
                    <a:pt x="1314" y="496"/>
                    <a:pt x="1366" y="512"/>
                    <a:pt x="1399" y="528"/>
                  </a:cubicBezTo>
                  <a:cubicBezTo>
                    <a:pt x="1447" y="544"/>
                    <a:pt x="1499" y="560"/>
                    <a:pt x="1568" y="576"/>
                  </a:cubicBezTo>
                  <a:cubicBezTo>
                    <a:pt x="1516" y="544"/>
                    <a:pt x="1467" y="528"/>
                    <a:pt x="1399" y="512"/>
                  </a:cubicBezTo>
                  <a:cubicBezTo>
                    <a:pt x="1366" y="496"/>
                    <a:pt x="1314" y="475"/>
                    <a:pt x="1265" y="459"/>
                  </a:cubicBezTo>
                  <a:cubicBezTo>
                    <a:pt x="1229" y="443"/>
                    <a:pt x="1180" y="427"/>
                    <a:pt x="1144" y="411"/>
                  </a:cubicBezTo>
                  <a:cubicBezTo>
                    <a:pt x="1063" y="395"/>
                    <a:pt x="995" y="358"/>
                    <a:pt x="926" y="326"/>
                  </a:cubicBezTo>
                  <a:cubicBezTo>
                    <a:pt x="861" y="310"/>
                    <a:pt x="793" y="273"/>
                    <a:pt x="724" y="257"/>
                  </a:cubicBezTo>
                  <a:cubicBezTo>
                    <a:pt x="675" y="241"/>
                    <a:pt x="623" y="225"/>
                    <a:pt x="574" y="209"/>
                  </a:cubicBezTo>
                  <a:cubicBezTo>
                    <a:pt x="490" y="172"/>
                    <a:pt x="389" y="140"/>
                    <a:pt x="304" y="108"/>
                  </a:cubicBezTo>
                  <a:cubicBezTo>
                    <a:pt x="235" y="71"/>
                    <a:pt x="187" y="55"/>
                    <a:pt x="118" y="39"/>
                  </a:cubicBezTo>
                  <a:cubicBezTo>
                    <a:pt x="102" y="23"/>
                    <a:pt x="102" y="23"/>
                    <a:pt x="86" y="23"/>
                  </a:cubicBezTo>
                  <a:cubicBezTo>
                    <a:pt x="63" y="12"/>
                    <a:pt x="46" y="0"/>
                    <a:pt x="27" y="0"/>
                  </a:cubicBezTo>
                  <a:close/>
                  <a:moveTo>
                    <a:pt x="1568" y="576"/>
                  </a:moveTo>
                  <a:cubicBezTo>
                    <a:pt x="1584" y="597"/>
                    <a:pt x="1617" y="613"/>
                    <a:pt x="1633" y="613"/>
                  </a:cubicBezTo>
                  <a:cubicBezTo>
                    <a:pt x="1718" y="645"/>
                    <a:pt x="1786" y="677"/>
                    <a:pt x="1871" y="698"/>
                  </a:cubicBezTo>
                  <a:cubicBezTo>
                    <a:pt x="1802" y="661"/>
                    <a:pt x="1718" y="629"/>
                    <a:pt x="1633" y="597"/>
                  </a:cubicBezTo>
                  <a:cubicBezTo>
                    <a:pt x="1617" y="597"/>
                    <a:pt x="1584" y="576"/>
                    <a:pt x="1568" y="576"/>
                  </a:cubicBezTo>
                  <a:close/>
                  <a:moveTo>
                    <a:pt x="1871" y="698"/>
                  </a:moveTo>
                  <a:cubicBezTo>
                    <a:pt x="1887" y="714"/>
                    <a:pt x="1903" y="714"/>
                    <a:pt x="1920" y="714"/>
                  </a:cubicBezTo>
                  <a:lnTo>
                    <a:pt x="1920" y="6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9">
              <a:extLst>
                <a:ext uri="{FF2B5EF4-FFF2-40B4-BE49-F238E27FC236}">
                  <a16:creationId xmlns:a16="http://schemas.microsoft.com/office/drawing/2014/main" id="{6F870250-514F-3770-B560-F9105DD44CBE}"/>
                </a:ext>
              </a:extLst>
            </p:cNvPr>
            <p:cNvSpPr/>
            <p:nvPr/>
          </p:nvSpPr>
          <p:spPr>
            <a:xfrm>
              <a:off x="2543443" y="972586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0" y="1"/>
                  </a:moveTo>
                  <a:cubicBezTo>
                    <a:pt x="16" y="1"/>
                    <a:pt x="32" y="17"/>
                    <a:pt x="49" y="17"/>
                  </a:cubicBezTo>
                  <a:cubicBezTo>
                    <a:pt x="69" y="17"/>
                    <a:pt x="85" y="33"/>
                    <a:pt x="101" y="33"/>
                  </a:cubicBezTo>
                  <a:lnTo>
                    <a:pt x="117" y="17"/>
                  </a:lnTo>
                  <a:lnTo>
                    <a:pt x="101" y="17"/>
                  </a:lnTo>
                  <a:cubicBezTo>
                    <a:pt x="85" y="17"/>
                    <a:pt x="69" y="17"/>
                    <a:pt x="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9">
              <a:extLst>
                <a:ext uri="{FF2B5EF4-FFF2-40B4-BE49-F238E27FC236}">
                  <a16:creationId xmlns:a16="http://schemas.microsoft.com/office/drawing/2014/main" id="{18546D39-909D-6E38-2425-8AE89562582F}"/>
                </a:ext>
              </a:extLst>
            </p:cNvPr>
            <p:cNvSpPr/>
            <p:nvPr/>
          </p:nvSpPr>
          <p:spPr>
            <a:xfrm>
              <a:off x="1680706" y="404050"/>
              <a:ext cx="48669" cy="40227"/>
            </a:xfrm>
            <a:custGeom>
              <a:avLst/>
              <a:gdLst/>
              <a:ahLst/>
              <a:cxnLst/>
              <a:rect l="l" t="t" r="r" b="b"/>
              <a:pathLst>
                <a:path w="490" h="405" extrusionOk="0">
                  <a:moveTo>
                    <a:pt x="473" y="0"/>
                  </a:moveTo>
                  <a:lnTo>
                    <a:pt x="372" y="85"/>
                  </a:lnTo>
                  <a:cubicBezTo>
                    <a:pt x="271" y="170"/>
                    <a:pt x="170" y="255"/>
                    <a:pt x="86" y="324"/>
                  </a:cubicBezTo>
                  <a:cubicBezTo>
                    <a:pt x="49" y="340"/>
                    <a:pt x="33" y="356"/>
                    <a:pt x="17" y="372"/>
                  </a:cubicBezTo>
                  <a:cubicBezTo>
                    <a:pt x="17" y="388"/>
                    <a:pt x="1" y="388"/>
                    <a:pt x="1" y="404"/>
                  </a:cubicBezTo>
                  <a:cubicBezTo>
                    <a:pt x="17" y="404"/>
                    <a:pt x="17" y="388"/>
                    <a:pt x="33" y="388"/>
                  </a:cubicBezTo>
                  <a:cubicBezTo>
                    <a:pt x="49" y="372"/>
                    <a:pt x="70" y="356"/>
                    <a:pt x="86" y="340"/>
                  </a:cubicBezTo>
                  <a:cubicBezTo>
                    <a:pt x="187" y="255"/>
                    <a:pt x="288" y="170"/>
                    <a:pt x="389" y="101"/>
                  </a:cubicBezTo>
                  <a:lnTo>
                    <a:pt x="490" y="2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9">
              <a:extLst>
                <a:ext uri="{FF2B5EF4-FFF2-40B4-BE49-F238E27FC236}">
                  <a16:creationId xmlns:a16="http://schemas.microsoft.com/office/drawing/2014/main" id="{E7443404-D1C3-7B23-055F-BF98E62CD097}"/>
                </a:ext>
              </a:extLst>
            </p:cNvPr>
            <p:cNvSpPr/>
            <p:nvPr/>
          </p:nvSpPr>
          <p:spPr>
            <a:xfrm>
              <a:off x="1673952" y="591377"/>
              <a:ext cx="61879" cy="43504"/>
            </a:xfrm>
            <a:custGeom>
              <a:avLst/>
              <a:gdLst/>
              <a:ahLst/>
              <a:cxnLst/>
              <a:rect l="l" t="t" r="r" b="b"/>
              <a:pathLst>
                <a:path w="623" h="438" extrusionOk="0">
                  <a:moveTo>
                    <a:pt x="622" y="1"/>
                  </a:moveTo>
                  <a:cubicBezTo>
                    <a:pt x="590" y="1"/>
                    <a:pt x="574" y="17"/>
                    <a:pt x="558" y="33"/>
                  </a:cubicBezTo>
                  <a:cubicBezTo>
                    <a:pt x="590" y="17"/>
                    <a:pt x="606" y="1"/>
                    <a:pt x="622" y="1"/>
                  </a:cubicBezTo>
                  <a:close/>
                  <a:moveTo>
                    <a:pt x="541" y="33"/>
                  </a:moveTo>
                  <a:cubicBezTo>
                    <a:pt x="473" y="86"/>
                    <a:pt x="420" y="118"/>
                    <a:pt x="356" y="171"/>
                  </a:cubicBezTo>
                  <a:cubicBezTo>
                    <a:pt x="271" y="235"/>
                    <a:pt x="170" y="304"/>
                    <a:pt x="69" y="373"/>
                  </a:cubicBezTo>
                  <a:cubicBezTo>
                    <a:pt x="37" y="389"/>
                    <a:pt x="16" y="405"/>
                    <a:pt x="0" y="421"/>
                  </a:cubicBezTo>
                  <a:lnTo>
                    <a:pt x="0" y="437"/>
                  </a:lnTo>
                  <a:cubicBezTo>
                    <a:pt x="16" y="405"/>
                    <a:pt x="53" y="389"/>
                    <a:pt x="69" y="389"/>
                  </a:cubicBezTo>
                  <a:lnTo>
                    <a:pt x="85" y="373"/>
                  </a:lnTo>
                  <a:cubicBezTo>
                    <a:pt x="170" y="304"/>
                    <a:pt x="271" y="235"/>
                    <a:pt x="356" y="187"/>
                  </a:cubicBezTo>
                  <a:cubicBezTo>
                    <a:pt x="420" y="134"/>
                    <a:pt x="489" y="86"/>
                    <a:pt x="541" y="53"/>
                  </a:cubicBezTo>
                  <a:lnTo>
                    <a:pt x="558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9">
              <a:extLst>
                <a:ext uri="{FF2B5EF4-FFF2-40B4-BE49-F238E27FC236}">
                  <a16:creationId xmlns:a16="http://schemas.microsoft.com/office/drawing/2014/main" id="{C168A0A5-5B00-BBF5-1076-A398F33678D9}"/>
                </a:ext>
              </a:extLst>
            </p:cNvPr>
            <p:cNvSpPr/>
            <p:nvPr/>
          </p:nvSpPr>
          <p:spPr>
            <a:xfrm>
              <a:off x="2285794" y="777214"/>
              <a:ext cx="1689" cy="20163"/>
            </a:xfrm>
            <a:custGeom>
              <a:avLst/>
              <a:gdLst/>
              <a:ahLst/>
              <a:cxnLst/>
              <a:rect l="l" t="t" r="r" b="b"/>
              <a:pathLst>
                <a:path w="17" h="203" extrusionOk="0">
                  <a:moveTo>
                    <a:pt x="1" y="0"/>
                  </a:moveTo>
                  <a:lnTo>
                    <a:pt x="1" y="65"/>
                  </a:lnTo>
                  <a:cubicBezTo>
                    <a:pt x="1" y="117"/>
                    <a:pt x="1" y="150"/>
                    <a:pt x="17" y="202"/>
                  </a:cubicBezTo>
                  <a:lnTo>
                    <a:pt x="17" y="182"/>
                  </a:lnTo>
                  <a:lnTo>
                    <a:pt x="17" y="65"/>
                  </a:lnTo>
                  <a:cubicBezTo>
                    <a:pt x="17" y="49"/>
                    <a:pt x="17" y="1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9">
              <a:extLst>
                <a:ext uri="{FF2B5EF4-FFF2-40B4-BE49-F238E27FC236}">
                  <a16:creationId xmlns:a16="http://schemas.microsoft.com/office/drawing/2014/main" id="{32A825E3-55EB-FB26-450E-3D947638950D}"/>
                </a:ext>
              </a:extLst>
            </p:cNvPr>
            <p:cNvSpPr/>
            <p:nvPr/>
          </p:nvSpPr>
          <p:spPr>
            <a:xfrm>
              <a:off x="2155381" y="852205"/>
              <a:ext cx="3774" cy="105682"/>
            </a:xfrm>
            <a:custGeom>
              <a:avLst/>
              <a:gdLst/>
              <a:ahLst/>
              <a:cxnLst/>
              <a:rect l="l" t="t" r="r" b="b"/>
              <a:pathLst>
                <a:path w="38" h="1064" extrusionOk="0">
                  <a:moveTo>
                    <a:pt x="17" y="1"/>
                  </a:moveTo>
                  <a:cubicBezTo>
                    <a:pt x="1" y="17"/>
                    <a:pt x="1" y="33"/>
                    <a:pt x="1" y="53"/>
                  </a:cubicBezTo>
                  <a:lnTo>
                    <a:pt x="1" y="69"/>
                  </a:lnTo>
                  <a:cubicBezTo>
                    <a:pt x="17" y="304"/>
                    <a:pt x="17" y="538"/>
                    <a:pt x="1" y="760"/>
                  </a:cubicBezTo>
                  <a:cubicBezTo>
                    <a:pt x="1" y="776"/>
                    <a:pt x="1" y="809"/>
                    <a:pt x="17" y="825"/>
                  </a:cubicBezTo>
                  <a:lnTo>
                    <a:pt x="17" y="760"/>
                  </a:lnTo>
                  <a:lnTo>
                    <a:pt x="17" y="69"/>
                  </a:lnTo>
                  <a:lnTo>
                    <a:pt x="17" y="53"/>
                  </a:lnTo>
                  <a:cubicBezTo>
                    <a:pt x="17" y="33"/>
                    <a:pt x="17" y="17"/>
                    <a:pt x="37" y="1"/>
                  </a:cubicBezTo>
                  <a:close/>
                  <a:moveTo>
                    <a:pt x="17" y="926"/>
                  </a:moveTo>
                  <a:cubicBezTo>
                    <a:pt x="1" y="978"/>
                    <a:pt x="1" y="1011"/>
                    <a:pt x="17" y="1063"/>
                  </a:cubicBezTo>
                  <a:lnTo>
                    <a:pt x="17" y="9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9">
              <a:extLst>
                <a:ext uri="{FF2B5EF4-FFF2-40B4-BE49-F238E27FC236}">
                  <a16:creationId xmlns:a16="http://schemas.microsoft.com/office/drawing/2014/main" id="{C9A889C2-34A6-6912-1761-F23F57B0E090}"/>
                </a:ext>
              </a:extLst>
            </p:cNvPr>
            <p:cNvSpPr/>
            <p:nvPr/>
          </p:nvSpPr>
          <p:spPr>
            <a:xfrm>
              <a:off x="2324332" y="492747"/>
              <a:ext cx="38637" cy="15296"/>
            </a:xfrm>
            <a:custGeom>
              <a:avLst/>
              <a:gdLst/>
              <a:ahLst/>
              <a:cxnLst/>
              <a:rect l="l" t="t" r="r" b="b"/>
              <a:pathLst>
                <a:path w="389" h="154" extrusionOk="0">
                  <a:moveTo>
                    <a:pt x="0" y="0"/>
                  </a:moveTo>
                  <a:lnTo>
                    <a:pt x="0" y="16"/>
                  </a:lnTo>
                  <a:lnTo>
                    <a:pt x="53" y="36"/>
                  </a:lnTo>
                  <a:cubicBezTo>
                    <a:pt x="101" y="53"/>
                    <a:pt x="134" y="69"/>
                    <a:pt x="186" y="85"/>
                  </a:cubicBezTo>
                  <a:cubicBezTo>
                    <a:pt x="235" y="85"/>
                    <a:pt x="271" y="101"/>
                    <a:pt x="320" y="117"/>
                  </a:cubicBezTo>
                  <a:cubicBezTo>
                    <a:pt x="287" y="101"/>
                    <a:pt x="235" y="85"/>
                    <a:pt x="186" y="69"/>
                  </a:cubicBezTo>
                  <a:cubicBezTo>
                    <a:pt x="154" y="53"/>
                    <a:pt x="101" y="36"/>
                    <a:pt x="69" y="16"/>
                  </a:cubicBezTo>
                  <a:lnTo>
                    <a:pt x="0" y="0"/>
                  </a:lnTo>
                  <a:close/>
                  <a:moveTo>
                    <a:pt x="320" y="117"/>
                  </a:moveTo>
                  <a:lnTo>
                    <a:pt x="372" y="154"/>
                  </a:lnTo>
                  <a:lnTo>
                    <a:pt x="388" y="154"/>
                  </a:lnTo>
                  <a:lnTo>
                    <a:pt x="388" y="137"/>
                  </a:lnTo>
                  <a:lnTo>
                    <a:pt x="32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>
              <a:extLst>
                <a:ext uri="{FF2B5EF4-FFF2-40B4-BE49-F238E27FC236}">
                  <a16:creationId xmlns:a16="http://schemas.microsoft.com/office/drawing/2014/main" id="{A649A9F7-00A5-FC56-760F-70090509538C}"/>
                </a:ext>
              </a:extLst>
            </p:cNvPr>
            <p:cNvSpPr/>
            <p:nvPr/>
          </p:nvSpPr>
          <p:spPr>
            <a:xfrm>
              <a:off x="2325922" y="807310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0"/>
                  </a:moveTo>
                  <a:lnTo>
                    <a:pt x="17" y="16"/>
                  </a:lnTo>
                  <a:cubicBezTo>
                    <a:pt x="37" y="16"/>
                    <a:pt x="53" y="16"/>
                    <a:pt x="69" y="33"/>
                  </a:cubicBezTo>
                  <a:lnTo>
                    <a:pt x="118" y="33"/>
                  </a:lnTo>
                  <a:cubicBezTo>
                    <a:pt x="102" y="33"/>
                    <a:pt x="85" y="16"/>
                    <a:pt x="69" y="16"/>
                  </a:cubicBezTo>
                  <a:cubicBezTo>
                    <a:pt x="53" y="0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>
              <a:extLst>
                <a:ext uri="{FF2B5EF4-FFF2-40B4-BE49-F238E27FC236}">
                  <a16:creationId xmlns:a16="http://schemas.microsoft.com/office/drawing/2014/main" id="{BF230489-5463-E637-1B68-1AE821BA4C72}"/>
                </a:ext>
              </a:extLst>
            </p:cNvPr>
            <p:cNvSpPr/>
            <p:nvPr/>
          </p:nvSpPr>
          <p:spPr>
            <a:xfrm>
              <a:off x="1673952" y="583034"/>
              <a:ext cx="63866" cy="45392"/>
            </a:xfrm>
            <a:custGeom>
              <a:avLst/>
              <a:gdLst/>
              <a:ahLst/>
              <a:cxnLst/>
              <a:rect l="l" t="t" r="r" b="b"/>
              <a:pathLst>
                <a:path w="643" h="457" extrusionOk="0">
                  <a:moveTo>
                    <a:pt x="642" y="0"/>
                  </a:moveTo>
                  <a:cubicBezTo>
                    <a:pt x="606" y="0"/>
                    <a:pt x="590" y="16"/>
                    <a:pt x="574" y="36"/>
                  </a:cubicBezTo>
                  <a:cubicBezTo>
                    <a:pt x="590" y="36"/>
                    <a:pt x="606" y="16"/>
                    <a:pt x="622" y="16"/>
                  </a:cubicBezTo>
                  <a:lnTo>
                    <a:pt x="642" y="16"/>
                  </a:lnTo>
                  <a:lnTo>
                    <a:pt x="642" y="0"/>
                  </a:lnTo>
                  <a:close/>
                  <a:moveTo>
                    <a:pt x="574" y="36"/>
                  </a:moveTo>
                  <a:lnTo>
                    <a:pt x="574" y="36"/>
                  </a:lnTo>
                  <a:cubicBezTo>
                    <a:pt x="473" y="101"/>
                    <a:pt x="372" y="170"/>
                    <a:pt x="287" y="238"/>
                  </a:cubicBezTo>
                  <a:cubicBezTo>
                    <a:pt x="388" y="186"/>
                    <a:pt x="489" y="117"/>
                    <a:pt x="574" y="36"/>
                  </a:cubicBezTo>
                  <a:close/>
                  <a:moveTo>
                    <a:pt x="287" y="238"/>
                  </a:moveTo>
                  <a:lnTo>
                    <a:pt x="287" y="238"/>
                  </a:lnTo>
                  <a:cubicBezTo>
                    <a:pt x="238" y="271"/>
                    <a:pt x="186" y="303"/>
                    <a:pt x="138" y="356"/>
                  </a:cubicBezTo>
                  <a:cubicBezTo>
                    <a:pt x="186" y="319"/>
                    <a:pt x="238" y="287"/>
                    <a:pt x="287" y="238"/>
                  </a:cubicBezTo>
                  <a:close/>
                  <a:moveTo>
                    <a:pt x="138" y="356"/>
                  </a:moveTo>
                  <a:cubicBezTo>
                    <a:pt x="101" y="356"/>
                    <a:pt x="85" y="372"/>
                    <a:pt x="69" y="388"/>
                  </a:cubicBezTo>
                  <a:cubicBezTo>
                    <a:pt x="53" y="404"/>
                    <a:pt x="16" y="420"/>
                    <a:pt x="0" y="440"/>
                  </a:cubicBezTo>
                  <a:lnTo>
                    <a:pt x="16" y="457"/>
                  </a:lnTo>
                  <a:lnTo>
                    <a:pt x="69" y="404"/>
                  </a:lnTo>
                  <a:cubicBezTo>
                    <a:pt x="85" y="388"/>
                    <a:pt x="117" y="372"/>
                    <a:pt x="138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>
              <a:extLst>
                <a:ext uri="{FF2B5EF4-FFF2-40B4-BE49-F238E27FC236}">
                  <a16:creationId xmlns:a16="http://schemas.microsoft.com/office/drawing/2014/main" id="{8A3754DC-08CD-04A4-8928-B05C13B20C01}"/>
                </a:ext>
              </a:extLst>
            </p:cNvPr>
            <p:cNvSpPr/>
            <p:nvPr/>
          </p:nvSpPr>
          <p:spPr>
            <a:xfrm>
              <a:off x="2376081" y="636769"/>
              <a:ext cx="6953" cy="34962"/>
            </a:xfrm>
            <a:custGeom>
              <a:avLst/>
              <a:gdLst/>
              <a:ahLst/>
              <a:cxnLst/>
              <a:rect l="l" t="t" r="r" b="b"/>
              <a:pathLst>
                <a:path w="70" h="352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81"/>
                    <a:pt x="37" y="101"/>
                  </a:cubicBezTo>
                  <a:lnTo>
                    <a:pt x="37" y="49"/>
                  </a:lnTo>
                  <a:cubicBezTo>
                    <a:pt x="37" y="33"/>
                    <a:pt x="37" y="17"/>
                    <a:pt x="1" y="0"/>
                  </a:cubicBezTo>
                  <a:close/>
                  <a:moveTo>
                    <a:pt x="37" y="101"/>
                  </a:moveTo>
                  <a:lnTo>
                    <a:pt x="37" y="118"/>
                  </a:lnTo>
                  <a:lnTo>
                    <a:pt x="53" y="118"/>
                  </a:lnTo>
                  <a:cubicBezTo>
                    <a:pt x="53" y="118"/>
                    <a:pt x="53" y="101"/>
                    <a:pt x="37" y="101"/>
                  </a:cubicBezTo>
                  <a:close/>
                  <a:moveTo>
                    <a:pt x="37" y="118"/>
                  </a:moveTo>
                  <a:lnTo>
                    <a:pt x="37" y="219"/>
                  </a:lnTo>
                  <a:lnTo>
                    <a:pt x="37" y="235"/>
                  </a:lnTo>
                  <a:lnTo>
                    <a:pt x="37" y="267"/>
                  </a:lnTo>
                  <a:cubicBezTo>
                    <a:pt x="53" y="283"/>
                    <a:pt x="53" y="319"/>
                    <a:pt x="37" y="336"/>
                  </a:cubicBezTo>
                  <a:lnTo>
                    <a:pt x="53" y="352"/>
                  </a:lnTo>
                  <a:cubicBezTo>
                    <a:pt x="69" y="319"/>
                    <a:pt x="53" y="283"/>
                    <a:pt x="53" y="267"/>
                  </a:cubicBezTo>
                  <a:lnTo>
                    <a:pt x="53" y="235"/>
                  </a:lnTo>
                  <a:lnTo>
                    <a:pt x="53" y="219"/>
                  </a:lnTo>
                  <a:cubicBezTo>
                    <a:pt x="53" y="182"/>
                    <a:pt x="37" y="150"/>
                    <a:pt x="37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9">
              <a:extLst>
                <a:ext uri="{FF2B5EF4-FFF2-40B4-BE49-F238E27FC236}">
                  <a16:creationId xmlns:a16="http://schemas.microsoft.com/office/drawing/2014/main" id="{6869C79B-00C7-2B98-9DDA-85FAE66C5E21}"/>
                </a:ext>
              </a:extLst>
            </p:cNvPr>
            <p:cNvSpPr/>
            <p:nvPr/>
          </p:nvSpPr>
          <p:spPr>
            <a:xfrm>
              <a:off x="1344491" y="757151"/>
              <a:ext cx="67144" cy="50258"/>
            </a:xfrm>
            <a:custGeom>
              <a:avLst/>
              <a:gdLst/>
              <a:ahLst/>
              <a:cxnLst/>
              <a:rect l="l" t="t" r="r" b="b"/>
              <a:pathLst>
                <a:path w="676" h="506" extrusionOk="0">
                  <a:moveTo>
                    <a:pt x="675" y="0"/>
                  </a:moveTo>
                  <a:cubicBezTo>
                    <a:pt x="659" y="0"/>
                    <a:pt x="643" y="0"/>
                    <a:pt x="627" y="16"/>
                  </a:cubicBezTo>
                  <a:cubicBezTo>
                    <a:pt x="489" y="117"/>
                    <a:pt x="356" y="218"/>
                    <a:pt x="223" y="303"/>
                  </a:cubicBezTo>
                  <a:lnTo>
                    <a:pt x="37" y="453"/>
                  </a:lnTo>
                  <a:cubicBezTo>
                    <a:pt x="21" y="453"/>
                    <a:pt x="1" y="469"/>
                    <a:pt x="1" y="485"/>
                  </a:cubicBezTo>
                  <a:lnTo>
                    <a:pt x="1" y="505"/>
                  </a:lnTo>
                  <a:lnTo>
                    <a:pt x="21" y="505"/>
                  </a:lnTo>
                  <a:cubicBezTo>
                    <a:pt x="21" y="485"/>
                    <a:pt x="21" y="469"/>
                    <a:pt x="37" y="469"/>
                  </a:cubicBezTo>
                  <a:lnTo>
                    <a:pt x="239" y="319"/>
                  </a:lnTo>
                  <a:cubicBezTo>
                    <a:pt x="372" y="218"/>
                    <a:pt x="506" y="117"/>
                    <a:pt x="643" y="16"/>
                  </a:cubicBezTo>
                  <a:lnTo>
                    <a:pt x="675" y="1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>
              <a:extLst>
                <a:ext uri="{FF2B5EF4-FFF2-40B4-BE49-F238E27FC236}">
                  <a16:creationId xmlns:a16="http://schemas.microsoft.com/office/drawing/2014/main" id="{99C6D49B-5067-2209-72D6-584E5049C642}"/>
                </a:ext>
              </a:extLst>
            </p:cNvPr>
            <p:cNvSpPr/>
            <p:nvPr/>
          </p:nvSpPr>
          <p:spPr>
            <a:xfrm>
              <a:off x="1673952" y="598231"/>
              <a:ext cx="60290" cy="41816"/>
            </a:xfrm>
            <a:custGeom>
              <a:avLst/>
              <a:gdLst/>
              <a:ahLst/>
              <a:cxnLst/>
              <a:rect l="l" t="t" r="r" b="b"/>
              <a:pathLst>
                <a:path w="607" h="421" extrusionOk="0">
                  <a:moveTo>
                    <a:pt x="590" y="1"/>
                  </a:moveTo>
                  <a:lnTo>
                    <a:pt x="505" y="49"/>
                  </a:lnTo>
                  <a:cubicBezTo>
                    <a:pt x="457" y="85"/>
                    <a:pt x="404" y="134"/>
                    <a:pt x="339" y="166"/>
                  </a:cubicBezTo>
                  <a:cubicBezTo>
                    <a:pt x="271" y="219"/>
                    <a:pt x="202" y="267"/>
                    <a:pt x="117" y="320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38" y="336"/>
                  </a:lnTo>
                  <a:cubicBezTo>
                    <a:pt x="202" y="287"/>
                    <a:pt x="271" y="235"/>
                    <a:pt x="356" y="186"/>
                  </a:cubicBezTo>
                  <a:cubicBezTo>
                    <a:pt x="404" y="134"/>
                    <a:pt x="473" y="102"/>
                    <a:pt x="521" y="65"/>
                  </a:cubicBezTo>
                  <a:lnTo>
                    <a:pt x="6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9">
              <a:extLst>
                <a:ext uri="{FF2B5EF4-FFF2-40B4-BE49-F238E27FC236}">
                  <a16:creationId xmlns:a16="http://schemas.microsoft.com/office/drawing/2014/main" id="{20EC1C9F-F5E7-A98E-A6B4-BCE18132C4D2}"/>
                </a:ext>
              </a:extLst>
            </p:cNvPr>
            <p:cNvSpPr/>
            <p:nvPr/>
          </p:nvSpPr>
          <p:spPr>
            <a:xfrm>
              <a:off x="2351249" y="472684"/>
              <a:ext cx="13310" cy="5264"/>
            </a:xfrm>
            <a:custGeom>
              <a:avLst/>
              <a:gdLst/>
              <a:ahLst/>
              <a:cxnLst/>
              <a:rect l="l" t="t" r="r" b="b"/>
              <a:pathLst>
                <a:path w="134" h="53" extrusionOk="0">
                  <a:moveTo>
                    <a:pt x="0" y="0"/>
                  </a:moveTo>
                  <a:cubicBezTo>
                    <a:pt x="16" y="16"/>
                    <a:pt x="16" y="16"/>
                    <a:pt x="32" y="16"/>
                  </a:cubicBezTo>
                  <a:cubicBezTo>
                    <a:pt x="49" y="16"/>
                    <a:pt x="65" y="36"/>
                    <a:pt x="85" y="36"/>
                  </a:cubicBezTo>
                  <a:cubicBezTo>
                    <a:pt x="101" y="53"/>
                    <a:pt x="101" y="53"/>
                    <a:pt x="117" y="53"/>
                  </a:cubicBezTo>
                  <a:lnTo>
                    <a:pt x="133" y="53"/>
                  </a:lnTo>
                  <a:lnTo>
                    <a:pt x="133" y="36"/>
                  </a:lnTo>
                  <a:lnTo>
                    <a:pt x="101" y="36"/>
                  </a:lnTo>
                  <a:cubicBezTo>
                    <a:pt x="65" y="16"/>
                    <a:pt x="49" y="16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9">
              <a:extLst>
                <a:ext uri="{FF2B5EF4-FFF2-40B4-BE49-F238E27FC236}">
                  <a16:creationId xmlns:a16="http://schemas.microsoft.com/office/drawing/2014/main" id="{9E5BCD69-D7B8-E321-3365-4E2120988217}"/>
                </a:ext>
              </a:extLst>
            </p:cNvPr>
            <p:cNvSpPr/>
            <p:nvPr/>
          </p:nvSpPr>
          <p:spPr>
            <a:xfrm>
              <a:off x="2490007" y="66845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1" y="0"/>
                  </a:moveTo>
                  <a:cubicBezTo>
                    <a:pt x="1" y="0"/>
                    <a:pt x="17" y="17"/>
                    <a:pt x="33" y="17"/>
                  </a:cubicBezTo>
                  <a:cubicBezTo>
                    <a:pt x="49" y="17"/>
                    <a:pt x="65" y="33"/>
                    <a:pt x="102" y="33"/>
                  </a:cubicBezTo>
                  <a:lnTo>
                    <a:pt x="102" y="17"/>
                  </a:lnTo>
                  <a:cubicBezTo>
                    <a:pt x="65" y="17"/>
                    <a:pt x="49" y="17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9">
              <a:extLst>
                <a:ext uri="{FF2B5EF4-FFF2-40B4-BE49-F238E27FC236}">
                  <a16:creationId xmlns:a16="http://schemas.microsoft.com/office/drawing/2014/main" id="{874DE3EA-B207-6D6C-C645-3EAF59D3DCC7}"/>
                </a:ext>
              </a:extLst>
            </p:cNvPr>
            <p:cNvSpPr/>
            <p:nvPr/>
          </p:nvSpPr>
          <p:spPr>
            <a:xfrm>
              <a:off x="2555064" y="720202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lnTo>
                    <a:pt x="134" y="49"/>
                  </a:lnTo>
                  <a:lnTo>
                    <a:pt x="134" y="33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9">
              <a:extLst>
                <a:ext uri="{FF2B5EF4-FFF2-40B4-BE49-F238E27FC236}">
                  <a16:creationId xmlns:a16="http://schemas.microsoft.com/office/drawing/2014/main" id="{9CF8DE30-2015-5517-3AFA-6C49D3D1E474}"/>
                </a:ext>
              </a:extLst>
            </p:cNvPr>
            <p:cNvSpPr/>
            <p:nvPr/>
          </p:nvSpPr>
          <p:spPr>
            <a:xfrm>
              <a:off x="2702264" y="599820"/>
              <a:ext cx="36651" cy="13409"/>
            </a:xfrm>
            <a:custGeom>
              <a:avLst/>
              <a:gdLst/>
              <a:ahLst/>
              <a:cxnLst/>
              <a:rect l="l" t="t" r="r" b="b"/>
              <a:pathLst>
                <a:path w="369" h="135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65" y="33"/>
                    <a:pt x="102" y="33"/>
                    <a:pt x="118" y="49"/>
                  </a:cubicBezTo>
                  <a:cubicBezTo>
                    <a:pt x="150" y="69"/>
                    <a:pt x="203" y="86"/>
                    <a:pt x="235" y="102"/>
                  </a:cubicBezTo>
                  <a:lnTo>
                    <a:pt x="267" y="102"/>
                  </a:lnTo>
                  <a:cubicBezTo>
                    <a:pt x="267" y="86"/>
                    <a:pt x="251" y="86"/>
                    <a:pt x="235" y="86"/>
                  </a:cubicBezTo>
                  <a:cubicBezTo>
                    <a:pt x="203" y="69"/>
                    <a:pt x="166" y="49"/>
                    <a:pt x="134" y="33"/>
                  </a:cubicBezTo>
                  <a:cubicBezTo>
                    <a:pt x="102" y="33"/>
                    <a:pt x="65" y="17"/>
                    <a:pt x="33" y="1"/>
                  </a:cubicBezTo>
                  <a:close/>
                  <a:moveTo>
                    <a:pt x="267" y="102"/>
                  </a:moveTo>
                  <a:cubicBezTo>
                    <a:pt x="304" y="118"/>
                    <a:pt x="336" y="134"/>
                    <a:pt x="368" y="134"/>
                  </a:cubicBezTo>
                  <a:cubicBezTo>
                    <a:pt x="336" y="118"/>
                    <a:pt x="304" y="102"/>
                    <a:pt x="267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9">
              <a:extLst>
                <a:ext uri="{FF2B5EF4-FFF2-40B4-BE49-F238E27FC236}">
                  <a16:creationId xmlns:a16="http://schemas.microsoft.com/office/drawing/2014/main" id="{4623C1AB-F4B0-9408-2CD5-9D2BF6EEB5CE}"/>
                </a:ext>
              </a:extLst>
            </p:cNvPr>
            <p:cNvSpPr/>
            <p:nvPr/>
          </p:nvSpPr>
          <p:spPr>
            <a:xfrm>
              <a:off x="2277352" y="651568"/>
              <a:ext cx="3774" cy="21752"/>
            </a:xfrm>
            <a:custGeom>
              <a:avLst/>
              <a:gdLst/>
              <a:ahLst/>
              <a:cxnLst/>
              <a:rect l="l" t="t" r="r" b="b"/>
              <a:pathLst>
                <a:path w="38" h="219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lnTo>
                    <a:pt x="1" y="118"/>
                  </a:lnTo>
                  <a:lnTo>
                    <a:pt x="1" y="154"/>
                  </a:lnTo>
                  <a:cubicBezTo>
                    <a:pt x="1" y="170"/>
                    <a:pt x="1" y="187"/>
                    <a:pt x="21" y="203"/>
                  </a:cubicBezTo>
                  <a:lnTo>
                    <a:pt x="21" y="219"/>
                  </a:lnTo>
                  <a:lnTo>
                    <a:pt x="37" y="219"/>
                  </a:lnTo>
                  <a:lnTo>
                    <a:pt x="37" y="203"/>
                  </a:lnTo>
                  <a:cubicBezTo>
                    <a:pt x="21" y="187"/>
                    <a:pt x="21" y="170"/>
                    <a:pt x="21" y="154"/>
                  </a:cubicBezTo>
                  <a:lnTo>
                    <a:pt x="21" y="118"/>
                  </a:lnTo>
                  <a:lnTo>
                    <a:pt x="21" y="33"/>
                  </a:lnTo>
                  <a:lnTo>
                    <a:pt x="21" y="17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>
              <a:extLst>
                <a:ext uri="{FF2B5EF4-FFF2-40B4-BE49-F238E27FC236}">
                  <a16:creationId xmlns:a16="http://schemas.microsoft.com/office/drawing/2014/main" id="{2E938B8D-6B09-A18A-689A-57B48AC73BC4}"/>
                </a:ext>
              </a:extLst>
            </p:cNvPr>
            <p:cNvSpPr/>
            <p:nvPr/>
          </p:nvSpPr>
          <p:spPr>
            <a:xfrm>
              <a:off x="1737719" y="952523"/>
              <a:ext cx="11720" cy="5364"/>
            </a:xfrm>
            <a:custGeom>
              <a:avLst/>
              <a:gdLst/>
              <a:ahLst/>
              <a:cxnLst/>
              <a:rect l="l" t="t" r="r" b="b"/>
              <a:pathLst>
                <a:path w="118" h="54" extrusionOk="0">
                  <a:moveTo>
                    <a:pt x="101" y="1"/>
                  </a:moveTo>
                  <a:cubicBezTo>
                    <a:pt x="81" y="1"/>
                    <a:pt x="49" y="17"/>
                    <a:pt x="33" y="33"/>
                  </a:cubicBezTo>
                  <a:cubicBezTo>
                    <a:pt x="65" y="33"/>
                    <a:pt x="81" y="17"/>
                    <a:pt x="118" y="1"/>
                  </a:cubicBezTo>
                  <a:close/>
                  <a:moveTo>
                    <a:pt x="17" y="33"/>
                  </a:moveTo>
                  <a:lnTo>
                    <a:pt x="0" y="53"/>
                  </a:lnTo>
                  <a:lnTo>
                    <a:pt x="17" y="5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>
              <a:extLst>
                <a:ext uri="{FF2B5EF4-FFF2-40B4-BE49-F238E27FC236}">
                  <a16:creationId xmlns:a16="http://schemas.microsoft.com/office/drawing/2014/main" id="{21E92CAB-C8C7-6E83-2141-9E9A85539080}"/>
                </a:ext>
              </a:extLst>
            </p:cNvPr>
            <p:cNvSpPr/>
            <p:nvPr/>
          </p:nvSpPr>
          <p:spPr>
            <a:xfrm>
              <a:off x="1234141" y="641536"/>
              <a:ext cx="25427" cy="344360"/>
            </a:xfrm>
            <a:custGeom>
              <a:avLst/>
              <a:gdLst/>
              <a:ahLst/>
              <a:cxnLst/>
              <a:rect l="l" t="t" r="r" b="b"/>
              <a:pathLst>
                <a:path w="256" h="3467" extrusionOk="0">
                  <a:moveTo>
                    <a:pt x="223" y="1"/>
                  </a:moveTo>
                  <a:cubicBezTo>
                    <a:pt x="239" y="33"/>
                    <a:pt x="239" y="53"/>
                    <a:pt x="239" y="86"/>
                  </a:cubicBezTo>
                  <a:lnTo>
                    <a:pt x="239" y="118"/>
                  </a:lnTo>
                  <a:cubicBezTo>
                    <a:pt x="239" y="102"/>
                    <a:pt x="239" y="102"/>
                    <a:pt x="255" y="86"/>
                  </a:cubicBezTo>
                  <a:cubicBezTo>
                    <a:pt x="255" y="53"/>
                    <a:pt x="255" y="33"/>
                    <a:pt x="239" y="1"/>
                  </a:cubicBezTo>
                  <a:close/>
                  <a:moveTo>
                    <a:pt x="239" y="118"/>
                  </a:moveTo>
                  <a:cubicBezTo>
                    <a:pt x="223" y="187"/>
                    <a:pt x="223" y="235"/>
                    <a:pt x="223" y="304"/>
                  </a:cubicBezTo>
                  <a:cubicBezTo>
                    <a:pt x="223" y="320"/>
                    <a:pt x="223" y="356"/>
                    <a:pt x="203" y="372"/>
                  </a:cubicBezTo>
                  <a:lnTo>
                    <a:pt x="203" y="457"/>
                  </a:lnTo>
                  <a:cubicBezTo>
                    <a:pt x="203" y="538"/>
                    <a:pt x="187" y="607"/>
                    <a:pt x="187" y="692"/>
                  </a:cubicBezTo>
                  <a:lnTo>
                    <a:pt x="187" y="809"/>
                  </a:lnTo>
                  <a:cubicBezTo>
                    <a:pt x="187" y="841"/>
                    <a:pt x="187" y="894"/>
                    <a:pt x="170" y="926"/>
                  </a:cubicBezTo>
                  <a:lnTo>
                    <a:pt x="170" y="1043"/>
                  </a:lnTo>
                  <a:cubicBezTo>
                    <a:pt x="170" y="1079"/>
                    <a:pt x="154" y="1128"/>
                    <a:pt x="154" y="1164"/>
                  </a:cubicBezTo>
                  <a:lnTo>
                    <a:pt x="154" y="1180"/>
                  </a:lnTo>
                  <a:lnTo>
                    <a:pt x="154" y="1265"/>
                  </a:lnTo>
                  <a:lnTo>
                    <a:pt x="154" y="1366"/>
                  </a:lnTo>
                  <a:cubicBezTo>
                    <a:pt x="170" y="1330"/>
                    <a:pt x="170" y="1298"/>
                    <a:pt x="170" y="1265"/>
                  </a:cubicBezTo>
                  <a:lnTo>
                    <a:pt x="170" y="1180"/>
                  </a:lnTo>
                  <a:lnTo>
                    <a:pt x="170" y="1164"/>
                  </a:lnTo>
                  <a:cubicBezTo>
                    <a:pt x="170" y="1128"/>
                    <a:pt x="170" y="1079"/>
                    <a:pt x="187" y="1043"/>
                  </a:cubicBezTo>
                  <a:lnTo>
                    <a:pt x="187" y="926"/>
                  </a:lnTo>
                  <a:cubicBezTo>
                    <a:pt x="187" y="894"/>
                    <a:pt x="187" y="841"/>
                    <a:pt x="203" y="809"/>
                  </a:cubicBezTo>
                  <a:lnTo>
                    <a:pt x="203" y="692"/>
                  </a:lnTo>
                  <a:cubicBezTo>
                    <a:pt x="203" y="607"/>
                    <a:pt x="223" y="538"/>
                    <a:pt x="223" y="457"/>
                  </a:cubicBezTo>
                  <a:lnTo>
                    <a:pt x="223" y="372"/>
                  </a:lnTo>
                  <a:cubicBezTo>
                    <a:pt x="223" y="356"/>
                    <a:pt x="223" y="320"/>
                    <a:pt x="239" y="304"/>
                  </a:cubicBezTo>
                  <a:lnTo>
                    <a:pt x="239" y="118"/>
                  </a:lnTo>
                  <a:close/>
                  <a:moveTo>
                    <a:pt x="154" y="1366"/>
                  </a:moveTo>
                  <a:cubicBezTo>
                    <a:pt x="154" y="1382"/>
                    <a:pt x="138" y="1399"/>
                    <a:pt x="138" y="1431"/>
                  </a:cubicBezTo>
                  <a:lnTo>
                    <a:pt x="138" y="1568"/>
                  </a:lnTo>
                  <a:lnTo>
                    <a:pt x="122" y="1685"/>
                  </a:lnTo>
                  <a:lnTo>
                    <a:pt x="122" y="1803"/>
                  </a:lnTo>
                  <a:cubicBezTo>
                    <a:pt x="122" y="1871"/>
                    <a:pt x="102" y="1936"/>
                    <a:pt x="102" y="2005"/>
                  </a:cubicBezTo>
                  <a:lnTo>
                    <a:pt x="102" y="2106"/>
                  </a:lnTo>
                  <a:cubicBezTo>
                    <a:pt x="122" y="2073"/>
                    <a:pt x="122" y="2037"/>
                    <a:pt x="122" y="2005"/>
                  </a:cubicBezTo>
                  <a:cubicBezTo>
                    <a:pt x="122" y="1936"/>
                    <a:pt x="122" y="1871"/>
                    <a:pt x="138" y="1819"/>
                  </a:cubicBezTo>
                  <a:lnTo>
                    <a:pt x="138" y="1685"/>
                  </a:lnTo>
                  <a:lnTo>
                    <a:pt x="154" y="1568"/>
                  </a:lnTo>
                  <a:lnTo>
                    <a:pt x="154" y="1431"/>
                  </a:lnTo>
                  <a:lnTo>
                    <a:pt x="154" y="1366"/>
                  </a:lnTo>
                  <a:close/>
                  <a:moveTo>
                    <a:pt x="102" y="2106"/>
                  </a:moveTo>
                  <a:cubicBezTo>
                    <a:pt x="86" y="2154"/>
                    <a:pt x="86" y="2223"/>
                    <a:pt x="86" y="2275"/>
                  </a:cubicBezTo>
                  <a:cubicBezTo>
                    <a:pt x="86" y="2340"/>
                    <a:pt x="69" y="2392"/>
                    <a:pt x="69" y="2441"/>
                  </a:cubicBezTo>
                  <a:cubicBezTo>
                    <a:pt x="69" y="2526"/>
                    <a:pt x="69" y="2594"/>
                    <a:pt x="53" y="2659"/>
                  </a:cubicBezTo>
                  <a:lnTo>
                    <a:pt x="53" y="2861"/>
                  </a:lnTo>
                  <a:cubicBezTo>
                    <a:pt x="69" y="2796"/>
                    <a:pt x="69" y="2728"/>
                    <a:pt x="69" y="2659"/>
                  </a:cubicBezTo>
                  <a:cubicBezTo>
                    <a:pt x="69" y="2594"/>
                    <a:pt x="86" y="2526"/>
                    <a:pt x="86" y="2441"/>
                  </a:cubicBezTo>
                  <a:cubicBezTo>
                    <a:pt x="86" y="2392"/>
                    <a:pt x="102" y="2340"/>
                    <a:pt x="102" y="2275"/>
                  </a:cubicBezTo>
                  <a:lnTo>
                    <a:pt x="102" y="2106"/>
                  </a:lnTo>
                  <a:close/>
                  <a:moveTo>
                    <a:pt x="53" y="2861"/>
                  </a:moveTo>
                  <a:cubicBezTo>
                    <a:pt x="37" y="2913"/>
                    <a:pt x="37" y="2962"/>
                    <a:pt x="37" y="3014"/>
                  </a:cubicBezTo>
                  <a:lnTo>
                    <a:pt x="37" y="3031"/>
                  </a:lnTo>
                  <a:cubicBezTo>
                    <a:pt x="37" y="3099"/>
                    <a:pt x="37" y="3164"/>
                    <a:pt x="21" y="3216"/>
                  </a:cubicBezTo>
                  <a:cubicBezTo>
                    <a:pt x="1" y="3233"/>
                    <a:pt x="1" y="3265"/>
                    <a:pt x="1" y="3285"/>
                  </a:cubicBezTo>
                  <a:cubicBezTo>
                    <a:pt x="1" y="3301"/>
                    <a:pt x="21" y="3301"/>
                    <a:pt x="1" y="3317"/>
                  </a:cubicBezTo>
                  <a:lnTo>
                    <a:pt x="1" y="3418"/>
                  </a:lnTo>
                  <a:lnTo>
                    <a:pt x="1" y="3467"/>
                  </a:lnTo>
                  <a:lnTo>
                    <a:pt x="21" y="3467"/>
                  </a:lnTo>
                  <a:lnTo>
                    <a:pt x="21" y="3418"/>
                  </a:lnTo>
                  <a:lnTo>
                    <a:pt x="21" y="3317"/>
                  </a:lnTo>
                  <a:lnTo>
                    <a:pt x="21" y="3285"/>
                  </a:lnTo>
                  <a:lnTo>
                    <a:pt x="21" y="3233"/>
                  </a:lnTo>
                  <a:cubicBezTo>
                    <a:pt x="37" y="3164"/>
                    <a:pt x="37" y="3099"/>
                    <a:pt x="53" y="3031"/>
                  </a:cubicBezTo>
                  <a:lnTo>
                    <a:pt x="53" y="3014"/>
                  </a:lnTo>
                  <a:lnTo>
                    <a:pt x="53" y="28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>
              <a:extLst>
                <a:ext uri="{FF2B5EF4-FFF2-40B4-BE49-F238E27FC236}">
                  <a16:creationId xmlns:a16="http://schemas.microsoft.com/office/drawing/2014/main" id="{DC454DD3-C89E-A970-B139-52BC0EB3173D}"/>
                </a:ext>
              </a:extLst>
            </p:cNvPr>
            <p:cNvSpPr/>
            <p:nvPr/>
          </p:nvSpPr>
          <p:spPr>
            <a:xfrm>
              <a:off x="2321154" y="417658"/>
              <a:ext cx="13310" cy="6555"/>
            </a:xfrm>
            <a:custGeom>
              <a:avLst/>
              <a:gdLst/>
              <a:ahLst/>
              <a:cxnLst/>
              <a:rect l="l" t="t" r="r" b="b"/>
              <a:pathLst>
                <a:path w="134" h="66" extrusionOk="0">
                  <a:moveTo>
                    <a:pt x="0" y="1"/>
                  </a:moveTo>
                  <a:lnTo>
                    <a:pt x="0" y="17"/>
                  </a:lnTo>
                  <a:lnTo>
                    <a:pt x="133" y="65"/>
                  </a:lnTo>
                  <a:lnTo>
                    <a:pt x="133" y="4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>
              <a:extLst>
                <a:ext uri="{FF2B5EF4-FFF2-40B4-BE49-F238E27FC236}">
                  <a16:creationId xmlns:a16="http://schemas.microsoft.com/office/drawing/2014/main" id="{43A723A2-2695-77FB-B126-6FD82AF47167}"/>
                </a:ext>
              </a:extLst>
            </p:cNvPr>
            <p:cNvSpPr/>
            <p:nvPr/>
          </p:nvSpPr>
          <p:spPr>
            <a:xfrm>
              <a:off x="2281027" y="728644"/>
              <a:ext cx="3278" cy="8542"/>
            </a:xfrm>
            <a:custGeom>
              <a:avLst/>
              <a:gdLst/>
              <a:ahLst/>
              <a:cxnLst/>
              <a:rect l="l" t="t" r="r" b="b"/>
              <a:pathLst>
                <a:path w="33" h="86" extrusionOk="0">
                  <a:moveTo>
                    <a:pt x="16" y="0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5"/>
                  </a:lnTo>
                  <a:lnTo>
                    <a:pt x="32" y="85"/>
                  </a:lnTo>
                  <a:lnTo>
                    <a:pt x="32" y="65"/>
                  </a:lnTo>
                  <a:lnTo>
                    <a:pt x="32" y="49"/>
                  </a:lnTo>
                  <a:cubicBezTo>
                    <a:pt x="16" y="33"/>
                    <a:pt x="16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9">
              <a:extLst>
                <a:ext uri="{FF2B5EF4-FFF2-40B4-BE49-F238E27FC236}">
                  <a16:creationId xmlns:a16="http://schemas.microsoft.com/office/drawing/2014/main" id="{BA90EC7D-D094-FCF7-6173-F0AE8E1898D2}"/>
                </a:ext>
              </a:extLst>
            </p:cNvPr>
            <p:cNvSpPr/>
            <p:nvPr/>
          </p:nvSpPr>
          <p:spPr>
            <a:xfrm>
              <a:off x="1690738" y="436132"/>
              <a:ext cx="48669" cy="36651"/>
            </a:xfrm>
            <a:custGeom>
              <a:avLst/>
              <a:gdLst/>
              <a:ahLst/>
              <a:cxnLst/>
              <a:rect l="l" t="t" r="r" b="b"/>
              <a:pathLst>
                <a:path w="490" h="369" extrusionOk="0">
                  <a:moveTo>
                    <a:pt x="490" y="1"/>
                  </a:moveTo>
                  <a:cubicBezTo>
                    <a:pt x="473" y="1"/>
                    <a:pt x="453" y="1"/>
                    <a:pt x="437" y="17"/>
                  </a:cubicBezTo>
                  <a:cubicBezTo>
                    <a:pt x="336" y="102"/>
                    <a:pt x="219" y="203"/>
                    <a:pt x="102" y="283"/>
                  </a:cubicBezTo>
                  <a:lnTo>
                    <a:pt x="1" y="368"/>
                  </a:lnTo>
                  <a:lnTo>
                    <a:pt x="17" y="368"/>
                  </a:lnTo>
                  <a:lnTo>
                    <a:pt x="102" y="304"/>
                  </a:lnTo>
                  <a:cubicBezTo>
                    <a:pt x="219" y="203"/>
                    <a:pt x="336" y="118"/>
                    <a:pt x="453" y="17"/>
                  </a:cubicBezTo>
                  <a:lnTo>
                    <a:pt x="490" y="17"/>
                  </a:lnTo>
                  <a:lnTo>
                    <a:pt x="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9">
              <a:extLst>
                <a:ext uri="{FF2B5EF4-FFF2-40B4-BE49-F238E27FC236}">
                  <a16:creationId xmlns:a16="http://schemas.microsoft.com/office/drawing/2014/main" id="{738810D4-C2C4-6618-C174-71D127427E23}"/>
                </a:ext>
              </a:extLst>
            </p:cNvPr>
            <p:cNvSpPr/>
            <p:nvPr/>
          </p:nvSpPr>
          <p:spPr>
            <a:xfrm>
              <a:off x="2284205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3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3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>
              <a:extLst>
                <a:ext uri="{FF2B5EF4-FFF2-40B4-BE49-F238E27FC236}">
                  <a16:creationId xmlns:a16="http://schemas.microsoft.com/office/drawing/2014/main" id="{1894ABA8-0D5A-66E7-338A-9E57964258C0}"/>
                </a:ext>
              </a:extLst>
            </p:cNvPr>
            <p:cNvSpPr/>
            <p:nvPr/>
          </p:nvSpPr>
          <p:spPr>
            <a:xfrm>
              <a:off x="1672363" y="641536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lnTo>
                    <a:pt x="590" y="33"/>
                  </a:ln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  <a:moveTo>
                    <a:pt x="590" y="33"/>
                  </a:moveTo>
                  <a:lnTo>
                    <a:pt x="590" y="33"/>
                  </a:lnTo>
                  <a:cubicBezTo>
                    <a:pt x="420" y="134"/>
                    <a:pt x="271" y="235"/>
                    <a:pt x="117" y="336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17" y="356"/>
                  </a:lnTo>
                  <a:cubicBezTo>
                    <a:pt x="271" y="255"/>
                    <a:pt x="436" y="134"/>
                    <a:pt x="59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>
              <a:extLst>
                <a:ext uri="{FF2B5EF4-FFF2-40B4-BE49-F238E27FC236}">
                  <a16:creationId xmlns:a16="http://schemas.microsoft.com/office/drawing/2014/main" id="{0C2EFB85-0048-EA7A-045A-6B53E1F25389}"/>
                </a:ext>
              </a:extLst>
            </p:cNvPr>
            <p:cNvSpPr/>
            <p:nvPr/>
          </p:nvSpPr>
          <p:spPr>
            <a:xfrm>
              <a:off x="2673857" y="501091"/>
              <a:ext cx="6853" cy="5364"/>
            </a:xfrm>
            <a:custGeom>
              <a:avLst/>
              <a:gdLst/>
              <a:ahLst/>
              <a:cxnLst/>
              <a:rect l="l" t="t" r="r" b="b"/>
              <a:pathLst>
                <a:path w="69" h="54" extrusionOk="0">
                  <a:moveTo>
                    <a:pt x="48" y="1"/>
                  </a:moveTo>
                  <a:cubicBezTo>
                    <a:pt x="48" y="17"/>
                    <a:pt x="32" y="17"/>
                    <a:pt x="16" y="33"/>
                  </a:cubicBezTo>
                  <a:cubicBezTo>
                    <a:pt x="16" y="33"/>
                    <a:pt x="0" y="33"/>
                    <a:pt x="0" y="53"/>
                  </a:cubicBezTo>
                  <a:cubicBezTo>
                    <a:pt x="16" y="53"/>
                    <a:pt x="16" y="53"/>
                    <a:pt x="32" y="33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>
              <a:extLst>
                <a:ext uri="{FF2B5EF4-FFF2-40B4-BE49-F238E27FC236}">
                  <a16:creationId xmlns:a16="http://schemas.microsoft.com/office/drawing/2014/main" id="{B973945C-1409-E2BF-55B1-1194D8B1AF9E}"/>
                </a:ext>
              </a:extLst>
            </p:cNvPr>
            <p:cNvSpPr/>
            <p:nvPr/>
          </p:nvSpPr>
          <p:spPr>
            <a:xfrm>
              <a:off x="2469943" y="436132"/>
              <a:ext cx="11820" cy="4966"/>
            </a:xfrm>
            <a:custGeom>
              <a:avLst/>
              <a:gdLst/>
              <a:ahLst/>
              <a:cxnLst/>
              <a:rect l="l" t="t" r="r" b="b"/>
              <a:pathLst>
                <a:path w="119" h="50" extrusionOk="0">
                  <a:moveTo>
                    <a:pt x="1" y="1"/>
                  </a:moveTo>
                  <a:lnTo>
                    <a:pt x="1" y="17"/>
                  </a:lnTo>
                  <a:lnTo>
                    <a:pt x="118" y="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>
              <a:extLst>
                <a:ext uri="{FF2B5EF4-FFF2-40B4-BE49-F238E27FC236}">
                  <a16:creationId xmlns:a16="http://schemas.microsoft.com/office/drawing/2014/main" id="{B042FB5B-4646-44D9-5BB2-99A8686CAE6E}"/>
                </a:ext>
              </a:extLst>
            </p:cNvPr>
            <p:cNvSpPr/>
            <p:nvPr/>
          </p:nvSpPr>
          <p:spPr>
            <a:xfrm>
              <a:off x="2279438" y="909217"/>
              <a:ext cx="38141" cy="1172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0" y="0"/>
                  </a:moveTo>
                  <a:lnTo>
                    <a:pt x="0" y="16"/>
                  </a:lnTo>
                  <a:lnTo>
                    <a:pt x="48" y="33"/>
                  </a:lnTo>
                  <a:cubicBezTo>
                    <a:pt x="101" y="33"/>
                    <a:pt x="133" y="49"/>
                    <a:pt x="182" y="65"/>
                  </a:cubicBezTo>
                  <a:cubicBezTo>
                    <a:pt x="202" y="65"/>
                    <a:pt x="218" y="65"/>
                    <a:pt x="234" y="85"/>
                  </a:cubicBezTo>
                  <a:cubicBezTo>
                    <a:pt x="283" y="85"/>
                    <a:pt x="319" y="101"/>
                    <a:pt x="368" y="117"/>
                  </a:cubicBezTo>
                  <a:lnTo>
                    <a:pt x="384" y="101"/>
                  </a:lnTo>
                  <a:lnTo>
                    <a:pt x="368" y="101"/>
                  </a:lnTo>
                  <a:cubicBezTo>
                    <a:pt x="335" y="85"/>
                    <a:pt x="283" y="85"/>
                    <a:pt x="234" y="65"/>
                  </a:cubicBezTo>
                  <a:cubicBezTo>
                    <a:pt x="218" y="49"/>
                    <a:pt x="202" y="49"/>
                    <a:pt x="182" y="49"/>
                  </a:cubicBezTo>
                  <a:cubicBezTo>
                    <a:pt x="149" y="33"/>
                    <a:pt x="101" y="33"/>
                    <a:pt x="65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>
              <a:extLst>
                <a:ext uri="{FF2B5EF4-FFF2-40B4-BE49-F238E27FC236}">
                  <a16:creationId xmlns:a16="http://schemas.microsoft.com/office/drawing/2014/main" id="{952322EF-78BC-0373-FD74-24AA34796758}"/>
                </a:ext>
              </a:extLst>
            </p:cNvPr>
            <p:cNvSpPr/>
            <p:nvPr/>
          </p:nvSpPr>
          <p:spPr>
            <a:xfrm>
              <a:off x="2399720" y="783571"/>
              <a:ext cx="78367" cy="23838"/>
            </a:xfrm>
            <a:custGeom>
              <a:avLst/>
              <a:gdLst/>
              <a:ahLst/>
              <a:cxnLst/>
              <a:rect l="l" t="t" r="r" b="b"/>
              <a:pathLst>
                <a:path w="789" h="240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82" y="37"/>
                    <a:pt x="118" y="53"/>
                    <a:pt x="150" y="53"/>
                  </a:cubicBezTo>
                  <a:cubicBezTo>
                    <a:pt x="219" y="70"/>
                    <a:pt x="268" y="86"/>
                    <a:pt x="320" y="102"/>
                  </a:cubicBezTo>
                  <a:cubicBezTo>
                    <a:pt x="385" y="138"/>
                    <a:pt x="453" y="154"/>
                    <a:pt x="506" y="171"/>
                  </a:cubicBezTo>
                  <a:cubicBezTo>
                    <a:pt x="554" y="187"/>
                    <a:pt x="607" y="187"/>
                    <a:pt x="655" y="203"/>
                  </a:cubicBezTo>
                  <a:cubicBezTo>
                    <a:pt x="672" y="219"/>
                    <a:pt x="672" y="219"/>
                    <a:pt x="688" y="219"/>
                  </a:cubicBezTo>
                  <a:cubicBezTo>
                    <a:pt x="724" y="239"/>
                    <a:pt x="740" y="239"/>
                    <a:pt x="772" y="239"/>
                  </a:cubicBezTo>
                  <a:lnTo>
                    <a:pt x="789" y="239"/>
                  </a:lnTo>
                  <a:lnTo>
                    <a:pt x="789" y="219"/>
                  </a:lnTo>
                  <a:cubicBezTo>
                    <a:pt x="779" y="225"/>
                    <a:pt x="769" y="227"/>
                    <a:pt x="760" y="227"/>
                  </a:cubicBezTo>
                  <a:cubicBezTo>
                    <a:pt x="737" y="227"/>
                    <a:pt x="713" y="214"/>
                    <a:pt x="688" y="203"/>
                  </a:cubicBezTo>
                  <a:lnTo>
                    <a:pt x="672" y="203"/>
                  </a:lnTo>
                  <a:cubicBezTo>
                    <a:pt x="623" y="187"/>
                    <a:pt x="571" y="171"/>
                    <a:pt x="522" y="154"/>
                  </a:cubicBezTo>
                  <a:cubicBezTo>
                    <a:pt x="453" y="138"/>
                    <a:pt x="385" y="118"/>
                    <a:pt x="336" y="102"/>
                  </a:cubicBezTo>
                  <a:cubicBezTo>
                    <a:pt x="268" y="86"/>
                    <a:pt x="219" y="70"/>
                    <a:pt x="167" y="53"/>
                  </a:cubicBezTo>
                  <a:cubicBezTo>
                    <a:pt x="118" y="37"/>
                    <a:pt x="82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>
              <a:extLst>
                <a:ext uri="{FF2B5EF4-FFF2-40B4-BE49-F238E27FC236}">
                  <a16:creationId xmlns:a16="http://schemas.microsoft.com/office/drawing/2014/main" id="{801ABDDC-38EF-FC9D-2400-BD5A037E6D5A}"/>
                </a:ext>
              </a:extLst>
            </p:cNvPr>
            <p:cNvSpPr/>
            <p:nvPr/>
          </p:nvSpPr>
          <p:spPr>
            <a:xfrm>
              <a:off x="2496463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7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9">
              <a:extLst>
                <a:ext uri="{FF2B5EF4-FFF2-40B4-BE49-F238E27FC236}">
                  <a16:creationId xmlns:a16="http://schemas.microsoft.com/office/drawing/2014/main" id="{751016C5-9A1E-8A59-BB67-5EFDD4A26AF6}"/>
                </a:ext>
              </a:extLst>
            </p:cNvPr>
            <p:cNvSpPr/>
            <p:nvPr/>
          </p:nvSpPr>
          <p:spPr>
            <a:xfrm>
              <a:off x="1682296" y="460963"/>
              <a:ext cx="57112" cy="43504"/>
            </a:xfrm>
            <a:custGeom>
              <a:avLst/>
              <a:gdLst/>
              <a:ahLst/>
              <a:cxnLst/>
              <a:rect l="l" t="t" r="r" b="b"/>
              <a:pathLst>
                <a:path w="575" h="438" extrusionOk="0">
                  <a:moveTo>
                    <a:pt x="575" y="1"/>
                  </a:moveTo>
                  <a:cubicBezTo>
                    <a:pt x="558" y="1"/>
                    <a:pt x="538" y="17"/>
                    <a:pt x="522" y="17"/>
                  </a:cubicBezTo>
                  <a:cubicBezTo>
                    <a:pt x="373" y="134"/>
                    <a:pt x="219" y="255"/>
                    <a:pt x="102" y="356"/>
                  </a:cubicBezTo>
                  <a:cubicBezTo>
                    <a:pt x="235" y="255"/>
                    <a:pt x="389" y="154"/>
                    <a:pt x="522" y="33"/>
                  </a:cubicBezTo>
                  <a:cubicBezTo>
                    <a:pt x="538" y="17"/>
                    <a:pt x="558" y="17"/>
                    <a:pt x="575" y="17"/>
                  </a:cubicBezTo>
                  <a:lnTo>
                    <a:pt x="575" y="1"/>
                  </a:lnTo>
                  <a:close/>
                  <a:moveTo>
                    <a:pt x="102" y="356"/>
                  </a:moveTo>
                  <a:cubicBezTo>
                    <a:pt x="70" y="373"/>
                    <a:pt x="33" y="405"/>
                    <a:pt x="1" y="437"/>
                  </a:cubicBezTo>
                  <a:cubicBezTo>
                    <a:pt x="33" y="421"/>
                    <a:pt x="70" y="389"/>
                    <a:pt x="102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9">
              <a:extLst>
                <a:ext uri="{FF2B5EF4-FFF2-40B4-BE49-F238E27FC236}">
                  <a16:creationId xmlns:a16="http://schemas.microsoft.com/office/drawing/2014/main" id="{CD3A50AC-7F90-9034-9A1C-18CA7ED7C70C}"/>
                </a:ext>
              </a:extLst>
            </p:cNvPr>
            <p:cNvSpPr/>
            <p:nvPr/>
          </p:nvSpPr>
          <p:spPr>
            <a:xfrm>
              <a:off x="1679117" y="531186"/>
              <a:ext cx="58701" cy="43504"/>
            </a:xfrm>
            <a:custGeom>
              <a:avLst/>
              <a:gdLst/>
              <a:ahLst/>
              <a:cxnLst/>
              <a:rect l="l" t="t" r="r" b="b"/>
              <a:pathLst>
                <a:path w="591" h="438" extrusionOk="0">
                  <a:moveTo>
                    <a:pt x="590" y="1"/>
                  </a:moveTo>
                  <a:cubicBezTo>
                    <a:pt x="570" y="1"/>
                    <a:pt x="538" y="17"/>
                    <a:pt x="522" y="33"/>
                  </a:cubicBezTo>
                  <a:lnTo>
                    <a:pt x="522" y="53"/>
                  </a:lnTo>
                  <a:lnTo>
                    <a:pt x="538" y="53"/>
                  </a:lnTo>
                  <a:cubicBezTo>
                    <a:pt x="554" y="33"/>
                    <a:pt x="570" y="17"/>
                    <a:pt x="590" y="17"/>
                  </a:cubicBezTo>
                  <a:lnTo>
                    <a:pt x="590" y="1"/>
                  </a:lnTo>
                  <a:close/>
                  <a:moveTo>
                    <a:pt x="522" y="53"/>
                  </a:moveTo>
                  <a:lnTo>
                    <a:pt x="522" y="53"/>
                  </a:lnTo>
                  <a:cubicBezTo>
                    <a:pt x="421" y="118"/>
                    <a:pt x="336" y="187"/>
                    <a:pt x="235" y="255"/>
                  </a:cubicBezTo>
                  <a:cubicBezTo>
                    <a:pt x="203" y="272"/>
                    <a:pt x="150" y="304"/>
                    <a:pt x="118" y="336"/>
                  </a:cubicBezTo>
                  <a:cubicBezTo>
                    <a:pt x="86" y="356"/>
                    <a:pt x="65" y="373"/>
                    <a:pt x="33" y="389"/>
                  </a:cubicBezTo>
                  <a:lnTo>
                    <a:pt x="1" y="421"/>
                  </a:lnTo>
                  <a:lnTo>
                    <a:pt x="1" y="437"/>
                  </a:lnTo>
                  <a:lnTo>
                    <a:pt x="17" y="437"/>
                  </a:lnTo>
                  <a:lnTo>
                    <a:pt x="49" y="405"/>
                  </a:lnTo>
                  <a:cubicBezTo>
                    <a:pt x="65" y="389"/>
                    <a:pt x="102" y="373"/>
                    <a:pt x="134" y="356"/>
                  </a:cubicBezTo>
                  <a:cubicBezTo>
                    <a:pt x="166" y="320"/>
                    <a:pt x="203" y="288"/>
                    <a:pt x="251" y="255"/>
                  </a:cubicBezTo>
                  <a:cubicBezTo>
                    <a:pt x="336" y="187"/>
                    <a:pt x="437" y="118"/>
                    <a:pt x="522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>
              <a:extLst>
                <a:ext uri="{FF2B5EF4-FFF2-40B4-BE49-F238E27FC236}">
                  <a16:creationId xmlns:a16="http://schemas.microsoft.com/office/drawing/2014/main" id="{4A54B5CA-7409-1946-E14A-78B232B2E83B}"/>
                </a:ext>
              </a:extLst>
            </p:cNvPr>
            <p:cNvSpPr/>
            <p:nvPr/>
          </p:nvSpPr>
          <p:spPr>
            <a:xfrm>
              <a:off x="2240899" y="327371"/>
              <a:ext cx="10131" cy="8542"/>
            </a:xfrm>
            <a:custGeom>
              <a:avLst/>
              <a:gdLst/>
              <a:ahLst/>
              <a:cxnLst/>
              <a:rect l="l" t="t" r="r" b="b"/>
              <a:pathLst>
                <a:path w="102" h="86" extrusionOk="0">
                  <a:moveTo>
                    <a:pt x="85" y="1"/>
                  </a:moveTo>
                  <a:cubicBezTo>
                    <a:pt x="85" y="17"/>
                    <a:pt x="65" y="33"/>
                    <a:pt x="49" y="33"/>
                  </a:cubicBezTo>
                  <a:cubicBezTo>
                    <a:pt x="33" y="33"/>
                    <a:pt x="33" y="49"/>
                    <a:pt x="16" y="65"/>
                  </a:cubicBezTo>
                  <a:lnTo>
                    <a:pt x="0" y="86"/>
                  </a:lnTo>
                  <a:lnTo>
                    <a:pt x="16" y="86"/>
                  </a:lnTo>
                  <a:cubicBezTo>
                    <a:pt x="16" y="86"/>
                    <a:pt x="33" y="86"/>
                    <a:pt x="33" y="65"/>
                  </a:cubicBezTo>
                  <a:cubicBezTo>
                    <a:pt x="33" y="65"/>
                    <a:pt x="49" y="49"/>
                    <a:pt x="65" y="49"/>
                  </a:cubicBezTo>
                  <a:cubicBezTo>
                    <a:pt x="85" y="33"/>
                    <a:pt x="101" y="17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>
              <a:extLst>
                <a:ext uri="{FF2B5EF4-FFF2-40B4-BE49-F238E27FC236}">
                  <a16:creationId xmlns:a16="http://schemas.microsoft.com/office/drawing/2014/main" id="{890785A9-5680-890E-B841-C13D337EF352}"/>
                </a:ext>
              </a:extLst>
            </p:cNvPr>
            <p:cNvSpPr/>
            <p:nvPr/>
          </p:nvSpPr>
          <p:spPr>
            <a:xfrm>
              <a:off x="1669085" y="569724"/>
              <a:ext cx="68733" cy="47080"/>
            </a:xfrm>
            <a:custGeom>
              <a:avLst/>
              <a:gdLst/>
              <a:ahLst/>
              <a:cxnLst/>
              <a:rect l="l" t="t" r="r" b="b"/>
              <a:pathLst>
                <a:path w="692" h="474" extrusionOk="0">
                  <a:moveTo>
                    <a:pt x="691" y="1"/>
                  </a:moveTo>
                  <a:cubicBezTo>
                    <a:pt x="655" y="1"/>
                    <a:pt x="639" y="17"/>
                    <a:pt x="623" y="33"/>
                  </a:cubicBezTo>
                  <a:lnTo>
                    <a:pt x="607" y="49"/>
                  </a:lnTo>
                  <a:cubicBezTo>
                    <a:pt x="489" y="134"/>
                    <a:pt x="368" y="219"/>
                    <a:pt x="251" y="304"/>
                  </a:cubicBezTo>
                  <a:cubicBezTo>
                    <a:pt x="203" y="352"/>
                    <a:pt x="150" y="389"/>
                    <a:pt x="102" y="421"/>
                  </a:cubicBezTo>
                  <a:cubicBezTo>
                    <a:pt x="86" y="421"/>
                    <a:pt x="86" y="421"/>
                    <a:pt x="86" y="437"/>
                  </a:cubicBezTo>
                  <a:lnTo>
                    <a:pt x="102" y="437"/>
                  </a:lnTo>
                  <a:cubicBezTo>
                    <a:pt x="150" y="389"/>
                    <a:pt x="203" y="352"/>
                    <a:pt x="251" y="320"/>
                  </a:cubicBezTo>
                  <a:cubicBezTo>
                    <a:pt x="368" y="235"/>
                    <a:pt x="489" y="134"/>
                    <a:pt x="623" y="49"/>
                  </a:cubicBezTo>
                  <a:cubicBezTo>
                    <a:pt x="639" y="33"/>
                    <a:pt x="655" y="17"/>
                    <a:pt x="671" y="17"/>
                  </a:cubicBezTo>
                  <a:lnTo>
                    <a:pt x="691" y="17"/>
                  </a:lnTo>
                  <a:lnTo>
                    <a:pt x="691" y="1"/>
                  </a:lnTo>
                  <a:close/>
                  <a:moveTo>
                    <a:pt x="86" y="437"/>
                  </a:moveTo>
                  <a:cubicBezTo>
                    <a:pt x="65" y="437"/>
                    <a:pt x="49" y="453"/>
                    <a:pt x="49" y="453"/>
                  </a:cubicBezTo>
                  <a:lnTo>
                    <a:pt x="17" y="453"/>
                  </a:lnTo>
                  <a:lnTo>
                    <a:pt x="1" y="473"/>
                  </a:lnTo>
                  <a:lnTo>
                    <a:pt x="49" y="473"/>
                  </a:lnTo>
                  <a:cubicBezTo>
                    <a:pt x="65" y="453"/>
                    <a:pt x="65" y="453"/>
                    <a:pt x="86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>
              <a:extLst>
                <a:ext uri="{FF2B5EF4-FFF2-40B4-BE49-F238E27FC236}">
                  <a16:creationId xmlns:a16="http://schemas.microsoft.com/office/drawing/2014/main" id="{5474991D-31E4-E059-1EE7-10DD82AAED1B}"/>
                </a:ext>
              </a:extLst>
            </p:cNvPr>
            <p:cNvSpPr/>
            <p:nvPr/>
          </p:nvSpPr>
          <p:spPr>
            <a:xfrm>
              <a:off x="2341218" y="611441"/>
              <a:ext cx="8443" cy="3377"/>
            </a:xfrm>
            <a:custGeom>
              <a:avLst/>
              <a:gdLst/>
              <a:ahLst/>
              <a:cxnLst/>
              <a:rect l="l" t="t" r="r" b="b"/>
              <a:pathLst>
                <a:path w="85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>
              <a:extLst>
                <a:ext uri="{FF2B5EF4-FFF2-40B4-BE49-F238E27FC236}">
                  <a16:creationId xmlns:a16="http://schemas.microsoft.com/office/drawing/2014/main" id="{8679C8DF-92AC-2295-F02B-6256C823EA90}"/>
                </a:ext>
              </a:extLst>
            </p:cNvPr>
            <p:cNvSpPr/>
            <p:nvPr/>
          </p:nvSpPr>
          <p:spPr>
            <a:xfrm>
              <a:off x="2516526" y="708581"/>
              <a:ext cx="10131" cy="4867"/>
            </a:xfrm>
            <a:custGeom>
              <a:avLst/>
              <a:gdLst/>
              <a:ahLst/>
              <a:cxnLst/>
              <a:rect l="l" t="t" r="r" b="b"/>
              <a:pathLst>
                <a:path w="102" h="49" extrusionOk="0">
                  <a:moveTo>
                    <a:pt x="17" y="0"/>
                  </a:moveTo>
                  <a:lnTo>
                    <a:pt x="0" y="17"/>
                  </a:lnTo>
                  <a:lnTo>
                    <a:pt x="17" y="17"/>
                  </a:lnTo>
                  <a:lnTo>
                    <a:pt x="101" y="49"/>
                  </a:lnTo>
                  <a:lnTo>
                    <a:pt x="101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>
              <a:extLst>
                <a:ext uri="{FF2B5EF4-FFF2-40B4-BE49-F238E27FC236}">
                  <a16:creationId xmlns:a16="http://schemas.microsoft.com/office/drawing/2014/main" id="{0B25C99E-A543-28D6-F72B-E1C6F58C09A4}"/>
                </a:ext>
              </a:extLst>
            </p:cNvPr>
            <p:cNvSpPr/>
            <p:nvPr/>
          </p:nvSpPr>
          <p:spPr>
            <a:xfrm>
              <a:off x="2281027" y="489470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2" y="17"/>
                    <a:pt x="49" y="33"/>
                    <a:pt x="85" y="33"/>
                  </a:cubicBezTo>
                  <a:cubicBezTo>
                    <a:pt x="65" y="17"/>
                    <a:pt x="32" y="1"/>
                    <a:pt x="16" y="1"/>
                  </a:cubicBezTo>
                  <a:close/>
                  <a:moveTo>
                    <a:pt x="85" y="33"/>
                  </a:moveTo>
                  <a:cubicBezTo>
                    <a:pt x="101" y="49"/>
                    <a:pt x="117" y="49"/>
                    <a:pt x="133" y="49"/>
                  </a:cubicBezTo>
                  <a:cubicBezTo>
                    <a:pt x="117" y="33"/>
                    <a:pt x="101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>
              <a:extLst>
                <a:ext uri="{FF2B5EF4-FFF2-40B4-BE49-F238E27FC236}">
                  <a16:creationId xmlns:a16="http://schemas.microsoft.com/office/drawing/2014/main" id="{ED253095-4BEE-64B5-CEAE-596D52EE5824}"/>
                </a:ext>
              </a:extLst>
            </p:cNvPr>
            <p:cNvSpPr/>
            <p:nvPr/>
          </p:nvSpPr>
          <p:spPr>
            <a:xfrm>
              <a:off x="2329497" y="974176"/>
              <a:ext cx="1788" cy="8542"/>
            </a:xfrm>
            <a:custGeom>
              <a:avLst/>
              <a:gdLst/>
              <a:ahLst/>
              <a:cxnLst/>
              <a:rect l="l" t="t" r="r" b="b"/>
              <a:pathLst>
                <a:path w="18" h="86" extrusionOk="0">
                  <a:moveTo>
                    <a:pt x="17" y="1"/>
                  </a:moveTo>
                  <a:cubicBezTo>
                    <a:pt x="1" y="17"/>
                    <a:pt x="1" y="53"/>
                    <a:pt x="1" y="69"/>
                  </a:cubicBezTo>
                  <a:lnTo>
                    <a:pt x="17" y="86"/>
                  </a:lnTo>
                  <a:lnTo>
                    <a:pt x="17" y="6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>
              <a:extLst>
                <a:ext uri="{FF2B5EF4-FFF2-40B4-BE49-F238E27FC236}">
                  <a16:creationId xmlns:a16="http://schemas.microsoft.com/office/drawing/2014/main" id="{A778D0AC-1D0D-DA44-A593-D05C91C8CF3E}"/>
                </a:ext>
              </a:extLst>
            </p:cNvPr>
            <p:cNvSpPr/>
            <p:nvPr/>
          </p:nvSpPr>
          <p:spPr>
            <a:xfrm>
              <a:off x="2145349" y="698549"/>
              <a:ext cx="5364" cy="8542"/>
            </a:xfrm>
            <a:custGeom>
              <a:avLst/>
              <a:gdLst/>
              <a:ahLst/>
              <a:cxnLst/>
              <a:rect l="l" t="t" r="r" b="b"/>
              <a:pathLst>
                <a:path w="54" h="86" extrusionOk="0">
                  <a:moveTo>
                    <a:pt x="53" y="0"/>
                  </a:moveTo>
                  <a:lnTo>
                    <a:pt x="53" y="0"/>
                  </a:lnTo>
                  <a:cubicBezTo>
                    <a:pt x="1" y="17"/>
                    <a:pt x="17" y="49"/>
                    <a:pt x="17" y="85"/>
                  </a:cubicBezTo>
                  <a:lnTo>
                    <a:pt x="37" y="85"/>
                  </a:lnTo>
                  <a:cubicBezTo>
                    <a:pt x="17" y="49"/>
                    <a:pt x="17" y="1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>
              <a:extLst>
                <a:ext uri="{FF2B5EF4-FFF2-40B4-BE49-F238E27FC236}">
                  <a16:creationId xmlns:a16="http://schemas.microsoft.com/office/drawing/2014/main" id="{5972F9F9-1938-DD2C-6B52-E63CCD5742FC}"/>
                </a:ext>
              </a:extLst>
            </p:cNvPr>
            <p:cNvSpPr/>
            <p:nvPr/>
          </p:nvSpPr>
          <p:spPr>
            <a:xfrm>
              <a:off x="2299501" y="611441"/>
              <a:ext cx="10032" cy="3377"/>
            </a:xfrm>
            <a:custGeom>
              <a:avLst/>
              <a:gdLst/>
              <a:ahLst/>
              <a:cxnLst/>
              <a:rect l="l" t="t" r="r" b="b"/>
              <a:pathLst>
                <a:path w="101" h="34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2" y="17"/>
                    <a:pt x="48" y="33"/>
                  </a:cubicBezTo>
                  <a:lnTo>
                    <a:pt x="101" y="33"/>
                  </a:lnTo>
                  <a:cubicBezTo>
                    <a:pt x="81" y="33"/>
                    <a:pt x="65" y="17"/>
                    <a:pt x="48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>
              <a:extLst>
                <a:ext uri="{FF2B5EF4-FFF2-40B4-BE49-F238E27FC236}">
                  <a16:creationId xmlns:a16="http://schemas.microsoft.com/office/drawing/2014/main" id="{105C6028-9232-AC84-A266-36A1C674549A}"/>
                </a:ext>
              </a:extLst>
            </p:cNvPr>
            <p:cNvSpPr/>
            <p:nvPr/>
          </p:nvSpPr>
          <p:spPr>
            <a:xfrm>
              <a:off x="2498052" y="690106"/>
              <a:ext cx="37048" cy="11720"/>
            </a:xfrm>
            <a:custGeom>
              <a:avLst/>
              <a:gdLst/>
              <a:ahLst/>
              <a:cxnLst/>
              <a:rect l="l" t="t" r="r" b="b"/>
              <a:pathLst>
                <a:path w="373" h="118" extrusionOk="0">
                  <a:moveTo>
                    <a:pt x="1" y="1"/>
                  </a:moveTo>
                  <a:lnTo>
                    <a:pt x="1" y="17"/>
                  </a:lnTo>
                  <a:lnTo>
                    <a:pt x="21" y="17"/>
                  </a:lnTo>
                  <a:lnTo>
                    <a:pt x="21" y="1"/>
                  </a:lnTo>
                  <a:close/>
                  <a:moveTo>
                    <a:pt x="21" y="17"/>
                  </a:moveTo>
                  <a:cubicBezTo>
                    <a:pt x="102" y="49"/>
                    <a:pt x="154" y="69"/>
                    <a:pt x="223" y="85"/>
                  </a:cubicBezTo>
                  <a:cubicBezTo>
                    <a:pt x="255" y="85"/>
                    <a:pt x="287" y="102"/>
                    <a:pt x="324" y="118"/>
                  </a:cubicBezTo>
                  <a:lnTo>
                    <a:pt x="372" y="118"/>
                  </a:lnTo>
                  <a:lnTo>
                    <a:pt x="372" y="102"/>
                  </a:lnTo>
                  <a:lnTo>
                    <a:pt x="324" y="102"/>
                  </a:lnTo>
                  <a:cubicBezTo>
                    <a:pt x="287" y="85"/>
                    <a:pt x="255" y="85"/>
                    <a:pt x="223" y="69"/>
                  </a:cubicBezTo>
                  <a:cubicBezTo>
                    <a:pt x="170" y="49"/>
                    <a:pt x="102" y="33"/>
                    <a:pt x="21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>
              <a:extLst>
                <a:ext uri="{FF2B5EF4-FFF2-40B4-BE49-F238E27FC236}">
                  <a16:creationId xmlns:a16="http://schemas.microsoft.com/office/drawing/2014/main" id="{F95E5390-A3CA-AD98-A497-74F462B797C8}"/>
                </a:ext>
              </a:extLst>
            </p:cNvPr>
            <p:cNvSpPr/>
            <p:nvPr/>
          </p:nvSpPr>
          <p:spPr>
            <a:xfrm>
              <a:off x="1679117" y="472684"/>
              <a:ext cx="11720" cy="10131"/>
            </a:xfrm>
            <a:custGeom>
              <a:avLst/>
              <a:gdLst/>
              <a:ahLst/>
              <a:cxnLst/>
              <a:rect l="l" t="t" r="r" b="b"/>
              <a:pathLst>
                <a:path w="118" h="102" extrusionOk="0">
                  <a:moveTo>
                    <a:pt x="118" y="0"/>
                  </a:moveTo>
                  <a:lnTo>
                    <a:pt x="1" y="85"/>
                  </a:lnTo>
                  <a:lnTo>
                    <a:pt x="1" y="101"/>
                  </a:lnTo>
                  <a:lnTo>
                    <a:pt x="118" y="16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>
              <a:extLst>
                <a:ext uri="{FF2B5EF4-FFF2-40B4-BE49-F238E27FC236}">
                  <a16:creationId xmlns:a16="http://schemas.microsoft.com/office/drawing/2014/main" id="{C4F4ADC7-E5F7-94D0-4AAF-BC3564FB821A}"/>
                </a:ext>
              </a:extLst>
            </p:cNvPr>
            <p:cNvSpPr/>
            <p:nvPr/>
          </p:nvSpPr>
          <p:spPr>
            <a:xfrm>
              <a:off x="1720834" y="907628"/>
              <a:ext cx="4966" cy="80354"/>
            </a:xfrm>
            <a:custGeom>
              <a:avLst/>
              <a:gdLst/>
              <a:ahLst/>
              <a:cxnLst/>
              <a:rect l="l" t="t" r="r" b="b"/>
              <a:pathLst>
                <a:path w="50" h="809" extrusionOk="0">
                  <a:moveTo>
                    <a:pt x="33" y="0"/>
                  </a:moveTo>
                  <a:lnTo>
                    <a:pt x="33" y="16"/>
                  </a:lnTo>
                  <a:lnTo>
                    <a:pt x="33" y="81"/>
                  </a:lnTo>
                  <a:lnTo>
                    <a:pt x="33" y="133"/>
                  </a:lnTo>
                  <a:lnTo>
                    <a:pt x="33" y="267"/>
                  </a:lnTo>
                  <a:cubicBezTo>
                    <a:pt x="17" y="319"/>
                    <a:pt x="17" y="368"/>
                    <a:pt x="17" y="420"/>
                  </a:cubicBezTo>
                  <a:lnTo>
                    <a:pt x="17" y="521"/>
                  </a:lnTo>
                  <a:lnTo>
                    <a:pt x="17" y="687"/>
                  </a:lnTo>
                  <a:cubicBezTo>
                    <a:pt x="33" y="638"/>
                    <a:pt x="33" y="586"/>
                    <a:pt x="33" y="521"/>
                  </a:cubicBezTo>
                  <a:lnTo>
                    <a:pt x="33" y="420"/>
                  </a:lnTo>
                  <a:lnTo>
                    <a:pt x="33" y="283"/>
                  </a:lnTo>
                  <a:cubicBezTo>
                    <a:pt x="49" y="234"/>
                    <a:pt x="49" y="182"/>
                    <a:pt x="49" y="133"/>
                  </a:cubicBezTo>
                  <a:lnTo>
                    <a:pt x="49" y="81"/>
                  </a:lnTo>
                  <a:cubicBezTo>
                    <a:pt x="49" y="49"/>
                    <a:pt x="49" y="32"/>
                    <a:pt x="33" y="0"/>
                  </a:cubicBezTo>
                  <a:close/>
                  <a:moveTo>
                    <a:pt x="17" y="687"/>
                  </a:moveTo>
                  <a:cubicBezTo>
                    <a:pt x="17" y="723"/>
                    <a:pt x="17" y="739"/>
                    <a:pt x="1" y="772"/>
                  </a:cubicBezTo>
                  <a:lnTo>
                    <a:pt x="1" y="788"/>
                  </a:lnTo>
                  <a:lnTo>
                    <a:pt x="1" y="808"/>
                  </a:lnTo>
                  <a:lnTo>
                    <a:pt x="17" y="808"/>
                  </a:lnTo>
                  <a:lnTo>
                    <a:pt x="17" y="788"/>
                  </a:lnTo>
                  <a:lnTo>
                    <a:pt x="17" y="772"/>
                  </a:lnTo>
                  <a:lnTo>
                    <a:pt x="17" y="6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>
              <a:extLst>
                <a:ext uri="{FF2B5EF4-FFF2-40B4-BE49-F238E27FC236}">
                  <a16:creationId xmlns:a16="http://schemas.microsoft.com/office/drawing/2014/main" id="{15763942-26FE-8514-C8F0-017EE882DCCD}"/>
                </a:ext>
              </a:extLst>
            </p:cNvPr>
            <p:cNvSpPr/>
            <p:nvPr/>
          </p:nvSpPr>
          <p:spPr>
            <a:xfrm>
              <a:off x="2707131" y="532875"/>
              <a:ext cx="10131" cy="5264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0" y="0"/>
                  </a:moveTo>
                  <a:lnTo>
                    <a:pt x="0" y="16"/>
                  </a:lnTo>
                  <a:lnTo>
                    <a:pt x="85" y="53"/>
                  </a:lnTo>
                  <a:lnTo>
                    <a:pt x="101" y="53"/>
                  </a:lnTo>
                  <a:lnTo>
                    <a:pt x="101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>
              <a:extLst>
                <a:ext uri="{FF2B5EF4-FFF2-40B4-BE49-F238E27FC236}">
                  <a16:creationId xmlns:a16="http://schemas.microsoft.com/office/drawing/2014/main" id="{CDF086B2-62E7-984C-CCDA-11E0ED466352}"/>
                </a:ext>
              </a:extLst>
            </p:cNvPr>
            <p:cNvSpPr/>
            <p:nvPr/>
          </p:nvSpPr>
          <p:spPr>
            <a:xfrm>
              <a:off x="2230868" y="977851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0"/>
                  </a:moveTo>
                  <a:cubicBezTo>
                    <a:pt x="0" y="0"/>
                    <a:pt x="16" y="16"/>
                    <a:pt x="33" y="16"/>
                  </a:cubicBezTo>
                  <a:cubicBezTo>
                    <a:pt x="33" y="16"/>
                    <a:pt x="49" y="32"/>
                    <a:pt x="65" y="32"/>
                  </a:cubicBezTo>
                  <a:lnTo>
                    <a:pt x="85" y="32"/>
                  </a:lnTo>
                  <a:lnTo>
                    <a:pt x="85" y="16"/>
                  </a:lnTo>
                  <a:cubicBezTo>
                    <a:pt x="65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>
              <a:extLst>
                <a:ext uri="{FF2B5EF4-FFF2-40B4-BE49-F238E27FC236}">
                  <a16:creationId xmlns:a16="http://schemas.microsoft.com/office/drawing/2014/main" id="{5173A12F-DFC9-AA02-B31B-770CB6E09977}"/>
                </a:ext>
              </a:extLst>
            </p:cNvPr>
            <p:cNvSpPr/>
            <p:nvPr/>
          </p:nvSpPr>
          <p:spPr>
            <a:xfrm>
              <a:off x="1672363" y="476259"/>
              <a:ext cx="5264" cy="21752"/>
            </a:xfrm>
            <a:custGeom>
              <a:avLst/>
              <a:gdLst/>
              <a:ahLst/>
              <a:cxnLst/>
              <a:rect l="l" t="t" r="r" b="b"/>
              <a:pathLst>
                <a:path w="53" h="219" extrusionOk="0">
                  <a:moveTo>
                    <a:pt x="53" y="0"/>
                  </a:moveTo>
                  <a:cubicBezTo>
                    <a:pt x="16" y="0"/>
                    <a:pt x="16" y="33"/>
                    <a:pt x="16" y="49"/>
                  </a:cubicBezTo>
                  <a:lnTo>
                    <a:pt x="16" y="65"/>
                  </a:lnTo>
                  <a:lnTo>
                    <a:pt x="16" y="101"/>
                  </a:lnTo>
                  <a:cubicBezTo>
                    <a:pt x="16" y="81"/>
                    <a:pt x="16" y="65"/>
                    <a:pt x="32" y="65"/>
                  </a:cubicBezTo>
                  <a:lnTo>
                    <a:pt x="32" y="49"/>
                  </a:lnTo>
                  <a:cubicBezTo>
                    <a:pt x="16" y="33"/>
                    <a:pt x="32" y="17"/>
                    <a:pt x="53" y="17"/>
                  </a:cubicBezTo>
                  <a:lnTo>
                    <a:pt x="53" y="0"/>
                  </a:lnTo>
                  <a:close/>
                  <a:moveTo>
                    <a:pt x="16" y="166"/>
                  </a:moveTo>
                  <a:cubicBezTo>
                    <a:pt x="0" y="182"/>
                    <a:pt x="0" y="202"/>
                    <a:pt x="16" y="219"/>
                  </a:cubicBezTo>
                  <a:lnTo>
                    <a:pt x="16" y="202"/>
                  </a:lnTo>
                  <a:lnTo>
                    <a:pt x="16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>
              <a:extLst>
                <a:ext uri="{FF2B5EF4-FFF2-40B4-BE49-F238E27FC236}">
                  <a16:creationId xmlns:a16="http://schemas.microsoft.com/office/drawing/2014/main" id="{90C14679-CF4E-D0D3-1979-6867428BA127}"/>
                </a:ext>
              </a:extLst>
            </p:cNvPr>
            <p:cNvSpPr/>
            <p:nvPr/>
          </p:nvSpPr>
          <p:spPr>
            <a:xfrm>
              <a:off x="2291059" y="583034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cubicBezTo>
                    <a:pt x="16" y="0"/>
                    <a:pt x="32" y="16"/>
                    <a:pt x="49" y="16"/>
                  </a:cubicBezTo>
                  <a:cubicBezTo>
                    <a:pt x="65" y="16"/>
                    <a:pt x="85" y="36"/>
                    <a:pt x="101" y="36"/>
                  </a:cubicBezTo>
                  <a:lnTo>
                    <a:pt x="101" y="16"/>
                  </a:lnTo>
                  <a:cubicBezTo>
                    <a:pt x="85" y="16"/>
                    <a:pt x="65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>
              <a:extLst>
                <a:ext uri="{FF2B5EF4-FFF2-40B4-BE49-F238E27FC236}">
                  <a16:creationId xmlns:a16="http://schemas.microsoft.com/office/drawing/2014/main" id="{1CE7B764-51B5-42F5-A400-4AED5B181BC8}"/>
                </a:ext>
              </a:extLst>
            </p:cNvPr>
            <p:cNvSpPr/>
            <p:nvPr/>
          </p:nvSpPr>
          <p:spPr>
            <a:xfrm>
              <a:off x="2356017" y="616705"/>
              <a:ext cx="8542" cy="4867"/>
            </a:xfrm>
            <a:custGeom>
              <a:avLst/>
              <a:gdLst/>
              <a:ahLst/>
              <a:cxnLst/>
              <a:rect l="l" t="t" r="r" b="b"/>
              <a:pathLst>
                <a:path w="86" h="49" extrusionOk="0">
                  <a:moveTo>
                    <a:pt x="1" y="0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>
              <a:extLst>
                <a:ext uri="{FF2B5EF4-FFF2-40B4-BE49-F238E27FC236}">
                  <a16:creationId xmlns:a16="http://schemas.microsoft.com/office/drawing/2014/main" id="{AD632817-91B4-0487-BF9C-6631BFCE56FC}"/>
                </a:ext>
              </a:extLst>
            </p:cNvPr>
            <p:cNvSpPr/>
            <p:nvPr/>
          </p:nvSpPr>
          <p:spPr>
            <a:xfrm>
              <a:off x="2289469" y="373955"/>
              <a:ext cx="10032" cy="5264"/>
            </a:xfrm>
            <a:custGeom>
              <a:avLst/>
              <a:gdLst/>
              <a:ahLst/>
              <a:cxnLst/>
              <a:rect l="l" t="t" r="r" b="b"/>
              <a:pathLst>
                <a:path w="101" h="53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48" y="37"/>
                    <a:pt x="65" y="37"/>
                  </a:cubicBezTo>
                  <a:cubicBezTo>
                    <a:pt x="48" y="21"/>
                    <a:pt x="32" y="21"/>
                    <a:pt x="0" y="0"/>
                  </a:cubicBezTo>
                  <a:close/>
                  <a:moveTo>
                    <a:pt x="65" y="37"/>
                  </a:moveTo>
                  <a:lnTo>
                    <a:pt x="81" y="53"/>
                  </a:lnTo>
                  <a:lnTo>
                    <a:pt x="101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>
              <a:extLst>
                <a:ext uri="{FF2B5EF4-FFF2-40B4-BE49-F238E27FC236}">
                  <a16:creationId xmlns:a16="http://schemas.microsoft.com/office/drawing/2014/main" id="{4C2790AD-81CF-74CC-EA39-429083C86E0D}"/>
                </a:ext>
              </a:extLst>
            </p:cNvPr>
            <p:cNvSpPr/>
            <p:nvPr/>
          </p:nvSpPr>
          <p:spPr>
            <a:xfrm>
              <a:off x="2275762" y="638358"/>
              <a:ext cx="3774" cy="14899"/>
            </a:xfrm>
            <a:custGeom>
              <a:avLst/>
              <a:gdLst/>
              <a:ahLst/>
              <a:cxnLst/>
              <a:rect l="l" t="t" r="r" b="b"/>
              <a:pathLst>
                <a:path w="38" h="150" extrusionOk="0">
                  <a:moveTo>
                    <a:pt x="37" y="1"/>
                  </a:moveTo>
                  <a:lnTo>
                    <a:pt x="17" y="17"/>
                  </a:lnTo>
                  <a:lnTo>
                    <a:pt x="37" y="17"/>
                  </a:lnTo>
                  <a:lnTo>
                    <a:pt x="37" y="1"/>
                  </a:lnTo>
                  <a:close/>
                  <a:moveTo>
                    <a:pt x="17" y="65"/>
                  </a:moveTo>
                  <a:cubicBezTo>
                    <a:pt x="17" y="85"/>
                    <a:pt x="1" y="118"/>
                    <a:pt x="17" y="134"/>
                  </a:cubicBezTo>
                  <a:lnTo>
                    <a:pt x="37" y="150"/>
                  </a:lnTo>
                  <a:lnTo>
                    <a:pt x="37" y="134"/>
                  </a:lnTo>
                  <a:cubicBezTo>
                    <a:pt x="17" y="118"/>
                    <a:pt x="17" y="85"/>
                    <a:pt x="17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>
              <a:extLst>
                <a:ext uri="{FF2B5EF4-FFF2-40B4-BE49-F238E27FC236}">
                  <a16:creationId xmlns:a16="http://schemas.microsoft.com/office/drawing/2014/main" id="{8F392189-5985-BE7A-CDE9-95E61A9D3540}"/>
                </a:ext>
              </a:extLst>
            </p:cNvPr>
            <p:cNvSpPr/>
            <p:nvPr/>
          </p:nvSpPr>
          <p:spPr>
            <a:xfrm>
              <a:off x="2520102" y="690106"/>
              <a:ext cx="35062" cy="11720"/>
            </a:xfrm>
            <a:custGeom>
              <a:avLst/>
              <a:gdLst/>
              <a:ahLst/>
              <a:cxnLst/>
              <a:rect l="l" t="t" r="r" b="b"/>
              <a:pathLst>
                <a:path w="353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17" y="17"/>
                    <a:pt x="33" y="33"/>
                  </a:cubicBezTo>
                  <a:cubicBezTo>
                    <a:pt x="49" y="33"/>
                    <a:pt x="65" y="33"/>
                    <a:pt x="102" y="49"/>
                  </a:cubicBezTo>
                  <a:cubicBezTo>
                    <a:pt x="150" y="69"/>
                    <a:pt x="219" y="85"/>
                    <a:pt x="284" y="102"/>
                  </a:cubicBezTo>
                  <a:lnTo>
                    <a:pt x="352" y="118"/>
                  </a:lnTo>
                  <a:lnTo>
                    <a:pt x="352" y="102"/>
                  </a:lnTo>
                  <a:lnTo>
                    <a:pt x="284" y="85"/>
                  </a:lnTo>
                  <a:cubicBezTo>
                    <a:pt x="219" y="69"/>
                    <a:pt x="166" y="49"/>
                    <a:pt x="102" y="33"/>
                  </a:cubicBezTo>
                  <a:cubicBezTo>
                    <a:pt x="82" y="33"/>
                    <a:pt x="49" y="17"/>
                    <a:pt x="33" y="17"/>
                  </a:cubicBezTo>
                  <a:cubicBezTo>
                    <a:pt x="33" y="17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>
              <a:extLst>
                <a:ext uri="{FF2B5EF4-FFF2-40B4-BE49-F238E27FC236}">
                  <a16:creationId xmlns:a16="http://schemas.microsoft.com/office/drawing/2014/main" id="{E66611C6-3B34-6575-151B-32272F08E61B}"/>
                </a:ext>
              </a:extLst>
            </p:cNvPr>
            <p:cNvSpPr/>
            <p:nvPr/>
          </p:nvSpPr>
          <p:spPr>
            <a:xfrm>
              <a:off x="2354428" y="522843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7" y="16"/>
                  </a:lnTo>
                  <a:lnTo>
                    <a:pt x="33" y="16"/>
                  </a:lnTo>
                  <a:cubicBezTo>
                    <a:pt x="53" y="36"/>
                    <a:pt x="85" y="36"/>
                    <a:pt x="101" y="36"/>
                  </a:cubicBezTo>
                  <a:lnTo>
                    <a:pt x="101" y="16"/>
                  </a:lnTo>
                  <a:lnTo>
                    <a:pt x="5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>
              <a:extLst>
                <a:ext uri="{FF2B5EF4-FFF2-40B4-BE49-F238E27FC236}">
                  <a16:creationId xmlns:a16="http://schemas.microsoft.com/office/drawing/2014/main" id="{F941EC62-C6D1-263E-FF34-3B751AACF6B6}"/>
                </a:ext>
              </a:extLst>
            </p:cNvPr>
            <p:cNvSpPr/>
            <p:nvPr/>
          </p:nvSpPr>
          <p:spPr>
            <a:xfrm>
              <a:off x="1672363" y="654846"/>
              <a:ext cx="63469" cy="42213"/>
            </a:xfrm>
            <a:custGeom>
              <a:avLst/>
              <a:gdLst/>
              <a:ahLst/>
              <a:cxnLst/>
              <a:rect l="l" t="t" r="r" b="b"/>
              <a:pathLst>
                <a:path w="639" h="425" extrusionOk="0">
                  <a:moveTo>
                    <a:pt x="622" y="0"/>
                  </a:moveTo>
                  <a:cubicBezTo>
                    <a:pt x="590" y="20"/>
                    <a:pt x="557" y="37"/>
                    <a:pt x="537" y="53"/>
                  </a:cubicBezTo>
                  <a:cubicBezTo>
                    <a:pt x="521" y="69"/>
                    <a:pt x="505" y="69"/>
                    <a:pt x="505" y="69"/>
                  </a:cubicBezTo>
                  <a:cubicBezTo>
                    <a:pt x="420" y="137"/>
                    <a:pt x="335" y="186"/>
                    <a:pt x="254" y="238"/>
                  </a:cubicBezTo>
                  <a:lnTo>
                    <a:pt x="170" y="287"/>
                  </a:lnTo>
                  <a:cubicBezTo>
                    <a:pt x="133" y="323"/>
                    <a:pt x="101" y="339"/>
                    <a:pt x="69" y="372"/>
                  </a:cubicBezTo>
                  <a:cubicBezTo>
                    <a:pt x="101" y="356"/>
                    <a:pt x="154" y="323"/>
                    <a:pt x="186" y="303"/>
                  </a:cubicBezTo>
                  <a:lnTo>
                    <a:pt x="254" y="255"/>
                  </a:lnTo>
                  <a:cubicBezTo>
                    <a:pt x="335" y="202"/>
                    <a:pt x="420" y="137"/>
                    <a:pt x="505" y="85"/>
                  </a:cubicBezTo>
                  <a:cubicBezTo>
                    <a:pt x="521" y="85"/>
                    <a:pt x="537" y="69"/>
                    <a:pt x="537" y="69"/>
                  </a:cubicBezTo>
                  <a:cubicBezTo>
                    <a:pt x="574" y="53"/>
                    <a:pt x="590" y="20"/>
                    <a:pt x="622" y="20"/>
                  </a:cubicBezTo>
                  <a:lnTo>
                    <a:pt x="638" y="20"/>
                  </a:lnTo>
                  <a:lnTo>
                    <a:pt x="622" y="0"/>
                  </a:lnTo>
                  <a:close/>
                  <a:moveTo>
                    <a:pt x="69" y="372"/>
                  </a:move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69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>
              <a:extLst>
                <a:ext uri="{FF2B5EF4-FFF2-40B4-BE49-F238E27FC236}">
                  <a16:creationId xmlns:a16="http://schemas.microsoft.com/office/drawing/2014/main" id="{BE93F268-7818-06DD-76FD-02AF73604584}"/>
                </a:ext>
              </a:extLst>
            </p:cNvPr>
            <p:cNvSpPr/>
            <p:nvPr/>
          </p:nvSpPr>
          <p:spPr>
            <a:xfrm>
              <a:off x="1675542" y="689411"/>
              <a:ext cx="58701" cy="35757"/>
            </a:xfrm>
            <a:custGeom>
              <a:avLst/>
              <a:gdLst/>
              <a:ahLst/>
              <a:cxnLst/>
              <a:rect l="l" t="t" r="r" b="b"/>
              <a:pathLst>
                <a:path w="591" h="360" extrusionOk="0">
                  <a:moveTo>
                    <a:pt x="576" y="1"/>
                  </a:moveTo>
                  <a:cubicBezTo>
                    <a:pt x="564" y="1"/>
                    <a:pt x="553" y="12"/>
                    <a:pt x="542" y="24"/>
                  </a:cubicBezTo>
                  <a:cubicBezTo>
                    <a:pt x="558" y="24"/>
                    <a:pt x="574" y="8"/>
                    <a:pt x="590" y="8"/>
                  </a:cubicBezTo>
                  <a:cubicBezTo>
                    <a:pt x="585" y="3"/>
                    <a:pt x="581" y="1"/>
                    <a:pt x="576" y="1"/>
                  </a:cubicBezTo>
                  <a:close/>
                  <a:moveTo>
                    <a:pt x="542" y="24"/>
                  </a:moveTo>
                  <a:cubicBezTo>
                    <a:pt x="424" y="92"/>
                    <a:pt x="303" y="157"/>
                    <a:pt x="202" y="226"/>
                  </a:cubicBezTo>
                  <a:cubicBezTo>
                    <a:pt x="154" y="258"/>
                    <a:pt x="101" y="294"/>
                    <a:pt x="53" y="327"/>
                  </a:cubicBezTo>
                  <a:cubicBezTo>
                    <a:pt x="37" y="327"/>
                    <a:pt x="37" y="343"/>
                    <a:pt x="21" y="343"/>
                  </a:cubicBezTo>
                  <a:lnTo>
                    <a:pt x="0" y="343"/>
                  </a:lnTo>
                  <a:lnTo>
                    <a:pt x="0" y="359"/>
                  </a:lnTo>
                  <a:lnTo>
                    <a:pt x="21" y="359"/>
                  </a:lnTo>
                  <a:cubicBezTo>
                    <a:pt x="37" y="343"/>
                    <a:pt x="53" y="343"/>
                    <a:pt x="53" y="343"/>
                  </a:cubicBezTo>
                  <a:cubicBezTo>
                    <a:pt x="101" y="311"/>
                    <a:pt x="154" y="278"/>
                    <a:pt x="202" y="242"/>
                  </a:cubicBezTo>
                  <a:cubicBezTo>
                    <a:pt x="323" y="177"/>
                    <a:pt x="424" y="109"/>
                    <a:pt x="542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>
              <a:extLst>
                <a:ext uri="{FF2B5EF4-FFF2-40B4-BE49-F238E27FC236}">
                  <a16:creationId xmlns:a16="http://schemas.microsoft.com/office/drawing/2014/main" id="{1C609886-8065-B872-05C2-3363C2E72E46}"/>
                </a:ext>
              </a:extLst>
            </p:cNvPr>
            <p:cNvSpPr/>
            <p:nvPr/>
          </p:nvSpPr>
          <p:spPr>
            <a:xfrm>
              <a:off x="2357606" y="781982"/>
              <a:ext cx="8542" cy="3377"/>
            </a:xfrm>
            <a:custGeom>
              <a:avLst/>
              <a:gdLst/>
              <a:ahLst/>
              <a:cxnLst/>
              <a:rect l="l" t="t" r="r" b="b"/>
              <a:pathLst>
                <a:path w="86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37" y="33"/>
                    <a:pt x="69" y="33"/>
                  </a:cubicBezTo>
                  <a:lnTo>
                    <a:pt x="86" y="33"/>
                  </a:lnTo>
                  <a:lnTo>
                    <a:pt x="69" y="17"/>
                  </a:lnTo>
                  <a:cubicBezTo>
                    <a:pt x="53" y="17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>
              <a:extLst>
                <a:ext uri="{FF2B5EF4-FFF2-40B4-BE49-F238E27FC236}">
                  <a16:creationId xmlns:a16="http://schemas.microsoft.com/office/drawing/2014/main" id="{4563657B-0F94-FE20-B742-D9B443B0BE50}"/>
                </a:ext>
              </a:extLst>
            </p:cNvPr>
            <p:cNvSpPr/>
            <p:nvPr/>
          </p:nvSpPr>
          <p:spPr>
            <a:xfrm>
              <a:off x="2613666" y="486291"/>
              <a:ext cx="11720" cy="66746"/>
            </a:xfrm>
            <a:custGeom>
              <a:avLst/>
              <a:gdLst/>
              <a:ahLst/>
              <a:cxnLst/>
              <a:rect l="l" t="t" r="r" b="b"/>
              <a:pathLst>
                <a:path w="118" h="672" extrusionOk="0">
                  <a:moveTo>
                    <a:pt x="16" y="0"/>
                  </a:moveTo>
                  <a:cubicBezTo>
                    <a:pt x="0" y="17"/>
                    <a:pt x="16" y="49"/>
                    <a:pt x="16" y="65"/>
                  </a:cubicBezTo>
                  <a:lnTo>
                    <a:pt x="16" y="81"/>
                  </a:lnTo>
                  <a:cubicBezTo>
                    <a:pt x="32" y="118"/>
                    <a:pt x="32" y="150"/>
                    <a:pt x="32" y="166"/>
                  </a:cubicBezTo>
                  <a:cubicBezTo>
                    <a:pt x="32" y="202"/>
                    <a:pt x="49" y="235"/>
                    <a:pt x="49" y="283"/>
                  </a:cubicBezTo>
                  <a:cubicBezTo>
                    <a:pt x="49" y="320"/>
                    <a:pt x="69" y="368"/>
                    <a:pt x="69" y="404"/>
                  </a:cubicBezTo>
                  <a:cubicBezTo>
                    <a:pt x="69" y="437"/>
                    <a:pt x="69" y="469"/>
                    <a:pt x="85" y="485"/>
                  </a:cubicBezTo>
                  <a:lnTo>
                    <a:pt x="85" y="404"/>
                  </a:lnTo>
                  <a:cubicBezTo>
                    <a:pt x="69" y="368"/>
                    <a:pt x="69" y="320"/>
                    <a:pt x="69" y="283"/>
                  </a:cubicBezTo>
                  <a:cubicBezTo>
                    <a:pt x="49" y="235"/>
                    <a:pt x="49" y="202"/>
                    <a:pt x="49" y="166"/>
                  </a:cubicBezTo>
                  <a:cubicBezTo>
                    <a:pt x="49" y="134"/>
                    <a:pt x="32" y="118"/>
                    <a:pt x="32" y="81"/>
                  </a:cubicBezTo>
                  <a:lnTo>
                    <a:pt x="32" y="65"/>
                  </a:lnTo>
                  <a:cubicBezTo>
                    <a:pt x="32" y="33"/>
                    <a:pt x="16" y="17"/>
                    <a:pt x="32" y="0"/>
                  </a:cubicBezTo>
                  <a:close/>
                  <a:moveTo>
                    <a:pt x="85" y="485"/>
                  </a:moveTo>
                  <a:lnTo>
                    <a:pt x="85" y="586"/>
                  </a:lnTo>
                  <a:lnTo>
                    <a:pt x="101" y="606"/>
                  </a:lnTo>
                  <a:lnTo>
                    <a:pt x="101" y="586"/>
                  </a:lnTo>
                  <a:cubicBezTo>
                    <a:pt x="101" y="554"/>
                    <a:pt x="101" y="522"/>
                    <a:pt x="85" y="485"/>
                  </a:cubicBezTo>
                  <a:close/>
                  <a:moveTo>
                    <a:pt x="101" y="606"/>
                  </a:moveTo>
                  <a:lnTo>
                    <a:pt x="101" y="655"/>
                  </a:lnTo>
                  <a:lnTo>
                    <a:pt x="117" y="671"/>
                  </a:lnTo>
                  <a:lnTo>
                    <a:pt x="117" y="655"/>
                  </a:lnTo>
                  <a:cubicBezTo>
                    <a:pt x="117" y="639"/>
                    <a:pt x="101" y="623"/>
                    <a:pt x="101" y="6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>
              <a:extLst>
                <a:ext uri="{FF2B5EF4-FFF2-40B4-BE49-F238E27FC236}">
                  <a16:creationId xmlns:a16="http://schemas.microsoft.com/office/drawing/2014/main" id="{A0F40FA8-8A32-0B12-201F-0F820E2BCB5A}"/>
                </a:ext>
              </a:extLst>
            </p:cNvPr>
            <p:cNvSpPr/>
            <p:nvPr/>
          </p:nvSpPr>
          <p:spPr>
            <a:xfrm>
              <a:off x="1665510" y="195368"/>
              <a:ext cx="274534" cy="237287"/>
            </a:xfrm>
            <a:custGeom>
              <a:avLst/>
              <a:gdLst/>
              <a:ahLst/>
              <a:cxnLst/>
              <a:rect l="l" t="t" r="r" b="b"/>
              <a:pathLst>
                <a:path w="2764" h="2389" extrusionOk="0">
                  <a:moveTo>
                    <a:pt x="2763" y="1"/>
                  </a:moveTo>
                  <a:cubicBezTo>
                    <a:pt x="2727" y="1"/>
                    <a:pt x="2695" y="17"/>
                    <a:pt x="2679" y="49"/>
                  </a:cubicBezTo>
                  <a:cubicBezTo>
                    <a:pt x="2711" y="33"/>
                    <a:pt x="2727" y="17"/>
                    <a:pt x="2763" y="17"/>
                  </a:cubicBezTo>
                  <a:lnTo>
                    <a:pt x="2763" y="1"/>
                  </a:lnTo>
                  <a:close/>
                  <a:moveTo>
                    <a:pt x="2662" y="65"/>
                  </a:moveTo>
                  <a:lnTo>
                    <a:pt x="2662" y="65"/>
                  </a:lnTo>
                  <a:cubicBezTo>
                    <a:pt x="2561" y="134"/>
                    <a:pt x="2477" y="219"/>
                    <a:pt x="2392" y="283"/>
                  </a:cubicBezTo>
                  <a:lnTo>
                    <a:pt x="2323" y="336"/>
                  </a:lnTo>
                  <a:cubicBezTo>
                    <a:pt x="2291" y="368"/>
                    <a:pt x="2242" y="405"/>
                    <a:pt x="2206" y="437"/>
                  </a:cubicBezTo>
                  <a:cubicBezTo>
                    <a:pt x="2141" y="506"/>
                    <a:pt x="2073" y="554"/>
                    <a:pt x="2004" y="607"/>
                  </a:cubicBezTo>
                  <a:cubicBezTo>
                    <a:pt x="1939" y="655"/>
                    <a:pt x="1871" y="724"/>
                    <a:pt x="1802" y="772"/>
                  </a:cubicBezTo>
                  <a:cubicBezTo>
                    <a:pt x="1737" y="825"/>
                    <a:pt x="1669" y="889"/>
                    <a:pt x="1600" y="942"/>
                  </a:cubicBezTo>
                  <a:cubicBezTo>
                    <a:pt x="1552" y="990"/>
                    <a:pt x="1515" y="1027"/>
                    <a:pt x="1467" y="1059"/>
                  </a:cubicBezTo>
                  <a:cubicBezTo>
                    <a:pt x="1398" y="1112"/>
                    <a:pt x="1350" y="1160"/>
                    <a:pt x="1281" y="1213"/>
                  </a:cubicBezTo>
                  <a:cubicBezTo>
                    <a:pt x="1232" y="1261"/>
                    <a:pt x="1180" y="1314"/>
                    <a:pt x="1111" y="1346"/>
                  </a:cubicBezTo>
                  <a:cubicBezTo>
                    <a:pt x="1030" y="1431"/>
                    <a:pt x="946" y="1495"/>
                    <a:pt x="861" y="1564"/>
                  </a:cubicBezTo>
                  <a:cubicBezTo>
                    <a:pt x="808" y="1617"/>
                    <a:pt x="760" y="1649"/>
                    <a:pt x="707" y="1697"/>
                  </a:cubicBezTo>
                  <a:cubicBezTo>
                    <a:pt x="675" y="1734"/>
                    <a:pt x="626" y="1766"/>
                    <a:pt x="590" y="1798"/>
                  </a:cubicBezTo>
                  <a:cubicBezTo>
                    <a:pt x="525" y="1851"/>
                    <a:pt x="473" y="1899"/>
                    <a:pt x="404" y="1952"/>
                  </a:cubicBezTo>
                  <a:cubicBezTo>
                    <a:pt x="356" y="1984"/>
                    <a:pt x="303" y="2037"/>
                    <a:pt x="255" y="2085"/>
                  </a:cubicBezTo>
                  <a:cubicBezTo>
                    <a:pt x="323" y="2053"/>
                    <a:pt x="372" y="2000"/>
                    <a:pt x="424" y="1952"/>
                  </a:cubicBezTo>
                  <a:cubicBezTo>
                    <a:pt x="473" y="1899"/>
                    <a:pt x="542" y="1851"/>
                    <a:pt x="590" y="1819"/>
                  </a:cubicBezTo>
                  <a:cubicBezTo>
                    <a:pt x="643" y="1766"/>
                    <a:pt x="675" y="1734"/>
                    <a:pt x="727" y="1697"/>
                  </a:cubicBezTo>
                  <a:cubicBezTo>
                    <a:pt x="776" y="1665"/>
                    <a:pt x="808" y="1617"/>
                    <a:pt x="861" y="1580"/>
                  </a:cubicBezTo>
                  <a:cubicBezTo>
                    <a:pt x="962" y="1516"/>
                    <a:pt x="1047" y="1431"/>
                    <a:pt x="1131" y="1362"/>
                  </a:cubicBezTo>
                  <a:cubicBezTo>
                    <a:pt x="1180" y="1314"/>
                    <a:pt x="1232" y="1277"/>
                    <a:pt x="1297" y="1229"/>
                  </a:cubicBezTo>
                  <a:cubicBezTo>
                    <a:pt x="1350" y="1176"/>
                    <a:pt x="1414" y="1128"/>
                    <a:pt x="1467" y="1075"/>
                  </a:cubicBezTo>
                  <a:cubicBezTo>
                    <a:pt x="1515" y="1027"/>
                    <a:pt x="1568" y="990"/>
                    <a:pt x="1616" y="958"/>
                  </a:cubicBezTo>
                  <a:cubicBezTo>
                    <a:pt x="1685" y="889"/>
                    <a:pt x="1754" y="841"/>
                    <a:pt x="1818" y="788"/>
                  </a:cubicBezTo>
                  <a:cubicBezTo>
                    <a:pt x="1887" y="724"/>
                    <a:pt x="1956" y="671"/>
                    <a:pt x="2020" y="623"/>
                  </a:cubicBezTo>
                  <a:cubicBezTo>
                    <a:pt x="2089" y="554"/>
                    <a:pt x="2141" y="506"/>
                    <a:pt x="2206" y="453"/>
                  </a:cubicBezTo>
                  <a:cubicBezTo>
                    <a:pt x="2259" y="421"/>
                    <a:pt x="2291" y="384"/>
                    <a:pt x="2343" y="352"/>
                  </a:cubicBezTo>
                  <a:lnTo>
                    <a:pt x="2392" y="304"/>
                  </a:lnTo>
                  <a:cubicBezTo>
                    <a:pt x="2493" y="219"/>
                    <a:pt x="2578" y="150"/>
                    <a:pt x="2662" y="65"/>
                  </a:cubicBezTo>
                  <a:close/>
                  <a:moveTo>
                    <a:pt x="255" y="2085"/>
                  </a:moveTo>
                  <a:lnTo>
                    <a:pt x="255" y="2085"/>
                  </a:lnTo>
                  <a:cubicBezTo>
                    <a:pt x="186" y="2138"/>
                    <a:pt x="122" y="2186"/>
                    <a:pt x="69" y="2239"/>
                  </a:cubicBezTo>
                  <a:lnTo>
                    <a:pt x="21" y="2271"/>
                  </a:lnTo>
                  <a:cubicBezTo>
                    <a:pt x="21" y="2287"/>
                    <a:pt x="0" y="2287"/>
                    <a:pt x="0" y="2303"/>
                  </a:cubicBezTo>
                  <a:lnTo>
                    <a:pt x="0" y="2340"/>
                  </a:lnTo>
                  <a:cubicBezTo>
                    <a:pt x="0" y="2356"/>
                    <a:pt x="0" y="2372"/>
                    <a:pt x="21" y="2388"/>
                  </a:cubicBezTo>
                  <a:lnTo>
                    <a:pt x="21" y="2340"/>
                  </a:lnTo>
                  <a:lnTo>
                    <a:pt x="21" y="2303"/>
                  </a:lnTo>
                  <a:lnTo>
                    <a:pt x="21" y="2287"/>
                  </a:lnTo>
                  <a:lnTo>
                    <a:pt x="69" y="2255"/>
                  </a:lnTo>
                  <a:cubicBezTo>
                    <a:pt x="138" y="2186"/>
                    <a:pt x="202" y="2138"/>
                    <a:pt x="255" y="2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>
              <a:extLst>
                <a:ext uri="{FF2B5EF4-FFF2-40B4-BE49-F238E27FC236}">
                  <a16:creationId xmlns:a16="http://schemas.microsoft.com/office/drawing/2014/main" id="{65B40A21-3F3B-031A-6CE4-7654307B23E8}"/>
                </a:ext>
              </a:extLst>
            </p:cNvPr>
            <p:cNvSpPr/>
            <p:nvPr/>
          </p:nvSpPr>
          <p:spPr>
            <a:xfrm>
              <a:off x="1760961" y="960965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73" y="0"/>
                  </a:moveTo>
                  <a:cubicBezTo>
                    <a:pt x="437" y="0"/>
                    <a:pt x="405" y="17"/>
                    <a:pt x="372" y="33"/>
                  </a:cubicBezTo>
                  <a:cubicBezTo>
                    <a:pt x="352" y="33"/>
                    <a:pt x="352" y="33"/>
                    <a:pt x="336" y="49"/>
                  </a:cubicBezTo>
                  <a:cubicBezTo>
                    <a:pt x="304" y="69"/>
                    <a:pt x="271" y="85"/>
                    <a:pt x="219" y="101"/>
                  </a:cubicBezTo>
                  <a:cubicBezTo>
                    <a:pt x="203" y="101"/>
                    <a:pt x="170" y="118"/>
                    <a:pt x="150" y="134"/>
                  </a:cubicBezTo>
                  <a:cubicBezTo>
                    <a:pt x="187" y="134"/>
                    <a:pt x="203" y="118"/>
                    <a:pt x="235" y="101"/>
                  </a:cubicBezTo>
                  <a:cubicBezTo>
                    <a:pt x="271" y="85"/>
                    <a:pt x="304" y="69"/>
                    <a:pt x="352" y="49"/>
                  </a:cubicBezTo>
                  <a:lnTo>
                    <a:pt x="372" y="49"/>
                  </a:lnTo>
                  <a:cubicBezTo>
                    <a:pt x="405" y="33"/>
                    <a:pt x="437" y="17"/>
                    <a:pt x="473" y="17"/>
                  </a:cubicBezTo>
                  <a:lnTo>
                    <a:pt x="473" y="0"/>
                  </a:lnTo>
                  <a:close/>
                  <a:moveTo>
                    <a:pt x="150" y="134"/>
                  </a:moveTo>
                  <a:cubicBezTo>
                    <a:pt x="118" y="134"/>
                    <a:pt x="86" y="150"/>
                    <a:pt x="49" y="170"/>
                  </a:cubicBezTo>
                  <a:lnTo>
                    <a:pt x="1" y="186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49" y="186"/>
                  </a:lnTo>
                  <a:cubicBezTo>
                    <a:pt x="86" y="170"/>
                    <a:pt x="118" y="150"/>
                    <a:pt x="150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>
              <a:extLst>
                <a:ext uri="{FF2B5EF4-FFF2-40B4-BE49-F238E27FC236}">
                  <a16:creationId xmlns:a16="http://schemas.microsoft.com/office/drawing/2014/main" id="{357996BA-2EA8-D061-F8FD-8D3D072FFB66}"/>
                </a:ext>
              </a:extLst>
            </p:cNvPr>
            <p:cNvSpPr/>
            <p:nvPr/>
          </p:nvSpPr>
          <p:spPr>
            <a:xfrm>
              <a:off x="2369625" y="558103"/>
              <a:ext cx="4966" cy="13310"/>
            </a:xfrm>
            <a:custGeom>
              <a:avLst/>
              <a:gdLst/>
              <a:ahLst/>
              <a:cxnLst/>
              <a:rect l="l" t="t" r="r" b="b"/>
              <a:pathLst>
                <a:path w="50" h="134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102"/>
                    <a:pt x="33" y="118"/>
                  </a:cubicBezTo>
                  <a:lnTo>
                    <a:pt x="33" y="134"/>
                  </a:lnTo>
                  <a:cubicBezTo>
                    <a:pt x="49" y="134"/>
                    <a:pt x="49" y="118"/>
                    <a:pt x="49" y="118"/>
                  </a:cubicBezTo>
                  <a:cubicBezTo>
                    <a:pt x="33" y="102"/>
                    <a:pt x="33" y="65"/>
                    <a:pt x="33" y="49"/>
                  </a:cubicBezTo>
                  <a:cubicBezTo>
                    <a:pt x="33" y="17"/>
                    <a:pt x="33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>
              <a:extLst>
                <a:ext uri="{FF2B5EF4-FFF2-40B4-BE49-F238E27FC236}">
                  <a16:creationId xmlns:a16="http://schemas.microsoft.com/office/drawing/2014/main" id="{A404B29B-14EF-DDCB-B372-A7853761C2B6}"/>
                </a:ext>
              </a:extLst>
            </p:cNvPr>
            <p:cNvSpPr/>
            <p:nvPr/>
          </p:nvSpPr>
          <p:spPr>
            <a:xfrm>
              <a:off x="2703853" y="583034"/>
              <a:ext cx="37048" cy="13707"/>
            </a:xfrm>
            <a:custGeom>
              <a:avLst/>
              <a:gdLst/>
              <a:ahLst/>
              <a:cxnLst/>
              <a:rect l="l" t="t" r="r" b="b"/>
              <a:pathLst>
                <a:path w="373" h="138" extrusionOk="0">
                  <a:moveTo>
                    <a:pt x="1" y="0"/>
                  </a:moveTo>
                  <a:lnTo>
                    <a:pt x="86" y="36"/>
                  </a:lnTo>
                  <a:cubicBezTo>
                    <a:pt x="150" y="69"/>
                    <a:pt x="219" y="85"/>
                    <a:pt x="288" y="101"/>
                  </a:cubicBezTo>
                  <a:cubicBezTo>
                    <a:pt x="219" y="69"/>
                    <a:pt x="171" y="53"/>
                    <a:pt x="102" y="16"/>
                  </a:cubicBezTo>
                  <a:lnTo>
                    <a:pt x="17" y="0"/>
                  </a:lnTo>
                  <a:close/>
                  <a:moveTo>
                    <a:pt x="288" y="101"/>
                  </a:moveTo>
                  <a:cubicBezTo>
                    <a:pt x="304" y="117"/>
                    <a:pt x="320" y="117"/>
                    <a:pt x="336" y="117"/>
                  </a:cubicBezTo>
                  <a:cubicBezTo>
                    <a:pt x="320" y="101"/>
                    <a:pt x="304" y="101"/>
                    <a:pt x="288" y="101"/>
                  </a:cubicBezTo>
                  <a:close/>
                  <a:moveTo>
                    <a:pt x="336" y="117"/>
                  </a:moveTo>
                  <a:cubicBezTo>
                    <a:pt x="336" y="137"/>
                    <a:pt x="352" y="137"/>
                    <a:pt x="352" y="137"/>
                  </a:cubicBezTo>
                  <a:lnTo>
                    <a:pt x="373" y="137"/>
                  </a:lnTo>
                  <a:lnTo>
                    <a:pt x="352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>
              <a:extLst>
                <a:ext uri="{FF2B5EF4-FFF2-40B4-BE49-F238E27FC236}">
                  <a16:creationId xmlns:a16="http://schemas.microsoft.com/office/drawing/2014/main" id="{B87C5281-24BA-FFB6-9328-62218FA38EBB}"/>
                </a:ext>
              </a:extLst>
            </p:cNvPr>
            <p:cNvSpPr/>
            <p:nvPr/>
          </p:nvSpPr>
          <p:spPr>
            <a:xfrm>
              <a:off x="2732360" y="664878"/>
              <a:ext cx="6555" cy="3675"/>
            </a:xfrm>
            <a:custGeom>
              <a:avLst/>
              <a:gdLst/>
              <a:ahLst/>
              <a:cxnLst/>
              <a:rect l="l" t="t" r="r" b="b"/>
              <a:pathLst>
                <a:path w="66" h="37" extrusionOk="0">
                  <a:moveTo>
                    <a:pt x="17" y="0"/>
                  </a:moveTo>
                  <a:lnTo>
                    <a:pt x="1" y="20"/>
                  </a:lnTo>
                  <a:cubicBezTo>
                    <a:pt x="17" y="20"/>
                    <a:pt x="17" y="36"/>
                    <a:pt x="33" y="36"/>
                  </a:cubicBezTo>
                  <a:lnTo>
                    <a:pt x="65" y="36"/>
                  </a:lnTo>
                  <a:cubicBezTo>
                    <a:pt x="65" y="20"/>
                    <a:pt x="49" y="20"/>
                    <a:pt x="33" y="20"/>
                  </a:cubicBezTo>
                  <a:cubicBezTo>
                    <a:pt x="33" y="20"/>
                    <a:pt x="17" y="2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>
              <a:extLst>
                <a:ext uri="{FF2B5EF4-FFF2-40B4-BE49-F238E27FC236}">
                  <a16:creationId xmlns:a16="http://schemas.microsoft.com/office/drawing/2014/main" id="{3168C64A-BC39-6FBD-F9BA-061E41457AF2}"/>
                </a:ext>
              </a:extLst>
            </p:cNvPr>
            <p:cNvSpPr/>
            <p:nvPr/>
          </p:nvSpPr>
          <p:spPr>
            <a:xfrm>
              <a:off x="2369625" y="546482"/>
              <a:ext cx="3377" cy="8145"/>
            </a:xfrm>
            <a:custGeom>
              <a:avLst/>
              <a:gdLst/>
              <a:ahLst/>
              <a:cxnLst/>
              <a:rect l="l" t="t" r="r" b="b"/>
              <a:pathLst>
                <a:path w="34" h="8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33"/>
                  </a:cubicBezTo>
                  <a:lnTo>
                    <a:pt x="17" y="65"/>
                  </a:lnTo>
                  <a:lnTo>
                    <a:pt x="1" y="65"/>
                  </a:lnTo>
                  <a:lnTo>
                    <a:pt x="1" y="81"/>
                  </a:lnTo>
                  <a:lnTo>
                    <a:pt x="17" y="81"/>
                  </a:lnTo>
                  <a:lnTo>
                    <a:pt x="33" y="65"/>
                  </a:lnTo>
                  <a:lnTo>
                    <a:pt x="33" y="33"/>
                  </a:lnTo>
                  <a:cubicBezTo>
                    <a:pt x="33" y="33"/>
                    <a:pt x="33" y="1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>
              <a:extLst>
                <a:ext uri="{FF2B5EF4-FFF2-40B4-BE49-F238E27FC236}">
                  <a16:creationId xmlns:a16="http://schemas.microsoft.com/office/drawing/2014/main" id="{420E5BBD-06F4-FB35-DB30-170BE4DCF24C}"/>
                </a:ext>
              </a:extLst>
            </p:cNvPr>
            <p:cNvSpPr/>
            <p:nvPr/>
          </p:nvSpPr>
          <p:spPr>
            <a:xfrm>
              <a:off x="2581882" y="863826"/>
              <a:ext cx="6555" cy="1689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" y="1"/>
                  </a:moveTo>
                  <a:lnTo>
                    <a:pt x="17" y="17"/>
                  </a:lnTo>
                  <a:lnTo>
                    <a:pt x="49" y="1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>
              <a:extLst>
                <a:ext uri="{FF2B5EF4-FFF2-40B4-BE49-F238E27FC236}">
                  <a16:creationId xmlns:a16="http://schemas.microsoft.com/office/drawing/2014/main" id="{FA1D2762-5389-AA44-7C51-91EE8713C84D}"/>
                </a:ext>
              </a:extLst>
            </p:cNvPr>
            <p:cNvSpPr/>
            <p:nvPr/>
          </p:nvSpPr>
          <p:spPr>
            <a:xfrm>
              <a:off x="2583571" y="875447"/>
              <a:ext cx="6853" cy="2185"/>
            </a:xfrm>
            <a:custGeom>
              <a:avLst/>
              <a:gdLst/>
              <a:ahLst/>
              <a:cxnLst/>
              <a:rect l="l" t="t" r="r" b="b"/>
              <a:pathLst>
                <a:path w="69" h="22" extrusionOk="0">
                  <a:moveTo>
                    <a:pt x="0" y="1"/>
                  </a:moveTo>
                  <a:lnTo>
                    <a:pt x="16" y="21"/>
                  </a:lnTo>
                  <a:lnTo>
                    <a:pt x="49" y="21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>
              <a:extLst>
                <a:ext uri="{FF2B5EF4-FFF2-40B4-BE49-F238E27FC236}">
                  <a16:creationId xmlns:a16="http://schemas.microsoft.com/office/drawing/2014/main" id="{FE188637-4217-3C73-279F-84836C774165}"/>
                </a:ext>
              </a:extLst>
            </p:cNvPr>
            <p:cNvSpPr/>
            <p:nvPr/>
          </p:nvSpPr>
          <p:spPr>
            <a:xfrm>
              <a:off x="1750929" y="918554"/>
              <a:ext cx="58701" cy="27215"/>
            </a:xfrm>
            <a:custGeom>
              <a:avLst/>
              <a:gdLst/>
              <a:ahLst/>
              <a:cxnLst/>
              <a:rect l="l" t="t" r="r" b="b"/>
              <a:pathLst>
                <a:path w="591" h="274" extrusionOk="0">
                  <a:moveTo>
                    <a:pt x="560" y="1"/>
                  </a:moveTo>
                  <a:cubicBezTo>
                    <a:pt x="537" y="1"/>
                    <a:pt x="517" y="12"/>
                    <a:pt x="506" y="23"/>
                  </a:cubicBezTo>
                  <a:cubicBezTo>
                    <a:pt x="490" y="23"/>
                    <a:pt x="490" y="40"/>
                    <a:pt x="473" y="40"/>
                  </a:cubicBezTo>
                  <a:cubicBezTo>
                    <a:pt x="405" y="72"/>
                    <a:pt x="336" y="108"/>
                    <a:pt x="271" y="141"/>
                  </a:cubicBezTo>
                  <a:lnTo>
                    <a:pt x="203" y="173"/>
                  </a:lnTo>
                  <a:cubicBezTo>
                    <a:pt x="187" y="173"/>
                    <a:pt x="170" y="193"/>
                    <a:pt x="134" y="193"/>
                  </a:cubicBezTo>
                  <a:cubicBezTo>
                    <a:pt x="118" y="209"/>
                    <a:pt x="86" y="225"/>
                    <a:pt x="49" y="242"/>
                  </a:cubicBezTo>
                  <a:cubicBezTo>
                    <a:pt x="33" y="242"/>
                    <a:pt x="33" y="258"/>
                    <a:pt x="17" y="258"/>
                  </a:cubicBezTo>
                  <a:lnTo>
                    <a:pt x="1" y="258"/>
                  </a:lnTo>
                  <a:lnTo>
                    <a:pt x="1" y="274"/>
                  </a:lnTo>
                  <a:lnTo>
                    <a:pt x="17" y="274"/>
                  </a:lnTo>
                  <a:cubicBezTo>
                    <a:pt x="33" y="258"/>
                    <a:pt x="33" y="258"/>
                    <a:pt x="49" y="258"/>
                  </a:cubicBezTo>
                  <a:cubicBezTo>
                    <a:pt x="86" y="242"/>
                    <a:pt x="118" y="225"/>
                    <a:pt x="150" y="209"/>
                  </a:cubicBezTo>
                  <a:cubicBezTo>
                    <a:pt x="170" y="193"/>
                    <a:pt x="187" y="193"/>
                    <a:pt x="219" y="173"/>
                  </a:cubicBezTo>
                  <a:lnTo>
                    <a:pt x="288" y="141"/>
                  </a:lnTo>
                  <a:cubicBezTo>
                    <a:pt x="352" y="108"/>
                    <a:pt x="421" y="72"/>
                    <a:pt x="490" y="56"/>
                  </a:cubicBezTo>
                  <a:cubicBezTo>
                    <a:pt x="490" y="40"/>
                    <a:pt x="506" y="40"/>
                    <a:pt x="506" y="40"/>
                  </a:cubicBezTo>
                  <a:cubicBezTo>
                    <a:pt x="538" y="23"/>
                    <a:pt x="554" y="7"/>
                    <a:pt x="591" y="7"/>
                  </a:cubicBezTo>
                  <a:cubicBezTo>
                    <a:pt x="580" y="3"/>
                    <a:pt x="570" y="1"/>
                    <a:pt x="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>
              <a:extLst>
                <a:ext uri="{FF2B5EF4-FFF2-40B4-BE49-F238E27FC236}">
                  <a16:creationId xmlns:a16="http://schemas.microsoft.com/office/drawing/2014/main" id="{16ABDC88-97F5-DA92-0C0C-E950A076B610}"/>
                </a:ext>
              </a:extLst>
            </p:cNvPr>
            <p:cNvSpPr/>
            <p:nvPr/>
          </p:nvSpPr>
          <p:spPr>
            <a:xfrm>
              <a:off x="2312711" y="969408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0"/>
                  </a:moveTo>
                  <a:lnTo>
                    <a:pt x="0" y="16"/>
                  </a:lnTo>
                  <a:lnTo>
                    <a:pt x="49" y="1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>
              <a:extLst>
                <a:ext uri="{FF2B5EF4-FFF2-40B4-BE49-F238E27FC236}">
                  <a16:creationId xmlns:a16="http://schemas.microsoft.com/office/drawing/2014/main" id="{05459DC1-CBF2-1C2C-B016-F4FB34E8B3DD}"/>
                </a:ext>
              </a:extLst>
            </p:cNvPr>
            <p:cNvSpPr/>
            <p:nvPr/>
          </p:nvSpPr>
          <p:spPr>
            <a:xfrm>
              <a:off x="2382934" y="750297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1"/>
                  </a:moveTo>
                  <a:lnTo>
                    <a:pt x="0" y="17"/>
                  </a:lnTo>
                  <a:lnTo>
                    <a:pt x="49" y="1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>
              <a:extLst>
                <a:ext uri="{FF2B5EF4-FFF2-40B4-BE49-F238E27FC236}">
                  <a16:creationId xmlns:a16="http://schemas.microsoft.com/office/drawing/2014/main" id="{3F1662C6-57E3-9BB7-139D-68B219BCB3CF}"/>
                </a:ext>
              </a:extLst>
            </p:cNvPr>
            <p:cNvSpPr/>
            <p:nvPr/>
          </p:nvSpPr>
          <p:spPr>
            <a:xfrm>
              <a:off x="1675542" y="538040"/>
              <a:ext cx="62277" cy="45094"/>
            </a:xfrm>
            <a:custGeom>
              <a:avLst/>
              <a:gdLst/>
              <a:ahLst/>
              <a:cxnLst/>
              <a:rect l="l" t="t" r="r" b="b"/>
              <a:pathLst>
                <a:path w="627" h="454" extrusionOk="0">
                  <a:moveTo>
                    <a:pt x="626" y="1"/>
                  </a:moveTo>
                  <a:cubicBezTo>
                    <a:pt x="590" y="1"/>
                    <a:pt x="574" y="17"/>
                    <a:pt x="558" y="17"/>
                  </a:cubicBezTo>
                  <a:lnTo>
                    <a:pt x="558" y="33"/>
                  </a:lnTo>
                  <a:cubicBezTo>
                    <a:pt x="441" y="118"/>
                    <a:pt x="340" y="203"/>
                    <a:pt x="239" y="267"/>
                  </a:cubicBezTo>
                  <a:cubicBezTo>
                    <a:pt x="154" y="336"/>
                    <a:pt x="85" y="388"/>
                    <a:pt x="0" y="437"/>
                  </a:cubicBezTo>
                  <a:lnTo>
                    <a:pt x="0" y="453"/>
                  </a:lnTo>
                  <a:lnTo>
                    <a:pt x="21" y="453"/>
                  </a:lnTo>
                  <a:cubicBezTo>
                    <a:pt x="85" y="405"/>
                    <a:pt x="170" y="336"/>
                    <a:pt x="239" y="287"/>
                  </a:cubicBezTo>
                  <a:cubicBezTo>
                    <a:pt x="340" y="203"/>
                    <a:pt x="457" y="118"/>
                    <a:pt x="558" y="49"/>
                  </a:cubicBezTo>
                  <a:lnTo>
                    <a:pt x="574" y="33"/>
                  </a:lnTo>
                  <a:cubicBezTo>
                    <a:pt x="590" y="17"/>
                    <a:pt x="606" y="17"/>
                    <a:pt x="626" y="17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9">
              <a:extLst>
                <a:ext uri="{FF2B5EF4-FFF2-40B4-BE49-F238E27FC236}">
                  <a16:creationId xmlns:a16="http://schemas.microsoft.com/office/drawing/2014/main" id="{F3CDCB50-231B-1C81-B77E-579C91D5CCE8}"/>
                </a:ext>
              </a:extLst>
            </p:cNvPr>
            <p:cNvSpPr/>
            <p:nvPr/>
          </p:nvSpPr>
          <p:spPr>
            <a:xfrm>
              <a:off x="2356017" y="426100"/>
              <a:ext cx="5364" cy="1689"/>
            </a:xfrm>
            <a:custGeom>
              <a:avLst/>
              <a:gdLst/>
              <a:ahLst/>
              <a:cxnLst/>
              <a:rect l="l" t="t" r="r" b="b"/>
              <a:pathLst>
                <a:path w="54" h="17" extrusionOk="0">
                  <a:moveTo>
                    <a:pt x="1" y="1"/>
                  </a:moveTo>
                  <a:lnTo>
                    <a:pt x="37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9">
              <a:extLst>
                <a:ext uri="{FF2B5EF4-FFF2-40B4-BE49-F238E27FC236}">
                  <a16:creationId xmlns:a16="http://schemas.microsoft.com/office/drawing/2014/main" id="{1C35CBC3-C08B-1A3F-759B-CA471B8A097A}"/>
                </a:ext>
              </a:extLst>
            </p:cNvPr>
            <p:cNvSpPr/>
            <p:nvPr/>
          </p:nvSpPr>
          <p:spPr>
            <a:xfrm>
              <a:off x="1757783" y="910806"/>
              <a:ext cx="46683" cy="23341"/>
            </a:xfrm>
            <a:custGeom>
              <a:avLst/>
              <a:gdLst/>
              <a:ahLst/>
              <a:cxnLst/>
              <a:rect l="l" t="t" r="r" b="b"/>
              <a:pathLst>
                <a:path w="470" h="235" extrusionOk="0">
                  <a:moveTo>
                    <a:pt x="469" y="0"/>
                  </a:moveTo>
                  <a:cubicBezTo>
                    <a:pt x="421" y="33"/>
                    <a:pt x="352" y="49"/>
                    <a:pt x="320" y="69"/>
                  </a:cubicBezTo>
                  <a:cubicBezTo>
                    <a:pt x="251" y="101"/>
                    <a:pt x="202" y="134"/>
                    <a:pt x="134" y="150"/>
                  </a:cubicBezTo>
                  <a:cubicBezTo>
                    <a:pt x="81" y="170"/>
                    <a:pt x="49" y="202"/>
                    <a:pt x="0" y="219"/>
                  </a:cubicBezTo>
                  <a:lnTo>
                    <a:pt x="17" y="235"/>
                  </a:lnTo>
                  <a:cubicBezTo>
                    <a:pt x="49" y="202"/>
                    <a:pt x="101" y="186"/>
                    <a:pt x="134" y="170"/>
                  </a:cubicBezTo>
                  <a:cubicBezTo>
                    <a:pt x="202" y="134"/>
                    <a:pt x="251" y="118"/>
                    <a:pt x="320" y="85"/>
                  </a:cubicBezTo>
                  <a:cubicBezTo>
                    <a:pt x="368" y="69"/>
                    <a:pt x="421" y="33"/>
                    <a:pt x="469" y="17"/>
                  </a:cubicBezTo>
                  <a:lnTo>
                    <a:pt x="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9">
              <a:extLst>
                <a:ext uri="{FF2B5EF4-FFF2-40B4-BE49-F238E27FC236}">
                  <a16:creationId xmlns:a16="http://schemas.microsoft.com/office/drawing/2014/main" id="{C35D9B89-5444-1580-FBAD-20342C8EC18F}"/>
                </a:ext>
              </a:extLst>
            </p:cNvPr>
            <p:cNvSpPr/>
            <p:nvPr/>
          </p:nvSpPr>
          <p:spPr>
            <a:xfrm>
              <a:off x="1732455" y="551250"/>
              <a:ext cx="5364" cy="3377"/>
            </a:xfrm>
            <a:custGeom>
              <a:avLst/>
              <a:gdLst/>
              <a:ahLst/>
              <a:cxnLst/>
              <a:rect l="l" t="t" r="r" b="b"/>
              <a:pathLst>
                <a:path w="54" h="34" extrusionOk="0">
                  <a:moveTo>
                    <a:pt x="53" y="1"/>
                  </a:moveTo>
                  <a:cubicBezTo>
                    <a:pt x="33" y="1"/>
                    <a:pt x="33" y="17"/>
                    <a:pt x="17" y="17"/>
                  </a:cubicBezTo>
                  <a:lnTo>
                    <a:pt x="53" y="17"/>
                  </a:lnTo>
                  <a:lnTo>
                    <a:pt x="53" y="1"/>
                  </a:lnTo>
                  <a:close/>
                  <a:moveTo>
                    <a:pt x="1" y="17"/>
                  </a:moveTo>
                  <a:lnTo>
                    <a:pt x="17" y="33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9">
              <a:extLst>
                <a:ext uri="{FF2B5EF4-FFF2-40B4-BE49-F238E27FC236}">
                  <a16:creationId xmlns:a16="http://schemas.microsoft.com/office/drawing/2014/main" id="{E9FF5A8B-9322-FF3B-8808-00850694BC51}"/>
                </a:ext>
              </a:extLst>
            </p:cNvPr>
            <p:cNvSpPr/>
            <p:nvPr/>
          </p:nvSpPr>
          <p:spPr>
            <a:xfrm>
              <a:off x="2289469" y="442588"/>
              <a:ext cx="66647" cy="26917"/>
            </a:xfrm>
            <a:custGeom>
              <a:avLst/>
              <a:gdLst/>
              <a:ahLst/>
              <a:cxnLst/>
              <a:rect l="l" t="t" r="r" b="b"/>
              <a:pathLst>
                <a:path w="671" h="271" extrusionOk="0">
                  <a:moveTo>
                    <a:pt x="0" y="0"/>
                  </a:moveTo>
                  <a:lnTo>
                    <a:pt x="16" y="16"/>
                  </a:lnTo>
                  <a:cubicBezTo>
                    <a:pt x="48" y="16"/>
                    <a:pt x="101" y="53"/>
                    <a:pt x="149" y="69"/>
                  </a:cubicBezTo>
                  <a:cubicBezTo>
                    <a:pt x="166" y="69"/>
                    <a:pt x="202" y="85"/>
                    <a:pt x="218" y="101"/>
                  </a:cubicBezTo>
                  <a:cubicBezTo>
                    <a:pt x="234" y="101"/>
                    <a:pt x="267" y="101"/>
                    <a:pt x="283" y="117"/>
                  </a:cubicBezTo>
                  <a:cubicBezTo>
                    <a:pt x="303" y="117"/>
                    <a:pt x="319" y="138"/>
                    <a:pt x="335" y="138"/>
                  </a:cubicBezTo>
                  <a:cubicBezTo>
                    <a:pt x="368" y="154"/>
                    <a:pt x="404" y="170"/>
                    <a:pt x="436" y="170"/>
                  </a:cubicBezTo>
                  <a:cubicBezTo>
                    <a:pt x="404" y="154"/>
                    <a:pt x="368" y="138"/>
                    <a:pt x="335" y="117"/>
                  </a:cubicBezTo>
                  <a:cubicBezTo>
                    <a:pt x="319" y="117"/>
                    <a:pt x="303" y="117"/>
                    <a:pt x="283" y="101"/>
                  </a:cubicBezTo>
                  <a:cubicBezTo>
                    <a:pt x="267" y="101"/>
                    <a:pt x="250" y="85"/>
                    <a:pt x="234" y="85"/>
                  </a:cubicBezTo>
                  <a:cubicBezTo>
                    <a:pt x="202" y="69"/>
                    <a:pt x="166" y="69"/>
                    <a:pt x="149" y="53"/>
                  </a:cubicBezTo>
                  <a:cubicBezTo>
                    <a:pt x="101" y="37"/>
                    <a:pt x="65" y="16"/>
                    <a:pt x="16" y="0"/>
                  </a:cubicBezTo>
                  <a:close/>
                  <a:moveTo>
                    <a:pt x="437" y="170"/>
                  </a:moveTo>
                  <a:cubicBezTo>
                    <a:pt x="469" y="186"/>
                    <a:pt x="521" y="202"/>
                    <a:pt x="553" y="218"/>
                  </a:cubicBezTo>
                  <a:cubicBezTo>
                    <a:pt x="570" y="239"/>
                    <a:pt x="586" y="239"/>
                    <a:pt x="606" y="239"/>
                  </a:cubicBezTo>
                  <a:cubicBezTo>
                    <a:pt x="606" y="218"/>
                    <a:pt x="586" y="218"/>
                    <a:pt x="570" y="218"/>
                  </a:cubicBezTo>
                  <a:cubicBezTo>
                    <a:pt x="521" y="202"/>
                    <a:pt x="469" y="186"/>
                    <a:pt x="437" y="170"/>
                  </a:cubicBezTo>
                  <a:close/>
                  <a:moveTo>
                    <a:pt x="606" y="239"/>
                  </a:moveTo>
                  <a:cubicBezTo>
                    <a:pt x="622" y="255"/>
                    <a:pt x="654" y="255"/>
                    <a:pt x="671" y="271"/>
                  </a:cubicBezTo>
                  <a:lnTo>
                    <a:pt x="671" y="255"/>
                  </a:lnTo>
                  <a:cubicBezTo>
                    <a:pt x="654" y="255"/>
                    <a:pt x="638" y="239"/>
                    <a:pt x="606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9">
              <a:extLst>
                <a:ext uri="{FF2B5EF4-FFF2-40B4-BE49-F238E27FC236}">
                  <a16:creationId xmlns:a16="http://schemas.microsoft.com/office/drawing/2014/main" id="{858A4B6C-B4C2-AC94-88C0-DA8AFF2552D0}"/>
                </a:ext>
              </a:extLst>
            </p:cNvPr>
            <p:cNvSpPr/>
            <p:nvPr/>
          </p:nvSpPr>
          <p:spPr>
            <a:xfrm>
              <a:off x="2553475" y="574591"/>
              <a:ext cx="4867" cy="2086"/>
            </a:xfrm>
            <a:custGeom>
              <a:avLst/>
              <a:gdLst/>
              <a:ahLst/>
              <a:cxnLst/>
              <a:rect l="l" t="t" r="r" b="b"/>
              <a:pathLst>
                <a:path w="49" h="21" extrusionOk="0">
                  <a:moveTo>
                    <a:pt x="16" y="0"/>
                  </a:moveTo>
                  <a:lnTo>
                    <a:pt x="0" y="20"/>
                  </a:lnTo>
                  <a:lnTo>
                    <a:pt x="49" y="2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9">
              <a:extLst>
                <a:ext uri="{FF2B5EF4-FFF2-40B4-BE49-F238E27FC236}">
                  <a16:creationId xmlns:a16="http://schemas.microsoft.com/office/drawing/2014/main" id="{E3D9A6B0-F7B4-9FAD-7C57-497D32328D29}"/>
                </a:ext>
              </a:extLst>
            </p:cNvPr>
            <p:cNvSpPr/>
            <p:nvPr/>
          </p:nvSpPr>
          <p:spPr>
            <a:xfrm>
              <a:off x="1804366" y="910806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0"/>
                  </a:moveTo>
                  <a:lnTo>
                    <a:pt x="16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9">
              <a:extLst>
                <a:ext uri="{FF2B5EF4-FFF2-40B4-BE49-F238E27FC236}">
                  <a16:creationId xmlns:a16="http://schemas.microsoft.com/office/drawing/2014/main" id="{B6FB8720-549D-7EE4-4525-791289211E5F}"/>
                </a:ext>
              </a:extLst>
            </p:cNvPr>
            <p:cNvSpPr/>
            <p:nvPr/>
          </p:nvSpPr>
          <p:spPr>
            <a:xfrm>
              <a:off x="1729276" y="721096"/>
              <a:ext cx="4966" cy="2384"/>
            </a:xfrm>
            <a:custGeom>
              <a:avLst/>
              <a:gdLst/>
              <a:ahLst/>
              <a:cxnLst/>
              <a:rect l="l" t="t" r="r" b="b"/>
              <a:pathLst>
                <a:path w="50" h="24" extrusionOk="0">
                  <a:moveTo>
                    <a:pt x="37" y="1"/>
                  </a:moveTo>
                  <a:cubicBezTo>
                    <a:pt x="31" y="1"/>
                    <a:pt x="28" y="8"/>
                    <a:pt x="17" y="8"/>
                  </a:cubicBezTo>
                  <a:lnTo>
                    <a:pt x="1" y="24"/>
                  </a:lnTo>
                  <a:lnTo>
                    <a:pt x="17" y="24"/>
                  </a:lnTo>
                  <a:cubicBezTo>
                    <a:pt x="33" y="8"/>
                    <a:pt x="33" y="8"/>
                    <a:pt x="49" y="8"/>
                  </a:cubicBezTo>
                  <a:cubicBezTo>
                    <a:pt x="44" y="2"/>
                    <a:pt x="40" y="1"/>
                    <a:pt x="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9">
              <a:extLst>
                <a:ext uri="{FF2B5EF4-FFF2-40B4-BE49-F238E27FC236}">
                  <a16:creationId xmlns:a16="http://schemas.microsoft.com/office/drawing/2014/main" id="{E5238E02-399B-3503-96EA-7CF368269486}"/>
                </a:ext>
              </a:extLst>
            </p:cNvPr>
            <p:cNvSpPr/>
            <p:nvPr/>
          </p:nvSpPr>
          <p:spPr>
            <a:xfrm>
              <a:off x="2692232" y="528008"/>
              <a:ext cx="3377" cy="1689"/>
            </a:xfrm>
            <a:custGeom>
              <a:avLst/>
              <a:gdLst/>
              <a:ahLst/>
              <a:cxnLst/>
              <a:rect l="l" t="t" r="r" b="b"/>
              <a:pathLst>
                <a:path w="34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9">
              <a:extLst>
                <a:ext uri="{FF2B5EF4-FFF2-40B4-BE49-F238E27FC236}">
                  <a16:creationId xmlns:a16="http://schemas.microsoft.com/office/drawing/2014/main" id="{11423947-B19D-DD00-19EA-4FD2CCD126F0}"/>
                </a:ext>
              </a:extLst>
            </p:cNvPr>
            <p:cNvSpPr/>
            <p:nvPr/>
          </p:nvSpPr>
          <p:spPr>
            <a:xfrm>
              <a:off x="2700675" y="593066"/>
              <a:ext cx="4966" cy="1689"/>
            </a:xfrm>
            <a:custGeom>
              <a:avLst/>
              <a:gdLst/>
              <a:ahLst/>
              <a:cxnLst/>
              <a:rect l="l" t="t" r="r" b="b"/>
              <a:pathLst>
                <a:path w="50" h="17" extrusionOk="0">
                  <a:moveTo>
                    <a:pt x="1" y="0"/>
                  </a:moveTo>
                  <a:lnTo>
                    <a:pt x="1" y="16"/>
                  </a:lnTo>
                  <a:lnTo>
                    <a:pt x="49" y="16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9">
              <a:extLst>
                <a:ext uri="{FF2B5EF4-FFF2-40B4-BE49-F238E27FC236}">
                  <a16:creationId xmlns:a16="http://schemas.microsoft.com/office/drawing/2014/main" id="{D535D9EA-7590-F906-3456-E4D722C49246}"/>
                </a:ext>
              </a:extLst>
            </p:cNvPr>
            <p:cNvSpPr/>
            <p:nvPr/>
          </p:nvSpPr>
          <p:spPr>
            <a:xfrm>
              <a:off x="1669085" y="660011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9">
              <a:extLst>
                <a:ext uri="{FF2B5EF4-FFF2-40B4-BE49-F238E27FC236}">
                  <a16:creationId xmlns:a16="http://schemas.microsoft.com/office/drawing/2014/main" id="{D522B0A7-CD4E-9F29-56D1-0969E6DC3CA9}"/>
                </a:ext>
              </a:extLst>
            </p:cNvPr>
            <p:cNvSpPr/>
            <p:nvPr/>
          </p:nvSpPr>
          <p:spPr>
            <a:xfrm>
              <a:off x="2335953" y="616705"/>
              <a:ext cx="35459" cy="13310"/>
            </a:xfrm>
            <a:custGeom>
              <a:avLst/>
              <a:gdLst/>
              <a:ahLst/>
              <a:cxnLst/>
              <a:rect l="l" t="t" r="r" b="b"/>
              <a:pathLst>
                <a:path w="357" h="134" extrusionOk="0">
                  <a:moveTo>
                    <a:pt x="1" y="0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7"/>
                    <a:pt x="17" y="17"/>
                    <a:pt x="17" y="0"/>
                  </a:cubicBezTo>
                  <a:close/>
                  <a:moveTo>
                    <a:pt x="37" y="17"/>
                  </a:moveTo>
                  <a:cubicBezTo>
                    <a:pt x="102" y="49"/>
                    <a:pt x="170" y="65"/>
                    <a:pt x="239" y="101"/>
                  </a:cubicBezTo>
                  <a:cubicBezTo>
                    <a:pt x="271" y="101"/>
                    <a:pt x="304" y="118"/>
                    <a:pt x="340" y="134"/>
                  </a:cubicBezTo>
                  <a:lnTo>
                    <a:pt x="356" y="118"/>
                  </a:lnTo>
                  <a:lnTo>
                    <a:pt x="340" y="118"/>
                  </a:lnTo>
                  <a:cubicBezTo>
                    <a:pt x="304" y="101"/>
                    <a:pt x="271" y="101"/>
                    <a:pt x="239" y="81"/>
                  </a:cubicBezTo>
                  <a:cubicBezTo>
                    <a:pt x="170" y="65"/>
                    <a:pt x="102" y="33"/>
                    <a:pt x="37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9">
              <a:extLst>
                <a:ext uri="{FF2B5EF4-FFF2-40B4-BE49-F238E27FC236}">
                  <a16:creationId xmlns:a16="http://schemas.microsoft.com/office/drawing/2014/main" id="{0095B767-14B2-1721-BAE5-60E02A2D1696}"/>
                </a:ext>
              </a:extLst>
            </p:cNvPr>
            <p:cNvSpPr/>
            <p:nvPr/>
          </p:nvSpPr>
          <p:spPr>
            <a:xfrm>
              <a:off x="1673952" y="604687"/>
              <a:ext cx="58602" cy="42213"/>
            </a:xfrm>
            <a:custGeom>
              <a:avLst/>
              <a:gdLst/>
              <a:ahLst/>
              <a:cxnLst/>
              <a:rect l="l" t="t" r="r" b="b"/>
              <a:pathLst>
                <a:path w="590" h="425" extrusionOk="0">
                  <a:moveTo>
                    <a:pt x="590" y="0"/>
                  </a:moveTo>
                  <a:cubicBezTo>
                    <a:pt x="541" y="20"/>
                    <a:pt x="505" y="53"/>
                    <a:pt x="473" y="69"/>
                  </a:cubicBezTo>
                  <a:cubicBezTo>
                    <a:pt x="473" y="85"/>
                    <a:pt x="457" y="85"/>
                    <a:pt x="440" y="101"/>
                  </a:cubicBezTo>
                  <a:cubicBezTo>
                    <a:pt x="457" y="101"/>
                    <a:pt x="473" y="85"/>
                    <a:pt x="489" y="85"/>
                  </a:cubicBezTo>
                  <a:cubicBezTo>
                    <a:pt x="521" y="53"/>
                    <a:pt x="558" y="37"/>
                    <a:pt x="590" y="20"/>
                  </a:cubicBezTo>
                  <a:lnTo>
                    <a:pt x="590" y="0"/>
                  </a:lnTo>
                  <a:close/>
                  <a:moveTo>
                    <a:pt x="440" y="101"/>
                  </a:moveTo>
                  <a:lnTo>
                    <a:pt x="440" y="101"/>
                  </a:lnTo>
                  <a:cubicBezTo>
                    <a:pt x="339" y="170"/>
                    <a:pt x="255" y="239"/>
                    <a:pt x="170" y="303"/>
                  </a:cubicBezTo>
                  <a:cubicBezTo>
                    <a:pt x="255" y="239"/>
                    <a:pt x="356" y="170"/>
                    <a:pt x="440" y="101"/>
                  </a:cubicBezTo>
                  <a:close/>
                  <a:moveTo>
                    <a:pt x="170" y="303"/>
                  </a:moveTo>
                  <a:cubicBezTo>
                    <a:pt x="138" y="323"/>
                    <a:pt x="85" y="356"/>
                    <a:pt x="53" y="372"/>
                  </a:cubicBezTo>
                  <a:cubicBezTo>
                    <a:pt x="53" y="388"/>
                    <a:pt x="37" y="388"/>
                    <a:pt x="16" y="404"/>
                  </a:cubicBez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37" y="404"/>
                  </a:lnTo>
                  <a:cubicBezTo>
                    <a:pt x="37" y="404"/>
                    <a:pt x="53" y="388"/>
                    <a:pt x="69" y="388"/>
                  </a:cubicBezTo>
                  <a:cubicBezTo>
                    <a:pt x="101" y="356"/>
                    <a:pt x="138" y="340"/>
                    <a:pt x="170" y="3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9">
              <a:extLst>
                <a:ext uri="{FF2B5EF4-FFF2-40B4-BE49-F238E27FC236}">
                  <a16:creationId xmlns:a16="http://schemas.microsoft.com/office/drawing/2014/main" id="{5F4E5ABB-77CE-1CB5-81BC-4AD38DAE9DAF}"/>
                </a:ext>
              </a:extLst>
            </p:cNvPr>
            <p:cNvSpPr/>
            <p:nvPr/>
          </p:nvSpPr>
          <p:spPr>
            <a:xfrm>
              <a:off x="2387702" y="805323"/>
              <a:ext cx="5364" cy="2086"/>
            </a:xfrm>
            <a:custGeom>
              <a:avLst/>
              <a:gdLst/>
              <a:ahLst/>
              <a:cxnLst/>
              <a:rect l="l" t="t" r="r" b="b"/>
              <a:pathLst>
                <a:path w="54" h="21" extrusionOk="0">
                  <a:moveTo>
                    <a:pt x="21" y="0"/>
                  </a:moveTo>
                  <a:lnTo>
                    <a:pt x="1" y="20"/>
                  </a:lnTo>
                  <a:lnTo>
                    <a:pt x="53" y="2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9">
              <a:extLst>
                <a:ext uri="{FF2B5EF4-FFF2-40B4-BE49-F238E27FC236}">
                  <a16:creationId xmlns:a16="http://schemas.microsoft.com/office/drawing/2014/main" id="{AC7ABF29-9582-5498-D010-FFECEAC1CAA5}"/>
                </a:ext>
              </a:extLst>
            </p:cNvPr>
            <p:cNvSpPr/>
            <p:nvPr/>
          </p:nvSpPr>
          <p:spPr>
            <a:xfrm>
              <a:off x="2364460" y="387562"/>
              <a:ext cx="40227" cy="461563"/>
            </a:xfrm>
            <a:custGeom>
              <a:avLst/>
              <a:gdLst/>
              <a:ahLst/>
              <a:cxnLst/>
              <a:rect l="l" t="t" r="r" b="b"/>
              <a:pathLst>
                <a:path w="405" h="4647" extrusionOk="0">
                  <a:moveTo>
                    <a:pt x="17" y="1"/>
                  </a:moveTo>
                  <a:cubicBezTo>
                    <a:pt x="0" y="17"/>
                    <a:pt x="0" y="49"/>
                    <a:pt x="17" y="65"/>
                  </a:cubicBezTo>
                  <a:cubicBezTo>
                    <a:pt x="17" y="49"/>
                    <a:pt x="17" y="17"/>
                    <a:pt x="33" y="1"/>
                  </a:cubicBezTo>
                  <a:close/>
                  <a:moveTo>
                    <a:pt x="17" y="65"/>
                  </a:moveTo>
                  <a:lnTo>
                    <a:pt x="17" y="86"/>
                  </a:lnTo>
                  <a:cubicBezTo>
                    <a:pt x="17" y="166"/>
                    <a:pt x="17" y="251"/>
                    <a:pt x="33" y="320"/>
                  </a:cubicBezTo>
                  <a:lnTo>
                    <a:pt x="33" y="389"/>
                  </a:lnTo>
                  <a:cubicBezTo>
                    <a:pt x="33" y="421"/>
                    <a:pt x="53" y="453"/>
                    <a:pt x="53" y="469"/>
                  </a:cubicBezTo>
                  <a:lnTo>
                    <a:pt x="53" y="389"/>
                  </a:lnTo>
                  <a:lnTo>
                    <a:pt x="53" y="320"/>
                  </a:lnTo>
                  <a:cubicBezTo>
                    <a:pt x="33" y="251"/>
                    <a:pt x="33" y="166"/>
                    <a:pt x="33" y="86"/>
                  </a:cubicBezTo>
                  <a:cubicBezTo>
                    <a:pt x="17" y="86"/>
                    <a:pt x="17" y="65"/>
                    <a:pt x="17" y="65"/>
                  </a:cubicBezTo>
                  <a:close/>
                  <a:moveTo>
                    <a:pt x="53" y="469"/>
                  </a:moveTo>
                  <a:lnTo>
                    <a:pt x="53" y="623"/>
                  </a:lnTo>
                  <a:cubicBezTo>
                    <a:pt x="69" y="655"/>
                    <a:pt x="69" y="671"/>
                    <a:pt x="69" y="692"/>
                  </a:cubicBezTo>
                  <a:lnTo>
                    <a:pt x="69" y="756"/>
                  </a:lnTo>
                  <a:lnTo>
                    <a:pt x="69" y="772"/>
                  </a:lnTo>
                  <a:cubicBezTo>
                    <a:pt x="69" y="825"/>
                    <a:pt x="85" y="873"/>
                    <a:pt x="85" y="942"/>
                  </a:cubicBezTo>
                  <a:lnTo>
                    <a:pt x="85" y="974"/>
                  </a:lnTo>
                  <a:lnTo>
                    <a:pt x="85" y="1027"/>
                  </a:lnTo>
                  <a:cubicBezTo>
                    <a:pt x="101" y="1075"/>
                    <a:pt x="101" y="1112"/>
                    <a:pt x="101" y="1144"/>
                  </a:cubicBezTo>
                  <a:cubicBezTo>
                    <a:pt x="101" y="1176"/>
                    <a:pt x="101" y="1213"/>
                    <a:pt x="118" y="1245"/>
                  </a:cubicBezTo>
                  <a:lnTo>
                    <a:pt x="118" y="1144"/>
                  </a:lnTo>
                  <a:cubicBezTo>
                    <a:pt x="118" y="1112"/>
                    <a:pt x="118" y="1075"/>
                    <a:pt x="101" y="1027"/>
                  </a:cubicBezTo>
                  <a:lnTo>
                    <a:pt x="101" y="974"/>
                  </a:lnTo>
                  <a:lnTo>
                    <a:pt x="101" y="926"/>
                  </a:lnTo>
                  <a:cubicBezTo>
                    <a:pt x="85" y="873"/>
                    <a:pt x="85" y="825"/>
                    <a:pt x="85" y="772"/>
                  </a:cubicBezTo>
                  <a:lnTo>
                    <a:pt x="85" y="740"/>
                  </a:lnTo>
                  <a:lnTo>
                    <a:pt x="85" y="692"/>
                  </a:lnTo>
                  <a:cubicBezTo>
                    <a:pt x="69" y="671"/>
                    <a:pt x="69" y="655"/>
                    <a:pt x="69" y="623"/>
                  </a:cubicBezTo>
                  <a:cubicBezTo>
                    <a:pt x="69" y="570"/>
                    <a:pt x="69" y="522"/>
                    <a:pt x="53" y="469"/>
                  </a:cubicBezTo>
                  <a:close/>
                  <a:moveTo>
                    <a:pt x="118" y="1245"/>
                  </a:moveTo>
                  <a:lnTo>
                    <a:pt x="118" y="1346"/>
                  </a:lnTo>
                  <a:cubicBezTo>
                    <a:pt x="118" y="1398"/>
                    <a:pt x="118" y="1431"/>
                    <a:pt x="134" y="1463"/>
                  </a:cubicBezTo>
                  <a:lnTo>
                    <a:pt x="134" y="1479"/>
                  </a:lnTo>
                  <a:lnTo>
                    <a:pt x="134" y="1499"/>
                  </a:lnTo>
                  <a:cubicBezTo>
                    <a:pt x="134" y="1564"/>
                    <a:pt x="134" y="1649"/>
                    <a:pt x="154" y="1701"/>
                  </a:cubicBezTo>
                  <a:lnTo>
                    <a:pt x="154" y="1499"/>
                  </a:lnTo>
                  <a:lnTo>
                    <a:pt x="154" y="1479"/>
                  </a:lnTo>
                  <a:lnTo>
                    <a:pt x="154" y="1463"/>
                  </a:lnTo>
                  <a:cubicBezTo>
                    <a:pt x="134" y="1431"/>
                    <a:pt x="134" y="1398"/>
                    <a:pt x="134" y="1346"/>
                  </a:cubicBezTo>
                  <a:cubicBezTo>
                    <a:pt x="134" y="1314"/>
                    <a:pt x="134" y="1277"/>
                    <a:pt x="118" y="1245"/>
                  </a:cubicBezTo>
                  <a:close/>
                  <a:moveTo>
                    <a:pt x="154" y="1701"/>
                  </a:moveTo>
                  <a:lnTo>
                    <a:pt x="154" y="1802"/>
                  </a:lnTo>
                  <a:cubicBezTo>
                    <a:pt x="154" y="1819"/>
                    <a:pt x="170" y="1851"/>
                    <a:pt x="170" y="1883"/>
                  </a:cubicBezTo>
                  <a:lnTo>
                    <a:pt x="170" y="1802"/>
                  </a:lnTo>
                  <a:cubicBezTo>
                    <a:pt x="170" y="1766"/>
                    <a:pt x="170" y="1734"/>
                    <a:pt x="154" y="1701"/>
                  </a:cubicBezTo>
                  <a:close/>
                  <a:moveTo>
                    <a:pt x="170" y="1883"/>
                  </a:moveTo>
                  <a:lnTo>
                    <a:pt x="170" y="2004"/>
                  </a:lnTo>
                  <a:cubicBezTo>
                    <a:pt x="170" y="2037"/>
                    <a:pt x="170" y="2069"/>
                    <a:pt x="186" y="2105"/>
                  </a:cubicBezTo>
                  <a:lnTo>
                    <a:pt x="186" y="2004"/>
                  </a:lnTo>
                  <a:cubicBezTo>
                    <a:pt x="186" y="1968"/>
                    <a:pt x="186" y="1920"/>
                    <a:pt x="170" y="1883"/>
                  </a:cubicBezTo>
                  <a:close/>
                  <a:moveTo>
                    <a:pt x="186" y="2105"/>
                  </a:moveTo>
                  <a:lnTo>
                    <a:pt x="186" y="2154"/>
                  </a:lnTo>
                  <a:lnTo>
                    <a:pt x="186" y="2206"/>
                  </a:lnTo>
                  <a:lnTo>
                    <a:pt x="186" y="2223"/>
                  </a:lnTo>
                  <a:cubicBezTo>
                    <a:pt x="186" y="2239"/>
                    <a:pt x="186" y="2255"/>
                    <a:pt x="202" y="2255"/>
                  </a:cubicBezTo>
                  <a:lnTo>
                    <a:pt x="202" y="2223"/>
                  </a:lnTo>
                  <a:lnTo>
                    <a:pt x="202" y="2206"/>
                  </a:lnTo>
                  <a:lnTo>
                    <a:pt x="202" y="2138"/>
                  </a:lnTo>
                  <a:cubicBezTo>
                    <a:pt x="202" y="2138"/>
                    <a:pt x="186" y="2122"/>
                    <a:pt x="186" y="2105"/>
                  </a:cubicBezTo>
                  <a:close/>
                  <a:moveTo>
                    <a:pt x="202" y="2255"/>
                  </a:moveTo>
                  <a:lnTo>
                    <a:pt x="202" y="2271"/>
                  </a:lnTo>
                  <a:cubicBezTo>
                    <a:pt x="202" y="2340"/>
                    <a:pt x="202" y="2408"/>
                    <a:pt x="219" y="2473"/>
                  </a:cubicBezTo>
                  <a:cubicBezTo>
                    <a:pt x="219" y="2408"/>
                    <a:pt x="202" y="2340"/>
                    <a:pt x="219" y="2271"/>
                  </a:cubicBezTo>
                  <a:cubicBezTo>
                    <a:pt x="219" y="2271"/>
                    <a:pt x="219" y="2255"/>
                    <a:pt x="202" y="2255"/>
                  </a:cubicBezTo>
                  <a:close/>
                  <a:moveTo>
                    <a:pt x="219" y="2473"/>
                  </a:moveTo>
                  <a:lnTo>
                    <a:pt x="219" y="2574"/>
                  </a:lnTo>
                  <a:lnTo>
                    <a:pt x="219" y="2643"/>
                  </a:lnTo>
                  <a:cubicBezTo>
                    <a:pt x="235" y="2776"/>
                    <a:pt x="255" y="2913"/>
                    <a:pt x="255" y="3030"/>
                  </a:cubicBezTo>
                  <a:cubicBezTo>
                    <a:pt x="271" y="3079"/>
                    <a:pt x="271" y="3131"/>
                    <a:pt x="271" y="3164"/>
                  </a:cubicBezTo>
                  <a:cubicBezTo>
                    <a:pt x="271" y="3232"/>
                    <a:pt x="271" y="3281"/>
                    <a:pt x="287" y="3350"/>
                  </a:cubicBezTo>
                  <a:cubicBezTo>
                    <a:pt x="287" y="3398"/>
                    <a:pt x="303" y="3467"/>
                    <a:pt x="303" y="3535"/>
                  </a:cubicBezTo>
                  <a:lnTo>
                    <a:pt x="303" y="3653"/>
                  </a:lnTo>
                  <a:cubicBezTo>
                    <a:pt x="320" y="3754"/>
                    <a:pt x="320" y="3838"/>
                    <a:pt x="336" y="3923"/>
                  </a:cubicBezTo>
                  <a:lnTo>
                    <a:pt x="336" y="4040"/>
                  </a:lnTo>
                  <a:cubicBezTo>
                    <a:pt x="336" y="4057"/>
                    <a:pt x="356" y="4089"/>
                    <a:pt x="356" y="4105"/>
                  </a:cubicBezTo>
                  <a:lnTo>
                    <a:pt x="356" y="4040"/>
                  </a:lnTo>
                  <a:lnTo>
                    <a:pt x="356" y="3903"/>
                  </a:lnTo>
                  <a:cubicBezTo>
                    <a:pt x="336" y="3838"/>
                    <a:pt x="336" y="3754"/>
                    <a:pt x="320" y="3653"/>
                  </a:cubicBezTo>
                  <a:lnTo>
                    <a:pt x="320" y="3535"/>
                  </a:lnTo>
                  <a:cubicBezTo>
                    <a:pt x="303" y="3467"/>
                    <a:pt x="303" y="3398"/>
                    <a:pt x="303" y="3350"/>
                  </a:cubicBezTo>
                  <a:cubicBezTo>
                    <a:pt x="287" y="3281"/>
                    <a:pt x="287" y="3232"/>
                    <a:pt x="287" y="3164"/>
                  </a:cubicBezTo>
                  <a:cubicBezTo>
                    <a:pt x="287" y="3131"/>
                    <a:pt x="271" y="3079"/>
                    <a:pt x="271" y="3030"/>
                  </a:cubicBezTo>
                  <a:cubicBezTo>
                    <a:pt x="255" y="2913"/>
                    <a:pt x="255" y="2776"/>
                    <a:pt x="235" y="2643"/>
                  </a:cubicBezTo>
                  <a:lnTo>
                    <a:pt x="235" y="2574"/>
                  </a:lnTo>
                  <a:cubicBezTo>
                    <a:pt x="235" y="2542"/>
                    <a:pt x="235" y="2509"/>
                    <a:pt x="219" y="2473"/>
                  </a:cubicBezTo>
                  <a:close/>
                  <a:moveTo>
                    <a:pt x="356" y="4105"/>
                  </a:moveTo>
                  <a:cubicBezTo>
                    <a:pt x="356" y="4174"/>
                    <a:pt x="356" y="4242"/>
                    <a:pt x="372" y="4307"/>
                  </a:cubicBezTo>
                  <a:cubicBezTo>
                    <a:pt x="372" y="4242"/>
                    <a:pt x="372" y="4174"/>
                    <a:pt x="356" y="4105"/>
                  </a:cubicBezTo>
                  <a:close/>
                  <a:moveTo>
                    <a:pt x="372" y="4307"/>
                  </a:moveTo>
                  <a:lnTo>
                    <a:pt x="372" y="4360"/>
                  </a:lnTo>
                  <a:lnTo>
                    <a:pt x="372" y="4428"/>
                  </a:lnTo>
                  <a:cubicBezTo>
                    <a:pt x="388" y="4477"/>
                    <a:pt x="388" y="4545"/>
                    <a:pt x="388" y="4594"/>
                  </a:cubicBezTo>
                  <a:lnTo>
                    <a:pt x="388" y="4630"/>
                  </a:lnTo>
                  <a:lnTo>
                    <a:pt x="388" y="4646"/>
                  </a:lnTo>
                  <a:lnTo>
                    <a:pt x="404" y="4630"/>
                  </a:lnTo>
                  <a:lnTo>
                    <a:pt x="404" y="4594"/>
                  </a:lnTo>
                  <a:cubicBezTo>
                    <a:pt x="404" y="4529"/>
                    <a:pt x="388" y="4477"/>
                    <a:pt x="388" y="4428"/>
                  </a:cubicBezTo>
                  <a:lnTo>
                    <a:pt x="388" y="4360"/>
                  </a:lnTo>
                  <a:lnTo>
                    <a:pt x="372" y="43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9">
              <a:extLst>
                <a:ext uri="{FF2B5EF4-FFF2-40B4-BE49-F238E27FC236}">
                  <a16:creationId xmlns:a16="http://schemas.microsoft.com/office/drawing/2014/main" id="{D1AEF90A-1A2E-4C9C-A302-69A2D6AD5513}"/>
                </a:ext>
              </a:extLst>
            </p:cNvPr>
            <p:cNvSpPr/>
            <p:nvPr/>
          </p:nvSpPr>
          <p:spPr>
            <a:xfrm>
              <a:off x="2464778" y="511123"/>
              <a:ext cx="5264" cy="1788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0" y="1"/>
                  </a:moveTo>
                  <a:lnTo>
                    <a:pt x="17" y="17"/>
                  </a:lnTo>
                  <a:lnTo>
                    <a:pt x="33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9">
              <a:extLst>
                <a:ext uri="{FF2B5EF4-FFF2-40B4-BE49-F238E27FC236}">
                  <a16:creationId xmlns:a16="http://schemas.microsoft.com/office/drawing/2014/main" id="{72DD2AC4-7367-4C1C-AECE-EA5449161014}"/>
                </a:ext>
              </a:extLst>
            </p:cNvPr>
            <p:cNvSpPr/>
            <p:nvPr/>
          </p:nvSpPr>
          <p:spPr>
            <a:xfrm>
              <a:off x="1807942" y="877532"/>
              <a:ext cx="3278" cy="110449"/>
            </a:xfrm>
            <a:custGeom>
              <a:avLst/>
              <a:gdLst/>
              <a:ahLst/>
              <a:cxnLst/>
              <a:rect l="l" t="t" r="r" b="b"/>
              <a:pathLst>
                <a:path w="33" h="1112" extrusionOk="0">
                  <a:moveTo>
                    <a:pt x="17" y="0"/>
                  </a:moveTo>
                  <a:lnTo>
                    <a:pt x="17" y="16"/>
                  </a:lnTo>
                  <a:lnTo>
                    <a:pt x="17" y="49"/>
                  </a:lnTo>
                  <a:lnTo>
                    <a:pt x="17" y="150"/>
                  </a:lnTo>
                  <a:lnTo>
                    <a:pt x="17" y="218"/>
                  </a:lnTo>
                  <a:lnTo>
                    <a:pt x="17" y="303"/>
                  </a:lnTo>
                  <a:cubicBezTo>
                    <a:pt x="17" y="267"/>
                    <a:pt x="33" y="234"/>
                    <a:pt x="33" y="218"/>
                  </a:cubicBezTo>
                  <a:lnTo>
                    <a:pt x="33" y="150"/>
                  </a:lnTo>
                  <a:cubicBezTo>
                    <a:pt x="33" y="117"/>
                    <a:pt x="17" y="81"/>
                    <a:pt x="33" y="49"/>
                  </a:cubicBezTo>
                  <a:cubicBezTo>
                    <a:pt x="33" y="32"/>
                    <a:pt x="33" y="16"/>
                    <a:pt x="17" y="0"/>
                  </a:cubicBezTo>
                  <a:close/>
                  <a:moveTo>
                    <a:pt x="17" y="303"/>
                  </a:moveTo>
                  <a:cubicBezTo>
                    <a:pt x="17" y="335"/>
                    <a:pt x="0" y="368"/>
                    <a:pt x="0" y="420"/>
                  </a:cubicBezTo>
                  <a:lnTo>
                    <a:pt x="0" y="505"/>
                  </a:lnTo>
                  <a:lnTo>
                    <a:pt x="0" y="586"/>
                  </a:lnTo>
                  <a:lnTo>
                    <a:pt x="0" y="638"/>
                  </a:lnTo>
                  <a:lnTo>
                    <a:pt x="0" y="707"/>
                  </a:lnTo>
                  <a:lnTo>
                    <a:pt x="0" y="772"/>
                  </a:lnTo>
                  <a:lnTo>
                    <a:pt x="0" y="873"/>
                  </a:lnTo>
                  <a:lnTo>
                    <a:pt x="0" y="1010"/>
                  </a:lnTo>
                  <a:lnTo>
                    <a:pt x="0" y="1042"/>
                  </a:lnTo>
                  <a:lnTo>
                    <a:pt x="0" y="1059"/>
                  </a:lnTo>
                  <a:lnTo>
                    <a:pt x="0" y="1111"/>
                  </a:lnTo>
                  <a:cubicBezTo>
                    <a:pt x="17" y="1091"/>
                    <a:pt x="17" y="1075"/>
                    <a:pt x="17" y="1059"/>
                  </a:cubicBezTo>
                  <a:lnTo>
                    <a:pt x="17" y="1042"/>
                  </a:lnTo>
                  <a:lnTo>
                    <a:pt x="17" y="1010"/>
                  </a:lnTo>
                  <a:lnTo>
                    <a:pt x="17" y="873"/>
                  </a:lnTo>
                  <a:lnTo>
                    <a:pt x="17" y="772"/>
                  </a:lnTo>
                  <a:lnTo>
                    <a:pt x="17" y="707"/>
                  </a:lnTo>
                  <a:lnTo>
                    <a:pt x="17" y="638"/>
                  </a:lnTo>
                  <a:lnTo>
                    <a:pt x="17" y="586"/>
                  </a:lnTo>
                  <a:lnTo>
                    <a:pt x="17" y="505"/>
                  </a:lnTo>
                  <a:lnTo>
                    <a:pt x="17" y="420"/>
                  </a:lnTo>
                  <a:lnTo>
                    <a:pt x="17" y="3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9">
              <a:extLst>
                <a:ext uri="{FF2B5EF4-FFF2-40B4-BE49-F238E27FC236}">
                  <a16:creationId xmlns:a16="http://schemas.microsoft.com/office/drawing/2014/main" id="{CF6ECDDE-AD19-A2E2-8576-A5138C474714}"/>
                </a:ext>
              </a:extLst>
            </p:cNvPr>
            <p:cNvSpPr/>
            <p:nvPr/>
          </p:nvSpPr>
          <p:spPr>
            <a:xfrm>
              <a:off x="1675542" y="544496"/>
              <a:ext cx="62277" cy="45392"/>
            </a:xfrm>
            <a:custGeom>
              <a:avLst/>
              <a:gdLst/>
              <a:ahLst/>
              <a:cxnLst/>
              <a:rect l="l" t="t" r="r" b="b"/>
              <a:pathLst>
                <a:path w="627" h="457" extrusionOk="0">
                  <a:moveTo>
                    <a:pt x="626" y="0"/>
                  </a:moveTo>
                  <a:cubicBezTo>
                    <a:pt x="590" y="0"/>
                    <a:pt x="574" y="20"/>
                    <a:pt x="558" y="37"/>
                  </a:cubicBezTo>
                  <a:cubicBezTo>
                    <a:pt x="372" y="170"/>
                    <a:pt x="170" y="323"/>
                    <a:pt x="0" y="441"/>
                  </a:cubicBezTo>
                  <a:lnTo>
                    <a:pt x="0" y="457"/>
                  </a:lnTo>
                  <a:cubicBezTo>
                    <a:pt x="186" y="323"/>
                    <a:pt x="372" y="186"/>
                    <a:pt x="558" y="53"/>
                  </a:cubicBezTo>
                  <a:lnTo>
                    <a:pt x="574" y="37"/>
                  </a:lnTo>
                  <a:cubicBezTo>
                    <a:pt x="590" y="20"/>
                    <a:pt x="606" y="20"/>
                    <a:pt x="626" y="20"/>
                  </a:cubicBezTo>
                  <a:lnTo>
                    <a:pt x="6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9">
              <a:extLst>
                <a:ext uri="{FF2B5EF4-FFF2-40B4-BE49-F238E27FC236}">
                  <a16:creationId xmlns:a16="http://schemas.microsoft.com/office/drawing/2014/main" id="{0CD36196-DEF3-B1B4-1499-2EDE372866EC}"/>
                </a:ext>
              </a:extLst>
            </p:cNvPr>
            <p:cNvSpPr/>
            <p:nvPr/>
          </p:nvSpPr>
          <p:spPr>
            <a:xfrm>
              <a:off x="2359593" y="444177"/>
              <a:ext cx="3377" cy="2086"/>
            </a:xfrm>
            <a:custGeom>
              <a:avLst/>
              <a:gdLst/>
              <a:ahLst/>
              <a:cxnLst/>
              <a:rect l="l" t="t" r="r" b="b"/>
              <a:pathLst>
                <a:path w="34" h="21" extrusionOk="0">
                  <a:moveTo>
                    <a:pt x="1" y="0"/>
                  </a:moveTo>
                  <a:lnTo>
                    <a:pt x="1" y="21"/>
                  </a:lnTo>
                  <a:lnTo>
                    <a:pt x="33" y="21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9">
              <a:extLst>
                <a:ext uri="{FF2B5EF4-FFF2-40B4-BE49-F238E27FC236}">
                  <a16:creationId xmlns:a16="http://schemas.microsoft.com/office/drawing/2014/main" id="{5682FD21-BEC5-73F2-B499-E519C1B1AEBC}"/>
                </a:ext>
              </a:extLst>
            </p:cNvPr>
            <p:cNvSpPr/>
            <p:nvPr/>
          </p:nvSpPr>
          <p:spPr>
            <a:xfrm>
              <a:off x="2374492" y="629915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0" y="1"/>
                  </a:moveTo>
                  <a:lnTo>
                    <a:pt x="0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9">
              <a:extLst>
                <a:ext uri="{FF2B5EF4-FFF2-40B4-BE49-F238E27FC236}">
                  <a16:creationId xmlns:a16="http://schemas.microsoft.com/office/drawing/2014/main" id="{5BCABC84-C3B6-6CA7-F934-CCC50BC41926}"/>
                </a:ext>
              </a:extLst>
            </p:cNvPr>
            <p:cNvSpPr/>
            <p:nvPr/>
          </p:nvSpPr>
          <p:spPr>
            <a:xfrm>
              <a:off x="1690738" y="7402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6" y="1"/>
                  </a:moveTo>
                  <a:lnTo>
                    <a:pt x="1" y="49"/>
                  </a:lnTo>
                  <a:lnTo>
                    <a:pt x="1" y="69"/>
                  </a:lnTo>
                  <a:lnTo>
                    <a:pt x="17" y="69"/>
                  </a:ln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9">
              <a:extLst>
                <a:ext uri="{FF2B5EF4-FFF2-40B4-BE49-F238E27FC236}">
                  <a16:creationId xmlns:a16="http://schemas.microsoft.com/office/drawing/2014/main" id="{5A12AE18-1DDA-24AA-34BE-53B523F02AE3}"/>
                </a:ext>
              </a:extLst>
            </p:cNvPr>
            <p:cNvSpPr/>
            <p:nvPr/>
          </p:nvSpPr>
          <p:spPr>
            <a:xfrm>
              <a:off x="2364460" y="507944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1"/>
                  </a:moveTo>
                  <a:lnTo>
                    <a:pt x="0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9">
              <a:extLst>
                <a:ext uri="{FF2B5EF4-FFF2-40B4-BE49-F238E27FC236}">
                  <a16:creationId xmlns:a16="http://schemas.microsoft.com/office/drawing/2014/main" id="{AFF4EBFF-94F9-2C81-B265-5C3B1FE97797}"/>
                </a:ext>
              </a:extLst>
            </p:cNvPr>
            <p:cNvSpPr/>
            <p:nvPr/>
          </p:nvSpPr>
          <p:spPr>
            <a:xfrm>
              <a:off x="2382934" y="737087"/>
              <a:ext cx="3278" cy="99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3" y="0"/>
                  </a:moveTo>
                  <a:lnTo>
                    <a:pt x="33" y="0"/>
                  </a:lnTo>
                  <a:lnTo>
                    <a:pt x="16" y="0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9">
              <a:extLst>
                <a:ext uri="{FF2B5EF4-FFF2-40B4-BE49-F238E27FC236}">
                  <a16:creationId xmlns:a16="http://schemas.microsoft.com/office/drawing/2014/main" id="{4C53BCFA-04EE-6A05-7E8D-64A5FD746B9E}"/>
                </a:ext>
              </a:extLst>
            </p:cNvPr>
            <p:cNvSpPr/>
            <p:nvPr/>
          </p:nvSpPr>
          <p:spPr>
            <a:xfrm>
              <a:off x="2526558" y="559692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101" y="33"/>
                  </a:lnTo>
                  <a:lnTo>
                    <a:pt x="10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9">
              <a:extLst>
                <a:ext uri="{FF2B5EF4-FFF2-40B4-BE49-F238E27FC236}">
                  <a16:creationId xmlns:a16="http://schemas.microsoft.com/office/drawing/2014/main" id="{0C5CDB3A-400A-0B43-2057-6E332E36D9DB}"/>
                </a:ext>
              </a:extLst>
            </p:cNvPr>
            <p:cNvSpPr/>
            <p:nvPr/>
          </p:nvSpPr>
          <p:spPr>
            <a:xfrm>
              <a:off x="2705542" y="593066"/>
              <a:ext cx="33373" cy="13707"/>
            </a:xfrm>
            <a:custGeom>
              <a:avLst/>
              <a:gdLst/>
              <a:ahLst/>
              <a:cxnLst/>
              <a:rect l="l" t="t" r="r" b="b"/>
              <a:pathLst>
                <a:path w="336" h="13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36"/>
                    <a:pt x="53" y="36"/>
                    <a:pt x="85" y="53"/>
                  </a:cubicBezTo>
                  <a:cubicBezTo>
                    <a:pt x="101" y="53"/>
                    <a:pt x="117" y="69"/>
                    <a:pt x="133" y="69"/>
                  </a:cubicBezTo>
                  <a:cubicBezTo>
                    <a:pt x="154" y="85"/>
                    <a:pt x="186" y="85"/>
                    <a:pt x="218" y="101"/>
                  </a:cubicBezTo>
                  <a:cubicBezTo>
                    <a:pt x="234" y="101"/>
                    <a:pt x="271" y="117"/>
                    <a:pt x="303" y="137"/>
                  </a:cubicBezTo>
                  <a:lnTo>
                    <a:pt x="335" y="137"/>
                  </a:lnTo>
                  <a:cubicBezTo>
                    <a:pt x="335" y="117"/>
                    <a:pt x="319" y="117"/>
                    <a:pt x="319" y="117"/>
                  </a:cubicBezTo>
                  <a:lnTo>
                    <a:pt x="303" y="117"/>
                  </a:lnTo>
                  <a:cubicBezTo>
                    <a:pt x="271" y="101"/>
                    <a:pt x="255" y="101"/>
                    <a:pt x="218" y="85"/>
                  </a:cubicBezTo>
                  <a:cubicBezTo>
                    <a:pt x="186" y="69"/>
                    <a:pt x="170" y="69"/>
                    <a:pt x="133" y="53"/>
                  </a:cubicBezTo>
                  <a:cubicBezTo>
                    <a:pt x="117" y="53"/>
                    <a:pt x="101" y="36"/>
                    <a:pt x="85" y="36"/>
                  </a:cubicBezTo>
                  <a:cubicBezTo>
                    <a:pt x="53" y="36"/>
                    <a:pt x="32" y="1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9">
              <a:extLst>
                <a:ext uri="{FF2B5EF4-FFF2-40B4-BE49-F238E27FC236}">
                  <a16:creationId xmlns:a16="http://schemas.microsoft.com/office/drawing/2014/main" id="{AD946B18-FD91-5AF1-DC48-348A3B797F36}"/>
                </a:ext>
              </a:extLst>
            </p:cNvPr>
            <p:cNvSpPr/>
            <p:nvPr/>
          </p:nvSpPr>
          <p:spPr>
            <a:xfrm>
              <a:off x="2633730" y="623161"/>
              <a:ext cx="58602" cy="20064"/>
            </a:xfrm>
            <a:custGeom>
              <a:avLst/>
              <a:gdLst/>
              <a:ahLst/>
              <a:cxnLst/>
              <a:rect l="l" t="t" r="r" b="b"/>
              <a:pathLst>
                <a:path w="590" h="202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69" y="16"/>
                    <a:pt x="101" y="36"/>
                  </a:cubicBezTo>
                  <a:cubicBezTo>
                    <a:pt x="117" y="36"/>
                    <a:pt x="117" y="53"/>
                    <a:pt x="133" y="53"/>
                  </a:cubicBezTo>
                  <a:cubicBezTo>
                    <a:pt x="271" y="101"/>
                    <a:pt x="388" y="137"/>
                    <a:pt x="489" y="170"/>
                  </a:cubicBezTo>
                  <a:cubicBezTo>
                    <a:pt x="388" y="117"/>
                    <a:pt x="271" y="85"/>
                    <a:pt x="133" y="36"/>
                  </a:cubicBezTo>
                  <a:cubicBezTo>
                    <a:pt x="133" y="36"/>
                    <a:pt x="117" y="36"/>
                    <a:pt x="101" y="16"/>
                  </a:cubicBezTo>
                  <a:cubicBezTo>
                    <a:pt x="69" y="16"/>
                    <a:pt x="49" y="0"/>
                    <a:pt x="0" y="0"/>
                  </a:cubicBezTo>
                  <a:close/>
                  <a:moveTo>
                    <a:pt x="489" y="170"/>
                  </a:moveTo>
                  <a:lnTo>
                    <a:pt x="505" y="186"/>
                  </a:lnTo>
                  <a:cubicBezTo>
                    <a:pt x="521" y="186"/>
                    <a:pt x="537" y="202"/>
                    <a:pt x="553" y="202"/>
                  </a:cubicBezTo>
                  <a:lnTo>
                    <a:pt x="574" y="202"/>
                  </a:lnTo>
                  <a:lnTo>
                    <a:pt x="590" y="186"/>
                  </a:lnTo>
                  <a:lnTo>
                    <a:pt x="574" y="186"/>
                  </a:lnTo>
                  <a:cubicBezTo>
                    <a:pt x="553" y="186"/>
                    <a:pt x="521" y="186"/>
                    <a:pt x="505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9">
              <a:extLst>
                <a:ext uri="{FF2B5EF4-FFF2-40B4-BE49-F238E27FC236}">
                  <a16:creationId xmlns:a16="http://schemas.microsoft.com/office/drawing/2014/main" id="{81AC252D-EE21-23A5-8E86-2BF18169ECF3}"/>
                </a:ext>
              </a:extLst>
            </p:cNvPr>
            <p:cNvSpPr/>
            <p:nvPr/>
          </p:nvSpPr>
          <p:spPr>
            <a:xfrm>
              <a:off x="2457925" y="452620"/>
              <a:ext cx="18574" cy="168952"/>
            </a:xfrm>
            <a:custGeom>
              <a:avLst/>
              <a:gdLst/>
              <a:ahLst/>
              <a:cxnLst/>
              <a:rect l="l" t="t" r="r" b="b"/>
              <a:pathLst>
                <a:path w="187" h="1701" extrusionOk="0">
                  <a:moveTo>
                    <a:pt x="21" y="0"/>
                  </a:moveTo>
                  <a:cubicBezTo>
                    <a:pt x="1" y="0"/>
                    <a:pt x="1" y="16"/>
                    <a:pt x="21" y="37"/>
                  </a:cubicBezTo>
                  <a:cubicBezTo>
                    <a:pt x="21" y="16"/>
                    <a:pt x="21" y="16"/>
                    <a:pt x="37" y="16"/>
                  </a:cubicBezTo>
                  <a:lnTo>
                    <a:pt x="37" y="0"/>
                  </a:lnTo>
                  <a:close/>
                  <a:moveTo>
                    <a:pt x="21" y="53"/>
                  </a:moveTo>
                  <a:lnTo>
                    <a:pt x="21" y="170"/>
                  </a:lnTo>
                  <a:cubicBezTo>
                    <a:pt x="37" y="218"/>
                    <a:pt x="37" y="271"/>
                    <a:pt x="37" y="303"/>
                  </a:cubicBezTo>
                  <a:lnTo>
                    <a:pt x="37" y="319"/>
                  </a:lnTo>
                  <a:cubicBezTo>
                    <a:pt x="37" y="339"/>
                    <a:pt x="53" y="356"/>
                    <a:pt x="53" y="372"/>
                  </a:cubicBezTo>
                  <a:lnTo>
                    <a:pt x="53" y="440"/>
                  </a:lnTo>
                  <a:lnTo>
                    <a:pt x="53" y="541"/>
                  </a:lnTo>
                  <a:cubicBezTo>
                    <a:pt x="69" y="558"/>
                    <a:pt x="69" y="558"/>
                    <a:pt x="69" y="574"/>
                  </a:cubicBezTo>
                  <a:lnTo>
                    <a:pt x="69" y="541"/>
                  </a:lnTo>
                  <a:lnTo>
                    <a:pt x="69" y="440"/>
                  </a:lnTo>
                  <a:cubicBezTo>
                    <a:pt x="69" y="404"/>
                    <a:pt x="69" y="388"/>
                    <a:pt x="53" y="356"/>
                  </a:cubicBezTo>
                  <a:lnTo>
                    <a:pt x="53" y="319"/>
                  </a:lnTo>
                  <a:lnTo>
                    <a:pt x="53" y="303"/>
                  </a:lnTo>
                  <a:cubicBezTo>
                    <a:pt x="53" y="255"/>
                    <a:pt x="53" y="218"/>
                    <a:pt x="37" y="170"/>
                  </a:cubicBezTo>
                  <a:cubicBezTo>
                    <a:pt x="37" y="138"/>
                    <a:pt x="37" y="85"/>
                    <a:pt x="21" y="53"/>
                  </a:cubicBezTo>
                  <a:close/>
                  <a:moveTo>
                    <a:pt x="69" y="574"/>
                  </a:moveTo>
                  <a:lnTo>
                    <a:pt x="69" y="691"/>
                  </a:lnTo>
                  <a:cubicBezTo>
                    <a:pt x="69" y="707"/>
                    <a:pt x="69" y="723"/>
                    <a:pt x="86" y="743"/>
                  </a:cubicBezTo>
                  <a:lnTo>
                    <a:pt x="86" y="691"/>
                  </a:lnTo>
                  <a:cubicBezTo>
                    <a:pt x="86" y="659"/>
                    <a:pt x="86" y="606"/>
                    <a:pt x="69" y="574"/>
                  </a:cubicBezTo>
                  <a:close/>
                  <a:moveTo>
                    <a:pt x="86" y="743"/>
                  </a:moveTo>
                  <a:lnTo>
                    <a:pt x="86" y="776"/>
                  </a:lnTo>
                  <a:cubicBezTo>
                    <a:pt x="86" y="824"/>
                    <a:pt x="86" y="877"/>
                    <a:pt x="102" y="909"/>
                  </a:cubicBezTo>
                  <a:lnTo>
                    <a:pt x="102" y="776"/>
                  </a:lnTo>
                  <a:cubicBezTo>
                    <a:pt x="102" y="760"/>
                    <a:pt x="86" y="743"/>
                    <a:pt x="86" y="743"/>
                  </a:cubicBezTo>
                  <a:close/>
                  <a:moveTo>
                    <a:pt x="102" y="909"/>
                  </a:moveTo>
                  <a:lnTo>
                    <a:pt x="102" y="978"/>
                  </a:lnTo>
                  <a:lnTo>
                    <a:pt x="102" y="1046"/>
                  </a:lnTo>
                  <a:cubicBezTo>
                    <a:pt x="102" y="1095"/>
                    <a:pt x="122" y="1147"/>
                    <a:pt x="122" y="1180"/>
                  </a:cubicBezTo>
                  <a:cubicBezTo>
                    <a:pt x="138" y="1212"/>
                    <a:pt x="138" y="1228"/>
                    <a:pt x="138" y="1265"/>
                  </a:cubicBezTo>
                  <a:lnTo>
                    <a:pt x="138" y="1180"/>
                  </a:lnTo>
                  <a:cubicBezTo>
                    <a:pt x="122" y="1127"/>
                    <a:pt x="122" y="1095"/>
                    <a:pt x="122" y="1046"/>
                  </a:cubicBezTo>
                  <a:lnTo>
                    <a:pt x="122" y="978"/>
                  </a:lnTo>
                  <a:cubicBezTo>
                    <a:pt x="122" y="962"/>
                    <a:pt x="122" y="925"/>
                    <a:pt x="102" y="909"/>
                  </a:cubicBezTo>
                  <a:close/>
                  <a:moveTo>
                    <a:pt x="138" y="1265"/>
                  </a:moveTo>
                  <a:lnTo>
                    <a:pt x="138" y="1349"/>
                  </a:lnTo>
                  <a:cubicBezTo>
                    <a:pt x="154" y="1366"/>
                    <a:pt x="154" y="1398"/>
                    <a:pt x="154" y="1414"/>
                  </a:cubicBezTo>
                  <a:cubicBezTo>
                    <a:pt x="138" y="1430"/>
                    <a:pt x="138" y="1430"/>
                    <a:pt x="138" y="1450"/>
                  </a:cubicBezTo>
                  <a:cubicBezTo>
                    <a:pt x="154" y="1499"/>
                    <a:pt x="154" y="1551"/>
                    <a:pt x="170" y="1616"/>
                  </a:cubicBezTo>
                  <a:cubicBezTo>
                    <a:pt x="170" y="1551"/>
                    <a:pt x="170" y="1499"/>
                    <a:pt x="154" y="1450"/>
                  </a:cubicBezTo>
                  <a:lnTo>
                    <a:pt x="154" y="1430"/>
                  </a:lnTo>
                  <a:cubicBezTo>
                    <a:pt x="170" y="1398"/>
                    <a:pt x="154" y="1366"/>
                    <a:pt x="154" y="1349"/>
                  </a:cubicBezTo>
                  <a:cubicBezTo>
                    <a:pt x="154" y="1313"/>
                    <a:pt x="138" y="1281"/>
                    <a:pt x="138" y="1265"/>
                  </a:cubicBezTo>
                  <a:close/>
                  <a:moveTo>
                    <a:pt x="170" y="1616"/>
                  </a:moveTo>
                  <a:lnTo>
                    <a:pt x="170" y="1652"/>
                  </a:lnTo>
                  <a:cubicBezTo>
                    <a:pt x="170" y="1669"/>
                    <a:pt x="170" y="1685"/>
                    <a:pt x="186" y="1701"/>
                  </a:cubicBezTo>
                  <a:lnTo>
                    <a:pt x="186" y="1685"/>
                  </a:lnTo>
                  <a:lnTo>
                    <a:pt x="186" y="1652"/>
                  </a:lnTo>
                  <a:cubicBezTo>
                    <a:pt x="186" y="1632"/>
                    <a:pt x="170" y="1632"/>
                    <a:pt x="170" y="16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9">
              <a:extLst>
                <a:ext uri="{FF2B5EF4-FFF2-40B4-BE49-F238E27FC236}">
                  <a16:creationId xmlns:a16="http://schemas.microsoft.com/office/drawing/2014/main" id="{41640288-9023-3ADE-A24F-59B20E19A42C}"/>
                </a:ext>
              </a:extLst>
            </p:cNvPr>
            <p:cNvSpPr/>
            <p:nvPr/>
          </p:nvSpPr>
          <p:spPr>
            <a:xfrm>
              <a:off x="2287384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cubicBezTo>
                    <a:pt x="21" y="21"/>
                    <a:pt x="37" y="21"/>
                    <a:pt x="53" y="37"/>
                  </a:cubicBezTo>
                  <a:cubicBezTo>
                    <a:pt x="53" y="37"/>
                    <a:pt x="69" y="37"/>
                    <a:pt x="86" y="53"/>
                  </a:cubicBezTo>
                  <a:lnTo>
                    <a:pt x="86" y="37"/>
                  </a:lnTo>
                  <a:cubicBezTo>
                    <a:pt x="69" y="37"/>
                    <a:pt x="69" y="21"/>
                    <a:pt x="53" y="21"/>
                  </a:cubicBezTo>
                  <a:cubicBezTo>
                    <a:pt x="37" y="21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9">
              <a:extLst>
                <a:ext uri="{FF2B5EF4-FFF2-40B4-BE49-F238E27FC236}">
                  <a16:creationId xmlns:a16="http://schemas.microsoft.com/office/drawing/2014/main" id="{FCF35586-6AEE-1EE9-8170-D658A4D12A27}"/>
                </a:ext>
              </a:extLst>
            </p:cNvPr>
            <p:cNvSpPr/>
            <p:nvPr/>
          </p:nvSpPr>
          <p:spPr>
            <a:xfrm>
              <a:off x="2456335" y="419247"/>
              <a:ext cx="135678" cy="473184"/>
            </a:xfrm>
            <a:custGeom>
              <a:avLst/>
              <a:gdLst/>
              <a:ahLst/>
              <a:cxnLst/>
              <a:rect l="l" t="t" r="r" b="b"/>
              <a:pathLst>
                <a:path w="1366" h="4764" extrusionOk="0">
                  <a:moveTo>
                    <a:pt x="1" y="1"/>
                  </a:moveTo>
                  <a:lnTo>
                    <a:pt x="1" y="17"/>
                  </a:lnTo>
                  <a:lnTo>
                    <a:pt x="53" y="17"/>
                  </a:lnTo>
                  <a:cubicBezTo>
                    <a:pt x="186" y="86"/>
                    <a:pt x="340" y="134"/>
                    <a:pt x="473" y="187"/>
                  </a:cubicBezTo>
                  <a:lnTo>
                    <a:pt x="861" y="336"/>
                  </a:lnTo>
                  <a:lnTo>
                    <a:pt x="489" y="187"/>
                  </a:lnTo>
                  <a:cubicBezTo>
                    <a:pt x="340" y="118"/>
                    <a:pt x="202" y="70"/>
                    <a:pt x="53" y="1"/>
                  </a:cubicBezTo>
                  <a:close/>
                  <a:moveTo>
                    <a:pt x="861" y="336"/>
                  </a:moveTo>
                  <a:cubicBezTo>
                    <a:pt x="893" y="352"/>
                    <a:pt x="909" y="373"/>
                    <a:pt x="893" y="405"/>
                  </a:cubicBezTo>
                  <a:cubicBezTo>
                    <a:pt x="893" y="421"/>
                    <a:pt x="893" y="437"/>
                    <a:pt x="909" y="474"/>
                  </a:cubicBezTo>
                  <a:lnTo>
                    <a:pt x="909" y="405"/>
                  </a:lnTo>
                  <a:cubicBezTo>
                    <a:pt x="909" y="352"/>
                    <a:pt x="893" y="336"/>
                    <a:pt x="861" y="336"/>
                  </a:cubicBezTo>
                  <a:close/>
                  <a:moveTo>
                    <a:pt x="909" y="474"/>
                  </a:moveTo>
                  <a:lnTo>
                    <a:pt x="909" y="522"/>
                  </a:lnTo>
                  <a:cubicBezTo>
                    <a:pt x="909" y="538"/>
                    <a:pt x="909" y="574"/>
                    <a:pt x="926" y="607"/>
                  </a:cubicBezTo>
                  <a:lnTo>
                    <a:pt x="926" y="522"/>
                  </a:lnTo>
                  <a:cubicBezTo>
                    <a:pt x="926" y="506"/>
                    <a:pt x="926" y="490"/>
                    <a:pt x="909" y="474"/>
                  </a:cubicBezTo>
                  <a:close/>
                  <a:moveTo>
                    <a:pt x="926" y="607"/>
                  </a:moveTo>
                  <a:lnTo>
                    <a:pt x="926" y="675"/>
                  </a:lnTo>
                  <a:cubicBezTo>
                    <a:pt x="926" y="724"/>
                    <a:pt x="946" y="756"/>
                    <a:pt x="926" y="809"/>
                  </a:cubicBezTo>
                  <a:cubicBezTo>
                    <a:pt x="926" y="809"/>
                    <a:pt x="946" y="809"/>
                    <a:pt x="946" y="825"/>
                  </a:cubicBezTo>
                  <a:cubicBezTo>
                    <a:pt x="962" y="825"/>
                    <a:pt x="946" y="841"/>
                    <a:pt x="946" y="857"/>
                  </a:cubicBezTo>
                  <a:lnTo>
                    <a:pt x="946" y="926"/>
                  </a:lnTo>
                  <a:cubicBezTo>
                    <a:pt x="962" y="926"/>
                    <a:pt x="962" y="926"/>
                    <a:pt x="962" y="942"/>
                  </a:cubicBezTo>
                  <a:lnTo>
                    <a:pt x="962" y="910"/>
                  </a:lnTo>
                  <a:lnTo>
                    <a:pt x="962" y="857"/>
                  </a:lnTo>
                  <a:lnTo>
                    <a:pt x="962" y="809"/>
                  </a:lnTo>
                  <a:lnTo>
                    <a:pt x="946" y="809"/>
                  </a:lnTo>
                  <a:lnTo>
                    <a:pt x="946" y="675"/>
                  </a:lnTo>
                  <a:cubicBezTo>
                    <a:pt x="946" y="655"/>
                    <a:pt x="926" y="623"/>
                    <a:pt x="926" y="607"/>
                  </a:cubicBezTo>
                  <a:close/>
                  <a:moveTo>
                    <a:pt x="962" y="942"/>
                  </a:moveTo>
                  <a:lnTo>
                    <a:pt x="962" y="995"/>
                  </a:lnTo>
                  <a:lnTo>
                    <a:pt x="962" y="1027"/>
                  </a:lnTo>
                  <a:cubicBezTo>
                    <a:pt x="978" y="1059"/>
                    <a:pt x="978" y="1096"/>
                    <a:pt x="978" y="1128"/>
                  </a:cubicBezTo>
                  <a:lnTo>
                    <a:pt x="978" y="1213"/>
                  </a:lnTo>
                  <a:lnTo>
                    <a:pt x="978" y="1229"/>
                  </a:lnTo>
                  <a:cubicBezTo>
                    <a:pt x="994" y="1261"/>
                    <a:pt x="994" y="1281"/>
                    <a:pt x="994" y="1298"/>
                  </a:cubicBezTo>
                  <a:lnTo>
                    <a:pt x="994" y="1382"/>
                  </a:lnTo>
                  <a:cubicBezTo>
                    <a:pt x="1010" y="1415"/>
                    <a:pt x="1010" y="1447"/>
                    <a:pt x="1010" y="1463"/>
                  </a:cubicBezTo>
                  <a:lnTo>
                    <a:pt x="1010" y="1548"/>
                  </a:lnTo>
                  <a:cubicBezTo>
                    <a:pt x="1027" y="1564"/>
                    <a:pt x="1027" y="1584"/>
                    <a:pt x="1027" y="1601"/>
                  </a:cubicBezTo>
                  <a:lnTo>
                    <a:pt x="1027" y="1548"/>
                  </a:lnTo>
                  <a:lnTo>
                    <a:pt x="1027" y="1463"/>
                  </a:lnTo>
                  <a:cubicBezTo>
                    <a:pt x="1027" y="1447"/>
                    <a:pt x="1010" y="1415"/>
                    <a:pt x="1010" y="1382"/>
                  </a:cubicBezTo>
                  <a:lnTo>
                    <a:pt x="1010" y="1298"/>
                  </a:lnTo>
                  <a:cubicBezTo>
                    <a:pt x="1010" y="1281"/>
                    <a:pt x="994" y="1261"/>
                    <a:pt x="994" y="1229"/>
                  </a:cubicBezTo>
                  <a:lnTo>
                    <a:pt x="994" y="1213"/>
                  </a:lnTo>
                  <a:lnTo>
                    <a:pt x="994" y="1128"/>
                  </a:lnTo>
                  <a:cubicBezTo>
                    <a:pt x="978" y="1096"/>
                    <a:pt x="978" y="1059"/>
                    <a:pt x="978" y="1027"/>
                  </a:cubicBezTo>
                  <a:lnTo>
                    <a:pt x="978" y="995"/>
                  </a:lnTo>
                  <a:cubicBezTo>
                    <a:pt x="978" y="978"/>
                    <a:pt x="978" y="958"/>
                    <a:pt x="962" y="942"/>
                  </a:cubicBezTo>
                  <a:close/>
                  <a:moveTo>
                    <a:pt x="1027" y="1601"/>
                  </a:moveTo>
                  <a:lnTo>
                    <a:pt x="1027" y="1649"/>
                  </a:lnTo>
                  <a:cubicBezTo>
                    <a:pt x="1027" y="1665"/>
                    <a:pt x="1027" y="1685"/>
                    <a:pt x="1047" y="1718"/>
                  </a:cubicBezTo>
                  <a:lnTo>
                    <a:pt x="1047" y="1649"/>
                  </a:lnTo>
                  <a:cubicBezTo>
                    <a:pt x="1047" y="1633"/>
                    <a:pt x="1027" y="1617"/>
                    <a:pt x="1027" y="1601"/>
                  </a:cubicBezTo>
                  <a:close/>
                  <a:moveTo>
                    <a:pt x="1047" y="1718"/>
                  </a:moveTo>
                  <a:lnTo>
                    <a:pt x="1047" y="1750"/>
                  </a:lnTo>
                  <a:lnTo>
                    <a:pt x="1047" y="1835"/>
                  </a:lnTo>
                  <a:lnTo>
                    <a:pt x="1047" y="1867"/>
                  </a:lnTo>
                  <a:cubicBezTo>
                    <a:pt x="1063" y="1887"/>
                    <a:pt x="1063" y="1887"/>
                    <a:pt x="1063" y="1904"/>
                  </a:cubicBezTo>
                  <a:lnTo>
                    <a:pt x="1063" y="1968"/>
                  </a:lnTo>
                  <a:lnTo>
                    <a:pt x="1063" y="2037"/>
                  </a:lnTo>
                  <a:cubicBezTo>
                    <a:pt x="1079" y="2037"/>
                    <a:pt x="1079" y="2053"/>
                    <a:pt x="1079" y="2053"/>
                  </a:cubicBezTo>
                  <a:lnTo>
                    <a:pt x="1079" y="2037"/>
                  </a:lnTo>
                  <a:lnTo>
                    <a:pt x="1079" y="1968"/>
                  </a:lnTo>
                  <a:lnTo>
                    <a:pt x="1079" y="1904"/>
                  </a:lnTo>
                  <a:cubicBezTo>
                    <a:pt x="1063" y="1887"/>
                    <a:pt x="1063" y="1867"/>
                    <a:pt x="1063" y="1867"/>
                  </a:cubicBezTo>
                  <a:lnTo>
                    <a:pt x="1063" y="1835"/>
                  </a:lnTo>
                  <a:lnTo>
                    <a:pt x="1063" y="1750"/>
                  </a:lnTo>
                  <a:cubicBezTo>
                    <a:pt x="1047" y="1734"/>
                    <a:pt x="1047" y="1718"/>
                    <a:pt x="1047" y="1718"/>
                  </a:cubicBezTo>
                  <a:close/>
                  <a:moveTo>
                    <a:pt x="219" y="2021"/>
                  </a:moveTo>
                  <a:cubicBezTo>
                    <a:pt x="202" y="2021"/>
                    <a:pt x="202" y="2021"/>
                    <a:pt x="186" y="2037"/>
                  </a:cubicBezTo>
                  <a:lnTo>
                    <a:pt x="186" y="2053"/>
                  </a:lnTo>
                  <a:lnTo>
                    <a:pt x="186" y="2069"/>
                  </a:lnTo>
                  <a:cubicBezTo>
                    <a:pt x="186" y="2089"/>
                    <a:pt x="186" y="2089"/>
                    <a:pt x="202" y="2106"/>
                  </a:cubicBezTo>
                  <a:lnTo>
                    <a:pt x="202" y="2069"/>
                  </a:lnTo>
                  <a:lnTo>
                    <a:pt x="202" y="2053"/>
                  </a:lnTo>
                  <a:lnTo>
                    <a:pt x="202" y="2037"/>
                  </a:lnTo>
                  <a:lnTo>
                    <a:pt x="219" y="2037"/>
                  </a:lnTo>
                  <a:lnTo>
                    <a:pt x="219" y="2021"/>
                  </a:lnTo>
                  <a:close/>
                  <a:moveTo>
                    <a:pt x="1079" y="2053"/>
                  </a:moveTo>
                  <a:lnTo>
                    <a:pt x="1079" y="2089"/>
                  </a:lnTo>
                  <a:lnTo>
                    <a:pt x="1079" y="2154"/>
                  </a:lnTo>
                  <a:cubicBezTo>
                    <a:pt x="1079" y="2170"/>
                    <a:pt x="1079" y="2190"/>
                    <a:pt x="1095" y="2207"/>
                  </a:cubicBezTo>
                  <a:lnTo>
                    <a:pt x="1095" y="2138"/>
                  </a:lnTo>
                  <a:lnTo>
                    <a:pt x="1095" y="2089"/>
                  </a:lnTo>
                  <a:cubicBezTo>
                    <a:pt x="1095" y="2089"/>
                    <a:pt x="1095" y="2069"/>
                    <a:pt x="1079" y="2053"/>
                  </a:cubicBezTo>
                  <a:close/>
                  <a:moveTo>
                    <a:pt x="202" y="2106"/>
                  </a:moveTo>
                  <a:lnTo>
                    <a:pt x="202" y="2154"/>
                  </a:lnTo>
                  <a:lnTo>
                    <a:pt x="202" y="2190"/>
                  </a:lnTo>
                  <a:lnTo>
                    <a:pt x="202" y="2255"/>
                  </a:lnTo>
                  <a:cubicBezTo>
                    <a:pt x="202" y="2271"/>
                    <a:pt x="219" y="2291"/>
                    <a:pt x="219" y="2291"/>
                  </a:cubicBezTo>
                  <a:lnTo>
                    <a:pt x="219" y="2255"/>
                  </a:lnTo>
                  <a:lnTo>
                    <a:pt x="219" y="2190"/>
                  </a:lnTo>
                  <a:lnTo>
                    <a:pt x="219" y="2154"/>
                  </a:lnTo>
                  <a:cubicBezTo>
                    <a:pt x="219" y="2138"/>
                    <a:pt x="219" y="2122"/>
                    <a:pt x="202" y="2106"/>
                  </a:cubicBezTo>
                  <a:close/>
                  <a:moveTo>
                    <a:pt x="1095" y="2207"/>
                  </a:moveTo>
                  <a:lnTo>
                    <a:pt x="1095" y="2255"/>
                  </a:lnTo>
                  <a:lnTo>
                    <a:pt x="1095" y="2340"/>
                  </a:lnTo>
                  <a:cubicBezTo>
                    <a:pt x="1095" y="2356"/>
                    <a:pt x="1095" y="2372"/>
                    <a:pt x="1111" y="2392"/>
                  </a:cubicBezTo>
                  <a:lnTo>
                    <a:pt x="1111" y="2340"/>
                  </a:lnTo>
                  <a:lnTo>
                    <a:pt x="1111" y="2255"/>
                  </a:lnTo>
                  <a:cubicBezTo>
                    <a:pt x="1111" y="2239"/>
                    <a:pt x="1095" y="2223"/>
                    <a:pt x="1095" y="2207"/>
                  </a:cubicBezTo>
                  <a:close/>
                  <a:moveTo>
                    <a:pt x="219" y="2291"/>
                  </a:moveTo>
                  <a:lnTo>
                    <a:pt x="219" y="2372"/>
                  </a:lnTo>
                  <a:cubicBezTo>
                    <a:pt x="219" y="2409"/>
                    <a:pt x="219" y="2441"/>
                    <a:pt x="239" y="2473"/>
                  </a:cubicBezTo>
                  <a:lnTo>
                    <a:pt x="239" y="2372"/>
                  </a:lnTo>
                  <a:cubicBezTo>
                    <a:pt x="239" y="2356"/>
                    <a:pt x="219" y="2324"/>
                    <a:pt x="219" y="2291"/>
                  </a:cubicBezTo>
                  <a:close/>
                  <a:moveTo>
                    <a:pt x="239" y="2473"/>
                  </a:moveTo>
                  <a:lnTo>
                    <a:pt x="239" y="2542"/>
                  </a:lnTo>
                  <a:lnTo>
                    <a:pt x="239" y="2558"/>
                  </a:lnTo>
                  <a:cubicBezTo>
                    <a:pt x="239" y="2594"/>
                    <a:pt x="255" y="2627"/>
                    <a:pt x="255" y="2643"/>
                  </a:cubicBezTo>
                  <a:lnTo>
                    <a:pt x="255" y="2558"/>
                  </a:lnTo>
                  <a:lnTo>
                    <a:pt x="255" y="2542"/>
                  </a:lnTo>
                  <a:cubicBezTo>
                    <a:pt x="255" y="2526"/>
                    <a:pt x="255" y="2493"/>
                    <a:pt x="239" y="2473"/>
                  </a:cubicBezTo>
                  <a:close/>
                  <a:moveTo>
                    <a:pt x="1111" y="2392"/>
                  </a:moveTo>
                  <a:lnTo>
                    <a:pt x="1111" y="2425"/>
                  </a:lnTo>
                  <a:lnTo>
                    <a:pt x="1111" y="2509"/>
                  </a:lnTo>
                  <a:lnTo>
                    <a:pt x="1111" y="2526"/>
                  </a:lnTo>
                  <a:cubicBezTo>
                    <a:pt x="1128" y="2558"/>
                    <a:pt x="1128" y="2574"/>
                    <a:pt x="1128" y="2610"/>
                  </a:cubicBezTo>
                  <a:lnTo>
                    <a:pt x="1128" y="2695"/>
                  </a:lnTo>
                  <a:cubicBezTo>
                    <a:pt x="1148" y="2711"/>
                    <a:pt x="1148" y="2728"/>
                    <a:pt x="1148" y="2744"/>
                  </a:cubicBezTo>
                  <a:lnTo>
                    <a:pt x="1148" y="2695"/>
                  </a:lnTo>
                  <a:lnTo>
                    <a:pt x="1148" y="2610"/>
                  </a:lnTo>
                  <a:cubicBezTo>
                    <a:pt x="1148" y="2574"/>
                    <a:pt x="1128" y="2558"/>
                    <a:pt x="1128" y="2526"/>
                  </a:cubicBezTo>
                  <a:lnTo>
                    <a:pt x="1128" y="2509"/>
                  </a:lnTo>
                  <a:lnTo>
                    <a:pt x="1128" y="2425"/>
                  </a:lnTo>
                  <a:cubicBezTo>
                    <a:pt x="1128" y="2409"/>
                    <a:pt x="1111" y="2392"/>
                    <a:pt x="1111" y="2392"/>
                  </a:cubicBezTo>
                  <a:close/>
                  <a:moveTo>
                    <a:pt x="255" y="2643"/>
                  </a:moveTo>
                  <a:lnTo>
                    <a:pt x="255" y="2695"/>
                  </a:lnTo>
                  <a:lnTo>
                    <a:pt x="255" y="2728"/>
                  </a:lnTo>
                  <a:cubicBezTo>
                    <a:pt x="255" y="2776"/>
                    <a:pt x="271" y="2829"/>
                    <a:pt x="271" y="2877"/>
                  </a:cubicBezTo>
                  <a:lnTo>
                    <a:pt x="271" y="2913"/>
                  </a:lnTo>
                  <a:cubicBezTo>
                    <a:pt x="271" y="2930"/>
                    <a:pt x="271" y="2946"/>
                    <a:pt x="287" y="2962"/>
                  </a:cubicBezTo>
                  <a:lnTo>
                    <a:pt x="287" y="2913"/>
                  </a:lnTo>
                  <a:lnTo>
                    <a:pt x="287" y="2877"/>
                  </a:lnTo>
                  <a:cubicBezTo>
                    <a:pt x="271" y="2829"/>
                    <a:pt x="271" y="2776"/>
                    <a:pt x="271" y="2728"/>
                  </a:cubicBezTo>
                  <a:lnTo>
                    <a:pt x="271" y="2695"/>
                  </a:lnTo>
                  <a:cubicBezTo>
                    <a:pt x="255" y="2675"/>
                    <a:pt x="255" y="2659"/>
                    <a:pt x="255" y="2643"/>
                  </a:cubicBezTo>
                  <a:close/>
                  <a:moveTo>
                    <a:pt x="287" y="2962"/>
                  </a:moveTo>
                  <a:lnTo>
                    <a:pt x="287" y="3079"/>
                  </a:lnTo>
                  <a:cubicBezTo>
                    <a:pt x="287" y="3115"/>
                    <a:pt x="287" y="3148"/>
                    <a:pt x="303" y="3180"/>
                  </a:cubicBezTo>
                  <a:lnTo>
                    <a:pt x="303" y="3079"/>
                  </a:lnTo>
                  <a:cubicBezTo>
                    <a:pt x="303" y="3047"/>
                    <a:pt x="303" y="2998"/>
                    <a:pt x="287" y="2962"/>
                  </a:cubicBezTo>
                  <a:close/>
                  <a:moveTo>
                    <a:pt x="1148" y="2744"/>
                  </a:moveTo>
                  <a:lnTo>
                    <a:pt x="1148" y="2776"/>
                  </a:lnTo>
                  <a:cubicBezTo>
                    <a:pt x="1148" y="2829"/>
                    <a:pt x="1164" y="2877"/>
                    <a:pt x="1164" y="2913"/>
                  </a:cubicBezTo>
                  <a:lnTo>
                    <a:pt x="1164" y="2998"/>
                  </a:lnTo>
                  <a:cubicBezTo>
                    <a:pt x="1180" y="3031"/>
                    <a:pt x="1180" y="3063"/>
                    <a:pt x="1180" y="3099"/>
                  </a:cubicBezTo>
                  <a:cubicBezTo>
                    <a:pt x="1180" y="3132"/>
                    <a:pt x="1180" y="3180"/>
                    <a:pt x="1196" y="3216"/>
                  </a:cubicBezTo>
                  <a:lnTo>
                    <a:pt x="1196" y="3099"/>
                  </a:lnTo>
                  <a:cubicBezTo>
                    <a:pt x="1196" y="3063"/>
                    <a:pt x="1180" y="3031"/>
                    <a:pt x="1180" y="2998"/>
                  </a:cubicBezTo>
                  <a:lnTo>
                    <a:pt x="1180" y="2913"/>
                  </a:lnTo>
                  <a:cubicBezTo>
                    <a:pt x="1164" y="2877"/>
                    <a:pt x="1164" y="2829"/>
                    <a:pt x="1164" y="2776"/>
                  </a:cubicBezTo>
                  <a:cubicBezTo>
                    <a:pt x="1164" y="2760"/>
                    <a:pt x="1164" y="2744"/>
                    <a:pt x="1148" y="2744"/>
                  </a:cubicBezTo>
                  <a:close/>
                  <a:moveTo>
                    <a:pt x="303" y="3180"/>
                  </a:moveTo>
                  <a:lnTo>
                    <a:pt x="303" y="3317"/>
                  </a:lnTo>
                  <a:cubicBezTo>
                    <a:pt x="303" y="3350"/>
                    <a:pt x="303" y="3366"/>
                    <a:pt x="320" y="3382"/>
                  </a:cubicBezTo>
                  <a:lnTo>
                    <a:pt x="320" y="3317"/>
                  </a:lnTo>
                  <a:cubicBezTo>
                    <a:pt x="320" y="3265"/>
                    <a:pt x="320" y="3233"/>
                    <a:pt x="303" y="3180"/>
                  </a:cubicBezTo>
                  <a:close/>
                  <a:moveTo>
                    <a:pt x="1196" y="3216"/>
                  </a:moveTo>
                  <a:lnTo>
                    <a:pt x="1196" y="3265"/>
                  </a:lnTo>
                  <a:lnTo>
                    <a:pt x="1196" y="3317"/>
                  </a:lnTo>
                  <a:cubicBezTo>
                    <a:pt x="1212" y="3334"/>
                    <a:pt x="1212" y="3366"/>
                    <a:pt x="1212" y="3382"/>
                  </a:cubicBezTo>
                  <a:cubicBezTo>
                    <a:pt x="1212" y="3435"/>
                    <a:pt x="1212" y="3467"/>
                    <a:pt x="1229" y="3503"/>
                  </a:cubicBezTo>
                  <a:lnTo>
                    <a:pt x="1229" y="3382"/>
                  </a:lnTo>
                  <a:cubicBezTo>
                    <a:pt x="1229" y="3350"/>
                    <a:pt x="1212" y="3334"/>
                    <a:pt x="1212" y="3317"/>
                  </a:cubicBezTo>
                  <a:lnTo>
                    <a:pt x="1212" y="3265"/>
                  </a:lnTo>
                  <a:cubicBezTo>
                    <a:pt x="1212" y="3249"/>
                    <a:pt x="1212" y="3233"/>
                    <a:pt x="1196" y="3216"/>
                  </a:cubicBezTo>
                  <a:close/>
                  <a:moveTo>
                    <a:pt x="1229" y="3503"/>
                  </a:moveTo>
                  <a:lnTo>
                    <a:pt x="1229" y="3536"/>
                  </a:lnTo>
                  <a:lnTo>
                    <a:pt x="1229" y="3584"/>
                  </a:lnTo>
                  <a:lnTo>
                    <a:pt x="1229" y="3669"/>
                  </a:lnTo>
                  <a:lnTo>
                    <a:pt x="1249" y="3669"/>
                  </a:lnTo>
                  <a:lnTo>
                    <a:pt x="1249" y="3653"/>
                  </a:lnTo>
                  <a:lnTo>
                    <a:pt x="1249" y="3584"/>
                  </a:lnTo>
                  <a:lnTo>
                    <a:pt x="1249" y="3536"/>
                  </a:lnTo>
                  <a:cubicBezTo>
                    <a:pt x="1229" y="3519"/>
                    <a:pt x="1229" y="3519"/>
                    <a:pt x="1229" y="3503"/>
                  </a:cubicBezTo>
                  <a:close/>
                  <a:moveTo>
                    <a:pt x="1249" y="3669"/>
                  </a:moveTo>
                  <a:lnTo>
                    <a:pt x="1249" y="3738"/>
                  </a:lnTo>
                  <a:lnTo>
                    <a:pt x="1249" y="3770"/>
                  </a:lnTo>
                  <a:lnTo>
                    <a:pt x="1249" y="3806"/>
                  </a:lnTo>
                  <a:cubicBezTo>
                    <a:pt x="1265" y="3822"/>
                    <a:pt x="1265" y="3855"/>
                    <a:pt x="1265" y="3871"/>
                  </a:cubicBezTo>
                  <a:lnTo>
                    <a:pt x="1265" y="3806"/>
                  </a:lnTo>
                  <a:lnTo>
                    <a:pt x="1265" y="3770"/>
                  </a:lnTo>
                  <a:lnTo>
                    <a:pt x="1265" y="3738"/>
                  </a:lnTo>
                  <a:cubicBezTo>
                    <a:pt x="1265" y="3721"/>
                    <a:pt x="1265" y="3705"/>
                    <a:pt x="1249" y="3669"/>
                  </a:cubicBezTo>
                  <a:close/>
                  <a:moveTo>
                    <a:pt x="1265" y="3871"/>
                  </a:moveTo>
                  <a:lnTo>
                    <a:pt x="1265" y="3940"/>
                  </a:lnTo>
                  <a:cubicBezTo>
                    <a:pt x="1281" y="3972"/>
                    <a:pt x="1281" y="4024"/>
                    <a:pt x="1281" y="4057"/>
                  </a:cubicBezTo>
                  <a:cubicBezTo>
                    <a:pt x="1281" y="4089"/>
                    <a:pt x="1281" y="4125"/>
                    <a:pt x="1297" y="4158"/>
                  </a:cubicBezTo>
                  <a:lnTo>
                    <a:pt x="1297" y="4057"/>
                  </a:lnTo>
                  <a:cubicBezTo>
                    <a:pt x="1297" y="4008"/>
                    <a:pt x="1281" y="3972"/>
                    <a:pt x="1281" y="3940"/>
                  </a:cubicBezTo>
                  <a:cubicBezTo>
                    <a:pt x="1265" y="3923"/>
                    <a:pt x="1265" y="3907"/>
                    <a:pt x="1265" y="3871"/>
                  </a:cubicBezTo>
                  <a:close/>
                  <a:moveTo>
                    <a:pt x="320" y="3382"/>
                  </a:moveTo>
                  <a:lnTo>
                    <a:pt x="320" y="3402"/>
                  </a:lnTo>
                  <a:cubicBezTo>
                    <a:pt x="320" y="3451"/>
                    <a:pt x="340" y="3519"/>
                    <a:pt x="340" y="3568"/>
                  </a:cubicBezTo>
                  <a:lnTo>
                    <a:pt x="340" y="3637"/>
                  </a:lnTo>
                  <a:cubicBezTo>
                    <a:pt x="356" y="3705"/>
                    <a:pt x="356" y="3770"/>
                    <a:pt x="356" y="3822"/>
                  </a:cubicBezTo>
                  <a:cubicBezTo>
                    <a:pt x="372" y="3907"/>
                    <a:pt x="372" y="3988"/>
                    <a:pt x="388" y="4073"/>
                  </a:cubicBezTo>
                  <a:lnTo>
                    <a:pt x="388" y="4142"/>
                  </a:lnTo>
                  <a:cubicBezTo>
                    <a:pt x="388" y="4174"/>
                    <a:pt x="388" y="4210"/>
                    <a:pt x="404" y="4243"/>
                  </a:cubicBezTo>
                  <a:lnTo>
                    <a:pt x="404" y="4142"/>
                  </a:lnTo>
                  <a:lnTo>
                    <a:pt x="404" y="4073"/>
                  </a:lnTo>
                  <a:cubicBezTo>
                    <a:pt x="388" y="3988"/>
                    <a:pt x="388" y="3907"/>
                    <a:pt x="372" y="3822"/>
                  </a:cubicBezTo>
                  <a:cubicBezTo>
                    <a:pt x="372" y="3770"/>
                    <a:pt x="372" y="3705"/>
                    <a:pt x="356" y="3637"/>
                  </a:cubicBezTo>
                  <a:lnTo>
                    <a:pt x="356" y="3568"/>
                  </a:lnTo>
                  <a:cubicBezTo>
                    <a:pt x="340" y="3519"/>
                    <a:pt x="340" y="3451"/>
                    <a:pt x="340" y="3402"/>
                  </a:cubicBezTo>
                  <a:lnTo>
                    <a:pt x="320" y="3382"/>
                  </a:lnTo>
                  <a:close/>
                  <a:moveTo>
                    <a:pt x="404" y="4243"/>
                  </a:moveTo>
                  <a:lnTo>
                    <a:pt x="404" y="4344"/>
                  </a:lnTo>
                  <a:cubicBezTo>
                    <a:pt x="404" y="4360"/>
                    <a:pt x="421" y="4376"/>
                    <a:pt x="421" y="4392"/>
                  </a:cubicBezTo>
                  <a:lnTo>
                    <a:pt x="421" y="4344"/>
                  </a:lnTo>
                  <a:cubicBezTo>
                    <a:pt x="421" y="4311"/>
                    <a:pt x="421" y="4275"/>
                    <a:pt x="404" y="4243"/>
                  </a:cubicBezTo>
                  <a:close/>
                  <a:moveTo>
                    <a:pt x="421" y="4392"/>
                  </a:moveTo>
                  <a:lnTo>
                    <a:pt x="421" y="4428"/>
                  </a:lnTo>
                  <a:cubicBezTo>
                    <a:pt x="421" y="4445"/>
                    <a:pt x="441" y="4461"/>
                    <a:pt x="421" y="4493"/>
                  </a:cubicBezTo>
                  <a:cubicBezTo>
                    <a:pt x="441" y="4529"/>
                    <a:pt x="473" y="4529"/>
                    <a:pt x="489" y="4529"/>
                  </a:cubicBezTo>
                  <a:cubicBezTo>
                    <a:pt x="473" y="4513"/>
                    <a:pt x="457" y="4513"/>
                    <a:pt x="441" y="4493"/>
                  </a:cubicBezTo>
                  <a:lnTo>
                    <a:pt x="441" y="4412"/>
                  </a:lnTo>
                  <a:lnTo>
                    <a:pt x="421" y="4392"/>
                  </a:lnTo>
                  <a:close/>
                  <a:moveTo>
                    <a:pt x="489" y="4529"/>
                  </a:moveTo>
                  <a:cubicBezTo>
                    <a:pt x="606" y="4562"/>
                    <a:pt x="744" y="4594"/>
                    <a:pt x="877" y="4630"/>
                  </a:cubicBezTo>
                  <a:cubicBezTo>
                    <a:pt x="744" y="4594"/>
                    <a:pt x="623" y="4562"/>
                    <a:pt x="489" y="4529"/>
                  </a:cubicBezTo>
                  <a:close/>
                  <a:moveTo>
                    <a:pt x="877" y="4630"/>
                  </a:moveTo>
                  <a:lnTo>
                    <a:pt x="962" y="4663"/>
                  </a:lnTo>
                  <a:cubicBezTo>
                    <a:pt x="1010" y="4679"/>
                    <a:pt x="1063" y="4695"/>
                    <a:pt x="1111" y="4695"/>
                  </a:cubicBezTo>
                  <a:cubicBezTo>
                    <a:pt x="1063" y="4679"/>
                    <a:pt x="1010" y="4663"/>
                    <a:pt x="962" y="4646"/>
                  </a:cubicBezTo>
                  <a:lnTo>
                    <a:pt x="877" y="4630"/>
                  </a:lnTo>
                  <a:close/>
                  <a:moveTo>
                    <a:pt x="1297" y="4158"/>
                  </a:moveTo>
                  <a:lnTo>
                    <a:pt x="1297" y="4291"/>
                  </a:lnTo>
                  <a:cubicBezTo>
                    <a:pt x="1297" y="4311"/>
                    <a:pt x="1313" y="4344"/>
                    <a:pt x="1313" y="4360"/>
                  </a:cubicBezTo>
                  <a:lnTo>
                    <a:pt x="1313" y="4477"/>
                  </a:lnTo>
                  <a:lnTo>
                    <a:pt x="1313" y="4493"/>
                  </a:lnTo>
                  <a:cubicBezTo>
                    <a:pt x="1330" y="4513"/>
                    <a:pt x="1330" y="4529"/>
                    <a:pt x="1330" y="4545"/>
                  </a:cubicBezTo>
                  <a:lnTo>
                    <a:pt x="1330" y="4594"/>
                  </a:lnTo>
                  <a:lnTo>
                    <a:pt x="1330" y="4630"/>
                  </a:lnTo>
                  <a:cubicBezTo>
                    <a:pt x="1330" y="4663"/>
                    <a:pt x="1330" y="4679"/>
                    <a:pt x="1350" y="4695"/>
                  </a:cubicBezTo>
                  <a:cubicBezTo>
                    <a:pt x="1366" y="4715"/>
                    <a:pt x="1350" y="4731"/>
                    <a:pt x="1350" y="4747"/>
                  </a:cubicBezTo>
                  <a:cubicBezTo>
                    <a:pt x="1366" y="4731"/>
                    <a:pt x="1366" y="4715"/>
                    <a:pt x="1366" y="4695"/>
                  </a:cubicBezTo>
                  <a:cubicBezTo>
                    <a:pt x="1350" y="4679"/>
                    <a:pt x="1350" y="4663"/>
                    <a:pt x="1350" y="4630"/>
                  </a:cubicBezTo>
                  <a:lnTo>
                    <a:pt x="1350" y="4594"/>
                  </a:lnTo>
                  <a:lnTo>
                    <a:pt x="1350" y="4545"/>
                  </a:lnTo>
                  <a:cubicBezTo>
                    <a:pt x="1350" y="4529"/>
                    <a:pt x="1350" y="4513"/>
                    <a:pt x="1330" y="4493"/>
                  </a:cubicBezTo>
                  <a:lnTo>
                    <a:pt x="1330" y="4477"/>
                  </a:lnTo>
                  <a:lnTo>
                    <a:pt x="1330" y="4360"/>
                  </a:lnTo>
                  <a:cubicBezTo>
                    <a:pt x="1313" y="4344"/>
                    <a:pt x="1313" y="4311"/>
                    <a:pt x="1313" y="4291"/>
                  </a:cubicBezTo>
                  <a:cubicBezTo>
                    <a:pt x="1313" y="4243"/>
                    <a:pt x="1313" y="4210"/>
                    <a:pt x="1297" y="4158"/>
                  </a:cubicBezTo>
                  <a:close/>
                  <a:moveTo>
                    <a:pt x="1112" y="4695"/>
                  </a:moveTo>
                  <a:cubicBezTo>
                    <a:pt x="1181" y="4715"/>
                    <a:pt x="1249" y="4731"/>
                    <a:pt x="1313" y="4764"/>
                  </a:cubicBezTo>
                  <a:lnTo>
                    <a:pt x="1330" y="4764"/>
                  </a:lnTo>
                  <a:cubicBezTo>
                    <a:pt x="1350" y="4764"/>
                    <a:pt x="1350" y="4764"/>
                    <a:pt x="1350" y="4747"/>
                  </a:cubicBezTo>
                  <a:lnTo>
                    <a:pt x="1313" y="4747"/>
                  </a:lnTo>
                  <a:cubicBezTo>
                    <a:pt x="1249" y="4731"/>
                    <a:pt x="1181" y="4715"/>
                    <a:pt x="1112" y="46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9">
              <a:extLst>
                <a:ext uri="{FF2B5EF4-FFF2-40B4-BE49-F238E27FC236}">
                  <a16:creationId xmlns:a16="http://schemas.microsoft.com/office/drawing/2014/main" id="{6161126B-B3CB-141B-633D-99A1E006D8A6}"/>
                </a:ext>
              </a:extLst>
            </p:cNvPr>
            <p:cNvSpPr/>
            <p:nvPr/>
          </p:nvSpPr>
          <p:spPr>
            <a:xfrm>
              <a:off x="1311217" y="793603"/>
              <a:ext cx="40227" cy="81943"/>
            </a:xfrm>
            <a:custGeom>
              <a:avLst/>
              <a:gdLst/>
              <a:ahLst/>
              <a:cxnLst/>
              <a:rect l="l" t="t" r="r" b="b"/>
              <a:pathLst>
                <a:path w="405" h="825" extrusionOk="0">
                  <a:moveTo>
                    <a:pt x="0" y="1"/>
                  </a:moveTo>
                  <a:lnTo>
                    <a:pt x="0" y="17"/>
                  </a:lnTo>
                  <a:cubicBezTo>
                    <a:pt x="33" y="53"/>
                    <a:pt x="69" y="53"/>
                    <a:pt x="101" y="70"/>
                  </a:cubicBezTo>
                  <a:lnTo>
                    <a:pt x="134" y="70"/>
                  </a:lnTo>
                  <a:cubicBezTo>
                    <a:pt x="117" y="53"/>
                    <a:pt x="117" y="53"/>
                    <a:pt x="101" y="53"/>
                  </a:cubicBezTo>
                  <a:cubicBezTo>
                    <a:pt x="69" y="37"/>
                    <a:pt x="33" y="37"/>
                    <a:pt x="16" y="1"/>
                  </a:cubicBezTo>
                  <a:close/>
                  <a:moveTo>
                    <a:pt x="134" y="70"/>
                  </a:moveTo>
                  <a:lnTo>
                    <a:pt x="134" y="70"/>
                  </a:lnTo>
                  <a:cubicBezTo>
                    <a:pt x="186" y="86"/>
                    <a:pt x="235" y="118"/>
                    <a:pt x="303" y="138"/>
                  </a:cubicBezTo>
                  <a:lnTo>
                    <a:pt x="319" y="138"/>
                  </a:lnTo>
                  <a:cubicBezTo>
                    <a:pt x="336" y="138"/>
                    <a:pt x="356" y="138"/>
                    <a:pt x="372" y="154"/>
                  </a:cubicBezTo>
                  <a:cubicBezTo>
                    <a:pt x="388" y="171"/>
                    <a:pt x="388" y="187"/>
                    <a:pt x="388" y="187"/>
                  </a:cubicBezTo>
                  <a:cubicBezTo>
                    <a:pt x="372" y="219"/>
                    <a:pt x="372" y="272"/>
                    <a:pt x="372" y="304"/>
                  </a:cubicBezTo>
                  <a:lnTo>
                    <a:pt x="372" y="340"/>
                  </a:lnTo>
                  <a:cubicBezTo>
                    <a:pt x="372" y="389"/>
                    <a:pt x="372" y="441"/>
                    <a:pt x="356" y="490"/>
                  </a:cubicBezTo>
                  <a:lnTo>
                    <a:pt x="356" y="591"/>
                  </a:lnTo>
                  <a:lnTo>
                    <a:pt x="356" y="659"/>
                  </a:lnTo>
                  <a:lnTo>
                    <a:pt x="356" y="708"/>
                  </a:lnTo>
                  <a:cubicBezTo>
                    <a:pt x="356" y="692"/>
                    <a:pt x="356" y="676"/>
                    <a:pt x="372" y="659"/>
                  </a:cubicBezTo>
                  <a:lnTo>
                    <a:pt x="372" y="591"/>
                  </a:lnTo>
                  <a:lnTo>
                    <a:pt x="372" y="490"/>
                  </a:lnTo>
                  <a:cubicBezTo>
                    <a:pt x="372" y="441"/>
                    <a:pt x="388" y="389"/>
                    <a:pt x="388" y="340"/>
                  </a:cubicBezTo>
                  <a:lnTo>
                    <a:pt x="388" y="304"/>
                  </a:lnTo>
                  <a:cubicBezTo>
                    <a:pt x="388" y="272"/>
                    <a:pt x="388" y="239"/>
                    <a:pt x="404" y="203"/>
                  </a:cubicBezTo>
                  <a:cubicBezTo>
                    <a:pt x="404" y="187"/>
                    <a:pt x="388" y="171"/>
                    <a:pt x="388" y="154"/>
                  </a:cubicBezTo>
                  <a:cubicBezTo>
                    <a:pt x="356" y="138"/>
                    <a:pt x="336" y="118"/>
                    <a:pt x="319" y="118"/>
                  </a:cubicBezTo>
                  <a:lnTo>
                    <a:pt x="303" y="118"/>
                  </a:lnTo>
                  <a:cubicBezTo>
                    <a:pt x="255" y="102"/>
                    <a:pt x="186" y="86"/>
                    <a:pt x="134" y="70"/>
                  </a:cubicBezTo>
                  <a:close/>
                  <a:moveTo>
                    <a:pt x="356" y="708"/>
                  </a:moveTo>
                  <a:cubicBezTo>
                    <a:pt x="336" y="708"/>
                    <a:pt x="336" y="724"/>
                    <a:pt x="336" y="724"/>
                  </a:cubicBezTo>
                  <a:lnTo>
                    <a:pt x="336" y="776"/>
                  </a:lnTo>
                  <a:cubicBezTo>
                    <a:pt x="336" y="793"/>
                    <a:pt x="336" y="809"/>
                    <a:pt x="356" y="825"/>
                  </a:cubicBezTo>
                  <a:lnTo>
                    <a:pt x="356" y="776"/>
                  </a:lnTo>
                  <a:lnTo>
                    <a:pt x="356" y="724"/>
                  </a:lnTo>
                  <a:lnTo>
                    <a:pt x="356" y="7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9">
              <a:extLst>
                <a:ext uri="{FF2B5EF4-FFF2-40B4-BE49-F238E27FC236}">
                  <a16:creationId xmlns:a16="http://schemas.microsoft.com/office/drawing/2014/main" id="{E962F153-FC23-0E88-0B97-0ABBFA70EE3D}"/>
                </a:ext>
              </a:extLst>
            </p:cNvPr>
            <p:cNvSpPr/>
            <p:nvPr/>
          </p:nvSpPr>
          <p:spPr>
            <a:xfrm>
              <a:off x="1939945" y="220299"/>
              <a:ext cx="299465" cy="152166"/>
            </a:xfrm>
            <a:custGeom>
              <a:avLst/>
              <a:gdLst/>
              <a:ahLst/>
              <a:cxnLst/>
              <a:rect l="l" t="t" r="r" b="b"/>
              <a:pathLst>
                <a:path w="3015" h="1532" extrusionOk="0">
                  <a:moveTo>
                    <a:pt x="49" y="0"/>
                  </a:moveTo>
                  <a:cubicBezTo>
                    <a:pt x="33" y="0"/>
                    <a:pt x="17" y="0"/>
                    <a:pt x="0" y="16"/>
                  </a:cubicBezTo>
                  <a:lnTo>
                    <a:pt x="0" y="53"/>
                  </a:lnTo>
                  <a:cubicBezTo>
                    <a:pt x="17" y="69"/>
                    <a:pt x="17" y="101"/>
                    <a:pt x="17" y="117"/>
                  </a:cubicBezTo>
                  <a:lnTo>
                    <a:pt x="17" y="53"/>
                  </a:lnTo>
                  <a:lnTo>
                    <a:pt x="17" y="16"/>
                  </a:lnTo>
                  <a:lnTo>
                    <a:pt x="49" y="16"/>
                  </a:lnTo>
                  <a:cubicBezTo>
                    <a:pt x="65" y="16"/>
                    <a:pt x="85" y="16"/>
                    <a:pt x="85" y="32"/>
                  </a:cubicBezTo>
                  <a:lnTo>
                    <a:pt x="101" y="32"/>
                  </a:lnTo>
                  <a:cubicBezTo>
                    <a:pt x="251" y="101"/>
                    <a:pt x="404" y="154"/>
                    <a:pt x="570" y="218"/>
                  </a:cubicBezTo>
                  <a:cubicBezTo>
                    <a:pt x="655" y="255"/>
                    <a:pt x="740" y="287"/>
                    <a:pt x="825" y="319"/>
                  </a:cubicBezTo>
                  <a:cubicBezTo>
                    <a:pt x="893" y="356"/>
                    <a:pt x="974" y="372"/>
                    <a:pt x="1059" y="404"/>
                  </a:cubicBezTo>
                  <a:cubicBezTo>
                    <a:pt x="1111" y="436"/>
                    <a:pt x="1176" y="457"/>
                    <a:pt x="1245" y="489"/>
                  </a:cubicBezTo>
                  <a:cubicBezTo>
                    <a:pt x="1330" y="505"/>
                    <a:pt x="1398" y="537"/>
                    <a:pt x="1479" y="574"/>
                  </a:cubicBezTo>
                  <a:cubicBezTo>
                    <a:pt x="1515" y="590"/>
                    <a:pt x="1531" y="606"/>
                    <a:pt x="1564" y="606"/>
                  </a:cubicBezTo>
                  <a:cubicBezTo>
                    <a:pt x="1616" y="622"/>
                    <a:pt x="1665" y="659"/>
                    <a:pt x="1717" y="675"/>
                  </a:cubicBezTo>
                  <a:cubicBezTo>
                    <a:pt x="1766" y="691"/>
                    <a:pt x="1802" y="707"/>
                    <a:pt x="1851" y="723"/>
                  </a:cubicBezTo>
                  <a:cubicBezTo>
                    <a:pt x="1883" y="739"/>
                    <a:pt x="1919" y="760"/>
                    <a:pt x="1968" y="760"/>
                  </a:cubicBezTo>
                  <a:cubicBezTo>
                    <a:pt x="1935" y="739"/>
                    <a:pt x="1883" y="723"/>
                    <a:pt x="1851" y="707"/>
                  </a:cubicBezTo>
                  <a:cubicBezTo>
                    <a:pt x="1818" y="691"/>
                    <a:pt x="1766" y="675"/>
                    <a:pt x="1733" y="659"/>
                  </a:cubicBezTo>
                  <a:cubicBezTo>
                    <a:pt x="1681" y="638"/>
                    <a:pt x="1616" y="622"/>
                    <a:pt x="1564" y="590"/>
                  </a:cubicBezTo>
                  <a:cubicBezTo>
                    <a:pt x="1548" y="590"/>
                    <a:pt x="1515" y="574"/>
                    <a:pt x="1479" y="558"/>
                  </a:cubicBezTo>
                  <a:cubicBezTo>
                    <a:pt x="1414" y="537"/>
                    <a:pt x="1330" y="505"/>
                    <a:pt x="1245" y="473"/>
                  </a:cubicBezTo>
                  <a:cubicBezTo>
                    <a:pt x="1176" y="436"/>
                    <a:pt x="1128" y="420"/>
                    <a:pt x="1059" y="388"/>
                  </a:cubicBezTo>
                  <a:cubicBezTo>
                    <a:pt x="974" y="372"/>
                    <a:pt x="909" y="335"/>
                    <a:pt x="825" y="303"/>
                  </a:cubicBezTo>
                  <a:cubicBezTo>
                    <a:pt x="740" y="271"/>
                    <a:pt x="655" y="234"/>
                    <a:pt x="570" y="202"/>
                  </a:cubicBezTo>
                  <a:cubicBezTo>
                    <a:pt x="421" y="154"/>
                    <a:pt x="251" y="85"/>
                    <a:pt x="101" y="16"/>
                  </a:cubicBezTo>
                  <a:cubicBezTo>
                    <a:pt x="85" y="16"/>
                    <a:pt x="65" y="0"/>
                    <a:pt x="49" y="0"/>
                  </a:cubicBezTo>
                  <a:close/>
                  <a:moveTo>
                    <a:pt x="1968" y="760"/>
                  </a:moveTo>
                  <a:cubicBezTo>
                    <a:pt x="2069" y="808"/>
                    <a:pt x="2170" y="840"/>
                    <a:pt x="2271" y="893"/>
                  </a:cubicBezTo>
                  <a:cubicBezTo>
                    <a:pt x="2323" y="909"/>
                    <a:pt x="2372" y="925"/>
                    <a:pt x="2408" y="941"/>
                  </a:cubicBezTo>
                  <a:cubicBezTo>
                    <a:pt x="2457" y="962"/>
                    <a:pt x="2489" y="978"/>
                    <a:pt x="2541" y="994"/>
                  </a:cubicBezTo>
                  <a:cubicBezTo>
                    <a:pt x="2659" y="1026"/>
                    <a:pt x="2776" y="1079"/>
                    <a:pt x="2893" y="1127"/>
                  </a:cubicBezTo>
                  <a:cubicBezTo>
                    <a:pt x="2893" y="1127"/>
                    <a:pt x="2913" y="1127"/>
                    <a:pt x="2929" y="1143"/>
                  </a:cubicBezTo>
                  <a:cubicBezTo>
                    <a:pt x="2945" y="1143"/>
                    <a:pt x="2978" y="1164"/>
                    <a:pt x="2994" y="1180"/>
                  </a:cubicBezTo>
                  <a:lnTo>
                    <a:pt x="3014" y="1180"/>
                  </a:lnTo>
                  <a:lnTo>
                    <a:pt x="3014" y="1164"/>
                  </a:lnTo>
                  <a:cubicBezTo>
                    <a:pt x="2978" y="1143"/>
                    <a:pt x="2962" y="1127"/>
                    <a:pt x="2929" y="1127"/>
                  </a:cubicBezTo>
                  <a:cubicBezTo>
                    <a:pt x="2913" y="1127"/>
                    <a:pt x="2893" y="1127"/>
                    <a:pt x="2893" y="1111"/>
                  </a:cubicBezTo>
                  <a:cubicBezTo>
                    <a:pt x="2776" y="1063"/>
                    <a:pt x="2659" y="1026"/>
                    <a:pt x="2541" y="978"/>
                  </a:cubicBezTo>
                  <a:cubicBezTo>
                    <a:pt x="2509" y="962"/>
                    <a:pt x="2457" y="941"/>
                    <a:pt x="2408" y="925"/>
                  </a:cubicBezTo>
                  <a:cubicBezTo>
                    <a:pt x="2372" y="909"/>
                    <a:pt x="2323" y="893"/>
                    <a:pt x="2287" y="877"/>
                  </a:cubicBezTo>
                  <a:cubicBezTo>
                    <a:pt x="2186" y="840"/>
                    <a:pt x="2069" y="792"/>
                    <a:pt x="1968" y="760"/>
                  </a:cubicBezTo>
                  <a:close/>
                  <a:moveTo>
                    <a:pt x="17" y="117"/>
                  </a:moveTo>
                  <a:lnTo>
                    <a:pt x="17" y="388"/>
                  </a:lnTo>
                  <a:lnTo>
                    <a:pt x="17" y="521"/>
                  </a:lnTo>
                  <a:lnTo>
                    <a:pt x="17" y="622"/>
                  </a:lnTo>
                  <a:lnTo>
                    <a:pt x="17" y="723"/>
                  </a:lnTo>
                  <a:lnTo>
                    <a:pt x="17" y="792"/>
                  </a:lnTo>
                  <a:lnTo>
                    <a:pt x="17" y="1026"/>
                  </a:lnTo>
                  <a:lnTo>
                    <a:pt x="17" y="1313"/>
                  </a:lnTo>
                  <a:lnTo>
                    <a:pt x="17" y="1515"/>
                  </a:lnTo>
                  <a:lnTo>
                    <a:pt x="17" y="1531"/>
                  </a:lnTo>
                  <a:lnTo>
                    <a:pt x="33" y="1531"/>
                  </a:lnTo>
                  <a:lnTo>
                    <a:pt x="33" y="1515"/>
                  </a:lnTo>
                  <a:lnTo>
                    <a:pt x="33" y="1313"/>
                  </a:lnTo>
                  <a:lnTo>
                    <a:pt x="33" y="1026"/>
                  </a:lnTo>
                  <a:lnTo>
                    <a:pt x="33" y="792"/>
                  </a:lnTo>
                  <a:lnTo>
                    <a:pt x="33" y="723"/>
                  </a:lnTo>
                  <a:lnTo>
                    <a:pt x="33" y="622"/>
                  </a:lnTo>
                  <a:lnTo>
                    <a:pt x="33" y="521"/>
                  </a:lnTo>
                  <a:lnTo>
                    <a:pt x="33" y="388"/>
                  </a:lnTo>
                  <a:cubicBezTo>
                    <a:pt x="17" y="303"/>
                    <a:pt x="17" y="202"/>
                    <a:pt x="17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9">
              <a:extLst>
                <a:ext uri="{FF2B5EF4-FFF2-40B4-BE49-F238E27FC236}">
                  <a16:creationId xmlns:a16="http://schemas.microsoft.com/office/drawing/2014/main" id="{417E3B7C-8D89-D52A-9C2F-C4A96ED15C11}"/>
                </a:ext>
              </a:extLst>
            </p:cNvPr>
            <p:cNvSpPr/>
            <p:nvPr/>
          </p:nvSpPr>
          <p:spPr>
            <a:xfrm>
              <a:off x="2530134" y="674909"/>
              <a:ext cx="33473" cy="10131"/>
            </a:xfrm>
            <a:custGeom>
              <a:avLst/>
              <a:gdLst/>
              <a:ahLst/>
              <a:cxnLst/>
              <a:rect l="l" t="t" r="r" b="b"/>
              <a:pathLst>
                <a:path w="337" h="102" extrusionOk="0">
                  <a:moveTo>
                    <a:pt x="1" y="0"/>
                  </a:moveTo>
                  <a:lnTo>
                    <a:pt x="1" y="20"/>
                  </a:lnTo>
                  <a:cubicBezTo>
                    <a:pt x="49" y="20"/>
                    <a:pt x="82" y="36"/>
                    <a:pt x="118" y="53"/>
                  </a:cubicBezTo>
                  <a:cubicBezTo>
                    <a:pt x="134" y="53"/>
                    <a:pt x="150" y="53"/>
                    <a:pt x="183" y="69"/>
                  </a:cubicBezTo>
                  <a:lnTo>
                    <a:pt x="203" y="69"/>
                  </a:lnTo>
                  <a:cubicBezTo>
                    <a:pt x="251" y="85"/>
                    <a:pt x="284" y="101"/>
                    <a:pt x="320" y="101"/>
                  </a:cubicBezTo>
                  <a:lnTo>
                    <a:pt x="336" y="101"/>
                  </a:lnTo>
                  <a:cubicBezTo>
                    <a:pt x="284" y="85"/>
                    <a:pt x="251" y="69"/>
                    <a:pt x="219" y="53"/>
                  </a:cubicBezTo>
                  <a:lnTo>
                    <a:pt x="183" y="53"/>
                  </a:lnTo>
                  <a:cubicBezTo>
                    <a:pt x="166" y="53"/>
                    <a:pt x="134" y="36"/>
                    <a:pt x="118" y="36"/>
                  </a:cubicBezTo>
                  <a:cubicBezTo>
                    <a:pt x="82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9">
              <a:extLst>
                <a:ext uri="{FF2B5EF4-FFF2-40B4-BE49-F238E27FC236}">
                  <a16:creationId xmlns:a16="http://schemas.microsoft.com/office/drawing/2014/main" id="{B9F82251-06D3-08DC-7629-1017109F39F0}"/>
                </a:ext>
              </a:extLst>
            </p:cNvPr>
            <p:cNvSpPr/>
            <p:nvPr/>
          </p:nvSpPr>
          <p:spPr>
            <a:xfrm>
              <a:off x="2344396" y="588199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1"/>
                  </a:moveTo>
                  <a:cubicBezTo>
                    <a:pt x="0" y="17"/>
                    <a:pt x="17" y="17"/>
                    <a:pt x="33" y="17"/>
                  </a:cubicBezTo>
                  <a:cubicBezTo>
                    <a:pt x="53" y="17"/>
                    <a:pt x="69" y="33"/>
                    <a:pt x="85" y="33"/>
                  </a:cubicBezTo>
                  <a:lnTo>
                    <a:pt x="85" y="17"/>
                  </a:lnTo>
                  <a:cubicBezTo>
                    <a:pt x="69" y="17"/>
                    <a:pt x="53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9">
              <a:extLst>
                <a:ext uri="{FF2B5EF4-FFF2-40B4-BE49-F238E27FC236}">
                  <a16:creationId xmlns:a16="http://schemas.microsoft.com/office/drawing/2014/main" id="{1901093E-57F8-88EA-E2D7-F94898E322B2}"/>
                </a:ext>
              </a:extLst>
            </p:cNvPr>
            <p:cNvSpPr/>
            <p:nvPr/>
          </p:nvSpPr>
          <p:spPr>
            <a:xfrm>
              <a:off x="1941534" y="372365"/>
              <a:ext cx="6953" cy="352802"/>
            </a:xfrm>
            <a:custGeom>
              <a:avLst/>
              <a:gdLst/>
              <a:ahLst/>
              <a:cxnLst/>
              <a:rect l="l" t="t" r="r" b="b"/>
              <a:pathLst>
                <a:path w="70" h="3552" extrusionOk="0">
                  <a:moveTo>
                    <a:pt x="1" y="0"/>
                  </a:moveTo>
                  <a:lnTo>
                    <a:pt x="1" y="37"/>
                  </a:lnTo>
                  <a:cubicBezTo>
                    <a:pt x="17" y="53"/>
                    <a:pt x="17" y="85"/>
                    <a:pt x="17" y="117"/>
                  </a:cubicBezTo>
                  <a:cubicBezTo>
                    <a:pt x="33" y="85"/>
                    <a:pt x="33" y="53"/>
                    <a:pt x="17" y="16"/>
                  </a:cubicBezTo>
                  <a:lnTo>
                    <a:pt x="33" y="0"/>
                  </a:lnTo>
                  <a:close/>
                  <a:moveTo>
                    <a:pt x="17" y="154"/>
                  </a:moveTo>
                  <a:lnTo>
                    <a:pt x="17" y="303"/>
                  </a:lnTo>
                  <a:cubicBezTo>
                    <a:pt x="33" y="255"/>
                    <a:pt x="33" y="202"/>
                    <a:pt x="17" y="154"/>
                  </a:cubicBezTo>
                  <a:close/>
                  <a:moveTo>
                    <a:pt x="17" y="303"/>
                  </a:moveTo>
                  <a:lnTo>
                    <a:pt x="17" y="441"/>
                  </a:lnTo>
                  <a:lnTo>
                    <a:pt x="17" y="574"/>
                  </a:lnTo>
                  <a:lnTo>
                    <a:pt x="17" y="744"/>
                  </a:lnTo>
                  <a:lnTo>
                    <a:pt x="17" y="845"/>
                  </a:lnTo>
                  <a:lnTo>
                    <a:pt x="17" y="909"/>
                  </a:lnTo>
                  <a:lnTo>
                    <a:pt x="17" y="946"/>
                  </a:lnTo>
                  <a:lnTo>
                    <a:pt x="17" y="1095"/>
                  </a:lnTo>
                  <a:lnTo>
                    <a:pt x="17" y="1164"/>
                  </a:lnTo>
                  <a:lnTo>
                    <a:pt x="17" y="1281"/>
                  </a:lnTo>
                  <a:lnTo>
                    <a:pt x="17" y="1467"/>
                  </a:lnTo>
                  <a:cubicBezTo>
                    <a:pt x="17" y="1531"/>
                    <a:pt x="17" y="1600"/>
                    <a:pt x="33" y="1652"/>
                  </a:cubicBezTo>
                  <a:lnTo>
                    <a:pt x="33" y="1467"/>
                  </a:lnTo>
                  <a:lnTo>
                    <a:pt x="33" y="1281"/>
                  </a:lnTo>
                  <a:lnTo>
                    <a:pt x="33" y="1164"/>
                  </a:lnTo>
                  <a:lnTo>
                    <a:pt x="33" y="1095"/>
                  </a:lnTo>
                  <a:lnTo>
                    <a:pt x="33" y="925"/>
                  </a:lnTo>
                  <a:lnTo>
                    <a:pt x="33" y="909"/>
                  </a:lnTo>
                  <a:lnTo>
                    <a:pt x="33" y="845"/>
                  </a:lnTo>
                  <a:lnTo>
                    <a:pt x="33" y="744"/>
                  </a:lnTo>
                  <a:lnTo>
                    <a:pt x="33" y="574"/>
                  </a:lnTo>
                  <a:lnTo>
                    <a:pt x="33" y="441"/>
                  </a:lnTo>
                  <a:cubicBezTo>
                    <a:pt x="17" y="388"/>
                    <a:pt x="17" y="356"/>
                    <a:pt x="17" y="303"/>
                  </a:cubicBezTo>
                  <a:close/>
                  <a:moveTo>
                    <a:pt x="33" y="1717"/>
                  </a:moveTo>
                  <a:lnTo>
                    <a:pt x="33" y="1834"/>
                  </a:lnTo>
                  <a:lnTo>
                    <a:pt x="33" y="1887"/>
                  </a:lnTo>
                  <a:lnTo>
                    <a:pt x="33" y="1919"/>
                  </a:lnTo>
                  <a:lnTo>
                    <a:pt x="33" y="2073"/>
                  </a:lnTo>
                  <a:lnTo>
                    <a:pt x="33" y="2323"/>
                  </a:lnTo>
                  <a:lnTo>
                    <a:pt x="33" y="2541"/>
                  </a:lnTo>
                  <a:lnTo>
                    <a:pt x="33" y="2743"/>
                  </a:lnTo>
                  <a:cubicBezTo>
                    <a:pt x="49" y="2929"/>
                    <a:pt x="49" y="3099"/>
                    <a:pt x="49" y="3284"/>
                  </a:cubicBezTo>
                  <a:lnTo>
                    <a:pt x="49" y="2743"/>
                  </a:lnTo>
                  <a:lnTo>
                    <a:pt x="49" y="2541"/>
                  </a:lnTo>
                  <a:lnTo>
                    <a:pt x="49" y="2323"/>
                  </a:lnTo>
                  <a:lnTo>
                    <a:pt x="49" y="2073"/>
                  </a:lnTo>
                  <a:lnTo>
                    <a:pt x="49" y="1919"/>
                  </a:lnTo>
                  <a:lnTo>
                    <a:pt x="49" y="1887"/>
                  </a:lnTo>
                  <a:lnTo>
                    <a:pt x="49" y="1834"/>
                  </a:lnTo>
                  <a:cubicBezTo>
                    <a:pt x="33" y="1802"/>
                    <a:pt x="33" y="1753"/>
                    <a:pt x="33" y="1717"/>
                  </a:cubicBezTo>
                  <a:close/>
                  <a:moveTo>
                    <a:pt x="49" y="3284"/>
                  </a:moveTo>
                  <a:lnTo>
                    <a:pt x="49" y="3470"/>
                  </a:lnTo>
                  <a:lnTo>
                    <a:pt x="49" y="3551"/>
                  </a:lnTo>
                  <a:lnTo>
                    <a:pt x="69" y="3551"/>
                  </a:lnTo>
                  <a:lnTo>
                    <a:pt x="69" y="3470"/>
                  </a:lnTo>
                  <a:cubicBezTo>
                    <a:pt x="69" y="3418"/>
                    <a:pt x="49" y="3349"/>
                    <a:pt x="49" y="32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9">
              <a:extLst>
                <a:ext uri="{FF2B5EF4-FFF2-40B4-BE49-F238E27FC236}">
                  <a16:creationId xmlns:a16="http://schemas.microsoft.com/office/drawing/2014/main" id="{44BC1200-0698-1131-D8BA-17917F49B64D}"/>
                </a:ext>
              </a:extLst>
            </p:cNvPr>
            <p:cNvSpPr/>
            <p:nvPr/>
          </p:nvSpPr>
          <p:spPr>
            <a:xfrm>
              <a:off x="1672363" y="64997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1"/>
                  </a:moveTo>
                  <a:cubicBezTo>
                    <a:pt x="590" y="1"/>
                    <a:pt x="557" y="33"/>
                    <a:pt x="521" y="49"/>
                  </a:cubicBezTo>
                  <a:lnTo>
                    <a:pt x="505" y="69"/>
                  </a:lnTo>
                  <a:cubicBezTo>
                    <a:pt x="420" y="118"/>
                    <a:pt x="355" y="170"/>
                    <a:pt x="287" y="203"/>
                  </a:cubicBezTo>
                  <a:cubicBezTo>
                    <a:pt x="271" y="219"/>
                    <a:pt x="234" y="235"/>
                    <a:pt x="218" y="251"/>
                  </a:cubicBezTo>
                  <a:cubicBezTo>
                    <a:pt x="170" y="287"/>
                    <a:pt x="117" y="320"/>
                    <a:pt x="69" y="352"/>
                  </a:cubicBezTo>
                  <a:lnTo>
                    <a:pt x="16" y="388"/>
                  </a:lnTo>
                  <a:lnTo>
                    <a:pt x="0" y="405"/>
                  </a:lnTo>
                  <a:lnTo>
                    <a:pt x="16" y="405"/>
                  </a:lnTo>
                  <a:lnTo>
                    <a:pt x="85" y="372"/>
                  </a:lnTo>
                  <a:cubicBezTo>
                    <a:pt x="133" y="336"/>
                    <a:pt x="170" y="304"/>
                    <a:pt x="218" y="271"/>
                  </a:cubicBezTo>
                  <a:cubicBezTo>
                    <a:pt x="254" y="251"/>
                    <a:pt x="271" y="235"/>
                    <a:pt x="303" y="219"/>
                  </a:cubicBezTo>
                  <a:cubicBezTo>
                    <a:pt x="372" y="170"/>
                    <a:pt x="436" y="118"/>
                    <a:pt x="505" y="86"/>
                  </a:cubicBezTo>
                  <a:cubicBezTo>
                    <a:pt x="521" y="69"/>
                    <a:pt x="521" y="69"/>
                    <a:pt x="537" y="49"/>
                  </a:cubicBezTo>
                  <a:cubicBezTo>
                    <a:pt x="574" y="33"/>
                    <a:pt x="590" y="17"/>
                    <a:pt x="622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9">
              <a:extLst>
                <a:ext uri="{FF2B5EF4-FFF2-40B4-BE49-F238E27FC236}">
                  <a16:creationId xmlns:a16="http://schemas.microsoft.com/office/drawing/2014/main" id="{3E822572-5E40-3470-657A-02729C2B3583}"/>
                </a:ext>
              </a:extLst>
            </p:cNvPr>
            <p:cNvSpPr/>
            <p:nvPr/>
          </p:nvSpPr>
          <p:spPr>
            <a:xfrm>
              <a:off x="1675542" y="576578"/>
              <a:ext cx="62277" cy="43405"/>
            </a:xfrm>
            <a:custGeom>
              <a:avLst/>
              <a:gdLst/>
              <a:ahLst/>
              <a:cxnLst/>
              <a:rect l="l" t="t" r="r" b="b"/>
              <a:pathLst>
                <a:path w="627" h="437" extrusionOk="0">
                  <a:moveTo>
                    <a:pt x="606" y="0"/>
                  </a:moveTo>
                  <a:cubicBezTo>
                    <a:pt x="590" y="0"/>
                    <a:pt x="574" y="17"/>
                    <a:pt x="542" y="33"/>
                  </a:cubicBezTo>
                  <a:lnTo>
                    <a:pt x="542" y="49"/>
                  </a:lnTo>
                  <a:cubicBezTo>
                    <a:pt x="404" y="134"/>
                    <a:pt x="271" y="235"/>
                    <a:pt x="138" y="336"/>
                  </a:cubicBezTo>
                  <a:lnTo>
                    <a:pt x="21" y="421"/>
                  </a:lnTo>
                  <a:lnTo>
                    <a:pt x="0" y="437"/>
                  </a:lnTo>
                  <a:lnTo>
                    <a:pt x="21" y="437"/>
                  </a:lnTo>
                  <a:lnTo>
                    <a:pt x="138" y="352"/>
                  </a:lnTo>
                  <a:cubicBezTo>
                    <a:pt x="271" y="251"/>
                    <a:pt x="404" y="150"/>
                    <a:pt x="558" y="49"/>
                  </a:cubicBezTo>
                  <a:cubicBezTo>
                    <a:pt x="574" y="33"/>
                    <a:pt x="590" y="17"/>
                    <a:pt x="626" y="17"/>
                  </a:cubicBezTo>
                  <a:lnTo>
                    <a:pt x="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>
              <a:extLst>
                <a:ext uri="{FF2B5EF4-FFF2-40B4-BE49-F238E27FC236}">
                  <a16:creationId xmlns:a16="http://schemas.microsoft.com/office/drawing/2014/main" id="{01753DD9-7F25-D155-6952-01B2F551A210}"/>
                </a:ext>
              </a:extLst>
            </p:cNvPr>
            <p:cNvSpPr/>
            <p:nvPr/>
          </p:nvSpPr>
          <p:spPr>
            <a:xfrm>
              <a:off x="2269406" y="422525"/>
              <a:ext cx="91975" cy="36949"/>
            </a:xfrm>
            <a:custGeom>
              <a:avLst/>
              <a:gdLst/>
              <a:ahLst/>
              <a:cxnLst/>
              <a:rect l="l" t="t" r="r" b="b"/>
              <a:pathLst>
                <a:path w="926" h="372" extrusionOk="0">
                  <a:moveTo>
                    <a:pt x="0" y="0"/>
                  </a:moveTo>
                  <a:lnTo>
                    <a:pt x="0" y="16"/>
                  </a:lnTo>
                  <a:cubicBezTo>
                    <a:pt x="49" y="37"/>
                    <a:pt x="81" y="53"/>
                    <a:pt x="117" y="53"/>
                  </a:cubicBezTo>
                  <a:cubicBezTo>
                    <a:pt x="81" y="37"/>
                    <a:pt x="49" y="16"/>
                    <a:pt x="0" y="0"/>
                  </a:cubicBezTo>
                  <a:close/>
                  <a:moveTo>
                    <a:pt x="117" y="53"/>
                  </a:moveTo>
                  <a:cubicBezTo>
                    <a:pt x="133" y="69"/>
                    <a:pt x="149" y="69"/>
                    <a:pt x="166" y="85"/>
                  </a:cubicBezTo>
                  <a:cubicBezTo>
                    <a:pt x="202" y="85"/>
                    <a:pt x="234" y="101"/>
                    <a:pt x="283" y="117"/>
                  </a:cubicBezTo>
                  <a:cubicBezTo>
                    <a:pt x="319" y="138"/>
                    <a:pt x="351" y="154"/>
                    <a:pt x="404" y="170"/>
                  </a:cubicBezTo>
                  <a:cubicBezTo>
                    <a:pt x="521" y="218"/>
                    <a:pt x="638" y="271"/>
                    <a:pt x="739" y="303"/>
                  </a:cubicBezTo>
                  <a:cubicBezTo>
                    <a:pt x="788" y="319"/>
                    <a:pt x="824" y="340"/>
                    <a:pt x="856" y="356"/>
                  </a:cubicBezTo>
                  <a:cubicBezTo>
                    <a:pt x="873" y="356"/>
                    <a:pt x="909" y="356"/>
                    <a:pt x="925" y="372"/>
                  </a:cubicBezTo>
                  <a:lnTo>
                    <a:pt x="925" y="356"/>
                  </a:lnTo>
                  <a:cubicBezTo>
                    <a:pt x="909" y="356"/>
                    <a:pt x="889" y="340"/>
                    <a:pt x="873" y="340"/>
                  </a:cubicBezTo>
                  <a:cubicBezTo>
                    <a:pt x="824" y="319"/>
                    <a:pt x="788" y="303"/>
                    <a:pt x="755" y="287"/>
                  </a:cubicBezTo>
                  <a:cubicBezTo>
                    <a:pt x="638" y="255"/>
                    <a:pt x="521" y="202"/>
                    <a:pt x="404" y="154"/>
                  </a:cubicBezTo>
                  <a:cubicBezTo>
                    <a:pt x="368" y="138"/>
                    <a:pt x="319" y="117"/>
                    <a:pt x="283" y="101"/>
                  </a:cubicBezTo>
                  <a:cubicBezTo>
                    <a:pt x="250" y="101"/>
                    <a:pt x="202" y="85"/>
                    <a:pt x="166" y="69"/>
                  </a:cubicBezTo>
                  <a:cubicBezTo>
                    <a:pt x="149" y="69"/>
                    <a:pt x="133" y="53"/>
                    <a:pt x="11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9">
              <a:extLst>
                <a:ext uri="{FF2B5EF4-FFF2-40B4-BE49-F238E27FC236}">
                  <a16:creationId xmlns:a16="http://schemas.microsoft.com/office/drawing/2014/main" id="{5EEFCBE5-E08A-BB8E-DDDB-BAEBCDE0671A}"/>
                </a:ext>
              </a:extLst>
            </p:cNvPr>
            <p:cNvSpPr/>
            <p:nvPr/>
          </p:nvSpPr>
          <p:spPr>
            <a:xfrm>
              <a:off x="2558243" y="482716"/>
              <a:ext cx="67144" cy="359556"/>
            </a:xfrm>
            <a:custGeom>
              <a:avLst/>
              <a:gdLst/>
              <a:ahLst/>
              <a:cxnLst/>
              <a:rect l="l" t="t" r="r" b="b"/>
              <a:pathLst>
                <a:path w="676" h="3620" extrusionOk="0">
                  <a:moveTo>
                    <a:pt x="1" y="0"/>
                  </a:moveTo>
                  <a:cubicBezTo>
                    <a:pt x="21" y="0"/>
                    <a:pt x="53" y="16"/>
                    <a:pt x="69" y="16"/>
                  </a:cubicBezTo>
                  <a:cubicBezTo>
                    <a:pt x="53" y="0"/>
                    <a:pt x="37" y="0"/>
                    <a:pt x="1" y="0"/>
                  </a:cubicBezTo>
                  <a:close/>
                  <a:moveTo>
                    <a:pt x="69" y="16"/>
                  </a:moveTo>
                  <a:cubicBezTo>
                    <a:pt x="69" y="36"/>
                    <a:pt x="85" y="36"/>
                    <a:pt x="85" y="36"/>
                  </a:cubicBezTo>
                  <a:cubicBezTo>
                    <a:pt x="122" y="53"/>
                    <a:pt x="154" y="69"/>
                    <a:pt x="186" y="69"/>
                  </a:cubicBezTo>
                  <a:cubicBezTo>
                    <a:pt x="154" y="53"/>
                    <a:pt x="122" y="36"/>
                    <a:pt x="102" y="16"/>
                  </a:cubicBezTo>
                  <a:close/>
                  <a:moveTo>
                    <a:pt x="186" y="69"/>
                  </a:moveTo>
                  <a:cubicBezTo>
                    <a:pt x="203" y="85"/>
                    <a:pt x="223" y="85"/>
                    <a:pt x="239" y="101"/>
                  </a:cubicBezTo>
                  <a:cubicBezTo>
                    <a:pt x="255" y="101"/>
                    <a:pt x="271" y="137"/>
                    <a:pt x="271" y="154"/>
                  </a:cubicBezTo>
                  <a:cubicBezTo>
                    <a:pt x="271" y="271"/>
                    <a:pt x="287" y="356"/>
                    <a:pt x="304" y="440"/>
                  </a:cubicBezTo>
                  <a:cubicBezTo>
                    <a:pt x="304" y="356"/>
                    <a:pt x="287" y="255"/>
                    <a:pt x="287" y="154"/>
                  </a:cubicBezTo>
                  <a:cubicBezTo>
                    <a:pt x="271" y="117"/>
                    <a:pt x="271" y="101"/>
                    <a:pt x="239" y="85"/>
                  </a:cubicBezTo>
                  <a:cubicBezTo>
                    <a:pt x="223" y="69"/>
                    <a:pt x="203" y="69"/>
                    <a:pt x="186" y="69"/>
                  </a:cubicBezTo>
                  <a:close/>
                  <a:moveTo>
                    <a:pt x="304" y="440"/>
                  </a:moveTo>
                  <a:lnTo>
                    <a:pt x="304" y="558"/>
                  </a:lnTo>
                  <a:cubicBezTo>
                    <a:pt x="324" y="590"/>
                    <a:pt x="324" y="622"/>
                    <a:pt x="324" y="659"/>
                  </a:cubicBezTo>
                  <a:cubicBezTo>
                    <a:pt x="324" y="691"/>
                    <a:pt x="324" y="707"/>
                    <a:pt x="340" y="743"/>
                  </a:cubicBezTo>
                  <a:lnTo>
                    <a:pt x="340" y="659"/>
                  </a:lnTo>
                  <a:cubicBezTo>
                    <a:pt x="340" y="622"/>
                    <a:pt x="324" y="590"/>
                    <a:pt x="324" y="558"/>
                  </a:cubicBezTo>
                  <a:cubicBezTo>
                    <a:pt x="324" y="505"/>
                    <a:pt x="324" y="473"/>
                    <a:pt x="304" y="440"/>
                  </a:cubicBezTo>
                  <a:close/>
                  <a:moveTo>
                    <a:pt x="340" y="743"/>
                  </a:moveTo>
                  <a:lnTo>
                    <a:pt x="340" y="824"/>
                  </a:lnTo>
                  <a:cubicBezTo>
                    <a:pt x="356" y="861"/>
                    <a:pt x="356" y="893"/>
                    <a:pt x="356" y="925"/>
                  </a:cubicBezTo>
                  <a:lnTo>
                    <a:pt x="356" y="994"/>
                  </a:lnTo>
                  <a:cubicBezTo>
                    <a:pt x="372" y="1095"/>
                    <a:pt x="372" y="1180"/>
                    <a:pt x="388" y="1265"/>
                  </a:cubicBezTo>
                  <a:cubicBezTo>
                    <a:pt x="405" y="1329"/>
                    <a:pt x="405" y="1398"/>
                    <a:pt x="425" y="1467"/>
                  </a:cubicBezTo>
                  <a:cubicBezTo>
                    <a:pt x="425" y="1398"/>
                    <a:pt x="405" y="1329"/>
                    <a:pt x="405" y="1265"/>
                  </a:cubicBezTo>
                  <a:cubicBezTo>
                    <a:pt x="388" y="1164"/>
                    <a:pt x="388" y="1079"/>
                    <a:pt x="372" y="994"/>
                  </a:cubicBezTo>
                  <a:lnTo>
                    <a:pt x="372" y="925"/>
                  </a:lnTo>
                  <a:cubicBezTo>
                    <a:pt x="372" y="893"/>
                    <a:pt x="356" y="861"/>
                    <a:pt x="356" y="824"/>
                  </a:cubicBezTo>
                  <a:cubicBezTo>
                    <a:pt x="356" y="792"/>
                    <a:pt x="356" y="776"/>
                    <a:pt x="340" y="743"/>
                  </a:cubicBezTo>
                  <a:close/>
                  <a:moveTo>
                    <a:pt x="425" y="1467"/>
                  </a:moveTo>
                  <a:cubicBezTo>
                    <a:pt x="425" y="1551"/>
                    <a:pt x="441" y="1632"/>
                    <a:pt x="441" y="1701"/>
                  </a:cubicBezTo>
                  <a:cubicBezTo>
                    <a:pt x="441" y="1753"/>
                    <a:pt x="457" y="1818"/>
                    <a:pt x="457" y="1870"/>
                  </a:cubicBezTo>
                  <a:cubicBezTo>
                    <a:pt x="457" y="1887"/>
                    <a:pt x="457" y="1919"/>
                    <a:pt x="473" y="1935"/>
                  </a:cubicBezTo>
                  <a:lnTo>
                    <a:pt x="473" y="1854"/>
                  </a:lnTo>
                  <a:cubicBezTo>
                    <a:pt x="457" y="1802"/>
                    <a:pt x="457" y="1753"/>
                    <a:pt x="457" y="1701"/>
                  </a:cubicBezTo>
                  <a:cubicBezTo>
                    <a:pt x="441" y="1632"/>
                    <a:pt x="441" y="1551"/>
                    <a:pt x="425" y="1467"/>
                  </a:cubicBezTo>
                  <a:close/>
                  <a:moveTo>
                    <a:pt x="473" y="1935"/>
                  </a:moveTo>
                  <a:cubicBezTo>
                    <a:pt x="473" y="2004"/>
                    <a:pt x="473" y="2089"/>
                    <a:pt x="489" y="2157"/>
                  </a:cubicBezTo>
                  <a:cubicBezTo>
                    <a:pt x="506" y="2206"/>
                    <a:pt x="506" y="2258"/>
                    <a:pt x="506" y="2323"/>
                  </a:cubicBezTo>
                  <a:cubicBezTo>
                    <a:pt x="526" y="2359"/>
                    <a:pt x="526" y="2392"/>
                    <a:pt x="526" y="2440"/>
                  </a:cubicBezTo>
                  <a:cubicBezTo>
                    <a:pt x="526" y="2476"/>
                    <a:pt x="526" y="2509"/>
                    <a:pt x="542" y="2525"/>
                  </a:cubicBezTo>
                  <a:lnTo>
                    <a:pt x="542" y="2440"/>
                  </a:lnTo>
                  <a:cubicBezTo>
                    <a:pt x="542" y="2392"/>
                    <a:pt x="526" y="2359"/>
                    <a:pt x="526" y="2323"/>
                  </a:cubicBezTo>
                  <a:cubicBezTo>
                    <a:pt x="526" y="2258"/>
                    <a:pt x="506" y="2206"/>
                    <a:pt x="506" y="2157"/>
                  </a:cubicBezTo>
                  <a:cubicBezTo>
                    <a:pt x="489" y="2072"/>
                    <a:pt x="489" y="2004"/>
                    <a:pt x="473" y="1935"/>
                  </a:cubicBezTo>
                  <a:close/>
                  <a:moveTo>
                    <a:pt x="542" y="2525"/>
                  </a:moveTo>
                  <a:cubicBezTo>
                    <a:pt x="542" y="2626"/>
                    <a:pt x="558" y="2727"/>
                    <a:pt x="558" y="2812"/>
                  </a:cubicBezTo>
                  <a:cubicBezTo>
                    <a:pt x="574" y="2897"/>
                    <a:pt x="590" y="2981"/>
                    <a:pt x="590" y="3082"/>
                  </a:cubicBezTo>
                  <a:cubicBezTo>
                    <a:pt x="607" y="3131"/>
                    <a:pt x="607" y="3167"/>
                    <a:pt x="607" y="3216"/>
                  </a:cubicBezTo>
                  <a:cubicBezTo>
                    <a:pt x="627" y="3284"/>
                    <a:pt x="627" y="3333"/>
                    <a:pt x="643" y="3402"/>
                  </a:cubicBezTo>
                  <a:cubicBezTo>
                    <a:pt x="643" y="3333"/>
                    <a:pt x="627" y="3284"/>
                    <a:pt x="627" y="3216"/>
                  </a:cubicBezTo>
                  <a:cubicBezTo>
                    <a:pt x="627" y="3167"/>
                    <a:pt x="607" y="3115"/>
                    <a:pt x="607" y="3082"/>
                  </a:cubicBezTo>
                  <a:cubicBezTo>
                    <a:pt x="590" y="2981"/>
                    <a:pt x="590" y="2897"/>
                    <a:pt x="574" y="2812"/>
                  </a:cubicBezTo>
                  <a:cubicBezTo>
                    <a:pt x="574" y="2727"/>
                    <a:pt x="558" y="2626"/>
                    <a:pt x="542" y="2525"/>
                  </a:cubicBezTo>
                  <a:close/>
                  <a:moveTo>
                    <a:pt x="643" y="3402"/>
                  </a:moveTo>
                  <a:lnTo>
                    <a:pt x="643" y="3486"/>
                  </a:lnTo>
                  <a:cubicBezTo>
                    <a:pt x="643" y="3519"/>
                    <a:pt x="659" y="3551"/>
                    <a:pt x="659" y="3587"/>
                  </a:cubicBezTo>
                  <a:lnTo>
                    <a:pt x="659" y="3604"/>
                  </a:lnTo>
                  <a:lnTo>
                    <a:pt x="675" y="3587"/>
                  </a:lnTo>
                  <a:cubicBezTo>
                    <a:pt x="659" y="3551"/>
                    <a:pt x="659" y="3519"/>
                    <a:pt x="659" y="3486"/>
                  </a:cubicBezTo>
                  <a:cubicBezTo>
                    <a:pt x="659" y="3450"/>
                    <a:pt x="659" y="3434"/>
                    <a:pt x="643" y="3402"/>
                  </a:cubicBezTo>
                  <a:close/>
                  <a:moveTo>
                    <a:pt x="643" y="3604"/>
                  </a:moveTo>
                  <a:lnTo>
                    <a:pt x="659" y="3620"/>
                  </a:lnTo>
                  <a:lnTo>
                    <a:pt x="659" y="36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9">
              <a:extLst>
                <a:ext uri="{FF2B5EF4-FFF2-40B4-BE49-F238E27FC236}">
                  <a16:creationId xmlns:a16="http://schemas.microsoft.com/office/drawing/2014/main" id="{C99A970F-32C8-7844-25CD-E49CA05EA79A}"/>
                </a:ext>
              </a:extLst>
            </p:cNvPr>
            <p:cNvSpPr/>
            <p:nvPr/>
          </p:nvSpPr>
          <p:spPr>
            <a:xfrm>
              <a:off x="2601946" y="623161"/>
              <a:ext cx="31883" cy="15296"/>
            </a:xfrm>
            <a:custGeom>
              <a:avLst/>
              <a:gdLst/>
              <a:ahLst/>
              <a:cxnLst/>
              <a:rect l="l" t="t" r="r" b="b"/>
              <a:pathLst>
                <a:path w="321" h="154" extrusionOk="0">
                  <a:moveTo>
                    <a:pt x="320" y="0"/>
                  </a:moveTo>
                  <a:cubicBezTo>
                    <a:pt x="288" y="0"/>
                    <a:pt x="268" y="16"/>
                    <a:pt x="235" y="36"/>
                  </a:cubicBezTo>
                  <a:lnTo>
                    <a:pt x="219" y="36"/>
                  </a:lnTo>
                  <a:cubicBezTo>
                    <a:pt x="187" y="53"/>
                    <a:pt x="134" y="85"/>
                    <a:pt x="102" y="101"/>
                  </a:cubicBezTo>
                  <a:cubicBezTo>
                    <a:pt x="86" y="101"/>
                    <a:pt x="66" y="117"/>
                    <a:pt x="33" y="137"/>
                  </a:cubicBezTo>
                  <a:lnTo>
                    <a:pt x="1" y="137"/>
                  </a:lnTo>
                  <a:lnTo>
                    <a:pt x="1" y="154"/>
                  </a:lnTo>
                  <a:lnTo>
                    <a:pt x="17" y="154"/>
                  </a:lnTo>
                  <a:cubicBezTo>
                    <a:pt x="33" y="154"/>
                    <a:pt x="33" y="154"/>
                    <a:pt x="49" y="137"/>
                  </a:cubicBezTo>
                  <a:cubicBezTo>
                    <a:pt x="66" y="137"/>
                    <a:pt x="86" y="117"/>
                    <a:pt x="118" y="101"/>
                  </a:cubicBezTo>
                  <a:cubicBezTo>
                    <a:pt x="150" y="85"/>
                    <a:pt x="187" y="69"/>
                    <a:pt x="219" y="53"/>
                  </a:cubicBezTo>
                  <a:cubicBezTo>
                    <a:pt x="235" y="53"/>
                    <a:pt x="235" y="53"/>
                    <a:pt x="251" y="36"/>
                  </a:cubicBezTo>
                  <a:cubicBezTo>
                    <a:pt x="268" y="36"/>
                    <a:pt x="288" y="16"/>
                    <a:pt x="320" y="16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9">
              <a:extLst>
                <a:ext uri="{FF2B5EF4-FFF2-40B4-BE49-F238E27FC236}">
                  <a16:creationId xmlns:a16="http://schemas.microsoft.com/office/drawing/2014/main" id="{88877251-5D0C-9DDB-F4E5-C1CF0E4C260C}"/>
                </a:ext>
              </a:extLst>
            </p:cNvPr>
            <p:cNvSpPr/>
            <p:nvPr/>
          </p:nvSpPr>
          <p:spPr>
            <a:xfrm>
              <a:off x="1948387" y="795291"/>
              <a:ext cx="244042" cy="67044"/>
            </a:xfrm>
            <a:custGeom>
              <a:avLst/>
              <a:gdLst/>
              <a:ahLst/>
              <a:cxnLst/>
              <a:rect l="l" t="t" r="r" b="b"/>
              <a:pathLst>
                <a:path w="2457" h="675" extrusionOk="0">
                  <a:moveTo>
                    <a:pt x="0" y="0"/>
                  </a:moveTo>
                  <a:lnTo>
                    <a:pt x="0" y="20"/>
                  </a:lnTo>
                  <a:lnTo>
                    <a:pt x="49" y="20"/>
                  </a:lnTo>
                  <a:cubicBezTo>
                    <a:pt x="134" y="36"/>
                    <a:pt x="202" y="53"/>
                    <a:pt x="283" y="85"/>
                  </a:cubicBezTo>
                  <a:cubicBezTo>
                    <a:pt x="368" y="101"/>
                    <a:pt x="469" y="137"/>
                    <a:pt x="554" y="154"/>
                  </a:cubicBezTo>
                  <a:cubicBezTo>
                    <a:pt x="622" y="170"/>
                    <a:pt x="671" y="186"/>
                    <a:pt x="740" y="202"/>
                  </a:cubicBezTo>
                  <a:lnTo>
                    <a:pt x="788" y="222"/>
                  </a:lnTo>
                  <a:cubicBezTo>
                    <a:pt x="873" y="238"/>
                    <a:pt x="974" y="271"/>
                    <a:pt x="1059" y="287"/>
                  </a:cubicBezTo>
                  <a:cubicBezTo>
                    <a:pt x="1091" y="303"/>
                    <a:pt x="1144" y="303"/>
                    <a:pt x="1176" y="323"/>
                  </a:cubicBezTo>
                  <a:cubicBezTo>
                    <a:pt x="1212" y="339"/>
                    <a:pt x="1245" y="339"/>
                    <a:pt x="1277" y="356"/>
                  </a:cubicBezTo>
                  <a:cubicBezTo>
                    <a:pt x="1378" y="372"/>
                    <a:pt x="1479" y="404"/>
                    <a:pt x="1580" y="440"/>
                  </a:cubicBezTo>
                  <a:lnTo>
                    <a:pt x="1648" y="440"/>
                  </a:lnTo>
                  <a:lnTo>
                    <a:pt x="1596" y="424"/>
                  </a:lnTo>
                  <a:cubicBezTo>
                    <a:pt x="1495" y="388"/>
                    <a:pt x="1378" y="372"/>
                    <a:pt x="1277" y="339"/>
                  </a:cubicBezTo>
                  <a:cubicBezTo>
                    <a:pt x="1245" y="323"/>
                    <a:pt x="1212" y="323"/>
                    <a:pt x="1176" y="303"/>
                  </a:cubicBezTo>
                  <a:cubicBezTo>
                    <a:pt x="1144" y="303"/>
                    <a:pt x="1111" y="287"/>
                    <a:pt x="1059" y="271"/>
                  </a:cubicBezTo>
                  <a:cubicBezTo>
                    <a:pt x="974" y="255"/>
                    <a:pt x="873" y="222"/>
                    <a:pt x="788" y="202"/>
                  </a:cubicBezTo>
                  <a:lnTo>
                    <a:pt x="740" y="186"/>
                  </a:lnTo>
                  <a:cubicBezTo>
                    <a:pt x="687" y="170"/>
                    <a:pt x="622" y="154"/>
                    <a:pt x="554" y="137"/>
                  </a:cubicBezTo>
                  <a:cubicBezTo>
                    <a:pt x="469" y="121"/>
                    <a:pt x="368" y="85"/>
                    <a:pt x="283" y="69"/>
                  </a:cubicBezTo>
                  <a:cubicBezTo>
                    <a:pt x="218" y="53"/>
                    <a:pt x="134" y="20"/>
                    <a:pt x="65" y="0"/>
                  </a:cubicBezTo>
                  <a:close/>
                  <a:moveTo>
                    <a:pt x="1648" y="440"/>
                  </a:moveTo>
                  <a:cubicBezTo>
                    <a:pt x="1681" y="457"/>
                    <a:pt x="1717" y="473"/>
                    <a:pt x="1749" y="473"/>
                  </a:cubicBezTo>
                  <a:cubicBezTo>
                    <a:pt x="1798" y="489"/>
                    <a:pt x="1834" y="505"/>
                    <a:pt x="1883" y="505"/>
                  </a:cubicBezTo>
                  <a:cubicBezTo>
                    <a:pt x="1919" y="525"/>
                    <a:pt x="1951" y="525"/>
                    <a:pt x="1984" y="541"/>
                  </a:cubicBezTo>
                  <a:cubicBezTo>
                    <a:pt x="2036" y="558"/>
                    <a:pt x="2085" y="574"/>
                    <a:pt x="2153" y="574"/>
                  </a:cubicBezTo>
                  <a:cubicBezTo>
                    <a:pt x="2101" y="558"/>
                    <a:pt x="2036" y="541"/>
                    <a:pt x="1984" y="525"/>
                  </a:cubicBezTo>
                  <a:cubicBezTo>
                    <a:pt x="1951" y="505"/>
                    <a:pt x="1919" y="505"/>
                    <a:pt x="1883" y="489"/>
                  </a:cubicBezTo>
                  <a:cubicBezTo>
                    <a:pt x="1850" y="489"/>
                    <a:pt x="1798" y="473"/>
                    <a:pt x="1766" y="457"/>
                  </a:cubicBezTo>
                  <a:cubicBezTo>
                    <a:pt x="1717" y="457"/>
                    <a:pt x="1681" y="440"/>
                    <a:pt x="1648" y="440"/>
                  </a:cubicBezTo>
                  <a:close/>
                  <a:moveTo>
                    <a:pt x="2153" y="574"/>
                  </a:moveTo>
                  <a:cubicBezTo>
                    <a:pt x="2186" y="590"/>
                    <a:pt x="2238" y="606"/>
                    <a:pt x="2287" y="626"/>
                  </a:cubicBezTo>
                  <a:lnTo>
                    <a:pt x="2339" y="626"/>
                  </a:lnTo>
                  <a:cubicBezTo>
                    <a:pt x="2323" y="606"/>
                    <a:pt x="2303" y="606"/>
                    <a:pt x="2287" y="606"/>
                  </a:cubicBezTo>
                  <a:cubicBezTo>
                    <a:pt x="2238" y="590"/>
                    <a:pt x="2186" y="574"/>
                    <a:pt x="2153" y="574"/>
                  </a:cubicBezTo>
                  <a:close/>
                  <a:moveTo>
                    <a:pt x="2339" y="626"/>
                  </a:moveTo>
                  <a:cubicBezTo>
                    <a:pt x="2388" y="642"/>
                    <a:pt x="2424" y="642"/>
                    <a:pt x="2456" y="675"/>
                  </a:cubicBezTo>
                  <a:lnTo>
                    <a:pt x="2456" y="659"/>
                  </a:lnTo>
                  <a:cubicBezTo>
                    <a:pt x="2424" y="642"/>
                    <a:pt x="2388" y="626"/>
                    <a:pt x="2339" y="6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>
              <a:extLst>
                <a:ext uri="{FF2B5EF4-FFF2-40B4-BE49-F238E27FC236}">
                  <a16:creationId xmlns:a16="http://schemas.microsoft.com/office/drawing/2014/main" id="{9DA3C3C2-A1C3-45D4-4A64-51583EF6EDE4}"/>
                </a:ext>
              </a:extLst>
            </p:cNvPr>
            <p:cNvSpPr/>
            <p:nvPr/>
          </p:nvSpPr>
          <p:spPr>
            <a:xfrm>
              <a:off x="2387702" y="763507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17"/>
                    <a:pt x="21" y="37"/>
                    <a:pt x="21" y="53"/>
                  </a:cubicBezTo>
                  <a:cubicBezTo>
                    <a:pt x="21" y="37"/>
                    <a:pt x="37" y="1"/>
                    <a:pt x="1" y="1"/>
                  </a:cubicBezTo>
                  <a:close/>
                  <a:moveTo>
                    <a:pt x="21" y="53"/>
                  </a:moveTo>
                  <a:lnTo>
                    <a:pt x="21" y="154"/>
                  </a:lnTo>
                  <a:lnTo>
                    <a:pt x="21" y="219"/>
                  </a:lnTo>
                  <a:cubicBezTo>
                    <a:pt x="21" y="255"/>
                    <a:pt x="37" y="288"/>
                    <a:pt x="37" y="320"/>
                  </a:cubicBezTo>
                  <a:lnTo>
                    <a:pt x="37" y="373"/>
                  </a:lnTo>
                  <a:lnTo>
                    <a:pt x="37" y="441"/>
                  </a:lnTo>
                  <a:lnTo>
                    <a:pt x="37" y="474"/>
                  </a:lnTo>
                  <a:cubicBezTo>
                    <a:pt x="37" y="490"/>
                    <a:pt x="37" y="506"/>
                    <a:pt x="53" y="522"/>
                  </a:cubicBezTo>
                  <a:lnTo>
                    <a:pt x="53" y="558"/>
                  </a:lnTo>
                  <a:lnTo>
                    <a:pt x="53" y="575"/>
                  </a:lnTo>
                  <a:lnTo>
                    <a:pt x="69" y="558"/>
                  </a:lnTo>
                  <a:cubicBezTo>
                    <a:pt x="69" y="542"/>
                    <a:pt x="69" y="522"/>
                    <a:pt x="53" y="506"/>
                  </a:cubicBezTo>
                  <a:lnTo>
                    <a:pt x="53" y="474"/>
                  </a:lnTo>
                  <a:lnTo>
                    <a:pt x="53" y="421"/>
                  </a:lnTo>
                  <a:lnTo>
                    <a:pt x="53" y="373"/>
                  </a:lnTo>
                  <a:lnTo>
                    <a:pt x="53" y="320"/>
                  </a:lnTo>
                  <a:cubicBezTo>
                    <a:pt x="37" y="288"/>
                    <a:pt x="37" y="255"/>
                    <a:pt x="37" y="219"/>
                  </a:cubicBezTo>
                  <a:lnTo>
                    <a:pt x="37" y="154"/>
                  </a:lnTo>
                  <a:cubicBezTo>
                    <a:pt x="21" y="102"/>
                    <a:pt x="21" y="86"/>
                    <a:pt x="2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9">
              <a:extLst>
                <a:ext uri="{FF2B5EF4-FFF2-40B4-BE49-F238E27FC236}">
                  <a16:creationId xmlns:a16="http://schemas.microsoft.com/office/drawing/2014/main" id="{65E416EB-9080-31DF-4374-C1E071DAA216}"/>
                </a:ext>
              </a:extLst>
            </p:cNvPr>
            <p:cNvSpPr/>
            <p:nvPr/>
          </p:nvSpPr>
          <p:spPr>
            <a:xfrm>
              <a:off x="1408258" y="767182"/>
              <a:ext cx="4966" cy="65058"/>
            </a:xfrm>
            <a:custGeom>
              <a:avLst/>
              <a:gdLst/>
              <a:ahLst/>
              <a:cxnLst/>
              <a:rect l="l" t="t" r="r" b="b"/>
              <a:pathLst>
                <a:path w="50" h="655" extrusionOk="0">
                  <a:moveTo>
                    <a:pt x="17" y="0"/>
                  </a:moveTo>
                  <a:cubicBezTo>
                    <a:pt x="33" y="16"/>
                    <a:pt x="33" y="49"/>
                    <a:pt x="33" y="65"/>
                  </a:cubicBezTo>
                  <a:lnTo>
                    <a:pt x="33" y="81"/>
                  </a:lnTo>
                  <a:cubicBezTo>
                    <a:pt x="49" y="49"/>
                    <a:pt x="49" y="16"/>
                    <a:pt x="33" y="0"/>
                  </a:cubicBezTo>
                  <a:close/>
                  <a:moveTo>
                    <a:pt x="33" y="101"/>
                  </a:moveTo>
                  <a:cubicBezTo>
                    <a:pt x="33" y="134"/>
                    <a:pt x="17" y="166"/>
                    <a:pt x="17" y="218"/>
                  </a:cubicBezTo>
                  <a:lnTo>
                    <a:pt x="17" y="283"/>
                  </a:lnTo>
                  <a:lnTo>
                    <a:pt x="17" y="368"/>
                  </a:lnTo>
                  <a:lnTo>
                    <a:pt x="17" y="505"/>
                  </a:lnTo>
                  <a:cubicBezTo>
                    <a:pt x="33" y="453"/>
                    <a:pt x="33" y="404"/>
                    <a:pt x="33" y="368"/>
                  </a:cubicBezTo>
                  <a:lnTo>
                    <a:pt x="33" y="283"/>
                  </a:lnTo>
                  <a:lnTo>
                    <a:pt x="33" y="218"/>
                  </a:lnTo>
                  <a:lnTo>
                    <a:pt x="33" y="101"/>
                  </a:lnTo>
                  <a:close/>
                  <a:moveTo>
                    <a:pt x="17" y="554"/>
                  </a:moveTo>
                  <a:cubicBezTo>
                    <a:pt x="17" y="586"/>
                    <a:pt x="17" y="622"/>
                    <a:pt x="1" y="655"/>
                  </a:cubicBezTo>
                  <a:lnTo>
                    <a:pt x="17" y="655"/>
                  </a:lnTo>
                  <a:lnTo>
                    <a:pt x="17" y="5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9">
              <a:extLst>
                <a:ext uri="{FF2B5EF4-FFF2-40B4-BE49-F238E27FC236}">
                  <a16:creationId xmlns:a16="http://schemas.microsoft.com/office/drawing/2014/main" id="{A79AE981-A623-2192-547F-02770D8769CC}"/>
                </a:ext>
              </a:extLst>
            </p:cNvPr>
            <p:cNvSpPr/>
            <p:nvPr/>
          </p:nvSpPr>
          <p:spPr>
            <a:xfrm>
              <a:off x="2610388" y="698549"/>
              <a:ext cx="91975" cy="18574"/>
            </a:xfrm>
            <a:custGeom>
              <a:avLst/>
              <a:gdLst/>
              <a:ahLst/>
              <a:cxnLst/>
              <a:rect l="l" t="t" r="r" b="b"/>
              <a:pathLst>
                <a:path w="926" h="187" extrusionOk="0">
                  <a:moveTo>
                    <a:pt x="352" y="0"/>
                  </a:moveTo>
                  <a:cubicBezTo>
                    <a:pt x="320" y="0"/>
                    <a:pt x="284" y="17"/>
                    <a:pt x="267" y="17"/>
                  </a:cubicBezTo>
                  <a:lnTo>
                    <a:pt x="251" y="33"/>
                  </a:lnTo>
                  <a:cubicBezTo>
                    <a:pt x="183" y="49"/>
                    <a:pt x="134" y="85"/>
                    <a:pt x="82" y="101"/>
                  </a:cubicBezTo>
                  <a:cubicBezTo>
                    <a:pt x="65" y="118"/>
                    <a:pt x="49" y="134"/>
                    <a:pt x="17" y="134"/>
                  </a:cubicBezTo>
                  <a:lnTo>
                    <a:pt x="1" y="134"/>
                  </a:lnTo>
                  <a:lnTo>
                    <a:pt x="1" y="150"/>
                  </a:lnTo>
                  <a:lnTo>
                    <a:pt x="17" y="150"/>
                  </a:lnTo>
                  <a:cubicBezTo>
                    <a:pt x="49" y="134"/>
                    <a:pt x="65" y="134"/>
                    <a:pt x="102" y="118"/>
                  </a:cubicBezTo>
                  <a:cubicBezTo>
                    <a:pt x="150" y="85"/>
                    <a:pt x="203" y="65"/>
                    <a:pt x="251" y="49"/>
                  </a:cubicBezTo>
                  <a:cubicBezTo>
                    <a:pt x="251" y="33"/>
                    <a:pt x="267" y="33"/>
                    <a:pt x="267" y="33"/>
                  </a:cubicBezTo>
                  <a:cubicBezTo>
                    <a:pt x="304" y="17"/>
                    <a:pt x="320" y="17"/>
                    <a:pt x="352" y="17"/>
                  </a:cubicBezTo>
                  <a:cubicBezTo>
                    <a:pt x="368" y="17"/>
                    <a:pt x="385" y="17"/>
                    <a:pt x="421" y="33"/>
                  </a:cubicBezTo>
                  <a:cubicBezTo>
                    <a:pt x="469" y="49"/>
                    <a:pt x="522" y="65"/>
                    <a:pt x="570" y="85"/>
                  </a:cubicBezTo>
                  <a:cubicBezTo>
                    <a:pt x="671" y="118"/>
                    <a:pt x="756" y="150"/>
                    <a:pt x="841" y="166"/>
                  </a:cubicBezTo>
                  <a:cubicBezTo>
                    <a:pt x="756" y="134"/>
                    <a:pt x="671" y="101"/>
                    <a:pt x="586" y="65"/>
                  </a:cubicBezTo>
                  <a:cubicBezTo>
                    <a:pt x="522" y="49"/>
                    <a:pt x="469" y="33"/>
                    <a:pt x="421" y="17"/>
                  </a:cubicBezTo>
                  <a:cubicBezTo>
                    <a:pt x="405" y="17"/>
                    <a:pt x="368" y="0"/>
                    <a:pt x="352" y="0"/>
                  </a:cubicBezTo>
                  <a:close/>
                  <a:moveTo>
                    <a:pt x="841" y="166"/>
                  </a:moveTo>
                  <a:lnTo>
                    <a:pt x="857" y="186"/>
                  </a:lnTo>
                  <a:lnTo>
                    <a:pt x="926" y="186"/>
                  </a:lnTo>
                  <a:lnTo>
                    <a:pt x="910" y="166"/>
                  </a:lnTo>
                  <a:cubicBezTo>
                    <a:pt x="903" y="173"/>
                    <a:pt x="897" y="175"/>
                    <a:pt x="891" y="175"/>
                  </a:cubicBezTo>
                  <a:cubicBezTo>
                    <a:pt x="879" y="175"/>
                    <a:pt x="868" y="166"/>
                    <a:pt x="857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9">
              <a:extLst>
                <a:ext uri="{FF2B5EF4-FFF2-40B4-BE49-F238E27FC236}">
                  <a16:creationId xmlns:a16="http://schemas.microsoft.com/office/drawing/2014/main" id="{FD25814A-C1B3-F343-0A4A-F8A9EE0BF8E2}"/>
                </a:ext>
              </a:extLst>
            </p:cNvPr>
            <p:cNvSpPr/>
            <p:nvPr/>
          </p:nvSpPr>
          <p:spPr>
            <a:xfrm>
              <a:off x="2501628" y="531186"/>
              <a:ext cx="31883" cy="13409"/>
            </a:xfrm>
            <a:custGeom>
              <a:avLst/>
              <a:gdLst/>
              <a:ahLst/>
              <a:cxnLst/>
              <a:rect l="l" t="t" r="r" b="b"/>
              <a:pathLst>
                <a:path w="321" h="135" extrusionOk="0">
                  <a:moveTo>
                    <a:pt x="1" y="1"/>
                  </a:moveTo>
                  <a:lnTo>
                    <a:pt x="1" y="17"/>
                  </a:lnTo>
                  <a:cubicBezTo>
                    <a:pt x="49" y="33"/>
                    <a:pt x="118" y="53"/>
                    <a:pt x="167" y="70"/>
                  </a:cubicBezTo>
                  <a:cubicBezTo>
                    <a:pt x="118" y="33"/>
                    <a:pt x="66" y="17"/>
                    <a:pt x="1" y="1"/>
                  </a:cubicBezTo>
                  <a:close/>
                  <a:moveTo>
                    <a:pt x="167" y="70"/>
                  </a:moveTo>
                  <a:cubicBezTo>
                    <a:pt x="187" y="86"/>
                    <a:pt x="203" y="86"/>
                    <a:pt x="235" y="102"/>
                  </a:cubicBezTo>
                  <a:cubicBezTo>
                    <a:pt x="251" y="102"/>
                    <a:pt x="268" y="118"/>
                    <a:pt x="288" y="118"/>
                  </a:cubicBezTo>
                  <a:lnTo>
                    <a:pt x="320" y="134"/>
                  </a:lnTo>
                  <a:lnTo>
                    <a:pt x="320" y="118"/>
                  </a:lnTo>
                  <a:lnTo>
                    <a:pt x="304" y="102"/>
                  </a:lnTo>
                  <a:cubicBezTo>
                    <a:pt x="268" y="102"/>
                    <a:pt x="251" y="102"/>
                    <a:pt x="235" y="86"/>
                  </a:cubicBezTo>
                  <a:cubicBezTo>
                    <a:pt x="219" y="86"/>
                    <a:pt x="187" y="70"/>
                    <a:pt x="167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9">
              <a:extLst>
                <a:ext uri="{FF2B5EF4-FFF2-40B4-BE49-F238E27FC236}">
                  <a16:creationId xmlns:a16="http://schemas.microsoft.com/office/drawing/2014/main" id="{E697A31E-0377-5F4A-0986-1C8F699382F0}"/>
                </a:ext>
              </a:extLst>
            </p:cNvPr>
            <p:cNvSpPr/>
            <p:nvPr/>
          </p:nvSpPr>
          <p:spPr>
            <a:xfrm>
              <a:off x="1717655" y="725069"/>
              <a:ext cx="8145" cy="5264"/>
            </a:xfrm>
            <a:custGeom>
              <a:avLst/>
              <a:gdLst/>
              <a:ahLst/>
              <a:cxnLst/>
              <a:rect l="l" t="t" r="r" b="b"/>
              <a:pathLst>
                <a:path w="82" h="53" extrusionOk="0">
                  <a:moveTo>
                    <a:pt x="65" y="0"/>
                  </a:moveTo>
                  <a:lnTo>
                    <a:pt x="0" y="53"/>
                  </a:lnTo>
                  <a:lnTo>
                    <a:pt x="81" y="2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9">
              <a:extLst>
                <a:ext uri="{FF2B5EF4-FFF2-40B4-BE49-F238E27FC236}">
                  <a16:creationId xmlns:a16="http://schemas.microsoft.com/office/drawing/2014/main" id="{9BB0ECED-F212-D0B5-0003-3BA4FE844FDB}"/>
                </a:ext>
              </a:extLst>
            </p:cNvPr>
            <p:cNvSpPr/>
            <p:nvPr/>
          </p:nvSpPr>
          <p:spPr>
            <a:xfrm>
              <a:off x="1679117" y="406037"/>
              <a:ext cx="56715" cy="46683"/>
            </a:xfrm>
            <a:custGeom>
              <a:avLst/>
              <a:gdLst/>
              <a:ahLst/>
              <a:cxnLst/>
              <a:rect l="l" t="t" r="r" b="b"/>
              <a:pathLst>
                <a:path w="571" h="470" extrusionOk="0">
                  <a:moveTo>
                    <a:pt x="554" y="1"/>
                  </a:moveTo>
                  <a:lnTo>
                    <a:pt x="489" y="65"/>
                  </a:lnTo>
                  <a:lnTo>
                    <a:pt x="570" y="1"/>
                  </a:lnTo>
                  <a:close/>
                  <a:moveTo>
                    <a:pt x="489" y="65"/>
                  </a:moveTo>
                  <a:cubicBezTo>
                    <a:pt x="421" y="118"/>
                    <a:pt x="368" y="166"/>
                    <a:pt x="304" y="219"/>
                  </a:cubicBezTo>
                  <a:cubicBezTo>
                    <a:pt x="368" y="166"/>
                    <a:pt x="437" y="118"/>
                    <a:pt x="489" y="65"/>
                  </a:cubicBezTo>
                  <a:close/>
                  <a:moveTo>
                    <a:pt x="304" y="219"/>
                  </a:moveTo>
                  <a:cubicBezTo>
                    <a:pt x="235" y="267"/>
                    <a:pt x="166" y="336"/>
                    <a:pt x="86" y="384"/>
                  </a:cubicBezTo>
                  <a:lnTo>
                    <a:pt x="1" y="453"/>
                  </a:lnTo>
                  <a:lnTo>
                    <a:pt x="1" y="469"/>
                  </a:lnTo>
                  <a:lnTo>
                    <a:pt x="102" y="405"/>
                  </a:lnTo>
                  <a:cubicBezTo>
                    <a:pt x="166" y="336"/>
                    <a:pt x="235" y="283"/>
                    <a:pt x="304" y="2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9">
              <a:extLst>
                <a:ext uri="{FF2B5EF4-FFF2-40B4-BE49-F238E27FC236}">
                  <a16:creationId xmlns:a16="http://schemas.microsoft.com/office/drawing/2014/main" id="{2DC68B81-E2D9-ADE8-2DDE-1A4617DD1708}"/>
                </a:ext>
              </a:extLst>
            </p:cNvPr>
            <p:cNvSpPr/>
            <p:nvPr/>
          </p:nvSpPr>
          <p:spPr>
            <a:xfrm>
              <a:off x="1677528" y="5195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1" y="1"/>
                  </a:moveTo>
                  <a:lnTo>
                    <a:pt x="1" y="69"/>
                  </a:lnTo>
                  <a:lnTo>
                    <a:pt x="17" y="69"/>
                  </a:lnTo>
                  <a:lnTo>
                    <a:pt x="81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9">
              <a:extLst>
                <a:ext uri="{FF2B5EF4-FFF2-40B4-BE49-F238E27FC236}">
                  <a16:creationId xmlns:a16="http://schemas.microsoft.com/office/drawing/2014/main" id="{68019BD7-A92A-EBE1-2C8F-8F0DC6EA3C96}"/>
                </a:ext>
              </a:extLst>
            </p:cNvPr>
            <p:cNvSpPr/>
            <p:nvPr/>
          </p:nvSpPr>
          <p:spPr>
            <a:xfrm>
              <a:off x="1675542" y="562970"/>
              <a:ext cx="62277" cy="43802"/>
            </a:xfrm>
            <a:custGeom>
              <a:avLst/>
              <a:gdLst/>
              <a:ahLst/>
              <a:cxnLst/>
              <a:rect l="l" t="t" r="r" b="b"/>
              <a:pathLst>
                <a:path w="627" h="441" extrusionOk="0">
                  <a:moveTo>
                    <a:pt x="606" y="0"/>
                  </a:moveTo>
                  <a:cubicBezTo>
                    <a:pt x="590" y="16"/>
                    <a:pt x="558" y="36"/>
                    <a:pt x="542" y="53"/>
                  </a:cubicBezTo>
                  <a:cubicBezTo>
                    <a:pt x="542" y="53"/>
                    <a:pt x="525" y="53"/>
                    <a:pt x="525" y="69"/>
                  </a:cubicBezTo>
                  <a:cubicBezTo>
                    <a:pt x="542" y="69"/>
                    <a:pt x="542" y="69"/>
                    <a:pt x="558" y="53"/>
                  </a:cubicBezTo>
                  <a:cubicBezTo>
                    <a:pt x="574" y="36"/>
                    <a:pt x="590" y="16"/>
                    <a:pt x="626" y="16"/>
                  </a:cubicBezTo>
                  <a:lnTo>
                    <a:pt x="606" y="0"/>
                  </a:lnTo>
                  <a:close/>
                  <a:moveTo>
                    <a:pt x="525" y="69"/>
                  </a:moveTo>
                  <a:cubicBezTo>
                    <a:pt x="424" y="117"/>
                    <a:pt x="340" y="186"/>
                    <a:pt x="255" y="255"/>
                  </a:cubicBezTo>
                  <a:cubicBezTo>
                    <a:pt x="202" y="303"/>
                    <a:pt x="138" y="339"/>
                    <a:pt x="85" y="372"/>
                  </a:cubicBezTo>
                  <a:lnTo>
                    <a:pt x="37" y="420"/>
                  </a:lnTo>
                  <a:cubicBezTo>
                    <a:pt x="53" y="404"/>
                    <a:pt x="85" y="404"/>
                    <a:pt x="101" y="388"/>
                  </a:cubicBezTo>
                  <a:cubicBezTo>
                    <a:pt x="154" y="356"/>
                    <a:pt x="202" y="303"/>
                    <a:pt x="255" y="271"/>
                  </a:cubicBezTo>
                  <a:cubicBezTo>
                    <a:pt x="340" y="202"/>
                    <a:pt x="441" y="137"/>
                    <a:pt x="525" y="69"/>
                  </a:cubicBezTo>
                  <a:close/>
                  <a:moveTo>
                    <a:pt x="37" y="420"/>
                  </a:moveTo>
                  <a:cubicBezTo>
                    <a:pt x="21" y="420"/>
                    <a:pt x="21" y="420"/>
                    <a:pt x="0" y="440"/>
                  </a:cubicBezTo>
                  <a:cubicBezTo>
                    <a:pt x="21" y="440"/>
                    <a:pt x="37" y="440"/>
                    <a:pt x="37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>
              <a:extLst>
                <a:ext uri="{FF2B5EF4-FFF2-40B4-BE49-F238E27FC236}">
                  <a16:creationId xmlns:a16="http://schemas.microsoft.com/office/drawing/2014/main" id="{173A34F5-5DA3-BF62-9806-D06824327C0F}"/>
                </a:ext>
              </a:extLst>
            </p:cNvPr>
            <p:cNvSpPr/>
            <p:nvPr/>
          </p:nvSpPr>
          <p:spPr>
            <a:xfrm>
              <a:off x="2490007" y="552938"/>
              <a:ext cx="8145" cy="3675"/>
            </a:xfrm>
            <a:custGeom>
              <a:avLst/>
              <a:gdLst/>
              <a:ahLst/>
              <a:cxnLst/>
              <a:rect l="l" t="t" r="r" b="b"/>
              <a:pathLst>
                <a:path w="82" h="37" extrusionOk="0">
                  <a:moveTo>
                    <a:pt x="1" y="0"/>
                  </a:moveTo>
                  <a:cubicBezTo>
                    <a:pt x="33" y="16"/>
                    <a:pt x="49" y="16"/>
                    <a:pt x="82" y="36"/>
                  </a:cubicBezTo>
                  <a:lnTo>
                    <a:pt x="82" y="16"/>
                  </a:lnTo>
                  <a:cubicBezTo>
                    <a:pt x="65" y="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>
              <a:extLst>
                <a:ext uri="{FF2B5EF4-FFF2-40B4-BE49-F238E27FC236}">
                  <a16:creationId xmlns:a16="http://schemas.microsoft.com/office/drawing/2014/main" id="{C5B856CA-3ADC-F263-61E3-81158643E523}"/>
                </a:ext>
              </a:extLst>
            </p:cNvPr>
            <p:cNvSpPr/>
            <p:nvPr/>
          </p:nvSpPr>
          <p:spPr>
            <a:xfrm>
              <a:off x="2463189" y="484305"/>
              <a:ext cx="85122" cy="33770"/>
            </a:xfrm>
            <a:custGeom>
              <a:avLst/>
              <a:gdLst/>
              <a:ahLst/>
              <a:cxnLst/>
              <a:rect l="l" t="t" r="r" b="b"/>
              <a:pathLst>
                <a:path w="857" h="340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49" y="37"/>
                    <a:pt x="85" y="37"/>
                  </a:cubicBezTo>
                  <a:cubicBezTo>
                    <a:pt x="69" y="20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7" y="53"/>
                    <a:pt x="117" y="53"/>
                  </a:cubicBezTo>
                  <a:cubicBezTo>
                    <a:pt x="170" y="69"/>
                    <a:pt x="202" y="85"/>
                    <a:pt x="234" y="101"/>
                  </a:cubicBezTo>
                  <a:cubicBezTo>
                    <a:pt x="251" y="101"/>
                    <a:pt x="271" y="121"/>
                    <a:pt x="287" y="121"/>
                  </a:cubicBezTo>
                  <a:cubicBezTo>
                    <a:pt x="319" y="138"/>
                    <a:pt x="335" y="154"/>
                    <a:pt x="372" y="154"/>
                  </a:cubicBezTo>
                  <a:cubicBezTo>
                    <a:pt x="436" y="186"/>
                    <a:pt x="505" y="202"/>
                    <a:pt x="574" y="239"/>
                  </a:cubicBezTo>
                  <a:cubicBezTo>
                    <a:pt x="638" y="255"/>
                    <a:pt x="707" y="287"/>
                    <a:pt x="756" y="303"/>
                  </a:cubicBezTo>
                  <a:cubicBezTo>
                    <a:pt x="792" y="323"/>
                    <a:pt x="824" y="340"/>
                    <a:pt x="857" y="340"/>
                  </a:cubicBezTo>
                  <a:cubicBezTo>
                    <a:pt x="824" y="323"/>
                    <a:pt x="792" y="303"/>
                    <a:pt x="776" y="287"/>
                  </a:cubicBezTo>
                  <a:cubicBezTo>
                    <a:pt x="707" y="271"/>
                    <a:pt x="638" y="239"/>
                    <a:pt x="574" y="222"/>
                  </a:cubicBezTo>
                  <a:cubicBezTo>
                    <a:pt x="505" y="186"/>
                    <a:pt x="436" y="170"/>
                    <a:pt x="372" y="138"/>
                  </a:cubicBezTo>
                  <a:cubicBezTo>
                    <a:pt x="352" y="138"/>
                    <a:pt x="319" y="121"/>
                    <a:pt x="303" y="121"/>
                  </a:cubicBezTo>
                  <a:cubicBezTo>
                    <a:pt x="271" y="101"/>
                    <a:pt x="251" y="101"/>
                    <a:pt x="234" y="85"/>
                  </a:cubicBezTo>
                  <a:cubicBezTo>
                    <a:pt x="202" y="69"/>
                    <a:pt x="170" y="53"/>
                    <a:pt x="133" y="53"/>
                  </a:cubicBezTo>
                  <a:cubicBezTo>
                    <a:pt x="117" y="37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>
              <a:extLst>
                <a:ext uri="{FF2B5EF4-FFF2-40B4-BE49-F238E27FC236}">
                  <a16:creationId xmlns:a16="http://schemas.microsoft.com/office/drawing/2014/main" id="{36B0473F-77B2-840B-DCDC-46C8A833D807}"/>
                </a:ext>
              </a:extLst>
            </p:cNvPr>
            <p:cNvSpPr/>
            <p:nvPr/>
          </p:nvSpPr>
          <p:spPr>
            <a:xfrm>
              <a:off x="1673952" y="751886"/>
              <a:ext cx="8443" cy="5364"/>
            </a:xfrm>
            <a:custGeom>
              <a:avLst/>
              <a:gdLst/>
              <a:ahLst/>
              <a:cxnLst/>
              <a:rect l="l" t="t" r="r" b="b"/>
              <a:pathLst>
                <a:path w="85" h="54" extrusionOk="0">
                  <a:moveTo>
                    <a:pt x="85" y="1"/>
                  </a:moveTo>
                  <a:lnTo>
                    <a:pt x="16" y="33"/>
                  </a:lnTo>
                  <a:lnTo>
                    <a:pt x="0" y="53"/>
                  </a:lnTo>
                  <a:lnTo>
                    <a:pt x="16" y="5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>
              <a:extLst>
                <a:ext uri="{FF2B5EF4-FFF2-40B4-BE49-F238E27FC236}">
                  <a16:creationId xmlns:a16="http://schemas.microsoft.com/office/drawing/2014/main" id="{C2DF6400-2A2F-8513-422F-EB5219E0AAF4}"/>
                </a:ext>
              </a:extLst>
            </p:cNvPr>
            <p:cNvSpPr/>
            <p:nvPr/>
          </p:nvSpPr>
          <p:spPr>
            <a:xfrm>
              <a:off x="2287384" y="594655"/>
              <a:ext cx="32181" cy="10131"/>
            </a:xfrm>
            <a:custGeom>
              <a:avLst/>
              <a:gdLst/>
              <a:ahLst/>
              <a:cxnLst/>
              <a:rect l="l" t="t" r="r" b="b"/>
              <a:pathLst>
                <a:path w="324" h="102" extrusionOk="0">
                  <a:moveTo>
                    <a:pt x="1" y="0"/>
                  </a:moveTo>
                  <a:lnTo>
                    <a:pt x="21" y="20"/>
                  </a:lnTo>
                  <a:cubicBezTo>
                    <a:pt x="53" y="20"/>
                    <a:pt x="102" y="37"/>
                    <a:pt x="138" y="53"/>
                  </a:cubicBezTo>
                  <a:cubicBezTo>
                    <a:pt x="154" y="53"/>
                    <a:pt x="154" y="53"/>
                    <a:pt x="170" y="69"/>
                  </a:cubicBezTo>
                  <a:cubicBezTo>
                    <a:pt x="203" y="69"/>
                    <a:pt x="239" y="85"/>
                    <a:pt x="271" y="101"/>
                  </a:cubicBezTo>
                  <a:lnTo>
                    <a:pt x="324" y="101"/>
                  </a:lnTo>
                  <a:cubicBezTo>
                    <a:pt x="304" y="85"/>
                    <a:pt x="288" y="85"/>
                    <a:pt x="271" y="85"/>
                  </a:cubicBezTo>
                  <a:cubicBezTo>
                    <a:pt x="239" y="69"/>
                    <a:pt x="203" y="69"/>
                    <a:pt x="170" y="53"/>
                  </a:cubicBezTo>
                  <a:cubicBezTo>
                    <a:pt x="170" y="53"/>
                    <a:pt x="154" y="37"/>
                    <a:pt x="138" y="37"/>
                  </a:cubicBezTo>
                  <a:cubicBezTo>
                    <a:pt x="102" y="20"/>
                    <a:pt x="69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9">
              <a:extLst>
                <a:ext uri="{FF2B5EF4-FFF2-40B4-BE49-F238E27FC236}">
                  <a16:creationId xmlns:a16="http://schemas.microsoft.com/office/drawing/2014/main" id="{2D57425C-4427-04CC-EB53-607ED605AD86}"/>
                </a:ext>
              </a:extLst>
            </p:cNvPr>
            <p:cNvSpPr/>
            <p:nvPr/>
          </p:nvSpPr>
          <p:spPr>
            <a:xfrm>
              <a:off x="2132139" y="318929"/>
              <a:ext cx="91975" cy="35062"/>
            </a:xfrm>
            <a:custGeom>
              <a:avLst/>
              <a:gdLst/>
              <a:ahLst/>
              <a:cxnLst/>
              <a:rect l="l" t="t" r="r" b="b"/>
              <a:pathLst>
                <a:path w="926" h="353" extrusionOk="0">
                  <a:moveTo>
                    <a:pt x="17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49" y="17"/>
                    <a:pt x="85" y="33"/>
                    <a:pt x="118" y="49"/>
                  </a:cubicBezTo>
                  <a:cubicBezTo>
                    <a:pt x="134" y="49"/>
                    <a:pt x="150" y="70"/>
                    <a:pt x="170" y="70"/>
                  </a:cubicBezTo>
                  <a:cubicBezTo>
                    <a:pt x="251" y="102"/>
                    <a:pt x="320" y="118"/>
                    <a:pt x="404" y="150"/>
                  </a:cubicBezTo>
                  <a:cubicBezTo>
                    <a:pt x="437" y="171"/>
                    <a:pt x="489" y="187"/>
                    <a:pt x="522" y="203"/>
                  </a:cubicBezTo>
                  <a:cubicBezTo>
                    <a:pt x="623" y="235"/>
                    <a:pt x="724" y="272"/>
                    <a:pt x="808" y="320"/>
                  </a:cubicBezTo>
                  <a:lnTo>
                    <a:pt x="893" y="336"/>
                  </a:lnTo>
                  <a:lnTo>
                    <a:pt x="909" y="336"/>
                  </a:lnTo>
                  <a:lnTo>
                    <a:pt x="893" y="320"/>
                  </a:lnTo>
                  <a:lnTo>
                    <a:pt x="825" y="304"/>
                  </a:lnTo>
                  <a:cubicBezTo>
                    <a:pt x="724" y="272"/>
                    <a:pt x="623" y="235"/>
                    <a:pt x="522" y="187"/>
                  </a:cubicBezTo>
                  <a:cubicBezTo>
                    <a:pt x="489" y="171"/>
                    <a:pt x="437" y="150"/>
                    <a:pt x="404" y="134"/>
                  </a:cubicBezTo>
                  <a:cubicBezTo>
                    <a:pt x="320" y="118"/>
                    <a:pt x="251" y="86"/>
                    <a:pt x="170" y="49"/>
                  </a:cubicBezTo>
                  <a:cubicBezTo>
                    <a:pt x="150" y="49"/>
                    <a:pt x="150" y="49"/>
                    <a:pt x="134" y="33"/>
                  </a:cubicBezTo>
                  <a:cubicBezTo>
                    <a:pt x="85" y="17"/>
                    <a:pt x="49" y="1"/>
                    <a:pt x="17" y="1"/>
                  </a:cubicBezTo>
                  <a:close/>
                  <a:moveTo>
                    <a:pt x="909" y="336"/>
                  </a:moveTo>
                  <a:lnTo>
                    <a:pt x="909" y="352"/>
                  </a:lnTo>
                  <a:lnTo>
                    <a:pt x="926" y="3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9">
              <a:extLst>
                <a:ext uri="{FF2B5EF4-FFF2-40B4-BE49-F238E27FC236}">
                  <a16:creationId xmlns:a16="http://schemas.microsoft.com/office/drawing/2014/main" id="{C3AF69F4-73B4-18A3-867A-2820B56FE5EB}"/>
                </a:ext>
              </a:extLst>
            </p:cNvPr>
            <p:cNvSpPr/>
            <p:nvPr/>
          </p:nvSpPr>
          <p:spPr>
            <a:xfrm>
              <a:off x="2274173" y="449342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1" y="1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>
              <a:extLst>
                <a:ext uri="{FF2B5EF4-FFF2-40B4-BE49-F238E27FC236}">
                  <a16:creationId xmlns:a16="http://schemas.microsoft.com/office/drawing/2014/main" id="{391D9A51-CEA8-A0FC-1BCC-C4D86F28A049}"/>
                </a:ext>
              </a:extLst>
            </p:cNvPr>
            <p:cNvSpPr/>
            <p:nvPr/>
          </p:nvSpPr>
          <p:spPr>
            <a:xfrm>
              <a:off x="2484842" y="517976"/>
              <a:ext cx="67044" cy="26619"/>
            </a:xfrm>
            <a:custGeom>
              <a:avLst/>
              <a:gdLst/>
              <a:ahLst/>
              <a:cxnLst/>
              <a:rect l="l" t="t" r="r" b="b"/>
              <a:pathLst>
                <a:path w="675" h="268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17" y="65"/>
                    <a:pt x="186" y="85"/>
                  </a:cubicBezTo>
                  <a:cubicBezTo>
                    <a:pt x="271" y="118"/>
                    <a:pt x="336" y="134"/>
                    <a:pt x="388" y="166"/>
                  </a:cubicBezTo>
                  <a:cubicBezTo>
                    <a:pt x="420" y="166"/>
                    <a:pt x="437" y="186"/>
                    <a:pt x="457" y="186"/>
                  </a:cubicBezTo>
                  <a:cubicBezTo>
                    <a:pt x="521" y="203"/>
                    <a:pt x="590" y="235"/>
                    <a:pt x="639" y="251"/>
                  </a:cubicBezTo>
                  <a:lnTo>
                    <a:pt x="659" y="251"/>
                  </a:lnTo>
                  <a:lnTo>
                    <a:pt x="639" y="235"/>
                  </a:lnTo>
                  <a:cubicBezTo>
                    <a:pt x="590" y="219"/>
                    <a:pt x="521" y="203"/>
                    <a:pt x="473" y="166"/>
                  </a:cubicBezTo>
                  <a:cubicBezTo>
                    <a:pt x="437" y="166"/>
                    <a:pt x="420" y="150"/>
                    <a:pt x="404" y="150"/>
                  </a:cubicBezTo>
                  <a:cubicBezTo>
                    <a:pt x="336" y="118"/>
                    <a:pt x="271" y="102"/>
                    <a:pt x="186" y="65"/>
                  </a:cubicBezTo>
                  <a:cubicBezTo>
                    <a:pt x="134" y="49"/>
                    <a:pt x="69" y="17"/>
                    <a:pt x="0" y="1"/>
                  </a:cubicBezTo>
                  <a:close/>
                  <a:moveTo>
                    <a:pt x="659" y="251"/>
                  </a:moveTo>
                  <a:lnTo>
                    <a:pt x="659" y="267"/>
                  </a:lnTo>
                  <a:lnTo>
                    <a:pt x="675" y="2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>
              <a:extLst>
                <a:ext uri="{FF2B5EF4-FFF2-40B4-BE49-F238E27FC236}">
                  <a16:creationId xmlns:a16="http://schemas.microsoft.com/office/drawing/2014/main" id="{0EA2C299-AA4F-B97B-6BDA-C1072F95DAF6}"/>
                </a:ext>
              </a:extLst>
            </p:cNvPr>
            <p:cNvSpPr/>
            <p:nvPr/>
          </p:nvSpPr>
          <p:spPr>
            <a:xfrm>
              <a:off x="2305858" y="373955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lnTo>
                    <a:pt x="85" y="53"/>
                  </a:lnTo>
                  <a:lnTo>
                    <a:pt x="8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>
              <a:extLst>
                <a:ext uri="{FF2B5EF4-FFF2-40B4-BE49-F238E27FC236}">
                  <a16:creationId xmlns:a16="http://schemas.microsoft.com/office/drawing/2014/main" id="{7EAA17E9-0588-D149-C3AB-BA36EE2C94DC}"/>
                </a:ext>
              </a:extLst>
            </p:cNvPr>
            <p:cNvSpPr/>
            <p:nvPr/>
          </p:nvSpPr>
          <p:spPr>
            <a:xfrm>
              <a:off x="2653793" y="775228"/>
              <a:ext cx="11720" cy="78665"/>
            </a:xfrm>
            <a:custGeom>
              <a:avLst/>
              <a:gdLst/>
              <a:ahLst/>
              <a:cxnLst/>
              <a:rect l="l" t="t" r="r" b="b"/>
              <a:pathLst>
                <a:path w="118" h="792" extrusionOk="0">
                  <a:moveTo>
                    <a:pt x="0" y="0"/>
                  </a:moveTo>
                  <a:lnTo>
                    <a:pt x="0" y="20"/>
                  </a:lnTo>
                  <a:lnTo>
                    <a:pt x="0" y="53"/>
                  </a:lnTo>
                  <a:cubicBezTo>
                    <a:pt x="16" y="101"/>
                    <a:pt x="16" y="137"/>
                    <a:pt x="16" y="170"/>
                  </a:cubicBezTo>
                  <a:cubicBezTo>
                    <a:pt x="32" y="222"/>
                    <a:pt x="32" y="271"/>
                    <a:pt x="32" y="303"/>
                  </a:cubicBezTo>
                  <a:cubicBezTo>
                    <a:pt x="49" y="372"/>
                    <a:pt x="49" y="424"/>
                    <a:pt x="69" y="473"/>
                  </a:cubicBezTo>
                  <a:cubicBezTo>
                    <a:pt x="69" y="424"/>
                    <a:pt x="69" y="356"/>
                    <a:pt x="49" y="303"/>
                  </a:cubicBezTo>
                  <a:cubicBezTo>
                    <a:pt x="49" y="271"/>
                    <a:pt x="32" y="222"/>
                    <a:pt x="32" y="170"/>
                  </a:cubicBezTo>
                  <a:cubicBezTo>
                    <a:pt x="32" y="137"/>
                    <a:pt x="16" y="101"/>
                    <a:pt x="16" y="53"/>
                  </a:cubicBezTo>
                  <a:lnTo>
                    <a:pt x="16" y="0"/>
                  </a:lnTo>
                  <a:close/>
                  <a:moveTo>
                    <a:pt x="69" y="473"/>
                  </a:moveTo>
                  <a:cubicBezTo>
                    <a:pt x="69" y="525"/>
                    <a:pt x="85" y="574"/>
                    <a:pt x="85" y="626"/>
                  </a:cubicBezTo>
                  <a:lnTo>
                    <a:pt x="85" y="691"/>
                  </a:lnTo>
                  <a:cubicBezTo>
                    <a:pt x="85" y="707"/>
                    <a:pt x="101" y="727"/>
                    <a:pt x="101" y="727"/>
                  </a:cubicBezTo>
                  <a:lnTo>
                    <a:pt x="101" y="691"/>
                  </a:lnTo>
                  <a:lnTo>
                    <a:pt x="101" y="626"/>
                  </a:lnTo>
                  <a:cubicBezTo>
                    <a:pt x="85" y="574"/>
                    <a:pt x="85" y="525"/>
                    <a:pt x="69" y="473"/>
                  </a:cubicBezTo>
                  <a:close/>
                  <a:moveTo>
                    <a:pt x="101" y="727"/>
                  </a:moveTo>
                  <a:lnTo>
                    <a:pt x="101" y="792"/>
                  </a:lnTo>
                  <a:lnTo>
                    <a:pt x="117" y="792"/>
                  </a:lnTo>
                  <a:cubicBezTo>
                    <a:pt x="117" y="760"/>
                    <a:pt x="117" y="743"/>
                    <a:pt x="101" y="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>
              <a:extLst>
                <a:ext uri="{FF2B5EF4-FFF2-40B4-BE49-F238E27FC236}">
                  <a16:creationId xmlns:a16="http://schemas.microsoft.com/office/drawing/2014/main" id="{AFC60687-4915-9EFE-530E-79F84A49CFC3}"/>
                </a:ext>
              </a:extLst>
            </p:cNvPr>
            <p:cNvSpPr/>
            <p:nvPr/>
          </p:nvSpPr>
          <p:spPr>
            <a:xfrm>
              <a:off x="2493284" y="950934"/>
              <a:ext cx="95153" cy="30195"/>
            </a:xfrm>
            <a:custGeom>
              <a:avLst/>
              <a:gdLst/>
              <a:ahLst/>
              <a:cxnLst/>
              <a:rect l="l" t="t" r="r" b="b"/>
              <a:pathLst>
                <a:path w="958" h="304" extrusionOk="0">
                  <a:moveTo>
                    <a:pt x="16" y="287"/>
                  </a:moveTo>
                  <a:lnTo>
                    <a:pt x="16" y="303"/>
                  </a:lnTo>
                  <a:lnTo>
                    <a:pt x="32" y="303"/>
                  </a:lnTo>
                  <a:lnTo>
                    <a:pt x="49" y="287"/>
                  </a:lnTo>
                  <a:close/>
                  <a:moveTo>
                    <a:pt x="0" y="0"/>
                  </a:moveTo>
                  <a:lnTo>
                    <a:pt x="0" y="69"/>
                  </a:lnTo>
                  <a:lnTo>
                    <a:pt x="0" y="134"/>
                  </a:lnTo>
                  <a:lnTo>
                    <a:pt x="0" y="150"/>
                  </a:lnTo>
                  <a:lnTo>
                    <a:pt x="0" y="186"/>
                  </a:lnTo>
                  <a:cubicBezTo>
                    <a:pt x="0" y="219"/>
                    <a:pt x="0" y="251"/>
                    <a:pt x="16" y="287"/>
                  </a:cubicBezTo>
                  <a:lnTo>
                    <a:pt x="16" y="186"/>
                  </a:lnTo>
                  <a:lnTo>
                    <a:pt x="16" y="150"/>
                  </a:lnTo>
                  <a:lnTo>
                    <a:pt x="16" y="134"/>
                  </a:lnTo>
                  <a:lnTo>
                    <a:pt x="16" y="69"/>
                  </a:lnTo>
                  <a:cubicBezTo>
                    <a:pt x="0" y="33"/>
                    <a:pt x="16" y="17"/>
                    <a:pt x="16" y="17"/>
                  </a:cubicBezTo>
                  <a:lnTo>
                    <a:pt x="49" y="17"/>
                  </a:lnTo>
                  <a:cubicBezTo>
                    <a:pt x="133" y="33"/>
                    <a:pt x="202" y="69"/>
                    <a:pt x="287" y="85"/>
                  </a:cubicBezTo>
                  <a:cubicBezTo>
                    <a:pt x="335" y="101"/>
                    <a:pt x="404" y="118"/>
                    <a:pt x="453" y="134"/>
                  </a:cubicBezTo>
                  <a:cubicBezTo>
                    <a:pt x="505" y="150"/>
                    <a:pt x="554" y="150"/>
                    <a:pt x="606" y="170"/>
                  </a:cubicBezTo>
                  <a:cubicBezTo>
                    <a:pt x="655" y="186"/>
                    <a:pt x="707" y="202"/>
                    <a:pt x="756" y="219"/>
                  </a:cubicBezTo>
                  <a:cubicBezTo>
                    <a:pt x="776" y="219"/>
                    <a:pt x="792" y="219"/>
                    <a:pt x="808" y="235"/>
                  </a:cubicBezTo>
                  <a:cubicBezTo>
                    <a:pt x="840" y="235"/>
                    <a:pt x="893" y="251"/>
                    <a:pt x="925" y="271"/>
                  </a:cubicBezTo>
                  <a:cubicBezTo>
                    <a:pt x="941" y="271"/>
                    <a:pt x="958" y="287"/>
                    <a:pt x="941" y="303"/>
                  </a:cubicBezTo>
                  <a:lnTo>
                    <a:pt x="958" y="303"/>
                  </a:lnTo>
                  <a:cubicBezTo>
                    <a:pt x="958" y="271"/>
                    <a:pt x="941" y="251"/>
                    <a:pt x="925" y="251"/>
                  </a:cubicBezTo>
                  <a:cubicBezTo>
                    <a:pt x="893" y="235"/>
                    <a:pt x="857" y="219"/>
                    <a:pt x="808" y="219"/>
                  </a:cubicBezTo>
                  <a:cubicBezTo>
                    <a:pt x="792" y="219"/>
                    <a:pt x="776" y="202"/>
                    <a:pt x="756" y="202"/>
                  </a:cubicBezTo>
                  <a:cubicBezTo>
                    <a:pt x="707" y="186"/>
                    <a:pt x="655" y="170"/>
                    <a:pt x="606" y="150"/>
                  </a:cubicBezTo>
                  <a:cubicBezTo>
                    <a:pt x="554" y="150"/>
                    <a:pt x="505" y="134"/>
                    <a:pt x="473" y="118"/>
                  </a:cubicBezTo>
                  <a:cubicBezTo>
                    <a:pt x="404" y="101"/>
                    <a:pt x="352" y="85"/>
                    <a:pt x="287" y="69"/>
                  </a:cubicBezTo>
                  <a:cubicBezTo>
                    <a:pt x="218" y="49"/>
                    <a:pt x="133" y="33"/>
                    <a:pt x="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>
              <a:extLst>
                <a:ext uri="{FF2B5EF4-FFF2-40B4-BE49-F238E27FC236}">
                  <a16:creationId xmlns:a16="http://schemas.microsoft.com/office/drawing/2014/main" id="{01452FD6-5F38-E9C1-0889-A507AE112D65}"/>
                </a:ext>
              </a:extLst>
            </p:cNvPr>
            <p:cNvSpPr/>
            <p:nvPr/>
          </p:nvSpPr>
          <p:spPr>
            <a:xfrm>
              <a:off x="2474810" y="514400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6" y="20"/>
                  </a:lnTo>
                  <a:lnTo>
                    <a:pt x="53" y="20"/>
                  </a:lnTo>
                  <a:cubicBezTo>
                    <a:pt x="53" y="0"/>
                    <a:pt x="33" y="0"/>
                    <a:pt x="16" y="0"/>
                  </a:cubicBezTo>
                  <a:close/>
                  <a:moveTo>
                    <a:pt x="53" y="20"/>
                  </a:moveTo>
                  <a:cubicBezTo>
                    <a:pt x="69" y="37"/>
                    <a:pt x="85" y="37"/>
                    <a:pt x="85" y="37"/>
                  </a:cubicBezTo>
                  <a:lnTo>
                    <a:pt x="101" y="37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>
              <a:extLst>
                <a:ext uri="{FF2B5EF4-FFF2-40B4-BE49-F238E27FC236}">
                  <a16:creationId xmlns:a16="http://schemas.microsoft.com/office/drawing/2014/main" id="{EEFA93A0-DC0E-8A01-F760-56452A8ACD36}"/>
                </a:ext>
              </a:extLst>
            </p:cNvPr>
            <p:cNvSpPr/>
            <p:nvPr/>
          </p:nvSpPr>
          <p:spPr>
            <a:xfrm>
              <a:off x="2488020" y="544496"/>
              <a:ext cx="28606" cy="12118"/>
            </a:xfrm>
            <a:custGeom>
              <a:avLst/>
              <a:gdLst/>
              <a:ahLst/>
              <a:cxnLst/>
              <a:rect l="l" t="t" r="r" b="b"/>
              <a:pathLst>
                <a:path w="288" h="122" extrusionOk="0">
                  <a:moveTo>
                    <a:pt x="1" y="0"/>
                  </a:moveTo>
                  <a:lnTo>
                    <a:pt x="1" y="20"/>
                  </a:lnTo>
                  <a:lnTo>
                    <a:pt x="53" y="37"/>
                  </a:lnTo>
                  <a:cubicBezTo>
                    <a:pt x="102" y="53"/>
                    <a:pt x="154" y="69"/>
                    <a:pt x="203" y="85"/>
                  </a:cubicBezTo>
                  <a:cubicBezTo>
                    <a:pt x="223" y="101"/>
                    <a:pt x="239" y="101"/>
                    <a:pt x="255" y="101"/>
                  </a:cubicBezTo>
                  <a:cubicBezTo>
                    <a:pt x="239" y="85"/>
                    <a:pt x="239" y="85"/>
                    <a:pt x="223" y="85"/>
                  </a:cubicBezTo>
                  <a:cubicBezTo>
                    <a:pt x="170" y="69"/>
                    <a:pt x="122" y="53"/>
                    <a:pt x="69" y="37"/>
                  </a:cubicBezTo>
                  <a:lnTo>
                    <a:pt x="1" y="0"/>
                  </a:lnTo>
                  <a:close/>
                  <a:moveTo>
                    <a:pt x="255" y="101"/>
                  </a:moveTo>
                  <a:lnTo>
                    <a:pt x="271" y="121"/>
                  </a:lnTo>
                  <a:lnTo>
                    <a:pt x="287" y="121"/>
                  </a:lnTo>
                  <a:lnTo>
                    <a:pt x="287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9">
              <a:extLst>
                <a:ext uri="{FF2B5EF4-FFF2-40B4-BE49-F238E27FC236}">
                  <a16:creationId xmlns:a16="http://schemas.microsoft.com/office/drawing/2014/main" id="{015A3E22-3593-9423-2122-7482D3314A3D}"/>
                </a:ext>
              </a:extLst>
            </p:cNvPr>
            <p:cNvSpPr/>
            <p:nvPr/>
          </p:nvSpPr>
          <p:spPr>
            <a:xfrm>
              <a:off x="1349756" y="674909"/>
              <a:ext cx="145312" cy="135678"/>
            </a:xfrm>
            <a:custGeom>
              <a:avLst/>
              <a:gdLst/>
              <a:ahLst/>
              <a:cxnLst/>
              <a:rect l="l" t="t" r="r" b="b"/>
              <a:pathLst>
                <a:path w="1463" h="1366" extrusionOk="0">
                  <a:moveTo>
                    <a:pt x="1446" y="0"/>
                  </a:moveTo>
                  <a:cubicBezTo>
                    <a:pt x="1441" y="0"/>
                    <a:pt x="1436" y="2"/>
                    <a:pt x="1431" y="5"/>
                  </a:cubicBezTo>
                  <a:lnTo>
                    <a:pt x="1431" y="5"/>
                  </a:lnTo>
                  <a:cubicBezTo>
                    <a:pt x="1441" y="2"/>
                    <a:pt x="1452" y="0"/>
                    <a:pt x="1462" y="0"/>
                  </a:cubicBezTo>
                  <a:close/>
                  <a:moveTo>
                    <a:pt x="1431" y="5"/>
                  </a:moveTo>
                  <a:lnTo>
                    <a:pt x="1431" y="5"/>
                  </a:lnTo>
                  <a:cubicBezTo>
                    <a:pt x="1411" y="11"/>
                    <a:pt x="1393" y="20"/>
                    <a:pt x="1382" y="20"/>
                  </a:cubicBezTo>
                  <a:cubicBezTo>
                    <a:pt x="1196" y="170"/>
                    <a:pt x="1010" y="303"/>
                    <a:pt x="824" y="440"/>
                  </a:cubicBezTo>
                  <a:lnTo>
                    <a:pt x="776" y="489"/>
                  </a:lnTo>
                  <a:lnTo>
                    <a:pt x="824" y="457"/>
                  </a:lnTo>
                  <a:cubicBezTo>
                    <a:pt x="1010" y="323"/>
                    <a:pt x="1212" y="170"/>
                    <a:pt x="1398" y="36"/>
                  </a:cubicBezTo>
                  <a:cubicBezTo>
                    <a:pt x="1409" y="25"/>
                    <a:pt x="1420" y="12"/>
                    <a:pt x="1431" y="5"/>
                  </a:cubicBezTo>
                  <a:close/>
                  <a:moveTo>
                    <a:pt x="776" y="489"/>
                  </a:moveTo>
                  <a:lnTo>
                    <a:pt x="776" y="489"/>
                  </a:lnTo>
                  <a:cubicBezTo>
                    <a:pt x="723" y="505"/>
                    <a:pt x="691" y="541"/>
                    <a:pt x="655" y="574"/>
                  </a:cubicBezTo>
                  <a:cubicBezTo>
                    <a:pt x="691" y="558"/>
                    <a:pt x="739" y="525"/>
                    <a:pt x="776" y="489"/>
                  </a:cubicBezTo>
                  <a:close/>
                  <a:moveTo>
                    <a:pt x="655" y="574"/>
                  </a:moveTo>
                  <a:lnTo>
                    <a:pt x="655" y="574"/>
                  </a:lnTo>
                  <a:cubicBezTo>
                    <a:pt x="638" y="590"/>
                    <a:pt x="622" y="606"/>
                    <a:pt x="622" y="626"/>
                  </a:cubicBezTo>
                  <a:cubicBezTo>
                    <a:pt x="638" y="659"/>
                    <a:pt x="622" y="691"/>
                    <a:pt x="622" y="727"/>
                  </a:cubicBezTo>
                  <a:lnTo>
                    <a:pt x="622" y="792"/>
                  </a:lnTo>
                  <a:lnTo>
                    <a:pt x="622" y="808"/>
                  </a:lnTo>
                  <a:lnTo>
                    <a:pt x="622" y="861"/>
                  </a:lnTo>
                  <a:cubicBezTo>
                    <a:pt x="622" y="893"/>
                    <a:pt x="622" y="909"/>
                    <a:pt x="590" y="929"/>
                  </a:cubicBezTo>
                  <a:cubicBezTo>
                    <a:pt x="554" y="945"/>
                    <a:pt x="537" y="962"/>
                    <a:pt x="505" y="978"/>
                  </a:cubicBezTo>
                  <a:cubicBezTo>
                    <a:pt x="505" y="978"/>
                    <a:pt x="489" y="994"/>
                    <a:pt x="473" y="994"/>
                  </a:cubicBezTo>
                  <a:cubicBezTo>
                    <a:pt x="372" y="1079"/>
                    <a:pt x="271" y="1147"/>
                    <a:pt x="186" y="1212"/>
                  </a:cubicBezTo>
                  <a:lnTo>
                    <a:pt x="101" y="1281"/>
                  </a:lnTo>
                  <a:lnTo>
                    <a:pt x="186" y="1232"/>
                  </a:lnTo>
                  <a:cubicBezTo>
                    <a:pt x="287" y="1164"/>
                    <a:pt x="388" y="1079"/>
                    <a:pt x="489" y="1010"/>
                  </a:cubicBezTo>
                  <a:cubicBezTo>
                    <a:pt x="505" y="1010"/>
                    <a:pt x="505" y="994"/>
                    <a:pt x="521" y="978"/>
                  </a:cubicBezTo>
                  <a:cubicBezTo>
                    <a:pt x="537" y="962"/>
                    <a:pt x="574" y="945"/>
                    <a:pt x="590" y="945"/>
                  </a:cubicBezTo>
                  <a:cubicBezTo>
                    <a:pt x="622" y="929"/>
                    <a:pt x="638" y="893"/>
                    <a:pt x="638" y="861"/>
                  </a:cubicBezTo>
                  <a:lnTo>
                    <a:pt x="638" y="808"/>
                  </a:lnTo>
                  <a:lnTo>
                    <a:pt x="638" y="792"/>
                  </a:lnTo>
                  <a:lnTo>
                    <a:pt x="638" y="727"/>
                  </a:lnTo>
                  <a:lnTo>
                    <a:pt x="638" y="626"/>
                  </a:lnTo>
                  <a:cubicBezTo>
                    <a:pt x="638" y="606"/>
                    <a:pt x="638" y="590"/>
                    <a:pt x="655" y="574"/>
                  </a:cubicBezTo>
                  <a:close/>
                  <a:moveTo>
                    <a:pt x="101" y="1281"/>
                  </a:moveTo>
                  <a:lnTo>
                    <a:pt x="101" y="1281"/>
                  </a:lnTo>
                  <a:cubicBezTo>
                    <a:pt x="69" y="1297"/>
                    <a:pt x="49" y="1313"/>
                    <a:pt x="32" y="1333"/>
                  </a:cubicBezTo>
                  <a:cubicBezTo>
                    <a:pt x="49" y="1313"/>
                    <a:pt x="85" y="1297"/>
                    <a:pt x="101" y="1281"/>
                  </a:cubicBezTo>
                  <a:close/>
                  <a:moveTo>
                    <a:pt x="32" y="1333"/>
                  </a:moveTo>
                  <a:lnTo>
                    <a:pt x="0" y="1349"/>
                  </a:lnTo>
                  <a:lnTo>
                    <a:pt x="0" y="1366"/>
                  </a:lnTo>
                  <a:lnTo>
                    <a:pt x="32" y="1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9">
              <a:extLst>
                <a:ext uri="{FF2B5EF4-FFF2-40B4-BE49-F238E27FC236}">
                  <a16:creationId xmlns:a16="http://schemas.microsoft.com/office/drawing/2014/main" id="{69566ECF-30B4-58DA-90F2-CB1773151717}"/>
                </a:ext>
              </a:extLst>
            </p:cNvPr>
            <p:cNvSpPr/>
            <p:nvPr/>
          </p:nvSpPr>
          <p:spPr>
            <a:xfrm>
              <a:off x="2618434" y="774532"/>
              <a:ext cx="93961" cy="17581"/>
            </a:xfrm>
            <a:custGeom>
              <a:avLst/>
              <a:gdLst/>
              <a:ahLst/>
              <a:cxnLst/>
              <a:rect l="l" t="t" r="r" b="b"/>
              <a:pathLst>
                <a:path w="946" h="177" extrusionOk="0">
                  <a:moveTo>
                    <a:pt x="355" y="0"/>
                  </a:moveTo>
                  <a:cubicBezTo>
                    <a:pt x="343" y="0"/>
                    <a:pt x="333" y="2"/>
                    <a:pt x="324" y="7"/>
                  </a:cubicBezTo>
                  <a:cubicBezTo>
                    <a:pt x="255" y="43"/>
                    <a:pt x="186" y="92"/>
                    <a:pt x="102" y="128"/>
                  </a:cubicBezTo>
                  <a:lnTo>
                    <a:pt x="69" y="128"/>
                  </a:lnTo>
                  <a:cubicBezTo>
                    <a:pt x="53" y="144"/>
                    <a:pt x="37" y="161"/>
                    <a:pt x="1" y="161"/>
                  </a:cubicBezTo>
                  <a:lnTo>
                    <a:pt x="21" y="177"/>
                  </a:lnTo>
                  <a:cubicBezTo>
                    <a:pt x="37" y="177"/>
                    <a:pt x="69" y="161"/>
                    <a:pt x="85" y="144"/>
                  </a:cubicBezTo>
                  <a:cubicBezTo>
                    <a:pt x="85" y="144"/>
                    <a:pt x="102" y="144"/>
                    <a:pt x="122" y="128"/>
                  </a:cubicBezTo>
                  <a:cubicBezTo>
                    <a:pt x="186" y="92"/>
                    <a:pt x="255" y="60"/>
                    <a:pt x="324" y="27"/>
                  </a:cubicBezTo>
                  <a:cubicBezTo>
                    <a:pt x="340" y="17"/>
                    <a:pt x="360" y="12"/>
                    <a:pt x="381" y="12"/>
                  </a:cubicBezTo>
                  <a:cubicBezTo>
                    <a:pt x="401" y="12"/>
                    <a:pt x="423" y="17"/>
                    <a:pt x="441" y="27"/>
                  </a:cubicBezTo>
                  <a:cubicBezTo>
                    <a:pt x="415" y="13"/>
                    <a:pt x="383" y="0"/>
                    <a:pt x="355" y="0"/>
                  </a:cubicBezTo>
                  <a:close/>
                  <a:moveTo>
                    <a:pt x="441" y="27"/>
                  </a:moveTo>
                  <a:lnTo>
                    <a:pt x="441" y="27"/>
                  </a:lnTo>
                  <a:cubicBezTo>
                    <a:pt x="526" y="60"/>
                    <a:pt x="606" y="76"/>
                    <a:pt x="675" y="108"/>
                  </a:cubicBezTo>
                  <a:cubicBezTo>
                    <a:pt x="760" y="128"/>
                    <a:pt x="829" y="144"/>
                    <a:pt x="893" y="177"/>
                  </a:cubicBezTo>
                  <a:lnTo>
                    <a:pt x="946" y="177"/>
                  </a:lnTo>
                  <a:lnTo>
                    <a:pt x="930" y="161"/>
                  </a:lnTo>
                  <a:lnTo>
                    <a:pt x="893" y="161"/>
                  </a:lnTo>
                  <a:cubicBezTo>
                    <a:pt x="829" y="144"/>
                    <a:pt x="760" y="108"/>
                    <a:pt x="691" y="92"/>
                  </a:cubicBezTo>
                  <a:cubicBezTo>
                    <a:pt x="606" y="76"/>
                    <a:pt x="526" y="43"/>
                    <a:pt x="441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>
              <a:extLst>
                <a:ext uri="{FF2B5EF4-FFF2-40B4-BE49-F238E27FC236}">
                  <a16:creationId xmlns:a16="http://schemas.microsoft.com/office/drawing/2014/main" id="{04322D08-6406-F586-BA94-5AC4AE9F3AF4}"/>
                </a:ext>
              </a:extLst>
            </p:cNvPr>
            <p:cNvSpPr/>
            <p:nvPr/>
          </p:nvSpPr>
          <p:spPr>
            <a:xfrm>
              <a:off x="2510070" y="477849"/>
              <a:ext cx="30195" cy="11720"/>
            </a:xfrm>
            <a:custGeom>
              <a:avLst/>
              <a:gdLst/>
              <a:ahLst/>
              <a:cxnLst/>
              <a:rect l="l" t="t" r="r" b="b"/>
              <a:pathLst>
                <a:path w="304" h="118" extrusionOk="0">
                  <a:moveTo>
                    <a:pt x="1" y="1"/>
                  </a:moveTo>
                  <a:lnTo>
                    <a:pt x="17" y="17"/>
                  </a:lnTo>
                  <a:cubicBezTo>
                    <a:pt x="17" y="17"/>
                    <a:pt x="33" y="17"/>
                    <a:pt x="49" y="33"/>
                  </a:cubicBezTo>
                  <a:cubicBezTo>
                    <a:pt x="65" y="33"/>
                    <a:pt x="102" y="49"/>
                    <a:pt x="134" y="49"/>
                  </a:cubicBezTo>
                  <a:cubicBezTo>
                    <a:pt x="102" y="33"/>
                    <a:pt x="82" y="17"/>
                    <a:pt x="49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  <a:moveTo>
                    <a:pt x="134" y="49"/>
                  </a:moveTo>
                  <a:cubicBezTo>
                    <a:pt x="150" y="65"/>
                    <a:pt x="166" y="65"/>
                    <a:pt x="183" y="85"/>
                  </a:cubicBezTo>
                  <a:cubicBezTo>
                    <a:pt x="219" y="85"/>
                    <a:pt x="251" y="102"/>
                    <a:pt x="284" y="118"/>
                  </a:cubicBezTo>
                  <a:lnTo>
                    <a:pt x="304" y="118"/>
                  </a:lnTo>
                  <a:lnTo>
                    <a:pt x="284" y="102"/>
                  </a:lnTo>
                  <a:cubicBezTo>
                    <a:pt x="251" y="102"/>
                    <a:pt x="219" y="85"/>
                    <a:pt x="183" y="65"/>
                  </a:cubicBezTo>
                  <a:cubicBezTo>
                    <a:pt x="166" y="49"/>
                    <a:pt x="150" y="49"/>
                    <a:pt x="134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9">
              <a:extLst>
                <a:ext uri="{FF2B5EF4-FFF2-40B4-BE49-F238E27FC236}">
                  <a16:creationId xmlns:a16="http://schemas.microsoft.com/office/drawing/2014/main" id="{792DD615-B371-CFA5-5961-DF9BFEBAE0CA}"/>
                </a:ext>
              </a:extLst>
            </p:cNvPr>
            <p:cNvSpPr/>
            <p:nvPr/>
          </p:nvSpPr>
          <p:spPr>
            <a:xfrm>
              <a:off x="1755796" y="651568"/>
              <a:ext cx="190704" cy="117303"/>
            </a:xfrm>
            <a:custGeom>
              <a:avLst/>
              <a:gdLst/>
              <a:ahLst/>
              <a:cxnLst/>
              <a:rect l="l" t="t" r="r" b="b"/>
              <a:pathLst>
                <a:path w="1920" h="1181" extrusionOk="0">
                  <a:moveTo>
                    <a:pt x="1903" y="1"/>
                  </a:moveTo>
                  <a:cubicBezTo>
                    <a:pt x="1871" y="1"/>
                    <a:pt x="1854" y="17"/>
                    <a:pt x="1818" y="33"/>
                  </a:cubicBezTo>
                  <a:lnTo>
                    <a:pt x="1802" y="53"/>
                  </a:lnTo>
                  <a:cubicBezTo>
                    <a:pt x="1753" y="86"/>
                    <a:pt x="1701" y="118"/>
                    <a:pt x="1652" y="134"/>
                  </a:cubicBezTo>
                  <a:cubicBezTo>
                    <a:pt x="1584" y="187"/>
                    <a:pt x="1515" y="235"/>
                    <a:pt x="1434" y="288"/>
                  </a:cubicBezTo>
                  <a:cubicBezTo>
                    <a:pt x="1382" y="304"/>
                    <a:pt x="1333" y="336"/>
                    <a:pt x="1281" y="372"/>
                  </a:cubicBezTo>
                  <a:cubicBezTo>
                    <a:pt x="1249" y="389"/>
                    <a:pt x="1232" y="421"/>
                    <a:pt x="1196" y="437"/>
                  </a:cubicBezTo>
                  <a:cubicBezTo>
                    <a:pt x="1232" y="421"/>
                    <a:pt x="1265" y="405"/>
                    <a:pt x="1297" y="389"/>
                  </a:cubicBezTo>
                  <a:cubicBezTo>
                    <a:pt x="1350" y="356"/>
                    <a:pt x="1398" y="320"/>
                    <a:pt x="1450" y="288"/>
                  </a:cubicBezTo>
                  <a:cubicBezTo>
                    <a:pt x="1515" y="255"/>
                    <a:pt x="1584" y="203"/>
                    <a:pt x="1669" y="154"/>
                  </a:cubicBezTo>
                  <a:cubicBezTo>
                    <a:pt x="1701" y="118"/>
                    <a:pt x="1753" y="86"/>
                    <a:pt x="1802" y="70"/>
                  </a:cubicBezTo>
                  <a:cubicBezTo>
                    <a:pt x="1818" y="53"/>
                    <a:pt x="1818" y="53"/>
                    <a:pt x="1838" y="53"/>
                  </a:cubicBezTo>
                  <a:cubicBezTo>
                    <a:pt x="1854" y="33"/>
                    <a:pt x="1871" y="17"/>
                    <a:pt x="1903" y="17"/>
                  </a:cubicBezTo>
                  <a:lnTo>
                    <a:pt x="1919" y="17"/>
                  </a:lnTo>
                  <a:lnTo>
                    <a:pt x="1903" y="1"/>
                  </a:lnTo>
                  <a:close/>
                  <a:moveTo>
                    <a:pt x="1196" y="437"/>
                  </a:moveTo>
                  <a:cubicBezTo>
                    <a:pt x="1131" y="473"/>
                    <a:pt x="1079" y="506"/>
                    <a:pt x="1010" y="538"/>
                  </a:cubicBezTo>
                  <a:cubicBezTo>
                    <a:pt x="978" y="574"/>
                    <a:pt x="929" y="607"/>
                    <a:pt x="877" y="639"/>
                  </a:cubicBezTo>
                  <a:cubicBezTo>
                    <a:pt x="929" y="607"/>
                    <a:pt x="978" y="591"/>
                    <a:pt x="1030" y="558"/>
                  </a:cubicBezTo>
                  <a:cubicBezTo>
                    <a:pt x="1079" y="522"/>
                    <a:pt x="1148" y="490"/>
                    <a:pt x="1196" y="437"/>
                  </a:cubicBezTo>
                  <a:close/>
                  <a:moveTo>
                    <a:pt x="877" y="639"/>
                  </a:moveTo>
                  <a:cubicBezTo>
                    <a:pt x="675" y="760"/>
                    <a:pt x="457" y="894"/>
                    <a:pt x="255" y="1027"/>
                  </a:cubicBezTo>
                  <a:cubicBezTo>
                    <a:pt x="239" y="1043"/>
                    <a:pt x="202" y="1063"/>
                    <a:pt x="186" y="1079"/>
                  </a:cubicBezTo>
                  <a:cubicBezTo>
                    <a:pt x="222" y="1063"/>
                    <a:pt x="239" y="1043"/>
                    <a:pt x="271" y="1027"/>
                  </a:cubicBezTo>
                  <a:cubicBezTo>
                    <a:pt x="473" y="910"/>
                    <a:pt x="675" y="776"/>
                    <a:pt x="877" y="639"/>
                  </a:cubicBezTo>
                  <a:close/>
                  <a:moveTo>
                    <a:pt x="186" y="1079"/>
                  </a:moveTo>
                  <a:lnTo>
                    <a:pt x="186" y="1079"/>
                  </a:lnTo>
                  <a:cubicBezTo>
                    <a:pt x="138" y="1096"/>
                    <a:pt x="101" y="1128"/>
                    <a:pt x="53" y="1144"/>
                  </a:cubicBezTo>
                  <a:lnTo>
                    <a:pt x="53" y="1164"/>
                  </a:lnTo>
                  <a:cubicBezTo>
                    <a:pt x="101" y="1128"/>
                    <a:pt x="154" y="1112"/>
                    <a:pt x="186" y="1079"/>
                  </a:cubicBezTo>
                  <a:close/>
                  <a:moveTo>
                    <a:pt x="53" y="1164"/>
                  </a:moveTo>
                  <a:cubicBezTo>
                    <a:pt x="37" y="1164"/>
                    <a:pt x="20" y="1180"/>
                    <a:pt x="0" y="1180"/>
                  </a:cubicBezTo>
                  <a:cubicBezTo>
                    <a:pt x="20" y="1180"/>
                    <a:pt x="37" y="1180"/>
                    <a:pt x="53" y="1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9">
              <a:extLst>
                <a:ext uri="{FF2B5EF4-FFF2-40B4-BE49-F238E27FC236}">
                  <a16:creationId xmlns:a16="http://schemas.microsoft.com/office/drawing/2014/main" id="{CFA58AB7-44C1-F14C-5AE8-83D417026D8E}"/>
                </a:ext>
              </a:extLst>
            </p:cNvPr>
            <p:cNvSpPr/>
            <p:nvPr/>
          </p:nvSpPr>
          <p:spPr>
            <a:xfrm>
              <a:off x="2476399" y="566546"/>
              <a:ext cx="83930" cy="30195"/>
            </a:xfrm>
            <a:custGeom>
              <a:avLst/>
              <a:gdLst/>
              <a:ahLst/>
              <a:cxnLst/>
              <a:rect l="l" t="t" r="r" b="b"/>
              <a:pathLst>
                <a:path w="845" h="304" extrusionOk="0">
                  <a:moveTo>
                    <a:pt x="0" y="0"/>
                  </a:moveTo>
                  <a:lnTo>
                    <a:pt x="0" y="17"/>
                  </a:lnTo>
                  <a:cubicBezTo>
                    <a:pt x="37" y="33"/>
                    <a:pt x="69" y="49"/>
                    <a:pt x="101" y="49"/>
                  </a:cubicBezTo>
                  <a:cubicBezTo>
                    <a:pt x="69" y="33"/>
                    <a:pt x="37" y="17"/>
                    <a:pt x="0" y="0"/>
                  </a:cubicBezTo>
                  <a:close/>
                  <a:moveTo>
                    <a:pt x="101" y="49"/>
                  </a:moveTo>
                  <a:cubicBezTo>
                    <a:pt x="170" y="81"/>
                    <a:pt x="255" y="101"/>
                    <a:pt x="340" y="134"/>
                  </a:cubicBezTo>
                  <a:cubicBezTo>
                    <a:pt x="473" y="182"/>
                    <a:pt x="590" y="219"/>
                    <a:pt x="707" y="267"/>
                  </a:cubicBezTo>
                  <a:lnTo>
                    <a:pt x="744" y="267"/>
                  </a:lnTo>
                  <a:cubicBezTo>
                    <a:pt x="744" y="267"/>
                    <a:pt x="724" y="251"/>
                    <a:pt x="707" y="251"/>
                  </a:cubicBezTo>
                  <a:cubicBezTo>
                    <a:pt x="590" y="202"/>
                    <a:pt x="473" y="166"/>
                    <a:pt x="340" y="118"/>
                  </a:cubicBezTo>
                  <a:cubicBezTo>
                    <a:pt x="255" y="101"/>
                    <a:pt x="186" y="65"/>
                    <a:pt x="101" y="49"/>
                  </a:cubicBezTo>
                  <a:close/>
                  <a:moveTo>
                    <a:pt x="744" y="267"/>
                  </a:moveTo>
                  <a:lnTo>
                    <a:pt x="744" y="267"/>
                  </a:lnTo>
                  <a:cubicBezTo>
                    <a:pt x="776" y="283"/>
                    <a:pt x="808" y="303"/>
                    <a:pt x="845" y="303"/>
                  </a:cubicBezTo>
                  <a:lnTo>
                    <a:pt x="845" y="283"/>
                  </a:lnTo>
                  <a:cubicBezTo>
                    <a:pt x="808" y="283"/>
                    <a:pt x="776" y="283"/>
                    <a:pt x="74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>
              <a:extLst>
                <a:ext uri="{FF2B5EF4-FFF2-40B4-BE49-F238E27FC236}">
                  <a16:creationId xmlns:a16="http://schemas.microsoft.com/office/drawing/2014/main" id="{7627A8E9-8247-778C-E006-A7FDEE0FE850}"/>
                </a:ext>
              </a:extLst>
            </p:cNvPr>
            <p:cNvSpPr/>
            <p:nvPr/>
          </p:nvSpPr>
          <p:spPr>
            <a:xfrm>
              <a:off x="2688657" y="516387"/>
              <a:ext cx="52245" cy="369191"/>
            </a:xfrm>
            <a:custGeom>
              <a:avLst/>
              <a:gdLst/>
              <a:ahLst/>
              <a:cxnLst/>
              <a:rect l="l" t="t" r="r" b="b"/>
              <a:pathLst>
                <a:path w="526" h="3717" extrusionOk="0">
                  <a:moveTo>
                    <a:pt x="21" y="0"/>
                  </a:moveTo>
                  <a:cubicBezTo>
                    <a:pt x="0" y="17"/>
                    <a:pt x="0" y="33"/>
                    <a:pt x="21" y="49"/>
                  </a:cubicBezTo>
                  <a:lnTo>
                    <a:pt x="21" y="134"/>
                  </a:lnTo>
                  <a:cubicBezTo>
                    <a:pt x="21" y="150"/>
                    <a:pt x="37" y="166"/>
                    <a:pt x="37" y="182"/>
                  </a:cubicBezTo>
                  <a:lnTo>
                    <a:pt x="37" y="235"/>
                  </a:lnTo>
                  <a:cubicBezTo>
                    <a:pt x="37" y="267"/>
                    <a:pt x="53" y="303"/>
                    <a:pt x="53" y="320"/>
                  </a:cubicBezTo>
                  <a:lnTo>
                    <a:pt x="53" y="352"/>
                  </a:lnTo>
                  <a:cubicBezTo>
                    <a:pt x="53" y="368"/>
                    <a:pt x="53" y="384"/>
                    <a:pt x="69" y="404"/>
                  </a:cubicBezTo>
                  <a:lnTo>
                    <a:pt x="69" y="352"/>
                  </a:lnTo>
                  <a:lnTo>
                    <a:pt x="69" y="320"/>
                  </a:lnTo>
                  <a:cubicBezTo>
                    <a:pt x="53" y="283"/>
                    <a:pt x="53" y="267"/>
                    <a:pt x="53" y="235"/>
                  </a:cubicBezTo>
                  <a:lnTo>
                    <a:pt x="53" y="182"/>
                  </a:lnTo>
                  <a:cubicBezTo>
                    <a:pt x="37" y="166"/>
                    <a:pt x="37" y="150"/>
                    <a:pt x="37" y="134"/>
                  </a:cubicBezTo>
                  <a:lnTo>
                    <a:pt x="37" y="49"/>
                  </a:lnTo>
                  <a:cubicBezTo>
                    <a:pt x="21" y="33"/>
                    <a:pt x="21" y="17"/>
                    <a:pt x="37" y="0"/>
                  </a:cubicBezTo>
                  <a:close/>
                  <a:moveTo>
                    <a:pt x="69" y="404"/>
                  </a:moveTo>
                  <a:lnTo>
                    <a:pt x="69" y="437"/>
                  </a:lnTo>
                  <a:cubicBezTo>
                    <a:pt x="69" y="469"/>
                    <a:pt x="69" y="505"/>
                    <a:pt x="85" y="538"/>
                  </a:cubicBezTo>
                  <a:lnTo>
                    <a:pt x="85" y="437"/>
                  </a:lnTo>
                  <a:cubicBezTo>
                    <a:pt x="85" y="421"/>
                    <a:pt x="69" y="404"/>
                    <a:pt x="69" y="404"/>
                  </a:cubicBezTo>
                  <a:close/>
                  <a:moveTo>
                    <a:pt x="85" y="538"/>
                  </a:moveTo>
                  <a:lnTo>
                    <a:pt x="85" y="623"/>
                  </a:lnTo>
                  <a:cubicBezTo>
                    <a:pt x="101" y="639"/>
                    <a:pt x="101" y="655"/>
                    <a:pt x="101" y="687"/>
                  </a:cubicBezTo>
                  <a:cubicBezTo>
                    <a:pt x="101" y="707"/>
                    <a:pt x="101" y="740"/>
                    <a:pt x="122" y="756"/>
                  </a:cubicBezTo>
                  <a:lnTo>
                    <a:pt x="122" y="687"/>
                  </a:lnTo>
                  <a:cubicBezTo>
                    <a:pt x="122" y="655"/>
                    <a:pt x="101" y="639"/>
                    <a:pt x="101" y="623"/>
                  </a:cubicBezTo>
                  <a:lnTo>
                    <a:pt x="85" y="538"/>
                  </a:lnTo>
                  <a:close/>
                  <a:moveTo>
                    <a:pt x="122" y="756"/>
                  </a:moveTo>
                  <a:lnTo>
                    <a:pt x="122" y="825"/>
                  </a:lnTo>
                  <a:cubicBezTo>
                    <a:pt x="122" y="857"/>
                    <a:pt x="138" y="909"/>
                    <a:pt x="138" y="942"/>
                  </a:cubicBezTo>
                  <a:cubicBezTo>
                    <a:pt x="138" y="974"/>
                    <a:pt x="154" y="1010"/>
                    <a:pt x="154" y="1043"/>
                  </a:cubicBezTo>
                  <a:cubicBezTo>
                    <a:pt x="154" y="1059"/>
                    <a:pt x="154" y="1091"/>
                    <a:pt x="170" y="1111"/>
                  </a:cubicBezTo>
                  <a:lnTo>
                    <a:pt x="170" y="1043"/>
                  </a:lnTo>
                  <a:cubicBezTo>
                    <a:pt x="170" y="1010"/>
                    <a:pt x="154" y="974"/>
                    <a:pt x="154" y="942"/>
                  </a:cubicBezTo>
                  <a:cubicBezTo>
                    <a:pt x="138" y="909"/>
                    <a:pt x="138" y="857"/>
                    <a:pt x="138" y="808"/>
                  </a:cubicBezTo>
                  <a:cubicBezTo>
                    <a:pt x="138" y="788"/>
                    <a:pt x="122" y="772"/>
                    <a:pt x="122" y="756"/>
                  </a:cubicBezTo>
                  <a:close/>
                  <a:moveTo>
                    <a:pt x="170" y="1111"/>
                  </a:moveTo>
                  <a:cubicBezTo>
                    <a:pt x="170" y="1160"/>
                    <a:pt x="186" y="1212"/>
                    <a:pt x="186" y="1261"/>
                  </a:cubicBezTo>
                  <a:lnTo>
                    <a:pt x="186" y="1313"/>
                  </a:lnTo>
                  <a:lnTo>
                    <a:pt x="186" y="1330"/>
                  </a:lnTo>
                  <a:cubicBezTo>
                    <a:pt x="202" y="1362"/>
                    <a:pt x="202" y="1394"/>
                    <a:pt x="202" y="1414"/>
                  </a:cubicBezTo>
                  <a:cubicBezTo>
                    <a:pt x="202" y="1447"/>
                    <a:pt x="223" y="1463"/>
                    <a:pt x="223" y="1495"/>
                  </a:cubicBezTo>
                  <a:lnTo>
                    <a:pt x="223" y="1414"/>
                  </a:lnTo>
                  <a:cubicBezTo>
                    <a:pt x="223" y="1394"/>
                    <a:pt x="202" y="1362"/>
                    <a:pt x="202" y="1330"/>
                  </a:cubicBezTo>
                  <a:lnTo>
                    <a:pt x="202" y="1293"/>
                  </a:lnTo>
                  <a:lnTo>
                    <a:pt x="202" y="1261"/>
                  </a:lnTo>
                  <a:cubicBezTo>
                    <a:pt x="186" y="1212"/>
                    <a:pt x="186" y="1160"/>
                    <a:pt x="170" y="1111"/>
                  </a:cubicBezTo>
                  <a:close/>
                  <a:moveTo>
                    <a:pt x="223" y="1495"/>
                  </a:moveTo>
                  <a:lnTo>
                    <a:pt x="223" y="1580"/>
                  </a:lnTo>
                  <a:cubicBezTo>
                    <a:pt x="239" y="1616"/>
                    <a:pt x="239" y="1632"/>
                    <a:pt x="239" y="1665"/>
                  </a:cubicBezTo>
                  <a:cubicBezTo>
                    <a:pt x="239" y="1697"/>
                    <a:pt x="255" y="1733"/>
                    <a:pt x="255" y="1766"/>
                  </a:cubicBezTo>
                  <a:lnTo>
                    <a:pt x="255" y="1818"/>
                  </a:lnTo>
                  <a:cubicBezTo>
                    <a:pt x="255" y="1834"/>
                    <a:pt x="271" y="1851"/>
                    <a:pt x="271" y="1867"/>
                  </a:cubicBezTo>
                  <a:lnTo>
                    <a:pt x="271" y="1818"/>
                  </a:lnTo>
                  <a:lnTo>
                    <a:pt x="271" y="1766"/>
                  </a:lnTo>
                  <a:cubicBezTo>
                    <a:pt x="255" y="1733"/>
                    <a:pt x="255" y="1697"/>
                    <a:pt x="255" y="1665"/>
                  </a:cubicBezTo>
                  <a:cubicBezTo>
                    <a:pt x="255" y="1632"/>
                    <a:pt x="239" y="1616"/>
                    <a:pt x="239" y="1580"/>
                  </a:cubicBezTo>
                  <a:cubicBezTo>
                    <a:pt x="239" y="1548"/>
                    <a:pt x="239" y="1531"/>
                    <a:pt x="223" y="1495"/>
                  </a:cubicBezTo>
                  <a:close/>
                  <a:moveTo>
                    <a:pt x="271" y="1867"/>
                  </a:moveTo>
                  <a:cubicBezTo>
                    <a:pt x="271" y="1899"/>
                    <a:pt x="271" y="1952"/>
                    <a:pt x="287" y="2000"/>
                  </a:cubicBezTo>
                  <a:cubicBezTo>
                    <a:pt x="287" y="2036"/>
                    <a:pt x="303" y="2069"/>
                    <a:pt x="303" y="2085"/>
                  </a:cubicBezTo>
                  <a:lnTo>
                    <a:pt x="303" y="2000"/>
                  </a:lnTo>
                  <a:cubicBezTo>
                    <a:pt x="287" y="1952"/>
                    <a:pt x="287" y="1899"/>
                    <a:pt x="271" y="1867"/>
                  </a:cubicBezTo>
                  <a:close/>
                  <a:moveTo>
                    <a:pt x="303" y="2085"/>
                  </a:moveTo>
                  <a:cubicBezTo>
                    <a:pt x="303" y="2121"/>
                    <a:pt x="303" y="2154"/>
                    <a:pt x="324" y="2186"/>
                  </a:cubicBezTo>
                  <a:cubicBezTo>
                    <a:pt x="324" y="2154"/>
                    <a:pt x="324" y="2121"/>
                    <a:pt x="303" y="2085"/>
                  </a:cubicBezTo>
                  <a:close/>
                  <a:moveTo>
                    <a:pt x="324" y="2186"/>
                  </a:moveTo>
                  <a:lnTo>
                    <a:pt x="324" y="2303"/>
                  </a:lnTo>
                  <a:cubicBezTo>
                    <a:pt x="340" y="2323"/>
                    <a:pt x="340" y="2339"/>
                    <a:pt x="340" y="2372"/>
                  </a:cubicBezTo>
                  <a:lnTo>
                    <a:pt x="340" y="2424"/>
                  </a:lnTo>
                  <a:cubicBezTo>
                    <a:pt x="356" y="2440"/>
                    <a:pt x="356" y="2473"/>
                    <a:pt x="356" y="2505"/>
                  </a:cubicBezTo>
                  <a:lnTo>
                    <a:pt x="356" y="2541"/>
                  </a:lnTo>
                  <a:cubicBezTo>
                    <a:pt x="372" y="2558"/>
                    <a:pt x="372" y="2574"/>
                    <a:pt x="372" y="2590"/>
                  </a:cubicBezTo>
                  <a:lnTo>
                    <a:pt x="372" y="2541"/>
                  </a:lnTo>
                  <a:lnTo>
                    <a:pt x="372" y="2505"/>
                  </a:lnTo>
                  <a:cubicBezTo>
                    <a:pt x="372" y="2473"/>
                    <a:pt x="356" y="2440"/>
                    <a:pt x="356" y="2404"/>
                  </a:cubicBezTo>
                  <a:lnTo>
                    <a:pt x="356" y="2372"/>
                  </a:lnTo>
                  <a:cubicBezTo>
                    <a:pt x="356" y="2339"/>
                    <a:pt x="340" y="2323"/>
                    <a:pt x="340" y="2303"/>
                  </a:cubicBezTo>
                  <a:cubicBezTo>
                    <a:pt x="340" y="2255"/>
                    <a:pt x="340" y="2222"/>
                    <a:pt x="324" y="2186"/>
                  </a:cubicBezTo>
                  <a:close/>
                  <a:moveTo>
                    <a:pt x="372" y="2590"/>
                  </a:moveTo>
                  <a:lnTo>
                    <a:pt x="372" y="2642"/>
                  </a:lnTo>
                  <a:cubicBezTo>
                    <a:pt x="372" y="2659"/>
                    <a:pt x="388" y="2675"/>
                    <a:pt x="388" y="2691"/>
                  </a:cubicBezTo>
                  <a:lnTo>
                    <a:pt x="388" y="2642"/>
                  </a:lnTo>
                  <a:cubicBezTo>
                    <a:pt x="388" y="2626"/>
                    <a:pt x="388" y="2606"/>
                    <a:pt x="372" y="2590"/>
                  </a:cubicBezTo>
                  <a:close/>
                  <a:moveTo>
                    <a:pt x="388" y="2691"/>
                  </a:moveTo>
                  <a:cubicBezTo>
                    <a:pt x="388" y="2743"/>
                    <a:pt x="388" y="2776"/>
                    <a:pt x="404" y="2828"/>
                  </a:cubicBezTo>
                  <a:cubicBezTo>
                    <a:pt x="404" y="2776"/>
                    <a:pt x="404" y="2727"/>
                    <a:pt x="388" y="2691"/>
                  </a:cubicBezTo>
                  <a:close/>
                  <a:moveTo>
                    <a:pt x="404" y="2828"/>
                  </a:moveTo>
                  <a:lnTo>
                    <a:pt x="404" y="2877"/>
                  </a:lnTo>
                  <a:cubicBezTo>
                    <a:pt x="404" y="2893"/>
                    <a:pt x="404" y="2909"/>
                    <a:pt x="425" y="2929"/>
                  </a:cubicBezTo>
                  <a:lnTo>
                    <a:pt x="425" y="2877"/>
                  </a:lnTo>
                  <a:cubicBezTo>
                    <a:pt x="425" y="2861"/>
                    <a:pt x="425" y="2844"/>
                    <a:pt x="404" y="2828"/>
                  </a:cubicBezTo>
                  <a:close/>
                  <a:moveTo>
                    <a:pt x="425" y="2929"/>
                  </a:moveTo>
                  <a:cubicBezTo>
                    <a:pt x="425" y="2978"/>
                    <a:pt x="425" y="3030"/>
                    <a:pt x="441" y="3063"/>
                  </a:cubicBezTo>
                  <a:lnTo>
                    <a:pt x="441" y="3131"/>
                  </a:lnTo>
                  <a:lnTo>
                    <a:pt x="441" y="3147"/>
                  </a:lnTo>
                  <a:cubicBezTo>
                    <a:pt x="441" y="3180"/>
                    <a:pt x="457" y="3212"/>
                    <a:pt x="457" y="3232"/>
                  </a:cubicBezTo>
                  <a:lnTo>
                    <a:pt x="457" y="3248"/>
                  </a:lnTo>
                  <a:lnTo>
                    <a:pt x="457" y="3265"/>
                  </a:lnTo>
                  <a:cubicBezTo>
                    <a:pt x="457" y="3297"/>
                    <a:pt x="473" y="3333"/>
                    <a:pt x="489" y="3366"/>
                  </a:cubicBezTo>
                  <a:cubicBezTo>
                    <a:pt x="505" y="3366"/>
                    <a:pt x="505" y="3382"/>
                    <a:pt x="505" y="3398"/>
                  </a:cubicBezTo>
                  <a:lnTo>
                    <a:pt x="505" y="3600"/>
                  </a:lnTo>
                  <a:lnTo>
                    <a:pt x="505" y="3701"/>
                  </a:lnTo>
                  <a:lnTo>
                    <a:pt x="505" y="3717"/>
                  </a:lnTo>
                  <a:lnTo>
                    <a:pt x="526" y="3701"/>
                  </a:lnTo>
                  <a:lnTo>
                    <a:pt x="526" y="3600"/>
                  </a:lnTo>
                  <a:lnTo>
                    <a:pt x="526" y="3398"/>
                  </a:lnTo>
                  <a:cubicBezTo>
                    <a:pt x="526" y="3382"/>
                    <a:pt x="526" y="3366"/>
                    <a:pt x="505" y="3349"/>
                  </a:cubicBezTo>
                  <a:cubicBezTo>
                    <a:pt x="489" y="3333"/>
                    <a:pt x="473" y="3297"/>
                    <a:pt x="473" y="3265"/>
                  </a:cubicBezTo>
                  <a:lnTo>
                    <a:pt x="473" y="3248"/>
                  </a:lnTo>
                  <a:lnTo>
                    <a:pt x="473" y="3232"/>
                  </a:lnTo>
                  <a:cubicBezTo>
                    <a:pt x="473" y="3196"/>
                    <a:pt x="457" y="3180"/>
                    <a:pt x="457" y="3147"/>
                  </a:cubicBezTo>
                  <a:lnTo>
                    <a:pt x="457" y="3131"/>
                  </a:lnTo>
                  <a:lnTo>
                    <a:pt x="457" y="3063"/>
                  </a:lnTo>
                  <a:cubicBezTo>
                    <a:pt x="441" y="3010"/>
                    <a:pt x="441" y="2978"/>
                    <a:pt x="425" y="2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9">
              <a:extLst>
                <a:ext uri="{FF2B5EF4-FFF2-40B4-BE49-F238E27FC236}">
                  <a16:creationId xmlns:a16="http://schemas.microsoft.com/office/drawing/2014/main" id="{3C4E865B-7584-D933-0A30-79202EE36320}"/>
                </a:ext>
              </a:extLst>
            </p:cNvPr>
            <p:cNvSpPr/>
            <p:nvPr/>
          </p:nvSpPr>
          <p:spPr>
            <a:xfrm>
              <a:off x="2331186" y="434146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0"/>
                  </a:moveTo>
                  <a:cubicBezTo>
                    <a:pt x="49" y="21"/>
                    <a:pt x="85" y="37"/>
                    <a:pt x="133" y="53"/>
                  </a:cubicBezTo>
                  <a:cubicBezTo>
                    <a:pt x="101" y="37"/>
                    <a:pt x="49" y="21"/>
                    <a:pt x="0" y="0"/>
                  </a:cubicBezTo>
                  <a:close/>
                  <a:moveTo>
                    <a:pt x="133" y="53"/>
                  </a:moveTo>
                  <a:cubicBezTo>
                    <a:pt x="150" y="69"/>
                    <a:pt x="166" y="69"/>
                    <a:pt x="202" y="85"/>
                  </a:cubicBezTo>
                  <a:lnTo>
                    <a:pt x="218" y="85"/>
                  </a:lnTo>
                  <a:lnTo>
                    <a:pt x="202" y="69"/>
                  </a:lnTo>
                  <a:cubicBezTo>
                    <a:pt x="186" y="69"/>
                    <a:pt x="166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9">
              <a:extLst>
                <a:ext uri="{FF2B5EF4-FFF2-40B4-BE49-F238E27FC236}">
                  <a16:creationId xmlns:a16="http://schemas.microsoft.com/office/drawing/2014/main" id="{D5EC2EB7-85AC-8F88-FA76-52F95FD75E6F}"/>
                </a:ext>
              </a:extLst>
            </p:cNvPr>
            <p:cNvSpPr/>
            <p:nvPr/>
          </p:nvSpPr>
          <p:spPr>
            <a:xfrm>
              <a:off x="1944712" y="724671"/>
              <a:ext cx="322707" cy="259636"/>
            </a:xfrm>
            <a:custGeom>
              <a:avLst/>
              <a:gdLst/>
              <a:ahLst/>
              <a:cxnLst/>
              <a:rect l="l" t="t" r="r" b="b"/>
              <a:pathLst>
                <a:path w="3249" h="2614" extrusionOk="0">
                  <a:moveTo>
                    <a:pt x="31" y="1"/>
                  </a:moveTo>
                  <a:cubicBezTo>
                    <a:pt x="19" y="1"/>
                    <a:pt x="9" y="5"/>
                    <a:pt x="1" y="24"/>
                  </a:cubicBezTo>
                  <a:lnTo>
                    <a:pt x="17" y="40"/>
                  </a:lnTo>
                  <a:lnTo>
                    <a:pt x="17" y="24"/>
                  </a:lnTo>
                  <a:cubicBezTo>
                    <a:pt x="27" y="14"/>
                    <a:pt x="32" y="9"/>
                    <a:pt x="37" y="9"/>
                  </a:cubicBezTo>
                  <a:cubicBezTo>
                    <a:pt x="41" y="9"/>
                    <a:pt x="45" y="14"/>
                    <a:pt x="53" y="24"/>
                  </a:cubicBezTo>
                  <a:lnTo>
                    <a:pt x="70" y="24"/>
                  </a:lnTo>
                  <a:cubicBezTo>
                    <a:pt x="102" y="24"/>
                    <a:pt x="138" y="40"/>
                    <a:pt x="171" y="40"/>
                  </a:cubicBezTo>
                  <a:cubicBezTo>
                    <a:pt x="187" y="57"/>
                    <a:pt x="203" y="57"/>
                    <a:pt x="219" y="57"/>
                  </a:cubicBezTo>
                  <a:cubicBezTo>
                    <a:pt x="320" y="89"/>
                    <a:pt x="421" y="105"/>
                    <a:pt x="522" y="141"/>
                  </a:cubicBezTo>
                  <a:cubicBezTo>
                    <a:pt x="575" y="158"/>
                    <a:pt x="623" y="174"/>
                    <a:pt x="676" y="174"/>
                  </a:cubicBezTo>
                  <a:cubicBezTo>
                    <a:pt x="623" y="158"/>
                    <a:pt x="575" y="141"/>
                    <a:pt x="542" y="125"/>
                  </a:cubicBezTo>
                  <a:cubicBezTo>
                    <a:pt x="441" y="105"/>
                    <a:pt x="340" y="73"/>
                    <a:pt x="239" y="40"/>
                  </a:cubicBezTo>
                  <a:lnTo>
                    <a:pt x="187" y="40"/>
                  </a:lnTo>
                  <a:cubicBezTo>
                    <a:pt x="138" y="24"/>
                    <a:pt x="102" y="4"/>
                    <a:pt x="70" y="4"/>
                  </a:cubicBezTo>
                  <a:cubicBezTo>
                    <a:pt x="54" y="4"/>
                    <a:pt x="42" y="1"/>
                    <a:pt x="31" y="1"/>
                  </a:cubicBezTo>
                  <a:close/>
                  <a:moveTo>
                    <a:pt x="17" y="40"/>
                  </a:moveTo>
                  <a:lnTo>
                    <a:pt x="17" y="73"/>
                  </a:lnTo>
                  <a:lnTo>
                    <a:pt x="17" y="327"/>
                  </a:lnTo>
                  <a:lnTo>
                    <a:pt x="17" y="360"/>
                  </a:lnTo>
                  <a:lnTo>
                    <a:pt x="17" y="461"/>
                  </a:lnTo>
                  <a:cubicBezTo>
                    <a:pt x="37" y="477"/>
                    <a:pt x="37" y="493"/>
                    <a:pt x="17" y="509"/>
                  </a:cubicBezTo>
                  <a:cubicBezTo>
                    <a:pt x="53" y="493"/>
                    <a:pt x="37" y="477"/>
                    <a:pt x="37" y="461"/>
                  </a:cubicBezTo>
                  <a:lnTo>
                    <a:pt x="37" y="444"/>
                  </a:lnTo>
                  <a:lnTo>
                    <a:pt x="37" y="360"/>
                  </a:lnTo>
                  <a:lnTo>
                    <a:pt x="37" y="327"/>
                  </a:lnTo>
                  <a:lnTo>
                    <a:pt x="37" y="73"/>
                  </a:lnTo>
                  <a:cubicBezTo>
                    <a:pt x="37" y="57"/>
                    <a:pt x="37" y="40"/>
                    <a:pt x="17" y="40"/>
                  </a:cubicBezTo>
                  <a:close/>
                  <a:moveTo>
                    <a:pt x="17" y="509"/>
                  </a:moveTo>
                  <a:cubicBezTo>
                    <a:pt x="1" y="509"/>
                    <a:pt x="17" y="529"/>
                    <a:pt x="17" y="529"/>
                  </a:cubicBezTo>
                  <a:cubicBezTo>
                    <a:pt x="37" y="562"/>
                    <a:pt x="37" y="610"/>
                    <a:pt x="17" y="646"/>
                  </a:cubicBezTo>
                  <a:lnTo>
                    <a:pt x="37" y="646"/>
                  </a:lnTo>
                  <a:lnTo>
                    <a:pt x="37" y="529"/>
                  </a:lnTo>
                  <a:lnTo>
                    <a:pt x="17" y="509"/>
                  </a:lnTo>
                  <a:close/>
                  <a:moveTo>
                    <a:pt x="676" y="174"/>
                  </a:moveTo>
                  <a:lnTo>
                    <a:pt x="676" y="174"/>
                  </a:lnTo>
                  <a:cubicBezTo>
                    <a:pt x="809" y="226"/>
                    <a:pt x="962" y="259"/>
                    <a:pt x="1096" y="291"/>
                  </a:cubicBezTo>
                  <a:cubicBezTo>
                    <a:pt x="1213" y="327"/>
                    <a:pt x="1314" y="360"/>
                    <a:pt x="1431" y="392"/>
                  </a:cubicBezTo>
                  <a:lnTo>
                    <a:pt x="1734" y="477"/>
                  </a:lnTo>
                  <a:cubicBezTo>
                    <a:pt x="1904" y="509"/>
                    <a:pt x="2057" y="562"/>
                    <a:pt x="2223" y="610"/>
                  </a:cubicBezTo>
                  <a:cubicBezTo>
                    <a:pt x="2425" y="663"/>
                    <a:pt x="2643" y="731"/>
                    <a:pt x="2845" y="780"/>
                  </a:cubicBezTo>
                  <a:cubicBezTo>
                    <a:pt x="2881" y="796"/>
                    <a:pt x="2914" y="796"/>
                    <a:pt x="2946" y="812"/>
                  </a:cubicBezTo>
                  <a:cubicBezTo>
                    <a:pt x="3015" y="832"/>
                    <a:pt x="3083" y="848"/>
                    <a:pt x="3148" y="865"/>
                  </a:cubicBezTo>
                  <a:lnTo>
                    <a:pt x="3184" y="865"/>
                  </a:lnTo>
                  <a:cubicBezTo>
                    <a:pt x="3184" y="865"/>
                    <a:pt x="3168" y="848"/>
                    <a:pt x="3148" y="848"/>
                  </a:cubicBezTo>
                  <a:cubicBezTo>
                    <a:pt x="3083" y="832"/>
                    <a:pt x="3015" y="812"/>
                    <a:pt x="2946" y="796"/>
                  </a:cubicBezTo>
                  <a:cubicBezTo>
                    <a:pt x="2914" y="780"/>
                    <a:pt x="2881" y="780"/>
                    <a:pt x="2845" y="764"/>
                  </a:cubicBezTo>
                  <a:cubicBezTo>
                    <a:pt x="2643" y="711"/>
                    <a:pt x="2425" y="646"/>
                    <a:pt x="2223" y="594"/>
                  </a:cubicBezTo>
                  <a:cubicBezTo>
                    <a:pt x="2057" y="545"/>
                    <a:pt x="1904" y="509"/>
                    <a:pt x="1734" y="461"/>
                  </a:cubicBezTo>
                  <a:lnTo>
                    <a:pt x="1431" y="376"/>
                  </a:lnTo>
                  <a:cubicBezTo>
                    <a:pt x="1314" y="343"/>
                    <a:pt x="1213" y="307"/>
                    <a:pt x="1112" y="291"/>
                  </a:cubicBezTo>
                  <a:cubicBezTo>
                    <a:pt x="962" y="242"/>
                    <a:pt x="809" y="206"/>
                    <a:pt x="676" y="174"/>
                  </a:cubicBezTo>
                  <a:close/>
                  <a:moveTo>
                    <a:pt x="3184" y="865"/>
                  </a:moveTo>
                  <a:cubicBezTo>
                    <a:pt x="3200" y="881"/>
                    <a:pt x="3217" y="881"/>
                    <a:pt x="3249" y="881"/>
                  </a:cubicBezTo>
                  <a:cubicBezTo>
                    <a:pt x="3233" y="881"/>
                    <a:pt x="3200" y="865"/>
                    <a:pt x="3184" y="865"/>
                  </a:cubicBezTo>
                  <a:close/>
                  <a:moveTo>
                    <a:pt x="17" y="646"/>
                  </a:moveTo>
                  <a:lnTo>
                    <a:pt x="17" y="663"/>
                  </a:lnTo>
                  <a:lnTo>
                    <a:pt x="17" y="747"/>
                  </a:lnTo>
                  <a:cubicBezTo>
                    <a:pt x="17" y="832"/>
                    <a:pt x="17" y="897"/>
                    <a:pt x="37" y="966"/>
                  </a:cubicBezTo>
                  <a:lnTo>
                    <a:pt x="37" y="747"/>
                  </a:lnTo>
                  <a:cubicBezTo>
                    <a:pt x="37" y="711"/>
                    <a:pt x="37" y="679"/>
                    <a:pt x="17" y="646"/>
                  </a:cubicBezTo>
                  <a:close/>
                  <a:moveTo>
                    <a:pt x="37" y="966"/>
                  </a:moveTo>
                  <a:lnTo>
                    <a:pt x="37" y="1099"/>
                  </a:lnTo>
                  <a:lnTo>
                    <a:pt x="37" y="1418"/>
                  </a:lnTo>
                  <a:lnTo>
                    <a:pt x="37" y="1539"/>
                  </a:lnTo>
                  <a:lnTo>
                    <a:pt x="37" y="1604"/>
                  </a:lnTo>
                  <a:lnTo>
                    <a:pt x="37" y="1689"/>
                  </a:lnTo>
                  <a:lnTo>
                    <a:pt x="37" y="1822"/>
                  </a:lnTo>
                  <a:lnTo>
                    <a:pt x="37" y="1992"/>
                  </a:lnTo>
                  <a:lnTo>
                    <a:pt x="37" y="2125"/>
                  </a:lnTo>
                  <a:lnTo>
                    <a:pt x="37" y="2363"/>
                  </a:lnTo>
                  <a:lnTo>
                    <a:pt x="37" y="2396"/>
                  </a:lnTo>
                  <a:cubicBezTo>
                    <a:pt x="53" y="2464"/>
                    <a:pt x="53" y="2529"/>
                    <a:pt x="53" y="2614"/>
                  </a:cubicBezTo>
                  <a:cubicBezTo>
                    <a:pt x="70" y="2529"/>
                    <a:pt x="53" y="2464"/>
                    <a:pt x="53" y="2396"/>
                  </a:cubicBezTo>
                  <a:lnTo>
                    <a:pt x="53" y="2347"/>
                  </a:lnTo>
                  <a:lnTo>
                    <a:pt x="53" y="2125"/>
                  </a:lnTo>
                  <a:lnTo>
                    <a:pt x="53" y="1992"/>
                  </a:lnTo>
                  <a:lnTo>
                    <a:pt x="53" y="1822"/>
                  </a:lnTo>
                  <a:lnTo>
                    <a:pt x="53" y="1689"/>
                  </a:lnTo>
                  <a:lnTo>
                    <a:pt x="53" y="1604"/>
                  </a:lnTo>
                  <a:lnTo>
                    <a:pt x="53" y="1539"/>
                  </a:lnTo>
                  <a:lnTo>
                    <a:pt x="53" y="1418"/>
                  </a:lnTo>
                  <a:lnTo>
                    <a:pt x="53" y="1099"/>
                  </a:lnTo>
                  <a:cubicBezTo>
                    <a:pt x="37" y="1067"/>
                    <a:pt x="37" y="1014"/>
                    <a:pt x="37" y="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>
              <a:extLst>
                <a:ext uri="{FF2B5EF4-FFF2-40B4-BE49-F238E27FC236}">
                  <a16:creationId xmlns:a16="http://schemas.microsoft.com/office/drawing/2014/main" id="{7E42E8F3-CCE3-7E40-D6F0-14E9045BF214}"/>
                </a:ext>
              </a:extLst>
            </p:cNvPr>
            <p:cNvSpPr/>
            <p:nvPr/>
          </p:nvSpPr>
          <p:spPr>
            <a:xfrm>
              <a:off x="2392966" y="693285"/>
              <a:ext cx="77076" cy="23838"/>
            </a:xfrm>
            <a:custGeom>
              <a:avLst/>
              <a:gdLst/>
              <a:ahLst/>
              <a:cxnLst/>
              <a:rect l="l" t="t" r="r" b="b"/>
              <a:pathLst>
                <a:path w="776" h="240" extrusionOk="0">
                  <a:moveTo>
                    <a:pt x="0" y="1"/>
                  </a:moveTo>
                  <a:cubicBezTo>
                    <a:pt x="16" y="1"/>
                    <a:pt x="16" y="17"/>
                    <a:pt x="33" y="17"/>
                  </a:cubicBezTo>
                  <a:lnTo>
                    <a:pt x="49" y="17"/>
                  </a:lnTo>
                  <a:cubicBezTo>
                    <a:pt x="202" y="70"/>
                    <a:pt x="352" y="118"/>
                    <a:pt x="521" y="171"/>
                  </a:cubicBezTo>
                  <a:lnTo>
                    <a:pt x="707" y="219"/>
                  </a:lnTo>
                  <a:lnTo>
                    <a:pt x="521" y="154"/>
                  </a:lnTo>
                  <a:cubicBezTo>
                    <a:pt x="372" y="102"/>
                    <a:pt x="202" y="53"/>
                    <a:pt x="49" y="1"/>
                  </a:cubicBezTo>
                  <a:close/>
                  <a:moveTo>
                    <a:pt x="707" y="219"/>
                  </a:moveTo>
                  <a:cubicBezTo>
                    <a:pt x="723" y="239"/>
                    <a:pt x="740" y="239"/>
                    <a:pt x="740" y="239"/>
                  </a:cubicBezTo>
                  <a:lnTo>
                    <a:pt x="756" y="239"/>
                  </a:lnTo>
                  <a:lnTo>
                    <a:pt x="776" y="2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9">
              <a:extLst>
                <a:ext uri="{FF2B5EF4-FFF2-40B4-BE49-F238E27FC236}">
                  <a16:creationId xmlns:a16="http://schemas.microsoft.com/office/drawing/2014/main" id="{82E1B45D-1303-B86D-2334-40BC66E89380}"/>
                </a:ext>
              </a:extLst>
            </p:cNvPr>
            <p:cNvSpPr/>
            <p:nvPr/>
          </p:nvSpPr>
          <p:spPr>
            <a:xfrm>
              <a:off x="2327511" y="897596"/>
              <a:ext cx="32181" cy="83532"/>
            </a:xfrm>
            <a:custGeom>
              <a:avLst/>
              <a:gdLst/>
              <a:ahLst/>
              <a:cxnLst/>
              <a:rect l="l" t="t" r="r" b="b"/>
              <a:pathLst>
                <a:path w="324" h="841" extrusionOk="0">
                  <a:moveTo>
                    <a:pt x="21" y="0"/>
                  </a:moveTo>
                  <a:cubicBezTo>
                    <a:pt x="1" y="32"/>
                    <a:pt x="1" y="49"/>
                    <a:pt x="1" y="81"/>
                  </a:cubicBezTo>
                  <a:cubicBezTo>
                    <a:pt x="21" y="81"/>
                    <a:pt x="21" y="81"/>
                    <a:pt x="21" y="101"/>
                  </a:cubicBezTo>
                  <a:lnTo>
                    <a:pt x="21" y="65"/>
                  </a:lnTo>
                  <a:cubicBezTo>
                    <a:pt x="21" y="49"/>
                    <a:pt x="21" y="32"/>
                    <a:pt x="37" y="0"/>
                  </a:cubicBezTo>
                  <a:close/>
                  <a:moveTo>
                    <a:pt x="21" y="267"/>
                  </a:moveTo>
                  <a:lnTo>
                    <a:pt x="21" y="739"/>
                  </a:lnTo>
                  <a:cubicBezTo>
                    <a:pt x="21" y="772"/>
                    <a:pt x="37" y="788"/>
                    <a:pt x="53" y="788"/>
                  </a:cubicBezTo>
                  <a:cubicBezTo>
                    <a:pt x="102" y="788"/>
                    <a:pt x="154" y="808"/>
                    <a:pt x="187" y="824"/>
                  </a:cubicBezTo>
                  <a:cubicBezTo>
                    <a:pt x="223" y="824"/>
                    <a:pt x="239" y="824"/>
                    <a:pt x="271" y="840"/>
                  </a:cubicBezTo>
                  <a:lnTo>
                    <a:pt x="324" y="840"/>
                  </a:lnTo>
                  <a:cubicBezTo>
                    <a:pt x="304" y="824"/>
                    <a:pt x="288" y="824"/>
                    <a:pt x="271" y="824"/>
                  </a:cubicBezTo>
                  <a:cubicBezTo>
                    <a:pt x="255" y="824"/>
                    <a:pt x="223" y="808"/>
                    <a:pt x="187" y="808"/>
                  </a:cubicBezTo>
                  <a:cubicBezTo>
                    <a:pt x="154" y="788"/>
                    <a:pt x="102" y="788"/>
                    <a:pt x="69" y="772"/>
                  </a:cubicBezTo>
                  <a:cubicBezTo>
                    <a:pt x="37" y="772"/>
                    <a:pt x="37" y="756"/>
                    <a:pt x="37" y="739"/>
                  </a:cubicBezTo>
                  <a:cubicBezTo>
                    <a:pt x="37" y="570"/>
                    <a:pt x="37" y="404"/>
                    <a:pt x="21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9">
              <a:extLst>
                <a:ext uri="{FF2B5EF4-FFF2-40B4-BE49-F238E27FC236}">
                  <a16:creationId xmlns:a16="http://schemas.microsoft.com/office/drawing/2014/main" id="{B9241DFF-20F0-AC1E-0AFE-47F9C89AB5E2}"/>
                </a:ext>
              </a:extLst>
            </p:cNvPr>
            <p:cNvSpPr/>
            <p:nvPr/>
          </p:nvSpPr>
          <p:spPr>
            <a:xfrm>
              <a:off x="1673952" y="383987"/>
              <a:ext cx="67044" cy="93961"/>
            </a:xfrm>
            <a:custGeom>
              <a:avLst/>
              <a:gdLst/>
              <a:ahLst/>
              <a:cxnLst/>
              <a:rect l="l" t="t" r="r" b="b"/>
              <a:pathLst>
                <a:path w="675" h="946" extrusionOk="0">
                  <a:moveTo>
                    <a:pt x="675" y="0"/>
                  </a:moveTo>
                  <a:cubicBezTo>
                    <a:pt x="606" y="37"/>
                    <a:pt x="558" y="69"/>
                    <a:pt x="521" y="122"/>
                  </a:cubicBezTo>
                  <a:cubicBezTo>
                    <a:pt x="574" y="85"/>
                    <a:pt x="622" y="53"/>
                    <a:pt x="675" y="21"/>
                  </a:cubicBezTo>
                  <a:lnTo>
                    <a:pt x="675" y="0"/>
                  </a:lnTo>
                  <a:close/>
                  <a:moveTo>
                    <a:pt x="521" y="122"/>
                  </a:moveTo>
                  <a:cubicBezTo>
                    <a:pt x="489" y="138"/>
                    <a:pt x="473" y="154"/>
                    <a:pt x="457" y="170"/>
                  </a:cubicBezTo>
                  <a:cubicBezTo>
                    <a:pt x="489" y="170"/>
                    <a:pt x="505" y="138"/>
                    <a:pt x="521" y="122"/>
                  </a:cubicBezTo>
                  <a:close/>
                  <a:moveTo>
                    <a:pt x="457" y="170"/>
                  </a:moveTo>
                  <a:cubicBezTo>
                    <a:pt x="388" y="223"/>
                    <a:pt x="303" y="287"/>
                    <a:pt x="238" y="340"/>
                  </a:cubicBezTo>
                  <a:cubicBezTo>
                    <a:pt x="170" y="388"/>
                    <a:pt x="117" y="441"/>
                    <a:pt x="53" y="489"/>
                  </a:cubicBezTo>
                  <a:cubicBezTo>
                    <a:pt x="16" y="526"/>
                    <a:pt x="0" y="558"/>
                    <a:pt x="0" y="590"/>
                  </a:cubicBezTo>
                  <a:lnTo>
                    <a:pt x="0" y="728"/>
                  </a:lnTo>
                  <a:lnTo>
                    <a:pt x="0" y="792"/>
                  </a:lnTo>
                  <a:lnTo>
                    <a:pt x="0" y="808"/>
                  </a:lnTo>
                  <a:lnTo>
                    <a:pt x="0" y="946"/>
                  </a:lnTo>
                  <a:lnTo>
                    <a:pt x="16" y="946"/>
                  </a:lnTo>
                  <a:cubicBezTo>
                    <a:pt x="0" y="893"/>
                    <a:pt x="16" y="861"/>
                    <a:pt x="16" y="808"/>
                  </a:cubicBezTo>
                  <a:lnTo>
                    <a:pt x="16" y="792"/>
                  </a:lnTo>
                  <a:lnTo>
                    <a:pt x="16" y="728"/>
                  </a:lnTo>
                  <a:lnTo>
                    <a:pt x="16" y="590"/>
                  </a:lnTo>
                  <a:cubicBezTo>
                    <a:pt x="16" y="558"/>
                    <a:pt x="37" y="526"/>
                    <a:pt x="53" y="505"/>
                  </a:cubicBezTo>
                  <a:cubicBezTo>
                    <a:pt x="117" y="457"/>
                    <a:pt x="186" y="404"/>
                    <a:pt x="255" y="356"/>
                  </a:cubicBezTo>
                  <a:cubicBezTo>
                    <a:pt x="319" y="287"/>
                    <a:pt x="388" y="239"/>
                    <a:pt x="457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9">
              <a:extLst>
                <a:ext uri="{FF2B5EF4-FFF2-40B4-BE49-F238E27FC236}">
                  <a16:creationId xmlns:a16="http://schemas.microsoft.com/office/drawing/2014/main" id="{7EDA95A3-C7D4-B3A8-4B31-CE6FD9AD0F6F}"/>
                </a:ext>
              </a:extLst>
            </p:cNvPr>
            <p:cNvSpPr/>
            <p:nvPr/>
          </p:nvSpPr>
          <p:spPr>
            <a:xfrm>
              <a:off x="1948387" y="879122"/>
              <a:ext cx="208682" cy="51848"/>
            </a:xfrm>
            <a:custGeom>
              <a:avLst/>
              <a:gdLst/>
              <a:ahLst/>
              <a:cxnLst/>
              <a:rect l="l" t="t" r="r" b="b"/>
              <a:pathLst>
                <a:path w="2101" h="522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cubicBezTo>
                    <a:pt x="49" y="16"/>
                    <a:pt x="81" y="33"/>
                    <a:pt x="134" y="33"/>
                  </a:cubicBezTo>
                  <a:lnTo>
                    <a:pt x="134" y="16"/>
                  </a:lnTo>
                  <a:cubicBezTo>
                    <a:pt x="101" y="16"/>
                    <a:pt x="49" y="0"/>
                    <a:pt x="16" y="0"/>
                  </a:cubicBezTo>
                  <a:close/>
                  <a:moveTo>
                    <a:pt x="134" y="33"/>
                  </a:moveTo>
                  <a:lnTo>
                    <a:pt x="134" y="33"/>
                  </a:lnTo>
                  <a:cubicBezTo>
                    <a:pt x="218" y="65"/>
                    <a:pt x="283" y="85"/>
                    <a:pt x="352" y="101"/>
                  </a:cubicBezTo>
                  <a:cubicBezTo>
                    <a:pt x="384" y="101"/>
                    <a:pt x="420" y="117"/>
                    <a:pt x="453" y="117"/>
                  </a:cubicBezTo>
                  <a:cubicBezTo>
                    <a:pt x="521" y="134"/>
                    <a:pt x="586" y="150"/>
                    <a:pt x="655" y="166"/>
                  </a:cubicBezTo>
                  <a:cubicBezTo>
                    <a:pt x="723" y="186"/>
                    <a:pt x="772" y="202"/>
                    <a:pt x="841" y="218"/>
                  </a:cubicBezTo>
                  <a:cubicBezTo>
                    <a:pt x="974" y="251"/>
                    <a:pt x="1091" y="287"/>
                    <a:pt x="1212" y="303"/>
                  </a:cubicBezTo>
                  <a:cubicBezTo>
                    <a:pt x="1091" y="267"/>
                    <a:pt x="974" y="235"/>
                    <a:pt x="841" y="202"/>
                  </a:cubicBezTo>
                  <a:cubicBezTo>
                    <a:pt x="772" y="186"/>
                    <a:pt x="723" y="166"/>
                    <a:pt x="655" y="150"/>
                  </a:cubicBezTo>
                  <a:cubicBezTo>
                    <a:pt x="586" y="134"/>
                    <a:pt x="521" y="117"/>
                    <a:pt x="453" y="101"/>
                  </a:cubicBezTo>
                  <a:cubicBezTo>
                    <a:pt x="420" y="101"/>
                    <a:pt x="384" y="85"/>
                    <a:pt x="368" y="85"/>
                  </a:cubicBezTo>
                  <a:cubicBezTo>
                    <a:pt x="283" y="65"/>
                    <a:pt x="218" y="49"/>
                    <a:pt x="134" y="33"/>
                  </a:cubicBezTo>
                  <a:close/>
                  <a:moveTo>
                    <a:pt x="1212" y="303"/>
                  </a:moveTo>
                  <a:cubicBezTo>
                    <a:pt x="1346" y="352"/>
                    <a:pt x="1495" y="388"/>
                    <a:pt x="1648" y="420"/>
                  </a:cubicBezTo>
                  <a:cubicBezTo>
                    <a:pt x="1697" y="437"/>
                    <a:pt x="1749" y="437"/>
                    <a:pt x="1798" y="453"/>
                  </a:cubicBezTo>
                  <a:cubicBezTo>
                    <a:pt x="1834" y="453"/>
                    <a:pt x="1850" y="469"/>
                    <a:pt x="1883" y="469"/>
                  </a:cubicBezTo>
                  <a:cubicBezTo>
                    <a:pt x="1867" y="453"/>
                    <a:pt x="1834" y="453"/>
                    <a:pt x="1798" y="437"/>
                  </a:cubicBezTo>
                  <a:cubicBezTo>
                    <a:pt x="1749" y="437"/>
                    <a:pt x="1697" y="420"/>
                    <a:pt x="1648" y="404"/>
                  </a:cubicBezTo>
                  <a:cubicBezTo>
                    <a:pt x="1495" y="368"/>
                    <a:pt x="1346" y="336"/>
                    <a:pt x="1212" y="303"/>
                  </a:cubicBezTo>
                  <a:close/>
                  <a:moveTo>
                    <a:pt x="1883" y="469"/>
                  </a:moveTo>
                  <a:lnTo>
                    <a:pt x="1883" y="469"/>
                  </a:lnTo>
                  <a:cubicBezTo>
                    <a:pt x="1951" y="489"/>
                    <a:pt x="2020" y="521"/>
                    <a:pt x="2085" y="521"/>
                  </a:cubicBezTo>
                  <a:lnTo>
                    <a:pt x="2101" y="521"/>
                  </a:lnTo>
                  <a:lnTo>
                    <a:pt x="2085" y="505"/>
                  </a:lnTo>
                  <a:cubicBezTo>
                    <a:pt x="2020" y="505"/>
                    <a:pt x="1951" y="489"/>
                    <a:pt x="1883" y="4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9">
              <a:extLst>
                <a:ext uri="{FF2B5EF4-FFF2-40B4-BE49-F238E27FC236}">
                  <a16:creationId xmlns:a16="http://schemas.microsoft.com/office/drawing/2014/main" id="{4FEEDB09-0CA6-1551-BF0F-ED94DFC80DB5}"/>
                </a:ext>
              </a:extLst>
            </p:cNvPr>
            <p:cNvSpPr/>
            <p:nvPr/>
          </p:nvSpPr>
          <p:spPr>
            <a:xfrm>
              <a:off x="1689149" y="470995"/>
              <a:ext cx="28606" cy="21852"/>
            </a:xfrm>
            <a:custGeom>
              <a:avLst/>
              <a:gdLst/>
              <a:ahLst/>
              <a:cxnLst/>
              <a:rect l="l" t="t" r="r" b="b"/>
              <a:pathLst>
                <a:path w="288" h="220" extrusionOk="0">
                  <a:moveTo>
                    <a:pt x="267" y="1"/>
                  </a:moveTo>
                  <a:lnTo>
                    <a:pt x="1" y="219"/>
                  </a:lnTo>
                  <a:lnTo>
                    <a:pt x="287" y="17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9">
              <a:extLst>
                <a:ext uri="{FF2B5EF4-FFF2-40B4-BE49-F238E27FC236}">
                  <a16:creationId xmlns:a16="http://schemas.microsoft.com/office/drawing/2014/main" id="{1C68E3F1-5AB2-79A3-4937-8E913BA9EF3E}"/>
                </a:ext>
              </a:extLst>
            </p:cNvPr>
            <p:cNvSpPr/>
            <p:nvPr/>
          </p:nvSpPr>
          <p:spPr>
            <a:xfrm>
              <a:off x="2213982" y="927692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lnTo>
                    <a:pt x="154" y="49"/>
                  </a:lnTo>
                  <a:lnTo>
                    <a:pt x="1" y="0"/>
                  </a:lnTo>
                  <a:close/>
                  <a:moveTo>
                    <a:pt x="154" y="49"/>
                  </a:moveTo>
                  <a:lnTo>
                    <a:pt x="154" y="49"/>
                  </a:lnTo>
                  <a:cubicBezTo>
                    <a:pt x="271" y="81"/>
                    <a:pt x="405" y="133"/>
                    <a:pt x="522" y="166"/>
                  </a:cubicBezTo>
                  <a:cubicBezTo>
                    <a:pt x="558" y="166"/>
                    <a:pt x="590" y="182"/>
                    <a:pt x="623" y="182"/>
                  </a:cubicBezTo>
                  <a:cubicBezTo>
                    <a:pt x="590" y="166"/>
                    <a:pt x="558" y="166"/>
                    <a:pt x="522" y="150"/>
                  </a:cubicBezTo>
                  <a:cubicBezTo>
                    <a:pt x="405" y="117"/>
                    <a:pt x="287" y="81"/>
                    <a:pt x="154" y="49"/>
                  </a:cubicBezTo>
                  <a:close/>
                  <a:moveTo>
                    <a:pt x="623" y="182"/>
                  </a:moveTo>
                  <a:cubicBezTo>
                    <a:pt x="659" y="202"/>
                    <a:pt x="691" y="218"/>
                    <a:pt x="740" y="218"/>
                  </a:cubicBezTo>
                  <a:cubicBezTo>
                    <a:pt x="707" y="202"/>
                    <a:pt x="659" y="182"/>
                    <a:pt x="623" y="182"/>
                  </a:cubicBezTo>
                  <a:close/>
                  <a:moveTo>
                    <a:pt x="740" y="218"/>
                  </a:moveTo>
                  <a:cubicBezTo>
                    <a:pt x="760" y="234"/>
                    <a:pt x="776" y="234"/>
                    <a:pt x="792" y="234"/>
                  </a:cubicBezTo>
                  <a:cubicBezTo>
                    <a:pt x="776" y="218"/>
                    <a:pt x="760" y="218"/>
                    <a:pt x="740" y="218"/>
                  </a:cubicBezTo>
                  <a:close/>
                  <a:moveTo>
                    <a:pt x="792" y="234"/>
                  </a:moveTo>
                  <a:cubicBezTo>
                    <a:pt x="825" y="251"/>
                    <a:pt x="861" y="251"/>
                    <a:pt x="877" y="267"/>
                  </a:cubicBezTo>
                  <a:cubicBezTo>
                    <a:pt x="926" y="283"/>
                    <a:pt x="978" y="303"/>
                    <a:pt x="1010" y="303"/>
                  </a:cubicBezTo>
                  <a:lnTo>
                    <a:pt x="1043" y="303"/>
                  </a:lnTo>
                  <a:lnTo>
                    <a:pt x="1043" y="283"/>
                  </a:lnTo>
                  <a:lnTo>
                    <a:pt x="1010" y="283"/>
                  </a:lnTo>
                  <a:cubicBezTo>
                    <a:pt x="978" y="283"/>
                    <a:pt x="926" y="267"/>
                    <a:pt x="893" y="251"/>
                  </a:cubicBezTo>
                  <a:cubicBezTo>
                    <a:pt x="861" y="251"/>
                    <a:pt x="825" y="234"/>
                    <a:pt x="792" y="2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9">
              <a:extLst>
                <a:ext uri="{FF2B5EF4-FFF2-40B4-BE49-F238E27FC236}">
                  <a16:creationId xmlns:a16="http://schemas.microsoft.com/office/drawing/2014/main" id="{16AAF6B8-E392-3FE3-A6ED-80E00DB03475}"/>
                </a:ext>
              </a:extLst>
            </p:cNvPr>
            <p:cNvSpPr/>
            <p:nvPr/>
          </p:nvSpPr>
          <p:spPr>
            <a:xfrm>
              <a:off x="2593602" y="551250"/>
              <a:ext cx="88697" cy="20163"/>
            </a:xfrm>
            <a:custGeom>
              <a:avLst/>
              <a:gdLst/>
              <a:ahLst/>
              <a:cxnLst/>
              <a:rect l="l" t="t" r="r" b="b"/>
              <a:pathLst>
                <a:path w="893" h="203" extrusionOk="0">
                  <a:moveTo>
                    <a:pt x="218" y="53"/>
                  </a:moveTo>
                  <a:cubicBezTo>
                    <a:pt x="186" y="53"/>
                    <a:pt x="170" y="70"/>
                    <a:pt x="133" y="86"/>
                  </a:cubicBezTo>
                  <a:cubicBezTo>
                    <a:pt x="117" y="86"/>
                    <a:pt x="101" y="102"/>
                    <a:pt x="85" y="102"/>
                  </a:cubicBezTo>
                  <a:cubicBezTo>
                    <a:pt x="49" y="118"/>
                    <a:pt x="32" y="134"/>
                    <a:pt x="0" y="134"/>
                  </a:cubicBezTo>
                  <a:lnTo>
                    <a:pt x="0" y="154"/>
                  </a:lnTo>
                  <a:cubicBezTo>
                    <a:pt x="32" y="154"/>
                    <a:pt x="69" y="134"/>
                    <a:pt x="85" y="118"/>
                  </a:cubicBezTo>
                  <a:cubicBezTo>
                    <a:pt x="101" y="102"/>
                    <a:pt x="117" y="102"/>
                    <a:pt x="150" y="86"/>
                  </a:cubicBezTo>
                  <a:cubicBezTo>
                    <a:pt x="170" y="86"/>
                    <a:pt x="202" y="70"/>
                    <a:pt x="218" y="53"/>
                  </a:cubicBezTo>
                  <a:close/>
                  <a:moveTo>
                    <a:pt x="303" y="1"/>
                  </a:moveTo>
                  <a:cubicBezTo>
                    <a:pt x="271" y="17"/>
                    <a:pt x="234" y="33"/>
                    <a:pt x="218" y="53"/>
                  </a:cubicBezTo>
                  <a:cubicBezTo>
                    <a:pt x="251" y="53"/>
                    <a:pt x="287" y="33"/>
                    <a:pt x="303" y="17"/>
                  </a:cubicBezTo>
                  <a:cubicBezTo>
                    <a:pt x="335" y="17"/>
                    <a:pt x="352" y="17"/>
                    <a:pt x="388" y="33"/>
                  </a:cubicBezTo>
                  <a:lnTo>
                    <a:pt x="404" y="33"/>
                  </a:lnTo>
                  <a:cubicBezTo>
                    <a:pt x="521" y="86"/>
                    <a:pt x="655" y="134"/>
                    <a:pt x="792" y="187"/>
                  </a:cubicBezTo>
                  <a:lnTo>
                    <a:pt x="840" y="203"/>
                  </a:lnTo>
                  <a:lnTo>
                    <a:pt x="893" y="203"/>
                  </a:lnTo>
                  <a:lnTo>
                    <a:pt x="893" y="187"/>
                  </a:lnTo>
                  <a:cubicBezTo>
                    <a:pt x="885" y="195"/>
                    <a:pt x="876" y="199"/>
                    <a:pt x="867" y="199"/>
                  </a:cubicBezTo>
                  <a:cubicBezTo>
                    <a:pt x="857" y="199"/>
                    <a:pt x="848" y="195"/>
                    <a:pt x="840" y="187"/>
                  </a:cubicBezTo>
                  <a:lnTo>
                    <a:pt x="792" y="171"/>
                  </a:lnTo>
                  <a:cubicBezTo>
                    <a:pt x="675" y="118"/>
                    <a:pt x="537" y="70"/>
                    <a:pt x="404" y="17"/>
                  </a:cubicBezTo>
                  <a:lnTo>
                    <a:pt x="388" y="17"/>
                  </a:lnTo>
                  <a:cubicBezTo>
                    <a:pt x="372" y="1"/>
                    <a:pt x="335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9">
              <a:extLst>
                <a:ext uri="{FF2B5EF4-FFF2-40B4-BE49-F238E27FC236}">
                  <a16:creationId xmlns:a16="http://schemas.microsoft.com/office/drawing/2014/main" id="{2870617C-8A72-CFDB-5DAC-0D3CCC6DD7EB}"/>
                </a:ext>
              </a:extLst>
            </p:cNvPr>
            <p:cNvSpPr/>
            <p:nvPr/>
          </p:nvSpPr>
          <p:spPr>
            <a:xfrm>
              <a:off x="1762550" y="939313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57" y="0"/>
                  </a:moveTo>
                  <a:cubicBezTo>
                    <a:pt x="437" y="0"/>
                    <a:pt x="405" y="16"/>
                    <a:pt x="389" y="33"/>
                  </a:cubicBezTo>
                  <a:cubicBezTo>
                    <a:pt x="405" y="33"/>
                    <a:pt x="437" y="16"/>
                    <a:pt x="457" y="16"/>
                  </a:cubicBezTo>
                  <a:lnTo>
                    <a:pt x="474" y="16"/>
                  </a:lnTo>
                  <a:lnTo>
                    <a:pt x="457" y="0"/>
                  </a:lnTo>
                  <a:close/>
                  <a:moveTo>
                    <a:pt x="373" y="33"/>
                  </a:moveTo>
                  <a:cubicBezTo>
                    <a:pt x="336" y="49"/>
                    <a:pt x="304" y="65"/>
                    <a:pt x="288" y="65"/>
                  </a:cubicBezTo>
                  <a:cubicBezTo>
                    <a:pt x="255" y="85"/>
                    <a:pt x="219" y="101"/>
                    <a:pt x="171" y="117"/>
                  </a:cubicBezTo>
                  <a:cubicBezTo>
                    <a:pt x="134" y="134"/>
                    <a:pt x="102" y="150"/>
                    <a:pt x="86" y="166"/>
                  </a:cubicBezTo>
                  <a:cubicBezTo>
                    <a:pt x="118" y="166"/>
                    <a:pt x="154" y="150"/>
                    <a:pt x="187" y="134"/>
                  </a:cubicBezTo>
                  <a:cubicBezTo>
                    <a:pt x="219" y="117"/>
                    <a:pt x="255" y="101"/>
                    <a:pt x="288" y="85"/>
                  </a:cubicBezTo>
                  <a:cubicBezTo>
                    <a:pt x="320" y="65"/>
                    <a:pt x="336" y="65"/>
                    <a:pt x="373" y="49"/>
                  </a:cubicBezTo>
                  <a:cubicBezTo>
                    <a:pt x="373" y="49"/>
                    <a:pt x="389" y="49"/>
                    <a:pt x="389" y="33"/>
                  </a:cubicBezTo>
                  <a:close/>
                  <a:moveTo>
                    <a:pt x="86" y="166"/>
                  </a:moveTo>
                  <a:cubicBezTo>
                    <a:pt x="70" y="166"/>
                    <a:pt x="53" y="186"/>
                    <a:pt x="33" y="186"/>
                  </a:cubicBezTo>
                  <a:lnTo>
                    <a:pt x="17" y="186"/>
                  </a:lnTo>
                  <a:lnTo>
                    <a:pt x="1" y="202"/>
                  </a:lnTo>
                  <a:lnTo>
                    <a:pt x="33" y="202"/>
                  </a:lnTo>
                  <a:cubicBezTo>
                    <a:pt x="53" y="186"/>
                    <a:pt x="70" y="186"/>
                    <a:pt x="8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9">
              <a:extLst>
                <a:ext uri="{FF2B5EF4-FFF2-40B4-BE49-F238E27FC236}">
                  <a16:creationId xmlns:a16="http://schemas.microsoft.com/office/drawing/2014/main" id="{3FEA4999-0E0C-DD4D-4286-E935BF68054C}"/>
                </a:ext>
              </a:extLst>
            </p:cNvPr>
            <p:cNvSpPr/>
            <p:nvPr/>
          </p:nvSpPr>
          <p:spPr>
            <a:xfrm>
              <a:off x="2213982" y="949344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cubicBezTo>
                    <a:pt x="53" y="16"/>
                    <a:pt x="85" y="33"/>
                    <a:pt x="134" y="49"/>
                  </a:cubicBezTo>
                  <a:cubicBezTo>
                    <a:pt x="154" y="49"/>
                    <a:pt x="170" y="49"/>
                    <a:pt x="186" y="65"/>
                  </a:cubicBezTo>
                  <a:cubicBezTo>
                    <a:pt x="203" y="65"/>
                    <a:pt x="235" y="85"/>
                    <a:pt x="271" y="85"/>
                  </a:cubicBezTo>
                  <a:cubicBezTo>
                    <a:pt x="287" y="85"/>
                    <a:pt x="304" y="101"/>
                    <a:pt x="320" y="101"/>
                  </a:cubicBezTo>
                  <a:cubicBezTo>
                    <a:pt x="372" y="117"/>
                    <a:pt x="405" y="117"/>
                    <a:pt x="437" y="134"/>
                  </a:cubicBezTo>
                  <a:cubicBezTo>
                    <a:pt x="473" y="150"/>
                    <a:pt x="506" y="150"/>
                    <a:pt x="538" y="166"/>
                  </a:cubicBezTo>
                  <a:cubicBezTo>
                    <a:pt x="574" y="166"/>
                    <a:pt x="590" y="186"/>
                    <a:pt x="607" y="186"/>
                  </a:cubicBezTo>
                  <a:cubicBezTo>
                    <a:pt x="659" y="202"/>
                    <a:pt x="707" y="218"/>
                    <a:pt x="760" y="218"/>
                  </a:cubicBezTo>
                  <a:cubicBezTo>
                    <a:pt x="707" y="202"/>
                    <a:pt x="659" y="186"/>
                    <a:pt x="623" y="166"/>
                  </a:cubicBezTo>
                  <a:cubicBezTo>
                    <a:pt x="590" y="166"/>
                    <a:pt x="574" y="150"/>
                    <a:pt x="538" y="150"/>
                  </a:cubicBezTo>
                  <a:cubicBezTo>
                    <a:pt x="506" y="134"/>
                    <a:pt x="473" y="134"/>
                    <a:pt x="437" y="117"/>
                  </a:cubicBezTo>
                  <a:cubicBezTo>
                    <a:pt x="405" y="117"/>
                    <a:pt x="372" y="101"/>
                    <a:pt x="336" y="85"/>
                  </a:cubicBezTo>
                  <a:cubicBezTo>
                    <a:pt x="304" y="85"/>
                    <a:pt x="287" y="85"/>
                    <a:pt x="271" y="65"/>
                  </a:cubicBezTo>
                  <a:cubicBezTo>
                    <a:pt x="235" y="65"/>
                    <a:pt x="219" y="49"/>
                    <a:pt x="186" y="49"/>
                  </a:cubicBezTo>
                  <a:cubicBezTo>
                    <a:pt x="170" y="49"/>
                    <a:pt x="154" y="33"/>
                    <a:pt x="134" y="33"/>
                  </a:cubicBezTo>
                  <a:cubicBezTo>
                    <a:pt x="85" y="16"/>
                    <a:pt x="53" y="0"/>
                    <a:pt x="1" y="0"/>
                  </a:cubicBezTo>
                  <a:close/>
                  <a:moveTo>
                    <a:pt x="760" y="218"/>
                  </a:moveTo>
                  <a:lnTo>
                    <a:pt x="760" y="218"/>
                  </a:lnTo>
                  <a:cubicBezTo>
                    <a:pt x="825" y="251"/>
                    <a:pt x="909" y="267"/>
                    <a:pt x="978" y="287"/>
                  </a:cubicBezTo>
                  <a:cubicBezTo>
                    <a:pt x="994" y="303"/>
                    <a:pt x="1027" y="303"/>
                    <a:pt x="1043" y="303"/>
                  </a:cubicBezTo>
                  <a:lnTo>
                    <a:pt x="1043" y="287"/>
                  </a:lnTo>
                  <a:cubicBezTo>
                    <a:pt x="1027" y="287"/>
                    <a:pt x="994" y="287"/>
                    <a:pt x="978" y="267"/>
                  </a:cubicBezTo>
                  <a:cubicBezTo>
                    <a:pt x="909" y="251"/>
                    <a:pt x="825" y="235"/>
                    <a:pt x="760" y="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9">
              <a:extLst>
                <a:ext uri="{FF2B5EF4-FFF2-40B4-BE49-F238E27FC236}">
                  <a16:creationId xmlns:a16="http://schemas.microsoft.com/office/drawing/2014/main" id="{29BD59D2-65F8-0887-04D5-8F46F37C5651}"/>
                </a:ext>
              </a:extLst>
            </p:cNvPr>
            <p:cNvSpPr/>
            <p:nvPr/>
          </p:nvSpPr>
          <p:spPr>
            <a:xfrm>
              <a:off x="2518115" y="499501"/>
              <a:ext cx="28606" cy="11720"/>
            </a:xfrm>
            <a:custGeom>
              <a:avLst/>
              <a:gdLst/>
              <a:ahLst/>
              <a:cxnLst/>
              <a:rect l="l" t="t" r="r" b="b"/>
              <a:pathLst>
                <a:path w="288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37" y="33"/>
                    <a:pt x="69" y="33"/>
                    <a:pt x="102" y="49"/>
                  </a:cubicBezTo>
                  <a:cubicBezTo>
                    <a:pt x="154" y="69"/>
                    <a:pt x="203" y="86"/>
                    <a:pt x="255" y="118"/>
                  </a:cubicBezTo>
                  <a:lnTo>
                    <a:pt x="287" y="118"/>
                  </a:lnTo>
                  <a:lnTo>
                    <a:pt x="287" y="102"/>
                  </a:lnTo>
                  <a:lnTo>
                    <a:pt x="271" y="102"/>
                  </a:lnTo>
                  <a:cubicBezTo>
                    <a:pt x="203" y="86"/>
                    <a:pt x="154" y="69"/>
                    <a:pt x="102" y="33"/>
                  </a:cubicBezTo>
                  <a:cubicBezTo>
                    <a:pt x="69" y="33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9">
              <a:extLst>
                <a:ext uri="{FF2B5EF4-FFF2-40B4-BE49-F238E27FC236}">
                  <a16:creationId xmlns:a16="http://schemas.microsoft.com/office/drawing/2014/main" id="{1C6CDE18-7DAD-44C9-5150-CE33A5352372}"/>
                </a:ext>
              </a:extLst>
            </p:cNvPr>
            <p:cNvSpPr/>
            <p:nvPr/>
          </p:nvSpPr>
          <p:spPr>
            <a:xfrm>
              <a:off x="1679117" y="511123"/>
              <a:ext cx="26619" cy="20163"/>
            </a:xfrm>
            <a:custGeom>
              <a:avLst/>
              <a:gdLst/>
              <a:ahLst/>
              <a:cxnLst/>
              <a:rect l="l" t="t" r="r" b="b"/>
              <a:pathLst>
                <a:path w="268" h="203" extrusionOk="0">
                  <a:moveTo>
                    <a:pt x="251" y="1"/>
                  </a:moveTo>
                  <a:lnTo>
                    <a:pt x="1" y="203"/>
                  </a:lnTo>
                  <a:lnTo>
                    <a:pt x="267" y="17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9">
              <a:extLst>
                <a:ext uri="{FF2B5EF4-FFF2-40B4-BE49-F238E27FC236}">
                  <a16:creationId xmlns:a16="http://schemas.microsoft.com/office/drawing/2014/main" id="{A7FE889D-9886-7415-FE2D-C086BFCA623C}"/>
                </a:ext>
              </a:extLst>
            </p:cNvPr>
            <p:cNvSpPr/>
            <p:nvPr/>
          </p:nvSpPr>
          <p:spPr>
            <a:xfrm>
              <a:off x="2504905" y="558103"/>
              <a:ext cx="28606" cy="10131"/>
            </a:xfrm>
            <a:custGeom>
              <a:avLst/>
              <a:gdLst/>
              <a:ahLst/>
              <a:cxnLst/>
              <a:rect l="l" t="t" r="r" b="b"/>
              <a:pathLst>
                <a:path w="288" h="102" extrusionOk="0">
                  <a:moveTo>
                    <a:pt x="0" y="1"/>
                  </a:moveTo>
                  <a:lnTo>
                    <a:pt x="53" y="33"/>
                  </a:lnTo>
                  <a:cubicBezTo>
                    <a:pt x="101" y="49"/>
                    <a:pt x="154" y="65"/>
                    <a:pt x="202" y="85"/>
                  </a:cubicBezTo>
                  <a:cubicBezTo>
                    <a:pt x="218" y="85"/>
                    <a:pt x="235" y="85"/>
                    <a:pt x="255" y="102"/>
                  </a:cubicBezTo>
                  <a:lnTo>
                    <a:pt x="287" y="102"/>
                  </a:lnTo>
                  <a:lnTo>
                    <a:pt x="287" y="85"/>
                  </a:lnTo>
                  <a:lnTo>
                    <a:pt x="255" y="85"/>
                  </a:lnTo>
                  <a:cubicBezTo>
                    <a:pt x="235" y="85"/>
                    <a:pt x="218" y="65"/>
                    <a:pt x="202" y="65"/>
                  </a:cubicBezTo>
                  <a:cubicBezTo>
                    <a:pt x="154" y="49"/>
                    <a:pt x="101" y="33"/>
                    <a:pt x="53" y="1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9">
              <a:extLst>
                <a:ext uri="{FF2B5EF4-FFF2-40B4-BE49-F238E27FC236}">
                  <a16:creationId xmlns:a16="http://schemas.microsoft.com/office/drawing/2014/main" id="{51241CCB-F7A6-1960-6147-4DE9A5C59DE9}"/>
                </a:ext>
              </a:extLst>
            </p:cNvPr>
            <p:cNvSpPr/>
            <p:nvPr/>
          </p:nvSpPr>
          <p:spPr>
            <a:xfrm>
              <a:off x="2469943" y="476259"/>
              <a:ext cx="76778" cy="30195"/>
            </a:xfrm>
            <a:custGeom>
              <a:avLst/>
              <a:gdLst/>
              <a:ahLst/>
              <a:cxnLst/>
              <a:rect l="l" t="t" r="r" b="b"/>
              <a:pathLst>
                <a:path w="773" h="304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33"/>
                    <a:pt x="150" y="65"/>
                    <a:pt x="235" y="101"/>
                  </a:cubicBezTo>
                  <a:cubicBezTo>
                    <a:pt x="284" y="118"/>
                    <a:pt x="320" y="134"/>
                    <a:pt x="368" y="150"/>
                  </a:cubicBezTo>
                  <a:lnTo>
                    <a:pt x="437" y="166"/>
                  </a:lnTo>
                  <a:lnTo>
                    <a:pt x="368" y="134"/>
                  </a:lnTo>
                  <a:cubicBezTo>
                    <a:pt x="336" y="118"/>
                    <a:pt x="284" y="101"/>
                    <a:pt x="235" y="81"/>
                  </a:cubicBezTo>
                  <a:cubicBezTo>
                    <a:pt x="166" y="49"/>
                    <a:pt x="82" y="17"/>
                    <a:pt x="1" y="0"/>
                  </a:cubicBezTo>
                  <a:close/>
                  <a:moveTo>
                    <a:pt x="437" y="166"/>
                  </a:moveTo>
                  <a:lnTo>
                    <a:pt x="437" y="166"/>
                  </a:lnTo>
                  <a:cubicBezTo>
                    <a:pt x="538" y="219"/>
                    <a:pt x="639" y="251"/>
                    <a:pt x="740" y="283"/>
                  </a:cubicBezTo>
                  <a:cubicBezTo>
                    <a:pt x="639" y="235"/>
                    <a:pt x="538" y="202"/>
                    <a:pt x="437" y="166"/>
                  </a:cubicBezTo>
                  <a:close/>
                  <a:moveTo>
                    <a:pt x="740" y="283"/>
                  </a:moveTo>
                  <a:lnTo>
                    <a:pt x="756" y="303"/>
                  </a:lnTo>
                  <a:lnTo>
                    <a:pt x="772" y="303"/>
                  </a:lnTo>
                  <a:lnTo>
                    <a:pt x="772" y="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9">
              <a:extLst>
                <a:ext uri="{FF2B5EF4-FFF2-40B4-BE49-F238E27FC236}">
                  <a16:creationId xmlns:a16="http://schemas.microsoft.com/office/drawing/2014/main" id="{7C00EFE8-5828-D7CF-15FE-44E146AB59B5}"/>
                </a:ext>
              </a:extLst>
            </p:cNvPr>
            <p:cNvSpPr/>
            <p:nvPr/>
          </p:nvSpPr>
          <p:spPr>
            <a:xfrm>
              <a:off x="2219247" y="959376"/>
              <a:ext cx="78268" cy="21752"/>
            </a:xfrm>
            <a:custGeom>
              <a:avLst/>
              <a:gdLst/>
              <a:ahLst/>
              <a:cxnLst/>
              <a:rect l="l" t="t" r="r" b="b"/>
              <a:pathLst>
                <a:path w="788" h="219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49" y="16"/>
                    <a:pt x="65" y="33"/>
                  </a:cubicBezTo>
                  <a:lnTo>
                    <a:pt x="117" y="33"/>
                  </a:lnTo>
                  <a:cubicBezTo>
                    <a:pt x="150" y="49"/>
                    <a:pt x="182" y="49"/>
                    <a:pt x="218" y="65"/>
                  </a:cubicBezTo>
                  <a:cubicBezTo>
                    <a:pt x="234" y="65"/>
                    <a:pt x="251" y="85"/>
                    <a:pt x="267" y="85"/>
                  </a:cubicBezTo>
                  <a:cubicBezTo>
                    <a:pt x="335" y="101"/>
                    <a:pt x="404" y="117"/>
                    <a:pt x="469" y="134"/>
                  </a:cubicBezTo>
                  <a:lnTo>
                    <a:pt x="521" y="150"/>
                  </a:lnTo>
                  <a:cubicBezTo>
                    <a:pt x="586" y="166"/>
                    <a:pt x="654" y="186"/>
                    <a:pt x="723" y="202"/>
                  </a:cubicBezTo>
                  <a:lnTo>
                    <a:pt x="772" y="218"/>
                  </a:lnTo>
                  <a:lnTo>
                    <a:pt x="788" y="218"/>
                  </a:lnTo>
                  <a:lnTo>
                    <a:pt x="788" y="202"/>
                  </a:lnTo>
                  <a:lnTo>
                    <a:pt x="723" y="186"/>
                  </a:lnTo>
                  <a:cubicBezTo>
                    <a:pt x="654" y="166"/>
                    <a:pt x="586" y="150"/>
                    <a:pt x="521" y="134"/>
                  </a:cubicBezTo>
                  <a:lnTo>
                    <a:pt x="469" y="117"/>
                  </a:lnTo>
                  <a:cubicBezTo>
                    <a:pt x="404" y="101"/>
                    <a:pt x="335" y="85"/>
                    <a:pt x="267" y="65"/>
                  </a:cubicBezTo>
                  <a:cubicBezTo>
                    <a:pt x="251" y="65"/>
                    <a:pt x="234" y="65"/>
                    <a:pt x="218" y="49"/>
                  </a:cubicBezTo>
                  <a:cubicBezTo>
                    <a:pt x="182" y="49"/>
                    <a:pt x="150" y="33"/>
                    <a:pt x="117" y="16"/>
                  </a:cubicBezTo>
                  <a:lnTo>
                    <a:pt x="81" y="16"/>
                  </a:lnTo>
                  <a:cubicBezTo>
                    <a:pt x="49" y="0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9">
              <a:extLst>
                <a:ext uri="{FF2B5EF4-FFF2-40B4-BE49-F238E27FC236}">
                  <a16:creationId xmlns:a16="http://schemas.microsoft.com/office/drawing/2014/main" id="{365D9AA9-B65C-90EB-A8A1-94A088A55775}"/>
                </a:ext>
              </a:extLst>
            </p:cNvPr>
            <p:cNvSpPr/>
            <p:nvPr/>
          </p:nvSpPr>
          <p:spPr>
            <a:xfrm>
              <a:off x="1824430" y="855383"/>
              <a:ext cx="6853" cy="87207"/>
            </a:xfrm>
            <a:custGeom>
              <a:avLst/>
              <a:gdLst/>
              <a:ahLst/>
              <a:cxnLst/>
              <a:rect l="l" t="t" r="r" b="b"/>
              <a:pathLst>
                <a:path w="69" h="878" extrusionOk="0">
                  <a:moveTo>
                    <a:pt x="0" y="1"/>
                  </a:moveTo>
                  <a:lnTo>
                    <a:pt x="0" y="21"/>
                  </a:lnTo>
                  <a:cubicBezTo>
                    <a:pt x="36" y="37"/>
                    <a:pt x="53" y="70"/>
                    <a:pt x="53" y="86"/>
                  </a:cubicBezTo>
                  <a:cubicBezTo>
                    <a:pt x="36" y="138"/>
                    <a:pt x="36" y="171"/>
                    <a:pt x="53" y="203"/>
                  </a:cubicBezTo>
                  <a:cubicBezTo>
                    <a:pt x="53" y="171"/>
                    <a:pt x="53" y="138"/>
                    <a:pt x="69" y="102"/>
                  </a:cubicBezTo>
                  <a:cubicBezTo>
                    <a:pt x="69" y="54"/>
                    <a:pt x="53" y="37"/>
                    <a:pt x="0" y="1"/>
                  </a:cubicBezTo>
                  <a:close/>
                  <a:moveTo>
                    <a:pt x="53" y="255"/>
                  </a:moveTo>
                  <a:cubicBezTo>
                    <a:pt x="36" y="389"/>
                    <a:pt x="36" y="526"/>
                    <a:pt x="36" y="676"/>
                  </a:cubicBezTo>
                  <a:lnTo>
                    <a:pt x="36" y="829"/>
                  </a:lnTo>
                  <a:lnTo>
                    <a:pt x="53" y="676"/>
                  </a:lnTo>
                  <a:lnTo>
                    <a:pt x="53" y="255"/>
                  </a:lnTo>
                  <a:close/>
                  <a:moveTo>
                    <a:pt x="36" y="829"/>
                  </a:moveTo>
                  <a:cubicBezTo>
                    <a:pt x="36" y="845"/>
                    <a:pt x="16" y="861"/>
                    <a:pt x="36" y="878"/>
                  </a:cubicBezTo>
                  <a:lnTo>
                    <a:pt x="53" y="861"/>
                  </a:lnTo>
                  <a:cubicBezTo>
                    <a:pt x="36" y="845"/>
                    <a:pt x="36" y="845"/>
                    <a:pt x="36" y="8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9">
              <a:extLst>
                <a:ext uri="{FF2B5EF4-FFF2-40B4-BE49-F238E27FC236}">
                  <a16:creationId xmlns:a16="http://schemas.microsoft.com/office/drawing/2014/main" id="{AAE17E69-D5C3-7A64-51B6-DB018FDAD9C3}"/>
                </a:ext>
              </a:extLst>
            </p:cNvPr>
            <p:cNvSpPr/>
            <p:nvPr/>
          </p:nvSpPr>
          <p:spPr>
            <a:xfrm>
              <a:off x="1667496" y="793603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55" y="1"/>
                  </a:moveTo>
                  <a:cubicBezTo>
                    <a:pt x="623" y="1"/>
                    <a:pt x="606" y="17"/>
                    <a:pt x="570" y="37"/>
                  </a:cubicBezTo>
                  <a:lnTo>
                    <a:pt x="554" y="37"/>
                  </a:lnTo>
                  <a:cubicBezTo>
                    <a:pt x="469" y="102"/>
                    <a:pt x="368" y="154"/>
                    <a:pt x="283" y="203"/>
                  </a:cubicBezTo>
                  <a:cubicBezTo>
                    <a:pt x="203" y="255"/>
                    <a:pt x="134" y="288"/>
                    <a:pt x="65" y="340"/>
                  </a:cubicBezTo>
                  <a:cubicBezTo>
                    <a:pt x="134" y="304"/>
                    <a:pt x="219" y="255"/>
                    <a:pt x="283" y="219"/>
                  </a:cubicBezTo>
                  <a:cubicBezTo>
                    <a:pt x="384" y="171"/>
                    <a:pt x="469" y="102"/>
                    <a:pt x="570" y="53"/>
                  </a:cubicBezTo>
                  <a:lnTo>
                    <a:pt x="586" y="37"/>
                  </a:lnTo>
                  <a:cubicBezTo>
                    <a:pt x="606" y="17"/>
                    <a:pt x="623" y="17"/>
                    <a:pt x="655" y="17"/>
                  </a:cubicBezTo>
                  <a:lnTo>
                    <a:pt x="655" y="1"/>
                  </a:lnTo>
                  <a:close/>
                  <a:moveTo>
                    <a:pt x="65" y="340"/>
                  </a:moveTo>
                  <a:cubicBezTo>
                    <a:pt x="49" y="340"/>
                    <a:pt x="49" y="340"/>
                    <a:pt x="33" y="356"/>
                  </a:cubicBezTo>
                  <a:cubicBezTo>
                    <a:pt x="17" y="356"/>
                    <a:pt x="17" y="373"/>
                    <a:pt x="1" y="373"/>
                  </a:cubicBezTo>
                  <a:lnTo>
                    <a:pt x="1" y="389"/>
                  </a:lnTo>
                  <a:cubicBezTo>
                    <a:pt x="17" y="373"/>
                    <a:pt x="33" y="373"/>
                    <a:pt x="49" y="356"/>
                  </a:cubicBezTo>
                  <a:lnTo>
                    <a:pt x="65" y="3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9">
              <a:extLst>
                <a:ext uri="{FF2B5EF4-FFF2-40B4-BE49-F238E27FC236}">
                  <a16:creationId xmlns:a16="http://schemas.microsoft.com/office/drawing/2014/main" id="{A2B3524F-2609-8878-7C9B-E4E26CDBEC8C}"/>
                </a:ext>
              </a:extLst>
            </p:cNvPr>
            <p:cNvSpPr/>
            <p:nvPr/>
          </p:nvSpPr>
          <p:spPr>
            <a:xfrm>
              <a:off x="1941534" y="191793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0"/>
                  </a:moveTo>
                  <a:lnTo>
                    <a:pt x="1" y="17"/>
                  </a:lnTo>
                  <a:cubicBezTo>
                    <a:pt x="49" y="17"/>
                    <a:pt x="69" y="17"/>
                    <a:pt x="102" y="37"/>
                  </a:cubicBezTo>
                  <a:cubicBezTo>
                    <a:pt x="118" y="53"/>
                    <a:pt x="134" y="53"/>
                    <a:pt x="134" y="53"/>
                  </a:cubicBezTo>
                  <a:cubicBezTo>
                    <a:pt x="287" y="101"/>
                    <a:pt x="421" y="170"/>
                    <a:pt x="554" y="219"/>
                  </a:cubicBezTo>
                  <a:lnTo>
                    <a:pt x="675" y="271"/>
                  </a:lnTo>
                  <a:cubicBezTo>
                    <a:pt x="776" y="303"/>
                    <a:pt x="893" y="356"/>
                    <a:pt x="994" y="404"/>
                  </a:cubicBezTo>
                  <a:lnTo>
                    <a:pt x="1128" y="457"/>
                  </a:lnTo>
                  <a:cubicBezTo>
                    <a:pt x="1245" y="505"/>
                    <a:pt x="1346" y="542"/>
                    <a:pt x="1463" y="590"/>
                  </a:cubicBezTo>
                  <a:cubicBezTo>
                    <a:pt x="1532" y="622"/>
                    <a:pt x="1600" y="643"/>
                    <a:pt x="1665" y="675"/>
                  </a:cubicBezTo>
                  <a:cubicBezTo>
                    <a:pt x="1835" y="744"/>
                    <a:pt x="2020" y="808"/>
                    <a:pt x="2206" y="893"/>
                  </a:cubicBezTo>
                  <a:cubicBezTo>
                    <a:pt x="2372" y="962"/>
                    <a:pt x="2542" y="1026"/>
                    <a:pt x="2711" y="1095"/>
                  </a:cubicBezTo>
                  <a:cubicBezTo>
                    <a:pt x="2796" y="1127"/>
                    <a:pt x="2861" y="1164"/>
                    <a:pt x="2929" y="1180"/>
                  </a:cubicBezTo>
                  <a:cubicBezTo>
                    <a:pt x="3131" y="1265"/>
                    <a:pt x="3333" y="1350"/>
                    <a:pt x="3535" y="1414"/>
                  </a:cubicBezTo>
                  <a:cubicBezTo>
                    <a:pt x="3333" y="1329"/>
                    <a:pt x="3131" y="1249"/>
                    <a:pt x="2946" y="1180"/>
                  </a:cubicBezTo>
                  <a:cubicBezTo>
                    <a:pt x="2861" y="1148"/>
                    <a:pt x="2796" y="1111"/>
                    <a:pt x="2711" y="1079"/>
                  </a:cubicBezTo>
                  <a:cubicBezTo>
                    <a:pt x="2542" y="1010"/>
                    <a:pt x="2372" y="946"/>
                    <a:pt x="2206" y="877"/>
                  </a:cubicBezTo>
                  <a:cubicBezTo>
                    <a:pt x="2020" y="808"/>
                    <a:pt x="1851" y="723"/>
                    <a:pt x="1685" y="659"/>
                  </a:cubicBezTo>
                  <a:cubicBezTo>
                    <a:pt x="1616" y="643"/>
                    <a:pt x="1532" y="606"/>
                    <a:pt x="1463" y="574"/>
                  </a:cubicBezTo>
                  <a:cubicBezTo>
                    <a:pt x="1362" y="542"/>
                    <a:pt x="1245" y="489"/>
                    <a:pt x="1128" y="441"/>
                  </a:cubicBezTo>
                  <a:lnTo>
                    <a:pt x="1011" y="388"/>
                  </a:lnTo>
                  <a:cubicBezTo>
                    <a:pt x="893" y="340"/>
                    <a:pt x="776" y="303"/>
                    <a:pt x="675" y="255"/>
                  </a:cubicBezTo>
                  <a:lnTo>
                    <a:pt x="574" y="202"/>
                  </a:lnTo>
                  <a:cubicBezTo>
                    <a:pt x="421" y="154"/>
                    <a:pt x="287" y="101"/>
                    <a:pt x="134" y="37"/>
                  </a:cubicBezTo>
                  <a:lnTo>
                    <a:pt x="118" y="37"/>
                  </a:lnTo>
                  <a:cubicBezTo>
                    <a:pt x="85" y="17"/>
                    <a:pt x="49" y="0"/>
                    <a:pt x="1" y="0"/>
                  </a:cubicBezTo>
                  <a:close/>
                  <a:moveTo>
                    <a:pt x="3535" y="1414"/>
                  </a:moveTo>
                  <a:lnTo>
                    <a:pt x="3636" y="1467"/>
                  </a:lnTo>
                  <a:cubicBezTo>
                    <a:pt x="3737" y="1499"/>
                    <a:pt x="3838" y="1552"/>
                    <a:pt x="3939" y="1584"/>
                  </a:cubicBezTo>
                  <a:cubicBezTo>
                    <a:pt x="4008" y="1616"/>
                    <a:pt x="4056" y="1632"/>
                    <a:pt x="4109" y="1669"/>
                  </a:cubicBezTo>
                  <a:cubicBezTo>
                    <a:pt x="4226" y="1701"/>
                    <a:pt x="4327" y="1754"/>
                    <a:pt x="4428" y="1786"/>
                  </a:cubicBezTo>
                  <a:cubicBezTo>
                    <a:pt x="4327" y="1733"/>
                    <a:pt x="4226" y="1701"/>
                    <a:pt x="4125" y="1653"/>
                  </a:cubicBezTo>
                  <a:cubicBezTo>
                    <a:pt x="4056" y="1632"/>
                    <a:pt x="4008" y="1600"/>
                    <a:pt x="3955" y="1584"/>
                  </a:cubicBezTo>
                  <a:cubicBezTo>
                    <a:pt x="3854" y="1531"/>
                    <a:pt x="3737" y="1499"/>
                    <a:pt x="3636" y="1451"/>
                  </a:cubicBezTo>
                  <a:lnTo>
                    <a:pt x="3535" y="1414"/>
                  </a:lnTo>
                  <a:close/>
                  <a:moveTo>
                    <a:pt x="4428" y="1786"/>
                  </a:moveTo>
                  <a:lnTo>
                    <a:pt x="4428" y="1786"/>
                  </a:lnTo>
                  <a:cubicBezTo>
                    <a:pt x="4513" y="1818"/>
                    <a:pt x="4594" y="1855"/>
                    <a:pt x="4679" y="1887"/>
                  </a:cubicBezTo>
                  <a:cubicBezTo>
                    <a:pt x="4715" y="1903"/>
                    <a:pt x="4747" y="1919"/>
                    <a:pt x="4780" y="1919"/>
                  </a:cubicBezTo>
                  <a:cubicBezTo>
                    <a:pt x="4747" y="1903"/>
                    <a:pt x="4715" y="1887"/>
                    <a:pt x="4695" y="1887"/>
                  </a:cubicBezTo>
                  <a:cubicBezTo>
                    <a:pt x="4614" y="1855"/>
                    <a:pt x="4529" y="1818"/>
                    <a:pt x="4428" y="1786"/>
                  </a:cubicBezTo>
                  <a:close/>
                  <a:moveTo>
                    <a:pt x="4780" y="1919"/>
                  </a:moveTo>
                  <a:cubicBezTo>
                    <a:pt x="4832" y="1956"/>
                    <a:pt x="4897" y="1972"/>
                    <a:pt x="4949" y="2004"/>
                  </a:cubicBezTo>
                  <a:cubicBezTo>
                    <a:pt x="5034" y="2036"/>
                    <a:pt x="5135" y="2073"/>
                    <a:pt x="5220" y="2105"/>
                  </a:cubicBezTo>
                  <a:cubicBezTo>
                    <a:pt x="5337" y="2158"/>
                    <a:pt x="5454" y="2206"/>
                    <a:pt x="5555" y="2238"/>
                  </a:cubicBezTo>
                  <a:cubicBezTo>
                    <a:pt x="5624" y="2275"/>
                    <a:pt x="5688" y="2291"/>
                    <a:pt x="5757" y="2323"/>
                  </a:cubicBezTo>
                  <a:cubicBezTo>
                    <a:pt x="5858" y="2376"/>
                    <a:pt x="5959" y="2408"/>
                    <a:pt x="6076" y="2461"/>
                  </a:cubicBezTo>
                  <a:cubicBezTo>
                    <a:pt x="6177" y="2493"/>
                    <a:pt x="6294" y="2541"/>
                    <a:pt x="6395" y="2578"/>
                  </a:cubicBezTo>
                  <a:cubicBezTo>
                    <a:pt x="6533" y="2626"/>
                    <a:pt x="6650" y="2679"/>
                    <a:pt x="6767" y="2727"/>
                  </a:cubicBezTo>
                  <a:cubicBezTo>
                    <a:pt x="6852" y="2764"/>
                    <a:pt x="6917" y="2796"/>
                    <a:pt x="7001" y="2828"/>
                  </a:cubicBezTo>
                  <a:lnTo>
                    <a:pt x="7086" y="2864"/>
                  </a:lnTo>
                  <a:cubicBezTo>
                    <a:pt x="7203" y="2913"/>
                    <a:pt x="7320" y="2965"/>
                    <a:pt x="7442" y="3014"/>
                  </a:cubicBezTo>
                  <a:cubicBezTo>
                    <a:pt x="7607" y="3083"/>
                    <a:pt x="7793" y="3147"/>
                    <a:pt x="8011" y="3232"/>
                  </a:cubicBezTo>
                  <a:cubicBezTo>
                    <a:pt x="8027" y="3232"/>
                    <a:pt x="8027" y="3248"/>
                    <a:pt x="8027" y="3268"/>
                  </a:cubicBezTo>
                  <a:lnTo>
                    <a:pt x="8048" y="3268"/>
                  </a:lnTo>
                  <a:cubicBezTo>
                    <a:pt x="8048" y="3248"/>
                    <a:pt x="8048" y="3232"/>
                    <a:pt x="8011" y="3216"/>
                  </a:cubicBezTo>
                  <a:cubicBezTo>
                    <a:pt x="7793" y="3131"/>
                    <a:pt x="7623" y="3066"/>
                    <a:pt x="7442" y="2998"/>
                  </a:cubicBezTo>
                  <a:cubicBezTo>
                    <a:pt x="7320" y="2945"/>
                    <a:pt x="7203" y="2897"/>
                    <a:pt x="7086" y="2844"/>
                  </a:cubicBezTo>
                  <a:lnTo>
                    <a:pt x="7001" y="2812"/>
                  </a:lnTo>
                  <a:cubicBezTo>
                    <a:pt x="6917" y="2780"/>
                    <a:pt x="6852" y="2743"/>
                    <a:pt x="6783" y="2727"/>
                  </a:cubicBezTo>
                  <a:cubicBezTo>
                    <a:pt x="6650" y="2679"/>
                    <a:pt x="6533" y="2626"/>
                    <a:pt x="6412" y="2578"/>
                  </a:cubicBezTo>
                  <a:cubicBezTo>
                    <a:pt x="6294" y="2525"/>
                    <a:pt x="6177" y="2477"/>
                    <a:pt x="6076" y="2440"/>
                  </a:cubicBezTo>
                  <a:cubicBezTo>
                    <a:pt x="5975" y="2392"/>
                    <a:pt x="5874" y="2360"/>
                    <a:pt x="5773" y="2307"/>
                  </a:cubicBezTo>
                  <a:cubicBezTo>
                    <a:pt x="5688" y="2291"/>
                    <a:pt x="5624" y="2259"/>
                    <a:pt x="5555" y="2222"/>
                  </a:cubicBezTo>
                  <a:cubicBezTo>
                    <a:pt x="5454" y="2190"/>
                    <a:pt x="5337" y="2137"/>
                    <a:pt x="5236" y="2089"/>
                  </a:cubicBezTo>
                  <a:cubicBezTo>
                    <a:pt x="5135" y="2057"/>
                    <a:pt x="5050" y="2020"/>
                    <a:pt x="4949" y="1988"/>
                  </a:cubicBezTo>
                  <a:cubicBezTo>
                    <a:pt x="4897" y="1972"/>
                    <a:pt x="4832" y="1935"/>
                    <a:pt x="4780" y="1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9">
              <a:extLst>
                <a:ext uri="{FF2B5EF4-FFF2-40B4-BE49-F238E27FC236}">
                  <a16:creationId xmlns:a16="http://schemas.microsoft.com/office/drawing/2014/main" id="{246F967E-5A44-404F-7C6B-B660660E5196}"/>
                </a:ext>
              </a:extLst>
            </p:cNvPr>
            <p:cNvSpPr/>
            <p:nvPr/>
          </p:nvSpPr>
          <p:spPr>
            <a:xfrm>
              <a:off x="1692327" y="496323"/>
              <a:ext cx="27016" cy="20163"/>
            </a:xfrm>
            <a:custGeom>
              <a:avLst/>
              <a:gdLst/>
              <a:ahLst/>
              <a:cxnLst/>
              <a:rect l="l" t="t" r="r" b="b"/>
              <a:pathLst>
                <a:path w="272" h="203" extrusionOk="0">
                  <a:moveTo>
                    <a:pt x="255" y="0"/>
                  </a:moveTo>
                  <a:lnTo>
                    <a:pt x="1" y="182"/>
                  </a:lnTo>
                  <a:lnTo>
                    <a:pt x="1" y="20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9">
              <a:extLst>
                <a:ext uri="{FF2B5EF4-FFF2-40B4-BE49-F238E27FC236}">
                  <a16:creationId xmlns:a16="http://schemas.microsoft.com/office/drawing/2014/main" id="{024B9FB7-2C82-E791-7175-31867A216970}"/>
                </a:ext>
              </a:extLst>
            </p:cNvPr>
            <p:cNvSpPr/>
            <p:nvPr/>
          </p:nvSpPr>
          <p:spPr>
            <a:xfrm>
              <a:off x="1667496" y="767182"/>
              <a:ext cx="66746" cy="38240"/>
            </a:xfrm>
            <a:custGeom>
              <a:avLst/>
              <a:gdLst/>
              <a:ahLst/>
              <a:cxnLst/>
              <a:rect l="l" t="t" r="r" b="b"/>
              <a:pathLst>
                <a:path w="672" h="385" extrusionOk="0">
                  <a:moveTo>
                    <a:pt x="655" y="0"/>
                  </a:moveTo>
                  <a:cubicBezTo>
                    <a:pt x="639" y="0"/>
                    <a:pt x="623" y="16"/>
                    <a:pt x="606" y="16"/>
                  </a:cubicBezTo>
                  <a:cubicBezTo>
                    <a:pt x="437" y="117"/>
                    <a:pt x="283" y="218"/>
                    <a:pt x="118" y="319"/>
                  </a:cubicBezTo>
                  <a:cubicBezTo>
                    <a:pt x="283" y="235"/>
                    <a:pt x="453" y="134"/>
                    <a:pt x="606" y="33"/>
                  </a:cubicBezTo>
                  <a:cubicBezTo>
                    <a:pt x="623" y="16"/>
                    <a:pt x="639" y="16"/>
                    <a:pt x="655" y="16"/>
                  </a:cubicBezTo>
                  <a:lnTo>
                    <a:pt x="671" y="16"/>
                  </a:lnTo>
                  <a:lnTo>
                    <a:pt x="655" y="0"/>
                  </a:lnTo>
                  <a:close/>
                  <a:moveTo>
                    <a:pt x="118" y="319"/>
                  </a:moveTo>
                  <a:lnTo>
                    <a:pt x="65" y="336"/>
                  </a:lnTo>
                  <a:lnTo>
                    <a:pt x="49" y="352"/>
                  </a:lnTo>
                  <a:cubicBezTo>
                    <a:pt x="33" y="368"/>
                    <a:pt x="33" y="368"/>
                    <a:pt x="17" y="368"/>
                  </a:cubicBezTo>
                  <a:lnTo>
                    <a:pt x="1" y="384"/>
                  </a:lnTo>
                  <a:lnTo>
                    <a:pt x="17" y="384"/>
                  </a:lnTo>
                  <a:cubicBezTo>
                    <a:pt x="33" y="384"/>
                    <a:pt x="49" y="368"/>
                    <a:pt x="65" y="368"/>
                  </a:cubicBezTo>
                  <a:lnTo>
                    <a:pt x="81" y="352"/>
                  </a:lnTo>
                  <a:lnTo>
                    <a:pt x="118" y="3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9">
              <a:extLst>
                <a:ext uri="{FF2B5EF4-FFF2-40B4-BE49-F238E27FC236}">
                  <a16:creationId xmlns:a16="http://schemas.microsoft.com/office/drawing/2014/main" id="{B0A5ADD1-C0B5-89C1-0163-A8A3AAC0B489}"/>
                </a:ext>
              </a:extLst>
            </p:cNvPr>
            <p:cNvSpPr/>
            <p:nvPr/>
          </p:nvSpPr>
          <p:spPr>
            <a:xfrm>
              <a:off x="1705637" y="489470"/>
              <a:ext cx="26917" cy="21752"/>
            </a:xfrm>
            <a:custGeom>
              <a:avLst/>
              <a:gdLst/>
              <a:ahLst/>
              <a:cxnLst/>
              <a:rect l="l" t="t" r="r" b="b"/>
              <a:pathLst>
                <a:path w="271" h="219" extrusionOk="0">
                  <a:moveTo>
                    <a:pt x="271" y="1"/>
                  </a:moveTo>
                  <a:lnTo>
                    <a:pt x="0" y="219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9">
              <a:extLst>
                <a:ext uri="{FF2B5EF4-FFF2-40B4-BE49-F238E27FC236}">
                  <a16:creationId xmlns:a16="http://schemas.microsoft.com/office/drawing/2014/main" id="{4B76232B-C941-7FD3-1550-CFFF805355C1}"/>
                </a:ext>
              </a:extLst>
            </p:cNvPr>
            <p:cNvSpPr/>
            <p:nvPr/>
          </p:nvSpPr>
          <p:spPr>
            <a:xfrm>
              <a:off x="2257288" y="947755"/>
              <a:ext cx="55523" cy="16488"/>
            </a:xfrm>
            <a:custGeom>
              <a:avLst/>
              <a:gdLst/>
              <a:ahLst/>
              <a:cxnLst/>
              <a:rect l="l" t="t" r="r" b="b"/>
              <a:pathLst>
                <a:path w="559" h="166" extrusionOk="0">
                  <a:moveTo>
                    <a:pt x="1" y="0"/>
                  </a:moveTo>
                  <a:lnTo>
                    <a:pt x="1" y="0"/>
                  </a:lnTo>
                  <a:cubicBezTo>
                    <a:pt x="53" y="16"/>
                    <a:pt x="122" y="32"/>
                    <a:pt x="187" y="65"/>
                  </a:cubicBezTo>
                  <a:cubicBezTo>
                    <a:pt x="203" y="65"/>
                    <a:pt x="223" y="65"/>
                    <a:pt x="239" y="81"/>
                  </a:cubicBezTo>
                  <a:cubicBezTo>
                    <a:pt x="288" y="81"/>
                    <a:pt x="340" y="101"/>
                    <a:pt x="389" y="117"/>
                  </a:cubicBezTo>
                  <a:lnTo>
                    <a:pt x="425" y="133"/>
                  </a:lnTo>
                  <a:cubicBezTo>
                    <a:pt x="457" y="133"/>
                    <a:pt x="490" y="150"/>
                    <a:pt x="526" y="150"/>
                  </a:cubicBezTo>
                  <a:cubicBezTo>
                    <a:pt x="490" y="133"/>
                    <a:pt x="457" y="133"/>
                    <a:pt x="425" y="117"/>
                  </a:cubicBezTo>
                  <a:lnTo>
                    <a:pt x="389" y="101"/>
                  </a:lnTo>
                  <a:cubicBezTo>
                    <a:pt x="340" y="101"/>
                    <a:pt x="288" y="81"/>
                    <a:pt x="239" y="65"/>
                  </a:cubicBezTo>
                  <a:cubicBezTo>
                    <a:pt x="223" y="65"/>
                    <a:pt x="203" y="49"/>
                    <a:pt x="187" y="49"/>
                  </a:cubicBezTo>
                  <a:cubicBezTo>
                    <a:pt x="122" y="32"/>
                    <a:pt x="70" y="16"/>
                    <a:pt x="1" y="0"/>
                  </a:cubicBezTo>
                  <a:close/>
                  <a:moveTo>
                    <a:pt x="526" y="150"/>
                  </a:moveTo>
                  <a:lnTo>
                    <a:pt x="558" y="166"/>
                  </a:lnTo>
                  <a:lnTo>
                    <a:pt x="558" y="1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9">
              <a:extLst>
                <a:ext uri="{FF2B5EF4-FFF2-40B4-BE49-F238E27FC236}">
                  <a16:creationId xmlns:a16="http://schemas.microsoft.com/office/drawing/2014/main" id="{6C8081AD-11C7-A853-FA92-F80408D8CFFC}"/>
                </a:ext>
              </a:extLst>
            </p:cNvPr>
            <p:cNvSpPr/>
            <p:nvPr/>
          </p:nvSpPr>
          <p:spPr>
            <a:xfrm>
              <a:off x="2259374" y="342270"/>
              <a:ext cx="100318" cy="46981"/>
            </a:xfrm>
            <a:custGeom>
              <a:avLst/>
              <a:gdLst/>
              <a:ahLst/>
              <a:cxnLst/>
              <a:rect l="l" t="t" r="r" b="b"/>
              <a:pathLst>
                <a:path w="1010" h="473" extrusionOk="0">
                  <a:moveTo>
                    <a:pt x="0" y="0"/>
                  </a:moveTo>
                  <a:cubicBezTo>
                    <a:pt x="32" y="0"/>
                    <a:pt x="32" y="16"/>
                    <a:pt x="49" y="16"/>
                  </a:cubicBezTo>
                  <a:cubicBezTo>
                    <a:pt x="65" y="16"/>
                    <a:pt x="65" y="37"/>
                    <a:pt x="81" y="37"/>
                  </a:cubicBezTo>
                  <a:cubicBezTo>
                    <a:pt x="150" y="53"/>
                    <a:pt x="218" y="85"/>
                    <a:pt x="283" y="117"/>
                  </a:cubicBezTo>
                  <a:cubicBezTo>
                    <a:pt x="303" y="117"/>
                    <a:pt x="335" y="138"/>
                    <a:pt x="351" y="138"/>
                  </a:cubicBezTo>
                  <a:cubicBezTo>
                    <a:pt x="335" y="117"/>
                    <a:pt x="319" y="101"/>
                    <a:pt x="283" y="101"/>
                  </a:cubicBezTo>
                  <a:cubicBezTo>
                    <a:pt x="218" y="69"/>
                    <a:pt x="150" y="53"/>
                    <a:pt x="81" y="16"/>
                  </a:cubicBezTo>
                  <a:lnTo>
                    <a:pt x="65" y="16"/>
                  </a:lnTo>
                  <a:cubicBezTo>
                    <a:pt x="49" y="0"/>
                    <a:pt x="32" y="0"/>
                    <a:pt x="0" y="0"/>
                  </a:cubicBezTo>
                  <a:close/>
                  <a:moveTo>
                    <a:pt x="351" y="138"/>
                  </a:moveTo>
                  <a:cubicBezTo>
                    <a:pt x="368" y="154"/>
                    <a:pt x="404" y="154"/>
                    <a:pt x="420" y="170"/>
                  </a:cubicBezTo>
                  <a:cubicBezTo>
                    <a:pt x="469" y="186"/>
                    <a:pt x="537" y="218"/>
                    <a:pt x="606" y="239"/>
                  </a:cubicBezTo>
                  <a:cubicBezTo>
                    <a:pt x="654" y="255"/>
                    <a:pt x="707" y="271"/>
                    <a:pt x="755" y="287"/>
                  </a:cubicBezTo>
                  <a:cubicBezTo>
                    <a:pt x="707" y="271"/>
                    <a:pt x="654" y="239"/>
                    <a:pt x="606" y="218"/>
                  </a:cubicBezTo>
                  <a:cubicBezTo>
                    <a:pt x="537" y="202"/>
                    <a:pt x="485" y="170"/>
                    <a:pt x="420" y="154"/>
                  </a:cubicBezTo>
                  <a:cubicBezTo>
                    <a:pt x="404" y="154"/>
                    <a:pt x="384" y="138"/>
                    <a:pt x="351" y="138"/>
                  </a:cubicBezTo>
                  <a:close/>
                  <a:moveTo>
                    <a:pt x="755" y="287"/>
                  </a:moveTo>
                  <a:lnTo>
                    <a:pt x="755" y="287"/>
                  </a:lnTo>
                  <a:cubicBezTo>
                    <a:pt x="808" y="319"/>
                    <a:pt x="873" y="340"/>
                    <a:pt x="925" y="372"/>
                  </a:cubicBezTo>
                  <a:lnTo>
                    <a:pt x="941" y="372"/>
                  </a:lnTo>
                  <a:cubicBezTo>
                    <a:pt x="957" y="372"/>
                    <a:pt x="974" y="372"/>
                    <a:pt x="974" y="388"/>
                  </a:cubicBezTo>
                  <a:lnTo>
                    <a:pt x="974" y="404"/>
                  </a:lnTo>
                  <a:cubicBezTo>
                    <a:pt x="990" y="420"/>
                    <a:pt x="990" y="441"/>
                    <a:pt x="974" y="457"/>
                  </a:cubicBezTo>
                  <a:lnTo>
                    <a:pt x="974" y="473"/>
                  </a:lnTo>
                  <a:lnTo>
                    <a:pt x="990" y="473"/>
                  </a:lnTo>
                  <a:cubicBezTo>
                    <a:pt x="1010" y="441"/>
                    <a:pt x="990" y="420"/>
                    <a:pt x="990" y="404"/>
                  </a:cubicBezTo>
                  <a:lnTo>
                    <a:pt x="990" y="388"/>
                  </a:lnTo>
                  <a:cubicBezTo>
                    <a:pt x="974" y="372"/>
                    <a:pt x="957" y="356"/>
                    <a:pt x="941" y="356"/>
                  </a:cubicBezTo>
                  <a:cubicBezTo>
                    <a:pt x="873" y="340"/>
                    <a:pt x="808" y="303"/>
                    <a:pt x="755" y="2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9">
              <a:extLst>
                <a:ext uri="{FF2B5EF4-FFF2-40B4-BE49-F238E27FC236}">
                  <a16:creationId xmlns:a16="http://schemas.microsoft.com/office/drawing/2014/main" id="{37F99A97-4992-7C30-6210-D8B93E2F7AC4}"/>
                </a:ext>
              </a:extLst>
            </p:cNvPr>
            <p:cNvSpPr/>
            <p:nvPr/>
          </p:nvSpPr>
          <p:spPr>
            <a:xfrm>
              <a:off x="2486431" y="442588"/>
              <a:ext cx="27016" cy="11720"/>
            </a:xfrm>
            <a:custGeom>
              <a:avLst/>
              <a:gdLst/>
              <a:ahLst/>
              <a:cxnLst/>
              <a:rect l="l" t="t" r="r" b="b"/>
              <a:pathLst>
                <a:path w="272" h="11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7" y="16"/>
                    <a:pt x="53" y="37"/>
                  </a:cubicBezTo>
                  <a:lnTo>
                    <a:pt x="85" y="37"/>
                  </a:lnTo>
                  <a:lnTo>
                    <a:pt x="69" y="16"/>
                  </a:lnTo>
                  <a:cubicBezTo>
                    <a:pt x="53" y="16"/>
                    <a:pt x="17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8" y="53"/>
                    <a:pt x="154" y="69"/>
                  </a:cubicBezTo>
                  <a:cubicBezTo>
                    <a:pt x="186" y="85"/>
                    <a:pt x="219" y="101"/>
                    <a:pt x="271" y="117"/>
                  </a:cubicBezTo>
                  <a:lnTo>
                    <a:pt x="271" y="101"/>
                  </a:lnTo>
                  <a:cubicBezTo>
                    <a:pt x="219" y="85"/>
                    <a:pt x="186" y="69"/>
                    <a:pt x="154" y="53"/>
                  </a:cubicBezTo>
                  <a:cubicBezTo>
                    <a:pt x="138" y="53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9">
              <a:extLst>
                <a:ext uri="{FF2B5EF4-FFF2-40B4-BE49-F238E27FC236}">
                  <a16:creationId xmlns:a16="http://schemas.microsoft.com/office/drawing/2014/main" id="{C5ED1364-0F6B-2927-8D13-6A8C64D30313}"/>
                </a:ext>
              </a:extLst>
            </p:cNvPr>
            <p:cNvSpPr/>
            <p:nvPr/>
          </p:nvSpPr>
          <p:spPr>
            <a:xfrm>
              <a:off x="1944712" y="554528"/>
              <a:ext cx="202325" cy="62277"/>
            </a:xfrm>
            <a:custGeom>
              <a:avLst/>
              <a:gdLst/>
              <a:ahLst/>
              <a:cxnLst/>
              <a:rect l="l" t="t" r="r" b="b"/>
              <a:pathLst>
                <a:path w="2037" h="627" extrusionOk="0">
                  <a:moveTo>
                    <a:pt x="1" y="0"/>
                  </a:moveTo>
                  <a:lnTo>
                    <a:pt x="17" y="20"/>
                  </a:lnTo>
                  <a:lnTo>
                    <a:pt x="70" y="20"/>
                  </a:lnTo>
                  <a:cubicBezTo>
                    <a:pt x="118" y="37"/>
                    <a:pt x="171" y="53"/>
                    <a:pt x="219" y="69"/>
                  </a:cubicBezTo>
                  <a:cubicBezTo>
                    <a:pt x="239" y="69"/>
                    <a:pt x="255" y="69"/>
                    <a:pt x="272" y="85"/>
                  </a:cubicBezTo>
                  <a:cubicBezTo>
                    <a:pt x="441" y="138"/>
                    <a:pt x="607" y="186"/>
                    <a:pt x="760" y="239"/>
                  </a:cubicBezTo>
                  <a:lnTo>
                    <a:pt x="926" y="287"/>
                  </a:lnTo>
                  <a:cubicBezTo>
                    <a:pt x="962" y="287"/>
                    <a:pt x="995" y="303"/>
                    <a:pt x="1027" y="323"/>
                  </a:cubicBezTo>
                  <a:cubicBezTo>
                    <a:pt x="1112" y="340"/>
                    <a:pt x="1181" y="356"/>
                    <a:pt x="1249" y="388"/>
                  </a:cubicBezTo>
                  <a:cubicBezTo>
                    <a:pt x="1330" y="404"/>
                    <a:pt x="1399" y="441"/>
                    <a:pt x="1483" y="457"/>
                  </a:cubicBezTo>
                  <a:cubicBezTo>
                    <a:pt x="1516" y="473"/>
                    <a:pt x="1568" y="489"/>
                    <a:pt x="1601" y="489"/>
                  </a:cubicBezTo>
                  <a:cubicBezTo>
                    <a:pt x="1568" y="473"/>
                    <a:pt x="1532" y="457"/>
                    <a:pt x="1483" y="441"/>
                  </a:cubicBezTo>
                  <a:cubicBezTo>
                    <a:pt x="1399" y="424"/>
                    <a:pt x="1330" y="404"/>
                    <a:pt x="1265" y="372"/>
                  </a:cubicBezTo>
                  <a:cubicBezTo>
                    <a:pt x="1181" y="356"/>
                    <a:pt x="1112" y="323"/>
                    <a:pt x="1027" y="303"/>
                  </a:cubicBezTo>
                  <a:cubicBezTo>
                    <a:pt x="995" y="287"/>
                    <a:pt x="962" y="287"/>
                    <a:pt x="926" y="271"/>
                  </a:cubicBezTo>
                  <a:lnTo>
                    <a:pt x="777" y="222"/>
                  </a:lnTo>
                  <a:cubicBezTo>
                    <a:pt x="607" y="170"/>
                    <a:pt x="441" y="121"/>
                    <a:pt x="272" y="69"/>
                  </a:cubicBezTo>
                  <a:cubicBezTo>
                    <a:pt x="255" y="69"/>
                    <a:pt x="239" y="53"/>
                    <a:pt x="219" y="53"/>
                  </a:cubicBezTo>
                  <a:cubicBezTo>
                    <a:pt x="171" y="37"/>
                    <a:pt x="118" y="20"/>
                    <a:pt x="70" y="0"/>
                  </a:cubicBezTo>
                  <a:close/>
                  <a:moveTo>
                    <a:pt x="1601" y="489"/>
                  </a:moveTo>
                  <a:lnTo>
                    <a:pt x="1633" y="505"/>
                  </a:lnTo>
                  <a:cubicBezTo>
                    <a:pt x="1669" y="505"/>
                    <a:pt x="1685" y="525"/>
                    <a:pt x="1718" y="525"/>
                  </a:cubicBezTo>
                  <a:cubicBezTo>
                    <a:pt x="1685" y="505"/>
                    <a:pt x="1669" y="505"/>
                    <a:pt x="1633" y="489"/>
                  </a:cubicBezTo>
                  <a:close/>
                  <a:moveTo>
                    <a:pt x="1718" y="525"/>
                  </a:moveTo>
                  <a:cubicBezTo>
                    <a:pt x="1754" y="542"/>
                    <a:pt x="1803" y="558"/>
                    <a:pt x="1835" y="574"/>
                  </a:cubicBezTo>
                  <a:cubicBezTo>
                    <a:pt x="1887" y="590"/>
                    <a:pt x="1920" y="590"/>
                    <a:pt x="1972" y="606"/>
                  </a:cubicBezTo>
                  <a:lnTo>
                    <a:pt x="2021" y="626"/>
                  </a:lnTo>
                  <a:lnTo>
                    <a:pt x="2037" y="626"/>
                  </a:lnTo>
                  <a:lnTo>
                    <a:pt x="2021" y="606"/>
                  </a:lnTo>
                  <a:lnTo>
                    <a:pt x="1972" y="590"/>
                  </a:lnTo>
                  <a:cubicBezTo>
                    <a:pt x="1920" y="590"/>
                    <a:pt x="1887" y="574"/>
                    <a:pt x="1835" y="558"/>
                  </a:cubicBezTo>
                  <a:cubicBezTo>
                    <a:pt x="1803" y="542"/>
                    <a:pt x="1754" y="525"/>
                    <a:pt x="1718" y="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9">
              <a:extLst>
                <a:ext uri="{FF2B5EF4-FFF2-40B4-BE49-F238E27FC236}">
                  <a16:creationId xmlns:a16="http://schemas.microsoft.com/office/drawing/2014/main" id="{8D87DCFA-0935-D930-9423-5C0EA0FE27B1}"/>
                </a:ext>
              </a:extLst>
            </p:cNvPr>
            <p:cNvSpPr/>
            <p:nvPr/>
          </p:nvSpPr>
          <p:spPr>
            <a:xfrm>
              <a:off x="1946401" y="648390"/>
              <a:ext cx="321018" cy="96842"/>
            </a:xfrm>
            <a:custGeom>
              <a:avLst/>
              <a:gdLst/>
              <a:ahLst/>
              <a:cxnLst/>
              <a:rect l="l" t="t" r="r" b="b"/>
              <a:pathLst>
                <a:path w="3232" h="975" extrusionOk="0">
                  <a:moveTo>
                    <a:pt x="0" y="1"/>
                  </a:moveTo>
                  <a:lnTo>
                    <a:pt x="0" y="17"/>
                  </a:lnTo>
                  <a:cubicBezTo>
                    <a:pt x="53" y="17"/>
                    <a:pt x="85" y="33"/>
                    <a:pt x="121" y="49"/>
                  </a:cubicBezTo>
                  <a:cubicBezTo>
                    <a:pt x="137" y="49"/>
                    <a:pt x="154" y="49"/>
                    <a:pt x="170" y="65"/>
                  </a:cubicBezTo>
                  <a:cubicBezTo>
                    <a:pt x="271" y="85"/>
                    <a:pt x="372" y="118"/>
                    <a:pt x="473" y="150"/>
                  </a:cubicBezTo>
                  <a:lnTo>
                    <a:pt x="541" y="166"/>
                  </a:lnTo>
                  <a:cubicBezTo>
                    <a:pt x="626" y="202"/>
                    <a:pt x="727" y="219"/>
                    <a:pt x="808" y="251"/>
                  </a:cubicBezTo>
                  <a:cubicBezTo>
                    <a:pt x="929" y="287"/>
                    <a:pt x="1046" y="320"/>
                    <a:pt x="1164" y="352"/>
                  </a:cubicBezTo>
                  <a:cubicBezTo>
                    <a:pt x="1265" y="388"/>
                    <a:pt x="1366" y="421"/>
                    <a:pt x="1483" y="453"/>
                  </a:cubicBezTo>
                  <a:cubicBezTo>
                    <a:pt x="1551" y="469"/>
                    <a:pt x="1616" y="489"/>
                    <a:pt x="1685" y="505"/>
                  </a:cubicBezTo>
                  <a:cubicBezTo>
                    <a:pt x="1616" y="469"/>
                    <a:pt x="1551" y="453"/>
                    <a:pt x="1483" y="437"/>
                  </a:cubicBezTo>
                  <a:cubicBezTo>
                    <a:pt x="1382" y="404"/>
                    <a:pt x="1265" y="368"/>
                    <a:pt x="1164" y="336"/>
                  </a:cubicBezTo>
                  <a:cubicBezTo>
                    <a:pt x="1046" y="303"/>
                    <a:pt x="929" y="267"/>
                    <a:pt x="808" y="235"/>
                  </a:cubicBezTo>
                  <a:cubicBezTo>
                    <a:pt x="727" y="202"/>
                    <a:pt x="642" y="186"/>
                    <a:pt x="541" y="150"/>
                  </a:cubicBezTo>
                  <a:lnTo>
                    <a:pt x="473" y="134"/>
                  </a:lnTo>
                  <a:cubicBezTo>
                    <a:pt x="372" y="102"/>
                    <a:pt x="271" y="65"/>
                    <a:pt x="170" y="49"/>
                  </a:cubicBezTo>
                  <a:cubicBezTo>
                    <a:pt x="154" y="49"/>
                    <a:pt x="137" y="33"/>
                    <a:pt x="137" y="33"/>
                  </a:cubicBezTo>
                  <a:cubicBezTo>
                    <a:pt x="85" y="17"/>
                    <a:pt x="53" y="1"/>
                    <a:pt x="0" y="1"/>
                  </a:cubicBezTo>
                  <a:close/>
                  <a:moveTo>
                    <a:pt x="1685" y="505"/>
                  </a:moveTo>
                  <a:cubicBezTo>
                    <a:pt x="1701" y="522"/>
                    <a:pt x="1717" y="522"/>
                    <a:pt x="1717" y="522"/>
                  </a:cubicBezTo>
                  <a:cubicBezTo>
                    <a:pt x="1769" y="538"/>
                    <a:pt x="1818" y="554"/>
                    <a:pt x="1870" y="570"/>
                  </a:cubicBezTo>
                  <a:cubicBezTo>
                    <a:pt x="1903" y="570"/>
                    <a:pt x="1939" y="590"/>
                    <a:pt x="1971" y="590"/>
                  </a:cubicBezTo>
                  <a:cubicBezTo>
                    <a:pt x="1939" y="570"/>
                    <a:pt x="1903" y="570"/>
                    <a:pt x="1870" y="554"/>
                  </a:cubicBezTo>
                  <a:cubicBezTo>
                    <a:pt x="1818" y="538"/>
                    <a:pt x="1769" y="522"/>
                    <a:pt x="1737" y="505"/>
                  </a:cubicBezTo>
                  <a:close/>
                  <a:moveTo>
                    <a:pt x="1971" y="590"/>
                  </a:moveTo>
                  <a:cubicBezTo>
                    <a:pt x="2004" y="606"/>
                    <a:pt x="2040" y="606"/>
                    <a:pt x="2056" y="623"/>
                  </a:cubicBezTo>
                  <a:cubicBezTo>
                    <a:pt x="2173" y="655"/>
                    <a:pt x="2291" y="691"/>
                    <a:pt x="2408" y="724"/>
                  </a:cubicBezTo>
                  <a:cubicBezTo>
                    <a:pt x="2493" y="756"/>
                    <a:pt x="2561" y="772"/>
                    <a:pt x="2646" y="808"/>
                  </a:cubicBezTo>
                  <a:lnTo>
                    <a:pt x="2711" y="825"/>
                  </a:lnTo>
                  <a:cubicBezTo>
                    <a:pt x="2828" y="857"/>
                    <a:pt x="2965" y="893"/>
                    <a:pt x="3082" y="942"/>
                  </a:cubicBezTo>
                  <a:lnTo>
                    <a:pt x="3131" y="942"/>
                  </a:lnTo>
                  <a:cubicBezTo>
                    <a:pt x="3115" y="942"/>
                    <a:pt x="3099" y="926"/>
                    <a:pt x="3099" y="926"/>
                  </a:cubicBezTo>
                  <a:cubicBezTo>
                    <a:pt x="2965" y="893"/>
                    <a:pt x="2848" y="841"/>
                    <a:pt x="2711" y="808"/>
                  </a:cubicBezTo>
                  <a:lnTo>
                    <a:pt x="2646" y="792"/>
                  </a:lnTo>
                  <a:cubicBezTo>
                    <a:pt x="2577" y="756"/>
                    <a:pt x="2493" y="740"/>
                    <a:pt x="2408" y="707"/>
                  </a:cubicBezTo>
                  <a:cubicBezTo>
                    <a:pt x="2291" y="671"/>
                    <a:pt x="2173" y="639"/>
                    <a:pt x="2072" y="606"/>
                  </a:cubicBezTo>
                  <a:cubicBezTo>
                    <a:pt x="2040" y="590"/>
                    <a:pt x="2004" y="590"/>
                    <a:pt x="1971" y="590"/>
                  </a:cubicBezTo>
                  <a:close/>
                  <a:moveTo>
                    <a:pt x="3131" y="942"/>
                  </a:moveTo>
                  <a:cubicBezTo>
                    <a:pt x="3151" y="958"/>
                    <a:pt x="3183" y="974"/>
                    <a:pt x="3216" y="974"/>
                  </a:cubicBezTo>
                  <a:lnTo>
                    <a:pt x="3232" y="958"/>
                  </a:lnTo>
                  <a:lnTo>
                    <a:pt x="3216" y="958"/>
                  </a:lnTo>
                  <a:cubicBezTo>
                    <a:pt x="3183" y="958"/>
                    <a:pt x="3167" y="942"/>
                    <a:pt x="3131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9">
              <a:extLst>
                <a:ext uri="{FF2B5EF4-FFF2-40B4-BE49-F238E27FC236}">
                  <a16:creationId xmlns:a16="http://schemas.microsoft.com/office/drawing/2014/main" id="{C74B5368-FEB8-7EDB-95FA-D6A2F24902A5}"/>
                </a:ext>
              </a:extLst>
            </p:cNvPr>
            <p:cNvSpPr/>
            <p:nvPr/>
          </p:nvSpPr>
          <p:spPr>
            <a:xfrm>
              <a:off x="2362871" y="792014"/>
              <a:ext cx="28606" cy="8542"/>
            </a:xfrm>
            <a:custGeom>
              <a:avLst/>
              <a:gdLst/>
              <a:ahLst/>
              <a:cxnLst/>
              <a:rect l="l" t="t" r="r" b="b"/>
              <a:pathLst>
                <a:path w="288" h="86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3" y="17"/>
                    <a:pt x="49" y="33"/>
                  </a:cubicBezTo>
                  <a:lnTo>
                    <a:pt x="85" y="33"/>
                  </a:lnTo>
                  <a:cubicBezTo>
                    <a:pt x="101" y="33"/>
                    <a:pt x="134" y="53"/>
                    <a:pt x="150" y="53"/>
                  </a:cubicBezTo>
                  <a:cubicBezTo>
                    <a:pt x="202" y="69"/>
                    <a:pt x="235" y="86"/>
                    <a:pt x="287" y="86"/>
                  </a:cubicBezTo>
                  <a:lnTo>
                    <a:pt x="287" y="69"/>
                  </a:lnTo>
                  <a:cubicBezTo>
                    <a:pt x="235" y="69"/>
                    <a:pt x="202" y="53"/>
                    <a:pt x="170" y="53"/>
                  </a:cubicBezTo>
                  <a:cubicBezTo>
                    <a:pt x="134" y="33"/>
                    <a:pt x="101" y="33"/>
                    <a:pt x="85" y="17"/>
                  </a:cubicBezTo>
                  <a:lnTo>
                    <a:pt x="49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>
              <a:extLst>
                <a:ext uri="{FF2B5EF4-FFF2-40B4-BE49-F238E27FC236}">
                  <a16:creationId xmlns:a16="http://schemas.microsoft.com/office/drawing/2014/main" id="{21211E8C-FEFE-9D5A-04AC-CA0E5F369D04}"/>
                </a:ext>
              </a:extLst>
            </p:cNvPr>
            <p:cNvSpPr/>
            <p:nvPr/>
          </p:nvSpPr>
          <p:spPr>
            <a:xfrm>
              <a:off x="2386113" y="612335"/>
              <a:ext cx="75586" cy="26122"/>
            </a:xfrm>
            <a:custGeom>
              <a:avLst/>
              <a:gdLst/>
              <a:ahLst/>
              <a:cxnLst/>
              <a:rect l="l" t="t" r="r" b="b"/>
              <a:pathLst>
                <a:path w="761" h="263" extrusionOk="0">
                  <a:moveTo>
                    <a:pt x="18" y="1"/>
                  </a:moveTo>
                  <a:cubicBezTo>
                    <a:pt x="12" y="1"/>
                    <a:pt x="6" y="3"/>
                    <a:pt x="1" y="8"/>
                  </a:cubicBezTo>
                  <a:cubicBezTo>
                    <a:pt x="17" y="8"/>
                    <a:pt x="37" y="24"/>
                    <a:pt x="53" y="24"/>
                  </a:cubicBezTo>
                  <a:cubicBezTo>
                    <a:pt x="138" y="61"/>
                    <a:pt x="203" y="77"/>
                    <a:pt x="287" y="109"/>
                  </a:cubicBezTo>
                  <a:lnTo>
                    <a:pt x="421" y="145"/>
                  </a:lnTo>
                  <a:lnTo>
                    <a:pt x="287" y="93"/>
                  </a:lnTo>
                  <a:cubicBezTo>
                    <a:pt x="219" y="77"/>
                    <a:pt x="138" y="44"/>
                    <a:pt x="69" y="24"/>
                  </a:cubicBezTo>
                  <a:lnTo>
                    <a:pt x="53" y="8"/>
                  </a:lnTo>
                  <a:cubicBezTo>
                    <a:pt x="42" y="8"/>
                    <a:pt x="30" y="1"/>
                    <a:pt x="18" y="1"/>
                  </a:cubicBezTo>
                  <a:close/>
                  <a:moveTo>
                    <a:pt x="421" y="145"/>
                  </a:moveTo>
                  <a:cubicBezTo>
                    <a:pt x="522" y="178"/>
                    <a:pt x="607" y="210"/>
                    <a:pt x="708" y="246"/>
                  </a:cubicBezTo>
                  <a:cubicBezTo>
                    <a:pt x="724" y="246"/>
                    <a:pt x="724" y="263"/>
                    <a:pt x="744" y="263"/>
                  </a:cubicBezTo>
                  <a:lnTo>
                    <a:pt x="760" y="263"/>
                  </a:lnTo>
                  <a:lnTo>
                    <a:pt x="760" y="246"/>
                  </a:lnTo>
                  <a:cubicBezTo>
                    <a:pt x="744" y="246"/>
                    <a:pt x="724" y="246"/>
                    <a:pt x="708" y="226"/>
                  </a:cubicBezTo>
                  <a:cubicBezTo>
                    <a:pt x="623" y="194"/>
                    <a:pt x="522" y="178"/>
                    <a:pt x="421" y="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>
              <a:extLst>
                <a:ext uri="{FF2B5EF4-FFF2-40B4-BE49-F238E27FC236}">
                  <a16:creationId xmlns:a16="http://schemas.microsoft.com/office/drawing/2014/main" id="{DAAA0F7A-B3C8-5CED-C6D1-69A677FA9425}"/>
                </a:ext>
              </a:extLst>
            </p:cNvPr>
            <p:cNvSpPr/>
            <p:nvPr/>
          </p:nvSpPr>
          <p:spPr>
            <a:xfrm>
              <a:off x="1389883" y="653157"/>
              <a:ext cx="107172" cy="195968"/>
            </a:xfrm>
            <a:custGeom>
              <a:avLst/>
              <a:gdLst/>
              <a:ahLst/>
              <a:cxnLst/>
              <a:rect l="l" t="t" r="r" b="b"/>
              <a:pathLst>
                <a:path w="1079" h="1973" extrusionOk="0">
                  <a:moveTo>
                    <a:pt x="1058" y="1"/>
                  </a:moveTo>
                  <a:cubicBezTo>
                    <a:pt x="1058" y="17"/>
                    <a:pt x="1042" y="37"/>
                    <a:pt x="1058" y="70"/>
                  </a:cubicBezTo>
                  <a:lnTo>
                    <a:pt x="1058" y="86"/>
                  </a:lnTo>
                  <a:lnTo>
                    <a:pt x="1058" y="138"/>
                  </a:lnTo>
                  <a:lnTo>
                    <a:pt x="1058" y="203"/>
                  </a:lnTo>
                  <a:cubicBezTo>
                    <a:pt x="1079" y="187"/>
                    <a:pt x="1079" y="171"/>
                    <a:pt x="1079" y="138"/>
                  </a:cubicBezTo>
                  <a:lnTo>
                    <a:pt x="1079" y="86"/>
                  </a:lnTo>
                  <a:lnTo>
                    <a:pt x="1079" y="54"/>
                  </a:lnTo>
                  <a:cubicBezTo>
                    <a:pt x="1058" y="37"/>
                    <a:pt x="1079" y="37"/>
                    <a:pt x="1079" y="17"/>
                  </a:cubicBezTo>
                  <a:lnTo>
                    <a:pt x="1079" y="1"/>
                  </a:lnTo>
                  <a:close/>
                  <a:moveTo>
                    <a:pt x="1058" y="203"/>
                  </a:moveTo>
                  <a:cubicBezTo>
                    <a:pt x="1042" y="219"/>
                    <a:pt x="1058" y="219"/>
                    <a:pt x="1058" y="239"/>
                  </a:cubicBezTo>
                  <a:lnTo>
                    <a:pt x="1058" y="203"/>
                  </a:lnTo>
                  <a:close/>
                  <a:moveTo>
                    <a:pt x="1058" y="239"/>
                  </a:moveTo>
                  <a:lnTo>
                    <a:pt x="1058" y="255"/>
                  </a:lnTo>
                  <a:cubicBezTo>
                    <a:pt x="1058" y="356"/>
                    <a:pt x="1042" y="457"/>
                    <a:pt x="1042" y="558"/>
                  </a:cubicBezTo>
                  <a:lnTo>
                    <a:pt x="1042" y="708"/>
                  </a:lnTo>
                  <a:lnTo>
                    <a:pt x="1026" y="894"/>
                  </a:lnTo>
                  <a:lnTo>
                    <a:pt x="1026" y="1265"/>
                  </a:lnTo>
                  <a:cubicBezTo>
                    <a:pt x="1042" y="1148"/>
                    <a:pt x="1042" y="1011"/>
                    <a:pt x="1042" y="894"/>
                  </a:cubicBezTo>
                  <a:lnTo>
                    <a:pt x="1058" y="708"/>
                  </a:lnTo>
                  <a:lnTo>
                    <a:pt x="1058" y="558"/>
                  </a:lnTo>
                  <a:cubicBezTo>
                    <a:pt x="1058" y="457"/>
                    <a:pt x="1058" y="356"/>
                    <a:pt x="1079" y="255"/>
                  </a:cubicBezTo>
                  <a:cubicBezTo>
                    <a:pt x="1079" y="239"/>
                    <a:pt x="1079" y="239"/>
                    <a:pt x="1058" y="239"/>
                  </a:cubicBezTo>
                  <a:close/>
                  <a:moveTo>
                    <a:pt x="1026" y="1265"/>
                  </a:moveTo>
                  <a:cubicBezTo>
                    <a:pt x="1026" y="1282"/>
                    <a:pt x="1010" y="1314"/>
                    <a:pt x="994" y="1314"/>
                  </a:cubicBezTo>
                  <a:cubicBezTo>
                    <a:pt x="856" y="1415"/>
                    <a:pt x="723" y="1500"/>
                    <a:pt x="590" y="1585"/>
                  </a:cubicBezTo>
                  <a:cubicBezTo>
                    <a:pt x="554" y="1617"/>
                    <a:pt x="521" y="1633"/>
                    <a:pt x="489" y="1653"/>
                  </a:cubicBezTo>
                  <a:cubicBezTo>
                    <a:pt x="420" y="1702"/>
                    <a:pt x="335" y="1754"/>
                    <a:pt x="271" y="1803"/>
                  </a:cubicBezTo>
                  <a:cubicBezTo>
                    <a:pt x="234" y="1835"/>
                    <a:pt x="202" y="1855"/>
                    <a:pt x="170" y="1871"/>
                  </a:cubicBezTo>
                  <a:cubicBezTo>
                    <a:pt x="133" y="1904"/>
                    <a:pt x="101" y="1920"/>
                    <a:pt x="69" y="1936"/>
                  </a:cubicBezTo>
                  <a:cubicBezTo>
                    <a:pt x="49" y="1956"/>
                    <a:pt x="32" y="1956"/>
                    <a:pt x="16" y="1956"/>
                  </a:cubicBezTo>
                  <a:lnTo>
                    <a:pt x="0" y="1972"/>
                  </a:lnTo>
                  <a:lnTo>
                    <a:pt x="16" y="1972"/>
                  </a:lnTo>
                  <a:cubicBezTo>
                    <a:pt x="32" y="1972"/>
                    <a:pt x="49" y="1972"/>
                    <a:pt x="69" y="1956"/>
                  </a:cubicBezTo>
                  <a:cubicBezTo>
                    <a:pt x="101" y="1936"/>
                    <a:pt x="133" y="1904"/>
                    <a:pt x="186" y="1888"/>
                  </a:cubicBezTo>
                  <a:cubicBezTo>
                    <a:pt x="202" y="1855"/>
                    <a:pt x="234" y="1835"/>
                    <a:pt x="271" y="1819"/>
                  </a:cubicBezTo>
                  <a:cubicBezTo>
                    <a:pt x="352" y="1770"/>
                    <a:pt x="420" y="1718"/>
                    <a:pt x="505" y="1669"/>
                  </a:cubicBezTo>
                  <a:cubicBezTo>
                    <a:pt x="537" y="1653"/>
                    <a:pt x="554" y="1617"/>
                    <a:pt x="590" y="1601"/>
                  </a:cubicBezTo>
                  <a:cubicBezTo>
                    <a:pt x="723" y="1516"/>
                    <a:pt x="856" y="1415"/>
                    <a:pt x="994" y="1330"/>
                  </a:cubicBezTo>
                  <a:cubicBezTo>
                    <a:pt x="1026" y="1314"/>
                    <a:pt x="1026" y="1298"/>
                    <a:pt x="1026" y="12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>
              <a:extLst>
                <a:ext uri="{FF2B5EF4-FFF2-40B4-BE49-F238E27FC236}">
                  <a16:creationId xmlns:a16="http://schemas.microsoft.com/office/drawing/2014/main" id="{C02A9B6A-DADC-28A9-F93F-F9514E8323F0}"/>
                </a:ext>
              </a:extLst>
            </p:cNvPr>
            <p:cNvSpPr/>
            <p:nvPr/>
          </p:nvSpPr>
          <p:spPr>
            <a:xfrm>
              <a:off x="2222425" y="338992"/>
              <a:ext cx="24931" cy="389751"/>
            </a:xfrm>
            <a:custGeom>
              <a:avLst/>
              <a:gdLst/>
              <a:ahLst/>
              <a:cxnLst/>
              <a:rect l="l" t="t" r="r" b="b"/>
              <a:pathLst>
                <a:path w="251" h="3924" extrusionOk="0">
                  <a:moveTo>
                    <a:pt x="150" y="1"/>
                  </a:moveTo>
                  <a:lnTo>
                    <a:pt x="0" y="134"/>
                  </a:lnTo>
                  <a:cubicBezTo>
                    <a:pt x="17" y="171"/>
                    <a:pt x="17" y="219"/>
                    <a:pt x="17" y="251"/>
                  </a:cubicBezTo>
                  <a:lnTo>
                    <a:pt x="17" y="304"/>
                  </a:lnTo>
                  <a:cubicBezTo>
                    <a:pt x="33" y="405"/>
                    <a:pt x="33" y="490"/>
                    <a:pt x="33" y="591"/>
                  </a:cubicBezTo>
                  <a:cubicBezTo>
                    <a:pt x="33" y="607"/>
                    <a:pt x="49" y="639"/>
                    <a:pt x="49" y="676"/>
                  </a:cubicBezTo>
                  <a:lnTo>
                    <a:pt x="49" y="591"/>
                  </a:lnTo>
                  <a:cubicBezTo>
                    <a:pt x="49" y="490"/>
                    <a:pt x="49" y="405"/>
                    <a:pt x="33" y="304"/>
                  </a:cubicBezTo>
                  <a:lnTo>
                    <a:pt x="33" y="251"/>
                  </a:lnTo>
                  <a:cubicBezTo>
                    <a:pt x="33" y="219"/>
                    <a:pt x="33" y="171"/>
                    <a:pt x="17" y="134"/>
                  </a:cubicBezTo>
                  <a:lnTo>
                    <a:pt x="150" y="1"/>
                  </a:lnTo>
                  <a:close/>
                  <a:moveTo>
                    <a:pt x="49" y="676"/>
                  </a:moveTo>
                  <a:lnTo>
                    <a:pt x="49" y="740"/>
                  </a:lnTo>
                  <a:lnTo>
                    <a:pt x="49" y="857"/>
                  </a:lnTo>
                  <a:cubicBezTo>
                    <a:pt x="69" y="926"/>
                    <a:pt x="69" y="995"/>
                    <a:pt x="69" y="1043"/>
                  </a:cubicBezTo>
                  <a:lnTo>
                    <a:pt x="69" y="1144"/>
                  </a:lnTo>
                  <a:cubicBezTo>
                    <a:pt x="69" y="1160"/>
                    <a:pt x="85" y="1197"/>
                    <a:pt x="85" y="1213"/>
                  </a:cubicBezTo>
                  <a:lnTo>
                    <a:pt x="85" y="1144"/>
                  </a:lnTo>
                  <a:lnTo>
                    <a:pt x="85" y="1043"/>
                  </a:lnTo>
                  <a:cubicBezTo>
                    <a:pt x="85" y="979"/>
                    <a:pt x="69" y="926"/>
                    <a:pt x="69" y="857"/>
                  </a:cubicBezTo>
                  <a:lnTo>
                    <a:pt x="69" y="740"/>
                  </a:lnTo>
                  <a:cubicBezTo>
                    <a:pt x="69" y="724"/>
                    <a:pt x="69" y="692"/>
                    <a:pt x="49" y="676"/>
                  </a:cubicBezTo>
                  <a:close/>
                  <a:moveTo>
                    <a:pt x="85" y="1213"/>
                  </a:moveTo>
                  <a:lnTo>
                    <a:pt x="85" y="1330"/>
                  </a:lnTo>
                  <a:lnTo>
                    <a:pt x="85" y="1463"/>
                  </a:lnTo>
                  <a:cubicBezTo>
                    <a:pt x="101" y="1500"/>
                    <a:pt x="101" y="1548"/>
                    <a:pt x="101" y="1584"/>
                  </a:cubicBezTo>
                  <a:lnTo>
                    <a:pt x="101" y="1702"/>
                  </a:lnTo>
                  <a:cubicBezTo>
                    <a:pt x="101" y="1734"/>
                    <a:pt x="101" y="1750"/>
                    <a:pt x="118" y="1786"/>
                  </a:cubicBezTo>
                  <a:lnTo>
                    <a:pt x="118" y="1702"/>
                  </a:lnTo>
                  <a:lnTo>
                    <a:pt x="118" y="1584"/>
                  </a:lnTo>
                  <a:cubicBezTo>
                    <a:pt x="101" y="1548"/>
                    <a:pt x="101" y="1500"/>
                    <a:pt x="101" y="1463"/>
                  </a:cubicBezTo>
                  <a:lnTo>
                    <a:pt x="101" y="1330"/>
                  </a:lnTo>
                  <a:cubicBezTo>
                    <a:pt x="101" y="1298"/>
                    <a:pt x="101" y="1261"/>
                    <a:pt x="85" y="1213"/>
                  </a:cubicBezTo>
                  <a:close/>
                  <a:moveTo>
                    <a:pt x="118" y="1786"/>
                  </a:moveTo>
                  <a:lnTo>
                    <a:pt x="118" y="1904"/>
                  </a:lnTo>
                  <a:lnTo>
                    <a:pt x="118" y="2021"/>
                  </a:lnTo>
                  <a:cubicBezTo>
                    <a:pt x="134" y="2069"/>
                    <a:pt x="134" y="2122"/>
                    <a:pt x="134" y="2190"/>
                  </a:cubicBezTo>
                  <a:lnTo>
                    <a:pt x="134" y="2308"/>
                  </a:lnTo>
                  <a:cubicBezTo>
                    <a:pt x="134" y="2324"/>
                    <a:pt x="150" y="2356"/>
                    <a:pt x="150" y="2372"/>
                  </a:cubicBezTo>
                  <a:lnTo>
                    <a:pt x="150" y="2308"/>
                  </a:lnTo>
                  <a:lnTo>
                    <a:pt x="150" y="2170"/>
                  </a:lnTo>
                  <a:cubicBezTo>
                    <a:pt x="134" y="2122"/>
                    <a:pt x="134" y="2069"/>
                    <a:pt x="134" y="2021"/>
                  </a:cubicBezTo>
                  <a:lnTo>
                    <a:pt x="134" y="1904"/>
                  </a:lnTo>
                  <a:cubicBezTo>
                    <a:pt x="134" y="1851"/>
                    <a:pt x="118" y="1819"/>
                    <a:pt x="118" y="1786"/>
                  </a:cubicBezTo>
                  <a:close/>
                  <a:moveTo>
                    <a:pt x="150" y="2372"/>
                  </a:moveTo>
                  <a:lnTo>
                    <a:pt x="150" y="2526"/>
                  </a:lnTo>
                  <a:cubicBezTo>
                    <a:pt x="170" y="2558"/>
                    <a:pt x="170" y="2594"/>
                    <a:pt x="170" y="2627"/>
                  </a:cubicBezTo>
                  <a:lnTo>
                    <a:pt x="170" y="2526"/>
                  </a:lnTo>
                  <a:cubicBezTo>
                    <a:pt x="170" y="2473"/>
                    <a:pt x="170" y="2425"/>
                    <a:pt x="150" y="2372"/>
                  </a:cubicBezTo>
                  <a:close/>
                  <a:moveTo>
                    <a:pt x="170" y="2627"/>
                  </a:moveTo>
                  <a:lnTo>
                    <a:pt x="170" y="2776"/>
                  </a:lnTo>
                  <a:lnTo>
                    <a:pt x="170" y="2897"/>
                  </a:lnTo>
                  <a:cubicBezTo>
                    <a:pt x="186" y="2946"/>
                    <a:pt x="186" y="2998"/>
                    <a:pt x="186" y="3047"/>
                  </a:cubicBezTo>
                  <a:lnTo>
                    <a:pt x="186" y="3132"/>
                  </a:lnTo>
                  <a:cubicBezTo>
                    <a:pt x="186" y="3148"/>
                    <a:pt x="186" y="3164"/>
                    <a:pt x="202" y="3180"/>
                  </a:cubicBezTo>
                  <a:lnTo>
                    <a:pt x="202" y="3132"/>
                  </a:lnTo>
                  <a:lnTo>
                    <a:pt x="202" y="3047"/>
                  </a:lnTo>
                  <a:cubicBezTo>
                    <a:pt x="186" y="2998"/>
                    <a:pt x="186" y="2946"/>
                    <a:pt x="186" y="2897"/>
                  </a:cubicBezTo>
                  <a:lnTo>
                    <a:pt x="186" y="2776"/>
                  </a:lnTo>
                  <a:cubicBezTo>
                    <a:pt x="186" y="2728"/>
                    <a:pt x="170" y="2675"/>
                    <a:pt x="170" y="2627"/>
                  </a:cubicBezTo>
                  <a:close/>
                  <a:moveTo>
                    <a:pt x="202" y="3180"/>
                  </a:moveTo>
                  <a:lnTo>
                    <a:pt x="202" y="3382"/>
                  </a:lnTo>
                  <a:cubicBezTo>
                    <a:pt x="202" y="3435"/>
                    <a:pt x="219" y="3483"/>
                    <a:pt x="219" y="3552"/>
                  </a:cubicBezTo>
                  <a:lnTo>
                    <a:pt x="219" y="3738"/>
                  </a:lnTo>
                  <a:lnTo>
                    <a:pt x="235" y="3786"/>
                  </a:lnTo>
                  <a:lnTo>
                    <a:pt x="235" y="3738"/>
                  </a:lnTo>
                  <a:lnTo>
                    <a:pt x="235" y="3552"/>
                  </a:lnTo>
                  <a:cubicBezTo>
                    <a:pt x="219" y="3483"/>
                    <a:pt x="219" y="3435"/>
                    <a:pt x="219" y="3382"/>
                  </a:cubicBezTo>
                  <a:cubicBezTo>
                    <a:pt x="219" y="3317"/>
                    <a:pt x="219" y="3249"/>
                    <a:pt x="202" y="3180"/>
                  </a:cubicBezTo>
                  <a:close/>
                  <a:moveTo>
                    <a:pt x="235" y="3806"/>
                  </a:moveTo>
                  <a:lnTo>
                    <a:pt x="235" y="3855"/>
                  </a:lnTo>
                  <a:lnTo>
                    <a:pt x="235" y="3907"/>
                  </a:lnTo>
                  <a:cubicBezTo>
                    <a:pt x="251" y="3887"/>
                    <a:pt x="251" y="3871"/>
                    <a:pt x="251" y="3855"/>
                  </a:cubicBezTo>
                  <a:cubicBezTo>
                    <a:pt x="235" y="3839"/>
                    <a:pt x="235" y="3822"/>
                    <a:pt x="235" y="3806"/>
                  </a:cubicBezTo>
                  <a:close/>
                  <a:moveTo>
                    <a:pt x="219" y="3907"/>
                  </a:moveTo>
                  <a:lnTo>
                    <a:pt x="235" y="3923"/>
                  </a:lnTo>
                  <a:lnTo>
                    <a:pt x="235" y="39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>
              <a:extLst>
                <a:ext uri="{FF2B5EF4-FFF2-40B4-BE49-F238E27FC236}">
                  <a16:creationId xmlns:a16="http://schemas.microsoft.com/office/drawing/2014/main" id="{6FC64450-1D25-7575-26F8-5ABDEC54D32F}"/>
                </a:ext>
              </a:extLst>
            </p:cNvPr>
            <p:cNvSpPr/>
            <p:nvPr/>
          </p:nvSpPr>
          <p:spPr>
            <a:xfrm>
              <a:off x="1679117" y="426100"/>
              <a:ext cx="56715" cy="44994"/>
            </a:xfrm>
            <a:custGeom>
              <a:avLst/>
              <a:gdLst/>
              <a:ahLst/>
              <a:cxnLst/>
              <a:rect l="l" t="t" r="r" b="b"/>
              <a:pathLst>
                <a:path w="571" h="453" extrusionOk="0">
                  <a:moveTo>
                    <a:pt x="554" y="1"/>
                  </a:moveTo>
                  <a:cubicBezTo>
                    <a:pt x="506" y="49"/>
                    <a:pt x="437" y="102"/>
                    <a:pt x="368" y="150"/>
                  </a:cubicBezTo>
                  <a:cubicBezTo>
                    <a:pt x="287" y="219"/>
                    <a:pt x="186" y="283"/>
                    <a:pt x="102" y="352"/>
                  </a:cubicBezTo>
                  <a:lnTo>
                    <a:pt x="86" y="368"/>
                  </a:lnTo>
                  <a:cubicBezTo>
                    <a:pt x="49" y="384"/>
                    <a:pt x="33" y="405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33" y="421"/>
                    <a:pt x="65" y="405"/>
                    <a:pt x="102" y="368"/>
                  </a:cubicBezTo>
                  <a:lnTo>
                    <a:pt x="118" y="368"/>
                  </a:lnTo>
                  <a:cubicBezTo>
                    <a:pt x="203" y="304"/>
                    <a:pt x="287" y="219"/>
                    <a:pt x="388" y="150"/>
                  </a:cubicBezTo>
                  <a:cubicBezTo>
                    <a:pt x="437" y="102"/>
                    <a:pt x="506" y="49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9">
              <a:extLst>
                <a:ext uri="{FF2B5EF4-FFF2-40B4-BE49-F238E27FC236}">
                  <a16:creationId xmlns:a16="http://schemas.microsoft.com/office/drawing/2014/main" id="{D3060EB1-3B9E-2AC3-9BAD-976E6E32A407}"/>
                </a:ext>
              </a:extLst>
            </p:cNvPr>
            <p:cNvSpPr/>
            <p:nvPr/>
          </p:nvSpPr>
          <p:spPr>
            <a:xfrm>
              <a:off x="1669085" y="760329"/>
              <a:ext cx="65157" cy="40227"/>
            </a:xfrm>
            <a:custGeom>
              <a:avLst/>
              <a:gdLst/>
              <a:ahLst/>
              <a:cxnLst/>
              <a:rect l="l" t="t" r="r" b="b"/>
              <a:pathLst>
                <a:path w="656" h="405" extrusionOk="0">
                  <a:moveTo>
                    <a:pt x="639" y="1"/>
                  </a:moveTo>
                  <a:cubicBezTo>
                    <a:pt x="623" y="1"/>
                    <a:pt x="607" y="17"/>
                    <a:pt x="570" y="33"/>
                  </a:cubicBezTo>
                  <a:cubicBezTo>
                    <a:pt x="421" y="134"/>
                    <a:pt x="267" y="219"/>
                    <a:pt x="118" y="320"/>
                  </a:cubicBezTo>
                  <a:cubicBezTo>
                    <a:pt x="267" y="235"/>
                    <a:pt x="421" y="134"/>
                    <a:pt x="570" y="49"/>
                  </a:cubicBezTo>
                  <a:lnTo>
                    <a:pt x="590" y="33"/>
                  </a:ln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118" y="320"/>
                  </a:moveTo>
                  <a:lnTo>
                    <a:pt x="17" y="372"/>
                  </a:lnTo>
                  <a:lnTo>
                    <a:pt x="1" y="388"/>
                  </a:lnTo>
                  <a:lnTo>
                    <a:pt x="1" y="405"/>
                  </a:lnTo>
                  <a:lnTo>
                    <a:pt x="17" y="388"/>
                  </a:lnTo>
                  <a:lnTo>
                    <a:pt x="118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9">
              <a:extLst>
                <a:ext uri="{FF2B5EF4-FFF2-40B4-BE49-F238E27FC236}">
                  <a16:creationId xmlns:a16="http://schemas.microsoft.com/office/drawing/2014/main" id="{E235BA79-B126-A9B7-D3CB-AF9C32D26B48}"/>
                </a:ext>
              </a:extLst>
            </p:cNvPr>
            <p:cNvSpPr/>
            <p:nvPr/>
          </p:nvSpPr>
          <p:spPr>
            <a:xfrm>
              <a:off x="1755796" y="964144"/>
              <a:ext cx="26917" cy="11720"/>
            </a:xfrm>
            <a:custGeom>
              <a:avLst/>
              <a:gdLst/>
              <a:ahLst/>
              <a:cxnLst/>
              <a:rect l="l" t="t" r="r" b="b"/>
              <a:pathLst>
                <a:path w="271" h="118" extrusionOk="0">
                  <a:moveTo>
                    <a:pt x="271" y="1"/>
                  </a:moveTo>
                  <a:lnTo>
                    <a:pt x="20" y="102"/>
                  </a:lnTo>
                  <a:lnTo>
                    <a:pt x="0" y="118"/>
                  </a:lnTo>
                  <a:lnTo>
                    <a:pt x="20" y="118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>
              <a:extLst>
                <a:ext uri="{FF2B5EF4-FFF2-40B4-BE49-F238E27FC236}">
                  <a16:creationId xmlns:a16="http://schemas.microsoft.com/office/drawing/2014/main" id="{8EAC34CC-2D76-743D-6330-51114E1315C0}"/>
                </a:ext>
              </a:extLst>
            </p:cNvPr>
            <p:cNvSpPr/>
            <p:nvPr/>
          </p:nvSpPr>
          <p:spPr>
            <a:xfrm>
              <a:off x="2516526" y="454209"/>
              <a:ext cx="25328" cy="12118"/>
            </a:xfrm>
            <a:custGeom>
              <a:avLst/>
              <a:gdLst/>
              <a:ahLst/>
              <a:cxnLst/>
              <a:rect l="l" t="t" r="r" b="b"/>
              <a:pathLst>
                <a:path w="255" h="122" extrusionOk="0">
                  <a:moveTo>
                    <a:pt x="17" y="0"/>
                  </a:moveTo>
                  <a:lnTo>
                    <a:pt x="0" y="21"/>
                  </a:lnTo>
                  <a:lnTo>
                    <a:pt x="17" y="21"/>
                  </a:lnTo>
                  <a:cubicBezTo>
                    <a:pt x="37" y="21"/>
                    <a:pt x="69" y="37"/>
                    <a:pt x="85" y="53"/>
                  </a:cubicBezTo>
                  <a:cubicBezTo>
                    <a:pt x="101" y="53"/>
                    <a:pt x="118" y="69"/>
                    <a:pt x="138" y="69"/>
                  </a:cubicBezTo>
                  <a:cubicBezTo>
                    <a:pt x="170" y="85"/>
                    <a:pt x="186" y="85"/>
                    <a:pt x="219" y="101"/>
                  </a:cubicBezTo>
                  <a:cubicBezTo>
                    <a:pt x="239" y="101"/>
                    <a:pt x="239" y="101"/>
                    <a:pt x="255" y="122"/>
                  </a:cubicBezTo>
                  <a:lnTo>
                    <a:pt x="255" y="101"/>
                  </a:lnTo>
                  <a:cubicBezTo>
                    <a:pt x="255" y="101"/>
                    <a:pt x="239" y="85"/>
                    <a:pt x="219" y="85"/>
                  </a:cubicBezTo>
                  <a:cubicBezTo>
                    <a:pt x="202" y="69"/>
                    <a:pt x="170" y="69"/>
                    <a:pt x="138" y="53"/>
                  </a:cubicBezTo>
                  <a:cubicBezTo>
                    <a:pt x="118" y="53"/>
                    <a:pt x="118" y="37"/>
                    <a:pt x="101" y="37"/>
                  </a:cubicBezTo>
                  <a:cubicBezTo>
                    <a:pt x="69" y="21"/>
                    <a:pt x="37" y="21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>
              <a:extLst>
                <a:ext uri="{FF2B5EF4-FFF2-40B4-BE49-F238E27FC236}">
                  <a16:creationId xmlns:a16="http://schemas.microsoft.com/office/drawing/2014/main" id="{BF2563BE-9EA7-623F-A2D8-E28AD10059DF}"/>
                </a:ext>
              </a:extLst>
            </p:cNvPr>
            <p:cNvSpPr/>
            <p:nvPr/>
          </p:nvSpPr>
          <p:spPr>
            <a:xfrm>
              <a:off x="1667496" y="805323"/>
              <a:ext cx="65058" cy="38538"/>
            </a:xfrm>
            <a:custGeom>
              <a:avLst/>
              <a:gdLst/>
              <a:ahLst/>
              <a:cxnLst/>
              <a:rect l="l" t="t" r="r" b="b"/>
              <a:pathLst>
                <a:path w="655" h="388" extrusionOk="0">
                  <a:moveTo>
                    <a:pt x="655" y="0"/>
                  </a:moveTo>
                  <a:cubicBezTo>
                    <a:pt x="623" y="0"/>
                    <a:pt x="606" y="20"/>
                    <a:pt x="586" y="36"/>
                  </a:cubicBezTo>
                  <a:lnTo>
                    <a:pt x="570" y="36"/>
                  </a:lnTo>
                  <a:cubicBezTo>
                    <a:pt x="453" y="101"/>
                    <a:pt x="336" y="186"/>
                    <a:pt x="219" y="255"/>
                  </a:cubicBezTo>
                  <a:cubicBezTo>
                    <a:pt x="150" y="287"/>
                    <a:pt x="81" y="339"/>
                    <a:pt x="17" y="372"/>
                  </a:cubicBezTo>
                  <a:cubicBezTo>
                    <a:pt x="1" y="372"/>
                    <a:pt x="1" y="372"/>
                    <a:pt x="1" y="388"/>
                  </a:cubicBezTo>
                  <a:lnTo>
                    <a:pt x="17" y="388"/>
                  </a:lnTo>
                  <a:cubicBezTo>
                    <a:pt x="81" y="339"/>
                    <a:pt x="150" y="303"/>
                    <a:pt x="219" y="271"/>
                  </a:cubicBezTo>
                  <a:cubicBezTo>
                    <a:pt x="336" y="186"/>
                    <a:pt x="469" y="121"/>
                    <a:pt x="586" y="53"/>
                  </a:cubicBezTo>
                  <a:lnTo>
                    <a:pt x="606" y="36"/>
                  </a:lnTo>
                  <a:cubicBezTo>
                    <a:pt x="623" y="36"/>
                    <a:pt x="639" y="20"/>
                    <a:pt x="655" y="20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>
              <a:extLst>
                <a:ext uri="{FF2B5EF4-FFF2-40B4-BE49-F238E27FC236}">
                  <a16:creationId xmlns:a16="http://schemas.microsoft.com/office/drawing/2014/main" id="{18A426DF-D74A-01FD-3AE6-2ECC17060124}"/>
                </a:ext>
              </a:extLst>
            </p:cNvPr>
            <p:cNvSpPr/>
            <p:nvPr/>
          </p:nvSpPr>
          <p:spPr>
            <a:xfrm>
              <a:off x="2473221" y="521154"/>
              <a:ext cx="26917" cy="10131"/>
            </a:xfrm>
            <a:custGeom>
              <a:avLst/>
              <a:gdLst/>
              <a:ahLst/>
              <a:cxnLst/>
              <a:rect l="l" t="t" r="r" b="b"/>
              <a:pathLst>
                <a:path w="271" h="102" extrusionOk="0">
                  <a:moveTo>
                    <a:pt x="0" y="1"/>
                  </a:moveTo>
                  <a:lnTo>
                    <a:pt x="16" y="17"/>
                  </a:lnTo>
                  <a:lnTo>
                    <a:pt x="49" y="33"/>
                  </a:lnTo>
                  <a:cubicBezTo>
                    <a:pt x="69" y="33"/>
                    <a:pt x="101" y="53"/>
                    <a:pt x="133" y="53"/>
                  </a:cubicBezTo>
                  <a:cubicBezTo>
                    <a:pt x="101" y="33"/>
                    <a:pt x="85" y="33"/>
                    <a:pt x="49" y="17"/>
                  </a:cubicBezTo>
                  <a:lnTo>
                    <a:pt x="16" y="1"/>
                  </a:lnTo>
                  <a:close/>
                  <a:moveTo>
                    <a:pt x="133" y="53"/>
                  </a:moveTo>
                  <a:cubicBezTo>
                    <a:pt x="150" y="70"/>
                    <a:pt x="170" y="70"/>
                    <a:pt x="186" y="86"/>
                  </a:cubicBezTo>
                  <a:cubicBezTo>
                    <a:pt x="202" y="86"/>
                    <a:pt x="234" y="102"/>
                    <a:pt x="271" y="102"/>
                  </a:cubicBezTo>
                  <a:cubicBezTo>
                    <a:pt x="251" y="86"/>
                    <a:pt x="218" y="86"/>
                    <a:pt x="186" y="70"/>
                  </a:cubicBezTo>
                  <a:cubicBezTo>
                    <a:pt x="170" y="53"/>
                    <a:pt x="150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>
              <a:extLst>
                <a:ext uri="{FF2B5EF4-FFF2-40B4-BE49-F238E27FC236}">
                  <a16:creationId xmlns:a16="http://schemas.microsoft.com/office/drawing/2014/main" id="{48136DC6-BF3E-13E0-653C-282D5DEC535E}"/>
                </a:ext>
              </a:extLst>
            </p:cNvPr>
            <p:cNvSpPr/>
            <p:nvPr/>
          </p:nvSpPr>
          <p:spPr>
            <a:xfrm>
              <a:off x="2501628" y="666864"/>
              <a:ext cx="23441" cy="6456"/>
            </a:xfrm>
            <a:custGeom>
              <a:avLst/>
              <a:gdLst/>
              <a:ahLst/>
              <a:cxnLst/>
              <a:rect l="l" t="t" r="r" b="b"/>
              <a:pathLst>
                <a:path w="236" h="65" extrusionOk="0">
                  <a:moveTo>
                    <a:pt x="1" y="0"/>
                  </a:moveTo>
                  <a:lnTo>
                    <a:pt x="17" y="16"/>
                  </a:lnTo>
                  <a:lnTo>
                    <a:pt x="49" y="16"/>
                  </a:lnTo>
                  <a:cubicBezTo>
                    <a:pt x="102" y="33"/>
                    <a:pt x="167" y="49"/>
                    <a:pt x="219" y="65"/>
                  </a:cubicBezTo>
                  <a:lnTo>
                    <a:pt x="235" y="65"/>
                  </a:lnTo>
                  <a:lnTo>
                    <a:pt x="235" y="49"/>
                  </a:lnTo>
                  <a:cubicBezTo>
                    <a:pt x="167" y="33"/>
                    <a:pt x="118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>
              <a:extLst>
                <a:ext uri="{FF2B5EF4-FFF2-40B4-BE49-F238E27FC236}">
                  <a16:creationId xmlns:a16="http://schemas.microsoft.com/office/drawing/2014/main" id="{E26BB539-A605-DC1B-E64B-D3FFC5088F4D}"/>
                </a:ext>
              </a:extLst>
            </p:cNvPr>
            <p:cNvSpPr/>
            <p:nvPr/>
          </p:nvSpPr>
          <p:spPr>
            <a:xfrm>
              <a:off x="1944712" y="466228"/>
              <a:ext cx="197557" cy="65058"/>
            </a:xfrm>
            <a:custGeom>
              <a:avLst/>
              <a:gdLst/>
              <a:ahLst/>
              <a:cxnLst/>
              <a:rect l="l" t="t" r="r" b="b"/>
              <a:pathLst>
                <a:path w="1989" h="655" extrusionOk="0">
                  <a:moveTo>
                    <a:pt x="1" y="1"/>
                  </a:moveTo>
                  <a:lnTo>
                    <a:pt x="1" y="17"/>
                  </a:lnTo>
                  <a:lnTo>
                    <a:pt x="70" y="17"/>
                  </a:lnTo>
                  <a:cubicBezTo>
                    <a:pt x="53" y="1"/>
                    <a:pt x="17" y="1"/>
                    <a:pt x="1" y="1"/>
                  </a:cubicBezTo>
                  <a:close/>
                  <a:moveTo>
                    <a:pt x="70" y="17"/>
                  </a:moveTo>
                  <a:cubicBezTo>
                    <a:pt x="203" y="65"/>
                    <a:pt x="340" y="118"/>
                    <a:pt x="474" y="166"/>
                  </a:cubicBezTo>
                  <a:lnTo>
                    <a:pt x="744" y="251"/>
                  </a:lnTo>
                  <a:cubicBezTo>
                    <a:pt x="845" y="283"/>
                    <a:pt x="926" y="320"/>
                    <a:pt x="1027" y="352"/>
                  </a:cubicBezTo>
                  <a:cubicBezTo>
                    <a:pt x="1128" y="384"/>
                    <a:pt x="1229" y="421"/>
                    <a:pt x="1350" y="453"/>
                  </a:cubicBezTo>
                  <a:lnTo>
                    <a:pt x="1483" y="505"/>
                  </a:lnTo>
                  <a:cubicBezTo>
                    <a:pt x="1516" y="505"/>
                    <a:pt x="1552" y="522"/>
                    <a:pt x="1584" y="538"/>
                  </a:cubicBezTo>
                  <a:cubicBezTo>
                    <a:pt x="1669" y="554"/>
                    <a:pt x="1754" y="586"/>
                    <a:pt x="1835" y="623"/>
                  </a:cubicBezTo>
                  <a:lnTo>
                    <a:pt x="1887" y="623"/>
                  </a:lnTo>
                  <a:cubicBezTo>
                    <a:pt x="1871" y="606"/>
                    <a:pt x="1855" y="606"/>
                    <a:pt x="1835" y="606"/>
                  </a:cubicBezTo>
                  <a:cubicBezTo>
                    <a:pt x="1754" y="570"/>
                    <a:pt x="1669" y="538"/>
                    <a:pt x="1584" y="522"/>
                  </a:cubicBezTo>
                  <a:cubicBezTo>
                    <a:pt x="1552" y="505"/>
                    <a:pt x="1516" y="485"/>
                    <a:pt x="1483" y="485"/>
                  </a:cubicBezTo>
                  <a:lnTo>
                    <a:pt x="1350" y="437"/>
                  </a:lnTo>
                  <a:cubicBezTo>
                    <a:pt x="1249" y="404"/>
                    <a:pt x="1128" y="368"/>
                    <a:pt x="1027" y="336"/>
                  </a:cubicBezTo>
                  <a:cubicBezTo>
                    <a:pt x="946" y="303"/>
                    <a:pt x="845" y="267"/>
                    <a:pt x="760" y="235"/>
                  </a:cubicBezTo>
                  <a:lnTo>
                    <a:pt x="474" y="150"/>
                  </a:lnTo>
                  <a:cubicBezTo>
                    <a:pt x="340" y="102"/>
                    <a:pt x="203" y="65"/>
                    <a:pt x="70" y="17"/>
                  </a:cubicBezTo>
                  <a:close/>
                  <a:moveTo>
                    <a:pt x="1887" y="623"/>
                  </a:moveTo>
                  <a:cubicBezTo>
                    <a:pt x="1904" y="639"/>
                    <a:pt x="1936" y="655"/>
                    <a:pt x="1972" y="655"/>
                  </a:cubicBezTo>
                  <a:lnTo>
                    <a:pt x="1988" y="655"/>
                  </a:lnTo>
                  <a:lnTo>
                    <a:pt x="1988" y="639"/>
                  </a:lnTo>
                  <a:lnTo>
                    <a:pt x="1972" y="639"/>
                  </a:lnTo>
                  <a:cubicBezTo>
                    <a:pt x="1936" y="639"/>
                    <a:pt x="1920" y="623"/>
                    <a:pt x="1887" y="6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>
              <a:extLst>
                <a:ext uri="{FF2B5EF4-FFF2-40B4-BE49-F238E27FC236}">
                  <a16:creationId xmlns:a16="http://schemas.microsoft.com/office/drawing/2014/main" id="{8E586A45-CDA1-4C1F-A61D-CE52E895C18D}"/>
                </a:ext>
              </a:extLst>
            </p:cNvPr>
            <p:cNvSpPr/>
            <p:nvPr/>
          </p:nvSpPr>
          <p:spPr>
            <a:xfrm>
              <a:off x="2217161" y="905542"/>
              <a:ext cx="100418" cy="30195"/>
            </a:xfrm>
            <a:custGeom>
              <a:avLst/>
              <a:gdLst/>
              <a:ahLst/>
              <a:cxnLst/>
              <a:rect l="l" t="t" r="r" b="b"/>
              <a:pathLst>
                <a:path w="1011" h="304" extrusionOk="0">
                  <a:moveTo>
                    <a:pt x="1" y="1"/>
                  </a:moveTo>
                  <a:lnTo>
                    <a:pt x="1" y="21"/>
                  </a:lnTo>
                  <a:lnTo>
                    <a:pt x="21" y="21"/>
                  </a:lnTo>
                  <a:cubicBezTo>
                    <a:pt x="154" y="53"/>
                    <a:pt x="272" y="86"/>
                    <a:pt x="373" y="122"/>
                  </a:cubicBezTo>
                  <a:cubicBezTo>
                    <a:pt x="457" y="138"/>
                    <a:pt x="542" y="171"/>
                    <a:pt x="607" y="187"/>
                  </a:cubicBezTo>
                  <a:cubicBezTo>
                    <a:pt x="542" y="154"/>
                    <a:pt x="457" y="138"/>
                    <a:pt x="389" y="102"/>
                  </a:cubicBezTo>
                  <a:cubicBezTo>
                    <a:pt x="272" y="86"/>
                    <a:pt x="154" y="53"/>
                    <a:pt x="21" y="1"/>
                  </a:cubicBezTo>
                  <a:close/>
                  <a:moveTo>
                    <a:pt x="607" y="187"/>
                  </a:moveTo>
                  <a:lnTo>
                    <a:pt x="607" y="187"/>
                  </a:lnTo>
                  <a:cubicBezTo>
                    <a:pt x="692" y="223"/>
                    <a:pt x="776" y="239"/>
                    <a:pt x="877" y="272"/>
                  </a:cubicBezTo>
                  <a:cubicBezTo>
                    <a:pt x="877" y="272"/>
                    <a:pt x="894" y="272"/>
                    <a:pt x="910" y="288"/>
                  </a:cubicBezTo>
                  <a:cubicBezTo>
                    <a:pt x="930" y="288"/>
                    <a:pt x="962" y="304"/>
                    <a:pt x="978" y="304"/>
                  </a:cubicBezTo>
                  <a:lnTo>
                    <a:pt x="995" y="304"/>
                  </a:lnTo>
                  <a:lnTo>
                    <a:pt x="1011" y="288"/>
                  </a:lnTo>
                  <a:lnTo>
                    <a:pt x="995" y="288"/>
                  </a:lnTo>
                  <a:cubicBezTo>
                    <a:pt x="962" y="288"/>
                    <a:pt x="946" y="272"/>
                    <a:pt x="910" y="272"/>
                  </a:cubicBezTo>
                  <a:cubicBezTo>
                    <a:pt x="894" y="272"/>
                    <a:pt x="877" y="255"/>
                    <a:pt x="877" y="255"/>
                  </a:cubicBezTo>
                  <a:cubicBezTo>
                    <a:pt x="793" y="239"/>
                    <a:pt x="692" y="203"/>
                    <a:pt x="607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>
              <a:extLst>
                <a:ext uri="{FF2B5EF4-FFF2-40B4-BE49-F238E27FC236}">
                  <a16:creationId xmlns:a16="http://schemas.microsoft.com/office/drawing/2014/main" id="{6615B80A-3D4D-685C-FDDD-73645FBA21D2}"/>
                </a:ext>
              </a:extLst>
            </p:cNvPr>
            <p:cNvSpPr/>
            <p:nvPr/>
          </p:nvSpPr>
          <p:spPr>
            <a:xfrm>
              <a:off x="2486431" y="680074"/>
              <a:ext cx="25328" cy="8542"/>
            </a:xfrm>
            <a:custGeom>
              <a:avLst/>
              <a:gdLst/>
              <a:ahLst/>
              <a:cxnLst/>
              <a:rect l="l" t="t" r="r" b="b"/>
              <a:pathLst>
                <a:path w="255" h="86" extrusionOk="0">
                  <a:moveTo>
                    <a:pt x="0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17" y="1"/>
                    <a:pt x="0" y="1"/>
                    <a:pt x="0" y="1"/>
                  </a:cubicBezTo>
                  <a:close/>
                  <a:moveTo>
                    <a:pt x="17" y="17"/>
                  </a:moveTo>
                  <a:cubicBezTo>
                    <a:pt x="37" y="33"/>
                    <a:pt x="53" y="33"/>
                    <a:pt x="69" y="33"/>
                  </a:cubicBezTo>
                  <a:cubicBezTo>
                    <a:pt x="85" y="33"/>
                    <a:pt x="118" y="49"/>
                    <a:pt x="138" y="49"/>
                  </a:cubicBezTo>
                  <a:cubicBezTo>
                    <a:pt x="170" y="69"/>
                    <a:pt x="202" y="85"/>
                    <a:pt x="255" y="85"/>
                  </a:cubicBezTo>
                  <a:lnTo>
                    <a:pt x="255" y="69"/>
                  </a:lnTo>
                  <a:cubicBezTo>
                    <a:pt x="219" y="69"/>
                    <a:pt x="170" y="49"/>
                    <a:pt x="138" y="33"/>
                  </a:cubicBezTo>
                  <a:cubicBezTo>
                    <a:pt x="118" y="33"/>
                    <a:pt x="101" y="33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>
              <a:extLst>
                <a:ext uri="{FF2B5EF4-FFF2-40B4-BE49-F238E27FC236}">
                  <a16:creationId xmlns:a16="http://schemas.microsoft.com/office/drawing/2014/main" id="{E735B3DF-3623-A678-4F61-2EF9B6ABA325}"/>
                </a:ext>
              </a:extLst>
            </p:cNvPr>
            <p:cNvSpPr/>
            <p:nvPr/>
          </p:nvSpPr>
          <p:spPr>
            <a:xfrm>
              <a:off x="2717163" y="673221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53" y="17"/>
                    <a:pt x="69" y="37"/>
                  </a:cubicBezTo>
                  <a:cubicBezTo>
                    <a:pt x="101" y="53"/>
                    <a:pt x="154" y="53"/>
                    <a:pt x="186" y="70"/>
                  </a:cubicBezTo>
                  <a:cubicBezTo>
                    <a:pt x="202" y="70"/>
                    <a:pt x="202" y="70"/>
                    <a:pt x="202" y="86"/>
                  </a:cubicBezTo>
                  <a:lnTo>
                    <a:pt x="218" y="86"/>
                  </a:lnTo>
                  <a:lnTo>
                    <a:pt x="218" y="70"/>
                  </a:lnTo>
                  <a:cubicBezTo>
                    <a:pt x="202" y="70"/>
                    <a:pt x="202" y="53"/>
                    <a:pt x="186" y="53"/>
                  </a:cubicBezTo>
                  <a:cubicBezTo>
                    <a:pt x="154" y="53"/>
                    <a:pt x="101" y="37"/>
                    <a:pt x="69" y="17"/>
                  </a:cubicBezTo>
                  <a:cubicBezTo>
                    <a:pt x="53" y="17"/>
                    <a:pt x="37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>
              <a:extLst>
                <a:ext uri="{FF2B5EF4-FFF2-40B4-BE49-F238E27FC236}">
                  <a16:creationId xmlns:a16="http://schemas.microsoft.com/office/drawing/2014/main" id="{F2DA1ED8-18E2-B13C-9DB8-EDFA3B3EAF66}"/>
                </a:ext>
              </a:extLst>
            </p:cNvPr>
            <p:cNvSpPr/>
            <p:nvPr/>
          </p:nvSpPr>
          <p:spPr>
            <a:xfrm>
              <a:off x="1752518" y="925010"/>
              <a:ext cx="55523" cy="26023"/>
            </a:xfrm>
            <a:custGeom>
              <a:avLst/>
              <a:gdLst/>
              <a:ahLst/>
              <a:cxnLst/>
              <a:rect l="l" t="t" r="r" b="b"/>
              <a:pathLst>
                <a:path w="559" h="262" extrusionOk="0">
                  <a:moveTo>
                    <a:pt x="531" y="0"/>
                  </a:moveTo>
                  <a:cubicBezTo>
                    <a:pt x="511" y="0"/>
                    <a:pt x="497" y="13"/>
                    <a:pt x="474" y="27"/>
                  </a:cubicBezTo>
                  <a:lnTo>
                    <a:pt x="457" y="43"/>
                  </a:lnTo>
                  <a:lnTo>
                    <a:pt x="490" y="43"/>
                  </a:lnTo>
                  <a:cubicBezTo>
                    <a:pt x="506" y="27"/>
                    <a:pt x="538" y="7"/>
                    <a:pt x="558" y="7"/>
                  </a:cubicBezTo>
                  <a:cubicBezTo>
                    <a:pt x="548" y="2"/>
                    <a:pt x="539" y="0"/>
                    <a:pt x="531" y="0"/>
                  </a:cubicBezTo>
                  <a:close/>
                  <a:moveTo>
                    <a:pt x="457" y="43"/>
                  </a:moveTo>
                  <a:cubicBezTo>
                    <a:pt x="373" y="76"/>
                    <a:pt x="304" y="108"/>
                    <a:pt x="235" y="144"/>
                  </a:cubicBezTo>
                  <a:cubicBezTo>
                    <a:pt x="187" y="160"/>
                    <a:pt x="134" y="193"/>
                    <a:pt x="86" y="209"/>
                  </a:cubicBezTo>
                  <a:cubicBezTo>
                    <a:pt x="70" y="209"/>
                    <a:pt x="70" y="209"/>
                    <a:pt x="53" y="229"/>
                  </a:cubicBezTo>
                  <a:cubicBezTo>
                    <a:pt x="33" y="229"/>
                    <a:pt x="17" y="245"/>
                    <a:pt x="1" y="245"/>
                  </a:cubicBezTo>
                  <a:lnTo>
                    <a:pt x="1" y="261"/>
                  </a:lnTo>
                  <a:cubicBezTo>
                    <a:pt x="17" y="261"/>
                    <a:pt x="53" y="245"/>
                    <a:pt x="70" y="229"/>
                  </a:cubicBezTo>
                  <a:lnTo>
                    <a:pt x="86" y="229"/>
                  </a:lnTo>
                  <a:cubicBezTo>
                    <a:pt x="134" y="193"/>
                    <a:pt x="187" y="177"/>
                    <a:pt x="235" y="160"/>
                  </a:cubicBezTo>
                  <a:cubicBezTo>
                    <a:pt x="304" y="128"/>
                    <a:pt x="389" y="76"/>
                    <a:pt x="457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>
              <a:extLst>
                <a:ext uri="{FF2B5EF4-FFF2-40B4-BE49-F238E27FC236}">
                  <a16:creationId xmlns:a16="http://schemas.microsoft.com/office/drawing/2014/main" id="{010694C6-C6E3-FD1E-49FA-88826488C378}"/>
                </a:ext>
              </a:extLst>
            </p:cNvPr>
            <p:cNvSpPr/>
            <p:nvPr/>
          </p:nvSpPr>
          <p:spPr>
            <a:xfrm>
              <a:off x="1782614" y="954112"/>
              <a:ext cx="25427" cy="10131"/>
            </a:xfrm>
            <a:custGeom>
              <a:avLst/>
              <a:gdLst/>
              <a:ahLst/>
              <a:cxnLst/>
              <a:rect l="l" t="t" r="r" b="b"/>
              <a:pathLst>
                <a:path w="256" h="102" extrusionOk="0">
                  <a:moveTo>
                    <a:pt x="255" y="1"/>
                  </a:moveTo>
                  <a:cubicBezTo>
                    <a:pt x="219" y="1"/>
                    <a:pt x="203" y="1"/>
                    <a:pt x="187" y="17"/>
                  </a:cubicBezTo>
                  <a:cubicBezTo>
                    <a:pt x="187" y="17"/>
                    <a:pt x="171" y="17"/>
                    <a:pt x="171" y="37"/>
                  </a:cubicBezTo>
                  <a:lnTo>
                    <a:pt x="187" y="37"/>
                  </a:lnTo>
                  <a:cubicBezTo>
                    <a:pt x="210" y="23"/>
                    <a:pt x="225" y="10"/>
                    <a:pt x="239" y="10"/>
                  </a:cubicBezTo>
                  <a:cubicBezTo>
                    <a:pt x="244" y="10"/>
                    <a:pt x="250" y="12"/>
                    <a:pt x="255" y="17"/>
                  </a:cubicBezTo>
                  <a:lnTo>
                    <a:pt x="255" y="1"/>
                  </a:lnTo>
                  <a:close/>
                  <a:moveTo>
                    <a:pt x="171" y="37"/>
                  </a:moveTo>
                  <a:cubicBezTo>
                    <a:pt x="134" y="37"/>
                    <a:pt x="118" y="53"/>
                    <a:pt x="102" y="53"/>
                  </a:cubicBezTo>
                  <a:cubicBezTo>
                    <a:pt x="70" y="69"/>
                    <a:pt x="33" y="86"/>
                    <a:pt x="1" y="86"/>
                  </a:cubicBezTo>
                  <a:lnTo>
                    <a:pt x="1" y="102"/>
                  </a:lnTo>
                  <a:lnTo>
                    <a:pt x="17" y="102"/>
                  </a:lnTo>
                  <a:cubicBezTo>
                    <a:pt x="33" y="102"/>
                    <a:pt x="70" y="86"/>
                    <a:pt x="102" y="69"/>
                  </a:cubicBezTo>
                  <a:cubicBezTo>
                    <a:pt x="118" y="53"/>
                    <a:pt x="134" y="53"/>
                    <a:pt x="171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>
              <a:extLst>
                <a:ext uri="{FF2B5EF4-FFF2-40B4-BE49-F238E27FC236}">
                  <a16:creationId xmlns:a16="http://schemas.microsoft.com/office/drawing/2014/main" id="{6B1CB0E8-0E75-F9D6-0DD0-438E4276EDB1}"/>
                </a:ext>
              </a:extLst>
            </p:cNvPr>
            <p:cNvSpPr/>
            <p:nvPr/>
          </p:nvSpPr>
          <p:spPr>
            <a:xfrm>
              <a:off x="1752518" y="223477"/>
              <a:ext cx="187526" cy="145710"/>
            </a:xfrm>
            <a:custGeom>
              <a:avLst/>
              <a:gdLst/>
              <a:ahLst/>
              <a:cxnLst/>
              <a:rect l="l" t="t" r="r" b="b"/>
              <a:pathLst>
                <a:path w="1888" h="1467" extrusionOk="0">
                  <a:moveTo>
                    <a:pt x="1" y="1435"/>
                  </a:moveTo>
                  <a:lnTo>
                    <a:pt x="1" y="1451"/>
                  </a:lnTo>
                  <a:lnTo>
                    <a:pt x="70" y="1467"/>
                  </a:lnTo>
                  <a:lnTo>
                    <a:pt x="70" y="1467"/>
                  </a:lnTo>
                  <a:lnTo>
                    <a:pt x="1" y="1435"/>
                  </a:lnTo>
                  <a:close/>
                  <a:moveTo>
                    <a:pt x="1887" y="0"/>
                  </a:moveTo>
                  <a:cubicBezTo>
                    <a:pt x="1835" y="0"/>
                    <a:pt x="1819" y="37"/>
                    <a:pt x="1786" y="53"/>
                  </a:cubicBezTo>
                  <a:lnTo>
                    <a:pt x="1750" y="85"/>
                  </a:lnTo>
                  <a:cubicBezTo>
                    <a:pt x="1548" y="255"/>
                    <a:pt x="1330" y="441"/>
                    <a:pt x="1112" y="606"/>
                  </a:cubicBezTo>
                  <a:lnTo>
                    <a:pt x="1096" y="627"/>
                  </a:lnTo>
                  <a:cubicBezTo>
                    <a:pt x="1027" y="675"/>
                    <a:pt x="979" y="728"/>
                    <a:pt x="926" y="760"/>
                  </a:cubicBezTo>
                  <a:cubicBezTo>
                    <a:pt x="878" y="808"/>
                    <a:pt x="825" y="845"/>
                    <a:pt x="777" y="877"/>
                  </a:cubicBezTo>
                  <a:cubicBezTo>
                    <a:pt x="724" y="930"/>
                    <a:pt x="676" y="962"/>
                    <a:pt x="623" y="994"/>
                  </a:cubicBezTo>
                  <a:cubicBezTo>
                    <a:pt x="591" y="1047"/>
                    <a:pt x="538" y="1079"/>
                    <a:pt x="490" y="1111"/>
                  </a:cubicBezTo>
                  <a:cubicBezTo>
                    <a:pt x="389" y="1196"/>
                    <a:pt x="288" y="1281"/>
                    <a:pt x="187" y="1366"/>
                  </a:cubicBezTo>
                  <a:cubicBezTo>
                    <a:pt x="154" y="1398"/>
                    <a:pt x="118" y="1435"/>
                    <a:pt x="70" y="1467"/>
                  </a:cubicBezTo>
                  <a:lnTo>
                    <a:pt x="86" y="1467"/>
                  </a:lnTo>
                  <a:cubicBezTo>
                    <a:pt x="118" y="1435"/>
                    <a:pt x="154" y="1398"/>
                    <a:pt x="203" y="1366"/>
                  </a:cubicBezTo>
                  <a:cubicBezTo>
                    <a:pt x="304" y="1297"/>
                    <a:pt x="389" y="1212"/>
                    <a:pt x="490" y="1132"/>
                  </a:cubicBezTo>
                  <a:cubicBezTo>
                    <a:pt x="538" y="1095"/>
                    <a:pt x="591" y="1047"/>
                    <a:pt x="639" y="1010"/>
                  </a:cubicBezTo>
                  <a:cubicBezTo>
                    <a:pt x="692" y="978"/>
                    <a:pt x="740" y="930"/>
                    <a:pt x="793" y="893"/>
                  </a:cubicBezTo>
                  <a:cubicBezTo>
                    <a:pt x="825" y="861"/>
                    <a:pt x="878" y="808"/>
                    <a:pt x="926" y="776"/>
                  </a:cubicBezTo>
                  <a:cubicBezTo>
                    <a:pt x="979" y="728"/>
                    <a:pt x="1043" y="675"/>
                    <a:pt x="1096" y="643"/>
                  </a:cubicBezTo>
                  <a:lnTo>
                    <a:pt x="1128" y="606"/>
                  </a:lnTo>
                  <a:cubicBezTo>
                    <a:pt x="1330" y="441"/>
                    <a:pt x="1548" y="271"/>
                    <a:pt x="1770" y="101"/>
                  </a:cubicBezTo>
                  <a:cubicBezTo>
                    <a:pt x="1770" y="85"/>
                    <a:pt x="1786" y="69"/>
                    <a:pt x="1786" y="69"/>
                  </a:cubicBezTo>
                  <a:cubicBezTo>
                    <a:pt x="1819" y="37"/>
                    <a:pt x="1851" y="21"/>
                    <a:pt x="1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>
              <a:extLst>
                <a:ext uri="{FF2B5EF4-FFF2-40B4-BE49-F238E27FC236}">
                  <a16:creationId xmlns:a16="http://schemas.microsoft.com/office/drawing/2014/main" id="{AEB51A05-7F6D-9127-34C9-120D965182B0}"/>
                </a:ext>
              </a:extLst>
            </p:cNvPr>
            <p:cNvSpPr/>
            <p:nvPr/>
          </p:nvSpPr>
          <p:spPr>
            <a:xfrm>
              <a:off x="2506494" y="673221"/>
              <a:ext cx="21752" cy="6953"/>
            </a:xfrm>
            <a:custGeom>
              <a:avLst/>
              <a:gdLst/>
              <a:ahLst/>
              <a:cxnLst/>
              <a:rect l="l" t="t" r="r" b="b"/>
              <a:pathLst>
                <a:path w="219" h="70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lnTo>
                    <a:pt x="37" y="1"/>
                  </a:lnTo>
                  <a:close/>
                  <a:moveTo>
                    <a:pt x="53" y="17"/>
                  </a:moveTo>
                  <a:cubicBezTo>
                    <a:pt x="69" y="37"/>
                    <a:pt x="101" y="37"/>
                    <a:pt x="118" y="53"/>
                  </a:cubicBezTo>
                  <a:cubicBezTo>
                    <a:pt x="154" y="53"/>
                    <a:pt x="186" y="70"/>
                    <a:pt x="202" y="70"/>
                  </a:cubicBezTo>
                  <a:lnTo>
                    <a:pt x="219" y="70"/>
                  </a:lnTo>
                  <a:lnTo>
                    <a:pt x="219" y="53"/>
                  </a:lnTo>
                  <a:cubicBezTo>
                    <a:pt x="186" y="53"/>
                    <a:pt x="154" y="53"/>
                    <a:pt x="118" y="37"/>
                  </a:cubicBezTo>
                  <a:cubicBezTo>
                    <a:pt x="101" y="17"/>
                    <a:pt x="85" y="17"/>
                    <a:pt x="5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9">
              <a:extLst>
                <a:ext uri="{FF2B5EF4-FFF2-40B4-BE49-F238E27FC236}">
                  <a16:creationId xmlns:a16="http://schemas.microsoft.com/office/drawing/2014/main" id="{BBBB25C9-43A2-2C83-7DA5-EEB2B8C89DC9}"/>
                </a:ext>
              </a:extLst>
            </p:cNvPr>
            <p:cNvSpPr/>
            <p:nvPr/>
          </p:nvSpPr>
          <p:spPr>
            <a:xfrm>
              <a:off x="1667496" y="818931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39" y="0"/>
                  </a:moveTo>
                  <a:cubicBezTo>
                    <a:pt x="606" y="17"/>
                    <a:pt x="570" y="33"/>
                    <a:pt x="554" y="49"/>
                  </a:cubicBezTo>
                  <a:cubicBezTo>
                    <a:pt x="538" y="65"/>
                    <a:pt x="522" y="65"/>
                    <a:pt x="505" y="65"/>
                  </a:cubicBezTo>
                  <a:cubicBezTo>
                    <a:pt x="404" y="134"/>
                    <a:pt x="283" y="202"/>
                    <a:pt x="182" y="267"/>
                  </a:cubicBezTo>
                  <a:cubicBezTo>
                    <a:pt x="303" y="219"/>
                    <a:pt x="404" y="150"/>
                    <a:pt x="522" y="85"/>
                  </a:cubicBezTo>
                  <a:cubicBezTo>
                    <a:pt x="538" y="85"/>
                    <a:pt x="538" y="65"/>
                    <a:pt x="554" y="65"/>
                  </a:cubicBezTo>
                  <a:cubicBezTo>
                    <a:pt x="586" y="49"/>
                    <a:pt x="606" y="33"/>
                    <a:pt x="655" y="17"/>
                  </a:cubicBezTo>
                  <a:lnTo>
                    <a:pt x="639" y="0"/>
                  </a:lnTo>
                  <a:close/>
                  <a:moveTo>
                    <a:pt x="182" y="267"/>
                  </a:moveTo>
                  <a:lnTo>
                    <a:pt x="118" y="303"/>
                  </a:lnTo>
                  <a:cubicBezTo>
                    <a:pt x="102" y="320"/>
                    <a:pt x="65" y="336"/>
                    <a:pt x="33" y="352"/>
                  </a:cubicBezTo>
                  <a:cubicBezTo>
                    <a:pt x="17" y="352"/>
                    <a:pt x="17" y="368"/>
                    <a:pt x="1" y="368"/>
                  </a:cubicBezTo>
                  <a:lnTo>
                    <a:pt x="1" y="388"/>
                  </a:lnTo>
                  <a:cubicBezTo>
                    <a:pt x="17" y="368"/>
                    <a:pt x="33" y="368"/>
                    <a:pt x="49" y="352"/>
                  </a:cubicBezTo>
                  <a:cubicBezTo>
                    <a:pt x="65" y="336"/>
                    <a:pt x="102" y="320"/>
                    <a:pt x="134" y="320"/>
                  </a:cubicBezTo>
                  <a:lnTo>
                    <a:pt x="182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9">
              <a:extLst>
                <a:ext uri="{FF2B5EF4-FFF2-40B4-BE49-F238E27FC236}">
                  <a16:creationId xmlns:a16="http://schemas.microsoft.com/office/drawing/2014/main" id="{035AA075-5638-27CB-1C8A-1498C5102EA1}"/>
                </a:ext>
              </a:extLst>
            </p:cNvPr>
            <p:cNvSpPr/>
            <p:nvPr/>
          </p:nvSpPr>
          <p:spPr>
            <a:xfrm>
              <a:off x="1752518" y="599820"/>
              <a:ext cx="6953" cy="232421"/>
            </a:xfrm>
            <a:custGeom>
              <a:avLst/>
              <a:gdLst/>
              <a:ahLst/>
              <a:cxnLst/>
              <a:rect l="l" t="t" r="r" b="b"/>
              <a:pathLst>
                <a:path w="70" h="2340" extrusionOk="0">
                  <a:moveTo>
                    <a:pt x="33" y="1"/>
                  </a:moveTo>
                  <a:lnTo>
                    <a:pt x="33" y="17"/>
                  </a:lnTo>
                  <a:cubicBezTo>
                    <a:pt x="53" y="17"/>
                    <a:pt x="53" y="33"/>
                    <a:pt x="53" y="49"/>
                  </a:cubicBezTo>
                  <a:cubicBezTo>
                    <a:pt x="70" y="17"/>
                    <a:pt x="53" y="1"/>
                    <a:pt x="33" y="1"/>
                  </a:cubicBezTo>
                  <a:close/>
                  <a:moveTo>
                    <a:pt x="53" y="49"/>
                  </a:moveTo>
                  <a:cubicBezTo>
                    <a:pt x="33" y="69"/>
                    <a:pt x="33" y="86"/>
                    <a:pt x="33" y="102"/>
                  </a:cubicBezTo>
                  <a:lnTo>
                    <a:pt x="33" y="170"/>
                  </a:lnTo>
                  <a:lnTo>
                    <a:pt x="33" y="389"/>
                  </a:lnTo>
                  <a:lnTo>
                    <a:pt x="33" y="776"/>
                  </a:lnTo>
                  <a:lnTo>
                    <a:pt x="33" y="910"/>
                  </a:lnTo>
                  <a:cubicBezTo>
                    <a:pt x="33" y="877"/>
                    <a:pt x="53" y="825"/>
                    <a:pt x="53" y="776"/>
                  </a:cubicBezTo>
                  <a:lnTo>
                    <a:pt x="53" y="389"/>
                  </a:lnTo>
                  <a:lnTo>
                    <a:pt x="53" y="170"/>
                  </a:lnTo>
                  <a:lnTo>
                    <a:pt x="53" y="102"/>
                  </a:lnTo>
                  <a:lnTo>
                    <a:pt x="53" y="49"/>
                  </a:lnTo>
                  <a:close/>
                  <a:moveTo>
                    <a:pt x="33" y="910"/>
                  </a:moveTo>
                  <a:cubicBezTo>
                    <a:pt x="17" y="958"/>
                    <a:pt x="17" y="1027"/>
                    <a:pt x="17" y="1079"/>
                  </a:cubicBezTo>
                  <a:lnTo>
                    <a:pt x="17" y="1112"/>
                  </a:lnTo>
                  <a:cubicBezTo>
                    <a:pt x="33" y="1196"/>
                    <a:pt x="33" y="1281"/>
                    <a:pt x="17" y="1362"/>
                  </a:cubicBezTo>
                  <a:lnTo>
                    <a:pt x="17" y="1548"/>
                  </a:lnTo>
                  <a:lnTo>
                    <a:pt x="17" y="1649"/>
                  </a:lnTo>
                  <a:lnTo>
                    <a:pt x="17" y="1750"/>
                  </a:lnTo>
                  <a:lnTo>
                    <a:pt x="17" y="2190"/>
                  </a:lnTo>
                  <a:cubicBezTo>
                    <a:pt x="17" y="2053"/>
                    <a:pt x="17" y="1903"/>
                    <a:pt x="33" y="1750"/>
                  </a:cubicBezTo>
                  <a:lnTo>
                    <a:pt x="33" y="1649"/>
                  </a:lnTo>
                  <a:lnTo>
                    <a:pt x="33" y="1548"/>
                  </a:lnTo>
                  <a:lnTo>
                    <a:pt x="33" y="1362"/>
                  </a:lnTo>
                  <a:lnTo>
                    <a:pt x="33" y="1112"/>
                  </a:lnTo>
                  <a:lnTo>
                    <a:pt x="33" y="1079"/>
                  </a:lnTo>
                  <a:lnTo>
                    <a:pt x="33" y="910"/>
                  </a:lnTo>
                  <a:close/>
                  <a:moveTo>
                    <a:pt x="17" y="2190"/>
                  </a:moveTo>
                  <a:cubicBezTo>
                    <a:pt x="17" y="2223"/>
                    <a:pt x="17" y="2255"/>
                    <a:pt x="1" y="2271"/>
                  </a:cubicBezTo>
                  <a:lnTo>
                    <a:pt x="1" y="2291"/>
                  </a:lnTo>
                  <a:cubicBezTo>
                    <a:pt x="1" y="2307"/>
                    <a:pt x="17" y="2324"/>
                    <a:pt x="17" y="2340"/>
                  </a:cubicBezTo>
                  <a:lnTo>
                    <a:pt x="33" y="2340"/>
                  </a:lnTo>
                  <a:lnTo>
                    <a:pt x="33" y="2324"/>
                  </a:lnTo>
                  <a:cubicBezTo>
                    <a:pt x="17" y="2324"/>
                    <a:pt x="17" y="2307"/>
                    <a:pt x="17" y="2291"/>
                  </a:cubicBezTo>
                  <a:lnTo>
                    <a:pt x="17" y="2271"/>
                  </a:lnTo>
                  <a:lnTo>
                    <a:pt x="17" y="21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9">
              <a:extLst>
                <a:ext uri="{FF2B5EF4-FFF2-40B4-BE49-F238E27FC236}">
                  <a16:creationId xmlns:a16="http://schemas.microsoft.com/office/drawing/2014/main" id="{A678184E-E416-0CB1-D803-857B3BF9912D}"/>
                </a:ext>
              </a:extLst>
            </p:cNvPr>
            <p:cNvSpPr/>
            <p:nvPr/>
          </p:nvSpPr>
          <p:spPr>
            <a:xfrm>
              <a:off x="1667496" y="80045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cubicBezTo>
                    <a:pt x="485" y="85"/>
                    <a:pt x="384" y="134"/>
                    <a:pt x="283" y="203"/>
                  </a:cubicBezTo>
                  <a:cubicBezTo>
                    <a:pt x="219" y="235"/>
                    <a:pt x="150" y="271"/>
                    <a:pt x="81" y="320"/>
                  </a:cubicBezTo>
                  <a:cubicBezTo>
                    <a:pt x="65" y="320"/>
                    <a:pt x="49" y="336"/>
                    <a:pt x="33" y="352"/>
                  </a:cubicBezTo>
                  <a:cubicBezTo>
                    <a:pt x="49" y="352"/>
                    <a:pt x="81" y="336"/>
                    <a:pt x="102" y="320"/>
                  </a:cubicBezTo>
                  <a:cubicBezTo>
                    <a:pt x="150" y="287"/>
                    <a:pt x="219" y="251"/>
                    <a:pt x="283" y="219"/>
                  </a:cubicBezTo>
                  <a:cubicBezTo>
                    <a:pt x="384" y="150"/>
                    <a:pt x="505" y="85"/>
                    <a:pt x="606" y="33"/>
                  </a:cubicBezTo>
                  <a:cubicBezTo>
                    <a:pt x="623" y="17"/>
                    <a:pt x="639" y="17"/>
                    <a:pt x="655" y="17"/>
                  </a:cubicBezTo>
                  <a:lnTo>
                    <a:pt x="655" y="1"/>
                  </a:lnTo>
                  <a:close/>
                  <a:moveTo>
                    <a:pt x="33" y="352"/>
                  </a:moveTo>
                  <a:cubicBezTo>
                    <a:pt x="17" y="352"/>
                    <a:pt x="17" y="352"/>
                    <a:pt x="1" y="372"/>
                  </a:cubicBezTo>
                  <a:lnTo>
                    <a:pt x="17" y="372"/>
                  </a:lnTo>
                  <a:cubicBezTo>
                    <a:pt x="17" y="372"/>
                    <a:pt x="33" y="372"/>
                    <a:pt x="33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9">
              <a:extLst>
                <a:ext uri="{FF2B5EF4-FFF2-40B4-BE49-F238E27FC236}">
                  <a16:creationId xmlns:a16="http://schemas.microsoft.com/office/drawing/2014/main" id="{4598BEDB-2466-3AE5-22FF-C6D8F1B522A5}"/>
                </a:ext>
              </a:extLst>
            </p:cNvPr>
            <p:cNvSpPr/>
            <p:nvPr/>
          </p:nvSpPr>
          <p:spPr>
            <a:xfrm>
              <a:off x="1704048" y="737087"/>
              <a:ext cx="23739" cy="14899"/>
            </a:xfrm>
            <a:custGeom>
              <a:avLst/>
              <a:gdLst/>
              <a:ahLst/>
              <a:cxnLst/>
              <a:rect l="l" t="t" r="r" b="b"/>
              <a:pathLst>
                <a:path w="239" h="150" extrusionOk="0">
                  <a:moveTo>
                    <a:pt x="218" y="0"/>
                  </a:moveTo>
                  <a:lnTo>
                    <a:pt x="0" y="134"/>
                  </a:lnTo>
                  <a:lnTo>
                    <a:pt x="0" y="150"/>
                  </a:lnTo>
                  <a:lnTo>
                    <a:pt x="16" y="150"/>
                  </a:lnTo>
                  <a:lnTo>
                    <a:pt x="238" y="16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9">
              <a:extLst>
                <a:ext uri="{FF2B5EF4-FFF2-40B4-BE49-F238E27FC236}">
                  <a16:creationId xmlns:a16="http://schemas.microsoft.com/office/drawing/2014/main" id="{8D5FC7C1-DDDE-402C-CED3-781C86AF7502}"/>
                </a:ext>
              </a:extLst>
            </p:cNvPr>
            <p:cNvSpPr/>
            <p:nvPr/>
          </p:nvSpPr>
          <p:spPr>
            <a:xfrm>
              <a:off x="2213982" y="942491"/>
              <a:ext cx="98828" cy="28606"/>
            </a:xfrm>
            <a:custGeom>
              <a:avLst/>
              <a:gdLst/>
              <a:ahLst/>
              <a:cxnLst/>
              <a:rect l="l" t="t" r="r" b="b"/>
              <a:pathLst>
                <a:path w="995" h="288" extrusionOk="0">
                  <a:moveTo>
                    <a:pt x="1" y="1"/>
                  </a:moveTo>
                  <a:cubicBezTo>
                    <a:pt x="33" y="17"/>
                    <a:pt x="53" y="17"/>
                    <a:pt x="85" y="33"/>
                  </a:cubicBezTo>
                  <a:cubicBezTo>
                    <a:pt x="102" y="33"/>
                    <a:pt x="134" y="33"/>
                    <a:pt x="170" y="53"/>
                  </a:cubicBezTo>
                  <a:cubicBezTo>
                    <a:pt x="203" y="69"/>
                    <a:pt x="255" y="69"/>
                    <a:pt x="304" y="85"/>
                  </a:cubicBezTo>
                  <a:cubicBezTo>
                    <a:pt x="320" y="85"/>
                    <a:pt x="336" y="102"/>
                    <a:pt x="356" y="102"/>
                  </a:cubicBezTo>
                  <a:cubicBezTo>
                    <a:pt x="388" y="102"/>
                    <a:pt x="405" y="118"/>
                    <a:pt x="437" y="118"/>
                  </a:cubicBezTo>
                  <a:cubicBezTo>
                    <a:pt x="405" y="102"/>
                    <a:pt x="388" y="102"/>
                    <a:pt x="356" y="85"/>
                  </a:cubicBezTo>
                  <a:cubicBezTo>
                    <a:pt x="336" y="85"/>
                    <a:pt x="320" y="85"/>
                    <a:pt x="304" y="69"/>
                  </a:cubicBezTo>
                  <a:cubicBezTo>
                    <a:pt x="255" y="69"/>
                    <a:pt x="219" y="53"/>
                    <a:pt x="170" y="33"/>
                  </a:cubicBezTo>
                  <a:cubicBezTo>
                    <a:pt x="134" y="33"/>
                    <a:pt x="118" y="17"/>
                    <a:pt x="85" y="17"/>
                  </a:cubicBezTo>
                  <a:cubicBezTo>
                    <a:pt x="69" y="1"/>
                    <a:pt x="33" y="1"/>
                    <a:pt x="1" y="1"/>
                  </a:cubicBezTo>
                  <a:close/>
                  <a:moveTo>
                    <a:pt x="437" y="118"/>
                  </a:moveTo>
                  <a:cubicBezTo>
                    <a:pt x="489" y="134"/>
                    <a:pt x="558" y="154"/>
                    <a:pt x="607" y="170"/>
                  </a:cubicBezTo>
                  <a:cubicBezTo>
                    <a:pt x="639" y="186"/>
                    <a:pt x="691" y="203"/>
                    <a:pt x="724" y="203"/>
                  </a:cubicBezTo>
                  <a:cubicBezTo>
                    <a:pt x="691" y="186"/>
                    <a:pt x="639" y="170"/>
                    <a:pt x="607" y="154"/>
                  </a:cubicBezTo>
                  <a:cubicBezTo>
                    <a:pt x="558" y="134"/>
                    <a:pt x="489" y="118"/>
                    <a:pt x="437" y="118"/>
                  </a:cubicBezTo>
                  <a:close/>
                  <a:moveTo>
                    <a:pt x="724" y="203"/>
                  </a:moveTo>
                  <a:cubicBezTo>
                    <a:pt x="776" y="219"/>
                    <a:pt x="825" y="235"/>
                    <a:pt x="877" y="255"/>
                  </a:cubicBezTo>
                  <a:cubicBezTo>
                    <a:pt x="909" y="271"/>
                    <a:pt x="942" y="271"/>
                    <a:pt x="994" y="287"/>
                  </a:cubicBezTo>
                  <a:lnTo>
                    <a:pt x="994" y="271"/>
                  </a:lnTo>
                  <a:cubicBezTo>
                    <a:pt x="942" y="271"/>
                    <a:pt x="909" y="255"/>
                    <a:pt x="877" y="235"/>
                  </a:cubicBezTo>
                  <a:cubicBezTo>
                    <a:pt x="825" y="219"/>
                    <a:pt x="776" y="203"/>
                    <a:pt x="724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>
              <a:extLst>
                <a:ext uri="{FF2B5EF4-FFF2-40B4-BE49-F238E27FC236}">
                  <a16:creationId xmlns:a16="http://schemas.microsoft.com/office/drawing/2014/main" id="{7D32D238-8C58-D96C-AA9F-6C788535144D}"/>
                </a:ext>
              </a:extLst>
            </p:cNvPr>
            <p:cNvSpPr/>
            <p:nvPr/>
          </p:nvSpPr>
          <p:spPr>
            <a:xfrm>
              <a:off x="2703853" y="574591"/>
              <a:ext cx="25030" cy="10131"/>
            </a:xfrm>
            <a:custGeom>
              <a:avLst/>
              <a:gdLst/>
              <a:ahLst/>
              <a:cxnLst/>
              <a:rect l="l" t="t" r="r" b="b"/>
              <a:pathLst>
                <a:path w="252" h="102" extrusionOk="0">
                  <a:moveTo>
                    <a:pt x="1" y="0"/>
                  </a:moveTo>
                  <a:lnTo>
                    <a:pt x="1" y="20"/>
                  </a:lnTo>
                  <a:lnTo>
                    <a:pt x="235" y="101"/>
                  </a:lnTo>
                  <a:lnTo>
                    <a:pt x="251" y="101"/>
                  </a:lnTo>
                  <a:lnTo>
                    <a:pt x="251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>
              <a:extLst>
                <a:ext uri="{FF2B5EF4-FFF2-40B4-BE49-F238E27FC236}">
                  <a16:creationId xmlns:a16="http://schemas.microsoft.com/office/drawing/2014/main" id="{8EED17F8-5520-A29E-3D68-FCBA06785230}"/>
                </a:ext>
              </a:extLst>
            </p:cNvPr>
            <p:cNvSpPr/>
            <p:nvPr/>
          </p:nvSpPr>
          <p:spPr>
            <a:xfrm>
              <a:off x="2595192" y="842173"/>
              <a:ext cx="128825" cy="38637"/>
            </a:xfrm>
            <a:custGeom>
              <a:avLst/>
              <a:gdLst/>
              <a:ahLst/>
              <a:cxnLst/>
              <a:rect l="l" t="t" r="r" b="b"/>
              <a:pathLst>
                <a:path w="1297" h="389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cubicBezTo>
                    <a:pt x="134" y="53"/>
                    <a:pt x="235" y="86"/>
                    <a:pt x="319" y="102"/>
                  </a:cubicBezTo>
                  <a:cubicBezTo>
                    <a:pt x="404" y="134"/>
                    <a:pt x="473" y="154"/>
                    <a:pt x="538" y="170"/>
                  </a:cubicBezTo>
                  <a:cubicBezTo>
                    <a:pt x="558" y="170"/>
                    <a:pt x="574" y="187"/>
                    <a:pt x="590" y="187"/>
                  </a:cubicBezTo>
                  <a:cubicBezTo>
                    <a:pt x="606" y="187"/>
                    <a:pt x="639" y="203"/>
                    <a:pt x="675" y="203"/>
                  </a:cubicBezTo>
                  <a:cubicBezTo>
                    <a:pt x="639" y="187"/>
                    <a:pt x="622" y="187"/>
                    <a:pt x="590" y="170"/>
                  </a:cubicBezTo>
                  <a:cubicBezTo>
                    <a:pt x="574" y="170"/>
                    <a:pt x="558" y="170"/>
                    <a:pt x="538" y="154"/>
                  </a:cubicBezTo>
                  <a:cubicBezTo>
                    <a:pt x="473" y="134"/>
                    <a:pt x="404" y="118"/>
                    <a:pt x="336" y="102"/>
                  </a:cubicBezTo>
                  <a:cubicBezTo>
                    <a:pt x="235" y="69"/>
                    <a:pt x="154" y="33"/>
                    <a:pt x="53" y="1"/>
                  </a:cubicBezTo>
                  <a:close/>
                  <a:moveTo>
                    <a:pt x="675" y="203"/>
                  </a:moveTo>
                  <a:cubicBezTo>
                    <a:pt x="691" y="219"/>
                    <a:pt x="707" y="219"/>
                    <a:pt x="723" y="219"/>
                  </a:cubicBezTo>
                  <a:cubicBezTo>
                    <a:pt x="739" y="235"/>
                    <a:pt x="776" y="235"/>
                    <a:pt x="808" y="255"/>
                  </a:cubicBezTo>
                  <a:cubicBezTo>
                    <a:pt x="840" y="271"/>
                    <a:pt x="877" y="271"/>
                    <a:pt x="909" y="287"/>
                  </a:cubicBezTo>
                  <a:cubicBezTo>
                    <a:pt x="994" y="304"/>
                    <a:pt x="1079" y="336"/>
                    <a:pt x="1164" y="356"/>
                  </a:cubicBezTo>
                  <a:cubicBezTo>
                    <a:pt x="1180" y="372"/>
                    <a:pt x="1196" y="372"/>
                    <a:pt x="1196" y="372"/>
                  </a:cubicBezTo>
                  <a:cubicBezTo>
                    <a:pt x="1228" y="388"/>
                    <a:pt x="1244" y="388"/>
                    <a:pt x="1281" y="388"/>
                  </a:cubicBezTo>
                  <a:lnTo>
                    <a:pt x="1297" y="388"/>
                  </a:lnTo>
                  <a:lnTo>
                    <a:pt x="1297" y="372"/>
                  </a:lnTo>
                  <a:cubicBezTo>
                    <a:pt x="1288" y="377"/>
                    <a:pt x="1278" y="379"/>
                    <a:pt x="1268" y="379"/>
                  </a:cubicBezTo>
                  <a:cubicBezTo>
                    <a:pt x="1245" y="379"/>
                    <a:pt x="1224" y="368"/>
                    <a:pt x="1212" y="356"/>
                  </a:cubicBezTo>
                  <a:lnTo>
                    <a:pt x="1180" y="356"/>
                  </a:lnTo>
                  <a:cubicBezTo>
                    <a:pt x="1095" y="320"/>
                    <a:pt x="994" y="304"/>
                    <a:pt x="909" y="271"/>
                  </a:cubicBezTo>
                  <a:cubicBezTo>
                    <a:pt x="877" y="271"/>
                    <a:pt x="840" y="255"/>
                    <a:pt x="808" y="235"/>
                  </a:cubicBezTo>
                  <a:cubicBezTo>
                    <a:pt x="776" y="219"/>
                    <a:pt x="760" y="219"/>
                    <a:pt x="723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>
              <a:extLst>
                <a:ext uri="{FF2B5EF4-FFF2-40B4-BE49-F238E27FC236}">
                  <a16:creationId xmlns:a16="http://schemas.microsoft.com/office/drawing/2014/main" id="{B0A43350-94DE-0370-A58D-F0FAED322255}"/>
                </a:ext>
              </a:extLst>
            </p:cNvPr>
            <p:cNvSpPr/>
            <p:nvPr/>
          </p:nvSpPr>
          <p:spPr>
            <a:xfrm>
              <a:off x="1755796" y="558103"/>
              <a:ext cx="189015" cy="126937"/>
            </a:xfrm>
            <a:custGeom>
              <a:avLst/>
              <a:gdLst/>
              <a:ahLst/>
              <a:cxnLst/>
              <a:rect l="l" t="t" r="r" b="b"/>
              <a:pathLst>
                <a:path w="1903" h="1278" extrusionOk="0">
                  <a:moveTo>
                    <a:pt x="1903" y="1"/>
                  </a:moveTo>
                  <a:cubicBezTo>
                    <a:pt x="1871" y="1"/>
                    <a:pt x="1838" y="17"/>
                    <a:pt x="1818" y="33"/>
                  </a:cubicBezTo>
                  <a:cubicBezTo>
                    <a:pt x="1753" y="85"/>
                    <a:pt x="1669" y="134"/>
                    <a:pt x="1600" y="186"/>
                  </a:cubicBezTo>
                  <a:cubicBezTo>
                    <a:pt x="1483" y="267"/>
                    <a:pt x="1366" y="352"/>
                    <a:pt x="1232" y="437"/>
                  </a:cubicBezTo>
                  <a:cubicBezTo>
                    <a:pt x="1131" y="522"/>
                    <a:pt x="1010" y="590"/>
                    <a:pt x="893" y="671"/>
                  </a:cubicBezTo>
                  <a:cubicBezTo>
                    <a:pt x="828" y="724"/>
                    <a:pt x="744" y="772"/>
                    <a:pt x="675" y="825"/>
                  </a:cubicBezTo>
                  <a:cubicBezTo>
                    <a:pt x="525" y="926"/>
                    <a:pt x="356" y="1043"/>
                    <a:pt x="202" y="1144"/>
                  </a:cubicBezTo>
                  <a:lnTo>
                    <a:pt x="69" y="1229"/>
                  </a:lnTo>
                  <a:cubicBezTo>
                    <a:pt x="53" y="1245"/>
                    <a:pt x="37" y="1261"/>
                    <a:pt x="20" y="1261"/>
                  </a:cubicBezTo>
                  <a:lnTo>
                    <a:pt x="0" y="1277"/>
                  </a:lnTo>
                  <a:lnTo>
                    <a:pt x="20" y="1277"/>
                  </a:lnTo>
                  <a:cubicBezTo>
                    <a:pt x="37" y="1277"/>
                    <a:pt x="69" y="1261"/>
                    <a:pt x="85" y="1245"/>
                  </a:cubicBezTo>
                  <a:lnTo>
                    <a:pt x="222" y="1160"/>
                  </a:lnTo>
                  <a:cubicBezTo>
                    <a:pt x="372" y="1043"/>
                    <a:pt x="525" y="942"/>
                    <a:pt x="675" y="841"/>
                  </a:cubicBezTo>
                  <a:cubicBezTo>
                    <a:pt x="760" y="792"/>
                    <a:pt x="828" y="740"/>
                    <a:pt x="909" y="671"/>
                  </a:cubicBezTo>
                  <a:cubicBezTo>
                    <a:pt x="1010" y="607"/>
                    <a:pt x="1131" y="522"/>
                    <a:pt x="1249" y="453"/>
                  </a:cubicBezTo>
                  <a:cubicBezTo>
                    <a:pt x="1366" y="368"/>
                    <a:pt x="1483" y="287"/>
                    <a:pt x="1600" y="203"/>
                  </a:cubicBezTo>
                  <a:cubicBezTo>
                    <a:pt x="1685" y="150"/>
                    <a:pt x="1753" y="102"/>
                    <a:pt x="1818" y="49"/>
                  </a:cubicBezTo>
                  <a:lnTo>
                    <a:pt x="1838" y="49"/>
                  </a:lnTo>
                  <a:cubicBezTo>
                    <a:pt x="1854" y="33"/>
                    <a:pt x="1871" y="17"/>
                    <a:pt x="1903" y="17"/>
                  </a:cubicBezTo>
                  <a:lnTo>
                    <a:pt x="19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>
              <a:extLst>
                <a:ext uri="{FF2B5EF4-FFF2-40B4-BE49-F238E27FC236}">
                  <a16:creationId xmlns:a16="http://schemas.microsoft.com/office/drawing/2014/main" id="{A189F574-45FE-E143-1C06-F05CA66B6EC6}"/>
                </a:ext>
              </a:extLst>
            </p:cNvPr>
            <p:cNvSpPr/>
            <p:nvPr/>
          </p:nvSpPr>
          <p:spPr>
            <a:xfrm>
              <a:off x="2623698" y="552938"/>
              <a:ext cx="31784" cy="222389"/>
            </a:xfrm>
            <a:custGeom>
              <a:avLst/>
              <a:gdLst/>
              <a:ahLst/>
              <a:cxnLst/>
              <a:rect l="l" t="t" r="r" b="b"/>
              <a:pathLst>
                <a:path w="320" h="2239" extrusionOk="0">
                  <a:moveTo>
                    <a:pt x="0" y="0"/>
                  </a:moveTo>
                  <a:cubicBezTo>
                    <a:pt x="0" y="36"/>
                    <a:pt x="16" y="53"/>
                    <a:pt x="16" y="85"/>
                  </a:cubicBezTo>
                  <a:lnTo>
                    <a:pt x="16" y="0"/>
                  </a:lnTo>
                  <a:close/>
                  <a:moveTo>
                    <a:pt x="16" y="85"/>
                  </a:moveTo>
                  <a:lnTo>
                    <a:pt x="16" y="117"/>
                  </a:lnTo>
                  <a:cubicBezTo>
                    <a:pt x="32" y="170"/>
                    <a:pt x="32" y="238"/>
                    <a:pt x="49" y="303"/>
                  </a:cubicBezTo>
                  <a:cubicBezTo>
                    <a:pt x="49" y="238"/>
                    <a:pt x="32" y="170"/>
                    <a:pt x="32" y="117"/>
                  </a:cubicBezTo>
                  <a:cubicBezTo>
                    <a:pt x="32" y="101"/>
                    <a:pt x="32" y="85"/>
                    <a:pt x="16" y="85"/>
                  </a:cubicBezTo>
                  <a:close/>
                  <a:moveTo>
                    <a:pt x="49" y="303"/>
                  </a:moveTo>
                  <a:lnTo>
                    <a:pt x="49" y="372"/>
                  </a:lnTo>
                  <a:cubicBezTo>
                    <a:pt x="49" y="404"/>
                    <a:pt x="69" y="440"/>
                    <a:pt x="69" y="473"/>
                  </a:cubicBezTo>
                  <a:cubicBezTo>
                    <a:pt x="69" y="521"/>
                    <a:pt x="69" y="558"/>
                    <a:pt x="85" y="606"/>
                  </a:cubicBezTo>
                  <a:lnTo>
                    <a:pt x="85" y="675"/>
                  </a:lnTo>
                  <a:cubicBezTo>
                    <a:pt x="101" y="691"/>
                    <a:pt x="101" y="723"/>
                    <a:pt x="101" y="743"/>
                  </a:cubicBezTo>
                  <a:lnTo>
                    <a:pt x="101" y="808"/>
                  </a:lnTo>
                  <a:cubicBezTo>
                    <a:pt x="117" y="824"/>
                    <a:pt x="117" y="861"/>
                    <a:pt x="117" y="877"/>
                  </a:cubicBezTo>
                  <a:cubicBezTo>
                    <a:pt x="117" y="909"/>
                    <a:pt x="133" y="945"/>
                    <a:pt x="133" y="962"/>
                  </a:cubicBezTo>
                  <a:lnTo>
                    <a:pt x="133" y="1026"/>
                  </a:lnTo>
                  <a:cubicBezTo>
                    <a:pt x="133" y="1046"/>
                    <a:pt x="150" y="1079"/>
                    <a:pt x="150" y="1095"/>
                  </a:cubicBezTo>
                  <a:cubicBezTo>
                    <a:pt x="150" y="1127"/>
                    <a:pt x="150" y="1163"/>
                    <a:pt x="170" y="1196"/>
                  </a:cubicBezTo>
                  <a:lnTo>
                    <a:pt x="170" y="1095"/>
                  </a:lnTo>
                  <a:cubicBezTo>
                    <a:pt x="150" y="1079"/>
                    <a:pt x="150" y="1046"/>
                    <a:pt x="150" y="1026"/>
                  </a:cubicBezTo>
                  <a:lnTo>
                    <a:pt x="150" y="962"/>
                  </a:lnTo>
                  <a:cubicBezTo>
                    <a:pt x="133" y="925"/>
                    <a:pt x="133" y="909"/>
                    <a:pt x="133" y="877"/>
                  </a:cubicBezTo>
                  <a:cubicBezTo>
                    <a:pt x="133" y="844"/>
                    <a:pt x="117" y="824"/>
                    <a:pt x="117" y="808"/>
                  </a:cubicBezTo>
                  <a:lnTo>
                    <a:pt x="117" y="743"/>
                  </a:lnTo>
                  <a:cubicBezTo>
                    <a:pt x="117" y="707"/>
                    <a:pt x="101" y="691"/>
                    <a:pt x="101" y="675"/>
                  </a:cubicBezTo>
                  <a:lnTo>
                    <a:pt x="101" y="606"/>
                  </a:lnTo>
                  <a:cubicBezTo>
                    <a:pt x="85" y="558"/>
                    <a:pt x="85" y="521"/>
                    <a:pt x="85" y="473"/>
                  </a:cubicBezTo>
                  <a:cubicBezTo>
                    <a:pt x="69" y="440"/>
                    <a:pt x="69" y="404"/>
                    <a:pt x="69" y="372"/>
                  </a:cubicBezTo>
                  <a:cubicBezTo>
                    <a:pt x="69" y="356"/>
                    <a:pt x="49" y="319"/>
                    <a:pt x="49" y="303"/>
                  </a:cubicBezTo>
                  <a:close/>
                  <a:moveTo>
                    <a:pt x="170" y="1196"/>
                  </a:moveTo>
                  <a:lnTo>
                    <a:pt x="170" y="1264"/>
                  </a:lnTo>
                  <a:cubicBezTo>
                    <a:pt x="170" y="1297"/>
                    <a:pt x="186" y="1329"/>
                    <a:pt x="186" y="1365"/>
                  </a:cubicBezTo>
                  <a:cubicBezTo>
                    <a:pt x="186" y="1398"/>
                    <a:pt x="202" y="1450"/>
                    <a:pt x="202" y="1483"/>
                  </a:cubicBezTo>
                  <a:cubicBezTo>
                    <a:pt x="202" y="1531"/>
                    <a:pt x="218" y="1600"/>
                    <a:pt x="218" y="1652"/>
                  </a:cubicBezTo>
                  <a:cubicBezTo>
                    <a:pt x="234" y="1685"/>
                    <a:pt x="234" y="1733"/>
                    <a:pt x="234" y="1769"/>
                  </a:cubicBezTo>
                  <a:cubicBezTo>
                    <a:pt x="251" y="1834"/>
                    <a:pt x="251" y="1903"/>
                    <a:pt x="271" y="1971"/>
                  </a:cubicBezTo>
                  <a:cubicBezTo>
                    <a:pt x="271" y="2004"/>
                    <a:pt x="271" y="2056"/>
                    <a:pt x="287" y="2089"/>
                  </a:cubicBezTo>
                  <a:lnTo>
                    <a:pt x="287" y="1971"/>
                  </a:lnTo>
                  <a:cubicBezTo>
                    <a:pt x="271" y="1903"/>
                    <a:pt x="271" y="1834"/>
                    <a:pt x="251" y="1769"/>
                  </a:cubicBezTo>
                  <a:cubicBezTo>
                    <a:pt x="251" y="1733"/>
                    <a:pt x="234" y="1685"/>
                    <a:pt x="234" y="1652"/>
                  </a:cubicBezTo>
                  <a:cubicBezTo>
                    <a:pt x="234" y="1600"/>
                    <a:pt x="218" y="1531"/>
                    <a:pt x="218" y="1483"/>
                  </a:cubicBezTo>
                  <a:cubicBezTo>
                    <a:pt x="202" y="1430"/>
                    <a:pt x="202" y="1398"/>
                    <a:pt x="202" y="1365"/>
                  </a:cubicBezTo>
                  <a:cubicBezTo>
                    <a:pt x="202" y="1329"/>
                    <a:pt x="186" y="1297"/>
                    <a:pt x="186" y="1264"/>
                  </a:cubicBezTo>
                  <a:cubicBezTo>
                    <a:pt x="186" y="1248"/>
                    <a:pt x="186" y="1212"/>
                    <a:pt x="170" y="1196"/>
                  </a:cubicBezTo>
                  <a:close/>
                  <a:moveTo>
                    <a:pt x="287" y="2089"/>
                  </a:moveTo>
                  <a:cubicBezTo>
                    <a:pt x="287" y="2121"/>
                    <a:pt x="287" y="2157"/>
                    <a:pt x="303" y="2190"/>
                  </a:cubicBezTo>
                  <a:cubicBezTo>
                    <a:pt x="303" y="2157"/>
                    <a:pt x="303" y="2121"/>
                    <a:pt x="287" y="2089"/>
                  </a:cubicBezTo>
                  <a:close/>
                  <a:moveTo>
                    <a:pt x="303" y="2190"/>
                  </a:moveTo>
                  <a:lnTo>
                    <a:pt x="303" y="2222"/>
                  </a:lnTo>
                  <a:lnTo>
                    <a:pt x="303" y="2238"/>
                  </a:lnTo>
                  <a:lnTo>
                    <a:pt x="319" y="2238"/>
                  </a:lnTo>
                  <a:lnTo>
                    <a:pt x="319" y="2222"/>
                  </a:lnTo>
                  <a:cubicBezTo>
                    <a:pt x="319" y="2206"/>
                    <a:pt x="303" y="2206"/>
                    <a:pt x="303" y="21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>
              <a:extLst>
                <a:ext uri="{FF2B5EF4-FFF2-40B4-BE49-F238E27FC236}">
                  <a16:creationId xmlns:a16="http://schemas.microsoft.com/office/drawing/2014/main" id="{E9D675A2-15B6-1B61-743E-72C8734C2673}"/>
                </a:ext>
              </a:extLst>
            </p:cNvPr>
            <p:cNvSpPr/>
            <p:nvPr/>
          </p:nvSpPr>
          <p:spPr>
            <a:xfrm>
              <a:off x="1828005" y="797278"/>
              <a:ext cx="120481" cy="61879"/>
            </a:xfrm>
            <a:custGeom>
              <a:avLst/>
              <a:gdLst/>
              <a:ahLst/>
              <a:cxnLst/>
              <a:rect l="l" t="t" r="r" b="b"/>
              <a:pathLst>
                <a:path w="1213" h="623" extrusionOk="0">
                  <a:moveTo>
                    <a:pt x="1192" y="0"/>
                  </a:moveTo>
                  <a:cubicBezTo>
                    <a:pt x="1160" y="0"/>
                    <a:pt x="1127" y="16"/>
                    <a:pt x="1091" y="33"/>
                  </a:cubicBezTo>
                  <a:lnTo>
                    <a:pt x="1075" y="49"/>
                  </a:lnTo>
                  <a:cubicBezTo>
                    <a:pt x="974" y="101"/>
                    <a:pt x="857" y="166"/>
                    <a:pt x="772" y="218"/>
                  </a:cubicBezTo>
                  <a:lnTo>
                    <a:pt x="1075" y="65"/>
                  </a:lnTo>
                  <a:cubicBezTo>
                    <a:pt x="1091" y="49"/>
                    <a:pt x="1091" y="49"/>
                    <a:pt x="1111" y="49"/>
                  </a:cubicBezTo>
                  <a:cubicBezTo>
                    <a:pt x="1144" y="33"/>
                    <a:pt x="1160" y="16"/>
                    <a:pt x="1192" y="16"/>
                  </a:cubicBezTo>
                  <a:lnTo>
                    <a:pt x="1212" y="16"/>
                  </a:lnTo>
                  <a:lnTo>
                    <a:pt x="1192" y="0"/>
                  </a:lnTo>
                  <a:close/>
                  <a:moveTo>
                    <a:pt x="772" y="218"/>
                  </a:moveTo>
                  <a:lnTo>
                    <a:pt x="772" y="218"/>
                  </a:lnTo>
                  <a:cubicBezTo>
                    <a:pt x="687" y="251"/>
                    <a:pt x="623" y="283"/>
                    <a:pt x="554" y="319"/>
                  </a:cubicBezTo>
                  <a:cubicBezTo>
                    <a:pt x="469" y="368"/>
                    <a:pt x="384" y="420"/>
                    <a:pt x="283" y="469"/>
                  </a:cubicBezTo>
                  <a:cubicBezTo>
                    <a:pt x="384" y="437"/>
                    <a:pt x="469" y="384"/>
                    <a:pt x="570" y="336"/>
                  </a:cubicBezTo>
                  <a:cubicBezTo>
                    <a:pt x="639" y="303"/>
                    <a:pt x="707" y="267"/>
                    <a:pt x="772" y="218"/>
                  </a:cubicBezTo>
                  <a:close/>
                  <a:moveTo>
                    <a:pt x="283" y="469"/>
                  </a:moveTo>
                  <a:lnTo>
                    <a:pt x="283" y="469"/>
                  </a:lnTo>
                  <a:cubicBezTo>
                    <a:pt x="219" y="505"/>
                    <a:pt x="134" y="538"/>
                    <a:pt x="65" y="586"/>
                  </a:cubicBezTo>
                  <a:cubicBezTo>
                    <a:pt x="134" y="554"/>
                    <a:pt x="219" y="521"/>
                    <a:pt x="283" y="469"/>
                  </a:cubicBezTo>
                  <a:close/>
                  <a:moveTo>
                    <a:pt x="65" y="586"/>
                  </a:moveTo>
                  <a:cubicBezTo>
                    <a:pt x="49" y="586"/>
                    <a:pt x="33" y="606"/>
                    <a:pt x="17" y="606"/>
                  </a:cubicBezTo>
                  <a:lnTo>
                    <a:pt x="0" y="622"/>
                  </a:lnTo>
                  <a:lnTo>
                    <a:pt x="33" y="622"/>
                  </a:lnTo>
                  <a:lnTo>
                    <a:pt x="65" y="5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>
              <a:extLst>
                <a:ext uri="{FF2B5EF4-FFF2-40B4-BE49-F238E27FC236}">
                  <a16:creationId xmlns:a16="http://schemas.microsoft.com/office/drawing/2014/main" id="{4744CB9A-D97D-ED16-B86E-87FCC46F75C4}"/>
                </a:ext>
              </a:extLst>
            </p:cNvPr>
            <p:cNvSpPr/>
            <p:nvPr/>
          </p:nvSpPr>
          <p:spPr>
            <a:xfrm>
              <a:off x="2372902" y="456196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50" y="65"/>
                    <a:pt x="218" y="102"/>
                  </a:cubicBezTo>
                  <a:cubicBezTo>
                    <a:pt x="271" y="118"/>
                    <a:pt x="303" y="134"/>
                    <a:pt x="336" y="134"/>
                  </a:cubicBezTo>
                  <a:cubicBezTo>
                    <a:pt x="303" y="118"/>
                    <a:pt x="271" y="102"/>
                    <a:pt x="235" y="81"/>
                  </a:cubicBezTo>
                  <a:cubicBezTo>
                    <a:pt x="150" y="49"/>
                    <a:pt x="85" y="33"/>
                    <a:pt x="0" y="1"/>
                  </a:cubicBezTo>
                  <a:close/>
                  <a:moveTo>
                    <a:pt x="336" y="134"/>
                  </a:moveTo>
                  <a:cubicBezTo>
                    <a:pt x="388" y="150"/>
                    <a:pt x="437" y="166"/>
                    <a:pt x="489" y="202"/>
                  </a:cubicBezTo>
                  <a:cubicBezTo>
                    <a:pt x="554" y="219"/>
                    <a:pt x="622" y="251"/>
                    <a:pt x="707" y="267"/>
                  </a:cubicBezTo>
                  <a:cubicBezTo>
                    <a:pt x="639" y="235"/>
                    <a:pt x="554" y="219"/>
                    <a:pt x="489" y="182"/>
                  </a:cubicBezTo>
                  <a:cubicBezTo>
                    <a:pt x="437" y="166"/>
                    <a:pt x="388" y="150"/>
                    <a:pt x="336" y="134"/>
                  </a:cubicBezTo>
                  <a:close/>
                  <a:moveTo>
                    <a:pt x="707" y="267"/>
                  </a:moveTo>
                  <a:cubicBezTo>
                    <a:pt x="707" y="283"/>
                    <a:pt x="723" y="283"/>
                    <a:pt x="723" y="283"/>
                  </a:cubicBezTo>
                  <a:lnTo>
                    <a:pt x="740" y="283"/>
                  </a:lnTo>
                  <a:lnTo>
                    <a:pt x="740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>
              <a:extLst>
                <a:ext uri="{FF2B5EF4-FFF2-40B4-BE49-F238E27FC236}">
                  <a16:creationId xmlns:a16="http://schemas.microsoft.com/office/drawing/2014/main" id="{E4C5484F-6C35-94D4-83C0-7FE106BAB5A9}"/>
                </a:ext>
              </a:extLst>
            </p:cNvPr>
            <p:cNvSpPr/>
            <p:nvPr/>
          </p:nvSpPr>
          <p:spPr>
            <a:xfrm>
              <a:off x="1936369" y="24827"/>
              <a:ext cx="6853" cy="197160"/>
            </a:xfrm>
            <a:custGeom>
              <a:avLst/>
              <a:gdLst/>
              <a:ahLst/>
              <a:cxnLst/>
              <a:rect l="l" t="t" r="r" b="b"/>
              <a:pathLst>
                <a:path w="69" h="1985" extrusionOk="0">
                  <a:moveTo>
                    <a:pt x="0" y="1"/>
                  </a:moveTo>
                  <a:lnTo>
                    <a:pt x="0" y="17"/>
                  </a:lnTo>
                  <a:cubicBezTo>
                    <a:pt x="20" y="33"/>
                    <a:pt x="20" y="65"/>
                    <a:pt x="20" y="102"/>
                  </a:cubicBezTo>
                  <a:lnTo>
                    <a:pt x="20" y="183"/>
                  </a:lnTo>
                  <a:lnTo>
                    <a:pt x="20" y="320"/>
                  </a:lnTo>
                  <a:lnTo>
                    <a:pt x="20" y="368"/>
                  </a:lnTo>
                  <a:lnTo>
                    <a:pt x="20" y="587"/>
                  </a:lnTo>
                  <a:cubicBezTo>
                    <a:pt x="20" y="688"/>
                    <a:pt x="20" y="825"/>
                    <a:pt x="36" y="942"/>
                  </a:cubicBezTo>
                  <a:lnTo>
                    <a:pt x="36" y="587"/>
                  </a:lnTo>
                  <a:lnTo>
                    <a:pt x="36" y="368"/>
                  </a:lnTo>
                  <a:lnTo>
                    <a:pt x="36" y="320"/>
                  </a:lnTo>
                  <a:lnTo>
                    <a:pt x="36" y="183"/>
                  </a:lnTo>
                  <a:lnTo>
                    <a:pt x="36" y="102"/>
                  </a:lnTo>
                  <a:cubicBezTo>
                    <a:pt x="36" y="65"/>
                    <a:pt x="36" y="33"/>
                    <a:pt x="20" y="17"/>
                  </a:cubicBezTo>
                  <a:lnTo>
                    <a:pt x="0" y="1"/>
                  </a:lnTo>
                  <a:close/>
                  <a:moveTo>
                    <a:pt x="36" y="942"/>
                  </a:moveTo>
                  <a:lnTo>
                    <a:pt x="36" y="1193"/>
                  </a:lnTo>
                  <a:lnTo>
                    <a:pt x="36" y="1431"/>
                  </a:lnTo>
                  <a:lnTo>
                    <a:pt x="36" y="1496"/>
                  </a:lnTo>
                  <a:cubicBezTo>
                    <a:pt x="36" y="1564"/>
                    <a:pt x="36" y="1617"/>
                    <a:pt x="53" y="1681"/>
                  </a:cubicBezTo>
                  <a:lnTo>
                    <a:pt x="53" y="1496"/>
                  </a:lnTo>
                  <a:lnTo>
                    <a:pt x="53" y="1431"/>
                  </a:lnTo>
                  <a:lnTo>
                    <a:pt x="53" y="1193"/>
                  </a:lnTo>
                  <a:cubicBezTo>
                    <a:pt x="53" y="1112"/>
                    <a:pt x="53" y="1027"/>
                    <a:pt x="36" y="942"/>
                  </a:cubicBezTo>
                  <a:close/>
                  <a:moveTo>
                    <a:pt x="53" y="1681"/>
                  </a:moveTo>
                  <a:lnTo>
                    <a:pt x="53" y="1681"/>
                  </a:lnTo>
                  <a:cubicBezTo>
                    <a:pt x="20" y="1718"/>
                    <a:pt x="36" y="1734"/>
                    <a:pt x="36" y="1766"/>
                  </a:cubicBezTo>
                  <a:cubicBezTo>
                    <a:pt x="53" y="1782"/>
                    <a:pt x="53" y="1782"/>
                    <a:pt x="53" y="1799"/>
                  </a:cubicBezTo>
                  <a:lnTo>
                    <a:pt x="53" y="1819"/>
                  </a:lnTo>
                  <a:lnTo>
                    <a:pt x="69" y="1799"/>
                  </a:lnTo>
                  <a:cubicBezTo>
                    <a:pt x="53" y="1782"/>
                    <a:pt x="53" y="1766"/>
                    <a:pt x="53" y="1766"/>
                  </a:cubicBezTo>
                  <a:cubicBezTo>
                    <a:pt x="53" y="1734"/>
                    <a:pt x="36" y="1718"/>
                    <a:pt x="53" y="1681"/>
                  </a:cubicBezTo>
                  <a:close/>
                  <a:moveTo>
                    <a:pt x="53" y="1819"/>
                  </a:moveTo>
                  <a:cubicBezTo>
                    <a:pt x="36" y="1851"/>
                    <a:pt x="36" y="1883"/>
                    <a:pt x="36" y="1920"/>
                  </a:cubicBezTo>
                  <a:cubicBezTo>
                    <a:pt x="36" y="1936"/>
                    <a:pt x="53" y="1952"/>
                    <a:pt x="53" y="1952"/>
                  </a:cubicBezTo>
                  <a:lnTo>
                    <a:pt x="53" y="1900"/>
                  </a:lnTo>
                  <a:cubicBezTo>
                    <a:pt x="53" y="1883"/>
                    <a:pt x="36" y="1851"/>
                    <a:pt x="53" y="1819"/>
                  </a:cubicBezTo>
                  <a:close/>
                  <a:moveTo>
                    <a:pt x="53" y="1968"/>
                  </a:moveTo>
                  <a:lnTo>
                    <a:pt x="53" y="1984"/>
                  </a:lnTo>
                  <a:lnTo>
                    <a:pt x="69" y="19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>
              <a:extLst>
                <a:ext uri="{FF2B5EF4-FFF2-40B4-BE49-F238E27FC236}">
                  <a16:creationId xmlns:a16="http://schemas.microsoft.com/office/drawing/2014/main" id="{AF5605EA-8CBC-9C7E-26F5-71FE1D2E2C61}"/>
                </a:ext>
              </a:extLst>
            </p:cNvPr>
            <p:cNvSpPr/>
            <p:nvPr/>
          </p:nvSpPr>
          <p:spPr>
            <a:xfrm>
              <a:off x="1663920" y="788835"/>
              <a:ext cx="282580" cy="153755"/>
            </a:xfrm>
            <a:custGeom>
              <a:avLst/>
              <a:gdLst/>
              <a:ahLst/>
              <a:cxnLst/>
              <a:rect l="l" t="t" r="r" b="b"/>
              <a:pathLst>
                <a:path w="2845" h="1548" extrusionOk="0">
                  <a:moveTo>
                    <a:pt x="2844" y="0"/>
                  </a:moveTo>
                  <a:cubicBezTo>
                    <a:pt x="2812" y="0"/>
                    <a:pt x="2779" y="17"/>
                    <a:pt x="2743" y="33"/>
                  </a:cubicBezTo>
                  <a:cubicBezTo>
                    <a:pt x="2727" y="49"/>
                    <a:pt x="2727" y="49"/>
                    <a:pt x="2711" y="49"/>
                  </a:cubicBezTo>
                  <a:cubicBezTo>
                    <a:pt x="2610" y="101"/>
                    <a:pt x="2525" y="150"/>
                    <a:pt x="2424" y="219"/>
                  </a:cubicBezTo>
                  <a:lnTo>
                    <a:pt x="2727" y="65"/>
                  </a:lnTo>
                  <a:cubicBezTo>
                    <a:pt x="2727" y="65"/>
                    <a:pt x="2743" y="49"/>
                    <a:pt x="2763" y="49"/>
                  </a:cubicBezTo>
                  <a:cubicBezTo>
                    <a:pt x="2779" y="33"/>
                    <a:pt x="2812" y="17"/>
                    <a:pt x="2844" y="17"/>
                  </a:cubicBezTo>
                  <a:lnTo>
                    <a:pt x="2844" y="0"/>
                  </a:lnTo>
                  <a:close/>
                  <a:moveTo>
                    <a:pt x="2424" y="219"/>
                  </a:moveTo>
                  <a:lnTo>
                    <a:pt x="2424" y="219"/>
                  </a:lnTo>
                  <a:cubicBezTo>
                    <a:pt x="2375" y="235"/>
                    <a:pt x="2323" y="267"/>
                    <a:pt x="2275" y="303"/>
                  </a:cubicBezTo>
                  <a:cubicBezTo>
                    <a:pt x="2323" y="287"/>
                    <a:pt x="2375" y="251"/>
                    <a:pt x="2424" y="219"/>
                  </a:cubicBezTo>
                  <a:close/>
                  <a:moveTo>
                    <a:pt x="2275" y="303"/>
                  </a:moveTo>
                  <a:cubicBezTo>
                    <a:pt x="2206" y="320"/>
                    <a:pt x="2157" y="352"/>
                    <a:pt x="2089" y="388"/>
                  </a:cubicBezTo>
                  <a:cubicBezTo>
                    <a:pt x="1955" y="453"/>
                    <a:pt x="1818" y="538"/>
                    <a:pt x="1685" y="606"/>
                  </a:cubicBezTo>
                  <a:lnTo>
                    <a:pt x="1669" y="623"/>
                  </a:lnTo>
                  <a:cubicBezTo>
                    <a:pt x="1652" y="623"/>
                    <a:pt x="1616" y="639"/>
                    <a:pt x="1600" y="671"/>
                  </a:cubicBezTo>
                  <a:lnTo>
                    <a:pt x="1568" y="671"/>
                  </a:lnTo>
                  <a:cubicBezTo>
                    <a:pt x="1531" y="691"/>
                    <a:pt x="1483" y="707"/>
                    <a:pt x="1450" y="740"/>
                  </a:cubicBezTo>
                  <a:cubicBezTo>
                    <a:pt x="1483" y="724"/>
                    <a:pt x="1531" y="707"/>
                    <a:pt x="1584" y="691"/>
                  </a:cubicBezTo>
                  <a:cubicBezTo>
                    <a:pt x="1600" y="691"/>
                    <a:pt x="1616" y="691"/>
                    <a:pt x="1616" y="671"/>
                  </a:cubicBezTo>
                  <a:cubicBezTo>
                    <a:pt x="1632" y="655"/>
                    <a:pt x="1652" y="639"/>
                    <a:pt x="1685" y="623"/>
                  </a:cubicBezTo>
                  <a:lnTo>
                    <a:pt x="1701" y="623"/>
                  </a:lnTo>
                  <a:cubicBezTo>
                    <a:pt x="1834" y="538"/>
                    <a:pt x="1972" y="469"/>
                    <a:pt x="2105" y="404"/>
                  </a:cubicBezTo>
                  <a:cubicBezTo>
                    <a:pt x="2157" y="368"/>
                    <a:pt x="2206" y="336"/>
                    <a:pt x="2275" y="303"/>
                  </a:cubicBezTo>
                  <a:close/>
                  <a:moveTo>
                    <a:pt x="1450" y="740"/>
                  </a:moveTo>
                  <a:cubicBezTo>
                    <a:pt x="1430" y="740"/>
                    <a:pt x="1414" y="756"/>
                    <a:pt x="1398" y="756"/>
                  </a:cubicBezTo>
                  <a:cubicBezTo>
                    <a:pt x="1164" y="893"/>
                    <a:pt x="909" y="1026"/>
                    <a:pt x="659" y="1160"/>
                  </a:cubicBezTo>
                  <a:cubicBezTo>
                    <a:pt x="622" y="1176"/>
                    <a:pt x="574" y="1212"/>
                    <a:pt x="521" y="1228"/>
                  </a:cubicBezTo>
                  <a:cubicBezTo>
                    <a:pt x="473" y="1245"/>
                    <a:pt x="440" y="1277"/>
                    <a:pt x="388" y="1297"/>
                  </a:cubicBezTo>
                  <a:cubicBezTo>
                    <a:pt x="372" y="1313"/>
                    <a:pt x="339" y="1329"/>
                    <a:pt x="319" y="1329"/>
                  </a:cubicBezTo>
                  <a:cubicBezTo>
                    <a:pt x="255" y="1378"/>
                    <a:pt x="186" y="1414"/>
                    <a:pt x="117" y="1447"/>
                  </a:cubicBezTo>
                  <a:cubicBezTo>
                    <a:pt x="101" y="1447"/>
                    <a:pt x="101" y="1447"/>
                    <a:pt x="85" y="1463"/>
                  </a:cubicBezTo>
                  <a:cubicBezTo>
                    <a:pt x="69" y="1463"/>
                    <a:pt x="37" y="1479"/>
                    <a:pt x="16" y="1515"/>
                  </a:cubicBezTo>
                  <a:cubicBezTo>
                    <a:pt x="37" y="1499"/>
                    <a:pt x="69" y="1479"/>
                    <a:pt x="101" y="1463"/>
                  </a:cubicBezTo>
                  <a:lnTo>
                    <a:pt x="117" y="1463"/>
                  </a:lnTo>
                  <a:cubicBezTo>
                    <a:pt x="186" y="1430"/>
                    <a:pt x="255" y="1378"/>
                    <a:pt x="319" y="1346"/>
                  </a:cubicBezTo>
                  <a:cubicBezTo>
                    <a:pt x="356" y="1329"/>
                    <a:pt x="372" y="1329"/>
                    <a:pt x="404" y="1313"/>
                  </a:cubicBezTo>
                  <a:cubicBezTo>
                    <a:pt x="440" y="1277"/>
                    <a:pt x="489" y="1261"/>
                    <a:pt x="521" y="1245"/>
                  </a:cubicBezTo>
                  <a:cubicBezTo>
                    <a:pt x="574" y="1212"/>
                    <a:pt x="622" y="1196"/>
                    <a:pt x="675" y="1160"/>
                  </a:cubicBezTo>
                  <a:cubicBezTo>
                    <a:pt x="925" y="1026"/>
                    <a:pt x="1164" y="893"/>
                    <a:pt x="1414" y="772"/>
                  </a:cubicBezTo>
                  <a:lnTo>
                    <a:pt x="1450" y="740"/>
                  </a:lnTo>
                  <a:close/>
                  <a:moveTo>
                    <a:pt x="16" y="1515"/>
                  </a:moveTo>
                  <a:cubicBezTo>
                    <a:pt x="0" y="1515"/>
                    <a:pt x="0" y="1515"/>
                    <a:pt x="0" y="1531"/>
                  </a:cubicBezTo>
                  <a:lnTo>
                    <a:pt x="0" y="1548"/>
                  </a:lnTo>
                  <a:lnTo>
                    <a:pt x="16" y="1531"/>
                  </a:lnTo>
                  <a:lnTo>
                    <a:pt x="16" y="1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>
              <a:extLst>
                <a:ext uri="{FF2B5EF4-FFF2-40B4-BE49-F238E27FC236}">
                  <a16:creationId xmlns:a16="http://schemas.microsoft.com/office/drawing/2014/main" id="{6E9DEF5D-6551-8543-EEA6-95A10E0CBFC0}"/>
                </a:ext>
              </a:extLst>
            </p:cNvPr>
            <p:cNvSpPr/>
            <p:nvPr/>
          </p:nvSpPr>
          <p:spPr>
            <a:xfrm>
              <a:off x="2476399" y="502779"/>
              <a:ext cx="73898" cy="28506"/>
            </a:xfrm>
            <a:custGeom>
              <a:avLst/>
              <a:gdLst/>
              <a:ahLst/>
              <a:cxnLst/>
              <a:rect l="l" t="t" r="r" b="b"/>
              <a:pathLst>
                <a:path w="744" h="287" extrusionOk="0">
                  <a:moveTo>
                    <a:pt x="0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0" y="0"/>
                  </a:lnTo>
                  <a:close/>
                  <a:moveTo>
                    <a:pt x="17" y="16"/>
                  </a:moveTo>
                  <a:lnTo>
                    <a:pt x="37" y="36"/>
                  </a:lnTo>
                  <a:cubicBezTo>
                    <a:pt x="154" y="69"/>
                    <a:pt x="271" y="117"/>
                    <a:pt x="388" y="170"/>
                  </a:cubicBezTo>
                  <a:cubicBezTo>
                    <a:pt x="421" y="186"/>
                    <a:pt x="457" y="186"/>
                    <a:pt x="489" y="202"/>
                  </a:cubicBezTo>
                  <a:cubicBezTo>
                    <a:pt x="522" y="218"/>
                    <a:pt x="574" y="238"/>
                    <a:pt x="606" y="255"/>
                  </a:cubicBezTo>
                  <a:cubicBezTo>
                    <a:pt x="643" y="255"/>
                    <a:pt x="675" y="271"/>
                    <a:pt x="691" y="287"/>
                  </a:cubicBezTo>
                  <a:lnTo>
                    <a:pt x="744" y="287"/>
                  </a:lnTo>
                  <a:cubicBezTo>
                    <a:pt x="724" y="271"/>
                    <a:pt x="707" y="271"/>
                    <a:pt x="691" y="271"/>
                  </a:cubicBezTo>
                  <a:cubicBezTo>
                    <a:pt x="675" y="255"/>
                    <a:pt x="643" y="255"/>
                    <a:pt x="623" y="238"/>
                  </a:cubicBezTo>
                  <a:cubicBezTo>
                    <a:pt x="574" y="218"/>
                    <a:pt x="542" y="202"/>
                    <a:pt x="489" y="186"/>
                  </a:cubicBezTo>
                  <a:cubicBezTo>
                    <a:pt x="457" y="186"/>
                    <a:pt x="441" y="170"/>
                    <a:pt x="404" y="154"/>
                  </a:cubicBezTo>
                  <a:cubicBezTo>
                    <a:pt x="271" y="101"/>
                    <a:pt x="154" y="69"/>
                    <a:pt x="37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>
              <a:extLst>
                <a:ext uri="{FF2B5EF4-FFF2-40B4-BE49-F238E27FC236}">
                  <a16:creationId xmlns:a16="http://schemas.microsoft.com/office/drawing/2014/main" id="{9F14D35E-B67F-D842-8B24-6DD0AB15CEB5}"/>
                </a:ext>
              </a:extLst>
            </p:cNvPr>
            <p:cNvSpPr/>
            <p:nvPr/>
          </p:nvSpPr>
          <p:spPr>
            <a:xfrm>
              <a:off x="2299501" y="618294"/>
              <a:ext cx="75090" cy="24931"/>
            </a:xfrm>
            <a:custGeom>
              <a:avLst/>
              <a:gdLst/>
              <a:ahLst/>
              <a:cxnLst/>
              <a:rect l="l" t="t" r="r" b="b"/>
              <a:pathLst>
                <a:path w="756" h="251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cubicBezTo>
                    <a:pt x="182" y="65"/>
                    <a:pt x="267" y="102"/>
                    <a:pt x="351" y="118"/>
                  </a:cubicBezTo>
                  <a:cubicBezTo>
                    <a:pt x="267" y="85"/>
                    <a:pt x="202" y="65"/>
                    <a:pt x="117" y="33"/>
                  </a:cubicBezTo>
                  <a:lnTo>
                    <a:pt x="16" y="1"/>
                  </a:lnTo>
                  <a:close/>
                  <a:moveTo>
                    <a:pt x="351" y="118"/>
                  </a:moveTo>
                  <a:cubicBezTo>
                    <a:pt x="452" y="150"/>
                    <a:pt x="553" y="203"/>
                    <a:pt x="654" y="235"/>
                  </a:cubicBezTo>
                  <a:lnTo>
                    <a:pt x="739" y="251"/>
                  </a:lnTo>
                  <a:lnTo>
                    <a:pt x="755" y="251"/>
                  </a:lnTo>
                  <a:lnTo>
                    <a:pt x="739" y="235"/>
                  </a:lnTo>
                  <a:lnTo>
                    <a:pt x="671" y="219"/>
                  </a:lnTo>
                  <a:cubicBezTo>
                    <a:pt x="570" y="186"/>
                    <a:pt x="469" y="150"/>
                    <a:pt x="351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>
              <a:extLst>
                <a:ext uri="{FF2B5EF4-FFF2-40B4-BE49-F238E27FC236}">
                  <a16:creationId xmlns:a16="http://schemas.microsoft.com/office/drawing/2014/main" id="{711C5FEB-6E3C-F377-39A7-F5C5513B50B7}"/>
                </a:ext>
              </a:extLst>
            </p:cNvPr>
            <p:cNvSpPr/>
            <p:nvPr/>
          </p:nvSpPr>
          <p:spPr>
            <a:xfrm>
              <a:off x="1759372" y="469406"/>
              <a:ext cx="183851" cy="133791"/>
            </a:xfrm>
            <a:custGeom>
              <a:avLst/>
              <a:gdLst/>
              <a:ahLst/>
              <a:cxnLst/>
              <a:rect l="l" t="t" r="r" b="b"/>
              <a:pathLst>
                <a:path w="1851" h="1347" extrusionOk="0">
                  <a:moveTo>
                    <a:pt x="1851" y="1"/>
                  </a:moveTo>
                  <a:cubicBezTo>
                    <a:pt x="1835" y="1"/>
                    <a:pt x="1818" y="1"/>
                    <a:pt x="1782" y="17"/>
                  </a:cubicBezTo>
                  <a:cubicBezTo>
                    <a:pt x="1750" y="49"/>
                    <a:pt x="1701" y="102"/>
                    <a:pt x="1649" y="134"/>
                  </a:cubicBezTo>
                  <a:cubicBezTo>
                    <a:pt x="1701" y="102"/>
                    <a:pt x="1750" y="69"/>
                    <a:pt x="1802" y="33"/>
                  </a:cubicBezTo>
                  <a:cubicBezTo>
                    <a:pt x="1818" y="17"/>
                    <a:pt x="1835" y="17"/>
                    <a:pt x="1851" y="17"/>
                  </a:cubicBezTo>
                  <a:lnTo>
                    <a:pt x="1851" y="1"/>
                  </a:lnTo>
                  <a:close/>
                  <a:moveTo>
                    <a:pt x="1649" y="134"/>
                  </a:moveTo>
                  <a:cubicBezTo>
                    <a:pt x="1580" y="187"/>
                    <a:pt x="1515" y="219"/>
                    <a:pt x="1447" y="271"/>
                  </a:cubicBezTo>
                  <a:cubicBezTo>
                    <a:pt x="1398" y="320"/>
                    <a:pt x="1330" y="352"/>
                    <a:pt x="1277" y="405"/>
                  </a:cubicBezTo>
                  <a:cubicBezTo>
                    <a:pt x="1346" y="372"/>
                    <a:pt x="1398" y="320"/>
                    <a:pt x="1463" y="288"/>
                  </a:cubicBezTo>
                  <a:cubicBezTo>
                    <a:pt x="1532" y="235"/>
                    <a:pt x="1580" y="187"/>
                    <a:pt x="1649" y="134"/>
                  </a:cubicBezTo>
                  <a:close/>
                  <a:moveTo>
                    <a:pt x="1277" y="405"/>
                  </a:moveTo>
                  <a:lnTo>
                    <a:pt x="570" y="926"/>
                  </a:lnTo>
                  <a:cubicBezTo>
                    <a:pt x="437" y="1027"/>
                    <a:pt x="304" y="1112"/>
                    <a:pt x="166" y="1213"/>
                  </a:cubicBezTo>
                  <a:cubicBezTo>
                    <a:pt x="150" y="1229"/>
                    <a:pt x="134" y="1245"/>
                    <a:pt x="102" y="1261"/>
                  </a:cubicBezTo>
                  <a:lnTo>
                    <a:pt x="33" y="1330"/>
                  </a:lnTo>
                  <a:cubicBezTo>
                    <a:pt x="65" y="1314"/>
                    <a:pt x="85" y="1298"/>
                    <a:pt x="118" y="1281"/>
                  </a:cubicBezTo>
                  <a:cubicBezTo>
                    <a:pt x="134" y="1261"/>
                    <a:pt x="150" y="1245"/>
                    <a:pt x="186" y="1229"/>
                  </a:cubicBezTo>
                  <a:cubicBezTo>
                    <a:pt x="320" y="1128"/>
                    <a:pt x="453" y="1027"/>
                    <a:pt x="590" y="926"/>
                  </a:cubicBezTo>
                  <a:lnTo>
                    <a:pt x="1277" y="405"/>
                  </a:lnTo>
                  <a:close/>
                  <a:moveTo>
                    <a:pt x="33" y="1330"/>
                  </a:moveTo>
                  <a:cubicBezTo>
                    <a:pt x="17" y="1330"/>
                    <a:pt x="1" y="1346"/>
                    <a:pt x="1" y="1346"/>
                  </a:cubicBezTo>
                  <a:cubicBezTo>
                    <a:pt x="17" y="1346"/>
                    <a:pt x="17" y="1346"/>
                    <a:pt x="33" y="1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>
              <a:extLst>
                <a:ext uri="{FF2B5EF4-FFF2-40B4-BE49-F238E27FC236}">
                  <a16:creationId xmlns:a16="http://schemas.microsoft.com/office/drawing/2014/main" id="{CFEF76EB-7576-1BF8-4D15-FC11D43F8FC2}"/>
                </a:ext>
              </a:extLst>
            </p:cNvPr>
            <p:cNvSpPr/>
            <p:nvPr/>
          </p:nvSpPr>
          <p:spPr>
            <a:xfrm>
              <a:off x="2483252" y="870679"/>
              <a:ext cx="255663" cy="71911"/>
            </a:xfrm>
            <a:custGeom>
              <a:avLst/>
              <a:gdLst/>
              <a:ahLst/>
              <a:cxnLst/>
              <a:rect l="l" t="t" r="r" b="b"/>
              <a:pathLst>
                <a:path w="2574" h="724" extrusionOk="0">
                  <a:moveTo>
                    <a:pt x="0" y="0"/>
                  </a:moveTo>
                  <a:cubicBezTo>
                    <a:pt x="16" y="17"/>
                    <a:pt x="49" y="33"/>
                    <a:pt x="69" y="33"/>
                  </a:cubicBezTo>
                  <a:cubicBezTo>
                    <a:pt x="101" y="33"/>
                    <a:pt x="117" y="49"/>
                    <a:pt x="133" y="49"/>
                  </a:cubicBezTo>
                  <a:cubicBezTo>
                    <a:pt x="150" y="69"/>
                    <a:pt x="170" y="69"/>
                    <a:pt x="202" y="69"/>
                  </a:cubicBezTo>
                  <a:cubicBezTo>
                    <a:pt x="287" y="101"/>
                    <a:pt x="388" y="118"/>
                    <a:pt x="489" y="150"/>
                  </a:cubicBezTo>
                  <a:cubicBezTo>
                    <a:pt x="537" y="170"/>
                    <a:pt x="590" y="186"/>
                    <a:pt x="638" y="186"/>
                  </a:cubicBezTo>
                  <a:cubicBezTo>
                    <a:pt x="590" y="170"/>
                    <a:pt x="537" y="150"/>
                    <a:pt x="489" y="134"/>
                  </a:cubicBezTo>
                  <a:cubicBezTo>
                    <a:pt x="404" y="118"/>
                    <a:pt x="303" y="85"/>
                    <a:pt x="202" y="49"/>
                  </a:cubicBezTo>
                  <a:cubicBezTo>
                    <a:pt x="186" y="49"/>
                    <a:pt x="170" y="49"/>
                    <a:pt x="150" y="33"/>
                  </a:cubicBezTo>
                  <a:cubicBezTo>
                    <a:pt x="117" y="33"/>
                    <a:pt x="101" y="33"/>
                    <a:pt x="69" y="17"/>
                  </a:cubicBezTo>
                  <a:cubicBezTo>
                    <a:pt x="49" y="17"/>
                    <a:pt x="32" y="17"/>
                    <a:pt x="16" y="0"/>
                  </a:cubicBezTo>
                  <a:close/>
                  <a:moveTo>
                    <a:pt x="638" y="186"/>
                  </a:moveTo>
                  <a:cubicBezTo>
                    <a:pt x="675" y="202"/>
                    <a:pt x="707" y="219"/>
                    <a:pt x="756" y="219"/>
                  </a:cubicBezTo>
                  <a:cubicBezTo>
                    <a:pt x="723" y="202"/>
                    <a:pt x="675" y="186"/>
                    <a:pt x="638" y="186"/>
                  </a:cubicBezTo>
                  <a:close/>
                  <a:moveTo>
                    <a:pt x="756" y="219"/>
                  </a:moveTo>
                  <a:cubicBezTo>
                    <a:pt x="792" y="235"/>
                    <a:pt x="808" y="235"/>
                    <a:pt x="840" y="251"/>
                  </a:cubicBezTo>
                  <a:cubicBezTo>
                    <a:pt x="925" y="271"/>
                    <a:pt x="1026" y="303"/>
                    <a:pt x="1111" y="320"/>
                  </a:cubicBezTo>
                  <a:cubicBezTo>
                    <a:pt x="1026" y="287"/>
                    <a:pt x="941" y="271"/>
                    <a:pt x="840" y="235"/>
                  </a:cubicBezTo>
                  <a:cubicBezTo>
                    <a:pt x="824" y="235"/>
                    <a:pt x="792" y="219"/>
                    <a:pt x="756" y="219"/>
                  </a:cubicBezTo>
                  <a:close/>
                  <a:moveTo>
                    <a:pt x="1111" y="320"/>
                  </a:moveTo>
                  <a:cubicBezTo>
                    <a:pt x="1180" y="336"/>
                    <a:pt x="1228" y="352"/>
                    <a:pt x="1297" y="372"/>
                  </a:cubicBezTo>
                  <a:cubicBezTo>
                    <a:pt x="1244" y="352"/>
                    <a:pt x="1180" y="320"/>
                    <a:pt x="1111" y="320"/>
                  </a:cubicBezTo>
                  <a:close/>
                  <a:moveTo>
                    <a:pt x="1297" y="372"/>
                  </a:moveTo>
                  <a:cubicBezTo>
                    <a:pt x="1329" y="388"/>
                    <a:pt x="1382" y="404"/>
                    <a:pt x="1414" y="404"/>
                  </a:cubicBezTo>
                  <a:cubicBezTo>
                    <a:pt x="1382" y="388"/>
                    <a:pt x="1345" y="372"/>
                    <a:pt x="1297" y="372"/>
                  </a:cubicBezTo>
                  <a:close/>
                  <a:moveTo>
                    <a:pt x="1414" y="404"/>
                  </a:moveTo>
                  <a:cubicBezTo>
                    <a:pt x="1463" y="421"/>
                    <a:pt x="1499" y="437"/>
                    <a:pt x="1531" y="437"/>
                  </a:cubicBezTo>
                  <a:cubicBezTo>
                    <a:pt x="1499" y="421"/>
                    <a:pt x="1463" y="404"/>
                    <a:pt x="1414" y="404"/>
                  </a:cubicBezTo>
                  <a:close/>
                  <a:moveTo>
                    <a:pt x="1531" y="437"/>
                  </a:moveTo>
                  <a:lnTo>
                    <a:pt x="1531" y="437"/>
                  </a:lnTo>
                  <a:cubicBezTo>
                    <a:pt x="1600" y="453"/>
                    <a:pt x="1648" y="473"/>
                    <a:pt x="1717" y="489"/>
                  </a:cubicBezTo>
                  <a:cubicBezTo>
                    <a:pt x="1818" y="522"/>
                    <a:pt x="1919" y="538"/>
                    <a:pt x="2020" y="574"/>
                  </a:cubicBezTo>
                  <a:cubicBezTo>
                    <a:pt x="2121" y="606"/>
                    <a:pt x="2222" y="639"/>
                    <a:pt x="2339" y="655"/>
                  </a:cubicBezTo>
                  <a:cubicBezTo>
                    <a:pt x="2355" y="655"/>
                    <a:pt x="2371" y="675"/>
                    <a:pt x="2392" y="675"/>
                  </a:cubicBezTo>
                  <a:cubicBezTo>
                    <a:pt x="2424" y="691"/>
                    <a:pt x="2472" y="691"/>
                    <a:pt x="2509" y="707"/>
                  </a:cubicBezTo>
                  <a:lnTo>
                    <a:pt x="2525" y="707"/>
                  </a:lnTo>
                  <a:cubicBezTo>
                    <a:pt x="2541" y="707"/>
                    <a:pt x="2557" y="724"/>
                    <a:pt x="2573" y="724"/>
                  </a:cubicBezTo>
                  <a:lnTo>
                    <a:pt x="2573" y="707"/>
                  </a:lnTo>
                  <a:cubicBezTo>
                    <a:pt x="2557" y="707"/>
                    <a:pt x="2541" y="707"/>
                    <a:pt x="2541" y="691"/>
                  </a:cubicBezTo>
                  <a:lnTo>
                    <a:pt x="2509" y="691"/>
                  </a:lnTo>
                  <a:cubicBezTo>
                    <a:pt x="2472" y="691"/>
                    <a:pt x="2440" y="675"/>
                    <a:pt x="2392" y="655"/>
                  </a:cubicBezTo>
                  <a:cubicBezTo>
                    <a:pt x="2371" y="655"/>
                    <a:pt x="2355" y="655"/>
                    <a:pt x="2339" y="639"/>
                  </a:cubicBezTo>
                  <a:cubicBezTo>
                    <a:pt x="2222" y="623"/>
                    <a:pt x="2121" y="590"/>
                    <a:pt x="2020" y="554"/>
                  </a:cubicBezTo>
                  <a:cubicBezTo>
                    <a:pt x="1919" y="538"/>
                    <a:pt x="1818" y="505"/>
                    <a:pt x="1717" y="473"/>
                  </a:cubicBezTo>
                  <a:cubicBezTo>
                    <a:pt x="1665" y="473"/>
                    <a:pt x="1600" y="453"/>
                    <a:pt x="1531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>
              <a:extLst>
                <a:ext uri="{FF2B5EF4-FFF2-40B4-BE49-F238E27FC236}">
                  <a16:creationId xmlns:a16="http://schemas.microsoft.com/office/drawing/2014/main" id="{2CC9119B-3931-0565-AD78-B0F4E75B9B21}"/>
                </a:ext>
              </a:extLst>
            </p:cNvPr>
            <p:cNvSpPr/>
            <p:nvPr/>
          </p:nvSpPr>
          <p:spPr>
            <a:xfrm>
              <a:off x="2239310" y="905542"/>
              <a:ext cx="73501" cy="22249"/>
            </a:xfrm>
            <a:custGeom>
              <a:avLst/>
              <a:gdLst/>
              <a:ahLst/>
              <a:cxnLst/>
              <a:rect l="l" t="t" r="r" b="b"/>
              <a:pathLst>
                <a:path w="740" h="224" extrusionOk="0">
                  <a:moveTo>
                    <a:pt x="0" y="1"/>
                  </a:moveTo>
                  <a:lnTo>
                    <a:pt x="16" y="21"/>
                  </a:lnTo>
                  <a:cubicBezTo>
                    <a:pt x="49" y="21"/>
                    <a:pt x="81" y="37"/>
                    <a:pt x="117" y="37"/>
                  </a:cubicBezTo>
                  <a:cubicBezTo>
                    <a:pt x="81" y="21"/>
                    <a:pt x="49" y="21"/>
                    <a:pt x="16" y="1"/>
                  </a:cubicBezTo>
                  <a:close/>
                  <a:moveTo>
                    <a:pt x="118" y="38"/>
                  </a:moveTo>
                  <a:cubicBezTo>
                    <a:pt x="166" y="54"/>
                    <a:pt x="218" y="70"/>
                    <a:pt x="267" y="86"/>
                  </a:cubicBezTo>
                  <a:cubicBezTo>
                    <a:pt x="384" y="122"/>
                    <a:pt x="485" y="154"/>
                    <a:pt x="606" y="187"/>
                  </a:cubicBezTo>
                  <a:lnTo>
                    <a:pt x="723" y="223"/>
                  </a:lnTo>
                  <a:lnTo>
                    <a:pt x="739" y="203"/>
                  </a:lnTo>
                  <a:lnTo>
                    <a:pt x="723" y="203"/>
                  </a:lnTo>
                  <a:lnTo>
                    <a:pt x="606" y="171"/>
                  </a:lnTo>
                  <a:cubicBezTo>
                    <a:pt x="485" y="138"/>
                    <a:pt x="384" y="102"/>
                    <a:pt x="283" y="70"/>
                  </a:cubicBezTo>
                  <a:cubicBezTo>
                    <a:pt x="218" y="70"/>
                    <a:pt x="166" y="54"/>
                    <a:pt x="118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9">
              <a:extLst>
                <a:ext uri="{FF2B5EF4-FFF2-40B4-BE49-F238E27FC236}">
                  <a16:creationId xmlns:a16="http://schemas.microsoft.com/office/drawing/2014/main" id="{9DCD9CF8-2D80-0CDB-919A-E3E210DDCBF7}"/>
                </a:ext>
              </a:extLst>
            </p:cNvPr>
            <p:cNvSpPr/>
            <p:nvPr/>
          </p:nvSpPr>
          <p:spPr>
            <a:xfrm>
              <a:off x="2207129" y="877532"/>
              <a:ext cx="112436" cy="103596"/>
            </a:xfrm>
            <a:custGeom>
              <a:avLst/>
              <a:gdLst/>
              <a:ahLst/>
              <a:cxnLst/>
              <a:rect l="l" t="t" r="r" b="b"/>
              <a:pathLst>
                <a:path w="1132" h="1043" extrusionOk="0">
                  <a:moveTo>
                    <a:pt x="21" y="0"/>
                  </a:moveTo>
                  <a:cubicBezTo>
                    <a:pt x="1" y="16"/>
                    <a:pt x="1" y="32"/>
                    <a:pt x="1" y="49"/>
                  </a:cubicBezTo>
                  <a:lnTo>
                    <a:pt x="1" y="117"/>
                  </a:lnTo>
                  <a:lnTo>
                    <a:pt x="1" y="150"/>
                  </a:lnTo>
                  <a:lnTo>
                    <a:pt x="1" y="283"/>
                  </a:lnTo>
                  <a:lnTo>
                    <a:pt x="1" y="368"/>
                  </a:lnTo>
                  <a:lnTo>
                    <a:pt x="1" y="453"/>
                  </a:lnTo>
                  <a:lnTo>
                    <a:pt x="1" y="554"/>
                  </a:lnTo>
                  <a:lnTo>
                    <a:pt x="1" y="638"/>
                  </a:lnTo>
                  <a:cubicBezTo>
                    <a:pt x="21" y="671"/>
                    <a:pt x="21" y="707"/>
                    <a:pt x="1" y="739"/>
                  </a:cubicBezTo>
                  <a:lnTo>
                    <a:pt x="1" y="808"/>
                  </a:lnTo>
                  <a:lnTo>
                    <a:pt x="1" y="857"/>
                  </a:lnTo>
                  <a:lnTo>
                    <a:pt x="1" y="909"/>
                  </a:lnTo>
                  <a:lnTo>
                    <a:pt x="1" y="974"/>
                  </a:lnTo>
                  <a:lnTo>
                    <a:pt x="1" y="1010"/>
                  </a:lnTo>
                  <a:lnTo>
                    <a:pt x="1" y="1026"/>
                  </a:lnTo>
                  <a:lnTo>
                    <a:pt x="21" y="1042"/>
                  </a:lnTo>
                  <a:lnTo>
                    <a:pt x="21" y="1026"/>
                  </a:lnTo>
                  <a:lnTo>
                    <a:pt x="21" y="1010"/>
                  </a:lnTo>
                  <a:lnTo>
                    <a:pt x="21" y="974"/>
                  </a:lnTo>
                  <a:lnTo>
                    <a:pt x="21" y="909"/>
                  </a:lnTo>
                  <a:lnTo>
                    <a:pt x="21" y="857"/>
                  </a:lnTo>
                  <a:lnTo>
                    <a:pt x="21" y="808"/>
                  </a:lnTo>
                  <a:lnTo>
                    <a:pt x="21" y="739"/>
                  </a:lnTo>
                  <a:lnTo>
                    <a:pt x="21" y="638"/>
                  </a:lnTo>
                  <a:lnTo>
                    <a:pt x="21" y="554"/>
                  </a:lnTo>
                  <a:lnTo>
                    <a:pt x="21" y="453"/>
                  </a:lnTo>
                  <a:lnTo>
                    <a:pt x="21" y="368"/>
                  </a:lnTo>
                  <a:lnTo>
                    <a:pt x="21" y="283"/>
                  </a:lnTo>
                  <a:lnTo>
                    <a:pt x="21" y="150"/>
                  </a:lnTo>
                  <a:lnTo>
                    <a:pt x="21" y="117"/>
                  </a:lnTo>
                  <a:lnTo>
                    <a:pt x="21" y="49"/>
                  </a:lnTo>
                  <a:cubicBezTo>
                    <a:pt x="21" y="32"/>
                    <a:pt x="21" y="16"/>
                    <a:pt x="37" y="16"/>
                  </a:cubicBezTo>
                  <a:lnTo>
                    <a:pt x="53" y="16"/>
                  </a:lnTo>
                  <a:cubicBezTo>
                    <a:pt x="70" y="16"/>
                    <a:pt x="102" y="16"/>
                    <a:pt x="122" y="32"/>
                  </a:cubicBezTo>
                  <a:lnTo>
                    <a:pt x="138" y="32"/>
                  </a:lnTo>
                  <a:lnTo>
                    <a:pt x="272" y="65"/>
                  </a:lnTo>
                  <a:cubicBezTo>
                    <a:pt x="373" y="101"/>
                    <a:pt x="457" y="117"/>
                    <a:pt x="558" y="150"/>
                  </a:cubicBezTo>
                  <a:cubicBezTo>
                    <a:pt x="627" y="166"/>
                    <a:pt x="708" y="182"/>
                    <a:pt x="776" y="202"/>
                  </a:cubicBezTo>
                  <a:cubicBezTo>
                    <a:pt x="877" y="234"/>
                    <a:pt x="962" y="251"/>
                    <a:pt x="1063" y="283"/>
                  </a:cubicBezTo>
                  <a:cubicBezTo>
                    <a:pt x="1079" y="283"/>
                    <a:pt x="1096" y="283"/>
                    <a:pt x="1096" y="319"/>
                  </a:cubicBezTo>
                  <a:lnTo>
                    <a:pt x="1096" y="352"/>
                  </a:lnTo>
                  <a:lnTo>
                    <a:pt x="1096" y="404"/>
                  </a:lnTo>
                  <a:lnTo>
                    <a:pt x="1096" y="505"/>
                  </a:lnTo>
                  <a:cubicBezTo>
                    <a:pt x="1096" y="537"/>
                    <a:pt x="1096" y="570"/>
                    <a:pt x="1112" y="606"/>
                  </a:cubicBezTo>
                  <a:lnTo>
                    <a:pt x="1112" y="505"/>
                  </a:lnTo>
                  <a:lnTo>
                    <a:pt x="1112" y="404"/>
                  </a:lnTo>
                  <a:lnTo>
                    <a:pt x="1112" y="352"/>
                  </a:lnTo>
                  <a:lnTo>
                    <a:pt x="1112" y="319"/>
                  </a:lnTo>
                  <a:cubicBezTo>
                    <a:pt x="1112" y="283"/>
                    <a:pt x="1079" y="267"/>
                    <a:pt x="1063" y="267"/>
                  </a:cubicBezTo>
                  <a:cubicBezTo>
                    <a:pt x="962" y="234"/>
                    <a:pt x="877" y="218"/>
                    <a:pt x="776" y="182"/>
                  </a:cubicBezTo>
                  <a:cubicBezTo>
                    <a:pt x="708" y="166"/>
                    <a:pt x="643" y="150"/>
                    <a:pt x="558" y="133"/>
                  </a:cubicBezTo>
                  <a:cubicBezTo>
                    <a:pt x="474" y="117"/>
                    <a:pt x="373" y="81"/>
                    <a:pt x="272" y="49"/>
                  </a:cubicBezTo>
                  <a:lnTo>
                    <a:pt x="138" y="16"/>
                  </a:lnTo>
                  <a:lnTo>
                    <a:pt x="122" y="16"/>
                  </a:lnTo>
                  <a:cubicBezTo>
                    <a:pt x="102" y="16"/>
                    <a:pt x="86" y="0"/>
                    <a:pt x="70" y="0"/>
                  </a:cubicBezTo>
                  <a:close/>
                  <a:moveTo>
                    <a:pt x="1112" y="756"/>
                  </a:moveTo>
                  <a:lnTo>
                    <a:pt x="1112" y="925"/>
                  </a:lnTo>
                  <a:lnTo>
                    <a:pt x="1112" y="990"/>
                  </a:lnTo>
                  <a:lnTo>
                    <a:pt x="1112" y="1026"/>
                  </a:lnTo>
                  <a:lnTo>
                    <a:pt x="1132" y="1042"/>
                  </a:lnTo>
                  <a:lnTo>
                    <a:pt x="1132" y="1026"/>
                  </a:lnTo>
                  <a:lnTo>
                    <a:pt x="1132" y="990"/>
                  </a:lnTo>
                  <a:lnTo>
                    <a:pt x="1132" y="925"/>
                  </a:lnTo>
                  <a:cubicBezTo>
                    <a:pt x="1112" y="873"/>
                    <a:pt x="1112" y="808"/>
                    <a:pt x="1112" y="7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9">
              <a:extLst>
                <a:ext uri="{FF2B5EF4-FFF2-40B4-BE49-F238E27FC236}">
                  <a16:creationId xmlns:a16="http://schemas.microsoft.com/office/drawing/2014/main" id="{E5069AA0-1C65-37A8-CFD9-A45E570860CF}"/>
                </a:ext>
              </a:extLst>
            </p:cNvPr>
            <p:cNvSpPr/>
            <p:nvPr/>
          </p:nvSpPr>
          <p:spPr>
            <a:xfrm>
              <a:off x="1299596" y="656832"/>
              <a:ext cx="195472" cy="250895"/>
            </a:xfrm>
            <a:custGeom>
              <a:avLst/>
              <a:gdLst/>
              <a:ahLst/>
              <a:cxnLst/>
              <a:rect l="l" t="t" r="r" b="b"/>
              <a:pathLst>
                <a:path w="1968" h="2526" extrusionOk="0">
                  <a:moveTo>
                    <a:pt x="1967" y="0"/>
                  </a:moveTo>
                  <a:cubicBezTo>
                    <a:pt x="1935" y="0"/>
                    <a:pt x="1919" y="17"/>
                    <a:pt x="1903" y="17"/>
                  </a:cubicBezTo>
                  <a:lnTo>
                    <a:pt x="1244" y="521"/>
                  </a:lnTo>
                  <a:cubicBezTo>
                    <a:pt x="1127" y="622"/>
                    <a:pt x="994" y="707"/>
                    <a:pt x="877" y="788"/>
                  </a:cubicBezTo>
                  <a:lnTo>
                    <a:pt x="776" y="873"/>
                  </a:lnTo>
                  <a:cubicBezTo>
                    <a:pt x="574" y="1026"/>
                    <a:pt x="372" y="1176"/>
                    <a:pt x="186" y="1329"/>
                  </a:cubicBezTo>
                  <a:cubicBezTo>
                    <a:pt x="388" y="1176"/>
                    <a:pt x="590" y="1043"/>
                    <a:pt x="776" y="889"/>
                  </a:cubicBezTo>
                  <a:lnTo>
                    <a:pt x="893" y="808"/>
                  </a:lnTo>
                  <a:cubicBezTo>
                    <a:pt x="1010" y="723"/>
                    <a:pt x="1127" y="622"/>
                    <a:pt x="1244" y="538"/>
                  </a:cubicBezTo>
                  <a:lnTo>
                    <a:pt x="1733" y="166"/>
                  </a:lnTo>
                  <a:lnTo>
                    <a:pt x="1919" y="33"/>
                  </a:lnTo>
                  <a:cubicBezTo>
                    <a:pt x="1935" y="17"/>
                    <a:pt x="1951" y="17"/>
                    <a:pt x="1967" y="17"/>
                  </a:cubicBezTo>
                  <a:lnTo>
                    <a:pt x="1967" y="0"/>
                  </a:lnTo>
                  <a:close/>
                  <a:moveTo>
                    <a:pt x="186" y="1329"/>
                  </a:moveTo>
                  <a:cubicBezTo>
                    <a:pt x="170" y="1329"/>
                    <a:pt x="150" y="1346"/>
                    <a:pt x="133" y="1362"/>
                  </a:cubicBezTo>
                  <a:cubicBezTo>
                    <a:pt x="117" y="1378"/>
                    <a:pt x="117" y="1378"/>
                    <a:pt x="101" y="1394"/>
                  </a:cubicBezTo>
                  <a:cubicBezTo>
                    <a:pt x="85" y="1394"/>
                    <a:pt x="85" y="1414"/>
                    <a:pt x="85" y="1430"/>
                  </a:cubicBezTo>
                  <a:cubicBezTo>
                    <a:pt x="85" y="1463"/>
                    <a:pt x="85" y="1495"/>
                    <a:pt x="69" y="1531"/>
                  </a:cubicBezTo>
                  <a:lnTo>
                    <a:pt x="69" y="1596"/>
                  </a:lnTo>
                  <a:lnTo>
                    <a:pt x="69" y="1717"/>
                  </a:lnTo>
                  <a:cubicBezTo>
                    <a:pt x="85" y="1681"/>
                    <a:pt x="85" y="1632"/>
                    <a:pt x="85" y="1596"/>
                  </a:cubicBezTo>
                  <a:lnTo>
                    <a:pt x="85" y="1531"/>
                  </a:lnTo>
                  <a:cubicBezTo>
                    <a:pt x="85" y="1495"/>
                    <a:pt x="101" y="1463"/>
                    <a:pt x="101" y="1430"/>
                  </a:cubicBezTo>
                  <a:lnTo>
                    <a:pt x="101" y="1414"/>
                  </a:lnTo>
                  <a:cubicBezTo>
                    <a:pt x="117" y="1394"/>
                    <a:pt x="133" y="1378"/>
                    <a:pt x="150" y="1362"/>
                  </a:cubicBezTo>
                  <a:cubicBezTo>
                    <a:pt x="150" y="1362"/>
                    <a:pt x="170" y="1346"/>
                    <a:pt x="186" y="1329"/>
                  </a:cubicBezTo>
                  <a:close/>
                  <a:moveTo>
                    <a:pt x="69" y="1717"/>
                  </a:moveTo>
                  <a:cubicBezTo>
                    <a:pt x="49" y="1750"/>
                    <a:pt x="49" y="1782"/>
                    <a:pt x="49" y="1818"/>
                  </a:cubicBezTo>
                  <a:lnTo>
                    <a:pt x="49" y="1899"/>
                  </a:lnTo>
                  <a:cubicBezTo>
                    <a:pt x="49" y="1952"/>
                    <a:pt x="32" y="1984"/>
                    <a:pt x="32" y="2036"/>
                  </a:cubicBezTo>
                  <a:lnTo>
                    <a:pt x="32" y="2153"/>
                  </a:lnTo>
                  <a:cubicBezTo>
                    <a:pt x="49" y="2101"/>
                    <a:pt x="49" y="2069"/>
                    <a:pt x="49" y="2036"/>
                  </a:cubicBezTo>
                  <a:cubicBezTo>
                    <a:pt x="49" y="1984"/>
                    <a:pt x="49" y="1952"/>
                    <a:pt x="69" y="1899"/>
                  </a:cubicBezTo>
                  <a:lnTo>
                    <a:pt x="69" y="1818"/>
                  </a:lnTo>
                  <a:lnTo>
                    <a:pt x="69" y="1717"/>
                  </a:lnTo>
                  <a:close/>
                  <a:moveTo>
                    <a:pt x="32" y="2153"/>
                  </a:moveTo>
                  <a:cubicBezTo>
                    <a:pt x="32" y="2186"/>
                    <a:pt x="16" y="2222"/>
                    <a:pt x="16" y="2254"/>
                  </a:cubicBezTo>
                  <a:lnTo>
                    <a:pt x="16" y="2323"/>
                  </a:lnTo>
                  <a:lnTo>
                    <a:pt x="16" y="2388"/>
                  </a:lnTo>
                  <a:cubicBezTo>
                    <a:pt x="32" y="2355"/>
                    <a:pt x="32" y="2339"/>
                    <a:pt x="32" y="2323"/>
                  </a:cubicBezTo>
                  <a:lnTo>
                    <a:pt x="32" y="2254"/>
                  </a:lnTo>
                  <a:lnTo>
                    <a:pt x="32" y="2153"/>
                  </a:lnTo>
                  <a:close/>
                  <a:moveTo>
                    <a:pt x="16" y="2424"/>
                  </a:moveTo>
                  <a:cubicBezTo>
                    <a:pt x="16" y="2440"/>
                    <a:pt x="0" y="2456"/>
                    <a:pt x="0" y="2489"/>
                  </a:cubicBezTo>
                  <a:lnTo>
                    <a:pt x="0" y="2505"/>
                  </a:lnTo>
                  <a:lnTo>
                    <a:pt x="16" y="2525"/>
                  </a:lnTo>
                  <a:lnTo>
                    <a:pt x="16" y="2505"/>
                  </a:lnTo>
                  <a:lnTo>
                    <a:pt x="16" y="2489"/>
                  </a:lnTo>
                  <a:lnTo>
                    <a:pt x="16" y="24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9">
              <a:extLst>
                <a:ext uri="{FF2B5EF4-FFF2-40B4-BE49-F238E27FC236}">
                  <a16:creationId xmlns:a16="http://schemas.microsoft.com/office/drawing/2014/main" id="{7DC86847-0A81-5AB4-9FC4-D4A45E228098}"/>
                </a:ext>
              </a:extLst>
            </p:cNvPr>
            <p:cNvSpPr/>
            <p:nvPr/>
          </p:nvSpPr>
          <p:spPr>
            <a:xfrm>
              <a:off x="2488020" y="564559"/>
              <a:ext cx="72309" cy="25328"/>
            </a:xfrm>
            <a:custGeom>
              <a:avLst/>
              <a:gdLst/>
              <a:ahLst/>
              <a:cxnLst/>
              <a:rect l="l" t="t" r="r" b="b"/>
              <a:pathLst>
                <a:path w="728" h="255" extrusionOk="0">
                  <a:moveTo>
                    <a:pt x="1" y="0"/>
                  </a:moveTo>
                  <a:lnTo>
                    <a:pt x="1" y="20"/>
                  </a:lnTo>
                  <a:lnTo>
                    <a:pt x="37" y="20"/>
                  </a:lnTo>
                  <a:cubicBezTo>
                    <a:pt x="85" y="37"/>
                    <a:pt x="154" y="69"/>
                    <a:pt x="203" y="85"/>
                  </a:cubicBezTo>
                  <a:cubicBezTo>
                    <a:pt x="239" y="85"/>
                    <a:pt x="271" y="101"/>
                    <a:pt x="304" y="121"/>
                  </a:cubicBezTo>
                  <a:cubicBezTo>
                    <a:pt x="356" y="138"/>
                    <a:pt x="405" y="154"/>
                    <a:pt x="457" y="170"/>
                  </a:cubicBezTo>
                  <a:cubicBezTo>
                    <a:pt x="506" y="186"/>
                    <a:pt x="558" y="202"/>
                    <a:pt x="607" y="222"/>
                  </a:cubicBezTo>
                  <a:cubicBezTo>
                    <a:pt x="627" y="222"/>
                    <a:pt x="627" y="239"/>
                    <a:pt x="643" y="239"/>
                  </a:cubicBezTo>
                  <a:cubicBezTo>
                    <a:pt x="659" y="239"/>
                    <a:pt x="675" y="255"/>
                    <a:pt x="708" y="255"/>
                  </a:cubicBezTo>
                  <a:lnTo>
                    <a:pt x="728" y="255"/>
                  </a:lnTo>
                  <a:lnTo>
                    <a:pt x="708" y="239"/>
                  </a:lnTo>
                  <a:cubicBezTo>
                    <a:pt x="691" y="239"/>
                    <a:pt x="659" y="239"/>
                    <a:pt x="643" y="222"/>
                  </a:cubicBezTo>
                  <a:lnTo>
                    <a:pt x="627" y="222"/>
                  </a:lnTo>
                  <a:cubicBezTo>
                    <a:pt x="558" y="186"/>
                    <a:pt x="506" y="170"/>
                    <a:pt x="457" y="154"/>
                  </a:cubicBezTo>
                  <a:cubicBezTo>
                    <a:pt x="405" y="138"/>
                    <a:pt x="356" y="121"/>
                    <a:pt x="304" y="101"/>
                  </a:cubicBezTo>
                  <a:cubicBezTo>
                    <a:pt x="271" y="85"/>
                    <a:pt x="239" y="85"/>
                    <a:pt x="203" y="69"/>
                  </a:cubicBezTo>
                  <a:cubicBezTo>
                    <a:pt x="154" y="53"/>
                    <a:pt x="102" y="3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9">
              <a:extLst>
                <a:ext uri="{FF2B5EF4-FFF2-40B4-BE49-F238E27FC236}">
                  <a16:creationId xmlns:a16="http://schemas.microsoft.com/office/drawing/2014/main" id="{3F69D26E-0DF4-7188-97DE-33B28E083206}"/>
                </a:ext>
              </a:extLst>
            </p:cNvPr>
            <p:cNvSpPr/>
            <p:nvPr/>
          </p:nvSpPr>
          <p:spPr>
            <a:xfrm>
              <a:off x="2379656" y="532875"/>
              <a:ext cx="73600" cy="25328"/>
            </a:xfrm>
            <a:custGeom>
              <a:avLst/>
              <a:gdLst/>
              <a:ahLst/>
              <a:cxnLst/>
              <a:rect l="l" t="t" r="r" b="b"/>
              <a:pathLst>
                <a:path w="741" h="255" extrusionOk="0">
                  <a:moveTo>
                    <a:pt x="1" y="0"/>
                  </a:moveTo>
                  <a:cubicBezTo>
                    <a:pt x="33" y="16"/>
                    <a:pt x="82" y="36"/>
                    <a:pt x="118" y="53"/>
                  </a:cubicBezTo>
                  <a:cubicBezTo>
                    <a:pt x="134" y="53"/>
                    <a:pt x="150" y="53"/>
                    <a:pt x="167" y="69"/>
                  </a:cubicBezTo>
                  <a:cubicBezTo>
                    <a:pt x="268" y="101"/>
                    <a:pt x="369" y="137"/>
                    <a:pt x="470" y="170"/>
                  </a:cubicBezTo>
                  <a:cubicBezTo>
                    <a:pt x="538" y="186"/>
                    <a:pt x="587" y="218"/>
                    <a:pt x="655" y="238"/>
                  </a:cubicBezTo>
                  <a:lnTo>
                    <a:pt x="672" y="238"/>
                  </a:lnTo>
                  <a:cubicBezTo>
                    <a:pt x="672" y="238"/>
                    <a:pt x="672" y="218"/>
                    <a:pt x="655" y="218"/>
                  </a:cubicBezTo>
                  <a:cubicBezTo>
                    <a:pt x="607" y="202"/>
                    <a:pt x="538" y="186"/>
                    <a:pt x="470" y="154"/>
                  </a:cubicBezTo>
                  <a:cubicBezTo>
                    <a:pt x="369" y="117"/>
                    <a:pt x="268" y="85"/>
                    <a:pt x="167" y="53"/>
                  </a:cubicBezTo>
                  <a:cubicBezTo>
                    <a:pt x="150" y="53"/>
                    <a:pt x="134" y="36"/>
                    <a:pt x="118" y="36"/>
                  </a:cubicBezTo>
                  <a:cubicBezTo>
                    <a:pt x="82" y="16"/>
                    <a:pt x="33" y="0"/>
                    <a:pt x="1" y="0"/>
                  </a:cubicBezTo>
                  <a:close/>
                  <a:moveTo>
                    <a:pt x="672" y="238"/>
                  </a:moveTo>
                  <a:cubicBezTo>
                    <a:pt x="688" y="255"/>
                    <a:pt x="724" y="255"/>
                    <a:pt x="740" y="255"/>
                  </a:cubicBezTo>
                  <a:cubicBezTo>
                    <a:pt x="724" y="255"/>
                    <a:pt x="708" y="238"/>
                    <a:pt x="672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9">
              <a:extLst>
                <a:ext uri="{FF2B5EF4-FFF2-40B4-BE49-F238E27FC236}">
                  <a16:creationId xmlns:a16="http://schemas.microsoft.com/office/drawing/2014/main" id="{88256A2B-9BD7-663A-0AA8-FC158044B3F4}"/>
                </a:ext>
              </a:extLst>
            </p:cNvPr>
            <p:cNvSpPr/>
            <p:nvPr/>
          </p:nvSpPr>
          <p:spPr>
            <a:xfrm>
              <a:off x="1941534" y="203414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1"/>
                  </a:moveTo>
                  <a:cubicBezTo>
                    <a:pt x="17" y="1"/>
                    <a:pt x="49" y="21"/>
                    <a:pt x="69" y="21"/>
                  </a:cubicBezTo>
                  <a:cubicBezTo>
                    <a:pt x="85" y="37"/>
                    <a:pt x="102" y="37"/>
                    <a:pt x="118" y="53"/>
                  </a:cubicBezTo>
                  <a:cubicBezTo>
                    <a:pt x="150" y="53"/>
                    <a:pt x="170" y="69"/>
                    <a:pt x="203" y="69"/>
                  </a:cubicBezTo>
                  <a:cubicBezTo>
                    <a:pt x="186" y="53"/>
                    <a:pt x="150" y="53"/>
                    <a:pt x="134" y="37"/>
                  </a:cubicBezTo>
                  <a:cubicBezTo>
                    <a:pt x="102" y="21"/>
                    <a:pt x="85" y="21"/>
                    <a:pt x="69" y="1"/>
                  </a:cubicBezTo>
                  <a:close/>
                  <a:moveTo>
                    <a:pt x="203" y="69"/>
                  </a:moveTo>
                  <a:cubicBezTo>
                    <a:pt x="271" y="102"/>
                    <a:pt x="320" y="138"/>
                    <a:pt x="388" y="154"/>
                  </a:cubicBezTo>
                  <a:cubicBezTo>
                    <a:pt x="421" y="170"/>
                    <a:pt x="437" y="170"/>
                    <a:pt x="473" y="186"/>
                  </a:cubicBezTo>
                  <a:cubicBezTo>
                    <a:pt x="623" y="255"/>
                    <a:pt x="792" y="324"/>
                    <a:pt x="958" y="372"/>
                  </a:cubicBezTo>
                  <a:cubicBezTo>
                    <a:pt x="792" y="303"/>
                    <a:pt x="639" y="239"/>
                    <a:pt x="473" y="170"/>
                  </a:cubicBezTo>
                  <a:cubicBezTo>
                    <a:pt x="437" y="170"/>
                    <a:pt x="421" y="154"/>
                    <a:pt x="405" y="138"/>
                  </a:cubicBezTo>
                  <a:cubicBezTo>
                    <a:pt x="336" y="122"/>
                    <a:pt x="271" y="85"/>
                    <a:pt x="203" y="69"/>
                  </a:cubicBezTo>
                  <a:close/>
                  <a:moveTo>
                    <a:pt x="958" y="372"/>
                  </a:moveTo>
                  <a:lnTo>
                    <a:pt x="958" y="372"/>
                  </a:lnTo>
                  <a:cubicBezTo>
                    <a:pt x="1011" y="404"/>
                    <a:pt x="1059" y="425"/>
                    <a:pt x="1112" y="441"/>
                  </a:cubicBezTo>
                  <a:cubicBezTo>
                    <a:pt x="1059" y="404"/>
                    <a:pt x="1011" y="388"/>
                    <a:pt x="958" y="372"/>
                  </a:cubicBezTo>
                  <a:close/>
                  <a:moveTo>
                    <a:pt x="1112" y="441"/>
                  </a:moveTo>
                  <a:cubicBezTo>
                    <a:pt x="1196" y="473"/>
                    <a:pt x="1281" y="505"/>
                    <a:pt x="1362" y="542"/>
                  </a:cubicBezTo>
                  <a:cubicBezTo>
                    <a:pt x="1415" y="558"/>
                    <a:pt x="1463" y="590"/>
                    <a:pt x="1515" y="606"/>
                  </a:cubicBezTo>
                  <a:cubicBezTo>
                    <a:pt x="1584" y="627"/>
                    <a:pt x="1649" y="659"/>
                    <a:pt x="1717" y="691"/>
                  </a:cubicBezTo>
                  <a:cubicBezTo>
                    <a:pt x="1818" y="728"/>
                    <a:pt x="1919" y="776"/>
                    <a:pt x="2020" y="808"/>
                  </a:cubicBezTo>
                  <a:cubicBezTo>
                    <a:pt x="2138" y="861"/>
                    <a:pt x="2255" y="909"/>
                    <a:pt x="2372" y="946"/>
                  </a:cubicBezTo>
                  <a:cubicBezTo>
                    <a:pt x="2271" y="893"/>
                    <a:pt x="2138" y="845"/>
                    <a:pt x="2037" y="792"/>
                  </a:cubicBezTo>
                  <a:cubicBezTo>
                    <a:pt x="1936" y="760"/>
                    <a:pt x="1835" y="728"/>
                    <a:pt x="1734" y="675"/>
                  </a:cubicBezTo>
                  <a:cubicBezTo>
                    <a:pt x="1649" y="659"/>
                    <a:pt x="1584" y="627"/>
                    <a:pt x="1515" y="590"/>
                  </a:cubicBezTo>
                  <a:cubicBezTo>
                    <a:pt x="1463" y="574"/>
                    <a:pt x="1415" y="558"/>
                    <a:pt x="1362" y="526"/>
                  </a:cubicBezTo>
                  <a:cubicBezTo>
                    <a:pt x="1281" y="489"/>
                    <a:pt x="1196" y="457"/>
                    <a:pt x="1112" y="441"/>
                  </a:cubicBezTo>
                  <a:close/>
                  <a:moveTo>
                    <a:pt x="2372" y="946"/>
                  </a:moveTo>
                  <a:cubicBezTo>
                    <a:pt x="2525" y="1010"/>
                    <a:pt x="2695" y="1079"/>
                    <a:pt x="2861" y="1148"/>
                  </a:cubicBezTo>
                  <a:cubicBezTo>
                    <a:pt x="2877" y="1164"/>
                    <a:pt x="2913" y="1164"/>
                    <a:pt x="2929" y="1180"/>
                  </a:cubicBezTo>
                  <a:cubicBezTo>
                    <a:pt x="2998" y="1196"/>
                    <a:pt x="3047" y="1212"/>
                    <a:pt x="3099" y="1249"/>
                  </a:cubicBezTo>
                  <a:cubicBezTo>
                    <a:pt x="3047" y="1212"/>
                    <a:pt x="2998" y="1180"/>
                    <a:pt x="2946" y="1164"/>
                  </a:cubicBezTo>
                  <a:cubicBezTo>
                    <a:pt x="2913" y="1164"/>
                    <a:pt x="2897" y="1148"/>
                    <a:pt x="2861" y="1132"/>
                  </a:cubicBezTo>
                  <a:cubicBezTo>
                    <a:pt x="2695" y="1063"/>
                    <a:pt x="2525" y="994"/>
                    <a:pt x="2372" y="946"/>
                  </a:cubicBezTo>
                  <a:close/>
                  <a:moveTo>
                    <a:pt x="3099" y="1249"/>
                  </a:moveTo>
                  <a:cubicBezTo>
                    <a:pt x="3148" y="1265"/>
                    <a:pt x="3180" y="1281"/>
                    <a:pt x="3216" y="1297"/>
                  </a:cubicBezTo>
                  <a:cubicBezTo>
                    <a:pt x="3232" y="1297"/>
                    <a:pt x="3249" y="1297"/>
                    <a:pt x="3265" y="1313"/>
                  </a:cubicBezTo>
                  <a:cubicBezTo>
                    <a:pt x="3366" y="1350"/>
                    <a:pt x="3483" y="1398"/>
                    <a:pt x="3604" y="1451"/>
                  </a:cubicBezTo>
                  <a:cubicBezTo>
                    <a:pt x="3652" y="1467"/>
                    <a:pt x="3705" y="1483"/>
                    <a:pt x="3737" y="1499"/>
                  </a:cubicBezTo>
                  <a:cubicBezTo>
                    <a:pt x="3770" y="1515"/>
                    <a:pt x="3786" y="1536"/>
                    <a:pt x="3822" y="1536"/>
                  </a:cubicBezTo>
                  <a:cubicBezTo>
                    <a:pt x="3887" y="1568"/>
                    <a:pt x="3955" y="1584"/>
                    <a:pt x="4024" y="1616"/>
                  </a:cubicBezTo>
                  <a:cubicBezTo>
                    <a:pt x="4073" y="1637"/>
                    <a:pt x="4109" y="1653"/>
                    <a:pt x="4141" y="1669"/>
                  </a:cubicBezTo>
                  <a:cubicBezTo>
                    <a:pt x="4210" y="1685"/>
                    <a:pt x="4258" y="1717"/>
                    <a:pt x="4311" y="1738"/>
                  </a:cubicBezTo>
                  <a:cubicBezTo>
                    <a:pt x="4376" y="1754"/>
                    <a:pt x="4460" y="1786"/>
                    <a:pt x="4529" y="1818"/>
                  </a:cubicBezTo>
                  <a:cubicBezTo>
                    <a:pt x="4561" y="1839"/>
                    <a:pt x="4614" y="1855"/>
                    <a:pt x="4646" y="1871"/>
                  </a:cubicBezTo>
                  <a:cubicBezTo>
                    <a:pt x="4715" y="1903"/>
                    <a:pt x="4796" y="1940"/>
                    <a:pt x="4881" y="1956"/>
                  </a:cubicBezTo>
                  <a:cubicBezTo>
                    <a:pt x="4796" y="1919"/>
                    <a:pt x="4731" y="1887"/>
                    <a:pt x="4646" y="1855"/>
                  </a:cubicBezTo>
                  <a:cubicBezTo>
                    <a:pt x="4614" y="1839"/>
                    <a:pt x="4578" y="1818"/>
                    <a:pt x="4529" y="1802"/>
                  </a:cubicBezTo>
                  <a:cubicBezTo>
                    <a:pt x="4460" y="1786"/>
                    <a:pt x="4392" y="1754"/>
                    <a:pt x="4311" y="1717"/>
                  </a:cubicBezTo>
                  <a:cubicBezTo>
                    <a:pt x="4258" y="1701"/>
                    <a:pt x="4210" y="1685"/>
                    <a:pt x="4157" y="1653"/>
                  </a:cubicBezTo>
                  <a:cubicBezTo>
                    <a:pt x="4109" y="1637"/>
                    <a:pt x="4073" y="1616"/>
                    <a:pt x="4024" y="1600"/>
                  </a:cubicBezTo>
                  <a:cubicBezTo>
                    <a:pt x="3955" y="1584"/>
                    <a:pt x="3887" y="1552"/>
                    <a:pt x="3822" y="1515"/>
                  </a:cubicBezTo>
                  <a:cubicBezTo>
                    <a:pt x="3806" y="1515"/>
                    <a:pt x="3770" y="1499"/>
                    <a:pt x="3753" y="1499"/>
                  </a:cubicBezTo>
                  <a:cubicBezTo>
                    <a:pt x="3705" y="1483"/>
                    <a:pt x="3652" y="1451"/>
                    <a:pt x="3604" y="1435"/>
                  </a:cubicBezTo>
                  <a:cubicBezTo>
                    <a:pt x="3503" y="1382"/>
                    <a:pt x="3382" y="1350"/>
                    <a:pt x="3265" y="1297"/>
                  </a:cubicBezTo>
                  <a:cubicBezTo>
                    <a:pt x="3249" y="1297"/>
                    <a:pt x="3232" y="1281"/>
                    <a:pt x="3216" y="1281"/>
                  </a:cubicBezTo>
                  <a:cubicBezTo>
                    <a:pt x="3180" y="1265"/>
                    <a:pt x="3148" y="1249"/>
                    <a:pt x="3099" y="1249"/>
                  </a:cubicBezTo>
                  <a:close/>
                  <a:moveTo>
                    <a:pt x="4882" y="1956"/>
                  </a:moveTo>
                  <a:lnTo>
                    <a:pt x="4882" y="1956"/>
                  </a:lnTo>
                  <a:cubicBezTo>
                    <a:pt x="4966" y="1988"/>
                    <a:pt x="5051" y="2021"/>
                    <a:pt x="5135" y="2073"/>
                  </a:cubicBezTo>
                  <a:cubicBezTo>
                    <a:pt x="5167" y="2073"/>
                    <a:pt x="5200" y="2089"/>
                    <a:pt x="5220" y="2105"/>
                  </a:cubicBezTo>
                  <a:cubicBezTo>
                    <a:pt x="5252" y="2121"/>
                    <a:pt x="5285" y="2121"/>
                    <a:pt x="5301" y="2142"/>
                  </a:cubicBezTo>
                  <a:cubicBezTo>
                    <a:pt x="5353" y="2158"/>
                    <a:pt x="5385" y="2174"/>
                    <a:pt x="5438" y="2190"/>
                  </a:cubicBezTo>
                  <a:cubicBezTo>
                    <a:pt x="5539" y="2243"/>
                    <a:pt x="5656" y="2275"/>
                    <a:pt x="5773" y="2323"/>
                  </a:cubicBezTo>
                  <a:cubicBezTo>
                    <a:pt x="5890" y="2376"/>
                    <a:pt x="6008" y="2408"/>
                    <a:pt x="6109" y="2461"/>
                  </a:cubicBezTo>
                  <a:cubicBezTo>
                    <a:pt x="6177" y="2493"/>
                    <a:pt x="6246" y="2509"/>
                    <a:pt x="6294" y="2546"/>
                  </a:cubicBezTo>
                  <a:cubicBezTo>
                    <a:pt x="6379" y="2562"/>
                    <a:pt x="6448" y="2594"/>
                    <a:pt x="6513" y="2626"/>
                  </a:cubicBezTo>
                  <a:lnTo>
                    <a:pt x="6715" y="2711"/>
                  </a:lnTo>
                  <a:cubicBezTo>
                    <a:pt x="6852" y="2764"/>
                    <a:pt x="6985" y="2812"/>
                    <a:pt x="7102" y="2865"/>
                  </a:cubicBezTo>
                  <a:cubicBezTo>
                    <a:pt x="7119" y="2865"/>
                    <a:pt x="7139" y="2881"/>
                    <a:pt x="7155" y="2881"/>
                  </a:cubicBezTo>
                  <a:cubicBezTo>
                    <a:pt x="7203" y="2897"/>
                    <a:pt x="7240" y="2913"/>
                    <a:pt x="7288" y="2929"/>
                  </a:cubicBezTo>
                  <a:cubicBezTo>
                    <a:pt x="7320" y="2949"/>
                    <a:pt x="7357" y="2966"/>
                    <a:pt x="7389" y="2966"/>
                  </a:cubicBezTo>
                  <a:cubicBezTo>
                    <a:pt x="7357" y="2949"/>
                    <a:pt x="7320" y="2929"/>
                    <a:pt x="7288" y="2913"/>
                  </a:cubicBezTo>
                  <a:cubicBezTo>
                    <a:pt x="7256" y="2913"/>
                    <a:pt x="7203" y="2897"/>
                    <a:pt x="7171" y="2881"/>
                  </a:cubicBezTo>
                  <a:cubicBezTo>
                    <a:pt x="7155" y="2865"/>
                    <a:pt x="7139" y="2865"/>
                    <a:pt x="7119" y="2848"/>
                  </a:cubicBezTo>
                  <a:cubicBezTo>
                    <a:pt x="6985" y="2796"/>
                    <a:pt x="6852" y="2747"/>
                    <a:pt x="6715" y="2695"/>
                  </a:cubicBezTo>
                  <a:lnTo>
                    <a:pt x="6533" y="2610"/>
                  </a:lnTo>
                  <a:cubicBezTo>
                    <a:pt x="6448" y="2578"/>
                    <a:pt x="6379" y="2562"/>
                    <a:pt x="6311" y="2525"/>
                  </a:cubicBezTo>
                  <a:cubicBezTo>
                    <a:pt x="6246" y="2493"/>
                    <a:pt x="6177" y="2477"/>
                    <a:pt x="6109" y="2445"/>
                  </a:cubicBezTo>
                  <a:cubicBezTo>
                    <a:pt x="6008" y="2408"/>
                    <a:pt x="5890" y="2360"/>
                    <a:pt x="5773" y="2307"/>
                  </a:cubicBezTo>
                  <a:cubicBezTo>
                    <a:pt x="5656" y="2275"/>
                    <a:pt x="5555" y="2222"/>
                    <a:pt x="5438" y="2174"/>
                  </a:cubicBezTo>
                  <a:cubicBezTo>
                    <a:pt x="5402" y="2158"/>
                    <a:pt x="5353" y="2142"/>
                    <a:pt x="5321" y="2121"/>
                  </a:cubicBezTo>
                  <a:cubicBezTo>
                    <a:pt x="5285" y="2121"/>
                    <a:pt x="5252" y="2105"/>
                    <a:pt x="5236" y="2089"/>
                  </a:cubicBezTo>
                  <a:cubicBezTo>
                    <a:pt x="5200" y="2073"/>
                    <a:pt x="5167" y="2073"/>
                    <a:pt x="5135" y="2057"/>
                  </a:cubicBezTo>
                  <a:cubicBezTo>
                    <a:pt x="5051" y="2021"/>
                    <a:pt x="4966" y="1988"/>
                    <a:pt x="4882" y="1956"/>
                  </a:cubicBezTo>
                  <a:close/>
                  <a:moveTo>
                    <a:pt x="7389" y="2966"/>
                  </a:moveTo>
                  <a:cubicBezTo>
                    <a:pt x="7405" y="2982"/>
                    <a:pt x="7442" y="2998"/>
                    <a:pt x="7474" y="3014"/>
                  </a:cubicBezTo>
                  <a:cubicBezTo>
                    <a:pt x="7559" y="3030"/>
                    <a:pt x="7644" y="3067"/>
                    <a:pt x="7708" y="3099"/>
                  </a:cubicBezTo>
                  <a:cubicBezTo>
                    <a:pt x="7761" y="3115"/>
                    <a:pt x="7793" y="3131"/>
                    <a:pt x="7825" y="3151"/>
                  </a:cubicBezTo>
                  <a:cubicBezTo>
                    <a:pt x="7878" y="3184"/>
                    <a:pt x="7926" y="3200"/>
                    <a:pt x="7979" y="3216"/>
                  </a:cubicBezTo>
                  <a:cubicBezTo>
                    <a:pt x="7995" y="3216"/>
                    <a:pt x="8011" y="3232"/>
                    <a:pt x="8027" y="3232"/>
                  </a:cubicBezTo>
                  <a:lnTo>
                    <a:pt x="8027" y="3252"/>
                  </a:lnTo>
                  <a:lnTo>
                    <a:pt x="8027" y="3269"/>
                  </a:lnTo>
                  <a:lnTo>
                    <a:pt x="8048" y="3252"/>
                  </a:lnTo>
                  <a:lnTo>
                    <a:pt x="8048" y="3232"/>
                  </a:lnTo>
                  <a:lnTo>
                    <a:pt x="8027" y="3216"/>
                  </a:lnTo>
                  <a:cubicBezTo>
                    <a:pt x="8011" y="3216"/>
                    <a:pt x="7995" y="3200"/>
                    <a:pt x="7979" y="3200"/>
                  </a:cubicBezTo>
                  <a:cubicBezTo>
                    <a:pt x="7926" y="3184"/>
                    <a:pt x="7878" y="3168"/>
                    <a:pt x="7846" y="3151"/>
                  </a:cubicBezTo>
                  <a:cubicBezTo>
                    <a:pt x="7793" y="3131"/>
                    <a:pt x="7761" y="3115"/>
                    <a:pt x="7724" y="3099"/>
                  </a:cubicBezTo>
                  <a:cubicBezTo>
                    <a:pt x="7644" y="3067"/>
                    <a:pt x="7559" y="3030"/>
                    <a:pt x="7474" y="2998"/>
                  </a:cubicBezTo>
                  <a:cubicBezTo>
                    <a:pt x="7442" y="2982"/>
                    <a:pt x="7421" y="2966"/>
                    <a:pt x="7389" y="2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9">
              <a:extLst>
                <a:ext uri="{FF2B5EF4-FFF2-40B4-BE49-F238E27FC236}">
                  <a16:creationId xmlns:a16="http://schemas.microsoft.com/office/drawing/2014/main" id="{F34AE702-43F6-F187-ACD4-5D42D9121AF7}"/>
                </a:ext>
              </a:extLst>
            </p:cNvPr>
            <p:cNvSpPr/>
            <p:nvPr/>
          </p:nvSpPr>
          <p:spPr>
            <a:xfrm>
              <a:off x="2222425" y="922427"/>
              <a:ext cx="95153" cy="28606"/>
            </a:xfrm>
            <a:custGeom>
              <a:avLst/>
              <a:gdLst/>
              <a:ahLst/>
              <a:cxnLst/>
              <a:rect l="l" t="t" r="r" b="b"/>
              <a:pathLst>
                <a:path w="958" h="288" extrusionOk="0">
                  <a:moveTo>
                    <a:pt x="0" y="1"/>
                  </a:moveTo>
                  <a:lnTo>
                    <a:pt x="17" y="17"/>
                  </a:lnTo>
                  <a:cubicBezTo>
                    <a:pt x="49" y="17"/>
                    <a:pt x="69" y="33"/>
                    <a:pt x="85" y="33"/>
                  </a:cubicBezTo>
                  <a:cubicBezTo>
                    <a:pt x="118" y="53"/>
                    <a:pt x="170" y="53"/>
                    <a:pt x="202" y="69"/>
                  </a:cubicBezTo>
                  <a:cubicBezTo>
                    <a:pt x="287" y="85"/>
                    <a:pt x="372" y="118"/>
                    <a:pt x="453" y="134"/>
                  </a:cubicBezTo>
                  <a:cubicBezTo>
                    <a:pt x="372" y="102"/>
                    <a:pt x="287" y="85"/>
                    <a:pt x="219" y="53"/>
                  </a:cubicBezTo>
                  <a:cubicBezTo>
                    <a:pt x="170" y="53"/>
                    <a:pt x="134" y="33"/>
                    <a:pt x="85" y="17"/>
                  </a:cubicBezTo>
                  <a:cubicBezTo>
                    <a:pt x="69" y="17"/>
                    <a:pt x="49" y="17"/>
                    <a:pt x="33" y="1"/>
                  </a:cubicBezTo>
                  <a:close/>
                  <a:moveTo>
                    <a:pt x="453" y="134"/>
                  </a:moveTo>
                  <a:cubicBezTo>
                    <a:pt x="489" y="154"/>
                    <a:pt x="538" y="170"/>
                    <a:pt x="574" y="170"/>
                  </a:cubicBezTo>
                  <a:cubicBezTo>
                    <a:pt x="639" y="203"/>
                    <a:pt x="707" y="219"/>
                    <a:pt x="776" y="235"/>
                  </a:cubicBezTo>
                  <a:lnTo>
                    <a:pt x="792" y="235"/>
                  </a:lnTo>
                  <a:cubicBezTo>
                    <a:pt x="808" y="235"/>
                    <a:pt x="824" y="235"/>
                    <a:pt x="857" y="255"/>
                  </a:cubicBezTo>
                  <a:cubicBezTo>
                    <a:pt x="893" y="271"/>
                    <a:pt x="925" y="271"/>
                    <a:pt x="958" y="287"/>
                  </a:cubicBezTo>
                  <a:lnTo>
                    <a:pt x="958" y="271"/>
                  </a:lnTo>
                  <a:cubicBezTo>
                    <a:pt x="925" y="271"/>
                    <a:pt x="893" y="255"/>
                    <a:pt x="857" y="235"/>
                  </a:cubicBezTo>
                  <a:cubicBezTo>
                    <a:pt x="841" y="235"/>
                    <a:pt x="808" y="219"/>
                    <a:pt x="792" y="219"/>
                  </a:cubicBezTo>
                  <a:lnTo>
                    <a:pt x="776" y="219"/>
                  </a:lnTo>
                  <a:cubicBezTo>
                    <a:pt x="707" y="203"/>
                    <a:pt x="639" y="186"/>
                    <a:pt x="590" y="170"/>
                  </a:cubicBezTo>
                  <a:cubicBezTo>
                    <a:pt x="538" y="154"/>
                    <a:pt x="505" y="134"/>
                    <a:pt x="453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9">
              <a:extLst>
                <a:ext uri="{FF2B5EF4-FFF2-40B4-BE49-F238E27FC236}">
                  <a16:creationId xmlns:a16="http://schemas.microsoft.com/office/drawing/2014/main" id="{BB2508FD-35DA-497B-2B7A-8599912FCF42}"/>
                </a:ext>
              </a:extLst>
            </p:cNvPr>
            <p:cNvSpPr/>
            <p:nvPr/>
          </p:nvSpPr>
          <p:spPr>
            <a:xfrm>
              <a:off x="1650611" y="775228"/>
              <a:ext cx="295889" cy="209079"/>
            </a:xfrm>
            <a:custGeom>
              <a:avLst/>
              <a:gdLst/>
              <a:ahLst/>
              <a:cxnLst/>
              <a:rect l="l" t="t" r="r" b="b"/>
              <a:pathLst>
                <a:path w="2979" h="2105" extrusionOk="0">
                  <a:moveTo>
                    <a:pt x="2978" y="0"/>
                  </a:moveTo>
                  <a:cubicBezTo>
                    <a:pt x="2930" y="0"/>
                    <a:pt x="2897" y="36"/>
                    <a:pt x="2845" y="53"/>
                  </a:cubicBezTo>
                  <a:cubicBezTo>
                    <a:pt x="2845" y="53"/>
                    <a:pt x="2829" y="69"/>
                    <a:pt x="2812" y="69"/>
                  </a:cubicBezTo>
                  <a:cubicBezTo>
                    <a:pt x="2728" y="121"/>
                    <a:pt x="2643" y="170"/>
                    <a:pt x="2574" y="202"/>
                  </a:cubicBezTo>
                  <a:cubicBezTo>
                    <a:pt x="2526" y="238"/>
                    <a:pt x="2493" y="255"/>
                    <a:pt x="2441" y="271"/>
                  </a:cubicBezTo>
                  <a:cubicBezTo>
                    <a:pt x="2324" y="339"/>
                    <a:pt x="2223" y="404"/>
                    <a:pt x="2106" y="457"/>
                  </a:cubicBezTo>
                  <a:lnTo>
                    <a:pt x="2037" y="505"/>
                  </a:lnTo>
                  <a:lnTo>
                    <a:pt x="2122" y="473"/>
                  </a:lnTo>
                  <a:cubicBezTo>
                    <a:pt x="2223" y="404"/>
                    <a:pt x="2340" y="356"/>
                    <a:pt x="2441" y="287"/>
                  </a:cubicBezTo>
                  <a:cubicBezTo>
                    <a:pt x="2493" y="271"/>
                    <a:pt x="2542" y="238"/>
                    <a:pt x="2574" y="222"/>
                  </a:cubicBezTo>
                  <a:cubicBezTo>
                    <a:pt x="2659" y="170"/>
                    <a:pt x="2728" y="137"/>
                    <a:pt x="2812" y="85"/>
                  </a:cubicBezTo>
                  <a:cubicBezTo>
                    <a:pt x="2829" y="85"/>
                    <a:pt x="2845" y="69"/>
                    <a:pt x="2861" y="69"/>
                  </a:cubicBezTo>
                  <a:cubicBezTo>
                    <a:pt x="2897" y="36"/>
                    <a:pt x="2930" y="20"/>
                    <a:pt x="2978" y="20"/>
                  </a:cubicBezTo>
                  <a:lnTo>
                    <a:pt x="2978" y="0"/>
                  </a:lnTo>
                  <a:close/>
                  <a:moveTo>
                    <a:pt x="2037" y="505"/>
                  </a:moveTo>
                  <a:cubicBezTo>
                    <a:pt x="1988" y="525"/>
                    <a:pt x="1936" y="558"/>
                    <a:pt x="1887" y="574"/>
                  </a:cubicBezTo>
                  <a:cubicBezTo>
                    <a:pt x="1819" y="606"/>
                    <a:pt x="1766" y="642"/>
                    <a:pt x="1718" y="675"/>
                  </a:cubicBezTo>
                  <a:cubicBezTo>
                    <a:pt x="1786" y="659"/>
                    <a:pt x="1835" y="626"/>
                    <a:pt x="1887" y="590"/>
                  </a:cubicBezTo>
                  <a:cubicBezTo>
                    <a:pt x="1936" y="574"/>
                    <a:pt x="1988" y="541"/>
                    <a:pt x="2037" y="505"/>
                  </a:cubicBezTo>
                  <a:close/>
                  <a:moveTo>
                    <a:pt x="1718" y="675"/>
                  </a:moveTo>
                  <a:lnTo>
                    <a:pt x="1718" y="675"/>
                  </a:lnTo>
                  <a:cubicBezTo>
                    <a:pt x="1665" y="707"/>
                    <a:pt x="1601" y="727"/>
                    <a:pt x="1548" y="760"/>
                  </a:cubicBezTo>
                  <a:cubicBezTo>
                    <a:pt x="1463" y="808"/>
                    <a:pt x="1399" y="844"/>
                    <a:pt x="1314" y="893"/>
                  </a:cubicBezTo>
                  <a:cubicBezTo>
                    <a:pt x="1245" y="929"/>
                    <a:pt x="1197" y="961"/>
                    <a:pt x="1128" y="994"/>
                  </a:cubicBezTo>
                  <a:cubicBezTo>
                    <a:pt x="1197" y="961"/>
                    <a:pt x="1261" y="945"/>
                    <a:pt x="1314" y="909"/>
                  </a:cubicBezTo>
                  <a:cubicBezTo>
                    <a:pt x="1399" y="861"/>
                    <a:pt x="1483" y="808"/>
                    <a:pt x="1548" y="776"/>
                  </a:cubicBezTo>
                  <a:cubicBezTo>
                    <a:pt x="1617" y="743"/>
                    <a:pt x="1665" y="707"/>
                    <a:pt x="1718" y="675"/>
                  </a:cubicBezTo>
                  <a:close/>
                  <a:moveTo>
                    <a:pt x="1128" y="994"/>
                  </a:moveTo>
                  <a:cubicBezTo>
                    <a:pt x="1043" y="1046"/>
                    <a:pt x="942" y="1095"/>
                    <a:pt x="857" y="1131"/>
                  </a:cubicBezTo>
                  <a:cubicBezTo>
                    <a:pt x="776" y="1180"/>
                    <a:pt x="692" y="1232"/>
                    <a:pt x="623" y="1264"/>
                  </a:cubicBezTo>
                  <a:cubicBezTo>
                    <a:pt x="538" y="1313"/>
                    <a:pt x="453" y="1349"/>
                    <a:pt x="389" y="1398"/>
                  </a:cubicBezTo>
                  <a:cubicBezTo>
                    <a:pt x="320" y="1434"/>
                    <a:pt x="272" y="1466"/>
                    <a:pt x="203" y="1483"/>
                  </a:cubicBezTo>
                  <a:cubicBezTo>
                    <a:pt x="171" y="1515"/>
                    <a:pt x="118" y="1551"/>
                    <a:pt x="70" y="1567"/>
                  </a:cubicBezTo>
                  <a:cubicBezTo>
                    <a:pt x="17" y="1600"/>
                    <a:pt x="1" y="1616"/>
                    <a:pt x="17" y="1668"/>
                  </a:cubicBezTo>
                  <a:cubicBezTo>
                    <a:pt x="33" y="1685"/>
                    <a:pt x="17" y="1685"/>
                    <a:pt x="17" y="1701"/>
                  </a:cubicBezTo>
                  <a:lnTo>
                    <a:pt x="17" y="1717"/>
                  </a:lnTo>
                  <a:cubicBezTo>
                    <a:pt x="1" y="1737"/>
                    <a:pt x="1" y="1769"/>
                    <a:pt x="1" y="1786"/>
                  </a:cubicBezTo>
                  <a:lnTo>
                    <a:pt x="1" y="1838"/>
                  </a:lnTo>
                  <a:lnTo>
                    <a:pt x="1" y="2020"/>
                  </a:lnTo>
                  <a:lnTo>
                    <a:pt x="1" y="2105"/>
                  </a:lnTo>
                  <a:cubicBezTo>
                    <a:pt x="1" y="2072"/>
                    <a:pt x="1" y="2056"/>
                    <a:pt x="17" y="2020"/>
                  </a:cubicBezTo>
                  <a:lnTo>
                    <a:pt x="17" y="1838"/>
                  </a:lnTo>
                  <a:lnTo>
                    <a:pt x="17" y="1786"/>
                  </a:lnTo>
                  <a:cubicBezTo>
                    <a:pt x="17" y="1769"/>
                    <a:pt x="17" y="1737"/>
                    <a:pt x="33" y="1717"/>
                  </a:cubicBezTo>
                  <a:lnTo>
                    <a:pt x="33" y="1701"/>
                  </a:lnTo>
                  <a:lnTo>
                    <a:pt x="33" y="1668"/>
                  </a:lnTo>
                  <a:cubicBezTo>
                    <a:pt x="17" y="1616"/>
                    <a:pt x="33" y="1600"/>
                    <a:pt x="70" y="1584"/>
                  </a:cubicBezTo>
                  <a:cubicBezTo>
                    <a:pt x="118" y="1551"/>
                    <a:pt x="171" y="1535"/>
                    <a:pt x="219" y="1499"/>
                  </a:cubicBezTo>
                  <a:cubicBezTo>
                    <a:pt x="272" y="1466"/>
                    <a:pt x="336" y="1434"/>
                    <a:pt x="389" y="1414"/>
                  </a:cubicBezTo>
                  <a:cubicBezTo>
                    <a:pt x="473" y="1365"/>
                    <a:pt x="538" y="1333"/>
                    <a:pt x="623" y="1281"/>
                  </a:cubicBezTo>
                  <a:cubicBezTo>
                    <a:pt x="708" y="1232"/>
                    <a:pt x="793" y="1196"/>
                    <a:pt x="857" y="1147"/>
                  </a:cubicBezTo>
                  <a:cubicBezTo>
                    <a:pt x="958" y="1095"/>
                    <a:pt x="1043" y="1046"/>
                    <a:pt x="1128" y="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>
              <a:extLst>
                <a:ext uri="{FF2B5EF4-FFF2-40B4-BE49-F238E27FC236}">
                  <a16:creationId xmlns:a16="http://schemas.microsoft.com/office/drawing/2014/main" id="{3AC94569-51E1-9E06-6EBB-ED17506D0488}"/>
                </a:ext>
              </a:extLst>
            </p:cNvPr>
            <p:cNvSpPr/>
            <p:nvPr/>
          </p:nvSpPr>
          <p:spPr>
            <a:xfrm>
              <a:off x="1815987" y="857469"/>
              <a:ext cx="5264" cy="130513"/>
            </a:xfrm>
            <a:custGeom>
              <a:avLst/>
              <a:gdLst/>
              <a:ahLst/>
              <a:cxnLst/>
              <a:rect l="l" t="t" r="r" b="b"/>
              <a:pathLst>
                <a:path w="53" h="1314" extrusionOk="0">
                  <a:moveTo>
                    <a:pt x="37" y="0"/>
                  </a:moveTo>
                  <a:lnTo>
                    <a:pt x="37" y="81"/>
                  </a:lnTo>
                  <a:lnTo>
                    <a:pt x="37" y="283"/>
                  </a:lnTo>
                  <a:lnTo>
                    <a:pt x="37" y="505"/>
                  </a:lnTo>
                  <a:cubicBezTo>
                    <a:pt x="37" y="420"/>
                    <a:pt x="37" y="352"/>
                    <a:pt x="53" y="283"/>
                  </a:cubicBezTo>
                  <a:lnTo>
                    <a:pt x="53" y="81"/>
                  </a:lnTo>
                  <a:lnTo>
                    <a:pt x="53" y="0"/>
                  </a:lnTo>
                  <a:close/>
                  <a:moveTo>
                    <a:pt x="37" y="505"/>
                  </a:moveTo>
                  <a:cubicBezTo>
                    <a:pt x="37" y="570"/>
                    <a:pt x="20" y="638"/>
                    <a:pt x="20" y="707"/>
                  </a:cubicBezTo>
                  <a:lnTo>
                    <a:pt x="20" y="1075"/>
                  </a:lnTo>
                  <a:lnTo>
                    <a:pt x="20" y="1228"/>
                  </a:lnTo>
                  <a:cubicBezTo>
                    <a:pt x="20" y="1176"/>
                    <a:pt x="37" y="1127"/>
                    <a:pt x="37" y="1075"/>
                  </a:cubicBezTo>
                  <a:lnTo>
                    <a:pt x="37" y="707"/>
                  </a:lnTo>
                  <a:lnTo>
                    <a:pt x="37" y="505"/>
                  </a:lnTo>
                  <a:close/>
                  <a:moveTo>
                    <a:pt x="20" y="1228"/>
                  </a:moveTo>
                  <a:cubicBezTo>
                    <a:pt x="0" y="1261"/>
                    <a:pt x="0" y="1277"/>
                    <a:pt x="0" y="1313"/>
                  </a:cubicBezTo>
                  <a:lnTo>
                    <a:pt x="20" y="1313"/>
                  </a:lnTo>
                  <a:lnTo>
                    <a:pt x="20" y="12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>
              <a:extLst>
                <a:ext uri="{FF2B5EF4-FFF2-40B4-BE49-F238E27FC236}">
                  <a16:creationId xmlns:a16="http://schemas.microsoft.com/office/drawing/2014/main" id="{6392AD73-53FD-2A02-C401-D93B9F305EA7}"/>
                </a:ext>
              </a:extLst>
            </p:cNvPr>
            <p:cNvSpPr/>
            <p:nvPr/>
          </p:nvSpPr>
          <p:spPr>
            <a:xfrm>
              <a:off x="2199183" y="862236"/>
              <a:ext cx="1689" cy="118892"/>
            </a:xfrm>
            <a:custGeom>
              <a:avLst/>
              <a:gdLst/>
              <a:ahLst/>
              <a:cxnLst/>
              <a:rect l="l" t="t" r="r" b="b"/>
              <a:pathLst>
                <a:path w="17" h="1197" extrusionOk="0">
                  <a:moveTo>
                    <a:pt x="0" y="1"/>
                  </a:moveTo>
                  <a:lnTo>
                    <a:pt x="0" y="85"/>
                  </a:lnTo>
                  <a:cubicBezTo>
                    <a:pt x="0" y="69"/>
                    <a:pt x="0" y="33"/>
                    <a:pt x="16" y="17"/>
                  </a:cubicBezTo>
                  <a:lnTo>
                    <a:pt x="16" y="1"/>
                  </a:lnTo>
                  <a:close/>
                  <a:moveTo>
                    <a:pt x="0" y="85"/>
                  </a:moveTo>
                  <a:lnTo>
                    <a:pt x="0" y="558"/>
                  </a:lnTo>
                  <a:lnTo>
                    <a:pt x="0" y="760"/>
                  </a:lnTo>
                  <a:lnTo>
                    <a:pt x="0" y="1095"/>
                  </a:lnTo>
                  <a:lnTo>
                    <a:pt x="0" y="1164"/>
                  </a:lnTo>
                  <a:lnTo>
                    <a:pt x="0" y="1196"/>
                  </a:lnTo>
                  <a:lnTo>
                    <a:pt x="16" y="1196"/>
                  </a:lnTo>
                  <a:lnTo>
                    <a:pt x="16" y="1164"/>
                  </a:lnTo>
                  <a:lnTo>
                    <a:pt x="16" y="1095"/>
                  </a:lnTo>
                  <a:lnTo>
                    <a:pt x="16" y="760"/>
                  </a:lnTo>
                  <a:lnTo>
                    <a:pt x="16" y="558"/>
                  </a:lnTo>
                  <a:cubicBezTo>
                    <a:pt x="0" y="405"/>
                    <a:pt x="0" y="235"/>
                    <a:pt x="0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>
              <a:extLst>
                <a:ext uri="{FF2B5EF4-FFF2-40B4-BE49-F238E27FC236}">
                  <a16:creationId xmlns:a16="http://schemas.microsoft.com/office/drawing/2014/main" id="{1470B0BF-612E-B13A-A5DE-4E23E5CBF0EE}"/>
                </a:ext>
              </a:extLst>
            </p:cNvPr>
            <p:cNvSpPr/>
            <p:nvPr/>
          </p:nvSpPr>
          <p:spPr>
            <a:xfrm>
              <a:off x="1826019" y="883293"/>
              <a:ext cx="122468" cy="104689"/>
            </a:xfrm>
            <a:custGeom>
              <a:avLst/>
              <a:gdLst/>
              <a:ahLst/>
              <a:cxnLst/>
              <a:rect l="l" t="t" r="r" b="b"/>
              <a:pathLst>
                <a:path w="1233" h="1054" extrusionOk="0">
                  <a:moveTo>
                    <a:pt x="1202" y="0"/>
                  </a:moveTo>
                  <a:cubicBezTo>
                    <a:pt x="1178" y="0"/>
                    <a:pt x="1159" y="12"/>
                    <a:pt x="1147" y="23"/>
                  </a:cubicBezTo>
                  <a:cubicBezTo>
                    <a:pt x="1131" y="23"/>
                    <a:pt x="1131" y="43"/>
                    <a:pt x="1111" y="43"/>
                  </a:cubicBezTo>
                  <a:cubicBezTo>
                    <a:pt x="1030" y="75"/>
                    <a:pt x="945" y="124"/>
                    <a:pt x="861" y="160"/>
                  </a:cubicBezTo>
                  <a:lnTo>
                    <a:pt x="808" y="193"/>
                  </a:lnTo>
                  <a:cubicBezTo>
                    <a:pt x="743" y="225"/>
                    <a:pt x="691" y="245"/>
                    <a:pt x="643" y="277"/>
                  </a:cubicBezTo>
                  <a:cubicBezTo>
                    <a:pt x="542" y="326"/>
                    <a:pt x="424" y="378"/>
                    <a:pt x="323" y="447"/>
                  </a:cubicBezTo>
                  <a:cubicBezTo>
                    <a:pt x="441" y="395"/>
                    <a:pt x="542" y="346"/>
                    <a:pt x="643" y="294"/>
                  </a:cubicBezTo>
                  <a:cubicBezTo>
                    <a:pt x="691" y="261"/>
                    <a:pt x="760" y="245"/>
                    <a:pt x="808" y="209"/>
                  </a:cubicBezTo>
                  <a:lnTo>
                    <a:pt x="861" y="176"/>
                  </a:lnTo>
                  <a:cubicBezTo>
                    <a:pt x="945" y="144"/>
                    <a:pt x="1030" y="92"/>
                    <a:pt x="1131" y="59"/>
                  </a:cubicBezTo>
                  <a:cubicBezTo>
                    <a:pt x="1131" y="43"/>
                    <a:pt x="1147" y="43"/>
                    <a:pt x="1147" y="43"/>
                  </a:cubicBezTo>
                  <a:cubicBezTo>
                    <a:pt x="1180" y="23"/>
                    <a:pt x="1196" y="7"/>
                    <a:pt x="1232" y="7"/>
                  </a:cubicBezTo>
                  <a:cubicBezTo>
                    <a:pt x="1222" y="2"/>
                    <a:pt x="1211" y="0"/>
                    <a:pt x="1202" y="0"/>
                  </a:cubicBezTo>
                  <a:close/>
                  <a:moveTo>
                    <a:pt x="323" y="447"/>
                  </a:moveTo>
                  <a:cubicBezTo>
                    <a:pt x="287" y="447"/>
                    <a:pt x="271" y="463"/>
                    <a:pt x="239" y="479"/>
                  </a:cubicBezTo>
                  <a:cubicBezTo>
                    <a:pt x="186" y="512"/>
                    <a:pt x="138" y="528"/>
                    <a:pt x="69" y="564"/>
                  </a:cubicBezTo>
                  <a:cubicBezTo>
                    <a:pt x="20" y="580"/>
                    <a:pt x="0" y="613"/>
                    <a:pt x="0" y="665"/>
                  </a:cubicBezTo>
                  <a:lnTo>
                    <a:pt x="0" y="932"/>
                  </a:lnTo>
                  <a:lnTo>
                    <a:pt x="0" y="1053"/>
                  </a:lnTo>
                  <a:cubicBezTo>
                    <a:pt x="0" y="1001"/>
                    <a:pt x="0" y="968"/>
                    <a:pt x="20" y="932"/>
                  </a:cubicBezTo>
                  <a:lnTo>
                    <a:pt x="20" y="665"/>
                  </a:lnTo>
                  <a:cubicBezTo>
                    <a:pt x="20" y="613"/>
                    <a:pt x="37" y="597"/>
                    <a:pt x="69" y="580"/>
                  </a:cubicBezTo>
                  <a:cubicBezTo>
                    <a:pt x="138" y="548"/>
                    <a:pt x="186" y="512"/>
                    <a:pt x="239" y="496"/>
                  </a:cubicBezTo>
                  <a:cubicBezTo>
                    <a:pt x="271" y="479"/>
                    <a:pt x="303" y="463"/>
                    <a:pt x="323" y="4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>
              <a:extLst>
                <a:ext uri="{FF2B5EF4-FFF2-40B4-BE49-F238E27FC236}">
                  <a16:creationId xmlns:a16="http://schemas.microsoft.com/office/drawing/2014/main" id="{61F709A7-7BBA-39BE-667A-DA4B62E46460}"/>
                </a:ext>
              </a:extLst>
            </p:cNvPr>
            <p:cNvSpPr/>
            <p:nvPr/>
          </p:nvSpPr>
          <p:spPr>
            <a:xfrm>
              <a:off x="1759372" y="382397"/>
              <a:ext cx="183851" cy="138856"/>
            </a:xfrm>
            <a:custGeom>
              <a:avLst/>
              <a:gdLst/>
              <a:ahLst/>
              <a:cxnLst/>
              <a:rect l="l" t="t" r="r" b="b"/>
              <a:pathLst>
                <a:path w="1851" h="1398" extrusionOk="0">
                  <a:moveTo>
                    <a:pt x="1851" y="0"/>
                  </a:moveTo>
                  <a:cubicBezTo>
                    <a:pt x="1818" y="0"/>
                    <a:pt x="1802" y="0"/>
                    <a:pt x="1782" y="16"/>
                  </a:cubicBezTo>
                  <a:cubicBezTo>
                    <a:pt x="1717" y="69"/>
                    <a:pt x="1665" y="117"/>
                    <a:pt x="1600" y="154"/>
                  </a:cubicBezTo>
                  <a:cubicBezTo>
                    <a:pt x="1515" y="218"/>
                    <a:pt x="1447" y="287"/>
                    <a:pt x="1362" y="340"/>
                  </a:cubicBezTo>
                  <a:cubicBezTo>
                    <a:pt x="1261" y="420"/>
                    <a:pt x="1160" y="505"/>
                    <a:pt x="1059" y="574"/>
                  </a:cubicBezTo>
                  <a:cubicBezTo>
                    <a:pt x="974" y="643"/>
                    <a:pt x="893" y="707"/>
                    <a:pt x="809" y="776"/>
                  </a:cubicBezTo>
                  <a:cubicBezTo>
                    <a:pt x="655" y="893"/>
                    <a:pt x="522" y="1010"/>
                    <a:pt x="368" y="1111"/>
                  </a:cubicBezTo>
                  <a:cubicBezTo>
                    <a:pt x="267" y="1196"/>
                    <a:pt x="186" y="1265"/>
                    <a:pt x="102" y="1329"/>
                  </a:cubicBezTo>
                  <a:cubicBezTo>
                    <a:pt x="85" y="1329"/>
                    <a:pt x="85" y="1349"/>
                    <a:pt x="65" y="1349"/>
                  </a:cubicBezTo>
                  <a:cubicBezTo>
                    <a:pt x="49" y="1366"/>
                    <a:pt x="49" y="1366"/>
                    <a:pt x="33" y="1382"/>
                  </a:cubicBezTo>
                  <a:cubicBezTo>
                    <a:pt x="17" y="1382"/>
                    <a:pt x="17" y="1398"/>
                    <a:pt x="1" y="1398"/>
                  </a:cubicBezTo>
                  <a:lnTo>
                    <a:pt x="33" y="1398"/>
                  </a:lnTo>
                  <a:lnTo>
                    <a:pt x="65" y="1366"/>
                  </a:lnTo>
                  <a:cubicBezTo>
                    <a:pt x="85" y="1349"/>
                    <a:pt x="102" y="1349"/>
                    <a:pt x="102" y="1349"/>
                  </a:cubicBezTo>
                  <a:cubicBezTo>
                    <a:pt x="186" y="1265"/>
                    <a:pt x="287" y="1196"/>
                    <a:pt x="368" y="1127"/>
                  </a:cubicBezTo>
                  <a:cubicBezTo>
                    <a:pt x="522" y="1010"/>
                    <a:pt x="671" y="893"/>
                    <a:pt x="825" y="776"/>
                  </a:cubicBezTo>
                  <a:cubicBezTo>
                    <a:pt x="910" y="723"/>
                    <a:pt x="994" y="659"/>
                    <a:pt x="1059" y="590"/>
                  </a:cubicBezTo>
                  <a:cubicBezTo>
                    <a:pt x="1176" y="505"/>
                    <a:pt x="1277" y="441"/>
                    <a:pt x="1378" y="356"/>
                  </a:cubicBezTo>
                  <a:cubicBezTo>
                    <a:pt x="1447" y="287"/>
                    <a:pt x="1532" y="239"/>
                    <a:pt x="1616" y="170"/>
                  </a:cubicBezTo>
                  <a:cubicBezTo>
                    <a:pt x="1665" y="117"/>
                    <a:pt x="1734" y="69"/>
                    <a:pt x="1782" y="37"/>
                  </a:cubicBezTo>
                  <a:cubicBezTo>
                    <a:pt x="1797" y="22"/>
                    <a:pt x="1809" y="10"/>
                    <a:pt x="1821" y="10"/>
                  </a:cubicBezTo>
                  <a:cubicBezTo>
                    <a:pt x="1825" y="10"/>
                    <a:pt x="1830" y="12"/>
                    <a:pt x="1835" y="16"/>
                  </a:cubicBez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9">
              <a:extLst>
                <a:ext uri="{FF2B5EF4-FFF2-40B4-BE49-F238E27FC236}">
                  <a16:creationId xmlns:a16="http://schemas.microsoft.com/office/drawing/2014/main" id="{CB043806-D6E4-66C5-C9F7-E5030709073C}"/>
                </a:ext>
              </a:extLst>
            </p:cNvPr>
            <p:cNvSpPr/>
            <p:nvPr/>
          </p:nvSpPr>
          <p:spPr>
            <a:xfrm>
              <a:off x="1759372" y="298865"/>
              <a:ext cx="182261" cy="143823"/>
            </a:xfrm>
            <a:custGeom>
              <a:avLst/>
              <a:gdLst/>
              <a:ahLst/>
              <a:cxnLst/>
              <a:rect l="l" t="t" r="r" b="b"/>
              <a:pathLst>
                <a:path w="1835" h="1448" extrusionOk="0">
                  <a:moveTo>
                    <a:pt x="1835" y="1"/>
                  </a:moveTo>
                  <a:cubicBezTo>
                    <a:pt x="1782" y="1"/>
                    <a:pt x="1766" y="33"/>
                    <a:pt x="1734" y="49"/>
                  </a:cubicBezTo>
                  <a:cubicBezTo>
                    <a:pt x="1734" y="70"/>
                    <a:pt x="1717" y="70"/>
                    <a:pt x="1717" y="86"/>
                  </a:cubicBezTo>
                  <a:cubicBezTo>
                    <a:pt x="1734" y="86"/>
                    <a:pt x="1734" y="70"/>
                    <a:pt x="1750" y="70"/>
                  </a:cubicBezTo>
                  <a:cubicBezTo>
                    <a:pt x="1766" y="33"/>
                    <a:pt x="1802" y="17"/>
                    <a:pt x="1835" y="17"/>
                  </a:cubicBezTo>
                  <a:lnTo>
                    <a:pt x="1835" y="1"/>
                  </a:lnTo>
                  <a:close/>
                  <a:moveTo>
                    <a:pt x="1717" y="86"/>
                  </a:moveTo>
                  <a:lnTo>
                    <a:pt x="1717" y="86"/>
                  </a:lnTo>
                  <a:cubicBezTo>
                    <a:pt x="1633" y="134"/>
                    <a:pt x="1548" y="203"/>
                    <a:pt x="1479" y="272"/>
                  </a:cubicBezTo>
                  <a:cubicBezTo>
                    <a:pt x="1564" y="219"/>
                    <a:pt x="1633" y="150"/>
                    <a:pt x="1717" y="86"/>
                  </a:cubicBezTo>
                  <a:close/>
                  <a:moveTo>
                    <a:pt x="1463" y="288"/>
                  </a:moveTo>
                  <a:cubicBezTo>
                    <a:pt x="1398" y="320"/>
                    <a:pt x="1346" y="373"/>
                    <a:pt x="1277" y="421"/>
                  </a:cubicBezTo>
                  <a:lnTo>
                    <a:pt x="1176" y="506"/>
                  </a:lnTo>
                  <a:cubicBezTo>
                    <a:pt x="1075" y="591"/>
                    <a:pt x="974" y="676"/>
                    <a:pt x="873" y="740"/>
                  </a:cubicBezTo>
                  <a:cubicBezTo>
                    <a:pt x="809" y="793"/>
                    <a:pt x="756" y="841"/>
                    <a:pt x="691" y="910"/>
                  </a:cubicBezTo>
                  <a:cubicBezTo>
                    <a:pt x="756" y="857"/>
                    <a:pt x="825" y="809"/>
                    <a:pt x="893" y="756"/>
                  </a:cubicBezTo>
                  <a:cubicBezTo>
                    <a:pt x="994" y="676"/>
                    <a:pt x="1075" y="607"/>
                    <a:pt x="1176" y="522"/>
                  </a:cubicBezTo>
                  <a:lnTo>
                    <a:pt x="1297" y="437"/>
                  </a:lnTo>
                  <a:cubicBezTo>
                    <a:pt x="1346" y="389"/>
                    <a:pt x="1414" y="336"/>
                    <a:pt x="1463" y="288"/>
                  </a:cubicBezTo>
                  <a:close/>
                  <a:moveTo>
                    <a:pt x="691" y="910"/>
                  </a:moveTo>
                  <a:cubicBezTo>
                    <a:pt x="590" y="979"/>
                    <a:pt x="506" y="1043"/>
                    <a:pt x="405" y="1128"/>
                  </a:cubicBezTo>
                  <a:lnTo>
                    <a:pt x="235" y="1261"/>
                  </a:lnTo>
                  <a:cubicBezTo>
                    <a:pt x="186" y="1314"/>
                    <a:pt x="118" y="1362"/>
                    <a:pt x="65" y="1399"/>
                  </a:cubicBezTo>
                  <a:lnTo>
                    <a:pt x="65" y="1415"/>
                  </a:lnTo>
                  <a:cubicBezTo>
                    <a:pt x="134" y="1362"/>
                    <a:pt x="186" y="1314"/>
                    <a:pt x="251" y="1261"/>
                  </a:cubicBezTo>
                  <a:lnTo>
                    <a:pt x="421" y="1144"/>
                  </a:lnTo>
                  <a:cubicBezTo>
                    <a:pt x="506" y="1059"/>
                    <a:pt x="607" y="995"/>
                    <a:pt x="691" y="910"/>
                  </a:cubicBezTo>
                  <a:close/>
                  <a:moveTo>
                    <a:pt x="65" y="1415"/>
                  </a:moveTo>
                  <a:cubicBezTo>
                    <a:pt x="49" y="1415"/>
                    <a:pt x="33" y="1431"/>
                    <a:pt x="17" y="1431"/>
                  </a:cubicBezTo>
                  <a:lnTo>
                    <a:pt x="1" y="1431"/>
                  </a:lnTo>
                  <a:lnTo>
                    <a:pt x="17" y="1447"/>
                  </a:lnTo>
                  <a:cubicBezTo>
                    <a:pt x="33" y="1447"/>
                    <a:pt x="49" y="1431"/>
                    <a:pt x="65" y="14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9">
              <a:extLst>
                <a:ext uri="{FF2B5EF4-FFF2-40B4-BE49-F238E27FC236}">
                  <a16:creationId xmlns:a16="http://schemas.microsoft.com/office/drawing/2014/main" id="{808C8636-7E8E-C49D-A5AA-B91AD5E381CC}"/>
                </a:ext>
              </a:extLst>
            </p:cNvPr>
            <p:cNvSpPr/>
            <p:nvPr/>
          </p:nvSpPr>
          <p:spPr>
            <a:xfrm>
              <a:off x="2190740" y="860647"/>
              <a:ext cx="287347" cy="120481"/>
            </a:xfrm>
            <a:custGeom>
              <a:avLst/>
              <a:gdLst/>
              <a:ahLst/>
              <a:cxnLst/>
              <a:rect l="l" t="t" r="r" b="b"/>
              <a:pathLst>
                <a:path w="2893" h="1213" extrusionOk="0">
                  <a:moveTo>
                    <a:pt x="2489" y="655"/>
                  </a:moveTo>
                  <a:lnTo>
                    <a:pt x="2489" y="655"/>
                  </a:lnTo>
                  <a:cubicBezTo>
                    <a:pt x="2574" y="691"/>
                    <a:pt x="2675" y="724"/>
                    <a:pt x="2776" y="740"/>
                  </a:cubicBezTo>
                  <a:lnTo>
                    <a:pt x="2792" y="740"/>
                  </a:lnTo>
                  <a:lnTo>
                    <a:pt x="2776" y="724"/>
                  </a:lnTo>
                  <a:cubicBezTo>
                    <a:pt x="2675" y="707"/>
                    <a:pt x="2590" y="675"/>
                    <a:pt x="2489" y="655"/>
                  </a:cubicBezTo>
                  <a:close/>
                  <a:moveTo>
                    <a:pt x="16" y="1"/>
                  </a:moveTo>
                  <a:cubicBezTo>
                    <a:pt x="16" y="17"/>
                    <a:pt x="0" y="33"/>
                    <a:pt x="0" y="49"/>
                  </a:cubicBezTo>
                  <a:lnTo>
                    <a:pt x="0" y="219"/>
                  </a:lnTo>
                  <a:lnTo>
                    <a:pt x="0" y="388"/>
                  </a:lnTo>
                  <a:lnTo>
                    <a:pt x="0" y="404"/>
                  </a:lnTo>
                  <a:cubicBezTo>
                    <a:pt x="0" y="522"/>
                    <a:pt x="0" y="639"/>
                    <a:pt x="16" y="756"/>
                  </a:cubicBezTo>
                  <a:lnTo>
                    <a:pt x="16" y="404"/>
                  </a:lnTo>
                  <a:lnTo>
                    <a:pt x="16" y="388"/>
                  </a:lnTo>
                  <a:lnTo>
                    <a:pt x="16" y="219"/>
                  </a:lnTo>
                  <a:lnTo>
                    <a:pt x="16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65" y="17"/>
                  </a:lnTo>
                  <a:cubicBezTo>
                    <a:pt x="117" y="33"/>
                    <a:pt x="150" y="33"/>
                    <a:pt x="186" y="49"/>
                  </a:cubicBezTo>
                  <a:cubicBezTo>
                    <a:pt x="202" y="49"/>
                    <a:pt x="218" y="49"/>
                    <a:pt x="235" y="69"/>
                  </a:cubicBezTo>
                  <a:cubicBezTo>
                    <a:pt x="287" y="69"/>
                    <a:pt x="336" y="85"/>
                    <a:pt x="388" y="101"/>
                  </a:cubicBezTo>
                  <a:cubicBezTo>
                    <a:pt x="489" y="134"/>
                    <a:pt x="570" y="150"/>
                    <a:pt x="671" y="186"/>
                  </a:cubicBezTo>
                  <a:cubicBezTo>
                    <a:pt x="808" y="219"/>
                    <a:pt x="958" y="251"/>
                    <a:pt x="1095" y="287"/>
                  </a:cubicBezTo>
                  <a:cubicBezTo>
                    <a:pt x="1111" y="303"/>
                    <a:pt x="1127" y="303"/>
                    <a:pt x="1143" y="303"/>
                  </a:cubicBezTo>
                  <a:cubicBezTo>
                    <a:pt x="1212" y="320"/>
                    <a:pt x="1277" y="336"/>
                    <a:pt x="1329" y="352"/>
                  </a:cubicBezTo>
                  <a:cubicBezTo>
                    <a:pt x="1414" y="372"/>
                    <a:pt x="1479" y="404"/>
                    <a:pt x="1547" y="421"/>
                  </a:cubicBezTo>
                  <a:cubicBezTo>
                    <a:pt x="1600" y="421"/>
                    <a:pt x="1632" y="437"/>
                    <a:pt x="1681" y="453"/>
                  </a:cubicBezTo>
                  <a:cubicBezTo>
                    <a:pt x="1782" y="473"/>
                    <a:pt x="1883" y="505"/>
                    <a:pt x="2004" y="538"/>
                  </a:cubicBezTo>
                  <a:cubicBezTo>
                    <a:pt x="2052" y="554"/>
                    <a:pt x="2121" y="574"/>
                    <a:pt x="2186" y="590"/>
                  </a:cubicBezTo>
                  <a:cubicBezTo>
                    <a:pt x="2287" y="606"/>
                    <a:pt x="2388" y="639"/>
                    <a:pt x="2489" y="655"/>
                  </a:cubicBezTo>
                  <a:cubicBezTo>
                    <a:pt x="2388" y="623"/>
                    <a:pt x="2287" y="606"/>
                    <a:pt x="2186" y="574"/>
                  </a:cubicBezTo>
                  <a:cubicBezTo>
                    <a:pt x="2137" y="554"/>
                    <a:pt x="2069" y="538"/>
                    <a:pt x="2004" y="522"/>
                  </a:cubicBezTo>
                  <a:cubicBezTo>
                    <a:pt x="1903" y="489"/>
                    <a:pt x="1782" y="473"/>
                    <a:pt x="1681" y="437"/>
                  </a:cubicBezTo>
                  <a:cubicBezTo>
                    <a:pt x="1648" y="421"/>
                    <a:pt x="1600" y="421"/>
                    <a:pt x="1547" y="404"/>
                  </a:cubicBezTo>
                  <a:cubicBezTo>
                    <a:pt x="1479" y="388"/>
                    <a:pt x="1414" y="372"/>
                    <a:pt x="1345" y="352"/>
                  </a:cubicBezTo>
                  <a:cubicBezTo>
                    <a:pt x="1277" y="320"/>
                    <a:pt x="1212" y="303"/>
                    <a:pt x="1143" y="287"/>
                  </a:cubicBezTo>
                  <a:cubicBezTo>
                    <a:pt x="1127" y="287"/>
                    <a:pt x="1111" y="287"/>
                    <a:pt x="1095" y="271"/>
                  </a:cubicBezTo>
                  <a:cubicBezTo>
                    <a:pt x="958" y="235"/>
                    <a:pt x="824" y="202"/>
                    <a:pt x="671" y="170"/>
                  </a:cubicBezTo>
                  <a:cubicBezTo>
                    <a:pt x="590" y="134"/>
                    <a:pt x="489" y="118"/>
                    <a:pt x="388" y="85"/>
                  </a:cubicBezTo>
                  <a:cubicBezTo>
                    <a:pt x="336" y="85"/>
                    <a:pt x="287" y="69"/>
                    <a:pt x="235" y="49"/>
                  </a:cubicBezTo>
                  <a:cubicBezTo>
                    <a:pt x="218" y="49"/>
                    <a:pt x="202" y="49"/>
                    <a:pt x="186" y="33"/>
                  </a:cubicBezTo>
                  <a:cubicBezTo>
                    <a:pt x="150" y="33"/>
                    <a:pt x="117" y="17"/>
                    <a:pt x="85" y="1"/>
                  </a:cubicBezTo>
                  <a:close/>
                  <a:moveTo>
                    <a:pt x="2792" y="740"/>
                  </a:moveTo>
                  <a:cubicBezTo>
                    <a:pt x="2812" y="756"/>
                    <a:pt x="2844" y="756"/>
                    <a:pt x="2860" y="776"/>
                  </a:cubicBezTo>
                  <a:cubicBezTo>
                    <a:pt x="2876" y="776"/>
                    <a:pt x="2876" y="776"/>
                    <a:pt x="2876" y="792"/>
                  </a:cubicBezTo>
                  <a:lnTo>
                    <a:pt x="2876" y="792"/>
                  </a:lnTo>
                  <a:cubicBezTo>
                    <a:pt x="2876" y="776"/>
                    <a:pt x="2876" y="756"/>
                    <a:pt x="2860" y="756"/>
                  </a:cubicBezTo>
                  <a:cubicBezTo>
                    <a:pt x="2844" y="740"/>
                    <a:pt x="2812" y="740"/>
                    <a:pt x="2792" y="740"/>
                  </a:cubicBezTo>
                  <a:close/>
                  <a:moveTo>
                    <a:pt x="0" y="776"/>
                  </a:moveTo>
                  <a:lnTo>
                    <a:pt x="0" y="792"/>
                  </a:lnTo>
                  <a:lnTo>
                    <a:pt x="16" y="792"/>
                  </a:lnTo>
                  <a:lnTo>
                    <a:pt x="16" y="776"/>
                  </a:lnTo>
                  <a:close/>
                  <a:moveTo>
                    <a:pt x="2876" y="792"/>
                  </a:moveTo>
                  <a:lnTo>
                    <a:pt x="2876" y="942"/>
                  </a:lnTo>
                  <a:lnTo>
                    <a:pt x="2876" y="958"/>
                  </a:lnTo>
                  <a:lnTo>
                    <a:pt x="2876" y="1160"/>
                  </a:lnTo>
                  <a:cubicBezTo>
                    <a:pt x="2876" y="1180"/>
                    <a:pt x="2876" y="1196"/>
                    <a:pt x="2893" y="1212"/>
                  </a:cubicBezTo>
                  <a:lnTo>
                    <a:pt x="2893" y="1196"/>
                  </a:lnTo>
                  <a:lnTo>
                    <a:pt x="2893" y="1160"/>
                  </a:lnTo>
                  <a:lnTo>
                    <a:pt x="2893" y="958"/>
                  </a:lnTo>
                  <a:lnTo>
                    <a:pt x="2893" y="942"/>
                  </a:lnTo>
                  <a:cubicBezTo>
                    <a:pt x="2893" y="893"/>
                    <a:pt x="2876" y="841"/>
                    <a:pt x="2876" y="7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>
              <a:extLst>
                <a:ext uri="{FF2B5EF4-FFF2-40B4-BE49-F238E27FC236}">
                  <a16:creationId xmlns:a16="http://schemas.microsoft.com/office/drawing/2014/main" id="{19FA074E-816A-2860-F73C-94B1B9122E07}"/>
                </a:ext>
              </a:extLst>
            </p:cNvPr>
            <p:cNvSpPr/>
            <p:nvPr/>
          </p:nvSpPr>
          <p:spPr>
            <a:xfrm>
              <a:off x="1249437" y="4764"/>
              <a:ext cx="689018" cy="638461"/>
            </a:xfrm>
            <a:custGeom>
              <a:avLst/>
              <a:gdLst/>
              <a:ahLst/>
              <a:cxnLst/>
              <a:rect l="l" t="t" r="r" b="b"/>
              <a:pathLst>
                <a:path w="6937" h="6428" extrusionOk="0">
                  <a:moveTo>
                    <a:pt x="6916" y="1"/>
                  </a:moveTo>
                  <a:cubicBezTo>
                    <a:pt x="6900" y="1"/>
                    <a:pt x="6884" y="17"/>
                    <a:pt x="6868" y="33"/>
                  </a:cubicBezTo>
                  <a:cubicBezTo>
                    <a:pt x="6714" y="167"/>
                    <a:pt x="6565" y="304"/>
                    <a:pt x="6448" y="405"/>
                  </a:cubicBezTo>
                  <a:cubicBezTo>
                    <a:pt x="6411" y="437"/>
                    <a:pt x="6379" y="469"/>
                    <a:pt x="6347" y="506"/>
                  </a:cubicBezTo>
                  <a:cubicBezTo>
                    <a:pt x="6330" y="522"/>
                    <a:pt x="6310" y="538"/>
                    <a:pt x="6278" y="570"/>
                  </a:cubicBezTo>
                  <a:cubicBezTo>
                    <a:pt x="6209" y="623"/>
                    <a:pt x="6161" y="688"/>
                    <a:pt x="6092" y="740"/>
                  </a:cubicBezTo>
                  <a:cubicBezTo>
                    <a:pt x="6007" y="825"/>
                    <a:pt x="5926" y="890"/>
                    <a:pt x="5842" y="974"/>
                  </a:cubicBezTo>
                  <a:cubicBezTo>
                    <a:pt x="5773" y="1043"/>
                    <a:pt x="5704" y="1092"/>
                    <a:pt x="5640" y="1160"/>
                  </a:cubicBezTo>
                  <a:cubicBezTo>
                    <a:pt x="5555" y="1229"/>
                    <a:pt x="5486" y="1294"/>
                    <a:pt x="5421" y="1362"/>
                  </a:cubicBezTo>
                  <a:cubicBezTo>
                    <a:pt x="5369" y="1415"/>
                    <a:pt x="5300" y="1463"/>
                    <a:pt x="5252" y="1516"/>
                  </a:cubicBezTo>
                  <a:cubicBezTo>
                    <a:pt x="5183" y="1564"/>
                    <a:pt x="5118" y="1633"/>
                    <a:pt x="5066" y="1681"/>
                  </a:cubicBezTo>
                  <a:cubicBezTo>
                    <a:pt x="4981" y="1766"/>
                    <a:pt x="4896" y="1835"/>
                    <a:pt x="4815" y="1900"/>
                  </a:cubicBezTo>
                  <a:cubicBezTo>
                    <a:pt x="4763" y="1968"/>
                    <a:pt x="4694" y="2037"/>
                    <a:pt x="4630" y="2085"/>
                  </a:cubicBezTo>
                  <a:cubicBezTo>
                    <a:pt x="4529" y="2186"/>
                    <a:pt x="4428" y="2271"/>
                    <a:pt x="4327" y="2372"/>
                  </a:cubicBezTo>
                  <a:cubicBezTo>
                    <a:pt x="4428" y="2287"/>
                    <a:pt x="4529" y="2186"/>
                    <a:pt x="4630" y="2102"/>
                  </a:cubicBezTo>
                  <a:cubicBezTo>
                    <a:pt x="4694" y="2037"/>
                    <a:pt x="4763" y="1984"/>
                    <a:pt x="4832" y="1920"/>
                  </a:cubicBezTo>
                  <a:cubicBezTo>
                    <a:pt x="4916" y="1851"/>
                    <a:pt x="4981" y="1766"/>
                    <a:pt x="5066" y="1698"/>
                  </a:cubicBezTo>
                  <a:cubicBezTo>
                    <a:pt x="5135" y="1633"/>
                    <a:pt x="5199" y="1580"/>
                    <a:pt x="5268" y="1516"/>
                  </a:cubicBezTo>
                  <a:cubicBezTo>
                    <a:pt x="5320" y="1463"/>
                    <a:pt x="5369" y="1415"/>
                    <a:pt x="5438" y="1362"/>
                  </a:cubicBezTo>
                  <a:cubicBezTo>
                    <a:pt x="5502" y="1294"/>
                    <a:pt x="5571" y="1245"/>
                    <a:pt x="5640" y="1176"/>
                  </a:cubicBezTo>
                  <a:cubicBezTo>
                    <a:pt x="5704" y="1112"/>
                    <a:pt x="5773" y="1043"/>
                    <a:pt x="5842" y="991"/>
                  </a:cubicBezTo>
                  <a:cubicBezTo>
                    <a:pt x="5926" y="910"/>
                    <a:pt x="6007" y="825"/>
                    <a:pt x="6092" y="756"/>
                  </a:cubicBezTo>
                  <a:cubicBezTo>
                    <a:pt x="6161" y="688"/>
                    <a:pt x="6229" y="639"/>
                    <a:pt x="6294" y="570"/>
                  </a:cubicBezTo>
                  <a:cubicBezTo>
                    <a:pt x="6310" y="554"/>
                    <a:pt x="6347" y="538"/>
                    <a:pt x="6363" y="506"/>
                  </a:cubicBezTo>
                  <a:cubicBezTo>
                    <a:pt x="6395" y="486"/>
                    <a:pt x="6431" y="453"/>
                    <a:pt x="6464" y="421"/>
                  </a:cubicBezTo>
                  <a:cubicBezTo>
                    <a:pt x="6581" y="320"/>
                    <a:pt x="6734" y="183"/>
                    <a:pt x="6868" y="49"/>
                  </a:cubicBezTo>
                  <a:cubicBezTo>
                    <a:pt x="6884" y="33"/>
                    <a:pt x="6900" y="17"/>
                    <a:pt x="6916" y="17"/>
                  </a:cubicBezTo>
                  <a:lnTo>
                    <a:pt x="6936" y="1"/>
                  </a:lnTo>
                  <a:close/>
                  <a:moveTo>
                    <a:pt x="4327" y="2372"/>
                  </a:moveTo>
                  <a:lnTo>
                    <a:pt x="4242" y="2441"/>
                  </a:lnTo>
                  <a:cubicBezTo>
                    <a:pt x="4210" y="2473"/>
                    <a:pt x="4173" y="2505"/>
                    <a:pt x="4141" y="2526"/>
                  </a:cubicBezTo>
                  <a:cubicBezTo>
                    <a:pt x="4109" y="2558"/>
                    <a:pt x="4088" y="2590"/>
                    <a:pt x="4056" y="2606"/>
                  </a:cubicBezTo>
                  <a:cubicBezTo>
                    <a:pt x="3987" y="2675"/>
                    <a:pt x="3939" y="2728"/>
                    <a:pt x="3870" y="2776"/>
                  </a:cubicBezTo>
                  <a:lnTo>
                    <a:pt x="3705" y="2946"/>
                  </a:lnTo>
                  <a:lnTo>
                    <a:pt x="3870" y="2792"/>
                  </a:lnTo>
                  <a:cubicBezTo>
                    <a:pt x="3939" y="2728"/>
                    <a:pt x="4008" y="2675"/>
                    <a:pt x="4056" y="2627"/>
                  </a:cubicBezTo>
                  <a:cubicBezTo>
                    <a:pt x="4088" y="2590"/>
                    <a:pt x="4125" y="2558"/>
                    <a:pt x="4157" y="2542"/>
                  </a:cubicBezTo>
                  <a:cubicBezTo>
                    <a:pt x="4189" y="2505"/>
                    <a:pt x="4210" y="2473"/>
                    <a:pt x="4242" y="2457"/>
                  </a:cubicBezTo>
                  <a:lnTo>
                    <a:pt x="4327" y="2372"/>
                  </a:lnTo>
                  <a:close/>
                  <a:moveTo>
                    <a:pt x="3705" y="2946"/>
                  </a:moveTo>
                  <a:lnTo>
                    <a:pt x="3705" y="2946"/>
                  </a:lnTo>
                  <a:cubicBezTo>
                    <a:pt x="3636" y="2994"/>
                    <a:pt x="3567" y="3063"/>
                    <a:pt x="3503" y="3111"/>
                  </a:cubicBezTo>
                  <a:cubicBezTo>
                    <a:pt x="3450" y="3164"/>
                    <a:pt x="3402" y="3212"/>
                    <a:pt x="3349" y="3249"/>
                  </a:cubicBezTo>
                  <a:cubicBezTo>
                    <a:pt x="3280" y="3313"/>
                    <a:pt x="3216" y="3382"/>
                    <a:pt x="3147" y="3435"/>
                  </a:cubicBezTo>
                  <a:cubicBezTo>
                    <a:pt x="3131" y="3451"/>
                    <a:pt x="3115" y="3467"/>
                    <a:pt x="3115" y="3483"/>
                  </a:cubicBezTo>
                  <a:cubicBezTo>
                    <a:pt x="3131" y="3467"/>
                    <a:pt x="3147" y="3467"/>
                    <a:pt x="3163" y="3451"/>
                  </a:cubicBezTo>
                  <a:cubicBezTo>
                    <a:pt x="3232" y="3382"/>
                    <a:pt x="3301" y="3313"/>
                    <a:pt x="3365" y="3265"/>
                  </a:cubicBezTo>
                  <a:cubicBezTo>
                    <a:pt x="3418" y="3212"/>
                    <a:pt x="3466" y="3164"/>
                    <a:pt x="3519" y="3132"/>
                  </a:cubicBezTo>
                  <a:cubicBezTo>
                    <a:pt x="3583" y="3063"/>
                    <a:pt x="3636" y="3010"/>
                    <a:pt x="3705" y="2946"/>
                  </a:cubicBezTo>
                  <a:close/>
                  <a:moveTo>
                    <a:pt x="3115" y="3483"/>
                  </a:moveTo>
                  <a:cubicBezTo>
                    <a:pt x="3099" y="3499"/>
                    <a:pt x="3078" y="3499"/>
                    <a:pt x="3062" y="3515"/>
                  </a:cubicBezTo>
                  <a:cubicBezTo>
                    <a:pt x="2998" y="3584"/>
                    <a:pt x="2945" y="3637"/>
                    <a:pt x="2876" y="3685"/>
                  </a:cubicBezTo>
                  <a:cubicBezTo>
                    <a:pt x="2812" y="3754"/>
                    <a:pt x="2759" y="3802"/>
                    <a:pt x="2695" y="3871"/>
                  </a:cubicBezTo>
                  <a:cubicBezTo>
                    <a:pt x="2759" y="3818"/>
                    <a:pt x="2828" y="3754"/>
                    <a:pt x="2897" y="3701"/>
                  </a:cubicBezTo>
                  <a:cubicBezTo>
                    <a:pt x="2945" y="3637"/>
                    <a:pt x="3014" y="3584"/>
                    <a:pt x="3062" y="3536"/>
                  </a:cubicBezTo>
                  <a:cubicBezTo>
                    <a:pt x="3078" y="3515"/>
                    <a:pt x="3099" y="3499"/>
                    <a:pt x="3115" y="3483"/>
                  </a:cubicBezTo>
                  <a:close/>
                  <a:moveTo>
                    <a:pt x="2695" y="3871"/>
                  </a:moveTo>
                  <a:cubicBezTo>
                    <a:pt x="2674" y="3887"/>
                    <a:pt x="2642" y="3903"/>
                    <a:pt x="2626" y="3919"/>
                  </a:cubicBezTo>
                  <a:lnTo>
                    <a:pt x="2472" y="4073"/>
                  </a:lnTo>
                  <a:cubicBezTo>
                    <a:pt x="2525" y="4020"/>
                    <a:pt x="2573" y="3988"/>
                    <a:pt x="2626" y="3940"/>
                  </a:cubicBezTo>
                  <a:cubicBezTo>
                    <a:pt x="2658" y="3919"/>
                    <a:pt x="2674" y="3887"/>
                    <a:pt x="2695" y="3871"/>
                  </a:cubicBezTo>
                  <a:close/>
                  <a:moveTo>
                    <a:pt x="2472" y="4073"/>
                  </a:moveTo>
                  <a:lnTo>
                    <a:pt x="2472" y="4073"/>
                  </a:lnTo>
                  <a:cubicBezTo>
                    <a:pt x="2392" y="4142"/>
                    <a:pt x="2307" y="4222"/>
                    <a:pt x="2222" y="4291"/>
                  </a:cubicBezTo>
                  <a:cubicBezTo>
                    <a:pt x="2206" y="4307"/>
                    <a:pt x="2169" y="4344"/>
                    <a:pt x="2153" y="4360"/>
                  </a:cubicBezTo>
                  <a:cubicBezTo>
                    <a:pt x="2105" y="4408"/>
                    <a:pt x="2052" y="4461"/>
                    <a:pt x="2004" y="4493"/>
                  </a:cubicBezTo>
                  <a:cubicBezTo>
                    <a:pt x="1951" y="4546"/>
                    <a:pt x="1903" y="4594"/>
                    <a:pt x="1850" y="4626"/>
                  </a:cubicBezTo>
                  <a:cubicBezTo>
                    <a:pt x="1802" y="4679"/>
                    <a:pt x="1733" y="4727"/>
                    <a:pt x="1685" y="4796"/>
                  </a:cubicBezTo>
                  <a:cubicBezTo>
                    <a:pt x="1632" y="4828"/>
                    <a:pt x="1584" y="4881"/>
                    <a:pt x="1531" y="4929"/>
                  </a:cubicBezTo>
                  <a:cubicBezTo>
                    <a:pt x="1600" y="4897"/>
                    <a:pt x="1648" y="4848"/>
                    <a:pt x="1701" y="4796"/>
                  </a:cubicBezTo>
                  <a:lnTo>
                    <a:pt x="1850" y="4647"/>
                  </a:lnTo>
                  <a:cubicBezTo>
                    <a:pt x="1903" y="4594"/>
                    <a:pt x="1951" y="4562"/>
                    <a:pt x="2004" y="4509"/>
                  </a:cubicBezTo>
                  <a:cubicBezTo>
                    <a:pt x="2052" y="4461"/>
                    <a:pt x="2105" y="4424"/>
                    <a:pt x="2153" y="4376"/>
                  </a:cubicBezTo>
                  <a:lnTo>
                    <a:pt x="2238" y="4291"/>
                  </a:lnTo>
                  <a:cubicBezTo>
                    <a:pt x="2323" y="4222"/>
                    <a:pt x="2392" y="4158"/>
                    <a:pt x="2472" y="4073"/>
                  </a:cubicBezTo>
                  <a:close/>
                  <a:moveTo>
                    <a:pt x="877" y="5535"/>
                  </a:moveTo>
                  <a:cubicBezTo>
                    <a:pt x="840" y="5555"/>
                    <a:pt x="824" y="5572"/>
                    <a:pt x="808" y="5588"/>
                  </a:cubicBezTo>
                  <a:cubicBezTo>
                    <a:pt x="756" y="5636"/>
                    <a:pt x="691" y="5689"/>
                    <a:pt x="638" y="5737"/>
                  </a:cubicBezTo>
                  <a:cubicBezTo>
                    <a:pt x="473" y="5891"/>
                    <a:pt x="319" y="6040"/>
                    <a:pt x="186" y="6161"/>
                  </a:cubicBezTo>
                  <a:cubicBezTo>
                    <a:pt x="150" y="6194"/>
                    <a:pt x="117" y="6226"/>
                    <a:pt x="69" y="6262"/>
                  </a:cubicBezTo>
                  <a:lnTo>
                    <a:pt x="16" y="6311"/>
                  </a:lnTo>
                  <a:cubicBezTo>
                    <a:pt x="0" y="6327"/>
                    <a:pt x="0" y="6380"/>
                    <a:pt x="16" y="6428"/>
                  </a:cubicBezTo>
                  <a:lnTo>
                    <a:pt x="16" y="6412"/>
                  </a:lnTo>
                  <a:cubicBezTo>
                    <a:pt x="0" y="6380"/>
                    <a:pt x="16" y="6327"/>
                    <a:pt x="33" y="6327"/>
                  </a:cubicBezTo>
                  <a:cubicBezTo>
                    <a:pt x="49" y="6311"/>
                    <a:pt x="69" y="6295"/>
                    <a:pt x="85" y="6279"/>
                  </a:cubicBezTo>
                  <a:cubicBezTo>
                    <a:pt x="117" y="6242"/>
                    <a:pt x="170" y="6210"/>
                    <a:pt x="202" y="6178"/>
                  </a:cubicBezTo>
                  <a:cubicBezTo>
                    <a:pt x="335" y="6040"/>
                    <a:pt x="489" y="5891"/>
                    <a:pt x="655" y="5757"/>
                  </a:cubicBezTo>
                  <a:lnTo>
                    <a:pt x="808" y="5604"/>
                  </a:lnTo>
                  <a:cubicBezTo>
                    <a:pt x="840" y="5588"/>
                    <a:pt x="857" y="5572"/>
                    <a:pt x="877" y="55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9">
              <a:extLst>
                <a:ext uri="{FF2B5EF4-FFF2-40B4-BE49-F238E27FC236}">
                  <a16:creationId xmlns:a16="http://schemas.microsoft.com/office/drawing/2014/main" id="{5BDF3B89-1C1D-EC84-377B-F401092C9FDA}"/>
                </a:ext>
              </a:extLst>
            </p:cNvPr>
            <p:cNvSpPr/>
            <p:nvPr/>
          </p:nvSpPr>
          <p:spPr>
            <a:xfrm>
              <a:off x="1662331" y="385973"/>
              <a:ext cx="80255" cy="487984"/>
            </a:xfrm>
            <a:custGeom>
              <a:avLst/>
              <a:gdLst/>
              <a:ahLst/>
              <a:cxnLst/>
              <a:rect l="l" t="t" r="r" b="b"/>
              <a:pathLst>
                <a:path w="808" h="4913" extrusionOk="0">
                  <a:moveTo>
                    <a:pt x="776" y="1"/>
                  </a:moveTo>
                  <a:lnTo>
                    <a:pt x="776" y="17"/>
                  </a:lnTo>
                  <a:cubicBezTo>
                    <a:pt x="792" y="17"/>
                    <a:pt x="792" y="33"/>
                    <a:pt x="792" y="49"/>
                  </a:cubicBezTo>
                  <a:cubicBezTo>
                    <a:pt x="808" y="33"/>
                    <a:pt x="808" y="17"/>
                    <a:pt x="792" y="1"/>
                  </a:cubicBezTo>
                  <a:close/>
                  <a:moveTo>
                    <a:pt x="792" y="267"/>
                  </a:moveTo>
                  <a:cubicBezTo>
                    <a:pt x="776" y="283"/>
                    <a:pt x="776" y="304"/>
                    <a:pt x="776" y="320"/>
                  </a:cubicBezTo>
                  <a:cubicBezTo>
                    <a:pt x="776" y="336"/>
                    <a:pt x="792" y="352"/>
                    <a:pt x="776" y="368"/>
                  </a:cubicBezTo>
                  <a:lnTo>
                    <a:pt x="776" y="437"/>
                  </a:lnTo>
                  <a:lnTo>
                    <a:pt x="776" y="453"/>
                  </a:lnTo>
                  <a:lnTo>
                    <a:pt x="776" y="485"/>
                  </a:lnTo>
                  <a:lnTo>
                    <a:pt x="776" y="570"/>
                  </a:lnTo>
                  <a:lnTo>
                    <a:pt x="776" y="639"/>
                  </a:lnTo>
                  <a:lnTo>
                    <a:pt x="776" y="724"/>
                  </a:lnTo>
                  <a:lnTo>
                    <a:pt x="776" y="788"/>
                  </a:lnTo>
                  <a:lnTo>
                    <a:pt x="776" y="825"/>
                  </a:lnTo>
                  <a:lnTo>
                    <a:pt x="776" y="873"/>
                  </a:lnTo>
                  <a:lnTo>
                    <a:pt x="776" y="926"/>
                  </a:lnTo>
                  <a:lnTo>
                    <a:pt x="776" y="942"/>
                  </a:lnTo>
                  <a:lnTo>
                    <a:pt x="776" y="1010"/>
                  </a:lnTo>
                  <a:cubicBezTo>
                    <a:pt x="792" y="974"/>
                    <a:pt x="792" y="958"/>
                    <a:pt x="792" y="942"/>
                  </a:cubicBezTo>
                  <a:lnTo>
                    <a:pt x="792" y="926"/>
                  </a:lnTo>
                  <a:lnTo>
                    <a:pt x="792" y="873"/>
                  </a:lnTo>
                  <a:lnTo>
                    <a:pt x="792" y="825"/>
                  </a:lnTo>
                  <a:lnTo>
                    <a:pt x="792" y="788"/>
                  </a:lnTo>
                  <a:lnTo>
                    <a:pt x="792" y="724"/>
                  </a:lnTo>
                  <a:cubicBezTo>
                    <a:pt x="776" y="687"/>
                    <a:pt x="792" y="671"/>
                    <a:pt x="792" y="639"/>
                  </a:cubicBezTo>
                  <a:lnTo>
                    <a:pt x="792" y="570"/>
                  </a:lnTo>
                  <a:lnTo>
                    <a:pt x="792" y="485"/>
                  </a:lnTo>
                  <a:lnTo>
                    <a:pt x="792" y="453"/>
                  </a:lnTo>
                  <a:lnTo>
                    <a:pt x="792" y="437"/>
                  </a:lnTo>
                  <a:lnTo>
                    <a:pt x="792" y="368"/>
                  </a:lnTo>
                  <a:lnTo>
                    <a:pt x="792" y="320"/>
                  </a:lnTo>
                  <a:lnTo>
                    <a:pt x="792" y="267"/>
                  </a:lnTo>
                  <a:close/>
                  <a:moveTo>
                    <a:pt x="776" y="1010"/>
                  </a:moveTo>
                  <a:cubicBezTo>
                    <a:pt x="759" y="1027"/>
                    <a:pt x="759" y="1043"/>
                    <a:pt x="759" y="1075"/>
                  </a:cubicBezTo>
                  <a:lnTo>
                    <a:pt x="759" y="1091"/>
                  </a:lnTo>
                  <a:lnTo>
                    <a:pt x="759" y="1128"/>
                  </a:lnTo>
                  <a:lnTo>
                    <a:pt x="759" y="1212"/>
                  </a:lnTo>
                  <a:lnTo>
                    <a:pt x="759" y="1245"/>
                  </a:lnTo>
                  <a:lnTo>
                    <a:pt x="759" y="1293"/>
                  </a:lnTo>
                  <a:cubicBezTo>
                    <a:pt x="776" y="1313"/>
                    <a:pt x="759" y="1330"/>
                    <a:pt x="759" y="1346"/>
                  </a:cubicBezTo>
                  <a:lnTo>
                    <a:pt x="759" y="1378"/>
                  </a:lnTo>
                  <a:lnTo>
                    <a:pt x="759" y="1431"/>
                  </a:lnTo>
                  <a:lnTo>
                    <a:pt x="759" y="1479"/>
                  </a:lnTo>
                  <a:lnTo>
                    <a:pt x="759" y="1580"/>
                  </a:lnTo>
                  <a:lnTo>
                    <a:pt x="759" y="1616"/>
                  </a:lnTo>
                  <a:lnTo>
                    <a:pt x="759" y="1697"/>
                  </a:lnTo>
                  <a:cubicBezTo>
                    <a:pt x="776" y="1665"/>
                    <a:pt x="776" y="1633"/>
                    <a:pt x="776" y="1616"/>
                  </a:cubicBezTo>
                  <a:lnTo>
                    <a:pt x="776" y="1580"/>
                  </a:lnTo>
                  <a:lnTo>
                    <a:pt x="776" y="1479"/>
                  </a:lnTo>
                  <a:lnTo>
                    <a:pt x="776" y="1431"/>
                  </a:lnTo>
                  <a:lnTo>
                    <a:pt x="776" y="1394"/>
                  </a:lnTo>
                  <a:lnTo>
                    <a:pt x="776" y="1346"/>
                  </a:lnTo>
                  <a:lnTo>
                    <a:pt x="776" y="1293"/>
                  </a:lnTo>
                  <a:lnTo>
                    <a:pt x="776" y="1245"/>
                  </a:lnTo>
                  <a:lnTo>
                    <a:pt x="776" y="1212"/>
                  </a:lnTo>
                  <a:lnTo>
                    <a:pt x="776" y="1128"/>
                  </a:lnTo>
                  <a:lnTo>
                    <a:pt x="776" y="1091"/>
                  </a:lnTo>
                  <a:lnTo>
                    <a:pt x="776" y="1075"/>
                  </a:lnTo>
                  <a:lnTo>
                    <a:pt x="776" y="1010"/>
                  </a:lnTo>
                  <a:close/>
                  <a:moveTo>
                    <a:pt x="759" y="1867"/>
                  </a:moveTo>
                  <a:cubicBezTo>
                    <a:pt x="739" y="1883"/>
                    <a:pt x="739" y="1899"/>
                    <a:pt x="759" y="1936"/>
                  </a:cubicBezTo>
                  <a:lnTo>
                    <a:pt x="759" y="1919"/>
                  </a:lnTo>
                  <a:lnTo>
                    <a:pt x="759" y="1867"/>
                  </a:lnTo>
                  <a:close/>
                  <a:moveTo>
                    <a:pt x="759" y="1936"/>
                  </a:moveTo>
                  <a:cubicBezTo>
                    <a:pt x="759" y="1952"/>
                    <a:pt x="759" y="1984"/>
                    <a:pt x="739" y="2020"/>
                  </a:cubicBezTo>
                  <a:lnTo>
                    <a:pt x="739" y="2085"/>
                  </a:lnTo>
                  <a:lnTo>
                    <a:pt x="739" y="2388"/>
                  </a:lnTo>
                  <a:lnTo>
                    <a:pt x="739" y="2473"/>
                  </a:lnTo>
                  <a:lnTo>
                    <a:pt x="739" y="2489"/>
                  </a:lnTo>
                  <a:lnTo>
                    <a:pt x="739" y="2574"/>
                  </a:lnTo>
                  <a:lnTo>
                    <a:pt x="739" y="2675"/>
                  </a:lnTo>
                  <a:cubicBezTo>
                    <a:pt x="739" y="2643"/>
                    <a:pt x="739" y="2606"/>
                    <a:pt x="759" y="2574"/>
                  </a:cubicBezTo>
                  <a:lnTo>
                    <a:pt x="759" y="2489"/>
                  </a:lnTo>
                  <a:lnTo>
                    <a:pt x="759" y="2473"/>
                  </a:lnTo>
                  <a:cubicBezTo>
                    <a:pt x="759" y="2441"/>
                    <a:pt x="739" y="2404"/>
                    <a:pt x="759" y="2388"/>
                  </a:cubicBezTo>
                  <a:lnTo>
                    <a:pt x="759" y="2085"/>
                  </a:lnTo>
                  <a:lnTo>
                    <a:pt x="759" y="2020"/>
                  </a:lnTo>
                  <a:lnTo>
                    <a:pt x="759" y="1936"/>
                  </a:lnTo>
                  <a:close/>
                  <a:moveTo>
                    <a:pt x="739" y="2727"/>
                  </a:moveTo>
                  <a:cubicBezTo>
                    <a:pt x="723" y="2744"/>
                    <a:pt x="739" y="2760"/>
                    <a:pt x="739" y="2776"/>
                  </a:cubicBezTo>
                  <a:lnTo>
                    <a:pt x="739" y="2727"/>
                  </a:lnTo>
                  <a:close/>
                  <a:moveTo>
                    <a:pt x="739" y="2776"/>
                  </a:moveTo>
                  <a:cubicBezTo>
                    <a:pt x="739" y="2792"/>
                    <a:pt x="739" y="2828"/>
                    <a:pt x="723" y="2844"/>
                  </a:cubicBezTo>
                  <a:lnTo>
                    <a:pt x="723" y="2909"/>
                  </a:lnTo>
                  <a:cubicBezTo>
                    <a:pt x="739" y="2929"/>
                    <a:pt x="723" y="2945"/>
                    <a:pt x="723" y="2962"/>
                  </a:cubicBezTo>
                  <a:lnTo>
                    <a:pt x="723" y="3010"/>
                  </a:lnTo>
                  <a:lnTo>
                    <a:pt x="723" y="3046"/>
                  </a:lnTo>
                  <a:lnTo>
                    <a:pt x="723" y="3095"/>
                  </a:lnTo>
                  <a:lnTo>
                    <a:pt x="723" y="3147"/>
                  </a:lnTo>
                  <a:lnTo>
                    <a:pt x="723" y="3196"/>
                  </a:lnTo>
                  <a:lnTo>
                    <a:pt x="723" y="3265"/>
                  </a:lnTo>
                  <a:lnTo>
                    <a:pt x="723" y="3297"/>
                  </a:lnTo>
                  <a:lnTo>
                    <a:pt x="723" y="3382"/>
                  </a:lnTo>
                  <a:cubicBezTo>
                    <a:pt x="723" y="3349"/>
                    <a:pt x="723" y="3313"/>
                    <a:pt x="739" y="3297"/>
                  </a:cubicBezTo>
                  <a:lnTo>
                    <a:pt x="739" y="3265"/>
                  </a:lnTo>
                  <a:lnTo>
                    <a:pt x="739" y="3196"/>
                  </a:lnTo>
                  <a:lnTo>
                    <a:pt x="739" y="3164"/>
                  </a:lnTo>
                  <a:lnTo>
                    <a:pt x="739" y="3095"/>
                  </a:lnTo>
                  <a:lnTo>
                    <a:pt x="739" y="3046"/>
                  </a:lnTo>
                  <a:lnTo>
                    <a:pt x="739" y="3010"/>
                  </a:lnTo>
                  <a:lnTo>
                    <a:pt x="739" y="2962"/>
                  </a:lnTo>
                  <a:lnTo>
                    <a:pt x="739" y="2909"/>
                  </a:lnTo>
                  <a:lnTo>
                    <a:pt x="739" y="2861"/>
                  </a:lnTo>
                  <a:lnTo>
                    <a:pt x="739" y="2776"/>
                  </a:lnTo>
                  <a:close/>
                  <a:moveTo>
                    <a:pt x="723" y="3616"/>
                  </a:moveTo>
                  <a:cubicBezTo>
                    <a:pt x="723" y="3636"/>
                    <a:pt x="723" y="3652"/>
                    <a:pt x="707" y="3669"/>
                  </a:cubicBezTo>
                  <a:lnTo>
                    <a:pt x="707" y="3737"/>
                  </a:lnTo>
                  <a:cubicBezTo>
                    <a:pt x="707" y="3770"/>
                    <a:pt x="723" y="3802"/>
                    <a:pt x="707" y="3838"/>
                  </a:cubicBezTo>
                  <a:lnTo>
                    <a:pt x="707" y="3854"/>
                  </a:lnTo>
                  <a:cubicBezTo>
                    <a:pt x="723" y="3871"/>
                    <a:pt x="707" y="3871"/>
                    <a:pt x="707" y="3887"/>
                  </a:cubicBezTo>
                  <a:lnTo>
                    <a:pt x="707" y="3939"/>
                  </a:lnTo>
                  <a:lnTo>
                    <a:pt x="707" y="3988"/>
                  </a:lnTo>
                  <a:lnTo>
                    <a:pt x="707" y="4020"/>
                  </a:lnTo>
                  <a:lnTo>
                    <a:pt x="707" y="4141"/>
                  </a:lnTo>
                  <a:lnTo>
                    <a:pt x="707" y="4307"/>
                  </a:lnTo>
                  <a:cubicBezTo>
                    <a:pt x="723" y="4258"/>
                    <a:pt x="723" y="4190"/>
                    <a:pt x="723" y="4141"/>
                  </a:cubicBezTo>
                  <a:lnTo>
                    <a:pt x="723" y="4020"/>
                  </a:lnTo>
                  <a:lnTo>
                    <a:pt x="723" y="3988"/>
                  </a:lnTo>
                  <a:lnTo>
                    <a:pt x="723" y="3939"/>
                  </a:lnTo>
                  <a:lnTo>
                    <a:pt x="723" y="3903"/>
                  </a:lnTo>
                  <a:lnTo>
                    <a:pt x="723" y="3838"/>
                  </a:lnTo>
                  <a:lnTo>
                    <a:pt x="723" y="3737"/>
                  </a:lnTo>
                  <a:lnTo>
                    <a:pt x="723" y="3669"/>
                  </a:lnTo>
                  <a:lnTo>
                    <a:pt x="723" y="3616"/>
                  </a:lnTo>
                  <a:close/>
                  <a:moveTo>
                    <a:pt x="707" y="4307"/>
                  </a:moveTo>
                  <a:cubicBezTo>
                    <a:pt x="691" y="4323"/>
                    <a:pt x="691" y="4359"/>
                    <a:pt x="707" y="4376"/>
                  </a:cubicBezTo>
                  <a:lnTo>
                    <a:pt x="707" y="4307"/>
                  </a:lnTo>
                  <a:close/>
                  <a:moveTo>
                    <a:pt x="707" y="4424"/>
                  </a:moveTo>
                  <a:cubicBezTo>
                    <a:pt x="691" y="4444"/>
                    <a:pt x="691" y="4460"/>
                    <a:pt x="707" y="4493"/>
                  </a:cubicBezTo>
                  <a:lnTo>
                    <a:pt x="707" y="4424"/>
                  </a:lnTo>
                  <a:close/>
                  <a:moveTo>
                    <a:pt x="707" y="4493"/>
                  </a:moveTo>
                  <a:cubicBezTo>
                    <a:pt x="707" y="4509"/>
                    <a:pt x="691" y="4509"/>
                    <a:pt x="675" y="4525"/>
                  </a:cubicBezTo>
                  <a:lnTo>
                    <a:pt x="691" y="4525"/>
                  </a:lnTo>
                  <a:cubicBezTo>
                    <a:pt x="707" y="4525"/>
                    <a:pt x="723" y="4509"/>
                    <a:pt x="707" y="4493"/>
                  </a:cubicBezTo>
                  <a:close/>
                  <a:moveTo>
                    <a:pt x="675" y="4525"/>
                  </a:moveTo>
                  <a:lnTo>
                    <a:pt x="675" y="4525"/>
                  </a:lnTo>
                  <a:cubicBezTo>
                    <a:pt x="638" y="4545"/>
                    <a:pt x="606" y="4561"/>
                    <a:pt x="574" y="4578"/>
                  </a:cubicBezTo>
                  <a:cubicBezTo>
                    <a:pt x="557" y="4594"/>
                    <a:pt x="537" y="4594"/>
                    <a:pt x="521" y="4610"/>
                  </a:cubicBezTo>
                  <a:cubicBezTo>
                    <a:pt x="404" y="4679"/>
                    <a:pt x="287" y="4747"/>
                    <a:pt x="170" y="4812"/>
                  </a:cubicBezTo>
                  <a:cubicBezTo>
                    <a:pt x="133" y="4848"/>
                    <a:pt x="85" y="4864"/>
                    <a:pt x="53" y="4880"/>
                  </a:cubicBezTo>
                  <a:cubicBezTo>
                    <a:pt x="32" y="4897"/>
                    <a:pt x="16" y="4897"/>
                    <a:pt x="0" y="4897"/>
                  </a:cubicBezTo>
                  <a:lnTo>
                    <a:pt x="0" y="4913"/>
                  </a:lnTo>
                  <a:cubicBezTo>
                    <a:pt x="16" y="4913"/>
                    <a:pt x="32" y="4913"/>
                    <a:pt x="53" y="4897"/>
                  </a:cubicBezTo>
                  <a:cubicBezTo>
                    <a:pt x="85" y="4880"/>
                    <a:pt x="133" y="4848"/>
                    <a:pt x="170" y="4828"/>
                  </a:cubicBezTo>
                  <a:cubicBezTo>
                    <a:pt x="287" y="4763"/>
                    <a:pt x="420" y="4695"/>
                    <a:pt x="537" y="4626"/>
                  </a:cubicBezTo>
                  <a:cubicBezTo>
                    <a:pt x="557" y="4610"/>
                    <a:pt x="574" y="4610"/>
                    <a:pt x="590" y="4594"/>
                  </a:cubicBezTo>
                  <a:cubicBezTo>
                    <a:pt x="622" y="4578"/>
                    <a:pt x="658" y="4561"/>
                    <a:pt x="675" y="4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9">
              <a:extLst>
                <a:ext uri="{FF2B5EF4-FFF2-40B4-BE49-F238E27FC236}">
                  <a16:creationId xmlns:a16="http://schemas.microsoft.com/office/drawing/2014/main" id="{6B1FD3F7-0D2C-34CB-3470-2F9872C4DE29}"/>
                </a:ext>
              </a:extLst>
            </p:cNvPr>
            <p:cNvSpPr/>
            <p:nvPr/>
          </p:nvSpPr>
          <p:spPr>
            <a:xfrm>
              <a:off x="2583571" y="481027"/>
              <a:ext cx="150477" cy="458385"/>
            </a:xfrm>
            <a:custGeom>
              <a:avLst/>
              <a:gdLst/>
              <a:ahLst/>
              <a:cxnLst/>
              <a:rect l="l" t="t" r="r" b="b"/>
              <a:pathLst>
                <a:path w="1515" h="4615" extrusionOk="0">
                  <a:moveTo>
                    <a:pt x="218" y="1"/>
                  </a:moveTo>
                  <a:cubicBezTo>
                    <a:pt x="202" y="17"/>
                    <a:pt x="186" y="33"/>
                    <a:pt x="150" y="53"/>
                  </a:cubicBezTo>
                  <a:lnTo>
                    <a:pt x="133" y="53"/>
                  </a:lnTo>
                  <a:cubicBezTo>
                    <a:pt x="85" y="70"/>
                    <a:pt x="49" y="86"/>
                    <a:pt x="0" y="118"/>
                  </a:cubicBezTo>
                  <a:lnTo>
                    <a:pt x="16" y="118"/>
                  </a:lnTo>
                  <a:cubicBezTo>
                    <a:pt x="49" y="102"/>
                    <a:pt x="101" y="86"/>
                    <a:pt x="133" y="70"/>
                  </a:cubicBezTo>
                  <a:lnTo>
                    <a:pt x="170" y="53"/>
                  </a:lnTo>
                  <a:cubicBezTo>
                    <a:pt x="186" y="53"/>
                    <a:pt x="218" y="33"/>
                    <a:pt x="234" y="1"/>
                  </a:cubicBezTo>
                  <a:close/>
                  <a:moveTo>
                    <a:pt x="234" y="1"/>
                  </a:moveTo>
                  <a:cubicBezTo>
                    <a:pt x="251" y="17"/>
                    <a:pt x="271" y="17"/>
                    <a:pt x="287" y="33"/>
                  </a:cubicBezTo>
                  <a:cubicBezTo>
                    <a:pt x="303" y="33"/>
                    <a:pt x="319" y="33"/>
                    <a:pt x="319" y="53"/>
                  </a:cubicBezTo>
                  <a:cubicBezTo>
                    <a:pt x="335" y="53"/>
                    <a:pt x="372" y="53"/>
                    <a:pt x="388" y="70"/>
                  </a:cubicBezTo>
                  <a:cubicBezTo>
                    <a:pt x="404" y="70"/>
                    <a:pt x="420" y="86"/>
                    <a:pt x="436" y="86"/>
                  </a:cubicBezTo>
                  <a:lnTo>
                    <a:pt x="574" y="134"/>
                  </a:lnTo>
                  <a:cubicBezTo>
                    <a:pt x="675" y="171"/>
                    <a:pt x="776" y="219"/>
                    <a:pt x="877" y="255"/>
                  </a:cubicBezTo>
                  <a:cubicBezTo>
                    <a:pt x="776" y="203"/>
                    <a:pt x="675" y="171"/>
                    <a:pt x="574" y="118"/>
                  </a:cubicBezTo>
                  <a:lnTo>
                    <a:pt x="453" y="70"/>
                  </a:lnTo>
                  <a:cubicBezTo>
                    <a:pt x="436" y="70"/>
                    <a:pt x="404" y="70"/>
                    <a:pt x="388" y="53"/>
                  </a:cubicBezTo>
                  <a:cubicBezTo>
                    <a:pt x="372" y="53"/>
                    <a:pt x="352" y="33"/>
                    <a:pt x="335" y="33"/>
                  </a:cubicBezTo>
                  <a:cubicBezTo>
                    <a:pt x="319" y="33"/>
                    <a:pt x="303" y="17"/>
                    <a:pt x="303" y="17"/>
                  </a:cubicBezTo>
                  <a:cubicBezTo>
                    <a:pt x="271" y="17"/>
                    <a:pt x="251" y="1"/>
                    <a:pt x="234" y="1"/>
                  </a:cubicBezTo>
                  <a:close/>
                  <a:moveTo>
                    <a:pt x="877" y="255"/>
                  </a:moveTo>
                  <a:cubicBezTo>
                    <a:pt x="893" y="272"/>
                    <a:pt x="909" y="288"/>
                    <a:pt x="909" y="304"/>
                  </a:cubicBezTo>
                  <a:cubicBezTo>
                    <a:pt x="909" y="336"/>
                    <a:pt x="925" y="389"/>
                    <a:pt x="925" y="421"/>
                  </a:cubicBezTo>
                  <a:cubicBezTo>
                    <a:pt x="925" y="474"/>
                    <a:pt x="941" y="522"/>
                    <a:pt x="941" y="575"/>
                  </a:cubicBezTo>
                  <a:cubicBezTo>
                    <a:pt x="957" y="607"/>
                    <a:pt x="957" y="639"/>
                    <a:pt x="957" y="676"/>
                  </a:cubicBezTo>
                  <a:cubicBezTo>
                    <a:pt x="957" y="724"/>
                    <a:pt x="978" y="760"/>
                    <a:pt x="978" y="793"/>
                  </a:cubicBezTo>
                  <a:cubicBezTo>
                    <a:pt x="978" y="841"/>
                    <a:pt x="994" y="910"/>
                    <a:pt x="994" y="962"/>
                  </a:cubicBezTo>
                  <a:cubicBezTo>
                    <a:pt x="1010" y="1011"/>
                    <a:pt x="1010" y="1063"/>
                    <a:pt x="1026" y="1112"/>
                  </a:cubicBezTo>
                  <a:cubicBezTo>
                    <a:pt x="1026" y="1063"/>
                    <a:pt x="1010" y="1011"/>
                    <a:pt x="1010" y="962"/>
                  </a:cubicBezTo>
                  <a:cubicBezTo>
                    <a:pt x="1010" y="910"/>
                    <a:pt x="994" y="841"/>
                    <a:pt x="994" y="793"/>
                  </a:cubicBezTo>
                  <a:cubicBezTo>
                    <a:pt x="978" y="760"/>
                    <a:pt x="978" y="724"/>
                    <a:pt x="978" y="676"/>
                  </a:cubicBezTo>
                  <a:cubicBezTo>
                    <a:pt x="978" y="639"/>
                    <a:pt x="957" y="607"/>
                    <a:pt x="957" y="575"/>
                  </a:cubicBezTo>
                  <a:cubicBezTo>
                    <a:pt x="957" y="522"/>
                    <a:pt x="941" y="474"/>
                    <a:pt x="941" y="421"/>
                  </a:cubicBezTo>
                  <a:cubicBezTo>
                    <a:pt x="925" y="373"/>
                    <a:pt x="925" y="336"/>
                    <a:pt x="925" y="304"/>
                  </a:cubicBezTo>
                  <a:cubicBezTo>
                    <a:pt x="925" y="288"/>
                    <a:pt x="909" y="255"/>
                    <a:pt x="877" y="255"/>
                  </a:cubicBezTo>
                  <a:close/>
                  <a:moveTo>
                    <a:pt x="1026" y="1112"/>
                  </a:moveTo>
                  <a:lnTo>
                    <a:pt x="1026" y="1213"/>
                  </a:lnTo>
                  <a:cubicBezTo>
                    <a:pt x="1042" y="1265"/>
                    <a:pt x="1042" y="1330"/>
                    <a:pt x="1058" y="1383"/>
                  </a:cubicBezTo>
                  <a:cubicBezTo>
                    <a:pt x="1058" y="1314"/>
                    <a:pt x="1042" y="1265"/>
                    <a:pt x="1042" y="1213"/>
                  </a:cubicBezTo>
                  <a:cubicBezTo>
                    <a:pt x="1042" y="1181"/>
                    <a:pt x="1042" y="1144"/>
                    <a:pt x="1026" y="1112"/>
                  </a:cubicBezTo>
                  <a:close/>
                  <a:moveTo>
                    <a:pt x="1058" y="1383"/>
                  </a:moveTo>
                  <a:lnTo>
                    <a:pt x="1058" y="1399"/>
                  </a:lnTo>
                  <a:cubicBezTo>
                    <a:pt x="1058" y="1447"/>
                    <a:pt x="1079" y="1516"/>
                    <a:pt x="1079" y="1568"/>
                  </a:cubicBezTo>
                  <a:cubicBezTo>
                    <a:pt x="1079" y="1617"/>
                    <a:pt x="1095" y="1649"/>
                    <a:pt x="1095" y="1686"/>
                  </a:cubicBezTo>
                  <a:cubicBezTo>
                    <a:pt x="1095" y="1718"/>
                    <a:pt x="1111" y="1750"/>
                    <a:pt x="1111" y="1787"/>
                  </a:cubicBezTo>
                  <a:cubicBezTo>
                    <a:pt x="1127" y="1887"/>
                    <a:pt x="1127" y="1972"/>
                    <a:pt x="1143" y="2073"/>
                  </a:cubicBezTo>
                  <a:cubicBezTo>
                    <a:pt x="1159" y="2122"/>
                    <a:pt x="1159" y="2174"/>
                    <a:pt x="1180" y="2223"/>
                  </a:cubicBezTo>
                  <a:cubicBezTo>
                    <a:pt x="1180" y="2174"/>
                    <a:pt x="1159" y="2122"/>
                    <a:pt x="1159" y="2073"/>
                  </a:cubicBezTo>
                  <a:cubicBezTo>
                    <a:pt x="1143" y="1972"/>
                    <a:pt x="1127" y="1887"/>
                    <a:pt x="1127" y="1787"/>
                  </a:cubicBezTo>
                  <a:cubicBezTo>
                    <a:pt x="1127" y="1750"/>
                    <a:pt x="1111" y="1718"/>
                    <a:pt x="1111" y="1686"/>
                  </a:cubicBezTo>
                  <a:cubicBezTo>
                    <a:pt x="1111" y="1649"/>
                    <a:pt x="1095" y="1601"/>
                    <a:pt x="1095" y="1568"/>
                  </a:cubicBezTo>
                  <a:cubicBezTo>
                    <a:pt x="1095" y="1516"/>
                    <a:pt x="1079" y="1447"/>
                    <a:pt x="1079" y="1399"/>
                  </a:cubicBezTo>
                  <a:lnTo>
                    <a:pt x="1058" y="1383"/>
                  </a:lnTo>
                  <a:close/>
                  <a:moveTo>
                    <a:pt x="1180" y="2223"/>
                  </a:moveTo>
                  <a:lnTo>
                    <a:pt x="1180" y="2275"/>
                  </a:lnTo>
                  <a:cubicBezTo>
                    <a:pt x="1180" y="2308"/>
                    <a:pt x="1196" y="2340"/>
                    <a:pt x="1180" y="2376"/>
                  </a:cubicBezTo>
                  <a:cubicBezTo>
                    <a:pt x="1196" y="2409"/>
                    <a:pt x="1212" y="2441"/>
                    <a:pt x="1212" y="2493"/>
                  </a:cubicBezTo>
                  <a:lnTo>
                    <a:pt x="1212" y="2558"/>
                  </a:lnTo>
                  <a:cubicBezTo>
                    <a:pt x="1228" y="2578"/>
                    <a:pt x="1228" y="2611"/>
                    <a:pt x="1228" y="2627"/>
                  </a:cubicBezTo>
                  <a:lnTo>
                    <a:pt x="1228" y="2679"/>
                  </a:lnTo>
                  <a:cubicBezTo>
                    <a:pt x="1228" y="2695"/>
                    <a:pt x="1228" y="2695"/>
                    <a:pt x="1244" y="2712"/>
                  </a:cubicBezTo>
                  <a:lnTo>
                    <a:pt x="1244" y="2659"/>
                  </a:lnTo>
                  <a:lnTo>
                    <a:pt x="1244" y="2627"/>
                  </a:lnTo>
                  <a:cubicBezTo>
                    <a:pt x="1244" y="2611"/>
                    <a:pt x="1228" y="2578"/>
                    <a:pt x="1228" y="2558"/>
                  </a:cubicBezTo>
                  <a:cubicBezTo>
                    <a:pt x="1228" y="2526"/>
                    <a:pt x="1228" y="2510"/>
                    <a:pt x="1212" y="2477"/>
                  </a:cubicBezTo>
                  <a:cubicBezTo>
                    <a:pt x="1212" y="2441"/>
                    <a:pt x="1212" y="2409"/>
                    <a:pt x="1196" y="2376"/>
                  </a:cubicBezTo>
                  <a:cubicBezTo>
                    <a:pt x="1212" y="2340"/>
                    <a:pt x="1196" y="2308"/>
                    <a:pt x="1196" y="2275"/>
                  </a:cubicBezTo>
                  <a:cubicBezTo>
                    <a:pt x="1196" y="2255"/>
                    <a:pt x="1180" y="2239"/>
                    <a:pt x="1180" y="2223"/>
                  </a:cubicBezTo>
                  <a:close/>
                  <a:moveTo>
                    <a:pt x="1244" y="2712"/>
                  </a:moveTo>
                  <a:cubicBezTo>
                    <a:pt x="1244" y="2760"/>
                    <a:pt x="1244" y="2796"/>
                    <a:pt x="1260" y="2845"/>
                  </a:cubicBezTo>
                  <a:cubicBezTo>
                    <a:pt x="1260" y="2796"/>
                    <a:pt x="1260" y="2760"/>
                    <a:pt x="1244" y="2712"/>
                  </a:cubicBezTo>
                  <a:close/>
                  <a:moveTo>
                    <a:pt x="1260" y="2845"/>
                  </a:moveTo>
                  <a:cubicBezTo>
                    <a:pt x="1260" y="2881"/>
                    <a:pt x="1260" y="2914"/>
                    <a:pt x="1281" y="2962"/>
                  </a:cubicBezTo>
                  <a:lnTo>
                    <a:pt x="1281" y="3063"/>
                  </a:lnTo>
                  <a:lnTo>
                    <a:pt x="1297" y="3083"/>
                  </a:lnTo>
                  <a:lnTo>
                    <a:pt x="1297" y="3116"/>
                  </a:lnTo>
                  <a:cubicBezTo>
                    <a:pt x="1313" y="3099"/>
                    <a:pt x="1297" y="3083"/>
                    <a:pt x="1297" y="3063"/>
                  </a:cubicBezTo>
                  <a:cubicBezTo>
                    <a:pt x="1297" y="3031"/>
                    <a:pt x="1281" y="2998"/>
                    <a:pt x="1281" y="2946"/>
                  </a:cubicBezTo>
                  <a:cubicBezTo>
                    <a:pt x="1281" y="2914"/>
                    <a:pt x="1281" y="2881"/>
                    <a:pt x="1260" y="2845"/>
                  </a:cubicBezTo>
                  <a:close/>
                  <a:moveTo>
                    <a:pt x="1297" y="3116"/>
                  </a:moveTo>
                  <a:cubicBezTo>
                    <a:pt x="1281" y="3116"/>
                    <a:pt x="1281" y="3132"/>
                    <a:pt x="1297" y="3148"/>
                  </a:cubicBezTo>
                  <a:cubicBezTo>
                    <a:pt x="1313" y="3164"/>
                    <a:pt x="1313" y="3184"/>
                    <a:pt x="1313" y="3200"/>
                  </a:cubicBezTo>
                  <a:lnTo>
                    <a:pt x="1313" y="3132"/>
                  </a:lnTo>
                  <a:cubicBezTo>
                    <a:pt x="1297" y="3132"/>
                    <a:pt x="1297" y="3116"/>
                    <a:pt x="1297" y="3116"/>
                  </a:cubicBezTo>
                  <a:close/>
                  <a:moveTo>
                    <a:pt x="1313" y="3217"/>
                  </a:moveTo>
                  <a:lnTo>
                    <a:pt x="1313" y="3233"/>
                  </a:lnTo>
                  <a:cubicBezTo>
                    <a:pt x="1313" y="3265"/>
                    <a:pt x="1313" y="3301"/>
                    <a:pt x="1329" y="3350"/>
                  </a:cubicBezTo>
                  <a:cubicBezTo>
                    <a:pt x="1329" y="3386"/>
                    <a:pt x="1329" y="3419"/>
                    <a:pt x="1345" y="3451"/>
                  </a:cubicBezTo>
                  <a:cubicBezTo>
                    <a:pt x="1345" y="3419"/>
                    <a:pt x="1345" y="3386"/>
                    <a:pt x="1329" y="3334"/>
                  </a:cubicBezTo>
                  <a:cubicBezTo>
                    <a:pt x="1329" y="3301"/>
                    <a:pt x="1329" y="3265"/>
                    <a:pt x="1313" y="3217"/>
                  </a:cubicBezTo>
                  <a:close/>
                  <a:moveTo>
                    <a:pt x="1345" y="3451"/>
                  </a:moveTo>
                  <a:cubicBezTo>
                    <a:pt x="1345" y="3503"/>
                    <a:pt x="1345" y="3536"/>
                    <a:pt x="1361" y="3588"/>
                  </a:cubicBezTo>
                  <a:cubicBezTo>
                    <a:pt x="1361" y="3536"/>
                    <a:pt x="1361" y="3503"/>
                    <a:pt x="1345" y="3451"/>
                  </a:cubicBezTo>
                  <a:close/>
                  <a:moveTo>
                    <a:pt x="1361" y="3588"/>
                  </a:moveTo>
                  <a:lnTo>
                    <a:pt x="1361" y="3669"/>
                  </a:lnTo>
                  <a:cubicBezTo>
                    <a:pt x="1382" y="3705"/>
                    <a:pt x="1382" y="3738"/>
                    <a:pt x="1382" y="3770"/>
                  </a:cubicBezTo>
                  <a:cubicBezTo>
                    <a:pt x="1398" y="3823"/>
                    <a:pt x="1398" y="3871"/>
                    <a:pt x="1398" y="3923"/>
                  </a:cubicBezTo>
                  <a:cubicBezTo>
                    <a:pt x="1398" y="3940"/>
                    <a:pt x="1414" y="3940"/>
                    <a:pt x="1414" y="3956"/>
                  </a:cubicBezTo>
                  <a:lnTo>
                    <a:pt x="1414" y="3923"/>
                  </a:lnTo>
                  <a:cubicBezTo>
                    <a:pt x="1414" y="3871"/>
                    <a:pt x="1398" y="3823"/>
                    <a:pt x="1398" y="3770"/>
                  </a:cubicBezTo>
                  <a:cubicBezTo>
                    <a:pt x="1398" y="3738"/>
                    <a:pt x="1382" y="3705"/>
                    <a:pt x="1382" y="3669"/>
                  </a:cubicBezTo>
                  <a:cubicBezTo>
                    <a:pt x="1382" y="3637"/>
                    <a:pt x="1382" y="3604"/>
                    <a:pt x="1361" y="3588"/>
                  </a:cubicBezTo>
                  <a:close/>
                  <a:moveTo>
                    <a:pt x="1414" y="3956"/>
                  </a:moveTo>
                  <a:lnTo>
                    <a:pt x="1414" y="4008"/>
                  </a:lnTo>
                  <a:lnTo>
                    <a:pt x="1414" y="4024"/>
                  </a:lnTo>
                  <a:cubicBezTo>
                    <a:pt x="1430" y="3992"/>
                    <a:pt x="1430" y="3972"/>
                    <a:pt x="1414" y="3956"/>
                  </a:cubicBezTo>
                  <a:close/>
                  <a:moveTo>
                    <a:pt x="1414" y="4024"/>
                  </a:moveTo>
                  <a:lnTo>
                    <a:pt x="1414" y="4024"/>
                  </a:lnTo>
                  <a:cubicBezTo>
                    <a:pt x="1430" y="4073"/>
                    <a:pt x="1430" y="4125"/>
                    <a:pt x="1430" y="4174"/>
                  </a:cubicBezTo>
                  <a:cubicBezTo>
                    <a:pt x="1430" y="4194"/>
                    <a:pt x="1446" y="4210"/>
                    <a:pt x="1446" y="4243"/>
                  </a:cubicBezTo>
                  <a:cubicBezTo>
                    <a:pt x="1446" y="4311"/>
                    <a:pt x="1462" y="4376"/>
                    <a:pt x="1483" y="4445"/>
                  </a:cubicBezTo>
                  <a:cubicBezTo>
                    <a:pt x="1483" y="4376"/>
                    <a:pt x="1462" y="4311"/>
                    <a:pt x="1462" y="4243"/>
                  </a:cubicBezTo>
                  <a:cubicBezTo>
                    <a:pt x="1446" y="4210"/>
                    <a:pt x="1446" y="4194"/>
                    <a:pt x="1446" y="4174"/>
                  </a:cubicBezTo>
                  <a:cubicBezTo>
                    <a:pt x="1446" y="4125"/>
                    <a:pt x="1446" y="4073"/>
                    <a:pt x="1414" y="4024"/>
                  </a:cubicBezTo>
                  <a:close/>
                  <a:moveTo>
                    <a:pt x="1483" y="4445"/>
                  </a:moveTo>
                  <a:lnTo>
                    <a:pt x="1483" y="4461"/>
                  </a:lnTo>
                  <a:lnTo>
                    <a:pt x="1483" y="4497"/>
                  </a:lnTo>
                  <a:cubicBezTo>
                    <a:pt x="1483" y="4513"/>
                    <a:pt x="1483" y="4546"/>
                    <a:pt x="1499" y="4562"/>
                  </a:cubicBezTo>
                  <a:lnTo>
                    <a:pt x="1499" y="4497"/>
                  </a:lnTo>
                  <a:lnTo>
                    <a:pt x="1499" y="4461"/>
                  </a:lnTo>
                  <a:lnTo>
                    <a:pt x="1483" y="4445"/>
                  </a:lnTo>
                  <a:close/>
                  <a:moveTo>
                    <a:pt x="1499" y="4562"/>
                  </a:moveTo>
                  <a:cubicBezTo>
                    <a:pt x="1499" y="4578"/>
                    <a:pt x="1499" y="4598"/>
                    <a:pt x="1483" y="4614"/>
                  </a:cubicBezTo>
                  <a:lnTo>
                    <a:pt x="1499" y="4614"/>
                  </a:lnTo>
                  <a:cubicBezTo>
                    <a:pt x="1499" y="4598"/>
                    <a:pt x="1515" y="4578"/>
                    <a:pt x="1499" y="4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>
              <a:extLst>
                <a:ext uri="{FF2B5EF4-FFF2-40B4-BE49-F238E27FC236}">
                  <a16:creationId xmlns:a16="http://schemas.microsoft.com/office/drawing/2014/main" id="{D3870E45-4C29-2CD7-F767-11256FB7E21D}"/>
                </a:ext>
              </a:extLst>
            </p:cNvPr>
            <p:cNvSpPr/>
            <p:nvPr/>
          </p:nvSpPr>
          <p:spPr>
            <a:xfrm>
              <a:off x="2446304" y="407626"/>
              <a:ext cx="47080" cy="466331"/>
            </a:xfrm>
            <a:custGeom>
              <a:avLst/>
              <a:gdLst/>
              <a:ahLst/>
              <a:cxnLst/>
              <a:rect l="l" t="t" r="r" b="b"/>
              <a:pathLst>
                <a:path w="474" h="4695" extrusionOk="0">
                  <a:moveTo>
                    <a:pt x="17" y="1"/>
                  </a:moveTo>
                  <a:cubicBezTo>
                    <a:pt x="1" y="17"/>
                    <a:pt x="1" y="33"/>
                    <a:pt x="1" y="65"/>
                  </a:cubicBezTo>
                  <a:lnTo>
                    <a:pt x="1" y="86"/>
                  </a:lnTo>
                  <a:cubicBezTo>
                    <a:pt x="17" y="134"/>
                    <a:pt x="17" y="166"/>
                    <a:pt x="17" y="203"/>
                  </a:cubicBezTo>
                  <a:lnTo>
                    <a:pt x="37" y="267"/>
                  </a:lnTo>
                  <a:lnTo>
                    <a:pt x="37" y="203"/>
                  </a:lnTo>
                  <a:cubicBezTo>
                    <a:pt x="37" y="166"/>
                    <a:pt x="37" y="118"/>
                    <a:pt x="17" y="86"/>
                  </a:cubicBezTo>
                  <a:lnTo>
                    <a:pt x="17" y="65"/>
                  </a:lnTo>
                  <a:lnTo>
                    <a:pt x="17" y="1"/>
                  </a:lnTo>
                  <a:close/>
                  <a:moveTo>
                    <a:pt x="37" y="267"/>
                  </a:moveTo>
                  <a:cubicBezTo>
                    <a:pt x="37" y="336"/>
                    <a:pt x="37" y="405"/>
                    <a:pt x="53" y="469"/>
                  </a:cubicBezTo>
                  <a:cubicBezTo>
                    <a:pt x="53" y="405"/>
                    <a:pt x="53" y="336"/>
                    <a:pt x="37" y="267"/>
                  </a:cubicBezTo>
                  <a:close/>
                  <a:moveTo>
                    <a:pt x="53" y="469"/>
                  </a:moveTo>
                  <a:lnTo>
                    <a:pt x="53" y="522"/>
                  </a:lnTo>
                  <a:cubicBezTo>
                    <a:pt x="69" y="607"/>
                    <a:pt x="69" y="708"/>
                    <a:pt x="85" y="809"/>
                  </a:cubicBezTo>
                  <a:cubicBezTo>
                    <a:pt x="85" y="857"/>
                    <a:pt x="85" y="926"/>
                    <a:pt x="102" y="994"/>
                  </a:cubicBezTo>
                  <a:lnTo>
                    <a:pt x="102" y="1075"/>
                  </a:lnTo>
                  <a:cubicBezTo>
                    <a:pt x="102" y="1128"/>
                    <a:pt x="118" y="1160"/>
                    <a:pt x="118" y="1196"/>
                  </a:cubicBezTo>
                  <a:lnTo>
                    <a:pt x="118" y="1297"/>
                  </a:lnTo>
                  <a:cubicBezTo>
                    <a:pt x="138" y="1330"/>
                    <a:pt x="138" y="1362"/>
                    <a:pt x="138" y="1398"/>
                  </a:cubicBezTo>
                  <a:cubicBezTo>
                    <a:pt x="154" y="1463"/>
                    <a:pt x="154" y="1548"/>
                    <a:pt x="154" y="1617"/>
                  </a:cubicBezTo>
                  <a:lnTo>
                    <a:pt x="170" y="1734"/>
                  </a:lnTo>
                  <a:cubicBezTo>
                    <a:pt x="186" y="1851"/>
                    <a:pt x="186" y="1968"/>
                    <a:pt x="203" y="2085"/>
                  </a:cubicBezTo>
                  <a:cubicBezTo>
                    <a:pt x="203" y="2138"/>
                    <a:pt x="219" y="2170"/>
                    <a:pt x="219" y="2223"/>
                  </a:cubicBezTo>
                  <a:cubicBezTo>
                    <a:pt x="219" y="2271"/>
                    <a:pt x="219" y="2324"/>
                    <a:pt x="239" y="2372"/>
                  </a:cubicBezTo>
                  <a:cubicBezTo>
                    <a:pt x="239" y="2441"/>
                    <a:pt x="255" y="2509"/>
                    <a:pt x="255" y="2574"/>
                  </a:cubicBezTo>
                  <a:lnTo>
                    <a:pt x="255" y="2675"/>
                  </a:lnTo>
                  <a:cubicBezTo>
                    <a:pt x="271" y="2727"/>
                    <a:pt x="271" y="2792"/>
                    <a:pt x="287" y="2845"/>
                  </a:cubicBezTo>
                  <a:cubicBezTo>
                    <a:pt x="287" y="2792"/>
                    <a:pt x="287" y="2727"/>
                    <a:pt x="271" y="2675"/>
                  </a:cubicBezTo>
                  <a:lnTo>
                    <a:pt x="271" y="2558"/>
                  </a:lnTo>
                  <a:cubicBezTo>
                    <a:pt x="255" y="2509"/>
                    <a:pt x="255" y="2441"/>
                    <a:pt x="255" y="2372"/>
                  </a:cubicBezTo>
                  <a:cubicBezTo>
                    <a:pt x="239" y="2324"/>
                    <a:pt x="239" y="2271"/>
                    <a:pt x="239" y="2206"/>
                  </a:cubicBezTo>
                  <a:cubicBezTo>
                    <a:pt x="219" y="2170"/>
                    <a:pt x="219" y="2138"/>
                    <a:pt x="219" y="2085"/>
                  </a:cubicBezTo>
                  <a:cubicBezTo>
                    <a:pt x="203" y="1968"/>
                    <a:pt x="186" y="1851"/>
                    <a:pt x="186" y="1734"/>
                  </a:cubicBezTo>
                  <a:lnTo>
                    <a:pt x="170" y="1617"/>
                  </a:lnTo>
                  <a:cubicBezTo>
                    <a:pt x="170" y="1548"/>
                    <a:pt x="154" y="1463"/>
                    <a:pt x="154" y="1398"/>
                  </a:cubicBezTo>
                  <a:cubicBezTo>
                    <a:pt x="154" y="1362"/>
                    <a:pt x="138" y="1330"/>
                    <a:pt x="138" y="1297"/>
                  </a:cubicBezTo>
                  <a:lnTo>
                    <a:pt x="138" y="1196"/>
                  </a:lnTo>
                  <a:cubicBezTo>
                    <a:pt x="118" y="1160"/>
                    <a:pt x="118" y="1112"/>
                    <a:pt x="118" y="1075"/>
                  </a:cubicBezTo>
                  <a:lnTo>
                    <a:pt x="118" y="994"/>
                  </a:lnTo>
                  <a:cubicBezTo>
                    <a:pt x="102" y="926"/>
                    <a:pt x="102" y="857"/>
                    <a:pt x="85" y="792"/>
                  </a:cubicBezTo>
                  <a:cubicBezTo>
                    <a:pt x="85" y="708"/>
                    <a:pt x="69" y="607"/>
                    <a:pt x="69" y="522"/>
                  </a:cubicBezTo>
                  <a:lnTo>
                    <a:pt x="53" y="469"/>
                  </a:lnTo>
                  <a:close/>
                  <a:moveTo>
                    <a:pt x="287" y="2845"/>
                  </a:moveTo>
                  <a:lnTo>
                    <a:pt x="287" y="2978"/>
                  </a:lnTo>
                  <a:cubicBezTo>
                    <a:pt x="287" y="2994"/>
                    <a:pt x="303" y="3030"/>
                    <a:pt x="303" y="3047"/>
                  </a:cubicBezTo>
                  <a:lnTo>
                    <a:pt x="303" y="2978"/>
                  </a:lnTo>
                  <a:cubicBezTo>
                    <a:pt x="303" y="2929"/>
                    <a:pt x="303" y="2893"/>
                    <a:pt x="287" y="2845"/>
                  </a:cubicBezTo>
                  <a:close/>
                  <a:moveTo>
                    <a:pt x="303" y="3047"/>
                  </a:moveTo>
                  <a:lnTo>
                    <a:pt x="303" y="3148"/>
                  </a:lnTo>
                  <a:cubicBezTo>
                    <a:pt x="303" y="3164"/>
                    <a:pt x="320" y="3196"/>
                    <a:pt x="320" y="3216"/>
                  </a:cubicBezTo>
                  <a:cubicBezTo>
                    <a:pt x="320" y="3265"/>
                    <a:pt x="320" y="3317"/>
                    <a:pt x="340" y="3366"/>
                  </a:cubicBezTo>
                  <a:lnTo>
                    <a:pt x="340" y="3216"/>
                  </a:lnTo>
                  <a:cubicBezTo>
                    <a:pt x="320" y="3196"/>
                    <a:pt x="320" y="3164"/>
                    <a:pt x="320" y="3148"/>
                  </a:cubicBezTo>
                  <a:cubicBezTo>
                    <a:pt x="320" y="3115"/>
                    <a:pt x="320" y="3079"/>
                    <a:pt x="303" y="3047"/>
                  </a:cubicBezTo>
                  <a:close/>
                  <a:moveTo>
                    <a:pt x="340" y="3366"/>
                  </a:moveTo>
                  <a:lnTo>
                    <a:pt x="340" y="3398"/>
                  </a:lnTo>
                  <a:lnTo>
                    <a:pt x="340" y="3451"/>
                  </a:lnTo>
                  <a:cubicBezTo>
                    <a:pt x="340" y="3483"/>
                    <a:pt x="340" y="3519"/>
                    <a:pt x="356" y="3568"/>
                  </a:cubicBezTo>
                  <a:lnTo>
                    <a:pt x="356" y="3620"/>
                  </a:lnTo>
                  <a:cubicBezTo>
                    <a:pt x="356" y="3653"/>
                    <a:pt x="356" y="3669"/>
                    <a:pt x="372" y="3701"/>
                  </a:cubicBezTo>
                  <a:lnTo>
                    <a:pt x="372" y="3620"/>
                  </a:lnTo>
                  <a:cubicBezTo>
                    <a:pt x="372" y="3584"/>
                    <a:pt x="372" y="3568"/>
                    <a:pt x="356" y="3552"/>
                  </a:cubicBezTo>
                  <a:lnTo>
                    <a:pt x="356" y="3451"/>
                  </a:lnTo>
                  <a:lnTo>
                    <a:pt x="356" y="3398"/>
                  </a:lnTo>
                  <a:cubicBezTo>
                    <a:pt x="356" y="3382"/>
                    <a:pt x="340" y="3382"/>
                    <a:pt x="340" y="3366"/>
                  </a:cubicBezTo>
                  <a:close/>
                  <a:moveTo>
                    <a:pt x="372" y="3701"/>
                  </a:moveTo>
                  <a:cubicBezTo>
                    <a:pt x="372" y="3770"/>
                    <a:pt x="372" y="3822"/>
                    <a:pt x="388" y="3871"/>
                  </a:cubicBezTo>
                  <a:cubicBezTo>
                    <a:pt x="388" y="3822"/>
                    <a:pt x="388" y="3770"/>
                    <a:pt x="372" y="3701"/>
                  </a:cubicBezTo>
                  <a:close/>
                  <a:moveTo>
                    <a:pt x="388" y="3871"/>
                  </a:moveTo>
                  <a:lnTo>
                    <a:pt x="388" y="3939"/>
                  </a:lnTo>
                  <a:cubicBezTo>
                    <a:pt x="388" y="3972"/>
                    <a:pt x="388" y="4024"/>
                    <a:pt x="404" y="4057"/>
                  </a:cubicBezTo>
                  <a:lnTo>
                    <a:pt x="404" y="3939"/>
                  </a:lnTo>
                  <a:cubicBezTo>
                    <a:pt x="404" y="3923"/>
                    <a:pt x="388" y="3903"/>
                    <a:pt x="388" y="3871"/>
                  </a:cubicBezTo>
                  <a:close/>
                  <a:moveTo>
                    <a:pt x="404" y="4057"/>
                  </a:moveTo>
                  <a:lnTo>
                    <a:pt x="404" y="4141"/>
                  </a:lnTo>
                  <a:cubicBezTo>
                    <a:pt x="404" y="4174"/>
                    <a:pt x="421" y="4226"/>
                    <a:pt x="421" y="4275"/>
                  </a:cubicBezTo>
                  <a:cubicBezTo>
                    <a:pt x="421" y="4327"/>
                    <a:pt x="421" y="4360"/>
                    <a:pt x="441" y="4408"/>
                  </a:cubicBezTo>
                  <a:lnTo>
                    <a:pt x="441" y="4529"/>
                  </a:lnTo>
                  <a:cubicBezTo>
                    <a:pt x="441" y="4545"/>
                    <a:pt x="441" y="4562"/>
                    <a:pt x="457" y="4578"/>
                  </a:cubicBezTo>
                  <a:lnTo>
                    <a:pt x="457" y="4529"/>
                  </a:lnTo>
                  <a:cubicBezTo>
                    <a:pt x="457" y="4493"/>
                    <a:pt x="457" y="4444"/>
                    <a:pt x="441" y="4392"/>
                  </a:cubicBezTo>
                  <a:lnTo>
                    <a:pt x="441" y="4275"/>
                  </a:lnTo>
                  <a:cubicBezTo>
                    <a:pt x="421" y="4226"/>
                    <a:pt x="421" y="4174"/>
                    <a:pt x="421" y="4141"/>
                  </a:cubicBezTo>
                  <a:cubicBezTo>
                    <a:pt x="421" y="4105"/>
                    <a:pt x="421" y="4089"/>
                    <a:pt x="404" y="4057"/>
                  </a:cubicBezTo>
                  <a:close/>
                  <a:moveTo>
                    <a:pt x="457" y="4578"/>
                  </a:moveTo>
                  <a:lnTo>
                    <a:pt x="457" y="4679"/>
                  </a:lnTo>
                  <a:lnTo>
                    <a:pt x="457" y="4695"/>
                  </a:lnTo>
                  <a:lnTo>
                    <a:pt x="473" y="4695"/>
                  </a:lnTo>
                  <a:cubicBezTo>
                    <a:pt x="473" y="4646"/>
                    <a:pt x="473" y="4610"/>
                    <a:pt x="457" y="45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>
              <a:extLst>
                <a:ext uri="{FF2B5EF4-FFF2-40B4-BE49-F238E27FC236}">
                  <a16:creationId xmlns:a16="http://schemas.microsoft.com/office/drawing/2014/main" id="{B47BD6C3-BFAD-B541-FCEC-764675D8E4AD}"/>
                </a:ext>
              </a:extLst>
            </p:cNvPr>
            <p:cNvSpPr/>
            <p:nvPr/>
          </p:nvSpPr>
          <p:spPr>
            <a:xfrm>
              <a:off x="2678625" y="504368"/>
              <a:ext cx="62277" cy="439811"/>
            </a:xfrm>
            <a:custGeom>
              <a:avLst/>
              <a:gdLst/>
              <a:ahLst/>
              <a:cxnLst/>
              <a:rect l="l" t="t" r="r" b="b"/>
              <a:pathLst>
                <a:path w="627" h="4428" extrusionOk="0">
                  <a:moveTo>
                    <a:pt x="0" y="0"/>
                  </a:moveTo>
                  <a:cubicBezTo>
                    <a:pt x="0" y="37"/>
                    <a:pt x="21" y="53"/>
                    <a:pt x="21" y="69"/>
                  </a:cubicBezTo>
                  <a:cubicBezTo>
                    <a:pt x="21" y="53"/>
                    <a:pt x="21" y="20"/>
                    <a:pt x="0" y="0"/>
                  </a:cubicBezTo>
                  <a:close/>
                  <a:moveTo>
                    <a:pt x="21" y="69"/>
                  </a:moveTo>
                  <a:lnTo>
                    <a:pt x="21" y="101"/>
                  </a:lnTo>
                  <a:cubicBezTo>
                    <a:pt x="21" y="170"/>
                    <a:pt x="37" y="222"/>
                    <a:pt x="37" y="271"/>
                  </a:cubicBezTo>
                  <a:cubicBezTo>
                    <a:pt x="53" y="323"/>
                    <a:pt x="53" y="372"/>
                    <a:pt x="53" y="424"/>
                  </a:cubicBezTo>
                  <a:cubicBezTo>
                    <a:pt x="69" y="473"/>
                    <a:pt x="69" y="505"/>
                    <a:pt x="85" y="558"/>
                  </a:cubicBezTo>
                  <a:cubicBezTo>
                    <a:pt x="85" y="505"/>
                    <a:pt x="85" y="473"/>
                    <a:pt x="69" y="424"/>
                  </a:cubicBezTo>
                  <a:cubicBezTo>
                    <a:pt x="69" y="372"/>
                    <a:pt x="53" y="323"/>
                    <a:pt x="53" y="271"/>
                  </a:cubicBezTo>
                  <a:cubicBezTo>
                    <a:pt x="53" y="222"/>
                    <a:pt x="37" y="170"/>
                    <a:pt x="37" y="101"/>
                  </a:cubicBezTo>
                  <a:cubicBezTo>
                    <a:pt x="21" y="101"/>
                    <a:pt x="21" y="85"/>
                    <a:pt x="21" y="69"/>
                  </a:cubicBezTo>
                  <a:close/>
                  <a:moveTo>
                    <a:pt x="85" y="558"/>
                  </a:moveTo>
                  <a:lnTo>
                    <a:pt x="85" y="606"/>
                  </a:lnTo>
                  <a:cubicBezTo>
                    <a:pt x="85" y="643"/>
                    <a:pt x="101" y="691"/>
                    <a:pt x="101" y="727"/>
                  </a:cubicBezTo>
                  <a:cubicBezTo>
                    <a:pt x="101" y="776"/>
                    <a:pt x="122" y="828"/>
                    <a:pt x="122" y="861"/>
                  </a:cubicBezTo>
                  <a:cubicBezTo>
                    <a:pt x="122" y="893"/>
                    <a:pt x="138" y="929"/>
                    <a:pt x="138" y="946"/>
                  </a:cubicBezTo>
                  <a:lnTo>
                    <a:pt x="138" y="861"/>
                  </a:lnTo>
                  <a:cubicBezTo>
                    <a:pt x="138" y="808"/>
                    <a:pt x="122" y="776"/>
                    <a:pt x="122" y="727"/>
                  </a:cubicBezTo>
                  <a:cubicBezTo>
                    <a:pt x="101" y="691"/>
                    <a:pt x="101" y="643"/>
                    <a:pt x="101" y="606"/>
                  </a:cubicBezTo>
                  <a:cubicBezTo>
                    <a:pt x="101" y="590"/>
                    <a:pt x="85" y="574"/>
                    <a:pt x="85" y="558"/>
                  </a:cubicBezTo>
                  <a:close/>
                  <a:moveTo>
                    <a:pt x="138" y="946"/>
                  </a:moveTo>
                  <a:lnTo>
                    <a:pt x="138" y="1030"/>
                  </a:lnTo>
                  <a:cubicBezTo>
                    <a:pt x="154" y="1079"/>
                    <a:pt x="154" y="1111"/>
                    <a:pt x="154" y="1164"/>
                  </a:cubicBezTo>
                  <a:cubicBezTo>
                    <a:pt x="170" y="1180"/>
                    <a:pt x="170" y="1212"/>
                    <a:pt x="170" y="1232"/>
                  </a:cubicBezTo>
                  <a:cubicBezTo>
                    <a:pt x="170" y="1265"/>
                    <a:pt x="186" y="1297"/>
                    <a:pt x="186" y="1333"/>
                  </a:cubicBezTo>
                  <a:cubicBezTo>
                    <a:pt x="186" y="1382"/>
                    <a:pt x="202" y="1434"/>
                    <a:pt x="202" y="1483"/>
                  </a:cubicBezTo>
                  <a:cubicBezTo>
                    <a:pt x="202" y="1515"/>
                    <a:pt x="223" y="1552"/>
                    <a:pt x="223" y="1568"/>
                  </a:cubicBezTo>
                  <a:cubicBezTo>
                    <a:pt x="239" y="1616"/>
                    <a:pt x="239" y="1685"/>
                    <a:pt x="239" y="1737"/>
                  </a:cubicBezTo>
                  <a:cubicBezTo>
                    <a:pt x="255" y="1786"/>
                    <a:pt x="255" y="1818"/>
                    <a:pt x="255" y="1871"/>
                  </a:cubicBezTo>
                  <a:cubicBezTo>
                    <a:pt x="271" y="1903"/>
                    <a:pt x="271" y="1955"/>
                    <a:pt x="271" y="1988"/>
                  </a:cubicBezTo>
                  <a:cubicBezTo>
                    <a:pt x="287" y="2056"/>
                    <a:pt x="287" y="2105"/>
                    <a:pt x="303" y="2157"/>
                  </a:cubicBezTo>
                  <a:lnTo>
                    <a:pt x="303" y="2242"/>
                  </a:lnTo>
                  <a:cubicBezTo>
                    <a:pt x="324" y="2275"/>
                    <a:pt x="324" y="2307"/>
                    <a:pt x="324" y="2359"/>
                  </a:cubicBezTo>
                  <a:cubicBezTo>
                    <a:pt x="340" y="2444"/>
                    <a:pt x="356" y="2525"/>
                    <a:pt x="372" y="2610"/>
                  </a:cubicBezTo>
                  <a:cubicBezTo>
                    <a:pt x="372" y="2525"/>
                    <a:pt x="356" y="2444"/>
                    <a:pt x="340" y="2359"/>
                  </a:cubicBezTo>
                  <a:cubicBezTo>
                    <a:pt x="340" y="2307"/>
                    <a:pt x="340" y="2275"/>
                    <a:pt x="324" y="2242"/>
                  </a:cubicBezTo>
                  <a:lnTo>
                    <a:pt x="324" y="2157"/>
                  </a:lnTo>
                  <a:cubicBezTo>
                    <a:pt x="303" y="2105"/>
                    <a:pt x="303" y="2056"/>
                    <a:pt x="287" y="1988"/>
                  </a:cubicBezTo>
                  <a:cubicBezTo>
                    <a:pt x="287" y="1955"/>
                    <a:pt x="287" y="1903"/>
                    <a:pt x="271" y="1871"/>
                  </a:cubicBezTo>
                  <a:cubicBezTo>
                    <a:pt x="271" y="1818"/>
                    <a:pt x="255" y="1770"/>
                    <a:pt x="255" y="1737"/>
                  </a:cubicBezTo>
                  <a:cubicBezTo>
                    <a:pt x="255" y="1685"/>
                    <a:pt x="239" y="1616"/>
                    <a:pt x="239" y="1568"/>
                  </a:cubicBezTo>
                  <a:cubicBezTo>
                    <a:pt x="223" y="1535"/>
                    <a:pt x="223" y="1515"/>
                    <a:pt x="223" y="1483"/>
                  </a:cubicBezTo>
                  <a:cubicBezTo>
                    <a:pt x="202" y="1434"/>
                    <a:pt x="202" y="1382"/>
                    <a:pt x="202" y="1313"/>
                  </a:cubicBezTo>
                  <a:cubicBezTo>
                    <a:pt x="186" y="1297"/>
                    <a:pt x="186" y="1265"/>
                    <a:pt x="186" y="1232"/>
                  </a:cubicBezTo>
                  <a:cubicBezTo>
                    <a:pt x="186" y="1196"/>
                    <a:pt x="170" y="1180"/>
                    <a:pt x="170" y="1164"/>
                  </a:cubicBezTo>
                  <a:cubicBezTo>
                    <a:pt x="170" y="1111"/>
                    <a:pt x="154" y="1063"/>
                    <a:pt x="154" y="1030"/>
                  </a:cubicBezTo>
                  <a:cubicBezTo>
                    <a:pt x="154" y="994"/>
                    <a:pt x="154" y="978"/>
                    <a:pt x="138" y="946"/>
                  </a:cubicBezTo>
                  <a:close/>
                  <a:moveTo>
                    <a:pt x="372" y="2610"/>
                  </a:moveTo>
                  <a:cubicBezTo>
                    <a:pt x="372" y="2662"/>
                    <a:pt x="372" y="2695"/>
                    <a:pt x="388" y="2727"/>
                  </a:cubicBezTo>
                  <a:cubicBezTo>
                    <a:pt x="388" y="2695"/>
                    <a:pt x="388" y="2662"/>
                    <a:pt x="372" y="2610"/>
                  </a:cubicBezTo>
                  <a:close/>
                  <a:moveTo>
                    <a:pt x="388" y="2727"/>
                  </a:moveTo>
                  <a:cubicBezTo>
                    <a:pt x="388" y="2780"/>
                    <a:pt x="404" y="2848"/>
                    <a:pt x="404" y="2897"/>
                  </a:cubicBezTo>
                  <a:cubicBezTo>
                    <a:pt x="404" y="2929"/>
                    <a:pt x="404" y="2965"/>
                    <a:pt x="425" y="2998"/>
                  </a:cubicBezTo>
                  <a:cubicBezTo>
                    <a:pt x="425" y="3030"/>
                    <a:pt x="425" y="3066"/>
                    <a:pt x="441" y="3099"/>
                  </a:cubicBezTo>
                  <a:lnTo>
                    <a:pt x="441" y="2982"/>
                  </a:lnTo>
                  <a:cubicBezTo>
                    <a:pt x="425" y="2965"/>
                    <a:pt x="425" y="2929"/>
                    <a:pt x="425" y="2897"/>
                  </a:cubicBezTo>
                  <a:cubicBezTo>
                    <a:pt x="404" y="2828"/>
                    <a:pt x="404" y="2780"/>
                    <a:pt x="388" y="2727"/>
                  </a:cubicBezTo>
                  <a:close/>
                  <a:moveTo>
                    <a:pt x="441" y="3099"/>
                  </a:moveTo>
                  <a:cubicBezTo>
                    <a:pt x="441" y="3167"/>
                    <a:pt x="457" y="3252"/>
                    <a:pt x="457" y="3317"/>
                  </a:cubicBezTo>
                  <a:cubicBezTo>
                    <a:pt x="473" y="3353"/>
                    <a:pt x="473" y="3386"/>
                    <a:pt x="473" y="3418"/>
                  </a:cubicBezTo>
                  <a:cubicBezTo>
                    <a:pt x="473" y="3454"/>
                    <a:pt x="489" y="3470"/>
                    <a:pt x="489" y="3487"/>
                  </a:cubicBezTo>
                  <a:cubicBezTo>
                    <a:pt x="489" y="3519"/>
                    <a:pt x="489" y="3555"/>
                    <a:pt x="505" y="3588"/>
                  </a:cubicBezTo>
                  <a:lnTo>
                    <a:pt x="505" y="3487"/>
                  </a:lnTo>
                  <a:cubicBezTo>
                    <a:pt x="489" y="3470"/>
                    <a:pt x="489" y="3434"/>
                    <a:pt x="489" y="3418"/>
                  </a:cubicBezTo>
                  <a:cubicBezTo>
                    <a:pt x="489" y="3386"/>
                    <a:pt x="473" y="3353"/>
                    <a:pt x="473" y="3317"/>
                  </a:cubicBezTo>
                  <a:cubicBezTo>
                    <a:pt x="473" y="3252"/>
                    <a:pt x="457" y="3167"/>
                    <a:pt x="441" y="3099"/>
                  </a:cubicBezTo>
                  <a:close/>
                  <a:moveTo>
                    <a:pt x="505" y="3588"/>
                  </a:moveTo>
                  <a:cubicBezTo>
                    <a:pt x="505" y="3636"/>
                    <a:pt x="505" y="3672"/>
                    <a:pt x="526" y="3721"/>
                  </a:cubicBezTo>
                  <a:cubicBezTo>
                    <a:pt x="526" y="3773"/>
                    <a:pt x="542" y="3838"/>
                    <a:pt x="542" y="3890"/>
                  </a:cubicBezTo>
                  <a:cubicBezTo>
                    <a:pt x="558" y="3923"/>
                    <a:pt x="558" y="3939"/>
                    <a:pt x="558" y="3975"/>
                  </a:cubicBezTo>
                  <a:lnTo>
                    <a:pt x="558" y="4060"/>
                  </a:lnTo>
                  <a:cubicBezTo>
                    <a:pt x="574" y="4060"/>
                    <a:pt x="574" y="4076"/>
                    <a:pt x="574" y="4092"/>
                  </a:cubicBezTo>
                  <a:cubicBezTo>
                    <a:pt x="574" y="4141"/>
                    <a:pt x="574" y="4177"/>
                    <a:pt x="590" y="4226"/>
                  </a:cubicBezTo>
                  <a:cubicBezTo>
                    <a:pt x="606" y="4262"/>
                    <a:pt x="606" y="4311"/>
                    <a:pt x="606" y="4363"/>
                  </a:cubicBezTo>
                  <a:lnTo>
                    <a:pt x="606" y="4428"/>
                  </a:lnTo>
                  <a:lnTo>
                    <a:pt x="627" y="4412"/>
                  </a:lnTo>
                  <a:lnTo>
                    <a:pt x="627" y="4363"/>
                  </a:lnTo>
                  <a:cubicBezTo>
                    <a:pt x="627" y="4311"/>
                    <a:pt x="627" y="4262"/>
                    <a:pt x="606" y="4210"/>
                  </a:cubicBezTo>
                  <a:cubicBezTo>
                    <a:pt x="590" y="4177"/>
                    <a:pt x="590" y="4141"/>
                    <a:pt x="590" y="4092"/>
                  </a:cubicBezTo>
                  <a:cubicBezTo>
                    <a:pt x="574" y="4076"/>
                    <a:pt x="574" y="4060"/>
                    <a:pt x="574" y="4040"/>
                  </a:cubicBezTo>
                  <a:lnTo>
                    <a:pt x="574" y="3975"/>
                  </a:lnTo>
                  <a:cubicBezTo>
                    <a:pt x="558" y="3939"/>
                    <a:pt x="558" y="3923"/>
                    <a:pt x="558" y="3890"/>
                  </a:cubicBezTo>
                  <a:cubicBezTo>
                    <a:pt x="558" y="3822"/>
                    <a:pt x="542" y="3773"/>
                    <a:pt x="542" y="3721"/>
                  </a:cubicBezTo>
                  <a:cubicBezTo>
                    <a:pt x="526" y="3672"/>
                    <a:pt x="526" y="3636"/>
                    <a:pt x="505" y="3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>
              <a:extLst>
                <a:ext uri="{FF2B5EF4-FFF2-40B4-BE49-F238E27FC236}">
                  <a16:creationId xmlns:a16="http://schemas.microsoft.com/office/drawing/2014/main" id="{23B26AC0-E12F-7A5B-6DDC-2A810F8917EF}"/>
                </a:ext>
              </a:extLst>
            </p:cNvPr>
            <p:cNvSpPr/>
            <p:nvPr/>
          </p:nvSpPr>
          <p:spPr>
            <a:xfrm>
              <a:off x="1744175" y="367499"/>
              <a:ext cx="8443" cy="470006"/>
            </a:xfrm>
            <a:custGeom>
              <a:avLst/>
              <a:gdLst/>
              <a:ahLst/>
              <a:cxnLst/>
              <a:rect l="l" t="t" r="r" b="b"/>
              <a:pathLst>
                <a:path w="85" h="4732" extrusionOk="0">
                  <a:moveTo>
                    <a:pt x="69" y="1"/>
                  </a:moveTo>
                  <a:lnTo>
                    <a:pt x="53" y="17"/>
                  </a:lnTo>
                  <a:cubicBezTo>
                    <a:pt x="69" y="86"/>
                    <a:pt x="69" y="150"/>
                    <a:pt x="53" y="219"/>
                  </a:cubicBezTo>
                  <a:lnTo>
                    <a:pt x="53" y="320"/>
                  </a:lnTo>
                  <a:lnTo>
                    <a:pt x="53" y="405"/>
                  </a:lnTo>
                  <a:lnTo>
                    <a:pt x="53" y="756"/>
                  </a:lnTo>
                  <a:lnTo>
                    <a:pt x="53" y="1075"/>
                  </a:lnTo>
                  <a:lnTo>
                    <a:pt x="53" y="1229"/>
                  </a:lnTo>
                  <a:lnTo>
                    <a:pt x="53" y="1447"/>
                  </a:lnTo>
                  <a:cubicBezTo>
                    <a:pt x="53" y="1362"/>
                    <a:pt x="69" y="1297"/>
                    <a:pt x="69" y="1229"/>
                  </a:cubicBezTo>
                  <a:lnTo>
                    <a:pt x="69" y="1075"/>
                  </a:lnTo>
                  <a:lnTo>
                    <a:pt x="69" y="756"/>
                  </a:lnTo>
                  <a:lnTo>
                    <a:pt x="69" y="405"/>
                  </a:lnTo>
                  <a:lnTo>
                    <a:pt x="69" y="320"/>
                  </a:lnTo>
                  <a:lnTo>
                    <a:pt x="69" y="219"/>
                  </a:lnTo>
                  <a:cubicBezTo>
                    <a:pt x="69" y="150"/>
                    <a:pt x="85" y="86"/>
                    <a:pt x="69" y="17"/>
                  </a:cubicBezTo>
                  <a:lnTo>
                    <a:pt x="69" y="1"/>
                  </a:lnTo>
                  <a:close/>
                  <a:moveTo>
                    <a:pt x="53" y="1447"/>
                  </a:moveTo>
                  <a:cubicBezTo>
                    <a:pt x="36" y="1532"/>
                    <a:pt x="36" y="1633"/>
                    <a:pt x="36" y="1718"/>
                  </a:cubicBezTo>
                  <a:lnTo>
                    <a:pt x="36" y="2004"/>
                  </a:lnTo>
                  <a:lnTo>
                    <a:pt x="36" y="2239"/>
                  </a:lnTo>
                  <a:lnTo>
                    <a:pt x="36" y="2441"/>
                  </a:lnTo>
                  <a:lnTo>
                    <a:pt x="36" y="2728"/>
                  </a:lnTo>
                  <a:cubicBezTo>
                    <a:pt x="36" y="2643"/>
                    <a:pt x="36" y="2542"/>
                    <a:pt x="53" y="2441"/>
                  </a:cubicBezTo>
                  <a:lnTo>
                    <a:pt x="53" y="2239"/>
                  </a:lnTo>
                  <a:lnTo>
                    <a:pt x="53" y="2004"/>
                  </a:lnTo>
                  <a:lnTo>
                    <a:pt x="53" y="1718"/>
                  </a:lnTo>
                  <a:lnTo>
                    <a:pt x="53" y="1447"/>
                  </a:lnTo>
                  <a:close/>
                  <a:moveTo>
                    <a:pt x="36" y="2728"/>
                  </a:moveTo>
                  <a:cubicBezTo>
                    <a:pt x="16" y="2792"/>
                    <a:pt x="16" y="2845"/>
                    <a:pt x="16" y="2893"/>
                  </a:cubicBezTo>
                  <a:lnTo>
                    <a:pt x="16" y="3095"/>
                  </a:lnTo>
                  <a:lnTo>
                    <a:pt x="16" y="3366"/>
                  </a:lnTo>
                  <a:lnTo>
                    <a:pt x="16" y="3499"/>
                  </a:lnTo>
                  <a:lnTo>
                    <a:pt x="16" y="3701"/>
                  </a:lnTo>
                  <a:lnTo>
                    <a:pt x="16" y="3939"/>
                  </a:lnTo>
                  <a:cubicBezTo>
                    <a:pt x="16" y="3871"/>
                    <a:pt x="16" y="3786"/>
                    <a:pt x="36" y="3701"/>
                  </a:cubicBezTo>
                  <a:lnTo>
                    <a:pt x="36" y="3499"/>
                  </a:lnTo>
                  <a:lnTo>
                    <a:pt x="36" y="3366"/>
                  </a:lnTo>
                  <a:lnTo>
                    <a:pt x="36" y="3095"/>
                  </a:lnTo>
                  <a:lnTo>
                    <a:pt x="36" y="2893"/>
                  </a:lnTo>
                  <a:lnTo>
                    <a:pt x="36" y="2728"/>
                  </a:lnTo>
                  <a:close/>
                  <a:moveTo>
                    <a:pt x="16" y="3939"/>
                  </a:moveTo>
                  <a:cubicBezTo>
                    <a:pt x="16" y="4004"/>
                    <a:pt x="16" y="4073"/>
                    <a:pt x="0" y="4158"/>
                  </a:cubicBezTo>
                  <a:lnTo>
                    <a:pt x="0" y="4461"/>
                  </a:lnTo>
                  <a:lnTo>
                    <a:pt x="0" y="4578"/>
                  </a:lnTo>
                  <a:lnTo>
                    <a:pt x="0" y="4663"/>
                  </a:lnTo>
                  <a:cubicBezTo>
                    <a:pt x="0" y="4679"/>
                    <a:pt x="0" y="4695"/>
                    <a:pt x="16" y="4731"/>
                  </a:cubicBezTo>
                  <a:lnTo>
                    <a:pt x="16" y="4711"/>
                  </a:lnTo>
                  <a:lnTo>
                    <a:pt x="16" y="4663"/>
                  </a:lnTo>
                  <a:lnTo>
                    <a:pt x="16" y="4578"/>
                  </a:lnTo>
                  <a:lnTo>
                    <a:pt x="16" y="4461"/>
                  </a:lnTo>
                  <a:lnTo>
                    <a:pt x="16" y="4158"/>
                  </a:lnTo>
                  <a:lnTo>
                    <a:pt x="16" y="39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>
              <a:extLst>
                <a:ext uri="{FF2B5EF4-FFF2-40B4-BE49-F238E27FC236}">
                  <a16:creationId xmlns:a16="http://schemas.microsoft.com/office/drawing/2014/main" id="{650FE488-20C5-C9A3-E69B-4AC6972D5882}"/>
                </a:ext>
              </a:extLst>
            </p:cNvPr>
            <p:cNvSpPr/>
            <p:nvPr/>
          </p:nvSpPr>
          <p:spPr>
            <a:xfrm>
              <a:off x="1653889" y="210267"/>
              <a:ext cx="286155" cy="678986"/>
            </a:xfrm>
            <a:custGeom>
              <a:avLst/>
              <a:gdLst/>
              <a:ahLst/>
              <a:cxnLst/>
              <a:rect l="l" t="t" r="r" b="b"/>
              <a:pathLst>
                <a:path w="2881" h="6836" extrusionOk="0">
                  <a:moveTo>
                    <a:pt x="2880" y="0"/>
                  </a:moveTo>
                  <a:cubicBezTo>
                    <a:pt x="2844" y="0"/>
                    <a:pt x="2812" y="16"/>
                    <a:pt x="2796" y="33"/>
                  </a:cubicBezTo>
                  <a:cubicBezTo>
                    <a:pt x="2779" y="53"/>
                    <a:pt x="2779" y="53"/>
                    <a:pt x="2779" y="69"/>
                  </a:cubicBezTo>
                  <a:cubicBezTo>
                    <a:pt x="2796" y="69"/>
                    <a:pt x="2796" y="53"/>
                    <a:pt x="2796" y="53"/>
                  </a:cubicBezTo>
                  <a:cubicBezTo>
                    <a:pt x="2828" y="33"/>
                    <a:pt x="2844" y="16"/>
                    <a:pt x="2880" y="16"/>
                  </a:cubicBezTo>
                  <a:lnTo>
                    <a:pt x="2880" y="0"/>
                  </a:lnTo>
                  <a:close/>
                  <a:moveTo>
                    <a:pt x="2779" y="69"/>
                  </a:moveTo>
                  <a:lnTo>
                    <a:pt x="2779" y="69"/>
                  </a:lnTo>
                  <a:cubicBezTo>
                    <a:pt x="2662" y="154"/>
                    <a:pt x="2561" y="234"/>
                    <a:pt x="2440" y="335"/>
                  </a:cubicBezTo>
                  <a:lnTo>
                    <a:pt x="2424" y="356"/>
                  </a:lnTo>
                  <a:cubicBezTo>
                    <a:pt x="2339" y="420"/>
                    <a:pt x="2258" y="489"/>
                    <a:pt x="2174" y="558"/>
                  </a:cubicBezTo>
                  <a:cubicBezTo>
                    <a:pt x="2073" y="638"/>
                    <a:pt x="1955" y="739"/>
                    <a:pt x="1854" y="824"/>
                  </a:cubicBezTo>
                  <a:cubicBezTo>
                    <a:pt x="1786" y="893"/>
                    <a:pt x="1701" y="941"/>
                    <a:pt x="1632" y="1010"/>
                  </a:cubicBezTo>
                  <a:cubicBezTo>
                    <a:pt x="1584" y="1063"/>
                    <a:pt x="1515" y="1095"/>
                    <a:pt x="1467" y="1143"/>
                  </a:cubicBezTo>
                  <a:cubicBezTo>
                    <a:pt x="1398" y="1212"/>
                    <a:pt x="1329" y="1265"/>
                    <a:pt x="1265" y="1313"/>
                  </a:cubicBezTo>
                  <a:cubicBezTo>
                    <a:pt x="1180" y="1382"/>
                    <a:pt x="1095" y="1446"/>
                    <a:pt x="1026" y="1515"/>
                  </a:cubicBezTo>
                  <a:cubicBezTo>
                    <a:pt x="1111" y="1467"/>
                    <a:pt x="1196" y="1398"/>
                    <a:pt x="1265" y="1329"/>
                  </a:cubicBezTo>
                  <a:cubicBezTo>
                    <a:pt x="1329" y="1281"/>
                    <a:pt x="1398" y="1212"/>
                    <a:pt x="1467" y="1164"/>
                  </a:cubicBezTo>
                  <a:cubicBezTo>
                    <a:pt x="1531" y="1111"/>
                    <a:pt x="1584" y="1063"/>
                    <a:pt x="1652" y="1010"/>
                  </a:cubicBezTo>
                  <a:cubicBezTo>
                    <a:pt x="1717" y="962"/>
                    <a:pt x="1786" y="893"/>
                    <a:pt x="1854" y="840"/>
                  </a:cubicBezTo>
                  <a:cubicBezTo>
                    <a:pt x="1972" y="739"/>
                    <a:pt x="2073" y="659"/>
                    <a:pt x="2190" y="558"/>
                  </a:cubicBezTo>
                  <a:cubicBezTo>
                    <a:pt x="2275" y="489"/>
                    <a:pt x="2359" y="420"/>
                    <a:pt x="2440" y="356"/>
                  </a:cubicBezTo>
                  <a:lnTo>
                    <a:pt x="2460" y="335"/>
                  </a:lnTo>
                  <a:cubicBezTo>
                    <a:pt x="2561" y="255"/>
                    <a:pt x="2678" y="154"/>
                    <a:pt x="2779" y="69"/>
                  </a:cubicBezTo>
                  <a:close/>
                  <a:moveTo>
                    <a:pt x="1026" y="1515"/>
                  </a:moveTo>
                  <a:lnTo>
                    <a:pt x="1026" y="1515"/>
                  </a:lnTo>
                  <a:cubicBezTo>
                    <a:pt x="1010" y="1531"/>
                    <a:pt x="994" y="1531"/>
                    <a:pt x="994" y="1547"/>
                  </a:cubicBezTo>
                  <a:cubicBezTo>
                    <a:pt x="978" y="1568"/>
                    <a:pt x="978" y="1584"/>
                    <a:pt x="962" y="1584"/>
                  </a:cubicBezTo>
                  <a:cubicBezTo>
                    <a:pt x="925" y="1584"/>
                    <a:pt x="909" y="1616"/>
                    <a:pt x="877" y="1632"/>
                  </a:cubicBezTo>
                  <a:lnTo>
                    <a:pt x="861" y="1648"/>
                  </a:lnTo>
                  <a:cubicBezTo>
                    <a:pt x="743" y="1749"/>
                    <a:pt x="622" y="1850"/>
                    <a:pt x="489" y="1951"/>
                  </a:cubicBezTo>
                  <a:lnTo>
                    <a:pt x="440" y="2004"/>
                  </a:lnTo>
                  <a:cubicBezTo>
                    <a:pt x="356" y="2073"/>
                    <a:pt x="271" y="2137"/>
                    <a:pt x="186" y="2206"/>
                  </a:cubicBezTo>
                  <a:cubicBezTo>
                    <a:pt x="186" y="2222"/>
                    <a:pt x="170" y="2222"/>
                    <a:pt x="154" y="2238"/>
                  </a:cubicBezTo>
                  <a:cubicBezTo>
                    <a:pt x="117" y="2238"/>
                    <a:pt x="117" y="2275"/>
                    <a:pt x="117" y="2291"/>
                  </a:cubicBezTo>
                  <a:lnTo>
                    <a:pt x="117" y="2339"/>
                  </a:lnTo>
                  <a:lnTo>
                    <a:pt x="117" y="2440"/>
                  </a:lnTo>
                  <a:cubicBezTo>
                    <a:pt x="101" y="2525"/>
                    <a:pt x="101" y="2626"/>
                    <a:pt x="101" y="2727"/>
                  </a:cubicBezTo>
                  <a:lnTo>
                    <a:pt x="101" y="2913"/>
                  </a:lnTo>
                  <a:lnTo>
                    <a:pt x="101" y="2961"/>
                  </a:lnTo>
                  <a:lnTo>
                    <a:pt x="101" y="3099"/>
                  </a:lnTo>
                  <a:cubicBezTo>
                    <a:pt x="101" y="3062"/>
                    <a:pt x="117" y="3014"/>
                    <a:pt x="117" y="2961"/>
                  </a:cubicBezTo>
                  <a:lnTo>
                    <a:pt x="117" y="2913"/>
                  </a:lnTo>
                  <a:lnTo>
                    <a:pt x="117" y="2727"/>
                  </a:lnTo>
                  <a:cubicBezTo>
                    <a:pt x="117" y="2626"/>
                    <a:pt x="117" y="2541"/>
                    <a:pt x="138" y="2440"/>
                  </a:cubicBezTo>
                  <a:lnTo>
                    <a:pt x="138" y="2339"/>
                  </a:lnTo>
                  <a:lnTo>
                    <a:pt x="138" y="2291"/>
                  </a:lnTo>
                  <a:cubicBezTo>
                    <a:pt x="138" y="2275"/>
                    <a:pt x="138" y="2254"/>
                    <a:pt x="170" y="2238"/>
                  </a:cubicBezTo>
                  <a:cubicBezTo>
                    <a:pt x="170" y="2238"/>
                    <a:pt x="186" y="2238"/>
                    <a:pt x="202" y="2222"/>
                  </a:cubicBezTo>
                  <a:cubicBezTo>
                    <a:pt x="271" y="2153"/>
                    <a:pt x="356" y="2089"/>
                    <a:pt x="457" y="2004"/>
                  </a:cubicBezTo>
                  <a:lnTo>
                    <a:pt x="505" y="1972"/>
                  </a:lnTo>
                  <a:cubicBezTo>
                    <a:pt x="622" y="1871"/>
                    <a:pt x="743" y="1770"/>
                    <a:pt x="861" y="1669"/>
                  </a:cubicBezTo>
                  <a:cubicBezTo>
                    <a:pt x="877" y="1648"/>
                    <a:pt x="877" y="1648"/>
                    <a:pt x="893" y="1632"/>
                  </a:cubicBezTo>
                  <a:cubicBezTo>
                    <a:pt x="909" y="1616"/>
                    <a:pt x="925" y="1600"/>
                    <a:pt x="962" y="1600"/>
                  </a:cubicBezTo>
                  <a:cubicBezTo>
                    <a:pt x="994" y="1600"/>
                    <a:pt x="994" y="1568"/>
                    <a:pt x="1010" y="1568"/>
                  </a:cubicBezTo>
                  <a:cubicBezTo>
                    <a:pt x="1010" y="1547"/>
                    <a:pt x="1026" y="1531"/>
                    <a:pt x="1026" y="1515"/>
                  </a:cubicBezTo>
                  <a:close/>
                  <a:moveTo>
                    <a:pt x="101" y="3099"/>
                  </a:moveTo>
                  <a:lnTo>
                    <a:pt x="85" y="3200"/>
                  </a:lnTo>
                  <a:lnTo>
                    <a:pt x="85" y="3620"/>
                  </a:lnTo>
                  <a:lnTo>
                    <a:pt x="85" y="3789"/>
                  </a:lnTo>
                  <a:cubicBezTo>
                    <a:pt x="85" y="3737"/>
                    <a:pt x="85" y="3668"/>
                    <a:pt x="101" y="3620"/>
                  </a:cubicBezTo>
                  <a:lnTo>
                    <a:pt x="101" y="3200"/>
                  </a:lnTo>
                  <a:lnTo>
                    <a:pt x="101" y="3099"/>
                  </a:lnTo>
                  <a:close/>
                  <a:moveTo>
                    <a:pt x="85" y="3789"/>
                  </a:moveTo>
                  <a:cubicBezTo>
                    <a:pt x="85" y="3822"/>
                    <a:pt x="69" y="3854"/>
                    <a:pt x="69" y="3890"/>
                  </a:cubicBezTo>
                  <a:lnTo>
                    <a:pt x="69" y="4210"/>
                  </a:lnTo>
                  <a:lnTo>
                    <a:pt x="69" y="4375"/>
                  </a:lnTo>
                  <a:cubicBezTo>
                    <a:pt x="53" y="4460"/>
                    <a:pt x="53" y="4545"/>
                    <a:pt x="53" y="4613"/>
                  </a:cubicBezTo>
                  <a:lnTo>
                    <a:pt x="53" y="4848"/>
                  </a:lnTo>
                  <a:lnTo>
                    <a:pt x="37" y="5066"/>
                  </a:lnTo>
                  <a:lnTo>
                    <a:pt x="37" y="5268"/>
                  </a:lnTo>
                  <a:lnTo>
                    <a:pt x="37" y="5405"/>
                  </a:lnTo>
                  <a:cubicBezTo>
                    <a:pt x="37" y="5522"/>
                    <a:pt x="16" y="5640"/>
                    <a:pt x="16" y="5757"/>
                  </a:cubicBezTo>
                  <a:lnTo>
                    <a:pt x="16" y="6092"/>
                  </a:lnTo>
                  <a:cubicBezTo>
                    <a:pt x="0" y="6229"/>
                    <a:pt x="0" y="6379"/>
                    <a:pt x="0" y="6496"/>
                  </a:cubicBezTo>
                  <a:lnTo>
                    <a:pt x="0" y="6581"/>
                  </a:lnTo>
                  <a:lnTo>
                    <a:pt x="0" y="6783"/>
                  </a:lnTo>
                  <a:cubicBezTo>
                    <a:pt x="16" y="6718"/>
                    <a:pt x="16" y="6649"/>
                    <a:pt x="16" y="6581"/>
                  </a:cubicBezTo>
                  <a:lnTo>
                    <a:pt x="16" y="6496"/>
                  </a:lnTo>
                  <a:cubicBezTo>
                    <a:pt x="16" y="6379"/>
                    <a:pt x="16" y="6229"/>
                    <a:pt x="37" y="6092"/>
                  </a:cubicBezTo>
                  <a:lnTo>
                    <a:pt x="37" y="5757"/>
                  </a:lnTo>
                  <a:cubicBezTo>
                    <a:pt x="37" y="5640"/>
                    <a:pt x="37" y="5522"/>
                    <a:pt x="53" y="5405"/>
                  </a:cubicBezTo>
                  <a:lnTo>
                    <a:pt x="53" y="5268"/>
                  </a:lnTo>
                  <a:lnTo>
                    <a:pt x="53" y="5066"/>
                  </a:lnTo>
                  <a:lnTo>
                    <a:pt x="69" y="4848"/>
                  </a:lnTo>
                  <a:lnTo>
                    <a:pt x="69" y="4613"/>
                  </a:lnTo>
                  <a:lnTo>
                    <a:pt x="69" y="4395"/>
                  </a:lnTo>
                  <a:cubicBezTo>
                    <a:pt x="69" y="4327"/>
                    <a:pt x="69" y="4274"/>
                    <a:pt x="85" y="4210"/>
                  </a:cubicBezTo>
                  <a:lnTo>
                    <a:pt x="85" y="3890"/>
                  </a:lnTo>
                  <a:lnTo>
                    <a:pt x="85" y="3789"/>
                  </a:lnTo>
                  <a:close/>
                  <a:moveTo>
                    <a:pt x="0" y="6783"/>
                  </a:moveTo>
                  <a:lnTo>
                    <a:pt x="0" y="6819"/>
                  </a:lnTo>
                  <a:lnTo>
                    <a:pt x="16" y="6835"/>
                  </a:lnTo>
                  <a:lnTo>
                    <a:pt x="16" y="6819"/>
                  </a:lnTo>
                  <a:cubicBezTo>
                    <a:pt x="16" y="6799"/>
                    <a:pt x="0" y="6799"/>
                    <a:pt x="0" y="67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>
              <a:extLst>
                <a:ext uri="{FF2B5EF4-FFF2-40B4-BE49-F238E27FC236}">
                  <a16:creationId xmlns:a16="http://schemas.microsoft.com/office/drawing/2014/main" id="{1E668787-FFB6-6006-E8BC-0ACA621D8B64}"/>
                </a:ext>
              </a:extLst>
            </p:cNvPr>
            <p:cNvSpPr/>
            <p:nvPr/>
          </p:nvSpPr>
          <p:spPr>
            <a:xfrm>
              <a:off x="2247256" y="330649"/>
              <a:ext cx="32281" cy="484805"/>
            </a:xfrm>
            <a:custGeom>
              <a:avLst/>
              <a:gdLst/>
              <a:ahLst/>
              <a:cxnLst/>
              <a:rect l="l" t="t" r="r" b="b"/>
              <a:pathLst>
                <a:path w="325" h="4881" extrusionOk="0">
                  <a:moveTo>
                    <a:pt x="1" y="0"/>
                  </a:moveTo>
                  <a:cubicBezTo>
                    <a:pt x="21" y="32"/>
                    <a:pt x="21" y="53"/>
                    <a:pt x="21" y="85"/>
                  </a:cubicBezTo>
                  <a:lnTo>
                    <a:pt x="21" y="234"/>
                  </a:lnTo>
                  <a:lnTo>
                    <a:pt x="37" y="255"/>
                  </a:lnTo>
                  <a:lnTo>
                    <a:pt x="37" y="234"/>
                  </a:lnTo>
                  <a:lnTo>
                    <a:pt x="37" y="85"/>
                  </a:lnTo>
                  <a:cubicBezTo>
                    <a:pt x="37" y="53"/>
                    <a:pt x="37" y="32"/>
                    <a:pt x="21" y="0"/>
                  </a:cubicBezTo>
                  <a:close/>
                  <a:moveTo>
                    <a:pt x="37" y="255"/>
                  </a:moveTo>
                  <a:lnTo>
                    <a:pt x="37" y="404"/>
                  </a:lnTo>
                  <a:cubicBezTo>
                    <a:pt x="37" y="473"/>
                    <a:pt x="53" y="521"/>
                    <a:pt x="53" y="574"/>
                  </a:cubicBezTo>
                  <a:cubicBezTo>
                    <a:pt x="53" y="659"/>
                    <a:pt x="53" y="723"/>
                    <a:pt x="70" y="792"/>
                  </a:cubicBezTo>
                  <a:lnTo>
                    <a:pt x="70" y="574"/>
                  </a:lnTo>
                  <a:cubicBezTo>
                    <a:pt x="53" y="521"/>
                    <a:pt x="53" y="473"/>
                    <a:pt x="53" y="404"/>
                  </a:cubicBezTo>
                  <a:cubicBezTo>
                    <a:pt x="53" y="356"/>
                    <a:pt x="53" y="303"/>
                    <a:pt x="37" y="255"/>
                  </a:cubicBezTo>
                  <a:close/>
                  <a:moveTo>
                    <a:pt x="70" y="792"/>
                  </a:moveTo>
                  <a:lnTo>
                    <a:pt x="70" y="962"/>
                  </a:lnTo>
                  <a:cubicBezTo>
                    <a:pt x="70" y="1010"/>
                    <a:pt x="86" y="1063"/>
                    <a:pt x="86" y="1095"/>
                  </a:cubicBezTo>
                  <a:lnTo>
                    <a:pt x="86" y="1212"/>
                  </a:lnTo>
                  <a:cubicBezTo>
                    <a:pt x="86" y="1265"/>
                    <a:pt x="102" y="1313"/>
                    <a:pt x="102" y="1366"/>
                  </a:cubicBezTo>
                  <a:lnTo>
                    <a:pt x="102" y="1212"/>
                  </a:lnTo>
                  <a:lnTo>
                    <a:pt x="102" y="1095"/>
                  </a:lnTo>
                  <a:cubicBezTo>
                    <a:pt x="86" y="1063"/>
                    <a:pt x="86" y="1010"/>
                    <a:pt x="86" y="962"/>
                  </a:cubicBezTo>
                  <a:cubicBezTo>
                    <a:pt x="86" y="909"/>
                    <a:pt x="86" y="840"/>
                    <a:pt x="70" y="792"/>
                  </a:cubicBezTo>
                  <a:close/>
                  <a:moveTo>
                    <a:pt x="102" y="1366"/>
                  </a:moveTo>
                  <a:lnTo>
                    <a:pt x="102" y="1499"/>
                  </a:lnTo>
                  <a:cubicBezTo>
                    <a:pt x="102" y="1531"/>
                    <a:pt x="102" y="1567"/>
                    <a:pt x="122" y="1600"/>
                  </a:cubicBezTo>
                  <a:lnTo>
                    <a:pt x="122" y="1499"/>
                  </a:lnTo>
                  <a:cubicBezTo>
                    <a:pt x="122" y="1446"/>
                    <a:pt x="122" y="1398"/>
                    <a:pt x="102" y="1366"/>
                  </a:cubicBezTo>
                  <a:close/>
                  <a:moveTo>
                    <a:pt x="122" y="1600"/>
                  </a:moveTo>
                  <a:lnTo>
                    <a:pt x="122" y="1733"/>
                  </a:lnTo>
                  <a:lnTo>
                    <a:pt x="122" y="1850"/>
                  </a:lnTo>
                  <a:cubicBezTo>
                    <a:pt x="138" y="1919"/>
                    <a:pt x="138" y="1971"/>
                    <a:pt x="138" y="2020"/>
                  </a:cubicBezTo>
                  <a:lnTo>
                    <a:pt x="138" y="2105"/>
                  </a:lnTo>
                  <a:cubicBezTo>
                    <a:pt x="138" y="2121"/>
                    <a:pt x="138" y="2137"/>
                    <a:pt x="154" y="2173"/>
                  </a:cubicBezTo>
                  <a:lnTo>
                    <a:pt x="154" y="2105"/>
                  </a:lnTo>
                  <a:lnTo>
                    <a:pt x="154" y="2020"/>
                  </a:lnTo>
                  <a:cubicBezTo>
                    <a:pt x="154" y="1971"/>
                    <a:pt x="138" y="1919"/>
                    <a:pt x="138" y="1850"/>
                  </a:cubicBezTo>
                  <a:lnTo>
                    <a:pt x="138" y="1733"/>
                  </a:lnTo>
                  <a:cubicBezTo>
                    <a:pt x="138" y="1701"/>
                    <a:pt x="122" y="1648"/>
                    <a:pt x="122" y="1600"/>
                  </a:cubicBezTo>
                  <a:close/>
                  <a:moveTo>
                    <a:pt x="154" y="2173"/>
                  </a:moveTo>
                  <a:lnTo>
                    <a:pt x="154" y="2323"/>
                  </a:lnTo>
                  <a:cubicBezTo>
                    <a:pt x="154" y="2375"/>
                    <a:pt x="154" y="2408"/>
                    <a:pt x="171" y="2456"/>
                  </a:cubicBezTo>
                  <a:lnTo>
                    <a:pt x="171" y="2323"/>
                  </a:lnTo>
                  <a:cubicBezTo>
                    <a:pt x="171" y="2274"/>
                    <a:pt x="171" y="2222"/>
                    <a:pt x="154" y="2173"/>
                  </a:cubicBezTo>
                  <a:close/>
                  <a:moveTo>
                    <a:pt x="171" y="2476"/>
                  </a:moveTo>
                  <a:lnTo>
                    <a:pt x="171" y="2610"/>
                  </a:lnTo>
                  <a:cubicBezTo>
                    <a:pt x="171" y="2678"/>
                    <a:pt x="187" y="2743"/>
                    <a:pt x="187" y="2812"/>
                  </a:cubicBezTo>
                  <a:lnTo>
                    <a:pt x="187" y="2880"/>
                  </a:lnTo>
                  <a:lnTo>
                    <a:pt x="187" y="2945"/>
                  </a:lnTo>
                  <a:cubicBezTo>
                    <a:pt x="203" y="3014"/>
                    <a:pt x="203" y="3082"/>
                    <a:pt x="203" y="3147"/>
                  </a:cubicBezTo>
                  <a:lnTo>
                    <a:pt x="203" y="3163"/>
                  </a:lnTo>
                  <a:cubicBezTo>
                    <a:pt x="223" y="3264"/>
                    <a:pt x="223" y="3385"/>
                    <a:pt x="223" y="3486"/>
                  </a:cubicBezTo>
                  <a:cubicBezTo>
                    <a:pt x="223" y="3502"/>
                    <a:pt x="239" y="3535"/>
                    <a:pt x="239" y="3551"/>
                  </a:cubicBezTo>
                  <a:lnTo>
                    <a:pt x="239" y="3486"/>
                  </a:lnTo>
                  <a:cubicBezTo>
                    <a:pt x="239" y="3385"/>
                    <a:pt x="223" y="3264"/>
                    <a:pt x="223" y="3163"/>
                  </a:cubicBezTo>
                  <a:lnTo>
                    <a:pt x="223" y="3147"/>
                  </a:lnTo>
                  <a:cubicBezTo>
                    <a:pt x="223" y="3082"/>
                    <a:pt x="203" y="3014"/>
                    <a:pt x="203" y="2945"/>
                  </a:cubicBezTo>
                  <a:lnTo>
                    <a:pt x="203" y="2860"/>
                  </a:lnTo>
                  <a:lnTo>
                    <a:pt x="203" y="2812"/>
                  </a:lnTo>
                  <a:cubicBezTo>
                    <a:pt x="187" y="2743"/>
                    <a:pt x="187" y="2678"/>
                    <a:pt x="187" y="2610"/>
                  </a:cubicBezTo>
                  <a:cubicBezTo>
                    <a:pt x="187" y="2557"/>
                    <a:pt x="187" y="2509"/>
                    <a:pt x="171" y="2476"/>
                  </a:cubicBezTo>
                  <a:close/>
                  <a:moveTo>
                    <a:pt x="239" y="3551"/>
                  </a:moveTo>
                  <a:lnTo>
                    <a:pt x="239" y="3620"/>
                  </a:lnTo>
                  <a:lnTo>
                    <a:pt x="239" y="3753"/>
                  </a:lnTo>
                  <a:cubicBezTo>
                    <a:pt x="239" y="3805"/>
                    <a:pt x="255" y="3854"/>
                    <a:pt x="255" y="3923"/>
                  </a:cubicBezTo>
                  <a:lnTo>
                    <a:pt x="255" y="4056"/>
                  </a:lnTo>
                  <a:cubicBezTo>
                    <a:pt x="255" y="4092"/>
                    <a:pt x="272" y="4141"/>
                    <a:pt x="272" y="4173"/>
                  </a:cubicBezTo>
                  <a:lnTo>
                    <a:pt x="272" y="4056"/>
                  </a:lnTo>
                  <a:lnTo>
                    <a:pt x="272" y="3923"/>
                  </a:lnTo>
                  <a:cubicBezTo>
                    <a:pt x="255" y="3854"/>
                    <a:pt x="255" y="3805"/>
                    <a:pt x="255" y="3753"/>
                  </a:cubicBezTo>
                  <a:lnTo>
                    <a:pt x="255" y="3620"/>
                  </a:lnTo>
                  <a:cubicBezTo>
                    <a:pt x="239" y="3587"/>
                    <a:pt x="239" y="3567"/>
                    <a:pt x="239" y="3551"/>
                  </a:cubicBezTo>
                  <a:close/>
                  <a:moveTo>
                    <a:pt x="272" y="4173"/>
                  </a:moveTo>
                  <a:lnTo>
                    <a:pt x="272" y="4395"/>
                  </a:lnTo>
                  <a:lnTo>
                    <a:pt x="288" y="4428"/>
                  </a:lnTo>
                  <a:lnTo>
                    <a:pt x="288" y="4395"/>
                  </a:lnTo>
                  <a:cubicBezTo>
                    <a:pt x="288" y="4310"/>
                    <a:pt x="288" y="4242"/>
                    <a:pt x="272" y="4173"/>
                  </a:cubicBezTo>
                  <a:close/>
                  <a:moveTo>
                    <a:pt x="288" y="4428"/>
                  </a:moveTo>
                  <a:lnTo>
                    <a:pt x="288" y="4512"/>
                  </a:lnTo>
                  <a:lnTo>
                    <a:pt x="288" y="4561"/>
                  </a:lnTo>
                  <a:lnTo>
                    <a:pt x="288" y="4630"/>
                  </a:lnTo>
                  <a:cubicBezTo>
                    <a:pt x="304" y="4678"/>
                    <a:pt x="304" y="4747"/>
                    <a:pt x="304" y="4815"/>
                  </a:cubicBezTo>
                  <a:lnTo>
                    <a:pt x="304" y="4848"/>
                  </a:lnTo>
                  <a:lnTo>
                    <a:pt x="304" y="4864"/>
                  </a:lnTo>
                  <a:lnTo>
                    <a:pt x="304" y="4880"/>
                  </a:lnTo>
                  <a:lnTo>
                    <a:pt x="324" y="4864"/>
                  </a:lnTo>
                  <a:lnTo>
                    <a:pt x="324" y="4848"/>
                  </a:lnTo>
                  <a:lnTo>
                    <a:pt x="324" y="4815"/>
                  </a:lnTo>
                  <a:cubicBezTo>
                    <a:pt x="324" y="4747"/>
                    <a:pt x="304" y="4678"/>
                    <a:pt x="304" y="4630"/>
                  </a:cubicBezTo>
                  <a:lnTo>
                    <a:pt x="304" y="4561"/>
                  </a:lnTo>
                  <a:lnTo>
                    <a:pt x="304" y="4512"/>
                  </a:lnTo>
                  <a:cubicBezTo>
                    <a:pt x="304" y="4476"/>
                    <a:pt x="288" y="4460"/>
                    <a:pt x="288" y="44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>
              <a:extLst>
                <a:ext uri="{FF2B5EF4-FFF2-40B4-BE49-F238E27FC236}">
                  <a16:creationId xmlns:a16="http://schemas.microsoft.com/office/drawing/2014/main" id="{2FF5885D-7A79-BEE4-693B-C987C13BEC4E}"/>
                </a:ext>
              </a:extLst>
            </p:cNvPr>
            <p:cNvSpPr/>
            <p:nvPr/>
          </p:nvSpPr>
          <p:spPr>
            <a:xfrm>
              <a:off x="2239310" y="337403"/>
              <a:ext cx="247220" cy="534964"/>
            </a:xfrm>
            <a:custGeom>
              <a:avLst/>
              <a:gdLst/>
              <a:ahLst/>
              <a:cxnLst/>
              <a:rect l="l" t="t" r="r" b="b"/>
              <a:pathLst>
                <a:path w="2489" h="5386" extrusionOk="0">
                  <a:moveTo>
                    <a:pt x="1260" y="368"/>
                  </a:moveTo>
                  <a:lnTo>
                    <a:pt x="1260" y="389"/>
                  </a:lnTo>
                  <a:lnTo>
                    <a:pt x="1260" y="469"/>
                  </a:lnTo>
                  <a:cubicBezTo>
                    <a:pt x="1260" y="506"/>
                    <a:pt x="1293" y="522"/>
                    <a:pt x="1313" y="522"/>
                  </a:cubicBezTo>
                  <a:lnTo>
                    <a:pt x="1345" y="522"/>
                  </a:lnTo>
                  <a:cubicBezTo>
                    <a:pt x="1414" y="554"/>
                    <a:pt x="1495" y="591"/>
                    <a:pt x="1580" y="623"/>
                  </a:cubicBezTo>
                  <a:cubicBezTo>
                    <a:pt x="1596" y="623"/>
                    <a:pt x="1632" y="639"/>
                    <a:pt x="1648" y="639"/>
                  </a:cubicBezTo>
                  <a:cubicBezTo>
                    <a:pt x="1632" y="623"/>
                    <a:pt x="1596" y="623"/>
                    <a:pt x="1580" y="607"/>
                  </a:cubicBezTo>
                  <a:cubicBezTo>
                    <a:pt x="1495" y="570"/>
                    <a:pt x="1414" y="538"/>
                    <a:pt x="1345" y="506"/>
                  </a:cubicBezTo>
                  <a:lnTo>
                    <a:pt x="1313" y="506"/>
                  </a:lnTo>
                  <a:cubicBezTo>
                    <a:pt x="1293" y="506"/>
                    <a:pt x="1277" y="506"/>
                    <a:pt x="1277" y="469"/>
                  </a:cubicBezTo>
                  <a:lnTo>
                    <a:pt x="1277" y="389"/>
                  </a:lnTo>
                  <a:lnTo>
                    <a:pt x="1277" y="368"/>
                  </a:lnTo>
                  <a:close/>
                  <a:moveTo>
                    <a:pt x="0" y="1"/>
                  </a:moveTo>
                  <a:cubicBezTo>
                    <a:pt x="16" y="1"/>
                    <a:pt x="16" y="17"/>
                    <a:pt x="16" y="33"/>
                  </a:cubicBezTo>
                  <a:cubicBezTo>
                    <a:pt x="32" y="102"/>
                    <a:pt x="32" y="150"/>
                    <a:pt x="32" y="203"/>
                  </a:cubicBezTo>
                  <a:lnTo>
                    <a:pt x="32" y="368"/>
                  </a:lnTo>
                  <a:cubicBezTo>
                    <a:pt x="49" y="421"/>
                    <a:pt x="49" y="453"/>
                    <a:pt x="49" y="506"/>
                  </a:cubicBezTo>
                  <a:cubicBezTo>
                    <a:pt x="49" y="570"/>
                    <a:pt x="65" y="655"/>
                    <a:pt x="65" y="740"/>
                  </a:cubicBezTo>
                  <a:lnTo>
                    <a:pt x="65" y="756"/>
                  </a:lnTo>
                  <a:lnTo>
                    <a:pt x="65" y="841"/>
                  </a:lnTo>
                  <a:lnTo>
                    <a:pt x="65" y="873"/>
                  </a:lnTo>
                  <a:lnTo>
                    <a:pt x="81" y="894"/>
                  </a:lnTo>
                  <a:lnTo>
                    <a:pt x="81" y="857"/>
                  </a:lnTo>
                  <a:lnTo>
                    <a:pt x="81" y="841"/>
                  </a:lnTo>
                  <a:lnTo>
                    <a:pt x="81" y="756"/>
                  </a:lnTo>
                  <a:lnTo>
                    <a:pt x="81" y="724"/>
                  </a:lnTo>
                  <a:cubicBezTo>
                    <a:pt x="65" y="655"/>
                    <a:pt x="65" y="570"/>
                    <a:pt x="65" y="506"/>
                  </a:cubicBezTo>
                  <a:cubicBezTo>
                    <a:pt x="65" y="453"/>
                    <a:pt x="49" y="421"/>
                    <a:pt x="49" y="368"/>
                  </a:cubicBezTo>
                  <a:lnTo>
                    <a:pt x="49" y="203"/>
                  </a:lnTo>
                  <a:cubicBezTo>
                    <a:pt x="32" y="150"/>
                    <a:pt x="32" y="102"/>
                    <a:pt x="32" y="33"/>
                  </a:cubicBez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81" y="894"/>
                  </a:moveTo>
                  <a:cubicBezTo>
                    <a:pt x="81" y="1011"/>
                    <a:pt x="81" y="1128"/>
                    <a:pt x="101" y="1277"/>
                  </a:cubicBezTo>
                  <a:cubicBezTo>
                    <a:pt x="101" y="1330"/>
                    <a:pt x="101" y="1378"/>
                    <a:pt x="117" y="1431"/>
                  </a:cubicBezTo>
                  <a:lnTo>
                    <a:pt x="117" y="1277"/>
                  </a:lnTo>
                  <a:cubicBezTo>
                    <a:pt x="101" y="1128"/>
                    <a:pt x="101" y="1011"/>
                    <a:pt x="81" y="894"/>
                  </a:cubicBezTo>
                  <a:close/>
                  <a:moveTo>
                    <a:pt x="1648" y="639"/>
                  </a:moveTo>
                  <a:cubicBezTo>
                    <a:pt x="1765" y="692"/>
                    <a:pt x="1883" y="740"/>
                    <a:pt x="2000" y="793"/>
                  </a:cubicBezTo>
                  <a:cubicBezTo>
                    <a:pt x="2020" y="793"/>
                    <a:pt x="2036" y="809"/>
                    <a:pt x="2036" y="825"/>
                  </a:cubicBezTo>
                  <a:lnTo>
                    <a:pt x="2036" y="974"/>
                  </a:lnTo>
                  <a:cubicBezTo>
                    <a:pt x="2052" y="995"/>
                    <a:pt x="2052" y="1011"/>
                    <a:pt x="2052" y="1027"/>
                  </a:cubicBezTo>
                  <a:lnTo>
                    <a:pt x="2052" y="1112"/>
                  </a:lnTo>
                  <a:cubicBezTo>
                    <a:pt x="2052" y="1160"/>
                    <a:pt x="2068" y="1213"/>
                    <a:pt x="2068" y="1261"/>
                  </a:cubicBezTo>
                  <a:lnTo>
                    <a:pt x="2068" y="1330"/>
                  </a:lnTo>
                  <a:cubicBezTo>
                    <a:pt x="2085" y="1362"/>
                    <a:pt x="2085" y="1398"/>
                    <a:pt x="2085" y="1415"/>
                  </a:cubicBezTo>
                  <a:lnTo>
                    <a:pt x="2085" y="1447"/>
                  </a:lnTo>
                  <a:lnTo>
                    <a:pt x="2085" y="1479"/>
                  </a:lnTo>
                  <a:cubicBezTo>
                    <a:pt x="2101" y="1516"/>
                    <a:pt x="2101" y="1532"/>
                    <a:pt x="2101" y="1564"/>
                  </a:cubicBezTo>
                  <a:lnTo>
                    <a:pt x="2101" y="1617"/>
                  </a:lnTo>
                  <a:cubicBezTo>
                    <a:pt x="2101" y="1633"/>
                    <a:pt x="2121" y="1665"/>
                    <a:pt x="2121" y="1701"/>
                  </a:cubicBezTo>
                  <a:lnTo>
                    <a:pt x="2121" y="1600"/>
                  </a:lnTo>
                  <a:lnTo>
                    <a:pt x="2121" y="1564"/>
                  </a:lnTo>
                  <a:cubicBezTo>
                    <a:pt x="2121" y="1532"/>
                    <a:pt x="2121" y="1499"/>
                    <a:pt x="2101" y="1479"/>
                  </a:cubicBezTo>
                  <a:cubicBezTo>
                    <a:pt x="2085" y="1463"/>
                    <a:pt x="2101" y="1463"/>
                    <a:pt x="2101" y="1447"/>
                  </a:cubicBezTo>
                  <a:lnTo>
                    <a:pt x="2101" y="1415"/>
                  </a:lnTo>
                  <a:cubicBezTo>
                    <a:pt x="2085" y="1378"/>
                    <a:pt x="2085" y="1362"/>
                    <a:pt x="2085" y="1330"/>
                  </a:cubicBezTo>
                  <a:lnTo>
                    <a:pt x="2085" y="1261"/>
                  </a:lnTo>
                  <a:cubicBezTo>
                    <a:pt x="2085" y="1213"/>
                    <a:pt x="2068" y="1160"/>
                    <a:pt x="2068" y="1112"/>
                  </a:cubicBezTo>
                  <a:lnTo>
                    <a:pt x="2068" y="1027"/>
                  </a:lnTo>
                  <a:cubicBezTo>
                    <a:pt x="2052" y="1011"/>
                    <a:pt x="2052" y="995"/>
                    <a:pt x="2052" y="974"/>
                  </a:cubicBezTo>
                  <a:lnTo>
                    <a:pt x="2052" y="825"/>
                  </a:lnTo>
                  <a:cubicBezTo>
                    <a:pt x="2036" y="809"/>
                    <a:pt x="2036" y="772"/>
                    <a:pt x="2000" y="772"/>
                  </a:cubicBezTo>
                  <a:cubicBezTo>
                    <a:pt x="1883" y="724"/>
                    <a:pt x="1765" y="671"/>
                    <a:pt x="1648" y="639"/>
                  </a:cubicBezTo>
                  <a:close/>
                  <a:moveTo>
                    <a:pt x="2121" y="1701"/>
                  </a:moveTo>
                  <a:lnTo>
                    <a:pt x="2121" y="1766"/>
                  </a:lnTo>
                  <a:cubicBezTo>
                    <a:pt x="2121" y="1802"/>
                    <a:pt x="2121" y="1835"/>
                    <a:pt x="2137" y="1883"/>
                  </a:cubicBezTo>
                  <a:lnTo>
                    <a:pt x="2137" y="1766"/>
                  </a:lnTo>
                  <a:cubicBezTo>
                    <a:pt x="2137" y="1734"/>
                    <a:pt x="2121" y="1718"/>
                    <a:pt x="2121" y="1701"/>
                  </a:cubicBezTo>
                  <a:close/>
                  <a:moveTo>
                    <a:pt x="117" y="1431"/>
                  </a:moveTo>
                  <a:lnTo>
                    <a:pt x="117" y="1600"/>
                  </a:lnTo>
                  <a:cubicBezTo>
                    <a:pt x="117" y="1665"/>
                    <a:pt x="133" y="1734"/>
                    <a:pt x="133" y="1802"/>
                  </a:cubicBezTo>
                  <a:lnTo>
                    <a:pt x="133" y="1968"/>
                  </a:lnTo>
                  <a:cubicBezTo>
                    <a:pt x="150" y="2004"/>
                    <a:pt x="150" y="2053"/>
                    <a:pt x="150" y="2105"/>
                  </a:cubicBezTo>
                  <a:cubicBezTo>
                    <a:pt x="150" y="2154"/>
                    <a:pt x="150" y="2223"/>
                    <a:pt x="166" y="2287"/>
                  </a:cubicBezTo>
                  <a:lnTo>
                    <a:pt x="166" y="2105"/>
                  </a:lnTo>
                  <a:cubicBezTo>
                    <a:pt x="166" y="2053"/>
                    <a:pt x="150" y="2004"/>
                    <a:pt x="150" y="1968"/>
                  </a:cubicBezTo>
                  <a:lnTo>
                    <a:pt x="150" y="1802"/>
                  </a:lnTo>
                  <a:cubicBezTo>
                    <a:pt x="133" y="1734"/>
                    <a:pt x="133" y="1665"/>
                    <a:pt x="133" y="1600"/>
                  </a:cubicBezTo>
                  <a:cubicBezTo>
                    <a:pt x="133" y="1548"/>
                    <a:pt x="133" y="1479"/>
                    <a:pt x="117" y="1431"/>
                  </a:cubicBezTo>
                  <a:close/>
                  <a:moveTo>
                    <a:pt x="2137" y="1883"/>
                  </a:moveTo>
                  <a:lnTo>
                    <a:pt x="2137" y="1968"/>
                  </a:lnTo>
                  <a:cubicBezTo>
                    <a:pt x="2153" y="2037"/>
                    <a:pt x="2153" y="2105"/>
                    <a:pt x="2153" y="2154"/>
                  </a:cubicBezTo>
                  <a:cubicBezTo>
                    <a:pt x="2169" y="2206"/>
                    <a:pt x="2169" y="2255"/>
                    <a:pt x="2169" y="2307"/>
                  </a:cubicBezTo>
                  <a:lnTo>
                    <a:pt x="2169" y="2356"/>
                  </a:lnTo>
                  <a:cubicBezTo>
                    <a:pt x="2186" y="2388"/>
                    <a:pt x="2186" y="2425"/>
                    <a:pt x="2186" y="2457"/>
                  </a:cubicBezTo>
                  <a:cubicBezTo>
                    <a:pt x="2186" y="2509"/>
                    <a:pt x="2186" y="2542"/>
                    <a:pt x="2202" y="2574"/>
                  </a:cubicBezTo>
                  <a:lnTo>
                    <a:pt x="2202" y="2457"/>
                  </a:lnTo>
                  <a:cubicBezTo>
                    <a:pt x="2202" y="2425"/>
                    <a:pt x="2186" y="2388"/>
                    <a:pt x="2186" y="2356"/>
                  </a:cubicBezTo>
                  <a:lnTo>
                    <a:pt x="2186" y="2307"/>
                  </a:lnTo>
                  <a:cubicBezTo>
                    <a:pt x="2186" y="2255"/>
                    <a:pt x="2169" y="2206"/>
                    <a:pt x="2169" y="2154"/>
                  </a:cubicBezTo>
                  <a:cubicBezTo>
                    <a:pt x="2169" y="2085"/>
                    <a:pt x="2153" y="2037"/>
                    <a:pt x="2153" y="1968"/>
                  </a:cubicBezTo>
                  <a:cubicBezTo>
                    <a:pt x="2153" y="1936"/>
                    <a:pt x="2153" y="1920"/>
                    <a:pt x="2137" y="1883"/>
                  </a:cubicBezTo>
                  <a:close/>
                  <a:moveTo>
                    <a:pt x="2202" y="2574"/>
                  </a:moveTo>
                  <a:lnTo>
                    <a:pt x="2202" y="2643"/>
                  </a:lnTo>
                  <a:lnTo>
                    <a:pt x="2202" y="2691"/>
                  </a:lnTo>
                  <a:cubicBezTo>
                    <a:pt x="2222" y="2760"/>
                    <a:pt x="2222" y="2812"/>
                    <a:pt x="2222" y="2877"/>
                  </a:cubicBezTo>
                  <a:cubicBezTo>
                    <a:pt x="2238" y="2893"/>
                    <a:pt x="2238" y="2930"/>
                    <a:pt x="2238" y="2946"/>
                  </a:cubicBezTo>
                  <a:cubicBezTo>
                    <a:pt x="2238" y="2978"/>
                    <a:pt x="2238" y="3014"/>
                    <a:pt x="2254" y="3063"/>
                  </a:cubicBezTo>
                  <a:lnTo>
                    <a:pt x="2254" y="3047"/>
                  </a:lnTo>
                  <a:lnTo>
                    <a:pt x="2254" y="2946"/>
                  </a:lnTo>
                  <a:cubicBezTo>
                    <a:pt x="2238" y="2930"/>
                    <a:pt x="2238" y="2893"/>
                    <a:pt x="2238" y="2877"/>
                  </a:cubicBezTo>
                  <a:cubicBezTo>
                    <a:pt x="2238" y="2812"/>
                    <a:pt x="2222" y="2760"/>
                    <a:pt x="2222" y="2691"/>
                  </a:cubicBezTo>
                  <a:lnTo>
                    <a:pt x="2222" y="2627"/>
                  </a:lnTo>
                  <a:cubicBezTo>
                    <a:pt x="2222" y="2610"/>
                    <a:pt x="2222" y="2590"/>
                    <a:pt x="2202" y="2574"/>
                  </a:cubicBezTo>
                  <a:close/>
                  <a:moveTo>
                    <a:pt x="166" y="2287"/>
                  </a:moveTo>
                  <a:lnTo>
                    <a:pt x="166" y="2457"/>
                  </a:lnTo>
                  <a:cubicBezTo>
                    <a:pt x="166" y="2489"/>
                    <a:pt x="182" y="2542"/>
                    <a:pt x="182" y="2590"/>
                  </a:cubicBezTo>
                  <a:cubicBezTo>
                    <a:pt x="182" y="2691"/>
                    <a:pt x="182" y="2792"/>
                    <a:pt x="202" y="2893"/>
                  </a:cubicBezTo>
                  <a:lnTo>
                    <a:pt x="202" y="2962"/>
                  </a:lnTo>
                  <a:cubicBezTo>
                    <a:pt x="202" y="3014"/>
                    <a:pt x="202" y="3047"/>
                    <a:pt x="218" y="3095"/>
                  </a:cubicBezTo>
                  <a:lnTo>
                    <a:pt x="218" y="2962"/>
                  </a:lnTo>
                  <a:lnTo>
                    <a:pt x="218" y="2893"/>
                  </a:lnTo>
                  <a:cubicBezTo>
                    <a:pt x="202" y="2792"/>
                    <a:pt x="202" y="2675"/>
                    <a:pt x="202" y="2590"/>
                  </a:cubicBezTo>
                  <a:cubicBezTo>
                    <a:pt x="182" y="2542"/>
                    <a:pt x="182" y="2489"/>
                    <a:pt x="182" y="2457"/>
                  </a:cubicBezTo>
                  <a:cubicBezTo>
                    <a:pt x="182" y="2388"/>
                    <a:pt x="182" y="2340"/>
                    <a:pt x="166" y="2287"/>
                  </a:cubicBezTo>
                  <a:close/>
                  <a:moveTo>
                    <a:pt x="218" y="3095"/>
                  </a:moveTo>
                  <a:lnTo>
                    <a:pt x="218" y="3180"/>
                  </a:lnTo>
                  <a:lnTo>
                    <a:pt x="218" y="3233"/>
                  </a:lnTo>
                  <a:lnTo>
                    <a:pt x="234" y="3297"/>
                  </a:lnTo>
                  <a:lnTo>
                    <a:pt x="234" y="3233"/>
                  </a:lnTo>
                  <a:lnTo>
                    <a:pt x="234" y="3180"/>
                  </a:lnTo>
                  <a:cubicBezTo>
                    <a:pt x="234" y="3164"/>
                    <a:pt x="234" y="3132"/>
                    <a:pt x="218" y="3095"/>
                  </a:cubicBezTo>
                  <a:close/>
                  <a:moveTo>
                    <a:pt x="2254" y="3063"/>
                  </a:moveTo>
                  <a:lnTo>
                    <a:pt x="2254" y="3249"/>
                  </a:lnTo>
                  <a:cubicBezTo>
                    <a:pt x="2270" y="3265"/>
                    <a:pt x="2270" y="3281"/>
                    <a:pt x="2270" y="3317"/>
                  </a:cubicBezTo>
                  <a:cubicBezTo>
                    <a:pt x="2270" y="3350"/>
                    <a:pt x="2270" y="3398"/>
                    <a:pt x="2287" y="3451"/>
                  </a:cubicBezTo>
                  <a:lnTo>
                    <a:pt x="2287" y="3317"/>
                  </a:lnTo>
                  <a:cubicBezTo>
                    <a:pt x="2287" y="3281"/>
                    <a:pt x="2270" y="3265"/>
                    <a:pt x="2270" y="3249"/>
                  </a:cubicBezTo>
                  <a:cubicBezTo>
                    <a:pt x="2270" y="3180"/>
                    <a:pt x="2270" y="3132"/>
                    <a:pt x="2254" y="3063"/>
                  </a:cubicBezTo>
                  <a:close/>
                  <a:moveTo>
                    <a:pt x="234" y="3297"/>
                  </a:moveTo>
                  <a:lnTo>
                    <a:pt x="234" y="3483"/>
                  </a:lnTo>
                  <a:cubicBezTo>
                    <a:pt x="234" y="3552"/>
                    <a:pt x="251" y="3620"/>
                    <a:pt x="251" y="3685"/>
                  </a:cubicBezTo>
                  <a:lnTo>
                    <a:pt x="251" y="3754"/>
                  </a:lnTo>
                  <a:lnTo>
                    <a:pt x="251" y="3786"/>
                  </a:lnTo>
                  <a:cubicBezTo>
                    <a:pt x="267" y="3822"/>
                    <a:pt x="267" y="3855"/>
                    <a:pt x="267" y="3871"/>
                  </a:cubicBezTo>
                  <a:lnTo>
                    <a:pt x="267" y="3786"/>
                  </a:lnTo>
                  <a:lnTo>
                    <a:pt x="267" y="3754"/>
                  </a:lnTo>
                  <a:lnTo>
                    <a:pt x="267" y="3685"/>
                  </a:lnTo>
                  <a:cubicBezTo>
                    <a:pt x="251" y="3620"/>
                    <a:pt x="251" y="3552"/>
                    <a:pt x="251" y="3483"/>
                  </a:cubicBezTo>
                  <a:cubicBezTo>
                    <a:pt x="251" y="3418"/>
                    <a:pt x="251" y="3366"/>
                    <a:pt x="234" y="3297"/>
                  </a:cubicBezTo>
                  <a:close/>
                  <a:moveTo>
                    <a:pt x="267" y="3871"/>
                  </a:moveTo>
                  <a:lnTo>
                    <a:pt x="267" y="3923"/>
                  </a:lnTo>
                  <a:lnTo>
                    <a:pt x="267" y="3988"/>
                  </a:lnTo>
                  <a:cubicBezTo>
                    <a:pt x="283" y="3972"/>
                    <a:pt x="283" y="3939"/>
                    <a:pt x="283" y="3903"/>
                  </a:cubicBezTo>
                  <a:cubicBezTo>
                    <a:pt x="267" y="3903"/>
                    <a:pt x="267" y="3887"/>
                    <a:pt x="267" y="3871"/>
                  </a:cubicBezTo>
                  <a:close/>
                  <a:moveTo>
                    <a:pt x="267" y="3988"/>
                  </a:moveTo>
                  <a:cubicBezTo>
                    <a:pt x="251" y="3988"/>
                    <a:pt x="267" y="4004"/>
                    <a:pt x="267" y="4004"/>
                  </a:cubicBezTo>
                  <a:lnTo>
                    <a:pt x="267" y="3988"/>
                  </a:lnTo>
                  <a:close/>
                  <a:moveTo>
                    <a:pt x="2287" y="3451"/>
                  </a:moveTo>
                  <a:lnTo>
                    <a:pt x="2287" y="3499"/>
                  </a:lnTo>
                  <a:lnTo>
                    <a:pt x="2287" y="3620"/>
                  </a:lnTo>
                  <a:cubicBezTo>
                    <a:pt x="2303" y="3653"/>
                    <a:pt x="2303" y="3701"/>
                    <a:pt x="2303" y="3737"/>
                  </a:cubicBezTo>
                  <a:cubicBezTo>
                    <a:pt x="2303" y="3770"/>
                    <a:pt x="2323" y="3822"/>
                    <a:pt x="2323" y="3855"/>
                  </a:cubicBezTo>
                  <a:lnTo>
                    <a:pt x="2323" y="3956"/>
                  </a:lnTo>
                  <a:cubicBezTo>
                    <a:pt x="2339" y="3972"/>
                    <a:pt x="2339" y="3988"/>
                    <a:pt x="2339" y="4004"/>
                  </a:cubicBezTo>
                  <a:lnTo>
                    <a:pt x="2339" y="3956"/>
                  </a:lnTo>
                  <a:lnTo>
                    <a:pt x="2339" y="3855"/>
                  </a:lnTo>
                  <a:cubicBezTo>
                    <a:pt x="2323" y="3802"/>
                    <a:pt x="2323" y="3770"/>
                    <a:pt x="2323" y="3737"/>
                  </a:cubicBezTo>
                  <a:cubicBezTo>
                    <a:pt x="2323" y="3685"/>
                    <a:pt x="2323" y="3653"/>
                    <a:pt x="2303" y="3620"/>
                  </a:cubicBezTo>
                  <a:lnTo>
                    <a:pt x="2303" y="3499"/>
                  </a:lnTo>
                  <a:cubicBezTo>
                    <a:pt x="2303" y="3483"/>
                    <a:pt x="2303" y="3467"/>
                    <a:pt x="2287" y="3451"/>
                  </a:cubicBezTo>
                  <a:close/>
                  <a:moveTo>
                    <a:pt x="2339" y="4004"/>
                  </a:moveTo>
                  <a:cubicBezTo>
                    <a:pt x="2339" y="4057"/>
                    <a:pt x="2339" y="4105"/>
                    <a:pt x="2355" y="4141"/>
                  </a:cubicBezTo>
                  <a:cubicBezTo>
                    <a:pt x="2355" y="4089"/>
                    <a:pt x="2355" y="4057"/>
                    <a:pt x="2339" y="4004"/>
                  </a:cubicBezTo>
                  <a:close/>
                  <a:moveTo>
                    <a:pt x="2355" y="4141"/>
                  </a:moveTo>
                  <a:cubicBezTo>
                    <a:pt x="2355" y="4190"/>
                    <a:pt x="2355" y="4259"/>
                    <a:pt x="2371" y="4307"/>
                  </a:cubicBezTo>
                  <a:cubicBezTo>
                    <a:pt x="2371" y="4259"/>
                    <a:pt x="2371" y="4190"/>
                    <a:pt x="2355" y="4141"/>
                  </a:cubicBezTo>
                  <a:close/>
                  <a:moveTo>
                    <a:pt x="2371" y="4307"/>
                  </a:moveTo>
                  <a:cubicBezTo>
                    <a:pt x="2371" y="4408"/>
                    <a:pt x="2387" y="4509"/>
                    <a:pt x="2387" y="4610"/>
                  </a:cubicBezTo>
                  <a:lnTo>
                    <a:pt x="2404" y="4679"/>
                  </a:lnTo>
                  <a:lnTo>
                    <a:pt x="2404" y="4594"/>
                  </a:lnTo>
                  <a:cubicBezTo>
                    <a:pt x="2387" y="4509"/>
                    <a:pt x="2387" y="4408"/>
                    <a:pt x="2371" y="4307"/>
                  </a:cubicBezTo>
                  <a:close/>
                  <a:moveTo>
                    <a:pt x="267" y="4004"/>
                  </a:moveTo>
                  <a:lnTo>
                    <a:pt x="267" y="4024"/>
                  </a:lnTo>
                  <a:cubicBezTo>
                    <a:pt x="267" y="4040"/>
                    <a:pt x="283" y="4057"/>
                    <a:pt x="267" y="4089"/>
                  </a:cubicBezTo>
                  <a:lnTo>
                    <a:pt x="267" y="4105"/>
                  </a:lnTo>
                  <a:cubicBezTo>
                    <a:pt x="283" y="4141"/>
                    <a:pt x="283" y="4190"/>
                    <a:pt x="283" y="4242"/>
                  </a:cubicBezTo>
                  <a:lnTo>
                    <a:pt x="283" y="4291"/>
                  </a:lnTo>
                  <a:cubicBezTo>
                    <a:pt x="303" y="4392"/>
                    <a:pt x="303" y="4477"/>
                    <a:pt x="303" y="4578"/>
                  </a:cubicBezTo>
                  <a:lnTo>
                    <a:pt x="303" y="4610"/>
                  </a:lnTo>
                  <a:cubicBezTo>
                    <a:pt x="319" y="4663"/>
                    <a:pt x="319" y="4695"/>
                    <a:pt x="319" y="4731"/>
                  </a:cubicBezTo>
                  <a:lnTo>
                    <a:pt x="319" y="4747"/>
                  </a:lnTo>
                  <a:cubicBezTo>
                    <a:pt x="303" y="4780"/>
                    <a:pt x="319" y="4796"/>
                    <a:pt x="352" y="4796"/>
                  </a:cubicBezTo>
                  <a:cubicBezTo>
                    <a:pt x="319" y="4780"/>
                    <a:pt x="319" y="4780"/>
                    <a:pt x="335" y="4747"/>
                  </a:cubicBezTo>
                  <a:lnTo>
                    <a:pt x="335" y="4731"/>
                  </a:lnTo>
                  <a:cubicBezTo>
                    <a:pt x="319" y="4695"/>
                    <a:pt x="319" y="4646"/>
                    <a:pt x="319" y="4610"/>
                  </a:cubicBezTo>
                  <a:lnTo>
                    <a:pt x="319" y="4578"/>
                  </a:lnTo>
                  <a:cubicBezTo>
                    <a:pt x="319" y="4477"/>
                    <a:pt x="303" y="4392"/>
                    <a:pt x="303" y="4291"/>
                  </a:cubicBezTo>
                  <a:lnTo>
                    <a:pt x="303" y="4242"/>
                  </a:lnTo>
                  <a:cubicBezTo>
                    <a:pt x="303" y="4190"/>
                    <a:pt x="303" y="4141"/>
                    <a:pt x="283" y="4105"/>
                  </a:cubicBezTo>
                  <a:lnTo>
                    <a:pt x="283" y="4089"/>
                  </a:lnTo>
                  <a:lnTo>
                    <a:pt x="283" y="4024"/>
                  </a:lnTo>
                  <a:lnTo>
                    <a:pt x="283" y="4004"/>
                  </a:lnTo>
                  <a:close/>
                  <a:moveTo>
                    <a:pt x="2404" y="4711"/>
                  </a:moveTo>
                  <a:lnTo>
                    <a:pt x="2404" y="4764"/>
                  </a:lnTo>
                  <a:lnTo>
                    <a:pt x="2404" y="4780"/>
                  </a:lnTo>
                  <a:cubicBezTo>
                    <a:pt x="2404" y="4812"/>
                    <a:pt x="2424" y="4832"/>
                    <a:pt x="2424" y="4865"/>
                  </a:cubicBezTo>
                  <a:lnTo>
                    <a:pt x="2424" y="4780"/>
                  </a:lnTo>
                  <a:lnTo>
                    <a:pt x="2424" y="4764"/>
                  </a:lnTo>
                  <a:cubicBezTo>
                    <a:pt x="2404" y="4747"/>
                    <a:pt x="2404" y="4731"/>
                    <a:pt x="2404" y="4711"/>
                  </a:cubicBezTo>
                  <a:close/>
                  <a:moveTo>
                    <a:pt x="2424" y="4865"/>
                  </a:moveTo>
                  <a:lnTo>
                    <a:pt x="2424" y="4933"/>
                  </a:lnTo>
                  <a:cubicBezTo>
                    <a:pt x="2424" y="4982"/>
                    <a:pt x="2440" y="5034"/>
                    <a:pt x="2440" y="5083"/>
                  </a:cubicBezTo>
                  <a:cubicBezTo>
                    <a:pt x="2440" y="5135"/>
                    <a:pt x="2456" y="5184"/>
                    <a:pt x="2456" y="5252"/>
                  </a:cubicBezTo>
                  <a:lnTo>
                    <a:pt x="2456" y="5285"/>
                  </a:lnTo>
                  <a:cubicBezTo>
                    <a:pt x="2456" y="5301"/>
                    <a:pt x="2472" y="5337"/>
                    <a:pt x="2456" y="5369"/>
                  </a:cubicBezTo>
                  <a:cubicBezTo>
                    <a:pt x="2488" y="5337"/>
                    <a:pt x="2472" y="5301"/>
                    <a:pt x="2472" y="5269"/>
                  </a:cubicBezTo>
                  <a:lnTo>
                    <a:pt x="2472" y="5252"/>
                  </a:lnTo>
                  <a:cubicBezTo>
                    <a:pt x="2456" y="5184"/>
                    <a:pt x="2456" y="5135"/>
                    <a:pt x="2456" y="5083"/>
                  </a:cubicBezTo>
                  <a:cubicBezTo>
                    <a:pt x="2440" y="5034"/>
                    <a:pt x="2440" y="4982"/>
                    <a:pt x="2440" y="4933"/>
                  </a:cubicBezTo>
                  <a:cubicBezTo>
                    <a:pt x="2440" y="4897"/>
                    <a:pt x="2440" y="4881"/>
                    <a:pt x="2424" y="4865"/>
                  </a:cubicBezTo>
                  <a:close/>
                  <a:moveTo>
                    <a:pt x="352" y="4796"/>
                  </a:moveTo>
                  <a:lnTo>
                    <a:pt x="352" y="4796"/>
                  </a:lnTo>
                  <a:cubicBezTo>
                    <a:pt x="420" y="4832"/>
                    <a:pt x="485" y="4848"/>
                    <a:pt x="553" y="4865"/>
                  </a:cubicBezTo>
                  <a:cubicBezTo>
                    <a:pt x="606" y="4881"/>
                    <a:pt x="654" y="4881"/>
                    <a:pt x="687" y="4897"/>
                  </a:cubicBezTo>
                  <a:cubicBezTo>
                    <a:pt x="772" y="4913"/>
                    <a:pt x="840" y="4949"/>
                    <a:pt x="909" y="4966"/>
                  </a:cubicBezTo>
                  <a:cubicBezTo>
                    <a:pt x="974" y="4982"/>
                    <a:pt x="1042" y="4998"/>
                    <a:pt x="1091" y="5014"/>
                  </a:cubicBezTo>
                  <a:lnTo>
                    <a:pt x="1244" y="5050"/>
                  </a:lnTo>
                  <a:cubicBezTo>
                    <a:pt x="1345" y="5083"/>
                    <a:pt x="1446" y="5099"/>
                    <a:pt x="1547" y="5135"/>
                  </a:cubicBezTo>
                  <a:cubicBezTo>
                    <a:pt x="1616" y="5151"/>
                    <a:pt x="1681" y="5184"/>
                    <a:pt x="1765" y="5200"/>
                  </a:cubicBezTo>
                  <a:cubicBezTo>
                    <a:pt x="1866" y="5216"/>
                    <a:pt x="1967" y="5252"/>
                    <a:pt x="2068" y="5285"/>
                  </a:cubicBezTo>
                  <a:lnTo>
                    <a:pt x="2121" y="5301"/>
                  </a:lnTo>
                  <a:cubicBezTo>
                    <a:pt x="2222" y="5317"/>
                    <a:pt x="2323" y="5353"/>
                    <a:pt x="2404" y="5369"/>
                  </a:cubicBezTo>
                  <a:cubicBezTo>
                    <a:pt x="2424" y="5386"/>
                    <a:pt x="2440" y="5386"/>
                    <a:pt x="2440" y="5386"/>
                  </a:cubicBezTo>
                  <a:lnTo>
                    <a:pt x="2456" y="5386"/>
                  </a:lnTo>
                  <a:lnTo>
                    <a:pt x="2456" y="5369"/>
                  </a:lnTo>
                  <a:lnTo>
                    <a:pt x="2424" y="5369"/>
                  </a:lnTo>
                  <a:cubicBezTo>
                    <a:pt x="2323" y="5337"/>
                    <a:pt x="2222" y="5301"/>
                    <a:pt x="2137" y="5285"/>
                  </a:cubicBezTo>
                  <a:lnTo>
                    <a:pt x="2068" y="5269"/>
                  </a:lnTo>
                  <a:cubicBezTo>
                    <a:pt x="1967" y="5236"/>
                    <a:pt x="1866" y="5216"/>
                    <a:pt x="1765" y="5184"/>
                  </a:cubicBezTo>
                  <a:cubicBezTo>
                    <a:pt x="1697" y="5168"/>
                    <a:pt x="1616" y="5135"/>
                    <a:pt x="1547" y="5115"/>
                  </a:cubicBezTo>
                  <a:cubicBezTo>
                    <a:pt x="1446" y="5099"/>
                    <a:pt x="1345" y="5067"/>
                    <a:pt x="1244" y="5034"/>
                  </a:cubicBezTo>
                  <a:lnTo>
                    <a:pt x="1111" y="4998"/>
                  </a:lnTo>
                  <a:cubicBezTo>
                    <a:pt x="1042" y="4982"/>
                    <a:pt x="974" y="4966"/>
                    <a:pt x="925" y="4949"/>
                  </a:cubicBezTo>
                  <a:cubicBezTo>
                    <a:pt x="840" y="4933"/>
                    <a:pt x="772" y="4913"/>
                    <a:pt x="707" y="4881"/>
                  </a:cubicBezTo>
                  <a:cubicBezTo>
                    <a:pt x="654" y="4881"/>
                    <a:pt x="606" y="4865"/>
                    <a:pt x="553" y="4848"/>
                  </a:cubicBezTo>
                  <a:cubicBezTo>
                    <a:pt x="485" y="4832"/>
                    <a:pt x="420" y="4812"/>
                    <a:pt x="352" y="47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>
              <a:extLst>
                <a:ext uri="{FF2B5EF4-FFF2-40B4-BE49-F238E27FC236}">
                  <a16:creationId xmlns:a16="http://schemas.microsoft.com/office/drawing/2014/main" id="{706946AD-739E-54B4-DA25-073EDA2B1F8E}"/>
                </a:ext>
              </a:extLst>
            </p:cNvPr>
            <p:cNvSpPr/>
            <p:nvPr/>
          </p:nvSpPr>
          <p:spPr>
            <a:xfrm>
              <a:off x="1249437" y="19662"/>
              <a:ext cx="1491464" cy="627237"/>
            </a:xfrm>
            <a:custGeom>
              <a:avLst/>
              <a:gdLst/>
              <a:ahLst/>
              <a:cxnLst/>
              <a:rect l="l" t="t" r="r" b="b"/>
              <a:pathLst>
                <a:path w="15016" h="6315" extrusionOk="0">
                  <a:moveTo>
                    <a:pt x="6952" y="17"/>
                  </a:moveTo>
                  <a:cubicBezTo>
                    <a:pt x="6936" y="17"/>
                    <a:pt x="6936" y="33"/>
                    <a:pt x="6936" y="33"/>
                  </a:cubicBezTo>
                  <a:cubicBezTo>
                    <a:pt x="6952" y="33"/>
                    <a:pt x="6952" y="33"/>
                    <a:pt x="6952" y="17"/>
                  </a:cubicBezTo>
                  <a:close/>
                  <a:moveTo>
                    <a:pt x="6952" y="0"/>
                  </a:moveTo>
                  <a:lnTo>
                    <a:pt x="6952" y="17"/>
                  </a:lnTo>
                  <a:lnTo>
                    <a:pt x="6969" y="17"/>
                  </a:lnTo>
                  <a:cubicBezTo>
                    <a:pt x="7001" y="17"/>
                    <a:pt x="7053" y="33"/>
                    <a:pt x="7086" y="53"/>
                  </a:cubicBezTo>
                  <a:cubicBezTo>
                    <a:pt x="7053" y="17"/>
                    <a:pt x="7017" y="0"/>
                    <a:pt x="6969" y="0"/>
                  </a:cubicBezTo>
                  <a:close/>
                  <a:moveTo>
                    <a:pt x="6936" y="33"/>
                  </a:moveTo>
                  <a:lnTo>
                    <a:pt x="6916" y="53"/>
                  </a:lnTo>
                  <a:cubicBezTo>
                    <a:pt x="6884" y="69"/>
                    <a:pt x="6868" y="85"/>
                    <a:pt x="6851" y="101"/>
                  </a:cubicBezTo>
                  <a:cubicBezTo>
                    <a:pt x="6767" y="170"/>
                    <a:pt x="6682" y="255"/>
                    <a:pt x="6597" y="336"/>
                  </a:cubicBezTo>
                  <a:cubicBezTo>
                    <a:pt x="6682" y="271"/>
                    <a:pt x="6783" y="186"/>
                    <a:pt x="6868" y="101"/>
                  </a:cubicBezTo>
                  <a:cubicBezTo>
                    <a:pt x="6884" y="85"/>
                    <a:pt x="6900" y="69"/>
                    <a:pt x="6916" y="69"/>
                  </a:cubicBezTo>
                  <a:cubicBezTo>
                    <a:pt x="6936" y="69"/>
                    <a:pt x="6936" y="53"/>
                    <a:pt x="6936" y="33"/>
                  </a:cubicBezTo>
                  <a:close/>
                  <a:moveTo>
                    <a:pt x="7086" y="53"/>
                  </a:moveTo>
                  <a:cubicBezTo>
                    <a:pt x="7102" y="69"/>
                    <a:pt x="7118" y="69"/>
                    <a:pt x="7118" y="69"/>
                  </a:cubicBezTo>
                  <a:cubicBezTo>
                    <a:pt x="7239" y="117"/>
                    <a:pt x="7356" y="170"/>
                    <a:pt x="7457" y="218"/>
                  </a:cubicBezTo>
                  <a:cubicBezTo>
                    <a:pt x="7522" y="255"/>
                    <a:pt x="7575" y="287"/>
                    <a:pt x="7643" y="303"/>
                  </a:cubicBezTo>
                  <a:cubicBezTo>
                    <a:pt x="7777" y="372"/>
                    <a:pt x="7910" y="420"/>
                    <a:pt x="8047" y="489"/>
                  </a:cubicBezTo>
                  <a:lnTo>
                    <a:pt x="8415" y="659"/>
                  </a:lnTo>
                  <a:cubicBezTo>
                    <a:pt x="8601" y="740"/>
                    <a:pt x="8786" y="824"/>
                    <a:pt x="8972" y="909"/>
                  </a:cubicBezTo>
                  <a:cubicBezTo>
                    <a:pt x="9005" y="925"/>
                    <a:pt x="9057" y="942"/>
                    <a:pt x="9106" y="962"/>
                  </a:cubicBezTo>
                  <a:cubicBezTo>
                    <a:pt x="9057" y="942"/>
                    <a:pt x="9021" y="909"/>
                    <a:pt x="8972" y="893"/>
                  </a:cubicBezTo>
                  <a:cubicBezTo>
                    <a:pt x="8786" y="808"/>
                    <a:pt x="8601" y="723"/>
                    <a:pt x="8415" y="639"/>
                  </a:cubicBezTo>
                  <a:lnTo>
                    <a:pt x="8047" y="473"/>
                  </a:lnTo>
                  <a:cubicBezTo>
                    <a:pt x="7910" y="420"/>
                    <a:pt x="7777" y="356"/>
                    <a:pt x="7643" y="287"/>
                  </a:cubicBezTo>
                  <a:cubicBezTo>
                    <a:pt x="7591" y="271"/>
                    <a:pt x="7522" y="235"/>
                    <a:pt x="7474" y="218"/>
                  </a:cubicBezTo>
                  <a:cubicBezTo>
                    <a:pt x="7356" y="170"/>
                    <a:pt x="7239" y="117"/>
                    <a:pt x="7138" y="69"/>
                  </a:cubicBezTo>
                  <a:cubicBezTo>
                    <a:pt x="7118" y="53"/>
                    <a:pt x="7102" y="53"/>
                    <a:pt x="7086" y="53"/>
                  </a:cubicBezTo>
                  <a:close/>
                  <a:moveTo>
                    <a:pt x="6597" y="336"/>
                  </a:moveTo>
                  <a:lnTo>
                    <a:pt x="6565" y="356"/>
                  </a:lnTo>
                  <a:cubicBezTo>
                    <a:pt x="6480" y="420"/>
                    <a:pt x="6395" y="505"/>
                    <a:pt x="6310" y="590"/>
                  </a:cubicBezTo>
                  <a:cubicBezTo>
                    <a:pt x="6246" y="659"/>
                    <a:pt x="6177" y="723"/>
                    <a:pt x="6092" y="792"/>
                  </a:cubicBezTo>
                  <a:cubicBezTo>
                    <a:pt x="6007" y="861"/>
                    <a:pt x="5926" y="942"/>
                    <a:pt x="5842" y="1010"/>
                  </a:cubicBezTo>
                  <a:cubicBezTo>
                    <a:pt x="5724" y="1111"/>
                    <a:pt x="5587" y="1228"/>
                    <a:pt x="5470" y="1346"/>
                  </a:cubicBezTo>
                  <a:lnTo>
                    <a:pt x="5401" y="1414"/>
                  </a:lnTo>
                  <a:cubicBezTo>
                    <a:pt x="5320" y="1483"/>
                    <a:pt x="5252" y="1548"/>
                    <a:pt x="5183" y="1616"/>
                  </a:cubicBezTo>
                  <a:cubicBezTo>
                    <a:pt x="5252" y="1548"/>
                    <a:pt x="5337" y="1499"/>
                    <a:pt x="5401" y="1430"/>
                  </a:cubicBezTo>
                  <a:lnTo>
                    <a:pt x="5486" y="1346"/>
                  </a:lnTo>
                  <a:cubicBezTo>
                    <a:pt x="5603" y="1245"/>
                    <a:pt x="5724" y="1127"/>
                    <a:pt x="5858" y="1026"/>
                  </a:cubicBezTo>
                  <a:cubicBezTo>
                    <a:pt x="5943" y="942"/>
                    <a:pt x="6027" y="877"/>
                    <a:pt x="6108" y="792"/>
                  </a:cubicBezTo>
                  <a:cubicBezTo>
                    <a:pt x="6177" y="723"/>
                    <a:pt x="6246" y="659"/>
                    <a:pt x="6330" y="590"/>
                  </a:cubicBezTo>
                  <a:cubicBezTo>
                    <a:pt x="6411" y="521"/>
                    <a:pt x="6496" y="437"/>
                    <a:pt x="6581" y="372"/>
                  </a:cubicBezTo>
                  <a:lnTo>
                    <a:pt x="6597" y="336"/>
                  </a:lnTo>
                  <a:close/>
                  <a:moveTo>
                    <a:pt x="9106" y="962"/>
                  </a:moveTo>
                  <a:cubicBezTo>
                    <a:pt x="9158" y="994"/>
                    <a:pt x="9190" y="1010"/>
                    <a:pt x="9239" y="1026"/>
                  </a:cubicBezTo>
                  <a:cubicBezTo>
                    <a:pt x="9291" y="1063"/>
                    <a:pt x="9360" y="1079"/>
                    <a:pt x="9409" y="1111"/>
                  </a:cubicBezTo>
                  <a:cubicBezTo>
                    <a:pt x="9461" y="1127"/>
                    <a:pt x="9510" y="1164"/>
                    <a:pt x="9578" y="1180"/>
                  </a:cubicBezTo>
                  <a:cubicBezTo>
                    <a:pt x="9663" y="1212"/>
                    <a:pt x="9728" y="1245"/>
                    <a:pt x="9813" y="1297"/>
                  </a:cubicBezTo>
                  <a:cubicBezTo>
                    <a:pt x="9897" y="1329"/>
                    <a:pt x="9982" y="1366"/>
                    <a:pt x="10083" y="1414"/>
                  </a:cubicBezTo>
                  <a:cubicBezTo>
                    <a:pt x="10148" y="1447"/>
                    <a:pt x="10233" y="1483"/>
                    <a:pt x="10301" y="1515"/>
                  </a:cubicBezTo>
                  <a:cubicBezTo>
                    <a:pt x="10386" y="1548"/>
                    <a:pt x="10471" y="1584"/>
                    <a:pt x="10536" y="1616"/>
                  </a:cubicBezTo>
                  <a:cubicBezTo>
                    <a:pt x="10620" y="1649"/>
                    <a:pt x="10705" y="1685"/>
                    <a:pt x="10774" y="1733"/>
                  </a:cubicBezTo>
                  <a:cubicBezTo>
                    <a:pt x="10855" y="1750"/>
                    <a:pt x="10923" y="1786"/>
                    <a:pt x="10992" y="1818"/>
                  </a:cubicBezTo>
                  <a:cubicBezTo>
                    <a:pt x="11109" y="1871"/>
                    <a:pt x="11226" y="1935"/>
                    <a:pt x="11344" y="1988"/>
                  </a:cubicBezTo>
                  <a:lnTo>
                    <a:pt x="11412" y="2004"/>
                  </a:lnTo>
                  <a:lnTo>
                    <a:pt x="11344" y="1972"/>
                  </a:lnTo>
                  <a:cubicBezTo>
                    <a:pt x="11226" y="1919"/>
                    <a:pt x="11109" y="1871"/>
                    <a:pt x="10992" y="1802"/>
                  </a:cubicBezTo>
                  <a:cubicBezTo>
                    <a:pt x="10923" y="1786"/>
                    <a:pt x="10855" y="1750"/>
                    <a:pt x="10790" y="1717"/>
                  </a:cubicBezTo>
                  <a:cubicBezTo>
                    <a:pt x="10705" y="1685"/>
                    <a:pt x="10620" y="1649"/>
                    <a:pt x="10552" y="1600"/>
                  </a:cubicBezTo>
                  <a:cubicBezTo>
                    <a:pt x="10471" y="1568"/>
                    <a:pt x="10386" y="1531"/>
                    <a:pt x="10318" y="1499"/>
                  </a:cubicBezTo>
                  <a:cubicBezTo>
                    <a:pt x="10233" y="1467"/>
                    <a:pt x="10148" y="1430"/>
                    <a:pt x="10083" y="1398"/>
                  </a:cubicBezTo>
                  <a:cubicBezTo>
                    <a:pt x="9998" y="1366"/>
                    <a:pt x="9914" y="1313"/>
                    <a:pt x="9829" y="1281"/>
                  </a:cubicBezTo>
                  <a:cubicBezTo>
                    <a:pt x="9744" y="1245"/>
                    <a:pt x="9663" y="1212"/>
                    <a:pt x="9578" y="1164"/>
                  </a:cubicBezTo>
                  <a:cubicBezTo>
                    <a:pt x="9526" y="1144"/>
                    <a:pt x="9461" y="1111"/>
                    <a:pt x="9409" y="1095"/>
                  </a:cubicBezTo>
                  <a:cubicBezTo>
                    <a:pt x="9360" y="1079"/>
                    <a:pt x="9308" y="1043"/>
                    <a:pt x="9259" y="1026"/>
                  </a:cubicBezTo>
                  <a:cubicBezTo>
                    <a:pt x="9207" y="994"/>
                    <a:pt x="9158" y="978"/>
                    <a:pt x="9106" y="962"/>
                  </a:cubicBezTo>
                  <a:close/>
                  <a:moveTo>
                    <a:pt x="5183" y="1616"/>
                  </a:moveTo>
                  <a:cubicBezTo>
                    <a:pt x="5082" y="1701"/>
                    <a:pt x="4997" y="1770"/>
                    <a:pt x="4916" y="1851"/>
                  </a:cubicBezTo>
                  <a:cubicBezTo>
                    <a:pt x="4848" y="1919"/>
                    <a:pt x="4779" y="1972"/>
                    <a:pt x="4714" y="2036"/>
                  </a:cubicBezTo>
                  <a:cubicBezTo>
                    <a:pt x="4779" y="1988"/>
                    <a:pt x="4848" y="1919"/>
                    <a:pt x="4916" y="1871"/>
                  </a:cubicBezTo>
                  <a:cubicBezTo>
                    <a:pt x="5017" y="1786"/>
                    <a:pt x="5098" y="1701"/>
                    <a:pt x="5183" y="1616"/>
                  </a:cubicBezTo>
                  <a:close/>
                  <a:moveTo>
                    <a:pt x="11412" y="2004"/>
                  </a:moveTo>
                  <a:lnTo>
                    <a:pt x="11412" y="2004"/>
                  </a:lnTo>
                  <a:cubicBezTo>
                    <a:pt x="11461" y="2036"/>
                    <a:pt x="11497" y="2052"/>
                    <a:pt x="11546" y="2073"/>
                  </a:cubicBezTo>
                  <a:cubicBezTo>
                    <a:pt x="11630" y="2105"/>
                    <a:pt x="11699" y="2137"/>
                    <a:pt x="11784" y="2174"/>
                  </a:cubicBezTo>
                  <a:cubicBezTo>
                    <a:pt x="11715" y="2137"/>
                    <a:pt x="11630" y="2105"/>
                    <a:pt x="11562" y="2073"/>
                  </a:cubicBezTo>
                  <a:cubicBezTo>
                    <a:pt x="11513" y="2036"/>
                    <a:pt x="11461" y="2020"/>
                    <a:pt x="11412" y="2004"/>
                  </a:cubicBezTo>
                  <a:close/>
                  <a:moveTo>
                    <a:pt x="11784" y="2174"/>
                  </a:moveTo>
                  <a:lnTo>
                    <a:pt x="11784" y="2174"/>
                  </a:lnTo>
                  <a:cubicBezTo>
                    <a:pt x="11832" y="2206"/>
                    <a:pt x="11885" y="2222"/>
                    <a:pt x="11933" y="2254"/>
                  </a:cubicBezTo>
                  <a:cubicBezTo>
                    <a:pt x="12002" y="2275"/>
                    <a:pt x="12067" y="2307"/>
                    <a:pt x="12135" y="2339"/>
                  </a:cubicBezTo>
                  <a:cubicBezTo>
                    <a:pt x="12220" y="2376"/>
                    <a:pt x="12305" y="2408"/>
                    <a:pt x="12370" y="2456"/>
                  </a:cubicBezTo>
                  <a:cubicBezTo>
                    <a:pt x="12471" y="2493"/>
                    <a:pt x="12592" y="2541"/>
                    <a:pt x="12693" y="2594"/>
                  </a:cubicBezTo>
                  <a:cubicBezTo>
                    <a:pt x="12842" y="2658"/>
                    <a:pt x="13012" y="2743"/>
                    <a:pt x="13178" y="2812"/>
                  </a:cubicBezTo>
                  <a:cubicBezTo>
                    <a:pt x="13299" y="2860"/>
                    <a:pt x="13416" y="2913"/>
                    <a:pt x="13533" y="2982"/>
                  </a:cubicBezTo>
                  <a:cubicBezTo>
                    <a:pt x="13650" y="3030"/>
                    <a:pt x="13784" y="3083"/>
                    <a:pt x="13905" y="3131"/>
                  </a:cubicBezTo>
                  <a:cubicBezTo>
                    <a:pt x="13784" y="3062"/>
                    <a:pt x="13666" y="3014"/>
                    <a:pt x="13533" y="2961"/>
                  </a:cubicBezTo>
                  <a:cubicBezTo>
                    <a:pt x="13416" y="2913"/>
                    <a:pt x="13299" y="2844"/>
                    <a:pt x="13178" y="2796"/>
                  </a:cubicBezTo>
                  <a:cubicBezTo>
                    <a:pt x="13012" y="2727"/>
                    <a:pt x="12858" y="2642"/>
                    <a:pt x="12693" y="2578"/>
                  </a:cubicBezTo>
                  <a:cubicBezTo>
                    <a:pt x="12592" y="2525"/>
                    <a:pt x="12491" y="2493"/>
                    <a:pt x="12390" y="2440"/>
                  </a:cubicBezTo>
                  <a:cubicBezTo>
                    <a:pt x="12305" y="2408"/>
                    <a:pt x="12220" y="2355"/>
                    <a:pt x="12135" y="2323"/>
                  </a:cubicBezTo>
                  <a:cubicBezTo>
                    <a:pt x="12067" y="2307"/>
                    <a:pt x="12002" y="2275"/>
                    <a:pt x="11950" y="2238"/>
                  </a:cubicBezTo>
                  <a:cubicBezTo>
                    <a:pt x="11885" y="2222"/>
                    <a:pt x="11832" y="2190"/>
                    <a:pt x="11784" y="2174"/>
                  </a:cubicBezTo>
                  <a:close/>
                  <a:moveTo>
                    <a:pt x="4714" y="2036"/>
                  </a:moveTo>
                  <a:lnTo>
                    <a:pt x="4391" y="2323"/>
                  </a:lnTo>
                  <a:cubicBezTo>
                    <a:pt x="4327" y="2376"/>
                    <a:pt x="4258" y="2440"/>
                    <a:pt x="4189" y="2509"/>
                  </a:cubicBezTo>
                  <a:cubicBezTo>
                    <a:pt x="4056" y="2626"/>
                    <a:pt x="3923" y="2759"/>
                    <a:pt x="3769" y="2881"/>
                  </a:cubicBezTo>
                  <a:cubicBezTo>
                    <a:pt x="3737" y="2913"/>
                    <a:pt x="3705" y="2945"/>
                    <a:pt x="3652" y="2982"/>
                  </a:cubicBezTo>
                  <a:cubicBezTo>
                    <a:pt x="3604" y="3046"/>
                    <a:pt x="3535" y="3099"/>
                    <a:pt x="3482" y="3147"/>
                  </a:cubicBezTo>
                  <a:cubicBezTo>
                    <a:pt x="3434" y="3200"/>
                    <a:pt x="3381" y="3232"/>
                    <a:pt x="3349" y="3264"/>
                  </a:cubicBezTo>
                  <a:cubicBezTo>
                    <a:pt x="3280" y="3317"/>
                    <a:pt x="3232" y="3365"/>
                    <a:pt x="3179" y="3418"/>
                  </a:cubicBezTo>
                  <a:lnTo>
                    <a:pt x="3030" y="3567"/>
                  </a:lnTo>
                  <a:cubicBezTo>
                    <a:pt x="3078" y="3519"/>
                    <a:pt x="3131" y="3487"/>
                    <a:pt x="3179" y="3434"/>
                  </a:cubicBezTo>
                  <a:cubicBezTo>
                    <a:pt x="3248" y="3386"/>
                    <a:pt x="3301" y="3333"/>
                    <a:pt x="3349" y="3285"/>
                  </a:cubicBezTo>
                  <a:cubicBezTo>
                    <a:pt x="3402" y="3248"/>
                    <a:pt x="3450" y="3200"/>
                    <a:pt x="3482" y="3163"/>
                  </a:cubicBezTo>
                  <a:cubicBezTo>
                    <a:pt x="3551" y="3099"/>
                    <a:pt x="3604" y="3046"/>
                    <a:pt x="3668" y="2998"/>
                  </a:cubicBezTo>
                  <a:cubicBezTo>
                    <a:pt x="3705" y="2961"/>
                    <a:pt x="3753" y="2929"/>
                    <a:pt x="3785" y="2897"/>
                  </a:cubicBezTo>
                  <a:cubicBezTo>
                    <a:pt x="3923" y="2759"/>
                    <a:pt x="4056" y="2642"/>
                    <a:pt x="4210" y="2509"/>
                  </a:cubicBezTo>
                  <a:cubicBezTo>
                    <a:pt x="4274" y="2456"/>
                    <a:pt x="4343" y="2392"/>
                    <a:pt x="4412" y="2323"/>
                  </a:cubicBezTo>
                  <a:lnTo>
                    <a:pt x="4714" y="2036"/>
                  </a:lnTo>
                  <a:close/>
                  <a:moveTo>
                    <a:pt x="13905" y="3131"/>
                  </a:moveTo>
                  <a:cubicBezTo>
                    <a:pt x="13969" y="3163"/>
                    <a:pt x="14038" y="3200"/>
                    <a:pt x="14107" y="3232"/>
                  </a:cubicBezTo>
                  <a:cubicBezTo>
                    <a:pt x="14188" y="3264"/>
                    <a:pt x="14288" y="3317"/>
                    <a:pt x="14373" y="3349"/>
                  </a:cubicBezTo>
                  <a:cubicBezTo>
                    <a:pt x="14490" y="3402"/>
                    <a:pt x="14612" y="3450"/>
                    <a:pt x="14713" y="3503"/>
                  </a:cubicBezTo>
                  <a:cubicBezTo>
                    <a:pt x="14761" y="3519"/>
                    <a:pt x="14793" y="3535"/>
                    <a:pt x="14830" y="3551"/>
                  </a:cubicBezTo>
                  <a:cubicBezTo>
                    <a:pt x="14878" y="3588"/>
                    <a:pt x="14931" y="3604"/>
                    <a:pt x="14963" y="3620"/>
                  </a:cubicBezTo>
                  <a:lnTo>
                    <a:pt x="14979" y="3620"/>
                  </a:lnTo>
                  <a:lnTo>
                    <a:pt x="14995" y="3636"/>
                  </a:lnTo>
                  <a:lnTo>
                    <a:pt x="14995" y="3652"/>
                  </a:lnTo>
                  <a:lnTo>
                    <a:pt x="15016" y="3636"/>
                  </a:lnTo>
                  <a:lnTo>
                    <a:pt x="15016" y="3620"/>
                  </a:lnTo>
                  <a:lnTo>
                    <a:pt x="14995" y="3620"/>
                  </a:lnTo>
                  <a:cubicBezTo>
                    <a:pt x="14979" y="3604"/>
                    <a:pt x="14979" y="3604"/>
                    <a:pt x="14963" y="3604"/>
                  </a:cubicBezTo>
                  <a:cubicBezTo>
                    <a:pt x="14931" y="3588"/>
                    <a:pt x="14878" y="3567"/>
                    <a:pt x="14846" y="3551"/>
                  </a:cubicBezTo>
                  <a:cubicBezTo>
                    <a:pt x="14793" y="3535"/>
                    <a:pt x="14761" y="3519"/>
                    <a:pt x="14729" y="3487"/>
                  </a:cubicBezTo>
                  <a:cubicBezTo>
                    <a:pt x="14612" y="3434"/>
                    <a:pt x="14490" y="3386"/>
                    <a:pt x="14389" y="3349"/>
                  </a:cubicBezTo>
                  <a:cubicBezTo>
                    <a:pt x="14288" y="3301"/>
                    <a:pt x="14208" y="3264"/>
                    <a:pt x="14107" y="3216"/>
                  </a:cubicBezTo>
                  <a:cubicBezTo>
                    <a:pt x="14038" y="3184"/>
                    <a:pt x="13969" y="3147"/>
                    <a:pt x="13905" y="3131"/>
                  </a:cubicBezTo>
                  <a:close/>
                  <a:moveTo>
                    <a:pt x="3030" y="3567"/>
                  </a:moveTo>
                  <a:cubicBezTo>
                    <a:pt x="2961" y="3620"/>
                    <a:pt x="2913" y="3668"/>
                    <a:pt x="2860" y="3721"/>
                  </a:cubicBezTo>
                  <a:cubicBezTo>
                    <a:pt x="2929" y="3668"/>
                    <a:pt x="2977" y="3620"/>
                    <a:pt x="3030" y="3567"/>
                  </a:cubicBezTo>
                  <a:close/>
                  <a:moveTo>
                    <a:pt x="2860" y="3721"/>
                  </a:moveTo>
                  <a:lnTo>
                    <a:pt x="2860" y="3721"/>
                  </a:lnTo>
                  <a:cubicBezTo>
                    <a:pt x="2812" y="3753"/>
                    <a:pt x="2759" y="3806"/>
                    <a:pt x="2711" y="3854"/>
                  </a:cubicBezTo>
                  <a:cubicBezTo>
                    <a:pt x="2759" y="3822"/>
                    <a:pt x="2812" y="3769"/>
                    <a:pt x="2860" y="3721"/>
                  </a:cubicBezTo>
                  <a:close/>
                  <a:moveTo>
                    <a:pt x="2711" y="3854"/>
                  </a:moveTo>
                  <a:lnTo>
                    <a:pt x="2711" y="3854"/>
                  </a:lnTo>
                  <a:cubicBezTo>
                    <a:pt x="2658" y="3891"/>
                    <a:pt x="2610" y="3939"/>
                    <a:pt x="2573" y="3971"/>
                  </a:cubicBezTo>
                  <a:cubicBezTo>
                    <a:pt x="2626" y="3939"/>
                    <a:pt x="2658" y="3907"/>
                    <a:pt x="2711" y="3854"/>
                  </a:cubicBezTo>
                  <a:close/>
                  <a:moveTo>
                    <a:pt x="2573" y="3971"/>
                  </a:moveTo>
                  <a:lnTo>
                    <a:pt x="2573" y="3971"/>
                  </a:lnTo>
                  <a:cubicBezTo>
                    <a:pt x="2493" y="4040"/>
                    <a:pt x="2408" y="4125"/>
                    <a:pt x="2323" y="4210"/>
                  </a:cubicBezTo>
                  <a:cubicBezTo>
                    <a:pt x="2408" y="4141"/>
                    <a:pt x="2493" y="4056"/>
                    <a:pt x="2573" y="3971"/>
                  </a:cubicBezTo>
                  <a:close/>
                  <a:moveTo>
                    <a:pt x="2323" y="4210"/>
                  </a:moveTo>
                  <a:lnTo>
                    <a:pt x="2068" y="4428"/>
                  </a:lnTo>
                  <a:cubicBezTo>
                    <a:pt x="1968" y="4513"/>
                    <a:pt x="1867" y="4614"/>
                    <a:pt x="1749" y="4715"/>
                  </a:cubicBezTo>
                  <a:cubicBezTo>
                    <a:pt x="1733" y="4731"/>
                    <a:pt x="1701" y="4747"/>
                    <a:pt x="1685" y="4779"/>
                  </a:cubicBezTo>
                  <a:cubicBezTo>
                    <a:pt x="1665" y="4799"/>
                    <a:pt x="1632" y="4816"/>
                    <a:pt x="1616" y="4832"/>
                  </a:cubicBezTo>
                  <a:cubicBezTo>
                    <a:pt x="1515" y="4933"/>
                    <a:pt x="1414" y="5018"/>
                    <a:pt x="1313" y="5119"/>
                  </a:cubicBezTo>
                  <a:cubicBezTo>
                    <a:pt x="1414" y="5034"/>
                    <a:pt x="1515" y="4933"/>
                    <a:pt x="1616" y="4848"/>
                  </a:cubicBezTo>
                  <a:cubicBezTo>
                    <a:pt x="1648" y="4832"/>
                    <a:pt x="1665" y="4799"/>
                    <a:pt x="1701" y="4779"/>
                  </a:cubicBezTo>
                  <a:lnTo>
                    <a:pt x="1766" y="4715"/>
                  </a:lnTo>
                  <a:cubicBezTo>
                    <a:pt x="1867" y="4630"/>
                    <a:pt x="1988" y="4529"/>
                    <a:pt x="2089" y="4428"/>
                  </a:cubicBezTo>
                  <a:lnTo>
                    <a:pt x="2323" y="4210"/>
                  </a:lnTo>
                  <a:close/>
                  <a:moveTo>
                    <a:pt x="1313" y="5119"/>
                  </a:moveTo>
                  <a:lnTo>
                    <a:pt x="1313" y="5119"/>
                  </a:lnTo>
                  <a:cubicBezTo>
                    <a:pt x="1281" y="5135"/>
                    <a:pt x="1261" y="5167"/>
                    <a:pt x="1228" y="5183"/>
                  </a:cubicBezTo>
                  <a:cubicBezTo>
                    <a:pt x="1196" y="5220"/>
                    <a:pt x="1180" y="5236"/>
                    <a:pt x="1143" y="5268"/>
                  </a:cubicBezTo>
                  <a:cubicBezTo>
                    <a:pt x="1180" y="5252"/>
                    <a:pt x="1212" y="5220"/>
                    <a:pt x="1244" y="5203"/>
                  </a:cubicBezTo>
                  <a:cubicBezTo>
                    <a:pt x="1261" y="5167"/>
                    <a:pt x="1297" y="5151"/>
                    <a:pt x="1313" y="5119"/>
                  </a:cubicBezTo>
                  <a:close/>
                  <a:moveTo>
                    <a:pt x="1143" y="5268"/>
                  </a:moveTo>
                  <a:cubicBezTo>
                    <a:pt x="1095" y="5321"/>
                    <a:pt x="1026" y="5369"/>
                    <a:pt x="978" y="5422"/>
                  </a:cubicBezTo>
                  <a:cubicBezTo>
                    <a:pt x="925" y="5470"/>
                    <a:pt x="877" y="5506"/>
                    <a:pt x="824" y="5555"/>
                  </a:cubicBezTo>
                  <a:cubicBezTo>
                    <a:pt x="792" y="5587"/>
                    <a:pt x="776" y="5607"/>
                    <a:pt x="739" y="5624"/>
                  </a:cubicBezTo>
                  <a:cubicBezTo>
                    <a:pt x="723" y="5656"/>
                    <a:pt x="691" y="5672"/>
                    <a:pt x="655" y="5708"/>
                  </a:cubicBezTo>
                  <a:cubicBezTo>
                    <a:pt x="606" y="5757"/>
                    <a:pt x="537" y="5809"/>
                    <a:pt x="489" y="5858"/>
                  </a:cubicBezTo>
                  <a:lnTo>
                    <a:pt x="388" y="5943"/>
                  </a:lnTo>
                  <a:lnTo>
                    <a:pt x="251" y="6076"/>
                  </a:lnTo>
                  <a:cubicBezTo>
                    <a:pt x="303" y="6044"/>
                    <a:pt x="352" y="5991"/>
                    <a:pt x="404" y="5959"/>
                  </a:cubicBezTo>
                  <a:lnTo>
                    <a:pt x="489" y="5874"/>
                  </a:lnTo>
                  <a:cubicBezTo>
                    <a:pt x="554" y="5826"/>
                    <a:pt x="606" y="5757"/>
                    <a:pt x="675" y="5708"/>
                  </a:cubicBezTo>
                  <a:cubicBezTo>
                    <a:pt x="707" y="5688"/>
                    <a:pt x="723" y="5656"/>
                    <a:pt x="756" y="5640"/>
                  </a:cubicBezTo>
                  <a:cubicBezTo>
                    <a:pt x="776" y="5607"/>
                    <a:pt x="808" y="5587"/>
                    <a:pt x="824" y="5571"/>
                  </a:cubicBezTo>
                  <a:cubicBezTo>
                    <a:pt x="877" y="5523"/>
                    <a:pt x="925" y="5470"/>
                    <a:pt x="978" y="5438"/>
                  </a:cubicBezTo>
                  <a:cubicBezTo>
                    <a:pt x="1042" y="5369"/>
                    <a:pt x="1095" y="5321"/>
                    <a:pt x="1143" y="5268"/>
                  </a:cubicBezTo>
                  <a:close/>
                  <a:moveTo>
                    <a:pt x="251" y="6076"/>
                  </a:moveTo>
                  <a:lnTo>
                    <a:pt x="251" y="6076"/>
                  </a:lnTo>
                  <a:cubicBezTo>
                    <a:pt x="234" y="6092"/>
                    <a:pt x="218" y="6112"/>
                    <a:pt x="186" y="6129"/>
                  </a:cubicBezTo>
                  <a:cubicBezTo>
                    <a:pt x="150" y="6161"/>
                    <a:pt x="101" y="6193"/>
                    <a:pt x="69" y="6246"/>
                  </a:cubicBezTo>
                  <a:cubicBezTo>
                    <a:pt x="69" y="6262"/>
                    <a:pt x="49" y="6262"/>
                    <a:pt x="49" y="6262"/>
                  </a:cubicBezTo>
                  <a:cubicBezTo>
                    <a:pt x="0" y="6262"/>
                    <a:pt x="0" y="6262"/>
                    <a:pt x="0" y="6314"/>
                  </a:cubicBezTo>
                  <a:lnTo>
                    <a:pt x="16" y="6314"/>
                  </a:lnTo>
                  <a:cubicBezTo>
                    <a:pt x="16" y="6278"/>
                    <a:pt x="16" y="6278"/>
                    <a:pt x="49" y="6278"/>
                  </a:cubicBezTo>
                  <a:cubicBezTo>
                    <a:pt x="69" y="6262"/>
                    <a:pt x="69" y="6262"/>
                    <a:pt x="85" y="6262"/>
                  </a:cubicBezTo>
                  <a:cubicBezTo>
                    <a:pt x="117" y="6213"/>
                    <a:pt x="150" y="6177"/>
                    <a:pt x="202" y="6129"/>
                  </a:cubicBezTo>
                  <a:lnTo>
                    <a:pt x="251" y="60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>
              <a:extLst>
                <a:ext uri="{FF2B5EF4-FFF2-40B4-BE49-F238E27FC236}">
                  <a16:creationId xmlns:a16="http://schemas.microsoft.com/office/drawing/2014/main" id="{911654D5-AE37-F382-25C0-189075FA46CE}"/>
                </a:ext>
              </a:extLst>
            </p:cNvPr>
            <p:cNvSpPr/>
            <p:nvPr/>
          </p:nvSpPr>
          <p:spPr>
            <a:xfrm>
              <a:off x="1948387" y="785260"/>
              <a:ext cx="732323" cy="195869"/>
            </a:xfrm>
            <a:custGeom>
              <a:avLst/>
              <a:gdLst/>
              <a:ahLst/>
              <a:cxnLst/>
              <a:rect l="l" t="t" r="r" b="b"/>
              <a:pathLst>
                <a:path w="7373" h="1972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65" y="20"/>
                    <a:pt x="117" y="36"/>
                  </a:cubicBezTo>
                  <a:cubicBezTo>
                    <a:pt x="117" y="36"/>
                    <a:pt x="134" y="53"/>
                    <a:pt x="150" y="53"/>
                  </a:cubicBezTo>
                  <a:cubicBezTo>
                    <a:pt x="267" y="85"/>
                    <a:pt x="384" y="121"/>
                    <a:pt x="505" y="137"/>
                  </a:cubicBezTo>
                  <a:cubicBezTo>
                    <a:pt x="384" y="101"/>
                    <a:pt x="267" y="69"/>
                    <a:pt x="150" y="36"/>
                  </a:cubicBezTo>
                  <a:cubicBezTo>
                    <a:pt x="134" y="36"/>
                    <a:pt x="117" y="36"/>
                    <a:pt x="117" y="20"/>
                  </a:cubicBezTo>
                  <a:cubicBezTo>
                    <a:pt x="81" y="20"/>
                    <a:pt x="33" y="0"/>
                    <a:pt x="0" y="0"/>
                  </a:cubicBezTo>
                  <a:close/>
                  <a:moveTo>
                    <a:pt x="505" y="137"/>
                  </a:moveTo>
                  <a:lnTo>
                    <a:pt x="538" y="154"/>
                  </a:lnTo>
                  <a:cubicBezTo>
                    <a:pt x="586" y="170"/>
                    <a:pt x="639" y="186"/>
                    <a:pt x="687" y="186"/>
                  </a:cubicBezTo>
                  <a:cubicBezTo>
                    <a:pt x="639" y="170"/>
                    <a:pt x="586" y="154"/>
                    <a:pt x="554" y="137"/>
                  </a:cubicBezTo>
                  <a:close/>
                  <a:moveTo>
                    <a:pt x="687" y="186"/>
                  </a:moveTo>
                  <a:lnTo>
                    <a:pt x="687" y="186"/>
                  </a:lnTo>
                  <a:cubicBezTo>
                    <a:pt x="756" y="222"/>
                    <a:pt x="824" y="238"/>
                    <a:pt x="889" y="255"/>
                  </a:cubicBezTo>
                  <a:cubicBezTo>
                    <a:pt x="974" y="271"/>
                    <a:pt x="1075" y="303"/>
                    <a:pt x="1160" y="323"/>
                  </a:cubicBezTo>
                  <a:cubicBezTo>
                    <a:pt x="1212" y="339"/>
                    <a:pt x="1261" y="356"/>
                    <a:pt x="1293" y="356"/>
                  </a:cubicBezTo>
                  <a:cubicBezTo>
                    <a:pt x="1394" y="388"/>
                    <a:pt x="1479" y="404"/>
                    <a:pt x="1564" y="424"/>
                  </a:cubicBezTo>
                  <a:cubicBezTo>
                    <a:pt x="1479" y="388"/>
                    <a:pt x="1394" y="372"/>
                    <a:pt x="1313" y="356"/>
                  </a:cubicBezTo>
                  <a:cubicBezTo>
                    <a:pt x="1261" y="339"/>
                    <a:pt x="1212" y="323"/>
                    <a:pt x="1160" y="303"/>
                  </a:cubicBezTo>
                  <a:cubicBezTo>
                    <a:pt x="1075" y="287"/>
                    <a:pt x="990" y="271"/>
                    <a:pt x="909" y="238"/>
                  </a:cubicBezTo>
                  <a:cubicBezTo>
                    <a:pt x="824" y="222"/>
                    <a:pt x="756" y="202"/>
                    <a:pt x="687" y="186"/>
                  </a:cubicBezTo>
                  <a:close/>
                  <a:moveTo>
                    <a:pt x="1564" y="424"/>
                  </a:moveTo>
                  <a:cubicBezTo>
                    <a:pt x="1596" y="440"/>
                    <a:pt x="1632" y="457"/>
                    <a:pt x="1681" y="457"/>
                  </a:cubicBezTo>
                  <a:cubicBezTo>
                    <a:pt x="1648" y="440"/>
                    <a:pt x="1596" y="424"/>
                    <a:pt x="1564" y="424"/>
                  </a:cubicBezTo>
                  <a:close/>
                  <a:moveTo>
                    <a:pt x="1798" y="489"/>
                  </a:moveTo>
                  <a:lnTo>
                    <a:pt x="1798" y="489"/>
                  </a:lnTo>
                  <a:cubicBezTo>
                    <a:pt x="1899" y="525"/>
                    <a:pt x="2000" y="558"/>
                    <a:pt x="2101" y="574"/>
                  </a:cubicBezTo>
                  <a:cubicBezTo>
                    <a:pt x="2000" y="541"/>
                    <a:pt x="1899" y="505"/>
                    <a:pt x="1798" y="489"/>
                  </a:cubicBezTo>
                  <a:close/>
                  <a:moveTo>
                    <a:pt x="2101" y="574"/>
                  </a:moveTo>
                  <a:cubicBezTo>
                    <a:pt x="2254" y="626"/>
                    <a:pt x="2424" y="659"/>
                    <a:pt x="2574" y="707"/>
                  </a:cubicBezTo>
                  <a:cubicBezTo>
                    <a:pt x="2675" y="743"/>
                    <a:pt x="2792" y="760"/>
                    <a:pt x="2909" y="792"/>
                  </a:cubicBezTo>
                  <a:cubicBezTo>
                    <a:pt x="2978" y="808"/>
                    <a:pt x="3046" y="828"/>
                    <a:pt x="3095" y="844"/>
                  </a:cubicBezTo>
                  <a:cubicBezTo>
                    <a:pt x="3180" y="877"/>
                    <a:pt x="3264" y="893"/>
                    <a:pt x="3349" y="909"/>
                  </a:cubicBezTo>
                  <a:cubicBezTo>
                    <a:pt x="3414" y="929"/>
                    <a:pt x="3466" y="945"/>
                    <a:pt x="3535" y="961"/>
                  </a:cubicBezTo>
                  <a:cubicBezTo>
                    <a:pt x="3583" y="978"/>
                    <a:pt x="3636" y="994"/>
                    <a:pt x="3684" y="1010"/>
                  </a:cubicBezTo>
                  <a:cubicBezTo>
                    <a:pt x="3753" y="1030"/>
                    <a:pt x="3818" y="1046"/>
                    <a:pt x="3886" y="1062"/>
                  </a:cubicBezTo>
                  <a:cubicBezTo>
                    <a:pt x="3971" y="1079"/>
                    <a:pt x="4040" y="1095"/>
                    <a:pt x="4121" y="1131"/>
                  </a:cubicBezTo>
                  <a:cubicBezTo>
                    <a:pt x="4274" y="1163"/>
                    <a:pt x="4424" y="1212"/>
                    <a:pt x="4577" y="1248"/>
                  </a:cubicBezTo>
                  <a:cubicBezTo>
                    <a:pt x="4678" y="1264"/>
                    <a:pt x="4779" y="1297"/>
                    <a:pt x="4864" y="1333"/>
                  </a:cubicBezTo>
                  <a:cubicBezTo>
                    <a:pt x="4965" y="1349"/>
                    <a:pt x="5066" y="1382"/>
                    <a:pt x="5167" y="1414"/>
                  </a:cubicBezTo>
                  <a:cubicBezTo>
                    <a:pt x="5268" y="1434"/>
                    <a:pt x="5369" y="1466"/>
                    <a:pt x="5454" y="1483"/>
                  </a:cubicBezTo>
                  <a:cubicBezTo>
                    <a:pt x="5535" y="1499"/>
                    <a:pt x="5619" y="1535"/>
                    <a:pt x="5704" y="1551"/>
                  </a:cubicBezTo>
                  <a:cubicBezTo>
                    <a:pt x="5789" y="1567"/>
                    <a:pt x="5858" y="1600"/>
                    <a:pt x="5939" y="1616"/>
                  </a:cubicBezTo>
                  <a:cubicBezTo>
                    <a:pt x="5991" y="1636"/>
                    <a:pt x="6040" y="1652"/>
                    <a:pt x="6092" y="1652"/>
                  </a:cubicBezTo>
                  <a:cubicBezTo>
                    <a:pt x="6225" y="1701"/>
                    <a:pt x="6363" y="1737"/>
                    <a:pt x="6496" y="1769"/>
                  </a:cubicBezTo>
                  <a:cubicBezTo>
                    <a:pt x="6581" y="1786"/>
                    <a:pt x="6666" y="1818"/>
                    <a:pt x="6747" y="1838"/>
                  </a:cubicBezTo>
                  <a:lnTo>
                    <a:pt x="6783" y="1838"/>
                  </a:lnTo>
                  <a:lnTo>
                    <a:pt x="6747" y="1818"/>
                  </a:lnTo>
                  <a:cubicBezTo>
                    <a:pt x="6666" y="1802"/>
                    <a:pt x="6581" y="1769"/>
                    <a:pt x="6496" y="1753"/>
                  </a:cubicBezTo>
                  <a:cubicBezTo>
                    <a:pt x="6379" y="1717"/>
                    <a:pt x="6242" y="1685"/>
                    <a:pt x="6108" y="1652"/>
                  </a:cubicBezTo>
                  <a:cubicBezTo>
                    <a:pt x="6040" y="1636"/>
                    <a:pt x="5991" y="1616"/>
                    <a:pt x="5939" y="1600"/>
                  </a:cubicBezTo>
                  <a:cubicBezTo>
                    <a:pt x="5874" y="1584"/>
                    <a:pt x="5789" y="1567"/>
                    <a:pt x="5720" y="1535"/>
                  </a:cubicBezTo>
                  <a:cubicBezTo>
                    <a:pt x="5636" y="1515"/>
                    <a:pt x="5555" y="1499"/>
                    <a:pt x="5470" y="1466"/>
                  </a:cubicBezTo>
                  <a:cubicBezTo>
                    <a:pt x="5369" y="1450"/>
                    <a:pt x="5268" y="1414"/>
                    <a:pt x="5167" y="1398"/>
                  </a:cubicBezTo>
                  <a:cubicBezTo>
                    <a:pt x="5066" y="1365"/>
                    <a:pt x="4965" y="1349"/>
                    <a:pt x="4880" y="1313"/>
                  </a:cubicBezTo>
                  <a:cubicBezTo>
                    <a:pt x="4779" y="1281"/>
                    <a:pt x="4678" y="1264"/>
                    <a:pt x="4577" y="1232"/>
                  </a:cubicBezTo>
                  <a:cubicBezTo>
                    <a:pt x="4424" y="1196"/>
                    <a:pt x="4274" y="1147"/>
                    <a:pt x="4121" y="1111"/>
                  </a:cubicBezTo>
                  <a:cubicBezTo>
                    <a:pt x="4056" y="1095"/>
                    <a:pt x="3971" y="1062"/>
                    <a:pt x="3886" y="1046"/>
                  </a:cubicBezTo>
                  <a:cubicBezTo>
                    <a:pt x="3818" y="1030"/>
                    <a:pt x="3753" y="1010"/>
                    <a:pt x="3684" y="994"/>
                  </a:cubicBezTo>
                  <a:cubicBezTo>
                    <a:pt x="3636" y="978"/>
                    <a:pt x="3583" y="961"/>
                    <a:pt x="3535" y="945"/>
                  </a:cubicBezTo>
                  <a:cubicBezTo>
                    <a:pt x="3466" y="929"/>
                    <a:pt x="3414" y="909"/>
                    <a:pt x="3349" y="893"/>
                  </a:cubicBezTo>
                  <a:cubicBezTo>
                    <a:pt x="3264" y="877"/>
                    <a:pt x="3180" y="860"/>
                    <a:pt x="3111" y="828"/>
                  </a:cubicBezTo>
                  <a:cubicBezTo>
                    <a:pt x="3046" y="808"/>
                    <a:pt x="2978" y="792"/>
                    <a:pt x="2909" y="776"/>
                  </a:cubicBezTo>
                  <a:cubicBezTo>
                    <a:pt x="2792" y="760"/>
                    <a:pt x="2691" y="727"/>
                    <a:pt x="2574" y="691"/>
                  </a:cubicBezTo>
                  <a:cubicBezTo>
                    <a:pt x="2424" y="642"/>
                    <a:pt x="2271" y="606"/>
                    <a:pt x="2121" y="574"/>
                  </a:cubicBezTo>
                  <a:close/>
                  <a:moveTo>
                    <a:pt x="6783" y="1838"/>
                  </a:moveTo>
                  <a:cubicBezTo>
                    <a:pt x="6900" y="1870"/>
                    <a:pt x="7017" y="1903"/>
                    <a:pt x="7134" y="1939"/>
                  </a:cubicBezTo>
                  <a:cubicBezTo>
                    <a:pt x="7203" y="1955"/>
                    <a:pt x="7272" y="1971"/>
                    <a:pt x="7373" y="1971"/>
                  </a:cubicBezTo>
                  <a:cubicBezTo>
                    <a:pt x="7288" y="1955"/>
                    <a:pt x="7203" y="1939"/>
                    <a:pt x="7151" y="1919"/>
                  </a:cubicBezTo>
                  <a:cubicBezTo>
                    <a:pt x="7017" y="1887"/>
                    <a:pt x="6900" y="1870"/>
                    <a:pt x="6783" y="18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>
              <a:extLst>
                <a:ext uri="{FF2B5EF4-FFF2-40B4-BE49-F238E27FC236}">
                  <a16:creationId xmlns:a16="http://schemas.microsoft.com/office/drawing/2014/main" id="{B36A4FCC-DF19-9CCE-2566-963E8575953D}"/>
                </a:ext>
              </a:extLst>
            </p:cNvPr>
            <p:cNvSpPr/>
            <p:nvPr/>
          </p:nvSpPr>
          <p:spPr>
            <a:xfrm>
              <a:off x="1948387" y="771950"/>
              <a:ext cx="787349" cy="209178"/>
            </a:xfrm>
            <a:custGeom>
              <a:avLst/>
              <a:gdLst/>
              <a:ahLst/>
              <a:cxnLst/>
              <a:rect l="l" t="t" r="r" b="b"/>
              <a:pathLst>
                <a:path w="7927" h="2106" extrusionOk="0">
                  <a:moveTo>
                    <a:pt x="0" y="1"/>
                  </a:moveTo>
                  <a:lnTo>
                    <a:pt x="0" y="17"/>
                  </a:lnTo>
                  <a:cubicBezTo>
                    <a:pt x="49" y="17"/>
                    <a:pt x="101" y="33"/>
                    <a:pt x="134" y="53"/>
                  </a:cubicBezTo>
                  <a:lnTo>
                    <a:pt x="182" y="53"/>
                  </a:lnTo>
                  <a:cubicBezTo>
                    <a:pt x="166" y="33"/>
                    <a:pt x="150" y="33"/>
                    <a:pt x="134" y="33"/>
                  </a:cubicBezTo>
                  <a:cubicBezTo>
                    <a:pt x="101" y="17"/>
                    <a:pt x="49" y="1"/>
                    <a:pt x="0" y="1"/>
                  </a:cubicBezTo>
                  <a:close/>
                  <a:moveTo>
                    <a:pt x="182" y="53"/>
                  </a:moveTo>
                  <a:lnTo>
                    <a:pt x="182" y="53"/>
                  </a:lnTo>
                  <a:cubicBezTo>
                    <a:pt x="251" y="69"/>
                    <a:pt x="319" y="102"/>
                    <a:pt x="384" y="118"/>
                  </a:cubicBezTo>
                  <a:cubicBezTo>
                    <a:pt x="437" y="134"/>
                    <a:pt x="485" y="134"/>
                    <a:pt x="538" y="154"/>
                  </a:cubicBezTo>
                  <a:cubicBezTo>
                    <a:pt x="606" y="170"/>
                    <a:pt x="655" y="187"/>
                    <a:pt x="723" y="203"/>
                  </a:cubicBezTo>
                  <a:cubicBezTo>
                    <a:pt x="788" y="219"/>
                    <a:pt x="857" y="235"/>
                    <a:pt x="925" y="255"/>
                  </a:cubicBezTo>
                  <a:cubicBezTo>
                    <a:pt x="990" y="271"/>
                    <a:pt x="1075" y="304"/>
                    <a:pt x="1144" y="320"/>
                  </a:cubicBezTo>
                  <a:cubicBezTo>
                    <a:pt x="1212" y="336"/>
                    <a:pt x="1277" y="356"/>
                    <a:pt x="1362" y="372"/>
                  </a:cubicBezTo>
                  <a:cubicBezTo>
                    <a:pt x="1446" y="405"/>
                    <a:pt x="1531" y="421"/>
                    <a:pt x="1616" y="437"/>
                  </a:cubicBezTo>
                  <a:cubicBezTo>
                    <a:pt x="1531" y="405"/>
                    <a:pt x="1446" y="389"/>
                    <a:pt x="1362" y="356"/>
                  </a:cubicBezTo>
                  <a:cubicBezTo>
                    <a:pt x="1293" y="336"/>
                    <a:pt x="1212" y="320"/>
                    <a:pt x="1144" y="304"/>
                  </a:cubicBezTo>
                  <a:cubicBezTo>
                    <a:pt x="1075" y="288"/>
                    <a:pt x="990" y="271"/>
                    <a:pt x="925" y="235"/>
                  </a:cubicBezTo>
                  <a:cubicBezTo>
                    <a:pt x="857" y="219"/>
                    <a:pt x="788" y="203"/>
                    <a:pt x="723" y="187"/>
                  </a:cubicBezTo>
                  <a:cubicBezTo>
                    <a:pt x="655" y="170"/>
                    <a:pt x="606" y="154"/>
                    <a:pt x="538" y="134"/>
                  </a:cubicBezTo>
                  <a:cubicBezTo>
                    <a:pt x="485" y="134"/>
                    <a:pt x="437" y="118"/>
                    <a:pt x="384" y="102"/>
                  </a:cubicBezTo>
                  <a:cubicBezTo>
                    <a:pt x="319" y="86"/>
                    <a:pt x="251" y="69"/>
                    <a:pt x="182" y="53"/>
                  </a:cubicBezTo>
                  <a:close/>
                  <a:moveTo>
                    <a:pt x="1616" y="437"/>
                  </a:moveTo>
                  <a:lnTo>
                    <a:pt x="1616" y="437"/>
                  </a:lnTo>
                  <a:cubicBezTo>
                    <a:pt x="1681" y="457"/>
                    <a:pt x="1766" y="490"/>
                    <a:pt x="1834" y="506"/>
                  </a:cubicBezTo>
                  <a:cubicBezTo>
                    <a:pt x="1919" y="522"/>
                    <a:pt x="1984" y="538"/>
                    <a:pt x="2052" y="558"/>
                  </a:cubicBezTo>
                  <a:cubicBezTo>
                    <a:pt x="1984" y="522"/>
                    <a:pt x="1919" y="506"/>
                    <a:pt x="1850" y="490"/>
                  </a:cubicBezTo>
                  <a:cubicBezTo>
                    <a:pt x="1766" y="473"/>
                    <a:pt x="1697" y="457"/>
                    <a:pt x="1616" y="437"/>
                  </a:cubicBezTo>
                  <a:close/>
                  <a:moveTo>
                    <a:pt x="2052" y="558"/>
                  </a:moveTo>
                  <a:cubicBezTo>
                    <a:pt x="2121" y="574"/>
                    <a:pt x="2186" y="607"/>
                    <a:pt x="2254" y="623"/>
                  </a:cubicBezTo>
                  <a:cubicBezTo>
                    <a:pt x="2339" y="639"/>
                    <a:pt x="2424" y="659"/>
                    <a:pt x="2525" y="692"/>
                  </a:cubicBezTo>
                  <a:cubicBezTo>
                    <a:pt x="2590" y="708"/>
                    <a:pt x="2675" y="724"/>
                    <a:pt x="2759" y="740"/>
                  </a:cubicBezTo>
                  <a:cubicBezTo>
                    <a:pt x="2675" y="708"/>
                    <a:pt x="2590" y="692"/>
                    <a:pt x="2525" y="675"/>
                  </a:cubicBezTo>
                  <a:cubicBezTo>
                    <a:pt x="2440" y="659"/>
                    <a:pt x="2339" y="623"/>
                    <a:pt x="2254" y="607"/>
                  </a:cubicBezTo>
                  <a:cubicBezTo>
                    <a:pt x="2186" y="591"/>
                    <a:pt x="2121" y="574"/>
                    <a:pt x="2052" y="558"/>
                  </a:cubicBezTo>
                  <a:close/>
                  <a:moveTo>
                    <a:pt x="2759" y="740"/>
                  </a:moveTo>
                  <a:lnTo>
                    <a:pt x="2759" y="740"/>
                  </a:lnTo>
                  <a:cubicBezTo>
                    <a:pt x="2929" y="793"/>
                    <a:pt x="3095" y="841"/>
                    <a:pt x="3264" y="894"/>
                  </a:cubicBezTo>
                  <a:lnTo>
                    <a:pt x="3535" y="962"/>
                  </a:lnTo>
                  <a:cubicBezTo>
                    <a:pt x="3652" y="994"/>
                    <a:pt x="3769" y="1027"/>
                    <a:pt x="3886" y="1063"/>
                  </a:cubicBezTo>
                  <a:cubicBezTo>
                    <a:pt x="3955" y="1079"/>
                    <a:pt x="4020" y="1095"/>
                    <a:pt x="4088" y="1112"/>
                  </a:cubicBezTo>
                  <a:cubicBezTo>
                    <a:pt x="4173" y="1128"/>
                    <a:pt x="4258" y="1164"/>
                    <a:pt x="4343" y="1180"/>
                  </a:cubicBezTo>
                  <a:lnTo>
                    <a:pt x="4476" y="1213"/>
                  </a:lnTo>
                  <a:cubicBezTo>
                    <a:pt x="4646" y="1265"/>
                    <a:pt x="4795" y="1297"/>
                    <a:pt x="4965" y="1346"/>
                  </a:cubicBezTo>
                  <a:lnTo>
                    <a:pt x="5082" y="1382"/>
                  </a:lnTo>
                  <a:cubicBezTo>
                    <a:pt x="5232" y="1415"/>
                    <a:pt x="5385" y="1467"/>
                    <a:pt x="5535" y="1499"/>
                  </a:cubicBezTo>
                  <a:lnTo>
                    <a:pt x="5619" y="1516"/>
                  </a:lnTo>
                  <a:cubicBezTo>
                    <a:pt x="5757" y="1548"/>
                    <a:pt x="5890" y="1584"/>
                    <a:pt x="6007" y="1633"/>
                  </a:cubicBezTo>
                  <a:cubicBezTo>
                    <a:pt x="6177" y="1669"/>
                    <a:pt x="6363" y="1718"/>
                    <a:pt x="6528" y="1770"/>
                  </a:cubicBezTo>
                  <a:lnTo>
                    <a:pt x="6581" y="1786"/>
                  </a:lnTo>
                  <a:cubicBezTo>
                    <a:pt x="6646" y="1802"/>
                    <a:pt x="6714" y="1819"/>
                    <a:pt x="6783" y="1835"/>
                  </a:cubicBezTo>
                  <a:cubicBezTo>
                    <a:pt x="6916" y="1871"/>
                    <a:pt x="7050" y="1903"/>
                    <a:pt x="7187" y="1936"/>
                  </a:cubicBezTo>
                  <a:cubicBezTo>
                    <a:pt x="7050" y="1903"/>
                    <a:pt x="6916" y="1851"/>
                    <a:pt x="6783" y="1819"/>
                  </a:cubicBezTo>
                  <a:cubicBezTo>
                    <a:pt x="6714" y="1802"/>
                    <a:pt x="6646" y="1786"/>
                    <a:pt x="6581" y="1770"/>
                  </a:cubicBezTo>
                  <a:lnTo>
                    <a:pt x="6528" y="1750"/>
                  </a:lnTo>
                  <a:cubicBezTo>
                    <a:pt x="6363" y="1701"/>
                    <a:pt x="6193" y="1669"/>
                    <a:pt x="6007" y="1617"/>
                  </a:cubicBezTo>
                  <a:cubicBezTo>
                    <a:pt x="5890" y="1584"/>
                    <a:pt x="5757" y="1548"/>
                    <a:pt x="5636" y="1516"/>
                  </a:cubicBezTo>
                  <a:lnTo>
                    <a:pt x="5535" y="1483"/>
                  </a:lnTo>
                  <a:cubicBezTo>
                    <a:pt x="5385" y="1447"/>
                    <a:pt x="5232" y="1398"/>
                    <a:pt x="5082" y="1366"/>
                  </a:cubicBezTo>
                  <a:lnTo>
                    <a:pt x="4965" y="1330"/>
                  </a:lnTo>
                  <a:cubicBezTo>
                    <a:pt x="4812" y="1297"/>
                    <a:pt x="4646" y="1245"/>
                    <a:pt x="4476" y="1196"/>
                  </a:cubicBezTo>
                  <a:lnTo>
                    <a:pt x="4343" y="1164"/>
                  </a:lnTo>
                  <a:cubicBezTo>
                    <a:pt x="4258" y="1144"/>
                    <a:pt x="4173" y="1112"/>
                    <a:pt x="4088" y="1095"/>
                  </a:cubicBezTo>
                  <a:cubicBezTo>
                    <a:pt x="4020" y="1079"/>
                    <a:pt x="3955" y="1063"/>
                    <a:pt x="3886" y="1043"/>
                  </a:cubicBezTo>
                  <a:cubicBezTo>
                    <a:pt x="3769" y="1011"/>
                    <a:pt x="3652" y="978"/>
                    <a:pt x="3535" y="942"/>
                  </a:cubicBezTo>
                  <a:lnTo>
                    <a:pt x="3264" y="877"/>
                  </a:lnTo>
                  <a:cubicBezTo>
                    <a:pt x="3095" y="825"/>
                    <a:pt x="2929" y="776"/>
                    <a:pt x="2759" y="740"/>
                  </a:cubicBezTo>
                  <a:close/>
                  <a:moveTo>
                    <a:pt x="7187" y="1936"/>
                  </a:moveTo>
                  <a:lnTo>
                    <a:pt x="7187" y="1936"/>
                  </a:lnTo>
                  <a:cubicBezTo>
                    <a:pt x="7288" y="1972"/>
                    <a:pt x="7389" y="2004"/>
                    <a:pt x="7490" y="2021"/>
                  </a:cubicBezTo>
                  <a:cubicBezTo>
                    <a:pt x="7554" y="2037"/>
                    <a:pt x="7623" y="2053"/>
                    <a:pt x="7708" y="2089"/>
                  </a:cubicBezTo>
                  <a:cubicBezTo>
                    <a:pt x="7756" y="2089"/>
                    <a:pt x="7809" y="2105"/>
                    <a:pt x="7857" y="2105"/>
                  </a:cubicBezTo>
                  <a:lnTo>
                    <a:pt x="7926" y="2105"/>
                  </a:lnTo>
                  <a:cubicBezTo>
                    <a:pt x="7910" y="2105"/>
                    <a:pt x="7894" y="2089"/>
                    <a:pt x="7857" y="2089"/>
                  </a:cubicBezTo>
                  <a:cubicBezTo>
                    <a:pt x="7809" y="2089"/>
                    <a:pt x="7756" y="2089"/>
                    <a:pt x="7708" y="2073"/>
                  </a:cubicBezTo>
                  <a:cubicBezTo>
                    <a:pt x="7639" y="2053"/>
                    <a:pt x="7554" y="2037"/>
                    <a:pt x="7490" y="2004"/>
                  </a:cubicBezTo>
                  <a:cubicBezTo>
                    <a:pt x="7389" y="1988"/>
                    <a:pt x="7288" y="1952"/>
                    <a:pt x="7187" y="19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0" name="Google Shape;1470;p39">
            <a:extLst>
              <a:ext uri="{FF2B5EF4-FFF2-40B4-BE49-F238E27FC236}">
                <a16:creationId xmlns:a16="http://schemas.microsoft.com/office/drawing/2014/main" id="{2ADA1414-B7DE-A69F-37F6-E8246182E74F}"/>
              </a:ext>
            </a:extLst>
          </p:cNvPr>
          <p:cNvSpPr/>
          <p:nvPr/>
        </p:nvSpPr>
        <p:spPr>
          <a:xfrm flipH="1">
            <a:off x="6405932" y="446950"/>
            <a:ext cx="337500" cy="33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1471" name="Google Shape;1471;p39">
            <a:extLst>
              <a:ext uri="{FF2B5EF4-FFF2-40B4-BE49-F238E27FC236}">
                <a16:creationId xmlns:a16="http://schemas.microsoft.com/office/drawing/2014/main" id="{085BB7F8-F67B-52C6-E658-8A02871743A1}"/>
              </a:ext>
            </a:extLst>
          </p:cNvPr>
          <p:cNvSpPr/>
          <p:nvPr/>
        </p:nvSpPr>
        <p:spPr>
          <a:xfrm rot="5400000" flipH="1">
            <a:off x="3836995" y="4197300"/>
            <a:ext cx="337500" cy="33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0" name="TextBox 2159">
            <a:extLst>
              <a:ext uri="{FF2B5EF4-FFF2-40B4-BE49-F238E27FC236}">
                <a16:creationId xmlns:a16="http://schemas.microsoft.com/office/drawing/2014/main" id="{62FB967A-46F6-F2D7-B6BC-8C804CF8C16D}"/>
              </a:ext>
            </a:extLst>
          </p:cNvPr>
          <p:cNvSpPr txBox="1"/>
          <p:nvPr/>
        </p:nvSpPr>
        <p:spPr>
          <a:xfrm>
            <a:off x="439404" y="68703"/>
            <a:ext cx="74701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chemeClr val="dk1"/>
                </a:solidFill>
                <a:latin typeface="Syne"/>
                <a:sym typeface="Syne"/>
              </a:rPr>
              <a:t>Methodology: </a:t>
            </a:r>
          </a:p>
          <a:p>
            <a:pPr marL="0" indent="0">
              <a:buNone/>
            </a:pPr>
            <a:r>
              <a:rPr lang="en-US" sz="3000" b="1">
                <a:solidFill>
                  <a:schemeClr val="dk1"/>
                </a:solidFill>
                <a:latin typeface="Syne"/>
                <a:sym typeface="Syne"/>
              </a:rPr>
              <a:t>Data Cleaning &amp; Topology</a:t>
            </a:r>
          </a:p>
        </p:txBody>
      </p:sp>
      <p:sp>
        <p:nvSpPr>
          <p:cNvPr id="2169" name="Shape 5">
            <a:extLst>
              <a:ext uri="{FF2B5EF4-FFF2-40B4-BE49-F238E27FC236}">
                <a16:creationId xmlns:a16="http://schemas.microsoft.com/office/drawing/2014/main" id="{64395AE8-19F3-0187-08EE-6B9BCD488590}"/>
              </a:ext>
            </a:extLst>
          </p:cNvPr>
          <p:cNvSpPr/>
          <p:nvPr/>
        </p:nvSpPr>
        <p:spPr>
          <a:xfrm>
            <a:off x="274320" y="1143000"/>
            <a:ext cx="402336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70" name="Text 6">
            <a:extLst>
              <a:ext uri="{FF2B5EF4-FFF2-40B4-BE49-F238E27FC236}">
                <a16:creationId xmlns:a16="http://schemas.microsoft.com/office/drawing/2014/main" id="{929AAA7E-FC01-E726-8723-5F408BC3FC73}"/>
              </a:ext>
            </a:extLst>
          </p:cNvPr>
          <p:cNvSpPr/>
          <p:nvPr/>
        </p:nvSpPr>
        <p:spPr>
          <a:xfrm>
            <a:off x="27432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STUDY AREA REFINEMENT</a:t>
            </a:r>
            <a:endParaRPr lang="en-US" sz="1200">
              <a:latin typeface="Syne" panose="020B0604020202020204" charset="0"/>
            </a:endParaRPr>
          </a:p>
        </p:txBody>
      </p:sp>
      <p:pic>
        <p:nvPicPr>
          <p:cNvPr id="2171" name="Image 0" descr="preencoded.png">
            <a:extLst>
              <a:ext uri="{FF2B5EF4-FFF2-40B4-BE49-F238E27FC236}">
                <a16:creationId xmlns:a16="http://schemas.microsoft.com/office/drawing/2014/main" id="{612FB478-3C16-C8BC-68A6-27800A387F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1645920"/>
            <a:ext cx="256032" cy="256032"/>
          </a:xfrm>
          <a:prstGeom prst="rect">
            <a:avLst/>
          </a:prstGeom>
        </p:spPr>
      </p:pic>
      <p:sp>
        <p:nvSpPr>
          <p:cNvPr id="2172" name="Text 7">
            <a:extLst>
              <a:ext uri="{FF2B5EF4-FFF2-40B4-BE49-F238E27FC236}">
                <a16:creationId xmlns:a16="http://schemas.microsoft.com/office/drawing/2014/main" id="{317399EA-735F-AA8C-87DA-271399BC6696}"/>
              </a:ext>
            </a:extLst>
          </p:cNvPr>
          <p:cNvSpPr/>
          <p:nvPr/>
        </p:nvSpPr>
        <p:spPr>
          <a:xfrm>
            <a:off x="667512" y="1645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Filtered to residential communities only using Select Layer By Attribute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2173" name="Image 1" descr="preencoded.png">
            <a:extLst>
              <a:ext uri="{FF2B5EF4-FFF2-40B4-BE49-F238E27FC236}">
                <a16:creationId xmlns:a16="http://schemas.microsoft.com/office/drawing/2014/main" id="{16329327-D0BB-3C5A-BE1F-7EC965E0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2121408"/>
            <a:ext cx="256032" cy="256032"/>
          </a:xfrm>
          <a:prstGeom prst="rect">
            <a:avLst/>
          </a:prstGeom>
        </p:spPr>
      </p:pic>
      <p:sp>
        <p:nvSpPr>
          <p:cNvPr id="2174" name="Text 8">
            <a:extLst>
              <a:ext uri="{FF2B5EF4-FFF2-40B4-BE49-F238E27FC236}">
                <a16:creationId xmlns:a16="http://schemas.microsoft.com/office/drawing/2014/main" id="{C7A71205-DC0C-0B15-2F9D-5ADCE4A91964}"/>
              </a:ext>
            </a:extLst>
          </p:cNvPr>
          <p:cNvSpPr/>
          <p:nvPr/>
        </p:nvSpPr>
        <p:spPr>
          <a:xfrm>
            <a:off x="667512" y="21214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Removed communities with population &lt; 100 (statistical outliers)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2175" name="Image 2" descr="preencoded.png">
            <a:extLst>
              <a:ext uri="{FF2B5EF4-FFF2-40B4-BE49-F238E27FC236}">
                <a16:creationId xmlns:a16="http://schemas.microsoft.com/office/drawing/2014/main" id="{6908F926-1444-C422-7554-12C062ABFD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2596896"/>
            <a:ext cx="256032" cy="256032"/>
          </a:xfrm>
          <a:prstGeom prst="rect">
            <a:avLst/>
          </a:prstGeom>
        </p:spPr>
      </p:pic>
      <p:sp>
        <p:nvSpPr>
          <p:cNvPr id="2176" name="Text 9">
            <a:extLst>
              <a:ext uri="{FF2B5EF4-FFF2-40B4-BE49-F238E27FC236}">
                <a16:creationId xmlns:a16="http://schemas.microsoft.com/office/drawing/2014/main" id="{5F2A4E5E-018F-70A4-8C6F-FD8AF90A0B7D}"/>
              </a:ext>
            </a:extLst>
          </p:cNvPr>
          <p:cNvSpPr/>
          <p:nvPr/>
        </p:nvSpPr>
        <p:spPr>
          <a:xfrm>
            <a:off x="667512" y="25968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Excluded industrial zones, institutional campuses (e.g., University of Calgary)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2177" name="Image 3" descr="preencoded.png">
            <a:extLst>
              <a:ext uri="{FF2B5EF4-FFF2-40B4-BE49-F238E27FC236}">
                <a16:creationId xmlns:a16="http://schemas.microsoft.com/office/drawing/2014/main" id="{C8CD05AD-1F87-9269-ACEB-A3DB7993DF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3072384"/>
            <a:ext cx="256032" cy="256032"/>
          </a:xfrm>
          <a:prstGeom prst="rect">
            <a:avLst/>
          </a:prstGeom>
        </p:spPr>
      </p:pic>
      <p:sp>
        <p:nvSpPr>
          <p:cNvPr id="2178" name="Text 10">
            <a:extLst>
              <a:ext uri="{FF2B5EF4-FFF2-40B4-BE49-F238E27FC236}">
                <a16:creationId xmlns:a16="http://schemas.microsoft.com/office/drawing/2014/main" id="{DA149934-7CBC-35CC-695A-484E42D36756}"/>
              </a:ext>
            </a:extLst>
          </p:cNvPr>
          <p:cNvSpPr/>
          <p:nvPr/>
        </p:nvSpPr>
        <p:spPr>
          <a:xfrm>
            <a:off x="667512" y="30723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Final study area: 212 residential communities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179" name="Shape 11">
            <a:extLst>
              <a:ext uri="{FF2B5EF4-FFF2-40B4-BE49-F238E27FC236}">
                <a16:creationId xmlns:a16="http://schemas.microsoft.com/office/drawing/2014/main" id="{7A1F2134-EF74-22B9-961B-DF77085CA21F}"/>
              </a:ext>
            </a:extLst>
          </p:cNvPr>
          <p:cNvSpPr/>
          <p:nvPr/>
        </p:nvSpPr>
        <p:spPr>
          <a:xfrm>
            <a:off x="4663440" y="1143000"/>
            <a:ext cx="4206240" cy="38404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0" name="Text 12">
            <a:extLst>
              <a:ext uri="{FF2B5EF4-FFF2-40B4-BE49-F238E27FC236}">
                <a16:creationId xmlns:a16="http://schemas.microsoft.com/office/drawing/2014/main" id="{E1D78416-347F-4DC3-41B2-994B20A7159F}"/>
              </a:ext>
            </a:extLst>
          </p:cNvPr>
          <p:cNvSpPr/>
          <p:nvPr/>
        </p:nvSpPr>
        <p:spPr>
          <a:xfrm>
            <a:off x="4663440" y="1143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TOPOLOGY RULES: </a:t>
            </a:r>
            <a:r>
              <a:rPr lang="en-US" sz="1200" b="1" err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Communities_Final</a:t>
            </a:r>
            <a:endParaRPr lang="en-US" sz="1200">
              <a:latin typeface="Syne" panose="020B0604020202020204" charset="0"/>
            </a:endParaRPr>
          </a:p>
        </p:txBody>
      </p:sp>
      <p:sp>
        <p:nvSpPr>
          <p:cNvPr id="2181" name="Shape 13">
            <a:extLst>
              <a:ext uri="{FF2B5EF4-FFF2-40B4-BE49-F238E27FC236}">
                <a16:creationId xmlns:a16="http://schemas.microsoft.com/office/drawing/2014/main" id="{F1E538E8-B0E0-8EB3-5FE4-628649A86630}"/>
              </a:ext>
            </a:extLst>
          </p:cNvPr>
          <p:cNvSpPr/>
          <p:nvPr/>
        </p:nvSpPr>
        <p:spPr>
          <a:xfrm>
            <a:off x="4709160" y="162763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2" name="Shape 14">
            <a:extLst>
              <a:ext uri="{FF2B5EF4-FFF2-40B4-BE49-F238E27FC236}">
                <a16:creationId xmlns:a16="http://schemas.microsoft.com/office/drawing/2014/main" id="{3D06C34D-BEF6-60B3-99B6-C9D241CEECEC}"/>
              </a:ext>
            </a:extLst>
          </p:cNvPr>
          <p:cNvSpPr/>
          <p:nvPr/>
        </p:nvSpPr>
        <p:spPr>
          <a:xfrm>
            <a:off x="4709160" y="1627632"/>
            <a:ext cx="73152" cy="7772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3" name="Text 15">
            <a:extLst>
              <a:ext uri="{FF2B5EF4-FFF2-40B4-BE49-F238E27FC236}">
                <a16:creationId xmlns:a16="http://schemas.microsoft.com/office/drawing/2014/main" id="{946E89B1-8951-ED82-51C7-1E06DDBA57C6}"/>
              </a:ext>
            </a:extLst>
          </p:cNvPr>
          <p:cNvSpPr/>
          <p:nvPr/>
        </p:nvSpPr>
        <p:spPr>
          <a:xfrm>
            <a:off x="4828032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Rule: Must Not Have Gaps (Area)</a:t>
            </a:r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84" name="Text 16">
            <a:extLst>
              <a:ext uri="{FF2B5EF4-FFF2-40B4-BE49-F238E27FC236}">
                <a16:creationId xmlns:a16="http://schemas.microsoft.com/office/drawing/2014/main" id="{D27D7323-E9F3-025A-DEFC-D26070DC62A7}"/>
              </a:ext>
            </a:extLst>
          </p:cNvPr>
          <p:cNvSpPr/>
          <p:nvPr/>
        </p:nvSpPr>
        <p:spPr>
          <a:xfrm>
            <a:off x="4828032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Ensures continuous spatial coverage across Calgary  no unmapped voids in analysis area.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185" name="Shape 17">
            <a:extLst>
              <a:ext uri="{FF2B5EF4-FFF2-40B4-BE49-F238E27FC236}">
                <a16:creationId xmlns:a16="http://schemas.microsoft.com/office/drawing/2014/main" id="{E5B54298-BAE6-7FBE-35F7-5F01D9739C25}"/>
              </a:ext>
            </a:extLst>
          </p:cNvPr>
          <p:cNvSpPr/>
          <p:nvPr/>
        </p:nvSpPr>
        <p:spPr>
          <a:xfrm>
            <a:off x="4709160" y="254203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6" name="Shape 18">
            <a:extLst>
              <a:ext uri="{FF2B5EF4-FFF2-40B4-BE49-F238E27FC236}">
                <a16:creationId xmlns:a16="http://schemas.microsoft.com/office/drawing/2014/main" id="{76BF529B-F6B1-4DB1-C2B6-75EDCE94239E}"/>
              </a:ext>
            </a:extLst>
          </p:cNvPr>
          <p:cNvSpPr/>
          <p:nvPr/>
        </p:nvSpPr>
        <p:spPr>
          <a:xfrm>
            <a:off x="4709160" y="2542032"/>
            <a:ext cx="73152" cy="7772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7" name="Text 19">
            <a:extLst>
              <a:ext uri="{FF2B5EF4-FFF2-40B4-BE49-F238E27FC236}">
                <a16:creationId xmlns:a16="http://schemas.microsoft.com/office/drawing/2014/main" id="{49003EF4-DA7A-1138-D595-3EE53EFD13D9}"/>
              </a:ext>
            </a:extLst>
          </p:cNvPr>
          <p:cNvSpPr/>
          <p:nvPr/>
        </p:nvSpPr>
        <p:spPr>
          <a:xfrm>
            <a:off x="4828032" y="2578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Rule: Must Not Overlap (Area)</a:t>
            </a:r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88" name="Text 20">
            <a:extLst>
              <a:ext uri="{FF2B5EF4-FFF2-40B4-BE49-F238E27FC236}">
                <a16:creationId xmlns:a16="http://schemas.microsoft.com/office/drawing/2014/main" id="{503E1025-E34B-52B1-A907-93B912892024}"/>
              </a:ext>
            </a:extLst>
          </p:cNvPr>
          <p:cNvSpPr/>
          <p:nvPr/>
        </p:nvSpPr>
        <p:spPr>
          <a:xfrm>
            <a:off x="4828032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Prevents double-counting in area-based calculations like park density and crime rates.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189" name="Shape 21">
            <a:extLst>
              <a:ext uri="{FF2B5EF4-FFF2-40B4-BE49-F238E27FC236}">
                <a16:creationId xmlns:a16="http://schemas.microsoft.com/office/drawing/2014/main" id="{D569053C-80A0-4A7A-3148-F4628F3EB32E}"/>
              </a:ext>
            </a:extLst>
          </p:cNvPr>
          <p:cNvSpPr/>
          <p:nvPr/>
        </p:nvSpPr>
        <p:spPr>
          <a:xfrm>
            <a:off x="4709160" y="345643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90" name="Shape 22">
            <a:extLst>
              <a:ext uri="{FF2B5EF4-FFF2-40B4-BE49-F238E27FC236}">
                <a16:creationId xmlns:a16="http://schemas.microsoft.com/office/drawing/2014/main" id="{F3FA4F00-350C-01B1-5F85-270236728BE9}"/>
              </a:ext>
            </a:extLst>
          </p:cNvPr>
          <p:cNvSpPr/>
          <p:nvPr/>
        </p:nvSpPr>
        <p:spPr>
          <a:xfrm>
            <a:off x="4709160" y="3456432"/>
            <a:ext cx="73152" cy="7772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91" name="Text 23">
            <a:extLst>
              <a:ext uri="{FF2B5EF4-FFF2-40B4-BE49-F238E27FC236}">
                <a16:creationId xmlns:a16="http://schemas.microsoft.com/office/drawing/2014/main" id="{9595D172-4632-9BD5-D1AC-9D8E4BF9E34C}"/>
              </a:ext>
            </a:extLst>
          </p:cNvPr>
          <p:cNvSpPr/>
          <p:nvPr/>
        </p:nvSpPr>
        <p:spPr>
          <a:xfrm>
            <a:off x="4828032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Rule: Must Be Covered By City_Boundary</a:t>
            </a:r>
          </a:p>
        </p:txBody>
      </p:sp>
      <p:sp>
        <p:nvSpPr>
          <p:cNvPr id="2192" name="Text 24">
            <a:extLst>
              <a:ext uri="{FF2B5EF4-FFF2-40B4-BE49-F238E27FC236}">
                <a16:creationId xmlns:a16="http://schemas.microsoft.com/office/drawing/2014/main" id="{EB125129-637D-AA59-665C-96D1AD747E6F}"/>
              </a:ext>
            </a:extLst>
          </p:cNvPr>
          <p:cNvSpPr/>
          <p:nvPr/>
        </p:nvSpPr>
        <p:spPr>
          <a:xfrm>
            <a:off x="4828032" y="3767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Guarantees all community polygons remain within Calgary municipal limits.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2194" name="Picture 2193">
            <a:extLst>
              <a:ext uri="{FF2B5EF4-FFF2-40B4-BE49-F238E27FC236}">
                <a16:creationId xmlns:a16="http://schemas.microsoft.com/office/drawing/2014/main" id="{B7BE456B-47A2-820A-10F9-8EC70823F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3567844"/>
            <a:ext cx="2884763" cy="12642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0F0F0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9936B5-141C-BEF1-9B97-746918836FE2}"/>
              </a:ext>
            </a:extLst>
          </p:cNvPr>
          <p:cNvSpPr txBox="1"/>
          <p:nvPr/>
        </p:nvSpPr>
        <p:spPr>
          <a:xfrm>
            <a:off x="603504" y="4906398"/>
            <a:ext cx="74716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/>
              <a:t>Figure 6</a:t>
            </a:r>
            <a:r>
              <a:rPr lang="en-US" sz="700"/>
              <a:t> The Calgary Tower and Surrounding Downtown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75132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0">
          <a:extLst>
            <a:ext uri="{FF2B5EF4-FFF2-40B4-BE49-F238E27FC236}">
              <a16:creationId xmlns:a16="http://schemas.microsoft.com/office/drawing/2014/main" id="{4C039D4D-E3B4-3EDD-A88B-2EB22F89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1C7798-3264-1265-E7E9-34CDC6D027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61" name="Google Shape;2161;p41">
            <a:extLst>
              <a:ext uri="{FF2B5EF4-FFF2-40B4-BE49-F238E27FC236}">
                <a16:creationId xmlns:a16="http://schemas.microsoft.com/office/drawing/2014/main" id="{EDAEB9A5-3E84-F9F5-00EA-620330643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7432" y="195954"/>
            <a:ext cx="9143999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000">
                <a:solidFill>
                  <a:schemeClr val="tx1"/>
                </a:solidFill>
                <a:latin typeface="Syne" panose="020B0604020202020204" charset="0"/>
              </a:rPr>
              <a:t>Why Geospatial Technology Is Important?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E12968C-B425-65B3-B7DA-666E1EB4B453}"/>
              </a:ext>
            </a:extLst>
          </p:cNvPr>
          <p:cNvSpPr/>
          <p:nvPr/>
        </p:nvSpPr>
        <p:spPr>
          <a:xfrm>
            <a:off x="228600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1FD787B-957C-3027-336D-A8D72A92959A}"/>
              </a:ext>
            </a:extLst>
          </p:cNvPr>
          <p:cNvSpPr/>
          <p:nvPr/>
        </p:nvSpPr>
        <p:spPr>
          <a:xfrm>
            <a:off x="228600" y="1152144"/>
            <a:ext cx="2743200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67B197C-86BE-351C-C8AF-75C752F3EE26}"/>
              </a:ext>
            </a:extLst>
          </p:cNvPr>
          <p:cNvSpPr/>
          <p:nvPr/>
        </p:nvSpPr>
        <p:spPr>
          <a:xfrm>
            <a:off x="3172968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71C9027-61F9-1653-3277-10161C7806AB}"/>
              </a:ext>
            </a:extLst>
          </p:cNvPr>
          <p:cNvSpPr/>
          <p:nvPr/>
        </p:nvSpPr>
        <p:spPr>
          <a:xfrm>
            <a:off x="3172968" y="1143000"/>
            <a:ext cx="2743200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9B83650C-7E04-490C-B108-8E32DA9C29DE}"/>
              </a:ext>
            </a:extLst>
          </p:cNvPr>
          <p:cNvSpPr/>
          <p:nvPr/>
        </p:nvSpPr>
        <p:spPr>
          <a:xfrm>
            <a:off x="6117336" y="1143000"/>
            <a:ext cx="2743200" cy="3383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F9D76999-7B7B-7638-FDD3-92EE680CD1E8}"/>
              </a:ext>
            </a:extLst>
          </p:cNvPr>
          <p:cNvSpPr/>
          <p:nvPr/>
        </p:nvSpPr>
        <p:spPr>
          <a:xfrm>
            <a:off x="6117336" y="1143000"/>
            <a:ext cx="2743200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FFB3C-FBED-AB27-3B65-A24F3281AB99}"/>
              </a:ext>
            </a:extLst>
          </p:cNvPr>
          <p:cNvSpPr txBox="1"/>
          <p:nvPr/>
        </p:nvSpPr>
        <p:spPr>
          <a:xfrm>
            <a:off x="0" y="4943445"/>
            <a:ext cx="46032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>
                <a:solidFill>
                  <a:schemeClr val="tx1"/>
                </a:solidFill>
                <a:latin typeface="Syne" panose="020B0604020202020204" charset="0"/>
              </a:rPr>
              <a:t>Figure 4</a:t>
            </a:r>
            <a:r>
              <a:rPr lang="en-US" sz="700">
                <a:solidFill>
                  <a:schemeClr val="tx1"/>
                </a:solidFill>
                <a:latin typeface="Syne" panose="020B0604020202020204" charset="0"/>
              </a:rPr>
              <a:t> Night Skyline of Calgary, Alberta, in Winter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A9EE67B9-8D4C-7CB9-ABD4-99CDD72EE96D}"/>
              </a:ext>
            </a:extLst>
          </p:cNvPr>
          <p:cNvSpPr/>
          <p:nvPr/>
        </p:nvSpPr>
        <p:spPr>
          <a:xfrm>
            <a:off x="3081528" y="1126998"/>
            <a:ext cx="2816352" cy="1783080"/>
          </a:xfrm>
          <a:prstGeom prst="rect">
            <a:avLst/>
          </a:prstGeom>
          <a:noFill/>
          <a:ln w="15240">
            <a:solidFill>
              <a:schemeClr val="bg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8B7D7091-F9AD-EB16-73A6-D9A184D1BE2F}"/>
              </a:ext>
            </a:extLst>
          </p:cNvPr>
          <p:cNvSpPr/>
          <p:nvPr/>
        </p:nvSpPr>
        <p:spPr>
          <a:xfrm>
            <a:off x="3081528" y="1126998"/>
            <a:ext cx="2816352" cy="502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EAA1216-9337-2AC2-19AB-57B8D4FB8C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46120" y="1264158"/>
            <a:ext cx="347472" cy="34747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6" name="Text 12">
            <a:extLst>
              <a:ext uri="{FF2B5EF4-FFF2-40B4-BE49-F238E27FC236}">
                <a16:creationId xmlns:a16="http://schemas.microsoft.com/office/drawing/2014/main" id="{4A24B811-4740-58AF-EA1B-0E63BCE6517D}"/>
              </a:ext>
            </a:extLst>
          </p:cNvPr>
          <p:cNvSpPr/>
          <p:nvPr/>
        </p:nvSpPr>
        <p:spPr>
          <a:xfrm>
            <a:off x="3703320" y="130987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Trebuchet MS" pitchFamily="34" charset="-122"/>
                <a:cs typeface="Trebuchet MS" pitchFamily="34" charset="-120"/>
              </a:rPr>
              <a:t>Advanced Spatial Statistics</a:t>
            </a: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7B8208E2-062D-C1E2-FAB8-62435FB7B4E6}"/>
              </a:ext>
            </a:extLst>
          </p:cNvPr>
          <p:cNvSpPr/>
          <p:nvPr/>
        </p:nvSpPr>
        <p:spPr>
          <a:xfrm>
            <a:off x="3218688" y="1785366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Enables Moran's I spatial autocorrelation and </a:t>
            </a:r>
            <a:r>
              <a:rPr lang="en-US" sz="1300" err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Getis</a:t>
            </a:r>
            <a:r>
              <a:rPr lang="en-US" sz="13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-Ord Gi* hot spot analysis to prove results are statistically significant and not random.</a:t>
            </a: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31619889-D237-6F3C-5359-FE03065612AA}"/>
              </a:ext>
            </a:extLst>
          </p:cNvPr>
          <p:cNvSpPr/>
          <p:nvPr/>
        </p:nvSpPr>
        <p:spPr>
          <a:xfrm>
            <a:off x="6099048" y="1126998"/>
            <a:ext cx="2816352" cy="1783080"/>
          </a:xfrm>
          <a:prstGeom prst="rect">
            <a:avLst/>
          </a:prstGeom>
          <a:noFill/>
          <a:ln w="15240">
            <a:solidFill>
              <a:schemeClr val="tx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7A365D01-B24A-73D0-5972-9D0FA9992FC1}"/>
              </a:ext>
            </a:extLst>
          </p:cNvPr>
          <p:cNvSpPr/>
          <p:nvPr/>
        </p:nvSpPr>
        <p:spPr>
          <a:xfrm>
            <a:off x="6099048" y="1126998"/>
            <a:ext cx="2816352" cy="502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99D5952B-E1C0-D1EF-C5C6-710519E22118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263640" y="1264158"/>
            <a:ext cx="347472" cy="3474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29" name="Text 18">
            <a:extLst>
              <a:ext uri="{FF2B5EF4-FFF2-40B4-BE49-F238E27FC236}">
                <a16:creationId xmlns:a16="http://schemas.microsoft.com/office/drawing/2014/main" id="{F9683DB5-34AF-D5F6-60B7-CFA5DD1F6899}"/>
              </a:ext>
            </a:extLst>
          </p:cNvPr>
          <p:cNvSpPr/>
          <p:nvPr/>
        </p:nvSpPr>
        <p:spPr>
          <a:xfrm>
            <a:off x="6693408" y="123672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Trebuchet MS" pitchFamily="34" charset="-122"/>
                <a:cs typeface="Trebuchet MS" pitchFamily="34" charset="-120"/>
              </a:rPr>
              <a:t>Vector Analysis</a:t>
            </a:r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80621ABD-4BAC-B0CC-4CED-1634E834161C}"/>
              </a:ext>
            </a:extLst>
          </p:cNvPr>
          <p:cNvSpPr/>
          <p:nvPr/>
        </p:nvSpPr>
        <p:spPr>
          <a:xfrm>
            <a:off x="6693408" y="1511046"/>
            <a:ext cx="2084832" cy="201168"/>
          </a:xfrm>
          <a:prstGeom prst="roundRect">
            <a:avLst>
              <a:gd name="adj" fmla="val 22727"/>
            </a:avLst>
          </a:prstGeom>
          <a:solidFill>
            <a:schemeClr val="tx1">
              <a:alpha val="25000"/>
            </a:schemeClr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A2719247-9162-04DA-E5D1-359930640378}"/>
              </a:ext>
            </a:extLst>
          </p:cNvPr>
          <p:cNvSpPr/>
          <p:nvPr/>
        </p:nvSpPr>
        <p:spPr>
          <a:xfrm>
            <a:off x="6693408" y="151104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Spatial Joins</a:t>
            </a:r>
            <a:endParaRPr lang="en-US" sz="85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44" name="Text 21">
            <a:extLst>
              <a:ext uri="{FF2B5EF4-FFF2-40B4-BE49-F238E27FC236}">
                <a16:creationId xmlns:a16="http://schemas.microsoft.com/office/drawing/2014/main" id="{EB7FDE5C-67F4-80E1-F982-D853462FF956}"/>
              </a:ext>
            </a:extLst>
          </p:cNvPr>
          <p:cNvSpPr/>
          <p:nvPr/>
        </p:nvSpPr>
        <p:spPr>
          <a:xfrm>
            <a:off x="6236208" y="1785366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The "glue" of the project : attached crime points, park polygons, and housing prices to a single community boundary layer.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45" name="Shape 22">
            <a:extLst>
              <a:ext uri="{FF2B5EF4-FFF2-40B4-BE49-F238E27FC236}">
                <a16:creationId xmlns:a16="http://schemas.microsoft.com/office/drawing/2014/main" id="{754F8EB3-23F7-EBA4-B97B-C35F9008C9CF}"/>
              </a:ext>
            </a:extLst>
          </p:cNvPr>
          <p:cNvSpPr/>
          <p:nvPr/>
        </p:nvSpPr>
        <p:spPr>
          <a:xfrm>
            <a:off x="3081528" y="3111246"/>
            <a:ext cx="2816352" cy="1783080"/>
          </a:xfrm>
          <a:prstGeom prst="rect">
            <a:avLst/>
          </a:prstGeom>
          <a:noFill/>
          <a:ln w="15240">
            <a:solidFill>
              <a:schemeClr val="tx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46" name="Shape 23">
            <a:extLst>
              <a:ext uri="{FF2B5EF4-FFF2-40B4-BE49-F238E27FC236}">
                <a16:creationId xmlns:a16="http://schemas.microsoft.com/office/drawing/2014/main" id="{769CD027-13BC-31D9-AB68-B2060DE775EB}"/>
              </a:ext>
            </a:extLst>
          </p:cNvPr>
          <p:cNvSpPr/>
          <p:nvPr/>
        </p:nvSpPr>
        <p:spPr>
          <a:xfrm>
            <a:off x="3081528" y="3111246"/>
            <a:ext cx="2816352" cy="5029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2147" name="Image 3" descr="preencoded.png">
            <a:extLst>
              <a:ext uri="{FF2B5EF4-FFF2-40B4-BE49-F238E27FC236}">
                <a16:creationId xmlns:a16="http://schemas.microsoft.com/office/drawing/2014/main" id="{4DE87CA5-F052-3BAE-C7F7-4CA8993FC6F8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246120" y="3248406"/>
            <a:ext cx="347472" cy="3474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2148" name="Text 24">
            <a:extLst>
              <a:ext uri="{FF2B5EF4-FFF2-40B4-BE49-F238E27FC236}">
                <a16:creationId xmlns:a16="http://schemas.microsoft.com/office/drawing/2014/main" id="{2DB27CCA-0032-0FF3-A09F-2D233C342EF5}"/>
              </a:ext>
            </a:extLst>
          </p:cNvPr>
          <p:cNvSpPr/>
          <p:nvPr/>
        </p:nvSpPr>
        <p:spPr>
          <a:xfrm>
            <a:off x="3675888" y="322097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Trebuchet MS" pitchFamily="34" charset="-122"/>
                <a:cs typeface="Trebuchet MS" pitchFamily="34" charset="-120"/>
              </a:rPr>
              <a:t>Network Analysis</a:t>
            </a:r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49" name="Shape 25">
            <a:extLst>
              <a:ext uri="{FF2B5EF4-FFF2-40B4-BE49-F238E27FC236}">
                <a16:creationId xmlns:a16="http://schemas.microsoft.com/office/drawing/2014/main" id="{8A31DC37-F12F-2FC5-F6D4-82E76CBF1B00}"/>
              </a:ext>
            </a:extLst>
          </p:cNvPr>
          <p:cNvSpPr/>
          <p:nvPr/>
        </p:nvSpPr>
        <p:spPr>
          <a:xfrm>
            <a:off x="3675888" y="3495294"/>
            <a:ext cx="2084832" cy="201168"/>
          </a:xfrm>
          <a:prstGeom prst="roundRect">
            <a:avLst>
              <a:gd name="adj" fmla="val 22727"/>
            </a:avLst>
          </a:prstGeom>
          <a:solidFill>
            <a:schemeClr val="tx1">
              <a:alpha val="25000"/>
            </a:schemeClr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0" name="Text 26">
            <a:extLst>
              <a:ext uri="{FF2B5EF4-FFF2-40B4-BE49-F238E27FC236}">
                <a16:creationId xmlns:a16="http://schemas.microsoft.com/office/drawing/2014/main" id="{8134578C-B76C-81D5-3550-6E76A99BBFE9}"/>
              </a:ext>
            </a:extLst>
          </p:cNvPr>
          <p:cNvSpPr/>
          <p:nvPr/>
        </p:nvSpPr>
        <p:spPr>
          <a:xfrm>
            <a:off x="3675888" y="349529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10-Minute Walk</a:t>
            </a:r>
            <a:endParaRPr lang="en-US" sz="85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1" name="Text 27">
            <a:extLst>
              <a:ext uri="{FF2B5EF4-FFF2-40B4-BE49-F238E27FC236}">
                <a16:creationId xmlns:a16="http://schemas.microsoft.com/office/drawing/2014/main" id="{D250D425-6013-C949-F613-935A21B23AF8}"/>
              </a:ext>
            </a:extLst>
          </p:cNvPr>
          <p:cNvSpPr/>
          <p:nvPr/>
        </p:nvSpPr>
        <p:spPr>
          <a:xfrm>
            <a:off x="3218688" y="3769614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Calculated actual pedestrian travel time via Network Analyst : accounting for real barriers like the Bow River and Deerfoot Trail.</a:t>
            </a:r>
            <a:endParaRPr lang="en-US" sz="1300" dirty="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2" name="Shape 28">
            <a:extLst>
              <a:ext uri="{FF2B5EF4-FFF2-40B4-BE49-F238E27FC236}">
                <a16:creationId xmlns:a16="http://schemas.microsoft.com/office/drawing/2014/main" id="{A3112050-1F6E-3D97-0609-487471440F89}"/>
              </a:ext>
            </a:extLst>
          </p:cNvPr>
          <p:cNvSpPr/>
          <p:nvPr/>
        </p:nvSpPr>
        <p:spPr>
          <a:xfrm>
            <a:off x="6099048" y="3111246"/>
            <a:ext cx="2816352" cy="1783080"/>
          </a:xfrm>
          <a:prstGeom prst="rect">
            <a:avLst/>
          </a:prstGeom>
          <a:noFill/>
          <a:ln w="15240">
            <a:solidFill>
              <a:schemeClr val="bg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3" name="Shape 29">
            <a:extLst>
              <a:ext uri="{FF2B5EF4-FFF2-40B4-BE49-F238E27FC236}">
                <a16:creationId xmlns:a16="http://schemas.microsoft.com/office/drawing/2014/main" id="{1EC2E87E-F0CC-8EC1-1A77-C408E5762F87}"/>
              </a:ext>
            </a:extLst>
          </p:cNvPr>
          <p:cNvSpPr/>
          <p:nvPr/>
        </p:nvSpPr>
        <p:spPr>
          <a:xfrm>
            <a:off x="6099048" y="3111246"/>
            <a:ext cx="2816352" cy="502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2154" name="Image 4" descr="preencoded.png">
            <a:extLst>
              <a:ext uri="{FF2B5EF4-FFF2-40B4-BE49-F238E27FC236}">
                <a16:creationId xmlns:a16="http://schemas.microsoft.com/office/drawing/2014/main" id="{A1CAB4D9-1BB1-51FE-5ACB-5CB64307AFD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63640" y="3248406"/>
            <a:ext cx="347472" cy="34747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2155" name="Text 30">
            <a:extLst>
              <a:ext uri="{FF2B5EF4-FFF2-40B4-BE49-F238E27FC236}">
                <a16:creationId xmlns:a16="http://schemas.microsoft.com/office/drawing/2014/main" id="{83D81020-6422-7D13-8853-0CF006167C7C}"/>
              </a:ext>
            </a:extLst>
          </p:cNvPr>
          <p:cNvSpPr/>
          <p:nvPr/>
        </p:nvSpPr>
        <p:spPr>
          <a:xfrm>
            <a:off x="6693408" y="322097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Syne" panose="020B0604020202020204" charset="0"/>
                <a:ea typeface="Trebuchet MS" pitchFamily="34" charset="-122"/>
                <a:cs typeface="Trebuchet MS" pitchFamily="34" charset="-120"/>
              </a:rPr>
              <a:t>Data Enrichment</a:t>
            </a:r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6" name="Shape 31">
            <a:extLst>
              <a:ext uri="{FF2B5EF4-FFF2-40B4-BE49-F238E27FC236}">
                <a16:creationId xmlns:a16="http://schemas.microsoft.com/office/drawing/2014/main" id="{E7377F15-720F-B99E-A59F-FA40099456F4}"/>
              </a:ext>
            </a:extLst>
          </p:cNvPr>
          <p:cNvSpPr/>
          <p:nvPr/>
        </p:nvSpPr>
        <p:spPr>
          <a:xfrm>
            <a:off x="6693408" y="3495294"/>
            <a:ext cx="2084832" cy="201168"/>
          </a:xfrm>
          <a:prstGeom prst="roundRect">
            <a:avLst>
              <a:gd name="adj" fmla="val 22727"/>
            </a:avLst>
          </a:prstGeom>
          <a:solidFill>
            <a:schemeClr val="bg2">
              <a:lumMod val="40000"/>
              <a:lumOff val="60000"/>
              <a:alpha val="25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7" name="Text 32">
            <a:extLst>
              <a:ext uri="{FF2B5EF4-FFF2-40B4-BE49-F238E27FC236}">
                <a16:creationId xmlns:a16="http://schemas.microsoft.com/office/drawing/2014/main" id="{F50C7057-D40A-B7C5-9197-EE7250A35624}"/>
              </a:ext>
            </a:extLst>
          </p:cNvPr>
          <p:cNvSpPr/>
          <p:nvPr/>
        </p:nvSpPr>
        <p:spPr>
          <a:xfrm>
            <a:off x="6693408" y="349529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GeoEnrichment</a:t>
            </a:r>
            <a:endParaRPr lang="en-US" sz="85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8" name="Text 33">
            <a:extLst>
              <a:ext uri="{FF2B5EF4-FFF2-40B4-BE49-F238E27FC236}">
                <a16:creationId xmlns:a16="http://schemas.microsoft.com/office/drawing/2014/main" id="{8E0D7BB8-2ADE-B1A0-A1F3-F84F57EF162A}"/>
              </a:ext>
            </a:extLst>
          </p:cNvPr>
          <p:cNvSpPr/>
          <p:nvPr/>
        </p:nvSpPr>
        <p:spPr>
          <a:xfrm>
            <a:off x="6236208" y="3769614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Pulled 2025 demographic &amp; income data to normalize livability scores against current population density.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0" name="TextBox 2159">
            <a:extLst>
              <a:ext uri="{FF2B5EF4-FFF2-40B4-BE49-F238E27FC236}">
                <a16:creationId xmlns:a16="http://schemas.microsoft.com/office/drawing/2014/main" id="{7E8504D8-9BA9-AFB1-56CA-4072A05E6D93}"/>
              </a:ext>
            </a:extLst>
          </p:cNvPr>
          <p:cNvSpPr txBox="1"/>
          <p:nvPr/>
        </p:nvSpPr>
        <p:spPr>
          <a:xfrm>
            <a:off x="539942" y="1760149"/>
            <a:ext cx="264217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GIS is the best tool because it enables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ne" panose="020B0604020202020204" charset="0"/>
              </a:rPr>
              <a:t>Multicriteria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ne" panose="020B0604020202020204" charset="0"/>
              </a:rPr>
              <a:t>Decision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ne" panose="020B0604020202020204" charset="0"/>
              </a:rPr>
              <a:t>Analysis</a:t>
            </a:r>
          </a:p>
          <a:p>
            <a:pPr marL="0" indent="0">
              <a:buNone/>
            </a:pPr>
            <a:endParaRPr lang="en-US" sz="14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3" name="TextBox 2162">
            <a:extLst>
              <a:ext uri="{FF2B5EF4-FFF2-40B4-BE49-F238E27FC236}">
                <a16:creationId xmlns:a16="http://schemas.microsoft.com/office/drawing/2014/main" id="{45CFF130-EBED-2442-1204-035348E5D0CF}"/>
              </a:ext>
            </a:extLst>
          </p:cNvPr>
          <p:cNvSpPr txBox="1"/>
          <p:nvPr/>
        </p:nvSpPr>
        <p:spPr>
          <a:xfrm>
            <a:off x="293054" y="3287262"/>
            <a:ext cx="2875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bg2"/>
                </a:solidFill>
                <a:latin typeface="Syne" panose="020B0604020202020204" charset="0"/>
              </a:rPr>
              <a:t>Spatial Relationships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bg2"/>
                </a:solidFill>
                <a:latin typeface="Syne" panose="020B0604020202020204" charset="0"/>
              </a:rPr>
              <a:t>Multi-Source Integration </a:t>
            </a:r>
          </a:p>
        </p:txBody>
      </p:sp>
    </p:spTree>
    <p:extLst>
      <p:ext uri="{BB962C8B-B14F-4D97-AF65-F5344CB8AC3E}">
        <p14:creationId xmlns:p14="http://schemas.microsoft.com/office/powerpoint/2010/main" val="16879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5">
          <a:extLst>
            <a:ext uri="{FF2B5EF4-FFF2-40B4-BE49-F238E27FC236}">
              <a16:creationId xmlns:a16="http://schemas.microsoft.com/office/drawing/2014/main" id="{F6BF6C81-65AC-4665-1722-FFEEDD24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E2CF4E-B2C9-C8E0-3093-A79331D825DA}"/>
              </a:ext>
            </a:extLst>
          </p:cNvPr>
          <p:cNvSpPr/>
          <p:nvPr/>
        </p:nvSpPr>
        <p:spPr>
          <a:xfrm>
            <a:off x="7508488" y="4757854"/>
            <a:ext cx="550127" cy="34747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E9EED-9222-8586-338C-3E548BDF473F}"/>
              </a:ext>
            </a:extLst>
          </p:cNvPr>
          <p:cNvSpPr/>
          <p:nvPr/>
        </p:nvSpPr>
        <p:spPr>
          <a:xfrm>
            <a:off x="1075009" y="543595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DF955-9CB7-8389-8C9D-3E317275B126}"/>
              </a:ext>
            </a:extLst>
          </p:cNvPr>
          <p:cNvSpPr/>
          <p:nvPr/>
        </p:nvSpPr>
        <p:spPr>
          <a:xfrm>
            <a:off x="99191" y="3705742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8" name="Google Shape;4418;p56">
            <a:extLst>
              <a:ext uri="{FF2B5EF4-FFF2-40B4-BE49-F238E27FC236}">
                <a16:creationId xmlns:a16="http://schemas.microsoft.com/office/drawing/2014/main" id="{537B3642-6325-B2BE-1296-7F4183A83F67}"/>
              </a:ext>
            </a:extLst>
          </p:cNvPr>
          <p:cNvSpPr/>
          <p:nvPr/>
        </p:nvSpPr>
        <p:spPr>
          <a:xfrm rot="10800000">
            <a:off x="1575138" y="710505"/>
            <a:ext cx="175200" cy="17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4419" name="Google Shape;4419;p56">
            <a:extLst>
              <a:ext uri="{FF2B5EF4-FFF2-40B4-BE49-F238E27FC236}">
                <a16:creationId xmlns:a16="http://schemas.microsoft.com/office/drawing/2014/main" id="{AFEF1733-CF98-98D3-3E4B-5D8E5F17C906}"/>
              </a:ext>
            </a:extLst>
          </p:cNvPr>
          <p:cNvSpPr/>
          <p:nvPr/>
        </p:nvSpPr>
        <p:spPr>
          <a:xfrm rot="10800000">
            <a:off x="1750338" y="786873"/>
            <a:ext cx="320100" cy="3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90867-EDD3-1E0C-A6EA-54AC07330C5F}"/>
              </a:ext>
            </a:extLst>
          </p:cNvPr>
          <p:cNvSpPr txBox="1"/>
          <p:nvPr/>
        </p:nvSpPr>
        <p:spPr>
          <a:xfrm>
            <a:off x="0" y="172730"/>
            <a:ext cx="69944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chemeClr val="dk1"/>
                </a:solidFill>
                <a:latin typeface="Syne" panose="020B0604020202020204" charset="0"/>
              </a:rPr>
              <a:t>Pillar Analysis: Crime B&amp;E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E304D60-A737-A1BA-2CB1-523424E1F98A}"/>
              </a:ext>
            </a:extLst>
          </p:cNvPr>
          <p:cNvSpPr/>
          <p:nvPr/>
        </p:nvSpPr>
        <p:spPr>
          <a:xfrm>
            <a:off x="228600" y="1143000"/>
            <a:ext cx="4435228" cy="2784348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3B77550-741E-5D7C-DDD6-6E56F2E73B98}"/>
              </a:ext>
            </a:extLst>
          </p:cNvPr>
          <p:cNvSpPr/>
          <p:nvPr/>
        </p:nvSpPr>
        <p:spPr>
          <a:xfrm>
            <a:off x="228600" y="1154970"/>
            <a:ext cx="4435228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295260E-A110-A2C4-B553-DFC41CE4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7" y="1208014"/>
            <a:ext cx="384048" cy="384048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3A4FFC9C-91F4-A0D9-537D-ECC7A107F021}"/>
              </a:ext>
            </a:extLst>
          </p:cNvPr>
          <p:cNvSpPr/>
          <p:nvPr/>
        </p:nvSpPr>
        <p:spPr>
          <a:xfrm>
            <a:off x="856949" y="1227025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PILLAR 01 - Crime B&amp;E</a:t>
            </a:r>
            <a:endParaRPr lang="en-US" sz="1500">
              <a:latin typeface="Syne" panose="020B060402020202020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EF2D3C4-2DD8-3BFD-9981-2F1C72CC0A2B}"/>
              </a:ext>
            </a:extLst>
          </p:cNvPr>
          <p:cNvSpPr/>
          <p:nvPr/>
        </p:nvSpPr>
        <p:spPr>
          <a:xfrm>
            <a:off x="622180" y="174933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4AA52D1-8DFA-40C8-DCF9-2C02B76B02A9}"/>
              </a:ext>
            </a:extLst>
          </p:cNvPr>
          <p:cNvSpPr/>
          <p:nvPr/>
        </p:nvSpPr>
        <p:spPr>
          <a:xfrm>
            <a:off x="1874908" y="174933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Break &amp; Enter rate per 1,000 residents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35FF08E-02DF-5DD8-A245-ED28FD89AB23}"/>
              </a:ext>
            </a:extLst>
          </p:cNvPr>
          <p:cNvSpPr/>
          <p:nvPr/>
        </p:nvSpPr>
        <p:spPr>
          <a:xfrm>
            <a:off x="622180" y="218824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Why Normalize?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75AC02E-B7C2-200F-AEAD-D215BCCFF6F2}"/>
              </a:ext>
            </a:extLst>
          </p:cNvPr>
          <p:cNvSpPr/>
          <p:nvPr/>
        </p:nvSpPr>
        <p:spPr>
          <a:xfrm>
            <a:off x="1874908" y="218824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Raw counts favour dense areas  per-capita rates reveal true risk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3C93C6C-4FCE-B2E5-8966-EEDBE39DF178}"/>
              </a:ext>
            </a:extLst>
          </p:cNvPr>
          <p:cNvSpPr/>
          <p:nvPr/>
        </p:nvSpPr>
        <p:spPr>
          <a:xfrm>
            <a:off x="622180" y="262715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68203D6-86AB-5687-2B2A-93F485F41D27}"/>
              </a:ext>
            </a:extLst>
          </p:cNvPr>
          <p:cNvSpPr/>
          <p:nvPr/>
        </p:nvSpPr>
        <p:spPr>
          <a:xfrm>
            <a:off x="1874908" y="262715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Higher B&amp;E counts concentrated in Centre sector (2,794 incidents) leading to higher rates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410D578-9FD5-517D-7EE2-BE07AD2AAE6D}"/>
              </a:ext>
            </a:extLst>
          </p:cNvPr>
          <p:cNvSpPr/>
          <p:nvPr/>
        </p:nvSpPr>
        <p:spPr>
          <a:xfrm>
            <a:off x="622180" y="306606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Trend: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AA742D2-7C64-54AE-5D93-0C64DE51B7A6}"/>
              </a:ext>
            </a:extLst>
          </p:cNvPr>
          <p:cNvSpPr/>
          <p:nvPr/>
        </p:nvSpPr>
        <p:spPr>
          <a:xfrm>
            <a:off x="1874908" y="3139493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Lower rates more common in North and Southeast sectors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78552F2-36E5-A4C9-3E2D-C03875FB09D4}"/>
              </a:ext>
            </a:extLst>
          </p:cNvPr>
          <p:cNvSpPr/>
          <p:nvPr/>
        </p:nvSpPr>
        <p:spPr>
          <a:xfrm>
            <a:off x="622180" y="350497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Index Impact: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7D2A0B6-B65C-4C1F-5056-DA2A16508E41}"/>
              </a:ext>
            </a:extLst>
          </p:cNvPr>
          <p:cNvSpPr/>
          <p:nvPr/>
        </p:nvSpPr>
        <p:spPr>
          <a:xfrm>
            <a:off x="1874908" y="350497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Lower B&amp;E rate = higher safety sub-score (0–10 pts)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76FEF6E-B044-8A43-3427-EBD22215E1BC}"/>
              </a:ext>
            </a:extLst>
          </p:cNvPr>
          <p:cNvSpPr/>
          <p:nvPr/>
        </p:nvSpPr>
        <p:spPr>
          <a:xfrm>
            <a:off x="5330952" y="1216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>
              <a:latin typeface="Syne" panose="020B060402020202020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2A32E34C-8C61-4FEF-C643-2D3E0987F116}"/>
              </a:ext>
            </a:extLst>
          </p:cNvPr>
          <p:cNvSpPr/>
          <p:nvPr/>
        </p:nvSpPr>
        <p:spPr>
          <a:xfrm>
            <a:off x="6126480" y="1737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0D6B6567-5334-0013-D591-5DEDBA18C143}"/>
              </a:ext>
            </a:extLst>
          </p:cNvPr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27E6CD16-79A4-F334-A68A-2F7DE1DB13B7}"/>
              </a:ext>
            </a:extLst>
          </p:cNvPr>
          <p:cNvSpPr/>
          <p:nvPr/>
        </p:nvSpPr>
        <p:spPr>
          <a:xfrm>
            <a:off x="4873752" y="26151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E78530CC-DCA1-8DA3-3314-E80B93439320}"/>
              </a:ext>
            </a:extLst>
          </p:cNvPr>
          <p:cNvSpPr/>
          <p:nvPr/>
        </p:nvSpPr>
        <p:spPr>
          <a:xfrm>
            <a:off x="6126480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4423" name="Text 28">
            <a:extLst>
              <a:ext uri="{FF2B5EF4-FFF2-40B4-BE49-F238E27FC236}">
                <a16:creationId xmlns:a16="http://schemas.microsoft.com/office/drawing/2014/main" id="{F786BAC7-7E28-223B-5FC2-8B93CA562E80}"/>
              </a:ext>
            </a:extLst>
          </p:cNvPr>
          <p:cNvSpPr/>
          <p:nvPr/>
        </p:nvSpPr>
        <p:spPr>
          <a:xfrm>
            <a:off x="6126480" y="30540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4424" name="Text 29">
            <a:extLst>
              <a:ext uri="{FF2B5EF4-FFF2-40B4-BE49-F238E27FC236}">
                <a16:creationId xmlns:a16="http://schemas.microsoft.com/office/drawing/2014/main" id="{5807014F-8764-94F9-EC5E-8D086EC22B94}"/>
              </a:ext>
            </a:extLst>
          </p:cNvPr>
          <p:cNvSpPr/>
          <p:nvPr/>
        </p:nvSpPr>
        <p:spPr>
          <a:xfrm>
            <a:off x="4873752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25" name="Text 30">
            <a:extLst>
              <a:ext uri="{FF2B5EF4-FFF2-40B4-BE49-F238E27FC236}">
                <a16:creationId xmlns:a16="http://schemas.microsoft.com/office/drawing/2014/main" id="{9FD57179-AF90-765D-EDBE-79C123FEB725}"/>
              </a:ext>
            </a:extLst>
          </p:cNvPr>
          <p:cNvSpPr/>
          <p:nvPr/>
        </p:nvSpPr>
        <p:spPr>
          <a:xfrm>
            <a:off x="612648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pic>
        <p:nvPicPr>
          <p:cNvPr id="4429" name="Picture 4428">
            <a:extLst>
              <a:ext uri="{FF2B5EF4-FFF2-40B4-BE49-F238E27FC236}">
                <a16:creationId xmlns:a16="http://schemas.microsoft.com/office/drawing/2014/main" id="{BCEDACDB-3404-9C8A-003F-C15499B23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4101876"/>
            <a:ext cx="3831617" cy="8994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FE84BD-94DE-C14A-D5E1-3E0414D6F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135" y="0"/>
            <a:ext cx="3974523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63865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5">
          <a:extLst>
            <a:ext uri="{FF2B5EF4-FFF2-40B4-BE49-F238E27FC236}">
              <a16:creationId xmlns:a16="http://schemas.microsoft.com/office/drawing/2014/main" id="{078E32C8-5FA8-7418-9867-9D891E92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DE991-0342-FEE2-639B-FFE46794825E}"/>
              </a:ext>
            </a:extLst>
          </p:cNvPr>
          <p:cNvSpPr/>
          <p:nvPr/>
        </p:nvSpPr>
        <p:spPr>
          <a:xfrm>
            <a:off x="7108760" y="4424398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0" name="Google Shape;4420;p56">
            <a:extLst>
              <a:ext uri="{FF2B5EF4-FFF2-40B4-BE49-F238E27FC236}">
                <a16:creationId xmlns:a16="http://schemas.microsoft.com/office/drawing/2014/main" id="{45F8FAFD-81CD-8678-FBA3-4D064D283B5D}"/>
              </a:ext>
            </a:extLst>
          </p:cNvPr>
          <p:cNvSpPr/>
          <p:nvPr/>
        </p:nvSpPr>
        <p:spPr>
          <a:xfrm flipH="1">
            <a:off x="7640763" y="1034574"/>
            <a:ext cx="171300" cy="17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4421" name="Google Shape;4421;p56">
            <a:extLst>
              <a:ext uri="{FF2B5EF4-FFF2-40B4-BE49-F238E27FC236}">
                <a16:creationId xmlns:a16="http://schemas.microsoft.com/office/drawing/2014/main" id="{772D0D0D-5B82-FB3B-3099-D969D2B49E5C}"/>
              </a:ext>
            </a:extLst>
          </p:cNvPr>
          <p:cNvSpPr/>
          <p:nvPr/>
        </p:nvSpPr>
        <p:spPr>
          <a:xfrm flipH="1">
            <a:off x="6847817" y="1268150"/>
            <a:ext cx="335770" cy="29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D7952-99E7-6AF8-39A4-9A6495C05094}"/>
              </a:ext>
            </a:extLst>
          </p:cNvPr>
          <p:cNvSpPr txBox="1"/>
          <p:nvPr/>
        </p:nvSpPr>
        <p:spPr>
          <a:xfrm>
            <a:off x="4251959" y="308244"/>
            <a:ext cx="5052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chemeClr val="dk1"/>
                </a:solidFill>
                <a:latin typeface="Syne" panose="020B0604020202020204" charset="0"/>
              </a:rPr>
              <a:t>Pillar Analysis: Transportation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72CB561-B942-E4C7-DF0D-88A015753DB7}"/>
              </a:ext>
            </a:extLst>
          </p:cNvPr>
          <p:cNvSpPr/>
          <p:nvPr/>
        </p:nvSpPr>
        <p:spPr>
          <a:xfrm>
            <a:off x="160020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6CADE27-E875-27C5-72B6-6693360E049F}"/>
              </a:ext>
            </a:extLst>
          </p:cNvPr>
          <p:cNvSpPr/>
          <p:nvPr/>
        </p:nvSpPr>
        <p:spPr>
          <a:xfrm>
            <a:off x="347472" y="26151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04302DE-2E0A-313C-59BC-B06996C9454F}"/>
              </a:ext>
            </a:extLst>
          </p:cNvPr>
          <p:cNvSpPr/>
          <p:nvPr/>
        </p:nvSpPr>
        <p:spPr>
          <a:xfrm>
            <a:off x="4251959" y="1205574"/>
            <a:ext cx="4722707" cy="2784348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7B354BBD-2002-C98D-DEE1-935E5B165CFA}"/>
              </a:ext>
            </a:extLst>
          </p:cNvPr>
          <p:cNvSpPr/>
          <p:nvPr/>
        </p:nvSpPr>
        <p:spPr>
          <a:xfrm>
            <a:off x="4251959" y="1205574"/>
            <a:ext cx="4722707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851746F4-D301-65F3-5886-52403E0C1E7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70832" y="1251294"/>
            <a:ext cx="435942" cy="38404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1796B7A7-A1B8-4F7B-F6DE-ADA91F0932E5}"/>
              </a:ext>
            </a:extLst>
          </p:cNvPr>
          <p:cNvSpPr/>
          <p:nvPr/>
        </p:nvSpPr>
        <p:spPr>
          <a:xfrm>
            <a:off x="4828031" y="1278726"/>
            <a:ext cx="3944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PILLAR 02 -Transportation Access</a:t>
            </a:r>
            <a:endParaRPr lang="en-US" sz="1500">
              <a:latin typeface="Syne" panose="020B060402020202020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1305296-5B82-FA9A-5905-9C57250C2C70}"/>
              </a:ext>
            </a:extLst>
          </p:cNvPr>
          <p:cNvSpPr/>
          <p:nvPr/>
        </p:nvSpPr>
        <p:spPr>
          <a:xfrm>
            <a:off x="4370831" y="1799934"/>
            <a:ext cx="1401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399751E-19D6-8BE5-F5C5-DF338C97CAB0}"/>
              </a:ext>
            </a:extLst>
          </p:cNvPr>
          <p:cNvSpPr/>
          <p:nvPr/>
        </p:nvSpPr>
        <p:spPr>
          <a:xfrm>
            <a:off x="5623559" y="1799934"/>
            <a:ext cx="3010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% of community within 10-min walk of transit/LRT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2944939-CA1D-2AE1-74A3-A8CD58870E8C}"/>
              </a:ext>
            </a:extLst>
          </p:cNvPr>
          <p:cNvSpPr/>
          <p:nvPr/>
        </p:nvSpPr>
        <p:spPr>
          <a:xfrm>
            <a:off x="4370831" y="2238846"/>
            <a:ext cx="1401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D7740D4-BAAA-7F60-5D72-54969D47CA38}"/>
              </a:ext>
            </a:extLst>
          </p:cNvPr>
          <p:cNvSpPr/>
          <p:nvPr/>
        </p:nvSpPr>
        <p:spPr>
          <a:xfrm>
            <a:off x="5623559" y="2238846"/>
            <a:ext cx="3010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Network Analyst service areas  5 km/h, major roads as barriers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8A693547-EDDF-18F0-E6C8-E9032DAE230A}"/>
              </a:ext>
            </a:extLst>
          </p:cNvPr>
          <p:cNvSpPr/>
          <p:nvPr/>
        </p:nvSpPr>
        <p:spPr>
          <a:xfrm>
            <a:off x="4370831" y="2677758"/>
            <a:ext cx="1401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E8B35E74-1ED4-BC60-A79D-6AE6FB550BBE}"/>
              </a:ext>
            </a:extLst>
          </p:cNvPr>
          <p:cNvSpPr/>
          <p:nvPr/>
        </p:nvSpPr>
        <p:spPr>
          <a:xfrm>
            <a:off x="5623559" y="2677758"/>
            <a:ext cx="3010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64% of communities (135/212) have &gt; 90% transit coverage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22" name="Text 27">
            <a:extLst>
              <a:ext uri="{FF2B5EF4-FFF2-40B4-BE49-F238E27FC236}">
                <a16:creationId xmlns:a16="http://schemas.microsoft.com/office/drawing/2014/main" id="{A9F1BAEB-04D9-B630-443F-90C676CEC482}"/>
              </a:ext>
            </a:extLst>
          </p:cNvPr>
          <p:cNvSpPr/>
          <p:nvPr/>
        </p:nvSpPr>
        <p:spPr>
          <a:xfrm>
            <a:off x="4370831" y="3116670"/>
            <a:ext cx="1401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Weak Spots: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23" name="Text 28">
            <a:extLst>
              <a:ext uri="{FF2B5EF4-FFF2-40B4-BE49-F238E27FC236}">
                <a16:creationId xmlns:a16="http://schemas.microsoft.com/office/drawing/2014/main" id="{FB92A902-B650-EF66-991E-483E21A51BD5}"/>
              </a:ext>
            </a:extLst>
          </p:cNvPr>
          <p:cNvSpPr/>
          <p:nvPr/>
        </p:nvSpPr>
        <p:spPr>
          <a:xfrm>
            <a:off x="5623559" y="3116670"/>
            <a:ext cx="3010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Pine Creek, Rangeview, Moraine  peripheral, limited infrastructure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24" name="Text 29">
            <a:extLst>
              <a:ext uri="{FF2B5EF4-FFF2-40B4-BE49-F238E27FC236}">
                <a16:creationId xmlns:a16="http://schemas.microsoft.com/office/drawing/2014/main" id="{7A9BF084-12DD-DF84-528C-64A41AF3A415}"/>
              </a:ext>
            </a:extLst>
          </p:cNvPr>
          <p:cNvSpPr/>
          <p:nvPr/>
        </p:nvSpPr>
        <p:spPr>
          <a:xfrm>
            <a:off x="4370831" y="3555582"/>
            <a:ext cx="1401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LRT Access: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25" name="Text 30">
            <a:extLst>
              <a:ext uri="{FF2B5EF4-FFF2-40B4-BE49-F238E27FC236}">
                <a16:creationId xmlns:a16="http://schemas.microsoft.com/office/drawing/2014/main" id="{87422D2A-49B1-E320-3001-FBC8E515B08A}"/>
              </a:ext>
            </a:extLst>
          </p:cNvPr>
          <p:cNvSpPr/>
          <p:nvPr/>
        </p:nvSpPr>
        <p:spPr>
          <a:xfrm>
            <a:off x="5623559" y="3555582"/>
            <a:ext cx="3010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Only 76 communities have LRT coverage; 6 have &gt; 80% coverage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4429" name="Picture 4428">
            <a:extLst>
              <a:ext uri="{FF2B5EF4-FFF2-40B4-BE49-F238E27FC236}">
                <a16:creationId xmlns:a16="http://schemas.microsoft.com/office/drawing/2014/main" id="{9333E4C8-C7C7-A524-2EC2-ABDC73F9D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592" y="4056729"/>
            <a:ext cx="4401440" cy="8831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6FB6A1-1DAA-7B54-2153-F1DB5D104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7" y="-12865"/>
            <a:ext cx="3974523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9C569B-363F-7A95-82DF-D352F8E2EFC3}"/>
              </a:ext>
            </a:extLst>
          </p:cNvPr>
          <p:cNvCxnSpPr/>
          <p:nvPr/>
        </p:nvCxnSpPr>
        <p:spPr>
          <a:xfrm>
            <a:off x="3478696" y="4056729"/>
            <a:ext cx="178904" cy="250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7C20B-6C61-4595-5B00-81EFA95B4D1F}"/>
              </a:ext>
            </a:extLst>
          </p:cNvPr>
          <p:cNvCxnSpPr>
            <a:cxnSpLocks/>
          </p:cNvCxnSpPr>
          <p:nvPr/>
        </p:nvCxnSpPr>
        <p:spPr>
          <a:xfrm flipH="1">
            <a:off x="2246243" y="4174170"/>
            <a:ext cx="238540" cy="665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83F6E7-7127-E35F-5DA6-98326FD1BD4F}"/>
              </a:ext>
            </a:extLst>
          </p:cNvPr>
          <p:cNvCxnSpPr>
            <a:cxnSpLocks/>
          </p:cNvCxnSpPr>
          <p:nvPr/>
        </p:nvCxnSpPr>
        <p:spPr>
          <a:xfrm flipH="1">
            <a:off x="2246243" y="778329"/>
            <a:ext cx="110514" cy="124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5450194-6400-9BFC-C01D-D079D902CD44}"/>
              </a:ext>
            </a:extLst>
          </p:cNvPr>
          <p:cNvSpPr txBox="1"/>
          <p:nvPr/>
        </p:nvSpPr>
        <p:spPr>
          <a:xfrm>
            <a:off x="2246243" y="643287"/>
            <a:ext cx="6745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/>
              <a:t>Moraine</a:t>
            </a:r>
            <a:endParaRPr lang="en-CA" sz="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828E0-6182-33DF-DCB9-749FEAF03C54}"/>
              </a:ext>
            </a:extLst>
          </p:cNvPr>
          <p:cNvSpPr txBox="1"/>
          <p:nvPr/>
        </p:nvSpPr>
        <p:spPr>
          <a:xfrm>
            <a:off x="3230887" y="4240695"/>
            <a:ext cx="6745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/>
              <a:t>Rangeview</a:t>
            </a:r>
            <a:endParaRPr lang="en-CA" sz="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CA8137-2B31-A25E-629A-3FEF10A1CAD3}"/>
              </a:ext>
            </a:extLst>
          </p:cNvPr>
          <p:cNvSpPr txBox="1"/>
          <p:nvPr/>
        </p:nvSpPr>
        <p:spPr>
          <a:xfrm>
            <a:off x="1695706" y="4140668"/>
            <a:ext cx="6745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/>
              <a:t>Pine Creek</a:t>
            </a:r>
            <a:endParaRPr lang="en-CA" sz="700"/>
          </a:p>
        </p:txBody>
      </p:sp>
    </p:spTree>
    <p:extLst>
      <p:ext uri="{BB962C8B-B14F-4D97-AF65-F5344CB8AC3E}">
        <p14:creationId xmlns:p14="http://schemas.microsoft.com/office/powerpoint/2010/main" val="418176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5">
          <a:extLst>
            <a:ext uri="{FF2B5EF4-FFF2-40B4-BE49-F238E27FC236}">
              <a16:creationId xmlns:a16="http://schemas.microsoft.com/office/drawing/2014/main" id="{8C612BD0-3250-07E8-0919-41C2812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8D587C-C597-B4ED-05DF-485DC9872D68}"/>
              </a:ext>
            </a:extLst>
          </p:cNvPr>
          <p:cNvSpPr/>
          <p:nvPr/>
        </p:nvSpPr>
        <p:spPr>
          <a:xfrm>
            <a:off x="7352371" y="4501643"/>
            <a:ext cx="1033347" cy="601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0F0F0"/>
                </a:solidFill>
              </a:ln>
              <a:solidFill>
                <a:srgbClr val="F0F0F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0FBD49-7A0F-3A5A-76F2-7CF58856917F}"/>
              </a:ext>
            </a:extLst>
          </p:cNvPr>
          <p:cNvSpPr/>
          <p:nvPr/>
        </p:nvSpPr>
        <p:spPr>
          <a:xfrm>
            <a:off x="78606" y="3751463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55DDD-ECB6-C9F0-0ECA-BF5DF647233D}"/>
              </a:ext>
            </a:extLst>
          </p:cNvPr>
          <p:cNvSpPr txBox="1"/>
          <p:nvPr/>
        </p:nvSpPr>
        <p:spPr>
          <a:xfrm>
            <a:off x="0" y="377464"/>
            <a:ext cx="69944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chemeClr val="dk1"/>
                </a:solidFill>
                <a:latin typeface="Syne" panose="020B0604020202020204" charset="0"/>
              </a:rPr>
              <a:t>Pillar Analysis: Affordability</a:t>
            </a:r>
          </a:p>
        </p:txBody>
      </p:sp>
      <p:pic>
        <p:nvPicPr>
          <p:cNvPr id="4429" name="Picture 4428">
            <a:extLst>
              <a:ext uri="{FF2B5EF4-FFF2-40B4-BE49-F238E27FC236}">
                <a16:creationId xmlns:a16="http://schemas.microsoft.com/office/drawing/2014/main" id="{F3A876B5-7A94-3966-14A8-E9AB11B9B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84" y="4127630"/>
            <a:ext cx="4084819" cy="8079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Shape 5">
            <a:extLst>
              <a:ext uri="{FF2B5EF4-FFF2-40B4-BE49-F238E27FC236}">
                <a16:creationId xmlns:a16="http://schemas.microsoft.com/office/drawing/2014/main" id="{4F12D11B-148C-649C-6585-424771899FB0}"/>
              </a:ext>
            </a:extLst>
          </p:cNvPr>
          <p:cNvSpPr/>
          <p:nvPr/>
        </p:nvSpPr>
        <p:spPr>
          <a:xfrm>
            <a:off x="228600" y="1143000"/>
            <a:ext cx="4736592" cy="2784348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D76EB65C-FF58-7977-D6BF-A09AD493FE5C}"/>
              </a:ext>
            </a:extLst>
          </p:cNvPr>
          <p:cNvSpPr/>
          <p:nvPr/>
        </p:nvSpPr>
        <p:spPr>
          <a:xfrm>
            <a:off x="228599" y="1143000"/>
            <a:ext cx="4736591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46C1F6B-D12C-47B0-CEA9-13BBF990EC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1188720"/>
            <a:ext cx="384048" cy="38404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02F799C3-711D-18E6-3A47-8E2BDCE0B250}"/>
              </a:ext>
            </a:extLst>
          </p:cNvPr>
          <p:cNvSpPr/>
          <p:nvPr/>
        </p:nvSpPr>
        <p:spPr>
          <a:xfrm>
            <a:off x="804672" y="1216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PILLAR 03 -AFFORDABILITY (HPI)</a:t>
            </a:r>
            <a:endParaRPr lang="en-US" sz="1500">
              <a:latin typeface="Syne" panose="020B060402020202020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40F4C1E-7CC8-BE68-44BF-9C0A30D34930}"/>
              </a:ext>
            </a:extLst>
          </p:cNvPr>
          <p:cNvSpPr/>
          <p:nvPr/>
        </p:nvSpPr>
        <p:spPr>
          <a:xfrm>
            <a:off x="347472" y="1737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16" name="Text 9">
            <a:extLst>
              <a:ext uri="{FF2B5EF4-FFF2-40B4-BE49-F238E27FC236}">
                <a16:creationId xmlns:a16="http://schemas.microsoft.com/office/drawing/2014/main" id="{45198F1C-FABA-58F2-64A8-89A96D199B42}"/>
              </a:ext>
            </a:extLst>
          </p:cNvPr>
          <p:cNvSpPr/>
          <p:nvPr/>
        </p:nvSpPr>
        <p:spPr>
          <a:xfrm>
            <a:off x="1600199" y="1737360"/>
            <a:ext cx="33649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Housing Price-to-Income Ratio (HPI)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17" name="Text 10">
            <a:extLst>
              <a:ext uri="{FF2B5EF4-FFF2-40B4-BE49-F238E27FC236}">
                <a16:creationId xmlns:a16="http://schemas.microsoft.com/office/drawing/2014/main" id="{E9FB2443-29BD-6B1B-6B5C-99CFE6803462}"/>
              </a:ext>
            </a:extLst>
          </p:cNvPr>
          <p:cNvSpPr/>
          <p:nvPr/>
        </p:nvSpPr>
        <p:spPr>
          <a:xfrm>
            <a:off x="347472" y="2176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26" name="Text 11">
            <a:extLst>
              <a:ext uri="{FF2B5EF4-FFF2-40B4-BE49-F238E27FC236}">
                <a16:creationId xmlns:a16="http://schemas.microsoft.com/office/drawing/2014/main" id="{10340D0F-24AE-F221-42AF-FDF88419B9FC}"/>
              </a:ext>
            </a:extLst>
          </p:cNvPr>
          <p:cNvSpPr/>
          <p:nvPr/>
        </p:nvSpPr>
        <p:spPr>
          <a:xfrm>
            <a:off x="1600200" y="2176272"/>
            <a:ext cx="33649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Median House Price ÷ Median Household Income (2025)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27" name="Text 12">
            <a:extLst>
              <a:ext uri="{FF2B5EF4-FFF2-40B4-BE49-F238E27FC236}">
                <a16:creationId xmlns:a16="http://schemas.microsoft.com/office/drawing/2014/main" id="{F595D59D-B647-4857-A90A-BFDD137E6E1A}"/>
              </a:ext>
            </a:extLst>
          </p:cNvPr>
          <p:cNvSpPr/>
          <p:nvPr/>
        </p:nvSpPr>
        <p:spPr>
          <a:xfrm>
            <a:off x="347472" y="26151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Spatial: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28" name="Text 13">
            <a:extLst>
              <a:ext uri="{FF2B5EF4-FFF2-40B4-BE49-F238E27FC236}">
                <a16:creationId xmlns:a16="http://schemas.microsoft.com/office/drawing/2014/main" id="{1280AA8C-BBE8-1C2C-9AAE-F58D2F2103D7}"/>
              </a:ext>
            </a:extLst>
          </p:cNvPr>
          <p:cNvSpPr/>
          <p:nvPr/>
        </p:nvSpPr>
        <p:spPr>
          <a:xfrm>
            <a:off x="1600199" y="2615184"/>
            <a:ext cx="33649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Low affordability clusters in central city and outward pockets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30" name="Text 14">
            <a:extLst>
              <a:ext uri="{FF2B5EF4-FFF2-40B4-BE49-F238E27FC236}">
                <a16:creationId xmlns:a16="http://schemas.microsoft.com/office/drawing/2014/main" id="{F1FCF743-8381-C086-9EBA-6467063DF51F}"/>
              </a:ext>
            </a:extLst>
          </p:cNvPr>
          <p:cNvSpPr/>
          <p:nvPr/>
        </p:nvSpPr>
        <p:spPr>
          <a:xfrm>
            <a:off x="347472" y="30540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West/SE: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31" name="Text 15">
            <a:extLst>
              <a:ext uri="{FF2B5EF4-FFF2-40B4-BE49-F238E27FC236}">
                <a16:creationId xmlns:a16="http://schemas.microsoft.com/office/drawing/2014/main" id="{8BE6BD4F-D502-679C-C56B-AA6793F92E76}"/>
              </a:ext>
            </a:extLst>
          </p:cNvPr>
          <p:cNvSpPr/>
          <p:nvPr/>
        </p:nvSpPr>
        <p:spPr>
          <a:xfrm>
            <a:off x="1600200" y="3054096"/>
            <a:ext cx="3364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Peripheral communities show more favourable HPI values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32" name="Text 16">
            <a:extLst>
              <a:ext uri="{FF2B5EF4-FFF2-40B4-BE49-F238E27FC236}">
                <a16:creationId xmlns:a16="http://schemas.microsoft.com/office/drawing/2014/main" id="{6BCFF8B4-CD2F-F45D-B9A5-29B0B99F038A}"/>
              </a:ext>
            </a:extLst>
          </p:cNvPr>
          <p:cNvSpPr/>
          <p:nvPr/>
        </p:nvSpPr>
        <p:spPr>
          <a:xfrm>
            <a:off x="347472" y="3493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4433" name="Text 17">
            <a:extLst>
              <a:ext uri="{FF2B5EF4-FFF2-40B4-BE49-F238E27FC236}">
                <a16:creationId xmlns:a16="http://schemas.microsoft.com/office/drawing/2014/main" id="{9C8D1766-3FEF-DDFC-4B88-A1E10046490F}"/>
              </a:ext>
            </a:extLst>
          </p:cNvPr>
          <p:cNvSpPr/>
          <p:nvPr/>
        </p:nvSpPr>
        <p:spPr>
          <a:xfrm>
            <a:off x="1600200" y="3493008"/>
            <a:ext cx="3364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Lower HPI = reverse-scored to give higher livability points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37" name="Text 20">
            <a:extLst>
              <a:ext uri="{FF2B5EF4-FFF2-40B4-BE49-F238E27FC236}">
                <a16:creationId xmlns:a16="http://schemas.microsoft.com/office/drawing/2014/main" id="{87A68245-D97B-891C-5289-F9DB3BA5E8D1}"/>
              </a:ext>
            </a:extLst>
          </p:cNvPr>
          <p:cNvSpPr/>
          <p:nvPr/>
        </p:nvSpPr>
        <p:spPr>
          <a:xfrm>
            <a:off x="5330952" y="1216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>
              <a:latin typeface="Syne" panose="020B0604020202020204" charset="0"/>
            </a:endParaRPr>
          </a:p>
        </p:txBody>
      </p:sp>
      <p:sp>
        <p:nvSpPr>
          <p:cNvPr id="4441" name="Text 24">
            <a:extLst>
              <a:ext uri="{FF2B5EF4-FFF2-40B4-BE49-F238E27FC236}">
                <a16:creationId xmlns:a16="http://schemas.microsoft.com/office/drawing/2014/main" id="{A13D7739-2E7D-B878-3246-214886A135DD}"/>
              </a:ext>
            </a:extLst>
          </p:cNvPr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sp>
        <p:nvSpPr>
          <p:cNvPr id="4447" name="Text 30">
            <a:extLst>
              <a:ext uri="{FF2B5EF4-FFF2-40B4-BE49-F238E27FC236}">
                <a16:creationId xmlns:a16="http://schemas.microsoft.com/office/drawing/2014/main" id="{8D0F9329-4BE6-B845-66C8-533036C7F65B}"/>
              </a:ext>
            </a:extLst>
          </p:cNvPr>
          <p:cNvSpPr/>
          <p:nvPr/>
        </p:nvSpPr>
        <p:spPr>
          <a:xfrm>
            <a:off x="612648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latin typeface="Syne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E98AC-9384-AD24-8CF9-B27A324ED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477" y="0"/>
            <a:ext cx="3974523" cy="51028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30847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5">
          <a:extLst>
            <a:ext uri="{FF2B5EF4-FFF2-40B4-BE49-F238E27FC236}">
              <a16:creationId xmlns:a16="http://schemas.microsoft.com/office/drawing/2014/main" id="{08A3E9B0-279B-FF09-9978-98D4C443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713F2D-A6EF-5E77-2225-133DF8FAFC38}"/>
              </a:ext>
            </a:extLst>
          </p:cNvPr>
          <p:cNvSpPr/>
          <p:nvPr/>
        </p:nvSpPr>
        <p:spPr>
          <a:xfrm>
            <a:off x="6005690" y="77787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C5906-7D97-77CA-387D-4E12C03CC47C}"/>
              </a:ext>
            </a:extLst>
          </p:cNvPr>
          <p:cNvSpPr/>
          <p:nvPr/>
        </p:nvSpPr>
        <p:spPr>
          <a:xfrm>
            <a:off x="6948308" y="4346183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E766E-CA1F-E0FF-F7BE-9C7F163E9095}"/>
              </a:ext>
            </a:extLst>
          </p:cNvPr>
          <p:cNvSpPr txBox="1"/>
          <p:nvPr/>
        </p:nvSpPr>
        <p:spPr>
          <a:xfrm>
            <a:off x="3834247" y="322026"/>
            <a:ext cx="69944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chemeClr val="dk1"/>
                </a:solidFill>
                <a:latin typeface="Syne" panose="020B0604020202020204" charset="0"/>
              </a:rPr>
              <a:t>Pillar Analysis: Park Space</a:t>
            </a:r>
          </a:p>
        </p:txBody>
      </p:sp>
      <p:pic>
        <p:nvPicPr>
          <p:cNvPr id="4429" name="Picture 4428">
            <a:extLst>
              <a:ext uri="{FF2B5EF4-FFF2-40B4-BE49-F238E27FC236}">
                <a16:creationId xmlns:a16="http://schemas.microsoft.com/office/drawing/2014/main" id="{23443B74-7893-C315-D4D2-D0F1BA6B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101" y="4037418"/>
            <a:ext cx="3809163" cy="894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434" name="Shape 18">
            <a:extLst>
              <a:ext uri="{FF2B5EF4-FFF2-40B4-BE49-F238E27FC236}">
                <a16:creationId xmlns:a16="http://schemas.microsoft.com/office/drawing/2014/main" id="{E3AC9069-DC95-919D-1CE9-2C02115E1A98}"/>
              </a:ext>
            </a:extLst>
          </p:cNvPr>
          <p:cNvSpPr/>
          <p:nvPr/>
        </p:nvSpPr>
        <p:spPr>
          <a:xfrm>
            <a:off x="3974523" y="1109710"/>
            <a:ext cx="5100320" cy="2784348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4435" name="Shape 19">
            <a:extLst>
              <a:ext uri="{FF2B5EF4-FFF2-40B4-BE49-F238E27FC236}">
                <a16:creationId xmlns:a16="http://schemas.microsoft.com/office/drawing/2014/main" id="{BFF50C45-6B1F-2992-0961-9A5284A60574}"/>
              </a:ext>
            </a:extLst>
          </p:cNvPr>
          <p:cNvSpPr/>
          <p:nvPr/>
        </p:nvSpPr>
        <p:spPr>
          <a:xfrm>
            <a:off x="3974523" y="1109710"/>
            <a:ext cx="51003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4436" name="Image 1" descr="preencoded.png">
            <a:extLst>
              <a:ext uri="{FF2B5EF4-FFF2-40B4-BE49-F238E27FC236}">
                <a16:creationId xmlns:a16="http://schemas.microsoft.com/office/drawing/2014/main" id="{69F2DA23-1881-F95C-DA83-F6FF2EC1A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394" y="1155430"/>
            <a:ext cx="470799" cy="384048"/>
          </a:xfrm>
          <a:prstGeom prst="rect">
            <a:avLst/>
          </a:prstGeom>
        </p:spPr>
      </p:pic>
      <p:sp>
        <p:nvSpPr>
          <p:cNvPr id="4437" name="Text 20">
            <a:extLst>
              <a:ext uri="{FF2B5EF4-FFF2-40B4-BE49-F238E27FC236}">
                <a16:creationId xmlns:a16="http://schemas.microsoft.com/office/drawing/2014/main" id="{EF425D01-7B26-F589-8015-8CD519D20350}"/>
              </a:ext>
            </a:extLst>
          </p:cNvPr>
          <p:cNvSpPr/>
          <p:nvPr/>
        </p:nvSpPr>
        <p:spPr>
          <a:xfrm>
            <a:off x="4550595" y="1182862"/>
            <a:ext cx="42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PILLAR 04 – PARK SPACE </a:t>
            </a:r>
          </a:p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(Park Coverage)</a:t>
            </a:r>
            <a:endParaRPr lang="en-US" sz="1500">
              <a:latin typeface="Syne" panose="020B0604020202020204" charset="0"/>
            </a:endParaRPr>
          </a:p>
        </p:txBody>
      </p:sp>
      <p:sp>
        <p:nvSpPr>
          <p:cNvPr id="4438" name="Text 21">
            <a:extLst>
              <a:ext uri="{FF2B5EF4-FFF2-40B4-BE49-F238E27FC236}">
                <a16:creationId xmlns:a16="http://schemas.microsoft.com/office/drawing/2014/main" id="{504D9001-CE96-C9C2-141E-C50CCDFE2293}"/>
              </a:ext>
            </a:extLst>
          </p:cNvPr>
          <p:cNvSpPr/>
          <p:nvPr/>
        </p:nvSpPr>
        <p:spPr>
          <a:xfrm>
            <a:off x="4093395" y="1704070"/>
            <a:ext cx="1513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3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4439" name="Text 22">
            <a:extLst>
              <a:ext uri="{FF2B5EF4-FFF2-40B4-BE49-F238E27FC236}">
                <a16:creationId xmlns:a16="http://schemas.microsoft.com/office/drawing/2014/main" id="{0A515FA9-EF13-53A8-B223-8E2C60171ED1}"/>
              </a:ext>
            </a:extLst>
          </p:cNvPr>
          <p:cNvSpPr/>
          <p:nvPr/>
        </p:nvSpPr>
        <p:spPr>
          <a:xfrm>
            <a:off x="5346122" y="1704070"/>
            <a:ext cx="37287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Park area as % of total community polygon area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40" name="Text 23">
            <a:extLst>
              <a:ext uri="{FF2B5EF4-FFF2-40B4-BE49-F238E27FC236}">
                <a16:creationId xmlns:a16="http://schemas.microsoft.com/office/drawing/2014/main" id="{86B2761D-38B4-3F9C-047E-22191561A17F}"/>
              </a:ext>
            </a:extLst>
          </p:cNvPr>
          <p:cNvSpPr/>
          <p:nvPr/>
        </p:nvSpPr>
        <p:spPr>
          <a:xfrm>
            <a:off x="4093395" y="2142982"/>
            <a:ext cx="1513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Filtered:</a:t>
            </a:r>
            <a:endParaRPr lang="en-US" sz="13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4441" name="Text 24">
            <a:extLst>
              <a:ext uri="{FF2B5EF4-FFF2-40B4-BE49-F238E27FC236}">
                <a16:creationId xmlns:a16="http://schemas.microsoft.com/office/drawing/2014/main" id="{E88CEB1F-440C-B106-00EF-D79A3B34B879}"/>
              </a:ext>
            </a:extLst>
          </p:cNvPr>
          <p:cNvSpPr/>
          <p:nvPr/>
        </p:nvSpPr>
        <p:spPr>
          <a:xfrm>
            <a:off x="5346122" y="2142982"/>
            <a:ext cx="37287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Removed major destination parks (Nose Hill, Fish Creek, etc.)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42" name="Text 25">
            <a:extLst>
              <a:ext uri="{FF2B5EF4-FFF2-40B4-BE49-F238E27FC236}">
                <a16:creationId xmlns:a16="http://schemas.microsoft.com/office/drawing/2014/main" id="{68BBA1E3-932B-B35C-197C-1A2362317418}"/>
              </a:ext>
            </a:extLst>
          </p:cNvPr>
          <p:cNvSpPr/>
          <p:nvPr/>
        </p:nvSpPr>
        <p:spPr>
          <a:xfrm>
            <a:off x="4093395" y="2581894"/>
            <a:ext cx="1513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13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4443" name="Text 26">
            <a:extLst>
              <a:ext uri="{FF2B5EF4-FFF2-40B4-BE49-F238E27FC236}">
                <a16:creationId xmlns:a16="http://schemas.microsoft.com/office/drawing/2014/main" id="{E4349179-1310-9030-41FA-92BDB8D5B0D9}"/>
              </a:ext>
            </a:extLst>
          </p:cNvPr>
          <p:cNvSpPr/>
          <p:nvPr/>
        </p:nvSpPr>
        <p:spPr>
          <a:xfrm>
            <a:off x="5346122" y="2581894"/>
            <a:ext cx="37287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Higher coverage in western, central, and southern communities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44" name="Text 27">
            <a:extLst>
              <a:ext uri="{FF2B5EF4-FFF2-40B4-BE49-F238E27FC236}">
                <a16:creationId xmlns:a16="http://schemas.microsoft.com/office/drawing/2014/main" id="{362528D5-1940-3E38-DF3E-5DF611D98D66}"/>
              </a:ext>
            </a:extLst>
          </p:cNvPr>
          <p:cNvSpPr/>
          <p:nvPr/>
        </p:nvSpPr>
        <p:spPr>
          <a:xfrm>
            <a:off x="4093395" y="3020806"/>
            <a:ext cx="1513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Low Areas:</a:t>
            </a:r>
            <a:endParaRPr lang="en-US" sz="13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4445" name="Text 28">
            <a:extLst>
              <a:ext uri="{FF2B5EF4-FFF2-40B4-BE49-F238E27FC236}">
                <a16:creationId xmlns:a16="http://schemas.microsoft.com/office/drawing/2014/main" id="{3D904F85-1D2C-939D-9BE9-58FFDBF93710}"/>
              </a:ext>
            </a:extLst>
          </p:cNvPr>
          <p:cNvSpPr/>
          <p:nvPr/>
        </p:nvSpPr>
        <p:spPr>
          <a:xfrm>
            <a:off x="5346122" y="3020806"/>
            <a:ext cx="37287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Eastern and outer-edge communities have fewer park assets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4446" name="Text 29">
            <a:extLst>
              <a:ext uri="{FF2B5EF4-FFF2-40B4-BE49-F238E27FC236}">
                <a16:creationId xmlns:a16="http://schemas.microsoft.com/office/drawing/2014/main" id="{4C0254D9-EBF2-A124-F54A-15112694E6EF}"/>
              </a:ext>
            </a:extLst>
          </p:cNvPr>
          <p:cNvSpPr/>
          <p:nvPr/>
        </p:nvSpPr>
        <p:spPr>
          <a:xfrm>
            <a:off x="4093395" y="3459718"/>
            <a:ext cx="1513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13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4447" name="Text 30">
            <a:extLst>
              <a:ext uri="{FF2B5EF4-FFF2-40B4-BE49-F238E27FC236}">
                <a16:creationId xmlns:a16="http://schemas.microsoft.com/office/drawing/2014/main" id="{5349F2F7-4CD1-3E30-3AFC-37B213B4DE07}"/>
              </a:ext>
            </a:extLst>
          </p:cNvPr>
          <p:cNvSpPr/>
          <p:nvPr/>
        </p:nvSpPr>
        <p:spPr>
          <a:xfrm>
            <a:off x="5346122" y="3459718"/>
            <a:ext cx="37287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High-density core communities trade space for park proximity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0A19B9-31B6-30A9-E422-C4E34B6C0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9070"/>
            <a:ext cx="3974523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7419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>
          <a:extLst>
            <a:ext uri="{FF2B5EF4-FFF2-40B4-BE49-F238E27FC236}">
              <a16:creationId xmlns:a16="http://schemas.microsoft.com/office/drawing/2014/main" id="{AD56A8DA-5A4A-6F59-13CE-AD2FBDB6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7" name="Google Shape;1477;p40">
            <a:extLst>
              <a:ext uri="{FF2B5EF4-FFF2-40B4-BE49-F238E27FC236}">
                <a16:creationId xmlns:a16="http://schemas.microsoft.com/office/drawing/2014/main" id="{D8544CFF-507D-45F6-779F-B3B8D6C4CF36}"/>
              </a:ext>
            </a:extLst>
          </p:cNvPr>
          <p:cNvGrpSpPr/>
          <p:nvPr/>
        </p:nvGrpSpPr>
        <p:grpSpPr>
          <a:xfrm flipH="1">
            <a:off x="5855035" y="-232220"/>
            <a:ext cx="3466041" cy="5435847"/>
            <a:chOff x="456923" y="1019567"/>
            <a:chExt cx="1732327" cy="2716837"/>
          </a:xfrm>
          <a:solidFill>
            <a:schemeClr val="tx1"/>
          </a:solidFill>
        </p:grpSpPr>
        <p:sp>
          <p:nvSpPr>
            <p:cNvPr id="1478" name="Google Shape;1478;p40">
              <a:extLst>
                <a:ext uri="{FF2B5EF4-FFF2-40B4-BE49-F238E27FC236}">
                  <a16:creationId xmlns:a16="http://schemas.microsoft.com/office/drawing/2014/main" id="{DF08F395-01F7-4287-34FD-04D40CAF6DF6}"/>
                </a:ext>
              </a:extLst>
            </p:cNvPr>
            <p:cNvSpPr/>
            <p:nvPr/>
          </p:nvSpPr>
          <p:spPr>
            <a:xfrm>
              <a:off x="1441631" y="3309803"/>
              <a:ext cx="3278" cy="61879"/>
            </a:xfrm>
            <a:custGeom>
              <a:avLst/>
              <a:gdLst/>
              <a:ahLst/>
              <a:cxnLst/>
              <a:rect l="l" t="t" r="r" b="b"/>
              <a:pathLst>
                <a:path w="33" h="623" extrusionOk="0">
                  <a:moveTo>
                    <a:pt x="16" y="1"/>
                  </a:moveTo>
                  <a:lnTo>
                    <a:pt x="0" y="17"/>
                  </a:lnTo>
                  <a:lnTo>
                    <a:pt x="0" y="607"/>
                  </a:lnTo>
                  <a:cubicBezTo>
                    <a:pt x="0" y="623"/>
                    <a:pt x="16" y="623"/>
                    <a:pt x="16" y="623"/>
                  </a:cubicBezTo>
                  <a:cubicBezTo>
                    <a:pt x="16" y="623"/>
                    <a:pt x="33" y="623"/>
                    <a:pt x="33" y="607"/>
                  </a:cubicBezTo>
                  <a:lnTo>
                    <a:pt x="33" y="17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0">
              <a:extLst>
                <a:ext uri="{FF2B5EF4-FFF2-40B4-BE49-F238E27FC236}">
                  <a16:creationId xmlns:a16="http://schemas.microsoft.com/office/drawing/2014/main" id="{E04F1068-8366-AD2F-AC5D-205F7FFE6FB3}"/>
                </a:ext>
              </a:extLst>
            </p:cNvPr>
            <p:cNvSpPr/>
            <p:nvPr/>
          </p:nvSpPr>
          <p:spPr>
            <a:xfrm>
              <a:off x="1765828" y="2683062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1"/>
                  </a:moveTo>
                  <a:cubicBezTo>
                    <a:pt x="0" y="81"/>
                    <a:pt x="0" y="182"/>
                    <a:pt x="20" y="267"/>
                  </a:cubicBezTo>
                  <a:cubicBezTo>
                    <a:pt x="20" y="352"/>
                    <a:pt x="20" y="437"/>
                    <a:pt x="0" y="522"/>
                  </a:cubicBezTo>
                  <a:lnTo>
                    <a:pt x="0" y="538"/>
                  </a:lnTo>
                  <a:lnTo>
                    <a:pt x="20" y="538"/>
                  </a:lnTo>
                  <a:lnTo>
                    <a:pt x="20" y="522"/>
                  </a:lnTo>
                  <a:cubicBezTo>
                    <a:pt x="37" y="437"/>
                    <a:pt x="37" y="352"/>
                    <a:pt x="37" y="267"/>
                  </a:cubicBezTo>
                  <a:cubicBezTo>
                    <a:pt x="37" y="182"/>
                    <a:pt x="37" y="102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0">
              <a:extLst>
                <a:ext uri="{FF2B5EF4-FFF2-40B4-BE49-F238E27FC236}">
                  <a16:creationId xmlns:a16="http://schemas.microsoft.com/office/drawing/2014/main" id="{6090675B-BB78-4104-B370-1AB704BCB04E}"/>
                </a:ext>
              </a:extLst>
            </p:cNvPr>
            <p:cNvSpPr/>
            <p:nvPr/>
          </p:nvSpPr>
          <p:spPr>
            <a:xfrm>
              <a:off x="706130" y="1872173"/>
              <a:ext cx="4867" cy="63469"/>
            </a:xfrm>
            <a:custGeom>
              <a:avLst/>
              <a:gdLst/>
              <a:ahLst/>
              <a:cxnLst/>
              <a:rect l="l" t="t" r="r" b="b"/>
              <a:pathLst>
                <a:path w="49" h="639" extrusionOk="0">
                  <a:moveTo>
                    <a:pt x="17" y="1"/>
                  </a:moveTo>
                  <a:cubicBezTo>
                    <a:pt x="17" y="1"/>
                    <a:pt x="0" y="1"/>
                    <a:pt x="0" y="17"/>
                  </a:cubicBezTo>
                  <a:cubicBezTo>
                    <a:pt x="17" y="85"/>
                    <a:pt x="0" y="166"/>
                    <a:pt x="0" y="251"/>
                  </a:cubicBezTo>
                  <a:cubicBezTo>
                    <a:pt x="0" y="368"/>
                    <a:pt x="0" y="505"/>
                    <a:pt x="17" y="639"/>
                  </a:cubicBezTo>
                  <a:lnTo>
                    <a:pt x="49" y="639"/>
                  </a:lnTo>
                  <a:cubicBezTo>
                    <a:pt x="33" y="505"/>
                    <a:pt x="33" y="368"/>
                    <a:pt x="33" y="251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0">
              <a:extLst>
                <a:ext uri="{FF2B5EF4-FFF2-40B4-BE49-F238E27FC236}">
                  <a16:creationId xmlns:a16="http://schemas.microsoft.com/office/drawing/2014/main" id="{DD676536-2219-2B4E-39E7-1173E617D017}"/>
                </a:ext>
              </a:extLst>
            </p:cNvPr>
            <p:cNvSpPr/>
            <p:nvPr/>
          </p:nvSpPr>
          <p:spPr>
            <a:xfrm>
              <a:off x="1643857" y="3002094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0"/>
                  </a:moveTo>
                  <a:cubicBezTo>
                    <a:pt x="16" y="121"/>
                    <a:pt x="16" y="239"/>
                    <a:pt x="16" y="340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6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37" y="691"/>
                  </a:lnTo>
                  <a:cubicBezTo>
                    <a:pt x="53" y="659"/>
                    <a:pt x="53" y="626"/>
                    <a:pt x="53" y="590"/>
                  </a:cubicBezTo>
                  <a:lnTo>
                    <a:pt x="53" y="558"/>
                  </a:lnTo>
                  <a:lnTo>
                    <a:pt x="53" y="340"/>
                  </a:lnTo>
                  <a:cubicBezTo>
                    <a:pt x="53" y="239"/>
                    <a:pt x="53" y="121"/>
                    <a:pt x="69" y="20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0">
              <a:extLst>
                <a:ext uri="{FF2B5EF4-FFF2-40B4-BE49-F238E27FC236}">
                  <a16:creationId xmlns:a16="http://schemas.microsoft.com/office/drawing/2014/main" id="{9974E711-C748-818E-44E5-CDBA2632DFFB}"/>
                </a:ext>
              </a:extLst>
            </p:cNvPr>
            <p:cNvSpPr/>
            <p:nvPr/>
          </p:nvSpPr>
          <p:spPr>
            <a:xfrm>
              <a:off x="1739308" y="2107673"/>
              <a:ext cx="170640" cy="389751"/>
            </a:xfrm>
            <a:custGeom>
              <a:avLst/>
              <a:gdLst/>
              <a:ahLst/>
              <a:cxnLst/>
              <a:rect l="l" t="t" r="r" b="b"/>
              <a:pathLst>
                <a:path w="1718" h="3924" extrusionOk="0">
                  <a:moveTo>
                    <a:pt x="17" y="1"/>
                  </a:moveTo>
                  <a:lnTo>
                    <a:pt x="1" y="17"/>
                  </a:lnTo>
                  <a:cubicBezTo>
                    <a:pt x="1" y="154"/>
                    <a:pt x="85" y="255"/>
                    <a:pt x="166" y="356"/>
                  </a:cubicBezTo>
                  <a:cubicBezTo>
                    <a:pt x="186" y="389"/>
                    <a:pt x="219" y="441"/>
                    <a:pt x="235" y="473"/>
                  </a:cubicBezTo>
                  <a:cubicBezTo>
                    <a:pt x="724" y="1229"/>
                    <a:pt x="1213" y="2004"/>
                    <a:pt x="1633" y="2663"/>
                  </a:cubicBezTo>
                  <a:cubicBezTo>
                    <a:pt x="1665" y="2711"/>
                    <a:pt x="1665" y="2764"/>
                    <a:pt x="1665" y="2812"/>
                  </a:cubicBezTo>
                  <a:lnTo>
                    <a:pt x="1665" y="3031"/>
                  </a:lnTo>
                  <a:lnTo>
                    <a:pt x="1665" y="3552"/>
                  </a:lnTo>
                  <a:lnTo>
                    <a:pt x="1665" y="3604"/>
                  </a:lnTo>
                  <a:cubicBezTo>
                    <a:pt x="1665" y="3705"/>
                    <a:pt x="1649" y="3806"/>
                    <a:pt x="1701" y="3907"/>
                  </a:cubicBezTo>
                  <a:lnTo>
                    <a:pt x="1717" y="3923"/>
                  </a:lnTo>
                  <a:lnTo>
                    <a:pt x="1717" y="3907"/>
                  </a:lnTo>
                  <a:cubicBezTo>
                    <a:pt x="1681" y="3806"/>
                    <a:pt x="1681" y="3705"/>
                    <a:pt x="1681" y="3604"/>
                  </a:cubicBezTo>
                  <a:cubicBezTo>
                    <a:pt x="1681" y="3588"/>
                    <a:pt x="1701" y="3572"/>
                    <a:pt x="1701" y="3552"/>
                  </a:cubicBezTo>
                  <a:lnTo>
                    <a:pt x="1701" y="3031"/>
                  </a:lnTo>
                  <a:lnTo>
                    <a:pt x="1701" y="2812"/>
                  </a:lnTo>
                  <a:cubicBezTo>
                    <a:pt x="1701" y="2764"/>
                    <a:pt x="1701" y="2711"/>
                    <a:pt x="1649" y="2643"/>
                  </a:cubicBezTo>
                  <a:cubicBezTo>
                    <a:pt x="1229" y="1988"/>
                    <a:pt x="740" y="1213"/>
                    <a:pt x="267" y="457"/>
                  </a:cubicBezTo>
                  <a:cubicBezTo>
                    <a:pt x="235" y="421"/>
                    <a:pt x="219" y="372"/>
                    <a:pt x="186" y="340"/>
                  </a:cubicBezTo>
                  <a:cubicBezTo>
                    <a:pt x="102" y="239"/>
                    <a:pt x="33" y="15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0">
              <a:extLst>
                <a:ext uri="{FF2B5EF4-FFF2-40B4-BE49-F238E27FC236}">
                  <a16:creationId xmlns:a16="http://schemas.microsoft.com/office/drawing/2014/main" id="{74CDB2FD-CEF2-9171-7996-F393EF524DDC}"/>
                </a:ext>
              </a:extLst>
            </p:cNvPr>
            <p:cNvSpPr/>
            <p:nvPr/>
          </p:nvSpPr>
          <p:spPr>
            <a:xfrm>
              <a:off x="1749340" y="1674814"/>
              <a:ext cx="163787" cy="374455"/>
            </a:xfrm>
            <a:custGeom>
              <a:avLst/>
              <a:gdLst/>
              <a:ahLst/>
              <a:cxnLst/>
              <a:rect l="l" t="t" r="r" b="b"/>
              <a:pathLst>
                <a:path w="1649" h="3770" extrusionOk="0">
                  <a:moveTo>
                    <a:pt x="1" y="0"/>
                  </a:moveTo>
                  <a:lnTo>
                    <a:pt x="1" y="16"/>
                  </a:lnTo>
                  <a:cubicBezTo>
                    <a:pt x="118" y="117"/>
                    <a:pt x="186" y="255"/>
                    <a:pt x="251" y="388"/>
                  </a:cubicBezTo>
                  <a:cubicBezTo>
                    <a:pt x="267" y="420"/>
                    <a:pt x="287" y="473"/>
                    <a:pt x="304" y="505"/>
                  </a:cubicBezTo>
                  <a:cubicBezTo>
                    <a:pt x="554" y="961"/>
                    <a:pt x="809" y="1398"/>
                    <a:pt x="1043" y="1834"/>
                  </a:cubicBezTo>
                  <a:cubicBezTo>
                    <a:pt x="1213" y="2121"/>
                    <a:pt x="1362" y="2408"/>
                    <a:pt x="1532" y="2694"/>
                  </a:cubicBezTo>
                  <a:cubicBezTo>
                    <a:pt x="1580" y="2779"/>
                    <a:pt x="1616" y="2844"/>
                    <a:pt x="1564" y="2961"/>
                  </a:cubicBezTo>
                  <a:cubicBezTo>
                    <a:pt x="1532" y="3030"/>
                    <a:pt x="1548" y="3115"/>
                    <a:pt x="1548" y="3199"/>
                  </a:cubicBezTo>
                  <a:lnTo>
                    <a:pt x="1548" y="3300"/>
                  </a:lnTo>
                  <a:lnTo>
                    <a:pt x="1548" y="3365"/>
                  </a:lnTo>
                  <a:cubicBezTo>
                    <a:pt x="1548" y="3502"/>
                    <a:pt x="1548" y="3636"/>
                    <a:pt x="1600" y="3753"/>
                  </a:cubicBezTo>
                  <a:lnTo>
                    <a:pt x="1616" y="3769"/>
                  </a:lnTo>
                  <a:lnTo>
                    <a:pt x="1616" y="3753"/>
                  </a:lnTo>
                  <a:cubicBezTo>
                    <a:pt x="1580" y="3620"/>
                    <a:pt x="1580" y="3502"/>
                    <a:pt x="1580" y="3365"/>
                  </a:cubicBezTo>
                  <a:lnTo>
                    <a:pt x="1580" y="3300"/>
                  </a:lnTo>
                  <a:lnTo>
                    <a:pt x="1580" y="3183"/>
                  </a:lnTo>
                  <a:cubicBezTo>
                    <a:pt x="1564" y="3115"/>
                    <a:pt x="1564" y="3030"/>
                    <a:pt x="1580" y="2961"/>
                  </a:cubicBezTo>
                  <a:cubicBezTo>
                    <a:pt x="1649" y="2844"/>
                    <a:pt x="1600" y="2759"/>
                    <a:pt x="1548" y="2678"/>
                  </a:cubicBezTo>
                  <a:cubicBezTo>
                    <a:pt x="1398" y="2391"/>
                    <a:pt x="1229" y="2105"/>
                    <a:pt x="1075" y="1834"/>
                  </a:cubicBezTo>
                  <a:cubicBezTo>
                    <a:pt x="825" y="1398"/>
                    <a:pt x="570" y="941"/>
                    <a:pt x="336" y="489"/>
                  </a:cubicBezTo>
                  <a:cubicBezTo>
                    <a:pt x="320" y="456"/>
                    <a:pt x="287" y="420"/>
                    <a:pt x="267" y="372"/>
                  </a:cubicBezTo>
                  <a:cubicBezTo>
                    <a:pt x="203" y="255"/>
                    <a:pt x="134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0">
              <a:extLst>
                <a:ext uri="{FF2B5EF4-FFF2-40B4-BE49-F238E27FC236}">
                  <a16:creationId xmlns:a16="http://schemas.microsoft.com/office/drawing/2014/main" id="{A6CEB10E-06C7-0305-A753-DC011A1E8A84}"/>
                </a:ext>
              </a:extLst>
            </p:cNvPr>
            <p:cNvSpPr/>
            <p:nvPr/>
          </p:nvSpPr>
          <p:spPr>
            <a:xfrm>
              <a:off x="848164" y="3301360"/>
              <a:ext cx="354392" cy="229242"/>
            </a:xfrm>
            <a:custGeom>
              <a:avLst/>
              <a:gdLst/>
              <a:ahLst/>
              <a:cxnLst/>
              <a:rect l="l" t="t" r="r" b="b"/>
              <a:pathLst>
                <a:path w="3568" h="2308" extrusionOk="0">
                  <a:moveTo>
                    <a:pt x="3551" y="1"/>
                  </a:moveTo>
                  <a:lnTo>
                    <a:pt x="3519" y="17"/>
                  </a:lnTo>
                  <a:cubicBezTo>
                    <a:pt x="3063" y="154"/>
                    <a:pt x="2610" y="304"/>
                    <a:pt x="2170" y="457"/>
                  </a:cubicBezTo>
                  <a:cubicBezTo>
                    <a:pt x="1701" y="607"/>
                    <a:pt x="1229" y="760"/>
                    <a:pt x="776" y="894"/>
                  </a:cubicBezTo>
                  <a:cubicBezTo>
                    <a:pt x="554" y="978"/>
                    <a:pt x="336" y="1047"/>
                    <a:pt x="118" y="1112"/>
                  </a:cubicBezTo>
                  <a:cubicBezTo>
                    <a:pt x="69" y="1128"/>
                    <a:pt x="33" y="1164"/>
                    <a:pt x="33" y="1229"/>
                  </a:cubicBezTo>
                  <a:cubicBezTo>
                    <a:pt x="33" y="1584"/>
                    <a:pt x="33" y="1887"/>
                    <a:pt x="17" y="2174"/>
                  </a:cubicBezTo>
                  <a:cubicBezTo>
                    <a:pt x="1" y="2207"/>
                    <a:pt x="17" y="2223"/>
                    <a:pt x="17" y="2259"/>
                  </a:cubicBezTo>
                  <a:cubicBezTo>
                    <a:pt x="33" y="2275"/>
                    <a:pt x="33" y="2291"/>
                    <a:pt x="33" y="2291"/>
                  </a:cubicBezTo>
                  <a:cubicBezTo>
                    <a:pt x="33" y="2307"/>
                    <a:pt x="49" y="2307"/>
                    <a:pt x="49" y="2307"/>
                  </a:cubicBezTo>
                  <a:lnTo>
                    <a:pt x="69" y="2291"/>
                  </a:lnTo>
                  <a:cubicBezTo>
                    <a:pt x="49" y="2275"/>
                    <a:pt x="49" y="2259"/>
                    <a:pt x="49" y="2259"/>
                  </a:cubicBezTo>
                  <a:cubicBezTo>
                    <a:pt x="49" y="2223"/>
                    <a:pt x="33" y="2207"/>
                    <a:pt x="33" y="2174"/>
                  </a:cubicBezTo>
                  <a:cubicBezTo>
                    <a:pt x="49" y="1887"/>
                    <a:pt x="69" y="1584"/>
                    <a:pt x="69" y="1229"/>
                  </a:cubicBezTo>
                  <a:cubicBezTo>
                    <a:pt x="69" y="1180"/>
                    <a:pt x="85" y="1148"/>
                    <a:pt x="134" y="1128"/>
                  </a:cubicBezTo>
                  <a:cubicBezTo>
                    <a:pt x="352" y="1063"/>
                    <a:pt x="574" y="995"/>
                    <a:pt x="792" y="926"/>
                  </a:cubicBezTo>
                  <a:cubicBezTo>
                    <a:pt x="1245" y="776"/>
                    <a:pt x="1717" y="643"/>
                    <a:pt x="2170" y="473"/>
                  </a:cubicBezTo>
                  <a:cubicBezTo>
                    <a:pt x="2626" y="320"/>
                    <a:pt x="3079" y="187"/>
                    <a:pt x="3519" y="37"/>
                  </a:cubicBezTo>
                  <a:lnTo>
                    <a:pt x="3568" y="17"/>
                  </a:lnTo>
                  <a:lnTo>
                    <a:pt x="35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0">
              <a:extLst>
                <a:ext uri="{FF2B5EF4-FFF2-40B4-BE49-F238E27FC236}">
                  <a16:creationId xmlns:a16="http://schemas.microsoft.com/office/drawing/2014/main" id="{B6CC1C55-6148-CA60-7FF4-6C7DD6D3E6C1}"/>
                </a:ext>
              </a:extLst>
            </p:cNvPr>
            <p:cNvSpPr/>
            <p:nvPr/>
          </p:nvSpPr>
          <p:spPr>
            <a:xfrm>
              <a:off x="1528640" y="1976564"/>
              <a:ext cx="192293" cy="387268"/>
            </a:xfrm>
            <a:custGeom>
              <a:avLst/>
              <a:gdLst/>
              <a:ahLst/>
              <a:cxnLst/>
              <a:rect l="l" t="t" r="r" b="b"/>
              <a:pathLst>
                <a:path w="1936" h="3899" extrusionOk="0">
                  <a:moveTo>
                    <a:pt x="22" y="1"/>
                  </a:moveTo>
                  <a:cubicBezTo>
                    <a:pt x="17" y="1"/>
                    <a:pt x="17" y="8"/>
                    <a:pt x="17" y="8"/>
                  </a:cubicBezTo>
                  <a:cubicBezTo>
                    <a:pt x="1" y="8"/>
                    <a:pt x="17" y="24"/>
                    <a:pt x="17" y="24"/>
                  </a:cubicBezTo>
                  <a:cubicBezTo>
                    <a:pt x="49" y="44"/>
                    <a:pt x="86" y="77"/>
                    <a:pt x="102" y="109"/>
                  </a:cubicBezTo>
                  <a:cubicBezTo>
                    <a:pt x="102" y="125"/>
                    <a:pt x="118" y="125"/>
                    <a:pt x="118" y="145"/>
                  </a:cubicBezTo>
                  <a:cubicBezTo>
                    <a:pt x="267" y="363"/>
                    <a:pt x="405" y="582"/>
                    <a:pt x="554" y="800"/>
                  </a:cubicBezTo>
                  <a:cubicBezTo>
                    <a:pt x="974" y="1422"/>
                    <a:pt x="1415" y="2096"/>
                    <a:pt x="1851" y="2735"/>
                  </a:cubicBezTo>
                  <a:cubicBezTo>
                    <a:pt x="1903" y="2803"/>
                    <a:pt x="1920" y="2852"/>
                    <a:pt x="1920" y="2937"/>
                  </a:cubicBezTo>
                  <a:lnTo>
                    <a:pt x="1920" y="3728"/>
                  </a:lnTo>
                  <a:lnTo>
                    <a:pt x="1920" y="3745"/>
                  </a:lnTo>
                  <a:cubicBezTo>
                    <a:pt x="1920" y="3797"/>
                    <a:pt x="1920" y="3846"/>
                    <a:pt x="1867" y="3882"/>
                  </a:cubicBezTo>
                  <a:lnTo>
                    <a:pt x="1867" y="3898"/>
                  </a:lnTo>
                  <a:lnTo>
                    <a:pt x="1903" y="3898"/>
                  </a:lnTo>
                  <a:cubicBezTo>
                    <a:pt x="1936" y="3846"/>
                    <a:pt x="1936" y="3797"/>
                    <a:pt x="1936" y="3745"/>
                  </a:cubicBezTo>
                  <a:lnTo>
                    <a:pt x="1936" y="3728"/>
                  </a:lnTo>
                  <a:lnTo>
                    <a:pt x="1936" y="2937"/>
                  </a:lnTo>
                  <a:cubicBezTo>
                    <a:pt x="1936" y="2852"/>
                    <a:pt x="1920" y="2787"/>
                    <a:pt x="1867" y="2719"/>
                  </a:cubicBezTo>
                  <a:cubicBezTo>
                    <a:pt x="1431" y="2080"/>
                    <a:pt x="995" y="1422"/>
                    <a:pt x="570" y="784"/>
                  </a:cubicBezTo>
                  <a:cubicBezTo>
                    <a:pt x="421" y="565"/>
                    <a:pt x="288" y="347"/>
                    <a:pt x="134" y="125"/>
                  </a:cubicBezTo>
                  <a:cubicBezTo>
                    <a:pt x="134" y="125"/>
                    <a:pt x="134" y="109"/>
                    <a:pt x="118" y="93"/>
                  </a:cubicBezTo>
                  <a:cubicBezTo>
                    <a:pt x="102" y="60"/>
                    <a:pt x="65" y="24"/>
                    <a:pt x="33" y="8"/>
                  </a:cubicBezTo>
                  <a:cubicBezTo>
                    <a:pt x="28" y="3"/>
                    <a:pt x="24" y="1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0">
              <a:extLst>
                <a:ext uri="{FF2B5EF4-FFF2-40B4-BE49-F238E27FC236}">
                  <a16:creationId xmlns:a16="http://schemas.microsoft.com/office/drawing/2014/main" id="{4E398C48-CAAC-4BB9-3B5F-FC6A713A6478}"/>
                </a:ext>
              </a:extLst>
            </p:cNvPr>
            <p:cNvSpPr/>
            <p:nvPr/>
          </p:nvSpPr>
          <p:spPr>
            <a:xfrm>
              <a:off x="787973" y="345869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33" y="150"/>
                    <a:pt x="17" y="303"/>
                    <a:pt x="17" y="437"/>
                  </a:cubicBezTo>
                  <a:lnTo>
                    <a:pt x="17" y="675"/>
                  </a:lnTo>
                  <a:lnTo>
                    <a:pt x="17" y="808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8"/>
                  </a:lnTo>
                  <a:lnTo>
                    <a:pt x="49" y="675"/>
                  </a:lnTo>
                  <a:lnTo>
                    <a:pt x="49" y="437"/>
                  </a:lnTo>
                  <a:cubicBezTo>
                    <a:pt x="49" y="303"/>
                    <a:pt x="49" y="150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0">
              <a:extLst>
                <a:ext uri="{FF2B5EF4-FFF2-40B4-BE49-F238E27FC236}">
                  <a16:creationId xmlns:a16="http://schemas.microsoft.com/office/drawing/2014/main" id="{211B6CE6-2C6B-C047-8B0E-C4A9D4A74AF9}"/>
                </a:ext>
              </a:extLst>
            </p:cNvPr>
            <p:cNvSpPr/>
            <p:nvPr/>
          </p:nvSpPr>
          <p:spPr>
            <a:xfrm>
              <a:off x="1521886" y="2181570"/>
              <a:ext cx="195869" cy="337506"/>
            </a:xfrm>
            <a:custGeom>
              <a:avLst/>
              <a:gdLst/>
              <a:ahLst/>
              <a:cxnLst/>
              <a:rect l="l" t="t" r="r" b="b"/>
              <a:pathLst>
                <a:path w="1972" h="3398" extrusionOk="0">
                  <a:moveTo>
                    <a:pt x="53" y="0"/>
                  </a:moveTo>
                  <a:lnTo>
                    <a:pt x="32" y="16"/>
                  </a:lnTo>
                  <a:cubicBezTo>
                    <a:pt x="0" y="117"/>
                    <a:pt x="0" y="251"/>
                    <a:pt x="32" y="404"/>
                  </a:cubicBezTo>
                  <a:lnTo>
                    <a:pt x="32" y="570"/>
                  </a:lnTo>
                  <a:cubicBezTo>
                    <a:pt x="16" y="687"/>
                    <a:pt x="16" y="808"/>
                    <a:pt x="117" y="925"/>
                  </a:cubicBezTo>
                  <a:cubicBezTo>
                    <a:pt x="202" y="1026"/>
                    <a:pt x="287" y="1127"/>
                    <a:pt x="356" y="1244"/>
                  </a:cubicBezTo>
                  <a:cubicBezTo>
                    <a:pt x="388" y="1293"/>
                    <a:pt x="436" y="1345"/>
                    <a:pt x="473" y="1394"/>
                  </a:cubicBezTo>
                  <a:cubicBezTo>
                    <a:pt x="909" y="2000"/>
                    <a:pt x="1265" y="2505"/>
                    <a:pt x="1600" y="2977"/>
                  </a:cubicBezTo>
                  <a:cubicBezTo>
                    <a:pt x="1648" y="3030"/>
                    <a:pt x="1685" y="3078"/>
                    <a:pt x="1717" y="3131"/>
                  </a:cubicBezTo>
                  <a:cubicBezTo>
                    <a:pt x="1769" y="3195"/>
                    <a:pt x="1818" y="3264"/>
                    <a:pt x="1870" y="3333"/>
                  </a:cubicBezTo>
                  <a:cubicBezTo>
                    <a:pt x="1887" y="3365"/>
                    <a:pt x="1903" y="3397"/>
                    <a:pt x="1951" y="3397"/>
                  </a:cubicBezTo>
                  <a:cubicBezTo>
                    <a:pt x="1971" y="3397"/>
                    <a:pt x="1971" y="3381"/>
                    <a:pt x="1971" y="3381"/>
                  </a:cubicBezTo>
                  <a:cubicBezTo>
                    <a:pt x="1971" y="3365"/>
                    <a:pt x="1951" y="3365"/>
                    <a:pt x="1951" y="3365"/>
                  </a:cubicBezTo>
                  <a:cubicBezTo>
                    <a:pt x="1919" y="3365"/>
                    <a:pt x="1903" y="3349"/>
                    <a:pt x="1887" y="3313"/>
                  </a:cubicBezTo>
                  <a:cubicBezTo>
                    <a:pt x="1834" y="3248"/>
                    <a:pt x="1786" y="3179"/>
                    <a:pt x="1733" y="3111"/>
                  </a:cubicBezTo>
                  <a:cubicBezTo>
                    <a:pt x="1701" y="3062"/>
                    <a:pt x="1669" y="3010"/>
                    <a:pt x="1632" y="2961"/>
                  </a:cubicBezTo>
                  <a:cubicBezTo>
                    <a:pt x="1297" y="2489"/>
                    <a:pt x="925" y="1984"/>
                    <a:pt x="489" y="1394"/>
                  </a:cubicBezTo>
                  <a:cubicBezTo>
                    <a:pt x="457" y="1329"/>
                    <a:pt x="420" y="1277"/>
                    <a:pt x="372" y="1228"/>
                  </a:cubicBezTo>
                  <a:cubicBezTo>
                    <a:pt x="303" y="1111"/>
                    <a:pt x="218" y="1010"/>
                    <a:pt x="133" y="909"/>
                  </a:cubicBezTo>
                  <a:cubicBezTo>
                    <a:pt x="53" y="808"/>
                    <a:pt x="53" y="687"/>
                    <a:pt x="53" y="570"/>
                  </a:cubicBezTo>
                  <a:cubicBezTo>
                    <a:pt x="69" y="521"/>
                    <a:pt x="69" y="453"/>
                    <a:pt x="53" y="384"/>
                  </a:cubicBezTo>
                  <a:cubicBezTo>
                    <a:pt x="32" y="251"/>
                    <a:pt x="32" y="133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0">
              <a:extLst>
                <a:ext uri="{FF2B5EF4-FFF2-40B4-BE49-F238E27FC236}">
                  <a16:creationId xmlns:a16="http://schemas.microsoft.com/office/drawing/2014/main" id="{9F91AB7C-9F80-3203-9977-8C3A590F052E}"/>
                </a:ext>
              </a:extLst>
            </p:cNvPr>
            <p:cNvSpPr/>
            <p:nvPr/>
          </p:nvSpPr>
          <p:spPr>
            <a:xfrm>
              <a:off x="2083569" y="2671044"/>
              <a:ext cx="103596" cy="267681"/>
            </a:xfrm>
            <a:custGeom>
              <a:avLst/>
              <a:gdLst/>
              <a:ahLst/>
              <a:cxnLst/>
              <a:rect l="l" t="t" r="r" b="b"/>
              <a:pathLst>
                <a:path w="1043" h="2695" extrusionOk="0">
                  <a:moveTo>
                    <a:pt x="33" y="1"/>
                  </a:moveTo>
                  <a:cubicBezTo>
                    <a:pt x="1" y="21"/>
                    <a:pt x="1" y="69"/>
                    <a:pt x="1" y="102"/>
                  </a:cubicBezTo>
                  <a:lnTo>
                    <a:pt x="1" y="122"/>
                  </a:lnTo>
                  <a:lnTo>
                    <a:pt x="1" y="425"/>
                  </a:lnTo>
                  <a:lnTo>
                    <a:pt x="1" y="776"/>
                  </a:lnTo>
                  <a:cubicBezTo>
                    <a:pt x="1" y="845"/>
                    <a:pt x="17" y="909"/>
                    <a:pt x="53" y="962"/>
                  </a:cubicBezTo>
                  <a:cubicBezTo>
                    <a:pt x="154" y="1111"/>
                    <a:pt x="271" y="1281"/>
                    <a:pt x="372" y="1435"/>
                  </a:cubicBezTo>
                  <a:cubicBezTo>
                    <a:pt x="522" y="1685"/>
                    <a:pt x="691" y="1940"/>
                    <a:pt x="877" y="2190"/>
                  </a:cubicBezTo>
                  <a:cubicBezTo>
                    <a:pt x="978" y="2323"/>
                    <a:pt x="1011" y="2445"/>
                    <a:pt x="994" y="2594"/>
                  </a:cubicBezTo>
                  <a:cubicBezTo>
                    <a:pt x="994" y="2626"/>
                    <a:pt x="994" y="2663"/>
                    <a:pt x="978" y="2679"/>
                  </a:cubicBezTo>
                  <a:lnTo>
                    <a:pt x="978" y="2695"/>
                  </a:lnTo>
                  <a:lnTo>
                    <a:pt x="994" y="2695"/>
                  </a:lnTo>
                  <a:cubicBezTo>
                    <a:pt x="1027" y="2663"/>
                    <a:pt x="1027" y="2626"/>
                    <a:pt x="1027" y="2594"/>
                  </a:cubicBezTo>
                  <a:cubicBezTo>
                    <a:pt x="1043" y="2445"/>
                    <a:pt x="994" y="2307"/>
                    <a:pt x="893" y="2174"/>
                  </a:cubicBezTo>
                  <a:cubicBezTo>
                    <a:pt x="724" y="1919"/>
                    <a:pt x="558" y="1669"/>
                    <a:pt x="388" y="1414"/>
                  </a:cubicBezTo>
                  <a:cubicBezTo>
                    <a:pt x="287" y="1265"/>
                    <a:pt x="186" y="1095"/>
                    <a:pt x="69" y="946"/>
                  </a:cubicBezTo>
                  <a:cubicBezTo>
                    <a:pt x="33" y="893"/>
                    <a:pt x="17" y="845"/>
                    <a:pt x="33" y="776"/>
                  </a:cubicBezTo>
                  <a:lnTo>
                    <a:pt x="33" y="425"/>
                  </a:lnTo>
                  <a:lnTo>
                    <a:pt x="33" y="122"/>
                  </a:lnTo>
                  <a:lnTo>
                    <a:pt x="33" y="102"/>
                  </a:lnTo>
                  <a:cubicBezTo>
                    <a:pt x="17" y="69"/>
                    <a:pt x="17" y="37"/>
                    <a:pt x="53" y="21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0">
              <a:extLst>
                <a:ext uri="{FF2B5EF4-FFF2-40B4-BE49-F238E27FC236}">
                  <a16:creationId xmlns:a16="http://schemas.microsoft.com/office/drawing/2014/main" id="{F45BC22F-8B71-2417-56C9-B971C5C73910}"/>
                </a:ext>
              </a:extLst>
            </p:cNvPr>
            <p:cNvSpPr/>
            <p:nvPr/>
          </p:nvSpPr>
          <p:spPr>
            <a:xfrm>
              <a:off x="1765828" y="2368500"/>
              <a:ext cx="5264" cy="57112"/>
            </a:xfrm>
            <a:custGeom>
              <a:avLst/>
              <a:gdLst/>
              <a:ahLst/>
              <a:cxnLst/>
              <a:rect l="l" t="t" r="r" b="b"/>
              <a:pathLst>
                <a:path w="53" h="575" extrusionOk="0">
                  <a:moveTo>
                    <a:pt x="37" y="1"/>
                  </a:moveTo>
                  <a:cubicBezTo>
                    <a:pt x="37" y="1"/>
                    <a:pt x="20" y="1"/>
                    <a:pt x="20" y="17"/>
                  </a:cubicBezTo>
                  <a:cubicBezTo>
                    <a:pt x="0" y="118"/>
                    <a:pt x="0" y="239"/>
                    <a:pt x="20" y="356"/>
                  </a:cubicBezTo>
                  <a:lnTo>
                    <a:pt x="20" y="558"/>
                  </a:lnTo>
                  <a:cubicBezTo>
                    <a:pt x="0" y="558"/>
                    <a:pt x="20" y="574"/>
                    <a:pt x="20" y="574"/>
                  </a:cubicBezTo>
                  <a:cubicBezTo>
                    <a:pt x="37" y="574"/>
                    <a:pt x="37" y="558"/>
                    <a:pt x="37" y="558"/>
                  </a:cubicBezTo>
                  <a:lnTo>
                    <a:pt x="37" y="356"/>
                  </a:lnTo>
                  <a:cubicBezTo>
                    <a:pt x="37" y="239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0">
              <a:extLst>
                <a:ext uri="{FF2B5EF4-FFF2-40B4-BE49-F238E27FC236}">
                  <a16:creationId xmlns:a16="http://schemas.microsoft.com/office/drawing/2014/main" id="{E41B5219-8DD8-CA8C-7B86-F0D1DAB047EF}"/>
                </a:ext>
              </a:extLst>
            </p:cNvPr>
            <p:cNvSpPr/>
            <p:nvPr/>
          </p:nvSpPr>
          <p:spPr>
            <a:xfrm>
              <a:off x="1287876" y="3119198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33" y="187"/>
                    <a:pt x="17" y="356"/>
                    <a:pt x="17" y="522"/>
                  </a:cubicBezTo>
                  <a:lnTo>
                    <a:pt x="17" y="538"/>
                  </a:lnTo>
                  <a:cubicBezTo>
                    <a:pt x="1" y="692"/>
                    <a:pt x="1" y="841"/>
                    <a:pt x="17" y="978"/>
                  </a:cubicBezTo>
                  <a:cubicBezTo>
                    <a:pt x="17" y="995"/>
                    <a:pt x="17" y="995"/>
                    <a:pt x="33" y="995"/>
                  </a:cubicBezTo>
                  <a:lnTo>
                    <a:pt x="33" y="978"/>
                  </a:lnTo>
                  <a:cubicBezTo>
                    <a:pt x="17" y="841"/>
                    <a:pt x="33" y="692"/>
                    <a:pt x="33" y="558"/>
                  </a:cubicBezTo>
                  <a:lnTo>
                    <a:pt x="33" y="522"/>
                  </a:lnTo>
                  <a:cubicBezTo>
                    <a:pt x="49" y="356"/>
                    <a:pt x="49" y="187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0">
              <a:extLst>
                <a:ext uri="{FF2B5EF4-FFF2-40B4-BE49-F238E27FC236}">
                  <a16:creationId xmlns:a16="http://schemas.microsoft.com/office/drawing/2014/main" id="{FE006FDC-BDA6-1132-E0CA-D7C7B00C0F9F}"/>
                </a:ext>
              </a:extLst>
            </p:cNvPr>
            <p:cNvSpPr/>
            <p:nvPr/>
          </p:nvSpPr>
          <p:spPr>
            <a:xfrm>
              <a:off x="1419978" y="1028010"/>
              <a:ext cx="767186" cy="1407634"/>
            </a:xfrm>
            <a:custGeom>
              <a:avLst/>
              <a:gdLst/>
              <a:ahLst/>
              <a:cxnLst/>
              <a:rect l="l" t="t" r="r" b="b"/>
              <a:pathLst>
                <a:path w="7724" h="14172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117"/>
                    <a:pt x="150" y="234"/>
                    <a:pt x="202" y="351"/>
                  </a:cubicBezTo>
                  <a:cubicBezTo>
                    <a:pt x="234" y="384"/>
                    <a:pt x="251" y="436"/>
                    <a:pt x="271" y="485"/>
                  </a:cubicBezTo>
                  <a:cubicBezTo>
                    <a:pt x="723" y="1277"/>
                    <a:pt x="1159" y="2085"/>
                    <a:pt x="1600" y="2876"/>
                  </a:cubicBezTo>
                  <a:lnTo>
                    <a:pt x="1802" y="3248"/>
                  </a:lnTo>
                  <a:cubicBezTo>
                    <a:pt x="1967" y="3551"/>
                    <a:pt x="2137" y="3870"/>
                    <a:pt x="2307" y="4173"/>
                  </a:cubicBezTo>
                  <a:cubicBezTo>
                    <a:pt x="2509" y="4524"/>
                    <a:pt x="2711" y="4896"/>
                    <a:pt x="2896" y="5252"/>
                  </a:cubicBezTo>
                  <a:cubicBezTo>
                    <a:pt x="3078" y="5555"/>
                    <a:pt x="3248" y="5874"/>
                    <a:pt x="3418" y="6177"/>
                  </a:cubicBezTo>
                  <a:cubicBezTo>
                    <a:pt x="3603" y="6512"/>
                    <a:pt x="3805" y="6867"/>
                    <a:pt x="3987" y="7219"/>
                  </a:cubicBezTo>
                  <a:cubicBezTo>
                    <a:pt x="4141" y="7490"/>
                    <a:pt x="4290" y="7756"/>
                    <a:pt x="4428" y="8011"/>
                  </a:cubicBezTo>
                  <a:cubicBezTo>
                    <a:pt x="4593" y="8314"/>
                    <a:pt x="4763" y="8633"/>
                    <a:pt x="4932" y="8936"/>
                  </a:cubicBezTo>
                  <a:cubicBezTo>
                    <a:pt x="5050" y="9170"/>
                    <a:pt x="5183" y="9408"/>
                    <a:pt x="5320" y="9627"/>
                  </a:cubicBezTo>
                  <a:cubicBezTo>
                    <a:pt x="5502" y="9962"/>
                    <a:pt x="5704" y="10317"/>
                    <a:pt x="5890" y="10669"/>
                  </a:cubicBezTo>
                  <a:cubicBezTo>
                    <a:pt x="6092" y="11040"/>
                    <a:pt x="6294" y="11412"/>
                    <a:pt x="6496" y="11764"/>
                  </a:cubicBezTo>
                  <a:cubicBezTo>
                    <a:pt x="6649" y="12050"/>
                    <a:pt x="6815" y="12353"/>
                    <a:pt x="6985" y="12656"/>
                  </a:cubicBezTo>
                  <a:lnTo>
                    <a:pt x="7053" y="12790"/>
                  </a:lnTo>
                  <a:cubicBezTo>
                    <a:pt x="7239" y="13145"/>
                    <a:pt x="7441" y="13497"/>
                    <a:pt x="7623" y="13836"/>
                  </a:cubicBezTo>
                  <a:cubicBezTo>
                    <a:pt x="7692" y="13937"/>
                    <a:pt x="7692" y="14038"/>
                    <a:pt x="7659" y="14155"/>
                  </a:cubicBezTo>
                  <a:lnTo>
                    <a:pt x="7659" y="14171"/>
                  </a:lnTo>
                  <a:lnTo>
                    <a:pt x="7675" y="14171"/>
                  </a:lnTo>
                  <a:cubicBezTo>
                    <a:pt x="7724" y="14038"/>
                    <a:pt x="7708" y="13937"/>
                    <a:pt x="7659" y="13816"/>
                  </a:cubicBezTo>
                  <a:cubicBezTo>
                    <a:pt x="7457" y="13480"/>
                    <a:pt x="7271" y="13129"/>
                    <a:pt x="7086" y="12773"/>
                  </a:cubicBezTo>
                  <a:lnTo>
                    <a:pt x="7001" y="12640"/>
                  </a:lnTo>
                  <a:cubicBezTo>
                    <a:pt x="6851" y="12337"/>
                    <a:pt x="6682" y="12050"/>
                    <a:pt x="6512" y="11747"/>
                  </a:cubicBezTo>
                  <a:cubicBezTo>
                    <a:pt x="6330" y="11392"/>
                    <a:pt x="6108" y="11024"/>
                    <a:pt x="5926" y="10653"/>
                  </a:cubicBezTo>
                  <a:cubicBezTo>
                    <a:pt x="5740" y="10301"/>
                    <a:pt x="5538" y="9946"/>
                    <a:pt x="5336" y="9610"/>
                  </a:cubicBezTo>
                  <a:cubicBezTo>
                    <a:pt x="5219" y="9392"/>
                    <a:pt x="5082" y="9154"/>
                    <a:pt x="4949" y="8920"/>
                  </a:cubicBezTo>
                  <a:cubicBezTo>
                    <a:pt x="4779" y="8617"/>
                    <a:pt x="4613" y="8298"/>
                    <a:pt x="4444" y="7995"/>
                  </a:cubicBezTo>
                  <a:cubicBezTo>
                    <a:pt x="4310" y="7740"/>
                    <a:pt x="4157" y="7473"/>
                    <a:pt x="4024" y="7203"/>
                  </a:cubicBezTo>
                  <a:cubicBezTo>
                    <a:pt x="3822" y="6867"/>
                    <a:pt x="3636" y="6512"/>
                    <a:pt x="3434" y="6161"/>
                  </a:cubicBezTo>
                  <a:cubicBezTo>
                    <a:pt x="3264" y="5858"/>
                    <a:pt x="3098" y="5555"/>
                    <a:pt x="2929" y="5231"/>
                  </a:cubicBezTo>
                  <a:cubicBezTo>
                    <a:pt x="2727" y="4880"/>
                    <a:pt x="2525" y="4508"/>
                    <a:pt x="2339" y="4157"/>
                  </a:cubicBezTo>
                  <a:cubicBezTo>
                    <a:pt x="2169" y="3854"/>
                    <a:pt x="2004" y="3551"/>
                    <a:pt x="1834" y="3232"/>
                  </a:cubicBezTo>
                  <a:lnTo>
                    <a:pt x="1616" y="2860"/>
                  </a:lnTo>
                  <a:cubicBezTo>
                    <a:pt x="1196" y="2068"/>
                    <a:pt x="739" y="1260"/>
                    <a:pt x="303" y="469"/>
                  </a:cubicBezTo>
                  <a:cubicBezTo>
                    <a:pt x="271" y="420"/>
                    <a:pt x="251" y="368"/>
                    <a:pt x="234" y="335"/>
                  </a:cubicBezTo>
                  <a:cubicBezTo>
                    <a:pt x="170" y="218"/>
                    <a:pt x="117" y="101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0">
              <a:extLst>
                <a:ext uri="{FF2B5EF4-FFF2-40B4-BE49-F238E27FC236}">
                  <a16:creationId xmlns:a16="http://schemas.microsoft.com/office/drawing/2014/main" id="{1C33C67A-966F-64B7-BAFA-E61F2D6FFBC2}"/>
                </a:ext>
              </a:extLst>
            </p:cNvPr>
            <p:cNvSpPr/>
            <p:nvPr/>
          </p:nvSpPr>
          <p:spPr>
            <a:xfrm>
              <a:off x="1645446" y="1846944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21" y="0"/>
                  </a:moveTo>
                  <a:lnTo>
                    <a:pt x="0" y="16"/>
                  </a:lnTo>
                  <a:lnTo>
                    <a:pt x="0" y="541"/>
                  </a:lnTo>
                  <a:lnTo>
                    <a:pt x="21" y="557"/>
                  </a:lnTo>
                  <a:lnTo>
                    <a:pt x="37" y="541"/>
                  </a:lnTo>
                  <a:lnTo>
                    <a:pt x="37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0">
              <a:extLst>
                <a:ext uri="{FF2B5EF4-FFF2-40B4-BE49-F238E27FC236}">
                  <a16:creationId xmlns:a16="http://schemas.microsoft.com/office/drawing/2014/main" id="{FA0E646A-473E-D88D-3322-32B6E070764A}"/>
                </a:ext>
              </a:extLst>
            </p:cNvPr>
            <p:cNvSpPr/>
            <p:nvPr/>
          </p:nvSpPr>
          <p:spPr>
            <a:xfrm>
              <a:off x="941629" y="1557611"/>
              <a:ext cx="5364" cy="70322"/>
            </a:xfrm>
            <a:custGeom>
              <a:avLst/>
              <a:gdLst/>
              <a:ahLst/>
              <a:cxnLst/>
              <a:rect l="l" t="t" r="r" b="b"/>
              <a:pathLst>
                <a:path w="54" h="708" extrusionOk="0">
                  <a:moveTo>
                    <a:pt x="17" y="0"/>
                  </a:moveTo>
                  <a:lnTo>
                    <a:pt x="17" y="21"/>
                  </a:lnTo>
                  <a:lnTo>
                    <a:pt x="17" y="271"/>
                  </a:lnTo>
                  <a:cubicBezTo>
                    <a:pt x="17" y="404"/>
                    <a:pt x="1" y="558"/>
                    <a:pt x="17" y="691"/>
                  </a:cubicBezTo>
                  <a:lnTo>
                    <a:pt x="37" y="707"/>
                  </a:lnTo>
                  <a:cubicBezTo>
                    <a:pt x="53" y="707"/>
                    <a:pt x="53" y="691"/>
                    <a:pt x="53" y="691"/>
                  </a:cubicBezTo>
                  <a:cubicBezTo>
                    <a:pt x="37" y="558"/>
                    <a:pt x="37" y="404"/>
                    <a:pt x="37" y="271"/>
                  </a:cubicBezTo>
                  <a:lnTo>
                    <a:pt x="37" y="21"/>
                  </a:lnTo>
                  <a:cubicBezTo>
                    <a:pt x="37" y="0"/>
                    <a:pt x="3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0">
              <a:extLst>
                <a:ext uri="{FF2B5EF4-FFF2-40B4-BE49-F238E27FC236}">
                  <a16:creationId xmlns:a16="http://schemas.microsoft.com/office/drawing/2014/main" id="{C471DEB8-B64C-1601-B654-74B45AC15992}"/>
                </a:ext>
              </a:extLst>
            </p:cNvPr>
            <p:cNvSpPr/>
            <p:nvPr/>
          </p:nvSpPr>
          <p:spPr>
            <a:xfrm>
              <a:off x="1416701" y="2650980"/>
              <a:ext cx="80354" cy="83930"/>
            </a:xfrm>
            <a:custGeom>
              <a:avLst/>
              <a:gdLst/>
              <a:ahLst/>
              <a:cxnLst/>
              <a:rect l="l" t="t" r="r" b="b"/>
              <a:pathLst>
                <a:path w="809" h="845" extrusionOk="0">
                  <a:moveTo>
                    <a:pt x="17" y="1"/>
                  </a:moveTo>
                  <a:cubicBezTo>
                    <a:pt x="1" y="1"/>
                    <a:pt x="1" y="21"/>
                    <a:pt x="1" y="21"/>
                  </a:cubicBezTo>
                  <a:cubicBezTo>
                    <a:pt x="1" y="37"/>
                    <a:pt x="1" y="37"/>
                    <a:pt x="17" y="37"/>
                  </a:cubicBezTo>
                  <a:cubicBezTo>
                    <a:pt x="65" y="37"/>
                    <a:pt x="82" y="69"/>
                    <a:pt x="118" y="102"/>
                  </a:cubicBezTo>
                  <a:cubicBezTo>
                    <a:pt x="183" y="186"/>
                    <a:pt x="267" y="287"/>
                    <a:pt x="352" y="372"/>
                  </a:cubicBezTo>
                  <a:cubicBezTo>
                    <a:pt x="453" y="489"/>
                    <a:pt x="554" y="606"/>
                    <a:pt x="639" y="728"/>
                  </a:cubicBezTo>
                  <a:cubicBezTo>
                    <a:pt x="671" y="776"/>
                    <a:pt x="708" y="829"/>
                    <a:pt x="788" y="845"/>
                  </a:cubicBezTo>
                  <a:cubicBezTo>
                    <a:pt x="788" y="845"/>
                    <a:pt x="809" y="845"/>
                    <a:pt x="809" y="829"/>
                  </a:cubicBezTo>
                  <a:cubicBezTo>
                    <a:pt x="809" y="829"/>
                    <a:pt x="788" y="829"/>
                    <a:pt x="788" y="808"/>
                  </a:cubicBezTo>
                  <a:cubicBezTo>
                    <a:pt x="724" y="808"/>
                    <a:pt x="687" y="760"/>
                    <a:pt x="655" y="707"/>
                  </a:cubicBezTo>
                  <a:cubicBezTo>
                    <a:pt x="570" y="590"/>
                    <a:pt x="469" y="473"/>
                    <a:pt x="368" y="356"/>
                  </a:cubicBezTo>
                  <a:cubicBezTo>
                    <a:pt x="284" y="271"/>
                    <a:pt x="203" y="170"/>
                    <a:pt x="134" y="85"/>
                  </a:cubicBezTo>
                  <a:cubicBezTo>
                    <a:pt x="102" y="5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0">
              <a:extLst>
                <a:ext uri="{FF2B5EF4-FFF2-40B4-BE49-F238E27FC236}">
                  <a16:creationId xmlns:a16="http://schemas.microsoft.com/office/drawing/2014/main" id="{0C5252BF-9EA0-C9DB-1780-A8FFB1F49570}"/>
                </a:ext>
              </a:extLst>
            </p:cNvPr>
            <p:cNvSpPr/>
            <p:nvPr/>
          </p:nvSpPr>
          <p:spPr>
            <a:xfrm>
              <a:off x="980167" y="3064272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33" y="81"/>
                    <a:pt x="17" y="166"/>
                    <a:pt x="17" y="251"/>
                  </a:cubicBezTo>
                  <a:cubicBezTo>
                    <a:pt x="1" y="303"/>
                    <a:pt x="1" y="352"/>
                    <a:pt x="1" y="421"/>
                  </a:cubicBezTo>
                  <a:lnTo>
                    <a:pt x="1" y="606"/>
                  </a:lnTo>
                  <a:cubicBezTo>
                    <a:pt x="1" y="707"/>
                    <a:pt x="1" y="808"/>
                    <a:pt x="17" y="909"/>
                  </a:cubicBezTo>
                  <a:cubicBezTo>
                    <a:pt x="17" y="925"/>
                    <a:pt x="17" y="925"/>
                    <a:pt x="33" y="925"/>
                  </a:cubicBezTo>
                  <a:cubicBezTo>
                    <a:pt x="33" y="925"/>
                    <a:pt x="53" y="925"/>
                    <a:pt x="53" y="909"/>
                  </a:cubicBezTo>
                  <a:cubicBezTo>
                    <a:pt x="17" y="808"/>
                    <a:pt x="33" y="707"/>
                    <a:pt x="33" y="606"/>
                  </a:cubicBezTo>
                  <a:lnTo>
                    <a:pt x="33" y="421"/>
                  </a:lnTo>
                  <a:lnTo>
                    <a:pt x="33" y="251"/>
                  </a:lnTo>
                  <a:cubicBezTo>
                    <a:pt x="53" y="166"/>
                    <a:pt x="53" y="81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0">
              <a:extLst>
                <a:ext uri="{FF2B5EF4-FFF2-40B4-BE49-F238E27FC236}">
                  <a16:creationId xmlns:a16="http://schemas.microsoft.com/office/drawing/2014/main" id="{50336125-EB95-5A7F-F18B-449B5BC8F481}"/>
                </a:ext>
              </a:extLst>
            </p:cNvPr>
            <p:cNvSpPr/>
            <p:nvPr/>
          </p:nvSpPr>
          <p:spPr>
            <a:xfrm>
              <a:off x="1739308" y="2438723"/>
              <a:ext cx="169051" cy="356378"/>
            </a:xfrm>
            <a:custGeom>
              <a:avLst/>
              <a:gdLst/>
              <a:ahLst/>
              <a:cxnLst/>
              <a:rect l="l" t="t" r="r" b="b"/>
              <a:pathLst>
                <a:path w="1702" h="358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18"/>
                    <a:pt x="65" y="203"/>
                    <a:pt x="134" y="287"/>
                  </a:cubicBezTo>
                  <a:cubicBezTo>
                    <a:pt x="134" y="287"/>
                    <a:pt x="150" y="304"/>
                    <a:pt x="150" y="320"/>
                  </a:cubicBezTo>
                  <a:cubicBezTo>
                    <a:pt x="554" y="861"/>
                    <a:pt x="926" y="1414"/>
                    <a:pt x="1277" y="1919"/>
                  </a:cubicBezTo>
                  <a:cubicBezTo>
                    <a:pt x="1314" y="1988"/>
                    <a:pt x="1362" y="2037"/>
                    <a:pt x="1415" y="2089"/>
                  </a:cubicBezTo>
                  <a:cubicBezTo>
                    <a:pt x="1516" y="2222"/>
                    <a:pt x="1616" y="2360"/>
                    <a:pt x="1649" y="2525"/>
                  </a:cubicBezTo>
                  <a:cubicBezTo>
                    <a:pt x="1665" y="2663"/>
                    <a:pt x="1665" y="2812"/>
                    <a:pt x="1665" y="2945"/>
                  </a:cubicBezTo>
                  <a:cubicBezTo>
                    <a:pt x="1665" y="3014"/>
                    <a:pt x="1649" y="3083"/>
                    <a:pt x="1649" y="3147"/>
                  </a:cubicBezTo>
                  <a:cubicBezTo>
                    <a:pt x="1649" y="3168"/>
                    <a:pt x="1649" y="3184"/>
                    <a:pt x="1665" y="3200"/>
                  </a:cubicBezTo>
                  <a:cubicBezTo>
                    <a:pt x="1665" y="3232"/>
                    <a:pt x="1665" y="3269"/>
                    <a:pt x="1649" y="3285"/>
                  </a:cubicBezTo>
                  <a:cubicBezTo>
                    <a:pt x="1616" y="3370"/>
                    <a:pt x="1633" y="3434"/>
                    <a:pt x="1649" y="3519"/>
                  </a:cubicBezTo>
                  <a:cubicBezTo>
                    <a:pt x="1665" y="3535"/>
                    <a:pt x="1665" y="3551"/>
                    <a:pt x="1665" y="3572"/>
                  </a:cubicBezTo>
                  <a:cubicBezTo>
                    <a:pt x="1665" y="3588"/>
                    <a:pt x="1681" y="3588"/>
                    <a:pt x="1681" y="3588"/>
                  </a:cubicBezTo>
                  <a:cubicBezTo>
                    <a:pt x="1701" y="3588"/>
                    <a:pt x="1701" y="3588"/>
                    <a:pt x="1701" y="3572"/>
                  </a:cubicBezTo>
                  <a:cubicBezTo>
                    <a:pt x="1681" y="3551"/>
                    <a:pt x="1681" y="3519"/>
                    <a:pt x="1681" y="3503"/>
                  </a:cubicBezTo>
                  <a:cubicBezTo>
                    <a:pt x="1665" y="3434"/>
                    <a:pt x="1649" y="3370"/>
                    <a:pt x="1681" y="3301"/>
                  </a:cubicBezTo>
                  <a:cubicBezTo>
                    <a:pt x="1701" y="3269"/>
                    <a:pt x="1681" y="3232"/>
                    <a:pt x="1681" y="3184"/>
                  </a:cubicBezTo>
                  <a:lnTo>
                    <a:pt x="1681" y="3147"/>
                  </a:lnTo>
                  <a:lnTo>
                    <a:pt x="1681" y="2945"/>
                  </a:lnTo>
                  <a:cubicBezTo>
                    <a:pt x="1701" y="2812"/>
                    <a:pt x="1701" y="2663"/>
                    <a:pt x="1681" y="2525"/>
                  </a:cubicBezTo>
                  <a:cubicBezTo>
                    <a:pt x="1649" y="2340"/>
                    <a:pt x="1532" y="2206"/>
                    <a:pt x="1431" y="2073"/>
                  </a:cubicBezTo>
                  <a:cubicBezTo>
                    <a:pt x="1378" y="2020"/>
                    <a:pt x="1330" y="1972"/>
                    <a:pt x="1297" y="1903"/>
                  </a:cubicBezTo>
                  <a:cubicBezTo>
                    <a:pt x="958" y="1398"/>
                    <a:pt x="570" y="861"/>
                    <a:pt x="166" y="304"/>
                  </a:cubicBezTo>
                  <a:cubicBezTo>
                    <a:pt x="166" y="287"/>
                    <a:pt x="166" y="271"/>
                    <a:pt x="150" y="271"/>
                  </a:cubicBezTo>
                  <a:cubicBezTo>
                    <a:pt x="85" y="186"/>
                    <a:pt x="33" y="102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0">
              <a:extLst>
                <a:ext uri="{FF2B5EF4-FFF2-40B4-BE49-F238E27FC236}">
                  <a16:creationId xmlns:a16="http://schemas.microsoft.com/office/drawing/2014/main" id="{AFABD68A-0515-C0A2-6E61-D3D555D8D645}"/>
                </a:ext>
              </a:extLst>
            </p:cNvPr>
            <p:cNvSpPr/>
            <p:nvPr/>
          </p:nvSpPr>
          <p:spPr>
            <a:xfrm>
              <a:off x="1291154" y="2428691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0"/>
                    <a:pt x="16" y="340"/>
                    <a:pt x="0" y="489"/>
                  </a:cubicBezTo>
                  <a:lnTo>
                    <a:pt x="0" y="542"/>
                  </a:lnTo>
                  <a:lnTo>
                    <a:pt x="0" y="861"/>
                  </a:lnTo>
                  <a:lnTo>
                    <a:pt x="33" y="861"/>
                  </a:lnTo>
                  <a:cubicBezTo>
                    <a:pt x="16" y="760"/>
                    <a:pt x="16" y="659"/>
                    <a:pt x="33" y="542"/>
                  </a:cubicBezTo>
                  <a:lnTo>
                    <a:pt x="33" y="489"/>
                  </a:lnTo>
                  <a:cubicBezTo>
                    <a:pt x="33" y="340"/>
                    <a:pt x="53" y="170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0">
              <a:extLst>
                <a:ext uri="{FF2B5EF4-FFF2-40B4-BE49-F238E27FC236}">
                  <a16:creationId xmlns:a16="http://schemas.microsoft.com/office/drawing/2014/main" id="{E7547E99-2CDD-AAA7-139C-35E7C8EC4910}"/>
                </a:ext>
              </a:extLst>
            </p:cNvPr>
            <p:cNvSpPr/>
            <p:nvPr/>
          </p:nvSpPr>
          <p:spPr>
            <a:xfrm>
              <a:off x="1841216" y="2319930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cubicBezTo>
                    <a:pt x="1" y="102"/>
                    <a:pt x="1" y="203"/>
                    <a:pt x="1" y="304"/>
                  </a:cubicBezTo>
                  <a:cubicBezTo>
                    <a:pt x="17" y="372"/>
                    <a:pt x="17" y="425"/>
                    <a:pt x="1" y="490"/>
                  </a:cubicBezTo>
                  <a:cubicBezTo>
                    <a:pt x="1" y="506"/>
                    <a:pt x="1" y="526"/>
                    <a:pt x="17" y="542"/>
                  </a:cubicBezTo>
                  <a:cubicBezTo>
                    <a:pt x="17" y="574"/>
                    <a:pt x="17" y="607"/>
                    <a:pt x="1" y="627"/>
                  </a:cubicBezTo>
                  <a:lnTo>
                    <a:pt x="1" y="643"/>
                  </a:lnTo>
                  <a:lnTo>
                    <a:pt x="1" y="659"/>
                  </a:lnTo>
                  <a:lnTo>
                    <a:pt x="17" y="643"/>
                  </a:lnTo>
                  <a:cubicBezTo>
                    <a:pt x="33" y="607"/>
                    <a:pt x="33" y="574"/>
                    <a:pt x="33" y="542"/>
                  </a:cubicBezTo>
                  <a:lnTo>
                    <a:pt x="33" y="490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0">
              <a:extLst>
                <a:ext uri="{FF2B5EF4-FFF2-40B4-BE49-F238E27FC236}">
                  <a16:creationId xmlns:a16="http://schemas.microsoft.com/office/drawing/2014/main" id="{7C03D720-6A55-D838-FBC8-9B4E75282342}"/>
                </a:ext>
              </a:extLst>
            </p:cNvPr>
            <p:cNvSpPr/>
            <p:nvPr/>
          </p:nvSpPr>
          <p:spPr>
            <a:xfrm>
              <a:off x="704540" y="2697961"/>
              <a:ext cx="1689" cy="70322"/>
            </a:xfrm>
            <a:custGeom>
              <a:avLst/>
              <a:gdLst/>
              <a:ahLst/>
              <a:cxnLst/>
              <a:rect l="l" t="t" r="r" b="b"/>
              <a:pathLst>
                <a:path w="17" h="70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691"/>
                  </a:lnTo>
                  <a:cubicBezTo>
                    <a:pt x="0" y="707"/>
                    <a:pt x="0" y="707"/>
                    <a:pt x="16" y="707"/>
                  </a:cubicBezTo>
                  <a:lnTo>
                    <a:pt x="16" y="691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0">
              <a:extLst>
                <a:ext uri="{FF2B5EF4-FFF2-40B4-BE49-F238E27FC236}">
                  <a16:creationId xmlns:a16="http://schemas.microsoft.com/office/drawing/2014/main" id="{1A1D60C4-F98B-0546-E000-45FBE75DEED3}"/>
                </a:ext>
              </a:extLst>
            </p:cNvPr>
            <p:cNvSpPr/>
            <p:nvPr/>
          </p:nvSpPr>
          <p:spPr>
            <a:xfrm>
              <a:off x="1035591" y="3545799"/>
              <a:ext cx="4867" cy="98332"/>
            </a:xfrm>
            <a:custGeom>
              <a:avLst/>
              <a:gdLst/>
              <a:ahLst/>
              <a:cxnLst/>
              <a:rect l="l" t="t" r="r" b="b"/>
              <a:pathLst>
                <a:path w="49" h="990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32" y="234"/>
                    <a:pt x="16" y="469"/>
                    <a:pt x="16" y="687"/>
                  </a:cubicBezTo>
                  <a:cubicBezTo>
                    <a:pt x="0" y="723"/>
                    <a:pt x="16" y="772"/>
                    <a:pt x="16" y="824"/>
                  </a:cubicBezTo>
                  <a:lnTo>
                    <a:pt x="16" y="974"/>
                  </a:lnTo>
                  <a:cubicBezTo>
                    <a:pt x="16" y="990"/>
                    <a:pt x="16" y="990"/>
                    <a:pt x="32" y="990"/>
                  </a:cubicBezTo>
                  <a:cubicBezTo>
                    <a:pt x="49" y="925"/>
                    <a:pt x="49" y="873"/>
                    <a:pt x="32" y="824"/>
                  </a:cubicBezTo>
                  <a:lnTo>
                    <a:pt x="32" y="687"/>
                  </a:lnTo>
                  <a:cubicBezTo>
                    <a:pt x="49" y="469"/>
                    <a:pt x="49" y="234"/>
                    <a:pt x="32" y="16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0">
              <a:extLst>
                <a:ext uri="{FF2B5EF4-FFF2-40B4-BE49-F238E27FC236}">
                  <a16:creationId xmlns:a16="http://schemas.microsoft.com/office/drawing/2014/main" id="{57920D4F-8C4E-ED1E-3B2C-629D9F816E11}"/>
                </a:ext>
              </a:extLst>
            </p:cNvPr>
            <p:cNvSpPr/>
            <p:nvPr/>
          </p:nvSpPr>
          <p:spPr>
            <a:xfrm>
              <a:off x="1765828" y="2838407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0"/>
                  </a:moveTo>
                  <a:cubicBezTo>
                    <a:pt x="0" y="101"/>
                    <a:pt x="0" y="186"/>
                    <a:pt x="20" y="271"/>
                  </a:cubicBezTo>
                  <a:cubicBezTo>
                    <a:pt x="20" y="356"/>
                    <a:pt x="20" y="436"/>
                    <a:pt x="0" y="521"/>
                  </a:cubicBezTo>
                  <a:lnTo>
                    <a:pt x="0" y="537"/>
                  </a:lnTo>
                  <a:lnTo>
                    <a:pt x="20" y="537"/>
                  </a:lnTo>
                  <a:lnTo>
                    <a:pt x="20" y="521"/>
                  </a:lnTo>
                  <a:cubicBezTo>
                    <a:pt x="37" y="436"/>
                    <a:pt x="37" y="356"/>
                    <a:pt x="37" y="271"/>
                  </a:cubicBezTo>
                  <a:cubicBezTo>
                    <a:pt x="37" y="186"/>
                    <a:pt x="37" y="101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0">
              <a:extLst>
                <a:ext uri="{FF2B5EF4-FFF2-40B4-BE49-F238E27FC236}">
                  <a16:creationId xmlns:a16="http://schemas.microsoft.com/office/drawing/2014/main" id="{0F581FEA-FE37-0655-6B74-1A9816120C4A}"/>
                </a:ext>
              </a:extLst>
            </p:cNvPr>
            <p:cNvSpPr/>
            <p:nvPr/>
          </p:nvSpPr>
          <p:spPr>
            <a:xfrm>
              <a:off x="1381440" y="2560694"/>
              <a:ext cx="5264" cy="92372"/>
            </a:xfrm>
            <a:custGeom>
              <a:avLst/>
              <a:gdLst/>
              <a:ahLst/>
              <a:cxnLst/>
              <a:rect l="l" t="t" r="r" b="b"/>
              <a:pathLst>
                <a:path w="53" h="930" extrusionOk="0">
                  <a:moveTo>
                    <a:pt x="16" y="1"/>
                  </a:moveTo>
                  <a:cubicBezTo>
                    <a:pt x="0" y="1"/>
                    <a:pt x="0" y="1"/>
                    <a:pt x="0" y="21"/>
                  </a:cubicBezTo>
                  <a:cubicBezTo>
                    <a:pt x="16" y="138"/>
                    <a:pt x="16" y="271"/>
                    <a:pt x="16" y="388"/>
                  </a:cubicBezTo>
                  <a:lnTo>
                    <a:pt x="16" y="607"/>
                  </a:lnTo>
                  <a:lnTo>
                    <a:pt x="16" y="809"/>
                  </a:lnTo>
                  <a:lnTo>
                    <a:pt x="16" y="910"/>
                  </a:lnTo>
                  <a:cubicBezTo>
                    <a:pt x="16" y="930"/>
                    <a:pt x="16" y="930"/>
                    <a:pt x="33" y="930"/>
                  </a:cubicBezTo>
                  <a:cubicBezTo>
                    <a:pt x="33" y="930"/>
                    <a:pt x="53" y="930"/>
                    <a:pt x="53" y="910"/>
                  </a:cubicBezTo>
                  <a:lnTo>
                    <a:pt x="53" y="829"/>
                  </a:lnTo>
                  <a:cubicBezTo>
                    <a:pt x="53" y="744"/>
                    <a:pt x="53" y="675"/>
                    <a:pt x="33" y="607"/>
                  </a:cubicBezTo>
                  <a:cubicBezTo>
                    <a:pt x="33" y="542"/>
                    <a:pt x="33" y="457"/>
                    <a:pt x="53" y="388"/>
                  </a:cubicBezTo>
                  <a:cubicBezTo>
                    <a:pt x="53" y="271"/>
                    <a:pt x="53" y="13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0">
              <a:extLst>
                <a:ext uri="{FF2B5EF4-FFF2-40B4-BE49-F238E27FC236}">
                  <a16:creationId xmlns:a16="http://schemas.microsoft.com/office/drawing/2014/main" id="{B50E9E9C-000B-1CDB-A2E5-1C0CFBEF8C27}"/>
                </a:ext>
              </a:extLst>
            </p:cNvPr>
            <p:cNvSpPr/>
            <p:nvPr/>
          </p:nvSpPr>
          <p:spPr>
            <a:xfrm>
              <a:off x="1735732" y="3216338"/>
              <a:ext cx="172627" cy="284169"/>
            </a:xfrm>
            <a:custGeom>
              <a:avLst/>
              <a:gdLst/>
              <a:ahLst/>
              <a:cxnLst/>
              <a:rect l="l" t="t" r="r" b="b"/>
              <a:pathLst>
                <a:path w="1738" h="2861" extrusionOk="0">
                  <a:moveTo>
                    <a:pt x="20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0" y="101"/>
                    <a:pt x="53" y="150"/>
                    <a:pt x="101" y="202"/>
                  </a:cubicBezTo>
                  <a:cubicBezTo>
                    <a:pt x="121" y="219"/>
                    <a:pt x="138" y="235"/>
                    <a:pt x="154" y="235"/>
                  </a:cubicBezTo>
                  <a:cubicBezTo>
                    <a:pt x="222" y="320"/>
                    <a:pt x="303" y="388"/>
                    <a:pt x="372" y="469"/>
                  </a:cubicBezTo>
                  <a:cubicBezTo>
                    <a:pt x="675" y="792"/>
                    <a:pt x="994" y="1127"/>
                    <a:pt x="1297" y="1479"/>
                  </a:cubicBezTo>
                  <a:cubicBezTo>
                    <a:pt x="1333" y="1515"/>
                    <a:pt x="1382" y="1564"/>
                    <a:pt x="1414" y="1600"/>
                  </a:cubicBezTo>
                  <a:cubicBezTo>
                    <a:pt x="1483" y="1665"/>
                    <a:pt x="1552" y="1733"/>
                    <a:pt x="1600" y="1802"/>
                  </a:cubicBezTo>
                  <a:cubicBezTo>
                    <a:pt x="1616" y="1818"/>
                    <a:pt x="1616" y="1818"/>
                    <a:pt x="1636" y="1834"/>
                  </a:cubicBezTo>
                  <a:cubicBezTo>
                    <a:pt x="1669" y="1867"/>
                    <a:pt x="1701" y="1903"/>
                    <a:pt x="1701" y="1952"/>
                  </a:cubicBezTo>
                  <a:cubicBezTo>
                    <a:pt x="1685" y="2121"/>
                    <a:pt x="1685" y="2287"/>
                    <a:pt x="1685" y="2440"/>
                  </a:cubicBezTo>
                  <a:cubicBezTo>
                    <a:pt x="1685" y="2541"/>
                    <a:pt x="1701" y="2642"/>
                    <a:pt x="1685" y="2727"/>
                  </a:cubicBezTo>
                  <a:cubicBezTo>
                    <a:pt x="1685" y="2760"/>
                    <a:pt x="1685" y="2812"/>
                    <a:pt x="1669" y="2844"/>
                  </a:cubicBezTo>
                  <a:lnTo>
                    <a:pt x="1669" y="2861"/>
                  </a:lnTo>
                  <a:lnTo>
                    <a:pt x="1685" y="2861"/>
                  </a:lnTo>
                  <a:cubicBezTo>
                    <a:pt x="1717" y="2812"/>
                    <a:pt x="1717" y="2776"/>
                    <a:pt x="1717" y="2727"/>
                  </a:cubicBezTo>
                  <a:lnTo>
                    <a:pt x="1717" y="2440"/>
                  </a:lnTo>
                  <a:cubicBezTo>
                    <a:pt x="1717" y="2287"/>
                    <a:pt x="1717" y="2121"/>
                    <a:pt x="1737" y="1968"/>
                  </a:cubicBezTo>
                  <a:cubicBezTo>
                    <a:pt x="1737" y="1903"/>
                    <a:pt x="1701" y="1851"/>
                    <a:pt x="1652" y="1818"/>
                  </a:cubicBezTo>
                  <a:lnTo>
                    <a:pt x="1616" y="1782"/>
                  </a:lnTo>
                  <a:cubicBezTo>
                    <a:pt x="1568" y="1717"/>
                    <a:pt x="1499" y="1649"/>
                    <a:pt x="1434" y="1580"/>
                  </a:cubicBezTo>
                  <a:cubicBezTo>
                    <a:pt x="1398" y="1548"/>
                    <a:pt x="1366" y="1499"/>
                    <a:pt x="1313" y="1463"/>
                  </a:cubicBezTo>
                  <a:cubicBezTo>
                    <a:pt x="1010" y="1111"/>
                    <a:pt x="691" y="772"/>
                    <a:pt x="388" y="453"/>
                  </a:cubicBezTo>
                  <a:cubicBezTo>
                    <a:pt x="323" y="368"/>
                    <a:pt x="239" y="303"/>
                    <a:pt x="170" y="219"/>
                  </a:cubicBezTo>
                  <a:cubicBezTo>
                    <a:pt x="154" y="202"/>
                    <a:pt x="138" y="202"/>
                    <a:pt x="121" y="186"/>
                  </a:cubicBezTo>
                  <a:cubicBezTo>
                    <a:pt x="69" y="134"/>
                    <a:pt x="37" y="85"/>
                    <a:pt x="37" y="17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0">
              <a:extLst>
                <a:ext uri="{FF2B5EF4-FFF2-40B4-BE49-F238E27FC236}">
                  <a16:creationId xmlns:a16="http://schemas.microsoft.com/office/drawing/2014/main" id="{99F7A545-E1F6-CF1D-4F51-E0EFBA3CA9C9}"/>
                </a:ext>
              </a:extLst>
            </p:cNvPr>
            <p:cNvSpPr/>
            <p:nvPr/>
          </p:nvSpPr>
          <p:spPr>
            <a:xfrm>
              <a:off x="856607" y="1937132"/>
              <a:ext cx="355981" cy="279401"/>
            </a:xfrm>
            <a:custGeom>
              <a:avLst/>
              <a:gdLst/>
              <a:ahLst/>
              <a:cxnLst/>
              <a:rect l="l" t="t" r="r" b="b"/>
              <a:pathLst>
                <a:path w="3584" h="2813" extrusionOk="0">
                  <a:moveTo>
                    <a:pt x="3535" y="1"/>
                  </a:moveTo>
                  <a:lnTo>
                    <a:pt x="3535" y="17"/>
                  </a:lnTo>
                  <a:cubicBezTo>
                    <a:pt x="3551" y="37"/>
                    <a:pt x="3551" y="53"/>
                    <a:pt x="3551" y="86"/>
                  </a:cubicBezTo>
                  <a:lnTo>
                    <a:pt x="3551" y="102"/>
                  </a:lnTo>
                  <a:lnTo>
                    <a:pt x="3551" y="320"/>
                  </a:lnTo>
                  <a:lnTo>
                    <a:pt x="3551" y="946"/>
                  </a:lnTo>
                  <a:cubicBezTo>
                    <a:pt x="3567" y="995"/>
                    <a:pt x="3551" y="1027"/>
                    <a:pt x="3483" y="1063"/>
                  </a:cubicBezTo>
                  <a:cubicBezTo>
                    <a:pt x="3180" y="1213"/>
                    <a:pt x="2860" y="1383"/>
                    <a:pt x="2557" y="1532"/>
                  </a:cubicBezTo>
                  <a:cubicBezTo>
                    <a:pt x="2339" y="1633"/>
                    <a:pt x="2121" y="1754"/>
                    <a:pt x="1903" y="1855"/>
                  </a:cubicBezTo>
                  <a:cubicBezTo>
                    <a:pt x="1531" y="2037"/>
                    <a:pt x="1144" y="2223"/>
                    <a:pt x="792" y="2409"/>
                  </a:cubicBezTo>
                  <a:lnTo>
                    <a:pt x="505" y="2542"/>
                  </a:lnTo>
                  <a:cubicBezTo>
                    <a:pt x="404" y="2611"/>
                    <a:pt x="287" y="2663"/>
                    <a:pt x="166" y="2712"/>
                  </a:cubicBezTo>
                  <a:lnTo>
                    <a:pt x="17" y="2796"/>
                  </a:lnTo>
                  <a:cubicBezTo>
                    <a:pt x="0" y="2796"/>
                    <a:pt x="0" y="2796"/>
                    <a:pt x="0" y="2813"/>
                  </a:cubicBezTo>
                  <a:lnTo>
                    <a:pt x="17" y="2813"/>
                  </a:lnTo>
                  <a:lnTo>
                    <a:pt x="186" y="2744"/>
                  </a:lnTo>
                  <a:cubicBezTo>
                    <a:pt x="303" y="2679"/>
                    <a:pt x="404" y="2627"/>
                    <a:pt x="521" y="2578"/>
                  </a:cubicBezTo>
                  <a:lnTo>
                    <a:pt x="792" y="2441"/>
                  </a:lnTo>
                  <a:cubicBezTo>
                    <a:pt x="1160" y="2259"/>
                    <a:pt x="1548" y="2073"/>
                    <a:pt x="1919" y="1887"/>
                  </a:cubicBezTo>
                  <a:cubicBezTo>
                    <a:pt x="2137" y="1770"/>
                    <a:pt x="2355" y="1669"/>
                    <a:pt x="2557" y="1552"/>
                  </a:cubicBezTo>
                  <a:cubicBezTo>
                    <a:pt x="2877" y="1399"/>
                    <a:pt x="3180" y="1249"/>
                    <a:pt x="3499" y="1080"/>
                  </a:cubicBezTo>
                  <a:cubicBezTo>
                    <a:pt x="3567" y="1047"/>
                    <a:pt x="3584" y="995"/>
                    <a:pt x="3584" y="946"/>
                  </a:cubicBezTo>
                  <a:lnTo>
                    <a:pt x="3584" y="320"/>
                  </a:lnTo>
                  <a:lnTo>
                    <a:pt x="3584" y="102"/>
                  </a:lnTo>
                  <a:lnTo>
                    <a:pt x="3584" y="86"/>
                  </a:lnTo>
                  <a:cubicBezTo>
                    <a:pt x="3584" y="53"/>
                    <a:pt x="3584" y="17"/>
                    <a:pt x="3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0">
              <a:extLst>
                <a:ext uri="{FF2B5EF4-FFF2-40B4-BE49-F238E27FC236}">
                  <a16:creationId xmlns:a16="http://schemas.microsoft.com/office/drawing/2014/main" id="{4DDBC29F-0FA3-54AB-6B1C-64D948F02FF2}"/>
                </a:ext>
              </a:extLst>
            </p:cNvPr>
            <p:cNvSpPr/>
            <p:nvPr/>
          </p:nvSpPr>
          <p:spPr>
            <a:xfrm>
              <a:off x="1521886" y="2495735"/>
              <a:ext cx="180573" cy="310987"/>
            </a:xfrm>
            <a:custGeom>
              <a:avLst/>
              <a:gdLst/>
              <a:ahLst/>
              <a:cxnLst/>
              <a:rect l="l" t="t" r="r" b="b"/>
              <a:pathLst>
                <a:path w="1818" h="3131" extrusionOk="0">
                  <a:moveTo>
                    <a:pt x="53" y="0"/>
                  </a:moveTo>
                  <a:cubicBezTo>
                    <a:pt x="16" y="32"/>
                    <a:pt x="0" y="85"/>
                    <a:pt x="0" y="117"/>
                  </a:cubicBezTo>
                  <a:cubicBezTo>
                    <a:pt x="0" y="170"/>
                    <a:pt x="16" y="234"/>
                    <a:pt x="53" y="271"/>
                  </a:cubicBezTo>
                  <a:cubicBezTo>
                    <a:pt x="202" y="404"/>
                    <a:pt x="335" y="574"/>
                    <a:pt x="457" y="739"/>
                  </a:cubicBezTo>
                  <a:cubicBezTo>
                    <a:pt x="505" y="824"/>
                    <a:pt x="574" y="909"/>
                    <a:pt x="638" y="994"/>
                  </a:cubicBezTo>
                  <a:cubicBezTo>
                    <a:pt x="893" y="1297"/>
                    <a:pt x="1127" y="1600"/>
                    <a:pt x="1366" y="1903"/>
                  </a:cubicBezTo>
                  <a:cubicBezTo>
                    <a:pt x="1467" y="2052"/>
                    <a:pt x="1584" y="2190"/>
                    <a:pt x="1685" y="2323"/>
                  </a:cubicBezTo>
                  <a:cubicBezTo>
                    <a:pt x="1749" y="2408"/>
                    <a:pt x="1786" y="2493"/>
                    <a:pt x="1786" y="2573"/>
                  </a:cubicBezTo>
                  <a:cubicBezTo>
                    <a:pt x="1769" y="2642"/>
                    <a:pt x="1769" y="2711"/>
                    <a:pt x="1786" y="2775"/>
                  </a:cubicBezTo>
                  <a:cubicBezTo>
                    <a:pt x="1786" y="2876"/>
                    <a:pt x="1786" y="2998"/>
                    <a:pt x="1749" y="3115"/>
                  </a:cubicBezTo>
                  <a:lnTo>
                    <a:pt x="1769" y="3131"/>
                  </a:lnTo>
                  <a:lnTo>
                    <a:pt x="1786" y="3115"/>
                  </a:lnTo>
                  <a:cubicBezTo>
                    <a:pt x="1818" y="2998"/>
                    <a:pt x="1802" y="2897"/>
                    <a:pt x="1802" y="2775"/>
                  </a:cubicBezTo>
                  <a:lnTo>
                    <a:pt x="1802" y="2594"/>
                  </a:lnTo>
                  <a:cubicBezTo>
                    <a:pt x="1818" y="2493"/>
                    <a:pt x="1786" y="2408"/>
                    <a:pt x="1701" y="2307"/>
                  </a:cubicBezTo>
                  <a:cubicBezTo>
                    <a:pt x="1600" y="2169"/>
                    <a:pt x="1499" y="2036"/>
                    <a:pt x="1382" y="1887"/>
                  </a:cubicBezTo>
                  <a:cubicBezTo>
                    <a:pt x="1143" y="1584"/>
                    <a:pt x="909" y="1281"/>
                    <a:pt x="659" y="978"/>
                  </a:cubicBezTo>
                  <a:cubicBezTo>
                    <a:pt x="590" y="893"/>
                    <a:pt x="537" y="808"/>
                    <a:pt x="473" y="723"/>
                  </a:cubicBezTo>
                  <a:cubicBezTo>
                    <a:pt x="356" y="554"/>
                    <a:pt x="218" y="388"/>
                    <a:pt x="69" y="251"/>
                  </a:cubicBezTo>
                  <a:cubicBezTo>
                    <a:pt x="53" y="218"/>
                    <a:pt x="16" y="170"/>
                    <a:pt x="16" y="117"/>
                  </a:cubicBezTo>
                  <a:cubicBezTo>
                    <a:pt x="16" y="85"/>
                    <a:pt x="32" y="49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0">
              <a:extLst>
                <a:ext uri="{FF2B5EF4-FFF2-40B4-BE49-F238E27FC236}">
                  <a16:creationId xmlns:a16="http://schemas.microsoft.com/office/drawing/2014/main" id="{4E73A618-B65B-3832-8F11-6DB869F2CAC3}"/>
                </a:ext>
              </a:extLst>
            </p:cNvPr>
            <p:cNvSpPr/>
            <p:nvPr/>
          </p:nvSpPr>
          <p:spPr>
            <a:xfrm>
              <a:off x="1249437" y="2820528"/>
              <a:ext cx="250796" cy="261920"/>
            </a:xfrm>
            <a:custGeom>
              <a:avLst/>
              <a:gdLst/>
              <a:ahLst/>
              <a:cxnLst/>
              <a:rect l="l" t="t" r="r" b="b"/>
              <a:pathLst>
                <a:path w="2525" h="2637" extrusionOk="0">
                  <a:moveTo>
                    <a:pt x="1612" y="0"/>
                  </a:moveTo>
                  <a:cubicBezTo>
                    <a:pt x="1585" y="0"/>
                    <a:pt x="1543" y="9"/>
                    <a:pt x="1483" y="31"/>
                  </a:cubicBezTo>
                  <a:cubicBezTo>
                    <a:pt x="1297" y="111"/>
                    <a:pt x="1111" y="180"/>
                    <a:pt x="909" y="265"/>
                  </a:cubicBezTo>
                  <a:cubicBezTo>
                    <a:pt x="622" y="366"/>
                    <a:pt x="335" y="483"/>
                    <a:pt x="49" y="600"/>
                  </a:cubicBezTo>
                  <a:cubicBezTo>
                    <a:pt x="0" y="616"/>
                    <a:pt x="0" y="637"/>
                    <a:pt x="0" y="653"/>
                  </a:cubicBezTo>
                  <a:lnTo>
                    <a:pt x="0" y="669"/>
                  </a:lnTo>
                  <a:lnTo>
                    <a:pt x="0" y="685"/>
                  </a:lnTo>
                  <a:lnTo>
                    <a:pt x="16" y="685"/>
                  </a:lnTo>
                  <a:lnTo>
                    <a:pt x="16" y="653"/>
                  </a:lnTo>
                  <a:cubicBezTo>
                    <a:pt x="16" y="637"/>
                    <a:pt x="16" y="637"/>
                    <a:pt x="49" y="616"/>
                  </a:cubicBezTo>
                  <a:cubicBezTo>
                    <a:pt x="335" y="515"/>
                    <a:pt x="638" y="398"/>
                    <a:pt x="925" y="281"/>
                  </a:cubicBezTo>
                  <a:cubicBezTo>
                    <a:pt x="1111" y="212"/>
                    <a:pt x="1313" y="132"/>
                    <a:pt x="1499" y="63"/>
                  </a:cubicBezTo>
                  <a:cubicBezTo>
                    <a:pt x="1560" y="40"/>
                    <a:pt x="1594" y="23"/>
                    <a:pt x="1614" y="23"/>
                  </a:cubicBezTo>
                  <a:cubicBezTo>
                    <a:pt x="1622" y="23"/>
                    <a:pt x="1628" y="25"/>
                    <a:pt x="1632" y="31"/>
                  </a:cubicBezTo>
                  <a:cubicBezTo>
                    <a:pt x="1665" y="47"/>
                    <a:pt x="1665" y="95"/>
                    <a:pt x="1665" y="180"/>
                  </a:cubicBezTo>
                  <a:cubicBezTo>
                    <a:pt x="1648" y="233"/>
                    <a:pt x="1648" y="297"/>
                    <a:pt x="1648" y="366"/>
                  </a:cubicBezTo>
                  <a:lnTo>
                    <a:pt x="1648" y="499"/>
                  </a:lnTo>
                  <a:cubicBezTo>
                    <a:pt x="1648" y="552"/>
                    <a:pt x="1665" y="568"/>
                    <a:pt x="1701" y="584"/>
                  </a:cubicBezTo>
                  <a:cubicBezTo>
                    <a:pt x="1766" y="669"/>
                    <a:pt x="1834" y="738"/>
                    <a:pt x="1903" y="818"/>
                  </a:cubicBezTo>
                  <a:cubicBezTo>
                    <a:pt x="2052" y="988"/>
                    <a:pt x="2222" y="1158"/>
                    <a:pt x="2371" y="1323"/>
                  </a:cubicBezTo>
                  <a:cubicBezTo>
                    <a:pt x="2456" y="1408"/>
                    <a:pt x="2509" y="1493"/>
                    <a:pt x="2493" y="1610"/>
                  </a:cubicBezTo>
                  <a:lnTo>
                    <a:pt x="2493" y="2285"/>
                  </a:lnTo>
                  <a:lnTo>
                    <a:pt x="2493" y="2454"/>
                  </a:lnTo>
                  <a:cubicBezTo>
                    <a:pt x="2493" y="2503"/>
                    <a:pt x="2493" y="2555"/>
                    <a:pt x="2472" y="2604"/>
                  </a:cubicBezTo>
                  <a:cubicBezTo>
                    <a:pt x="2456" y="2620"/>
                    <a:pt x="2472" y="2620"/>
                    <a:pt x="2472" y="2620"/>
                  </a:cubicBezTo>
                  <a:lnTo>
                    <a:pt x="2472" y="2636"/>
                  </a:lnTo>
                  <a:lnTo>
                    <a:pt x="2493" y="2620"/>
                  </a:lnTo>
                  <a:cubicBezTo>
                    <a:pt x="2525" y="2572"/>
                    <a:pt x="2525" y="2503"/>
                    <a:pt x="2525" y="2454"/>
                  </a:cubicBezTo>
                  <a:lnTo>
                    <a:pt x="2525" y="2285"/>
                  </a:lnTo>
                  <a:lnTo>
                    <a:pt x="2525" y="1610"/>
                  </a:lnTo>
                  <a:cubicBezTo>
                    <a:pt x="2525" y="1493"/>
                    <a:pt x="2493" y="1392"/>
                    <a:pt x="2392" y="1307"/>
                  </a:cubicBezTo>
                  <a:cubicBezTo>
                    <a:pt x="2238" y="1141"/>
                    <a:pt x="2068" y="956"/>
                    <a:pt x="1919" y="802"/>
                  </a:cubicBezTo>
                  <a:cubicBezTo>
                    <a:pt x="1850" y="717"/>
                    <a:pt x="1786" y="653"/>
                    <a:pt x="1717" y="568"/>
                  </a:cubicBezTo>
                  <a:cubicBezTo>
                    <a:pt x="1701" y="552"/>
                    <a:pt x="1685" y="536"/>
                    <a:pt x="1685" y="499"/>
                  </a:cubicBezTo>
                  <a:lnTo>
                    <a:pt x="1685" y="366"/>
                  </a:lnTo>
                  <a:lnTo>
                    <a:pt x="1685" y="180"/>
                  </a:lnTo>
                  <a:cubicBezTo>
                    <a:pt x="1685" y="95"/>
                    <a:pt x="1685" y="47"/>
                    <a:pt x="1648" y="10"/>
                  </a:cubicBezTo>
                  <a:cubicBezTo>
                    <a:pt x="1642" y="4"/>
                    <a:pt x="1630" y="0"/>
                    <a:pt x="16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0">
              <a:extLst>
                <a:ext uri="{FF2B5EF4-FFF2-40B4-BE49-F238E27FC236}">
                  <a16:creationId xmlns:a16="http://schemas.microsoft.com/office/drawing/2014/main" id="{ABDBB8B5-21DB-F3D5-35B6-941F3DE3E3A3}"/>
                </a:ext>
              </a:extLst>
            </p:cNvPr>
            <p:cNvSpPr/>
            <p:nvPr/>
          </p:nvSpPr>
          <p:spPr>
            <a:xfrm>
              <a:off x="852932" y="1353796"/>
              <a:ext cx="363232" cy="331050"/>
            </a:xfrm>
            <a:custGeom>
              <a:avLst/>
              <a:gdLst/>
              <a:ahLst/>
              <a:cxnLst/>
              <a:rect l="l" t="t" r="r" b="b"/>
              <a:pathLst>
                <a:path w="3657" h="3333" extrusionOk="0">
                  <a:moveTo>
                    <a:pt x="3637" y="0"/>
                  </a:moveTo>
                  <a:cubicBezTo>
                    <a:pt x="3621" y="0"/>
                    <a:pt x="3621" y="0"/>
                    <a:pt x="3621" y="16"/>
                  </a:cubicBezTo>
                  <a:cubicBezTo>
                    <a:pt x="3621" y="69"/>
                    <a:pt x="3588" y="85"/>
                    <a:pt x="3556" y="101"/>
                  </a:cubicBezTo>
                  <a:cubicBezTo>
                    <a:pt x="3536" y="117"/>
                    <a:pt x="3520" y="117"/>
                    <a:pt x="3503" y="134"/>
                  </a:cubicBezTo>
                  <a:cubicBezTo>
                    <a:pt x="3301" y="271"/>
                    <a:pt x="3083" y="388"/>
                    <a:pt x="2881" y="521"/>
                  </a:cubicBezTo>
                  <a:cubicBezTo>
                    <a:pt x="2728" y="606"/>
                    <a:pt x="2578" y="691"/>
                    <a:pt x="2445" y="792"/>
                  </a:cubicBezTo>
                  <a:cubicBezTo>
                    <a:pt x="2021" y="1042"/>
                    <a:pt x="1601" y="1297"/>
                    <a:pt x="1197" y="1531"/>
                  </a:cubicBezTo>
                  <a:cubicBezTo>
                    <a:pt x="1031" y="1632"/>
                    <a:pt x="845" y="1733"/>
                    <a:pt x="676" y="1834"/>
                  </a:cubicBezTo>
                  <a:cubicBezTo>
                    <a:pt x="607" y="1871"/>
                    <a:pt x="558" y="1903"/>
                    <a:pt x="506" y="1935"/>
                  </a:cubicBezTo>
                  <a:cubicBezTo>
                    <a:pt x="373" y="2020"/>
                    <a:pt x="255" y="2105"/>
                    <a:pt x="122" y="2174"/>
                  </a:cubicBezTo>
                  <a:cubicBezTo>
                    <a:pt x="37" y="2206"/>
                    <a:pt x="1" y="2254"/>
                    <a:pt x="21" y="2355"/>
                  </a:cubicBezTo>
                  <a:lnTo>
                    <a:pt x="21" y="3030"/>
                  </a:lnTo>
                  <a:lnTo>
                    <a:pt x="21" y="3184"/>
                  </a:lnTo>
                  <a:cubicBezTo>
                    <a:pt x="21" y="3216"/>
                    <a:pt x="21" y="3264"/>
                    <a:pt x="37" y="3317"/>
                  </a:cubicBezTo>
                  <a:lnTo>
                    <a:pt x="54" y="3333"/>
                  </a:lnTo>
                  <a:lnTo>
                    <a:pt x="70" y="3317"/>
                  </a:lnTo>
                  <a:lnTo>
                    <a:pt x="70" y="3301"/>
                  </a:lnTo>
                  <a:cubicBezTo>
                    <a:pt x="37" y="3264"/>
                    <a:pt x="37" y="3216"/>
                    <a:pt x="37" y="3184"/>
                  </a:cubicBezTo>
                  <a:lnTo>
                    <a:pt x="37" y="3030"/>
                  </a:lnTo>
                  <a:lnTo>
                    <a:pt x="37" y="2355"/>
                  </a:lnTo>
                  <a:cubicBezTo>
                    <a:pt x="37" y="2275"/>
                    <a:pt x="70" y="2222"/>
                    <a:pt x="122" y="2190"/>
                  </a:cubicBezTo>
                  <a:cubicBezTo>
                    <a:pt x="255" y="2121"/>
                    <a:pt x="389" y="2036"/>
                    <a:pt x="526" y="1972"/>
                  </a:cubicBezTo>
                  <a:cubicBezTo>
                    <a:pt x="575" y="1935"/>
                    <a:pt x="627" y="1903"/>
                    <a:pt x="676" y="1871"/>
                  </a:cubicBezTo>
                  <a:cubicBezTo>
                    <a:pt x="861" y="1749"/>
                    <a:pt x="1031" y="1648"/>
                    <a:pt x="1213" y="1547"/>
                  </a:cubicBezTo>
                  <a:cubicBezTo>
                    <a:pt x="1617" y="1313"/>
                    <a:pt x="2041" y="1063"/>
                    <a:pt x="2445" y="808"/>
                  </a:cubicBezTo>
                  <a:cubicBezTo>
                    <a:pt x="2594" y="707"/>
                    <a:pt x="2748" y="622"/>
                    <a:pt x="2897" y="538"/>
                  </a:cubicBezTo>
                  <a:cubicBezTo>
                    <a:pt x="3099" y="420"/>
                    <a:pt x="3318" y="287"/>
                    <a:pt x="3520" y="154"/>
                  </a:cubicBezTo>
                  <a:cubicBezTo>
                    <a:pt x="3536" y="134"/>
                    <a:pt x="3556" y="134"/>
                    <a:pt x="3556" y="134"/>
                  </a:cubicBezTo>
                  <a:cubicBezTo>
                    <a:pt x="3604" y="101"/>
                    <a:pt x="3637" y="85"/>
                    <a:pt x="3657" y="16"/>
                  </a:cubicBezTo>
                  <a:cubicBezTo>
                    <a:pt x="3657" y="0"/>
                    <a:pt x="3637" y="0"/>
                    <a:pt x="36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0">
              <a:extLst>
                <a:ext uri="{FF2B5EF4-FFF2-40B4-BE49-F238E27FC236}">
                  <a16:creationId xmlns:a16="http://schemas.microsoft.com/office/drawing/2014/main" id="{10234F26-7B74-F090-5904-B369E48B2CD0}"/>
                </a:ext>
              </a:extLst>
            </p:cNvPr>
            <p:cNvSpPr/>
            <p:nvPr/>
          </p:nvSpPr>
          <p:spPr>
            <a:xfrm>
              <a:off x="1555160" y="2398595"/>
              <a:ext cx="2086" cy="55523"/>
            </a:xfrm>
            <a:custGeom>
              <a:avLst/>
              <a:gdLst/>
              <a:ahLst/>
              <a:cxnLst/>
              <a:rect l="l" t="t" r="r" b="b"/>
              <a:pathLst>
                <a:path w="21" h="559" extrusionOk="0">
                  <a:moveTo>
                    <a:pt x="0" y="1"/>
                  </a:moveTo>
                  <a:lnTo>
                    <a:pt x="0" y="542"/>
                  </a:lnTo>
                  <a:lnTo>
                    <a:pt x="0" y="558"/>
                  </a:lnTo>
                  <a:cubicBezTo>
                    <a:pt x="21" y="558"/>
                    <a:pt x="21" y="558"/>
                    <a:pt x="21" y="542"/>
                  </a:cubicBez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0">
              <a:extLst>
                <a:ext uri="{FF2B5EF4-FFF2-40B4-BE49-F238E27FC236}">
                  <a16:creationId xmlns:a16="http://schemas.microsoft.com/office/drawing/2014/main" id="{EBD8EC12-6E1E-AAA6-034C-F2765D55E018}"/>
                </a:ext>
              </a:extLst>
            </p:cNvPr>
            <p:cNvSpPr/>
            <p:nvPr/>
          </p:nvSpPr>
          <p:spPr>
            <a:xfrm>
              <a:off x="1087339" y="2174717"/>
              <a:ext cx="4867" cy="85122"/>
            </a:xfrm>
            <a:custGeom>
              <a:avLst/>
              <a:gdLst/>
              <a:ahLst/>
              <a:cxnLst/>
              <a:rect l="l" t="t" r="r" b="b"/>
              <a:pathLst>
                <a:path w="49" h="857" extrusionOk="0">
                  <a:moveTo>
                    <a:pt x="0" y="0"/>
                  </a:moveTo>
                  <a:lnTo>
                    <a:pt x="0" y="186"/>
                  </a:lnTo>
                  <a:lnTo>
                    <a:pt x="0" y="707"/>
                  </a:lnTo>
                  <a:lnTo>
                    <a:pt x="0" y="740"/>
                  </a:lnTo>
                  <a:cubicBezTo>
                    <a:pt x="0" y="776"/>
                    <a:pt x="0" y="808"/>
                    <a:pt x="16" y="841"/>
                  </a:cubicBezTo>
                  <a:lnTo>
                    <a:pt x="32" y="857"/>
                  </a:lnTo>
                  <a:cubicBezTo>
                    <a:pt x="49" y="857"/>
                    <a:pt x="49" y="841"/>
                    <a:pt x="49" y="841"/>
                  </a:cubicBezTo>
                  <a:cubicBezTo>
                    <a:pt x="32" y="808"/>
                    <a:pt x="32" y="776"/>
                    <a:pt x="32" y="740"/>
                  </a:cubicBezTo>
                  <a:lnTo>
                    <a:pt x="32" y="707"/>
                  </a:lnTo>
                  <a:lnTo>
                    <a:pt x="32" y="186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0">
              <a:extLst>
                <a:ext uri="{FF2B5EF4-FFF2-40B4-BE49-F238E27FC236}">
                  <a16:creationId xmlns:a16="http://schemas.microsoft.com/office/drawing/2014/main" id="{FF045044-64D3-659E-155B-42A8D9C1D3D8}"/>
                </a:ext>
              </a:extLst>
            </p:cNvPr>
            <p:cNvSpPr/>
            <p:nvPr/>
          </p:nvSpPr>
          <p:spPr>
            <a:xfrm>
              <a:off x="1523475" y="1828470"/>
              <a:ext cx="200736" cy="393327"/>
            </a:xfrm>
            <a:custGeom>
              <a:avLst/>
              <a:gdLst/>
              <a:ahLst/>
              <a:cxnLst/>
              <a:rect l="l" t="t" r="r" b="b"/>
              <a:pathLst>
                <a:path w="2021" h="3960" extrusionOk="0">
                  <a:moveTo>
                    <a:pt x="53" y="0"/>
                  </a:moveTo>
                  <a:cubicBezTo>
                    <a:pt x="0" y="53"/>
                    <a:pt x="16" y="101"/>
                    <a:pt x="16" y="170"/>
                  </a:cubicBezTo>
                  <a:lnTo>
                    <a:pt x="16" y="222"/>
                  </a:lnTo>
                  <a:lnTo>
                    <a:pt x="16" y="372"/>
                  </a:lnTo>
                  <a:cubicBezTo>
                    <a:pt x="0" y="525"/>
                    <a:pt x="0" y="675"/>
                    <a:pt x="16" y="808"/>
                  </a:cubicBezTo>
                  <a:cubicBezTo>
                    <a:pt x="53" y="978"/>
                    <a:pt x="154" y="1111"/>
                    <a:pt x="271" y="1248"/>
                  </a:cubicBezTo>
                  <a:cubicBezTo>
                    <a:pt x="303" y="1297"/>
                    <a:pt x="340" y="1349"/>
                    <a:pt x="372" y="1398"/>
                  </a:cubicBezTo>
                  <a:cubicBezTo>
                    <a:pt x="521" y="1636"/>
                    <a:pt x="675" y="1854"/>
                    <a:pt x="824" y="2073"/>
                  </a:cubicBezTo>
                  <a:cubicBezTo>
                    <a:pt x="1026" y="2392"/>
                    <a:pt x="1228" y="2695"/>
                    <a:pt x="1451" y="2998"/>
                  </a:cubicBezTo>
                  <a:cubicBezTo>
                    <a:pt x="1531" y="3131"/>
                    <a:pt x="1632" y="3284"/>
                    <a:pt x="1717" y="3418"/>
                  </a:cubicBezTo>
                  <a:cubicBezTo>
                    <a:pt x="1770" y="3486"/>
                    <a:pt x="1818" y="3571"/>
                    <a:pt x="1871" y="3636"/>
                  </a:cubicBezTo>
                  <a:cubicBezTo>
                    <a:pt x="1919" y="3737"/>
                    <a:pt x="1988" y="3822"/>
                    <a:pt x="1988" y="3939"/>
                  </a:cubicBezTo>
                  <a:lnTo>
                    <a:pt x="2004" y="3959"/>
                  </a:lnTo>
                  <a:cubicBezTo>
                    <a:pt x="2020" y="3959"/>
                    <a:pt x="2020" y="3939"/>
                    <a:pt x="2020" y="3939"/>
                  </a:cubicBezTo>
                  <a:cubicBezTo>
                    <a:pt x="2004" y="3822"/>
                    <a:pt x="1955" y="3721"/>
                    <a:pt x="1887" y="3620"/>
                  </a:cubicBezTo>
                  <a:cubicBezTo>
                    <a:pt x="1834" y="3555"/>
                    <a:pt x="1786" y="3470"/>
                    <a:pt x="1733" y="3402"/>
                  </a:cubicBezTo>
                  <a:cubicBezTo>
                    <a:pt x="1653" y="3268"/>
                    <a:pt x="1568" y="3115"/>
                    <a:pt x="1467" y="2981"/>
                  </a:cubicBezTo>
                  <a:cubicBezTo>
                    <a:pt x="1265" y="2678"/>
                    <a:pt x="1047" y="2376"/>
                    <a:pt x="845" y="2073"/>
                  </a:cubicBezTo>
                  <a:cubicBezTo>
                    <a:pt x="707" y="1838"/>
                    <a:pt x="558" y="1616"/>
                    <a:pt x="404" y="1382"/>
                  </a:cubicBezTo>
                  <a:cubicBezTo>
                    <a:pt x="372" y="1333"/>
                    <a:pt x="319" y="1281"/>
                    <a:pt x="287" y="1232"/>
                  </a:cubicBezTo>
                  <a:cubicBezTo>
                    <a:pt x="186" y="1111"/>
                    <a:pt x="85" y="978"/>
                    <a:pt x="53" y="808"/>
                  </a:cubicBezTo>
                  <a:cubicBezTo>
                    <a:pt x="37" y="675"/>
                    <a:pt x="37" y="525"/>
                    <a:pt x="37" y="372"/>
                  </a:cubicBezTo>
                  <a:cubicBezTo>
                    <a:pt x="37" y="323"/>
                    <a:pt x="53" y="271"/>
                    <a:pt x="53" y="222"/>
                  </a:cubicBezTo>
                  <a:lnTo>
                    <a:pt x="53" y="170"/>
                  </a:lnTo>
                  <a:cubicBezTo>
                    <a:pt x="37" y="101"/>
                    <a:pt x="37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0">
              <a:extLst>
                <a:ext uri="{FF2B5EF4-FFF2-40B4-BE49-F238E27FC236}">
                  <a16:creationId xmlns:a16="http://schemas.microsoft.com/office/drawing/2014/main" id="{9B100F78-1ADC-9C89-AE77-E943A309D015}"/>
                </a:ext>
              </a:extLst>
            </p:cNvPr>
            <p:cNvSpPr/>
            <p:nvPr/>
          </p:nvSpPr>
          <p:spPr>
            <a:xfrm>
              <a:off x="1841216" y="3371583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lnTo>
                    <a:pt x="17" y="17"/>
                  </a:lnTo>
                  <a:cubicBezTo>
                    <a:pt x="1" y="118"/>
                    <a:pt x="1" y="203"/>
                    <a:pt x="1" y="304"/>
                  </a:cubicBezTo>
                  <a:cubicBezTo>
                    <a:pt x="17" y="356"/>
                    <a:pt x="17" y="421"/>
                    <a:pt x="1" y="473"/>
                  </a:cubicBezTo>
                  <a:cubicBezTo>
                    <a:pt x="1" y="490"/>
                    <a:pt x="1" y="506"/>
                    <a:pt x="17" y="522"/>
                  </a:cubicBezTo>
                  <a:cubicBezTo>
                    <a:pt x="17" y="558"/>
                    <a:pt x="17" y="574"/>
                    <a:pt x="1" y="607"/>
                  </a:cubicBezTo>
                  <a:lnTo>
                    <a:pt x="1" y="623"/>
                  </a:lnTo>
                  <a:lnTo>
                    <a:pt x="17" y="623"/>
                  </a:lnTo>
                  <a:cubicBezTo>
                    <a:pt x="33" y="591"/>
                    <a:pt x="33" y="558"/>
                    <a:pt x="33" y="522"/>
                  </a:cubicBezTo>
                  <a:lnTo>
                    <a:pt x="33" y="473"/>
                  </a:lnTo>
                  <a:lnTo>
                    <a:pt x="33" y="304"/>
                  </a:lnTo>
                  <a:cubicBezTo>
                    <a:pt x="33" y="203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0">
              <a:extLst>
                <a:ext uri="{FF2B5EF4-FFF2-40B4-BE49-F238E27FC236}">
                  <a16:creationId xmlns:a16="http://schemas.microsoft.com/office/drawing/2014/main" id="{9EDC641E-9C88-94C2-9185-FBEF0DF2E0E0}"/>
                </a:ext>
              </a:extLst>
            </p:cNvPr>
            <p:cNvSpPr/>
            <p:nvPr/>
          </p:nvSpPr>
          <p:spPr>
            <a:xfrm>
              <a:off x="1841216" y="2484114"/>
              <a:ext cx="3377" cy="56615"/>
            </a:xfrm>
            <a:custGeom>
              <a:avLst/>
              <a:gdLst/>
              <a:ahLst/>
              <a:cxnLst/>
              <a:rect l="l" t="t" r="r" b="b"/>
              <a:pathLst>
                <a:path w="34" h="570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18"/>
                  </a:lnTo>
                  <a:cubicBezTo>
                    <a:pt x="17" y="319"/>
                    <a:pt x="17" y="436"/>
                    <a:pt x="1" y="553"/>
                  </a:cubicBezTo>
                  <a:lnTo>
                    <a:pt x="1" y="570"/>
                  </a:lnTo>
                  <a:cubicBezTo>
                    <a:pt x="17" y="570"/>
                    <a:pt x="17" y="553"/>
                    <a:pt x="17" y="553"/>
                  </a:cubicBezTo>
                  <a:cubicBezTo>
                    <a:pt x="33" y="436"/>
                    <a:pt x="33" y="335"/>
                    <a:pt x="33" y="218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0">
              <a:extLst>
                <a:ext uri="{FF2B5EF4-FFF2-40B4-BE49-F238E27FC236}">
                  <a16:creationId xmlns:a16="http://schemas.microsoft.com/office/drawing/2014/main" id="{68E0B82F-83F3-BA54-CF02-3696638A93AF}"/>
                </a:ext>
              </a:extLst>
            </p:cNvPr>
            <p:cNvSpPr/>
            <p:nvPr/>
          </p:nvSpPr>
          <p:spPr>
            <a:xfrm>
              <a:off x="1742487" y="2167864"/>
              <a:ext cx="140545" cy="277812"/>
            </a:xfrm>
            <a:custGeom>
              <a:avLst/>
              <a:gdLst/>
              <a:ahLst/>
              <a:cxnLst/>
              <a:rect l="l" t="t" r="r" b="b"/>
              <a:pathLst>
                <a:path w="1415" h="2797" extrusionOk="0">
                  <a:moveTo>
                    <a:pt x="53" y="1"/>
                  </a:moveTo>
                  <a:cubicBezTo>
                    <a:pt x="17" y="17"/>
                    <a:pt x="1" y="53"/>
                    <a:pt x="1" y="102"/>
                  </a:cubicBezTo>
                  <a:lnTo>
                    <a:pt x="1" y="692"/>
                  </a:lnTo>
                  <a:cubicBezTo>
                    <a:pt x="1" y="744"/>
                    <a:pt x="17" y="793"/>
                    <a:pt x="53" y="825"/>
                  </a:cubicBezTo>
                  <a:cubicBezTo>
                    <a:pt x="219" y="1079"/>
                    <a:pt x="389" y="1350"/>
                    <a:pt x="558" y="1600"/>
                  </a:cubicBezTo>
                  <a:cubicBezTo>
                    <a:pt x="692" y="1802"/>
                    <a:pt x="825" y="2004"/>
                    <a:pt x="962" y="2206"/>
                  </a:cubicBezTo>
                  <a:cubicBezTo>
                    <a:pt x="1027" y="2291"/>
                    <a:pt x="1080" y="2376"/>
                    <a:pt x="1144" y="2477"/>
                  </a:cubicBezTo>
                  <a:cubicBezTo>
                    <a:pt x="1197" y="2542"/>
                    <a:pt x="1229" y="2627"/>
                    <a:pt x="1282" y="2695"/>
                  </a:cubicBezTo>
                  <a:cubicBezTo>
                    <a:pt x="1298" y="2711"/>
                    <a:pt x="1298" y="2711"/>
                    <a:pt x="1298" y="2728"/>
                  </a:cubicBezTo>
                  <a:cubicBezTo>
                    <a:pt x="1314" y="2764"/>
                    <a:pt x="1346" y="2796"/>
                    <a:pt x="1399" y="2796"/>
                  </a:cubicBezTo>
                  <a:lnTo>
                    <a:pt x="1415" y="2796"/>
                  </a:lnTo>
                  <a:cubicBezTo>
                    <a:pt x="1415" y="2780"/>
                    <a:pt x="1399" y="2780"/>
                    <a:pt x="1399" y="2780"/>
                  </a:cubicBezTo>
                  <a:cubicBezTo>
                    <a:pt x="1366" y="2764"/>
                    <a:pt x="1346" y="2744"/>
                    <a:pt x="1330" y="2711"/>
                  </a:cubicBezTo>
                  <a:lnTo>
                    <a:pt x="1314" y="2695"/>
                  </a:lnTo>
                  <a:cubicBezTo>
                    <a:pt x="1265" y="2610"/>
                    <a:pt x="1213" y="2526"/>
                    <a:pt x="1164" y="2461"/>
                  </a:cubicBezTo>
                  <a:cubicBezTo>
                    <a:pt x="1096" y="2376"/>
                    <a:pt x="1043" y="2275"/>
                    <a:pt x="979" y="2190"/>
                  </a:cubicBezTo>
                  <a:cubicBezTo>
                    <a:pt x="861" y="1988"/>
                    <a:pt x="724" y="1786"/>
                    <a:pt x="591" y="1584"/>
                  </a:cubicBezTo>
                  <a:cubicBezTo>
                    <a:pt x="405" y="1330"/>
                    <a:pt x="235" y="1063"/>
                    <a:pt x="70" y="809"/>
                  </a:cubicBezTo>
                  <a:cubicBezTo>
                    <a:pt x="53" y="776"/>
                    <a:pt x="33" y="744"/>
                    <a:pt x="33" y="692"/>
                  </a:cubicBezTo>
                  <a:lnTo>
                    <a:pt x="33" y="102"/>
                  </a:lnTo>
                  <a:cubicBezTo>
                    <a:pt x="33" y="69"/>
                    <a:pt x="33" y="37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0">
              <a:extLst>
                <a:ext uri="{FF2B5EF4-FFF2-40B4-BE49-F238E27FC236}">
                  <a16:creationId xmlns:a16="http://schemas.microsoft.com/office/drawing/2014/main" id="{EF20911E-71D5-35E4-FC21-48C7C7C419E6}"/>
                </a:ext>
              </a:extLst>
            </p:cNvPr>
            <p:cNvSpPr/>
            <p:nvPr/>
          </p:nvSpPr>
          <p:spPr>
            <a:xfrm>
              <a:off x="1137498" y="1972491"/>
              <a:ext cx="4867" cy="98828"/>
            </a:xfrm>
            <a:custGeom>
              <a:avLst/>
              <a:gdLst/>
              <a:ahLst/>
              <a:cxnLst/>
              <a:rect l="l" t="t" r="r" b="b"/>
              <a:pathLst>
                <a:path w="49" h="995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6" y="150"/>
                    <a:pt x="16" y="303"/>
                    <a:pt x="16" y="437"/>
                  </a:cubicBezTo>
                  <a:lnTo>
                    <a:pt x="16" y="691"/>
                  </a:lnTo>
                  <a:lnTo>
                    <a:pt x="16" y="792"/>
                  </a:lnTo>
                  <a:cubicBezTo>
                    <a:pt x="16" y="857"/>
                    <a:pt x="16" y="926"/>
                    <a:pt x="32" y="994"/>
                  </a:cubicBezTo>
                  <a:lnTo>
                    <a:pt x="49" y="994"/>
                  </a:lnTo>
                  <a:lnTo>
                    <a:pt x="49" y="974"/>
                  </a:lnTo>
                  <a:cubicBezTo>
                    <a:pt x="32" y="926"/>
                    <a:pt x="32" y="857"/>
                    <a:pt x="32" y="792"/>
                  </a:cubicBezTo>
                  <a:cubicBezTo>
                    <a:pt x="32" y="756"/>
                    <a:pt x="49" y="724"/>
                    <a:pt x="32" y="691"/>
                  </a:cubicBezTo>
                  <a:lnTo>
                    <a:pt x="32" y="437"/>
                  </a:lnTo>
                  <a:cubicBezTo>
                    <a:pt x="49" y="303"/>
                    <a:pt x="49" y="150"/>
                    <a:pt x="32" y="17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0">
              <a:extLst>
                <a:ext uri="{FF2B5EF4-FFF2-40B4-BE49-F238E27FC236}">
                  <a16:creationId xmlns:a16="http://schemas.microsoft.com/office/drawing/2014/main" id="{57F7EAC4-2014-695E-E398-79BDEF2BAD8C}"/>
                </a:ext>
              </a:extLst>
            </p:cNvPr>
            <p:cNvSpPr/>
            <p:nvPr/>
          </p:nvSpPr>
          <p:spPr>
            <a:xfrm>
              <a:off x="1087339" y="1477356"/>
              <a:ext cx="4867" cy="63866"/>
            </a:xfrm>
            <a:custGeom>
              <a:avLst/>
              <a:gdLst/>
              <a:ahLst/>
              <a:cxnLst/>
              <a:rect l="l" t="t" r="r" b="b"/>
              <a:pathLst>
                <a:path w="49" h="643" extrusionOk="0">
                  <a:moveTo>
                    <a:pt x="16" y="0"/>
                  </a:moveTo>
                  <a:cubicBezTo>
                    <a:pt x="16" y="0"/>
                    <a:pt x="0" y="0"/>
                    <a:pt x="0" y="21"/>
                  </a:cubicBezTo>
                  <a:cubicBezTo>
                    <a:pt x="16" y="85"/>
                    <a:pt x="0" y="170"/>
                    <a:pt x="0" y="255"/>
                  </a:cubicBezTo>
                  <a:cubicBezTo>
                    <a:pt x="0" y="372"/>
                    <a:pt x="0" y="505"/>
                    <a:pt x="16" y="643"/>
                  </a:cubicBezTo>
                  <a:lnTo>
                    <a:pt x="49" y="643"/>
                  </a:lnTo>
                  <a:cubicBezTo>
                    <a:pt x="32" y="505"/>
                    <a:pt x="32" y="372"/>
                    <a:pt x="32" y="255"/>
                  </a:cubicBezTo>
                  <a:lnTo>
                    <a:pt x="32" y="21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0">
              <a:extLst>
                <a:ext uri="{FF2B5EF4-FFF2-40B4-BE49-F238E27FC236}">
                  <a16:creationId xmlns:a16="http://schemas.microsoft.com/office/drawing/2014/main" id="{3B997EC7-406B-7535-549A-7DE409D6D894}"/>
                </a:ext>
              </a:extLst>
            </p:cNvPr>
            <p:cNvSpPr/>
            <p:nvPr/>
          </p:nvSpPr>
          <p:spPr>
            <a:xfrm>
              <a:off x="1251026" y="2525831"/>
              <a:ext cx="162198" cy="183851"/>
            </a:xfrm>
            <a:custGeom>
              <a:avLst/>
              <a:gdLst/>
              <a:ahLst/>
              <a:cxnLst/>
              <a:rect l="l" t="t" r="r" b="b"/>
              <a:pathLst>
                <a:path w="1633" h="1851" extrusionOk="0">
                  <a:moveTo>
                    <a:pt x="1616" y="0"/>
                  </a:moveTo>
                  <a:cubicBezTo>
                    <a:pt x="1467" y="16"/>
                    <a:pt x="1346" y="85"/>
                    <a:pt x="1228" y="133"/>
                  </a:cubicBezTo>
                  <a:cubicBezTo>
                    <a:pt x="1180" y="150"/>
                    <a:pt x="1127" y="186"/>
                    <a:pt x="1063" y="202"/>
                  </a:cubicBezTo>
                  <a:cubicBezTo>
                    <a:pt x="942" y="251"/>
                    <a:pt x="808" y="303"/>
                    <a:pt x="691" y="372"/>
                  </a:cubicBezTo>
                  <a:cubicBezTo>
                    <a:pt x="505" y="436"/>
                    <a:pt x="303" y="521"/>
                    <a:pt x="101" y="606"/>
                  </a:cubicBezTo>
                  <a:cubicBezTo>
                    <a:pt x="33" y="638"/>
                    <a:pt x="0" y="675"/>
                    <a:pt x="0" y="756"/>
                  </a:cubicBezTo>
                  <a:cubicBezTo>
                    <a:pt x="17" y="1059"/>
                    <a:pt x="17" y="1362"/>
                    <a:pt x="0" y="1664"/>
                  </a:cubicBezTo>
                  <a:cubicBezTo>
                    <a:pt x="0" y="1701"/>
                    <a:pt x="0" y="1717"/>
                    <a:pt x="17" y="1733"/>
                  </a:cubicBezTo>
                  <a:cubicBezTo>
                    <a:pt x="17" y="1765"/>
                    <a:pt x="33" y="1802"/>
                    <a:pt x="0" y="1818"/>
                  </a:cubicBezTo>
                  <a:lnTo>
                    <a:pt x="17" y="1850"/>
                  </a:lnTo>
                  <a:lnTo>
                    <a:pt x="33" y="1850"/>
                  </a:lnTo>
                  <a:cubicBezTo>
                    <a:pt x="69" y="1802"/>
                    <a:pt x="53" y="1765"/>
                    <a:pt x="33" y="1717"/>
                  </a:cubicBezTo>
                  <a:lnTo>
                    <a:pt x="33" y="1664"/>
                  </a:lnTo>
                  <a:lnTo>
                    <a:pt x="33" y="756"/>
                  </a:lnTo>
                  <a:cubicBezTo>
                    <a:pt x="33" y="675"/>
                    <a:pt x="53" y="655"/>
                    <a:pt x="117" y="622"/>
                  </a:cubicBezTo>
                  <a:cubicBezTo>
                    <a:pt x="319" y="554"/>
                    <a:pt x="505" y="473"/>
                    <a:pt x="707" y="388"/>
                  </a:cubicBezTo>
                  <a:cubicBezTo>
                    <a:pt x="824" y="335"/>
                    <a:pt x="962" y="287"/>
                    <a:pt x="1079" y="234"/>
                  </a:cubicBezTo>
                  <a:cubicBezTo>
                    <a:pt x="1127" y="202"/>
                    <a:pt x="1180" y="186"/>
                    <a:pt x="1228" y="170"/>
                  </a:cubicBezTo>
                  <a:cubicBezTo>
                    <a:pt x="1346" y="101"/>
                    <a:pt x="1483" y="49"/>
                    <a:pt x="1616" y="16"/>
                  </a:cubicBezTo>
                  <a:cubicBezTo>
                    <a:pt x="1616" y="16"/>
                    <a:pt x="1632" y="16"/>
                    <a:pt x="1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0">
              <a:extLst>
                <a:ext uri="{FF2B5EF4-FFF2-40B4-BE49-F238E27FC236}">
                  <a16:creationId xmlns:a16="http://schemas.microsoft.com/office/drawing/2014/main" id="{18D80597-6429-17D2-D9C7-D3B7D63C77CF}"/>
                </a:ext>
              </a:extLst>
            </p:cNvPr>
            <p:cNvSpPr/>
            <p:nvPr/>
          </p:nvSpPr>
          <p:spPr>
            <a:xfrm>
              <a:off x="1416701" y="3187832"/>
              <a:ext cx="85221" cy="80354"/>
            </a:xfrm>
            <a:custGeom>
              <a:avLst/>
              <a:gdLst/>
              <a:ahLst/>
              <a:cxnLst/>
              <a:rect l="l" t="t" r="r" b="b"/>
              <a:pathLst>
                <a:path w="858" h="809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33"/>
                    <a:pt x="1" y="33"/>
                    <a:pt x="17" y="33"/>
                  </a:cubicBezTo>
                  <a:cubicBezTo>
                    <a:pt x="49" y="33"/>
                    <a:pt x="82" y="49"/>
                    <a:pt x="118" y="85"/>
                  </a:cubicBezTo>
                  <a:cubicBezTo>
                    <a:pt x="219" y="170"/>
                    <a:pt x="320" y="271"/>
                    <a:pt x="421" y="372"/>
                  </a:cubicBezTo>
                  <a:cubicBezTo>
                    <a:pt x="538" y="489"/>
                    <a:pt x="671" y="623"/>
                    <a:pt x="809" y="740"/>
                  </a:cubicBezTo>
                  <a:cubicBezTo>
                    <a:pt x="825" y="740"/>
                    <a:pt x="825" y="756"/>
                    <a:pt x="825" y="776"/>
                  </a:cubicBezTo>
                  <a:cubicBezTo>
                    <a:pt x="841" y="776"/>
                    <a:pt x="841" y="792"/>
                    <a:pt x="841" y="792"/>
                  </a:cubicBezTo>
                  <a:lnTo>
                    <a:pt x="857" y="809"/>
                  </a:lnTo>
                  <a:lnTo>
                    <a:pt x="857" y="792"/>
                  </a:lnTo>
                  <a:lnTo>
                    <a:pt x="857" y="756"/>
                  </a:lnTo>
                  <a:cubicBezTo>
                    <a:pt x="857" y="740"/>
                    <a:pt x="841" y="724"/>
                    <a:pt x="825" y="708"/>
                  </a:cubicBezTo>
                  <a:cubicBezTo>
                    <a:pt x="687" y="607"/>
                    <a:pt x="554" y="473"/>
                    <a:pt x="437" y="352"/>
                  </a:cubicBezTo>
                  <a:cubicBezTo>
                    <a:pt x="336" y="251"/>
                    <a:pt x="235" y="150"/>
                    <a:pt x="134" y="69"/>
                  </a:cubicBezTo>
                  <a:cubicBezTo>
                    <a:pt x="102" y="3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0">
              <a:extLst>
                <a:ext uri="{FF2B5EF4-FFF2-40B4-BE49-F238E27FC236}">
                  <a16:creationId xmlns:a16="http://schemas.microsoft.com/office/drawing/2014/main" id="{F1E302C9-CE76-F0D7-CC99-D271C742DD5D}"/>
                </a:ext>
              </a:extLst>
            </p:cNvPr>
            <p:cNvSpPr/>
            <p:nvPr/>
          </p:nvSpPr>
          <p:spPr>
            <a:xfrm>
              <a:off x="574127" y="3057418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71"/>
                    <a:pt x="17" y="389"/>
                  </a:cubicBezTo>
                  <a:lnTo>
                    <a:pt x="17" y="607"/>
                  </a:lnTo>
                  <a:lnTo>
                    <a:pt x="17" y="809"/>
                  </a:lnTo>
                  <a:lnTo>
                    <a:pt x="17" y="910"/>
                  </a:lnTo>
                  <a:cubicBezTo>
                    <a:pt x="17" y="926"/>
                    <a:pt x="17" y="926"/>
                    <a:pt x="33" y="926"/>
                  </a:cubicBezTo>
                  <a:lnTo>
                    <a:pt x="33" y="910"/>
                  </a:lnTo>
                  <a:lnTo>
                    <a:pt x="33" y="809"/>
                  </a:lnTo>
                  <a:lnTo>
                    <a:pt x="33" y="607"/>
                  </a:lnTo>
                  <a:lnTo>
                    <a:pt x="33" y="389"/>
                  </a:lnTo>
                  <a:cubicBezTo>
                    <a:pt x="33" y="271"/>
                    <a:pt x="49" y="134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0">
              <a:extLst>
                <a:ext uri="{FF2B5EF4-FFF2-40B4-BE49-F238E27FC236}">
                  <a16:creationId xmlns:a16="http://schemas.microsoft.com/office/drawing/2014/main" id="{4855CE52-80FE-6AE6-41C9-EEDE88023EDC}"/>
                </a:ext>
              </a:extLst>
            </p:cNvPr>
            <p:cNvSpPr/>
            <p:nvPr/>
          </p:nvSpPr>
          <p:spPr>
            <a:xfrm>
              <a:off x="1033505" y="2707993"/>
              <a:ext cx="5364" cy="85519"/>
            </a:xfrm>
            <a:custGeom>
              <a:avLst/>
              <a:gdLst/>
              <a:ahLst/>
              <a:cxnLst/>
              <a:rect l="l" t="t" r="r" b="b"/>
              <a:pathLst>
                <a:path w="54" h="861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69"/>
                    <a:pt x="37" y="101"/>
                    <a:pt x="37" y="154"/>
                  </a:cubicBezTo>
                  <a:lnTo>
                    <a:pt x="37" y="170"/>
                  </a:lnTo>
                  <a:lnTo>
                    <a:pt x="37" y="675"/>
                  </a:lnTo>
                  <a:lnTo>
                    <a:pt x="37" y="861"/>
                  </a:lnTo>
                  <a:lnTo>
                    <a:pt x="53" y="861"/>
                  </a:lnTo>
                  <a:lnTo>
                    <a:pt x="53" y="675"/>
                  </a:lnTo>
                  <a:lnTo>
                    <a:pt x="53" y="170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0">
              <a:extLst>
                <a:ext uri="{FF2B5EF4-FFF2-40B4-BE49-F238E27FC236}">
                  <a16:creationId xmlns:a16="http://schemas.microsoft.com/office/drawing/2014/main" id="{0D7FFF05-54E0-DA46-A269-B74FE10A4C6B}"/>
                </a:ext>
              </a:extLst>
            </p:cNvPr>
            <p:cNvSpPr/>
            <p:nvPr/>
          </p:nvSpPr>
          <p:spPr>
            <a:xfrm>
              <a:off x="1256191" y="1557611"/>
              <a:ext cx="160609" cy="88797"/>
            </a:xfrm>
            <a:custGeom>
              <a:avLst/>
              <a:gdLst/>
              <a:ahLst/>
              <a:cxnLst/>
              <a:rect l="l" t="t" r="r" b="b"/>
              <a:pathLst>
                <a:path w="1617" h="894" extrusionOk="0">
                  <a:moveTo>
                    <a:pt x="1580" y="0"/>
                  </a:moveTo>
                  <a:cubicBezTo>
                    <a:pt x="1548" y="0"/>
                    <a:pt x="1516" y="21"/>
                    <a:pt x="1479" y="37"/>
                  </a:cubicBezTo>
                  <a:cubicBezTo>
                    <a:pt x="1294" y="138"/>
                    <a:pt x="1092" y="239"/>
                    <a:pt x="910" y="340"/>
                  </a:cubicBezTo>
                  <a:cubicBezTo>
                    <a:pt x="671" y="473"/>
                    <a:pt x="437" y="606"/>
                    <a:pt x="203" y="707"/>
                  </a:cubicBezTo>
                  <a:cubicBezTo>
                    <a:pt x="203" y="728"/>
                    <a:pt x="183" y="728"/>
                    <a:pt x="166" y="744"/>
                  </a:cubicBezTo>
                  <a:cubicBezTo>
                    <a:pt x="102" y="760"/>
                    <a:pt x="17" y="792"/>
                    <a:pt x="1" y="877"/>
                  </a:cubicBezTo>
                  <a:lnTo>
                    <a:pt x="1" y="893"/>
                  </a:lnTo>
                  <a:lnTo>
                    <a:pt x="17" y="877"/>
                  </a:lnTo>
                  <a:cubicBezTo>
                    <a:pt x="33" y="808"/>
                    <a:pt x="118" y="776"/>
                    <a:pt x="166" y="760"/>
                  </a:cubicBezTo>
                  <a:cubicBezTo>
                    <a:pt x="183" y="760"/>
                    <a:pt x="203" y="744"/>
                    <a:pt x="219" y="744"/>
                  </a:cubicBezTo>
                  <a:cubicBezTo>
                    <a:pt x="453" y="627"/>
                    <a:pt x="688" y="489"/>
                    <a:pt x="926" y="372"/>
                  </a:cubicBezTo>
                  <a:cubicBezTo>
                    <a:pt x="1112" y="255"/>
                    <a:pt x="1294" y="154"/>
                    <a:pt x="1496" y="53"/>
                  </a:cubicBezTo>
                  <a:cubicBezTo>
                    <a:pt x="1532" y="37"/>
                    <a:pt x="1548" y="37"/>
                    <a:pt x="1580" y="37"/>
                  </a:cubicBezTo>
                  <a:lnTo>
                    <a:pt x="1597" y="37"/>
                  </a:lnTo>
                  <a:cubicBezTo>
                    <a:pt x="1617" y="37"/>
                    <a:pt x="1617" y="21"/>
                    <a:pt x="1617" y="21"/>
                  </a:cubicBezTo>
                  <a:cubicBezTo>
                    <a:pt x="1617" y="0"/>
                    <a:pt x="1617" y="0"/>
                    <a:pt x="1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0">
              <a:extLst>
                <a:ext uri="{FF2B5EF4-FFF2-40B4-BE49-F238E27FC236}">
                  <a16:creationId xmlns:a16="http://schemas.microsoft.com/office/drawing/2014/main" id="{FDE83C86-1B30-F4D6-16A2-5D8F7DF0B858}"/>
                </a:ext>
              </a:extLst>
            </p:cNvPr>
            <p:cNvSpPr/>
            <p:nvPr/>
          </p:nvSpPr>
          <p:spPr>
            <a:xfrm>
              <a:off x="1923059" y="1994144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53" y="1"/>
                  </a:moveTo>
                  <a:cubicBezTo>
                    <a:pt x="17" y="17"/>
                    <a:pt x="17" y="33"/>
                    <a:pt x="17" y="69"/>
                  </a:cubicBezTo>
                  <a:lnTo>
                    <a:pt x="17" y="85"/>
                  </a:lnTo>
                  <a:cubicBezTo>
                    <a:pt x="1" y="102"/>
                    <a:pt x="1" y="118"/>
                    <a:pt x="1" y="134"/>
                  </a:cubicBezTo>
                  <a:lnTo>
                    <a:pt x="1" y="170"/>
                  </a:lnTo>
                  <a:cubicBezTo>
                    <a:pt x="1" y="825"/>
                    <a:pt x="17" y="841"/>
                    <a:pt x="356" y="1398"/>
                  </a:cubicBezTo>
                  <a:lnTo>
                    <a:pt x="372" y="1447"/>
                  </a:lnTo>
                  <a:cubicBezTo>
                    <a:pt x="607" y="1818"/>
                    <a:pt x="825" y="2222"/>
                    <a:pt x="1043" y="2594"/>
                  </a:cubicBezTo>
                  <a:cubicBezTo>
                    <a:pt x="1128" y="2727"/>
                    <a:pt x="1197" y="2861"/>
                    <a:pt x="1281" y="3014"/>
                  </a:cubicBezTo>
                  <a:cubicBezTo>
                    <a:pt x="1314" y="3063"/>
                    <a:pt x="1346" y="3115"/>
                    <a:pt x="1399" y="3147"/>
                  </a:cubicBezTo>
                  <a:lnTo>
                    <a:pt x="1415" y="3147"/>
                  </a:lnTo>
                  <a:lnTo>
                    <a:pt x="1415" y="3131"/>
                  </a:lnTo>
                  <a:cubicBezTo>
                    <a:pt x="1366" y="3099"/>
                    <a:pt x="1330" y="3046"/>
                    <a:pt x="1298" y="2998"/>
                  </a:cubicBezTo>
                  <a:cubicBezTo>
                    <a:pt x="1229" y="2861"/>
                    <a:pt x="1144" y="2727"/>
                    <a:pt x="1063" y="2574"/>
                  </a:cubicBezTo>
                  <a:cubicBezTo>
                    <a:pt x="841" y="2206"/>
                    <a:pt x="623" y="1802"/>
                    <a:pt x="389" y="1431"/>
                  </a:cubicBezTo>
                  <a:lnTo>
                    <a:pt x="372" y="1398"/>
                  </a:lnTo>
                  <a:cubicBezTo>
                    <a:pt x="33" y="841"/>
                    <a:pt x="33" y="825"/>
                    <a:pt x="33" y="170"/>
                  </a:cubicBezTo>
                  <a:lnTo>
                    <a:pt x="33" y="134"/>
                  </a:lnTo>
                  <a:lnTo>
                    <a:pt x="33" y="85"/>
                  </a:lnTo>
                  <a:lnTo>
                    <a:pt x="33" y="69"/>
                  </a:lnTo>
                  <a:cubicBezTo>
                    <a:pt x="53" y="49"/>
                    <a:pt x="53" y="33"/>
                    <a:pt x="69" y="33"/>
                  </a:cubicBezTo>
                  <a:lnTo>
                    <a:pt x="69" y="17"/>
                  </a:ln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0">
              <a:extLst>
                <a:ext uri="{FF2B5EF4-FFF2-40B4-BE49-F238E27FC236}">
                  <a16:creationId xmlns:a16="http://schemas.microsoft.com/office/drawing/2014/main" id="{B2815BE5-FB47-4C2C-B885-EBE20EF644F7}"/>
                </a:ext>
              </a:extLst>
            </p:cNvPr>
            <p:cNvSpPr/>
            <p:nvPr/>
          </p:nvSpPr>
          <p:spPr>
            <a:xfrm>
              <a:off x="1521886" y="2474082"/>
              <a:ext cx="197458" cy="355981"/>
            </a:xfrm>
            <a:custGeom>
              <a:avLst/>
              <a:gdLst/>
              <a:ahLst/>
              <a:cxnLst/>
              <a:rect l="l" t="t" r="r" b="b"/>
              <a:pathLst>
                <a:path w="1988" h="3584" extrusionOk="0">
                  <a:moveTo>
                    <a:pt x="0" y="0"/>
                  </a:moveTo>
                  <a:cubicBezTo>
                    <a:pt x="0" y="133"/>
                    <a:pt x="69" y="202"/>
                    <a:pt x="154" y="287"/>
                  </a:cubicBezTo>
                  <a:lnTo>
                    <a:pt x="154" y="303"/>
                  </a:lnTo>
                  <a:cubicBezTo>
                    <a:pt x="234" y="388"/>
                    <a:pt x="303" y="469"/>
                    <a:pt x="372" y="570"/>
                  </a:cubicBezTo>
                  <a:cubicBezTo>
                    <a:pt x="404" y="622"/>
                    <a:pt x="436" y="671"/>
                    <a:pt x="489" y="723"/>
                  </a:cubicBezTo>
                  <a:cubicBezTo>
                    <a:pt x="606" y="873"/>
                    <a:pt x="723" y="1026"/>
                    <a:pt x="861" y="1176"/>
                  </a:cubicBezTo>
                  <a:cubicBezTo>
                    <a:pt x="1180" y="1580"/>
                    <a:pt x="1499" y="2004"/>
                    <a:pt x="1818" y="2408"/>
                  </a:cubicBezTo>
                  <a:cubicBezTo>
                    <a:pt x="1834" y="2424"/>
                    <a:pt x="1834" y="2440"/>
                    <a:pt x="1850" y="2456"/>
                  </a:cubicBezTo>
                  <a:cubicBezTo>
                    <a:pt x="1903" y="2509"/>
                    <a:pt x="1951" y="2573"/>
                    <a:pt x="1951" y="2658"/>
                  </a:cubicBezTo>
                  <a:lnTo>
                    <a:pt x="1951" y="3296"/>
                  </a:lnTo>
                  <a:lnTo>
                    <a:pt x="1951" y="3450"/>
                  </a:lnTo>
                  <a:cubicBezTo>
                    <a:pt x="1951" y="3498"/>
                    <a:pt x="1951" y="3535"/>
                    <a:pt x="1935" y="3567"/>
                  </a:cubicBezTo>
                  <a:cubicBezTo>
                    <a:pt x="1919" y="3567"/>
                    <a:pt x="1919" y="3583"/>
                    <a:pt x="1935" y="3583"/>
                  </a:cubicBezTo>
                  <a:lnTo>
                    <a:pt x="1951" y="3583"/>
                  </a:lnTo>
                  <a:cubicBezTo>
                    <a:pt x="1971" y="3535"/>
                    <a:pt x="1988" y="3498"/>
                    <a:pt x="1988" y="3450"/>
                  </a:cubicBezTo>
                  <a:lnTo>
                    <a:pt x="1988" y="3296"/>
                  </a:lnTo>
                  <a:cubicBezTo>
                    <a:pt x="1971" y="3094"/>
                    <a:pt x="1971" y="2876"/>
                    <a:pt x="1988" y="2658"/>
                  </a:cubicBezTo>
                  <a:cubicBezTo>
                    <a:pt x="1988" y="2557"/>
                    <a:pt x="1919" y="2488"/>
                    <a:pt x="1870" y="2440"/>
                  </a:cubicBezTo>
                  <a:cubicBezTo>
                    <a:pt x="1870" y="2424"/>
                    <a:pt x="1850" y="2408"/>
                    <a:pt x="1834" y="2387"/>
                  </a:cubicBezTo>
                  <a:cubicBezTo>
                    <a:pt x="1515" y="1984"/>
                    <a:pt x="1196" y="1563"/>
                    <a:pt x="877" y="1159"/>
                  </a:cubicBezTo>
                  <a:cubicBezTo>
                    <a:pt x="760" y="1010"/>
                    <a:pt x="622" y="856"/>
                    <a:pt x="505" y="707"/>
                  </a:cubicBezTo>
                  <a:cubicBezTo>
                    <a:pt x="473" y="654"/>
                    <a:pt x="420" y="606"/>
                    <a:pt x="388" y="553"/>
                  </a:cubicBezTo>
                  <a:cubicBezTo>
                    <a:pt x="319" y="452"/>
                    <a:pt x="255" y="368"/>
                    <a:pt x="170" y="287"/>
                  </a:cubicBezTo>
                  <a:lnTo>
                    <a:pt x="170" y="267"/>
                  </a:lnTo>
                  <a:cubicBezTo>
                    <a:pt x="101" y="186"/>
                    <a:pt x="32" y="11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0">
              <a:extLst>
                <a:ext uri="{FF2B5EF4-FFF2-40B4-BE49-F238E27FC236}">
                  <a16:creationId xmlns:a16="http://schemas.microsoft.com/office/drawing/2014/main" id="{3A907FAD-FF0D-242E-6B8A-400685EBB583}"/>
                </a:ext>
              </a:extLst>
            </p:cNvPr>
            <p:cNvSpPr/>
            <p:nvPr/>
          </p:nvSpPr>
          <p:spPr>
            <a:xfrm>
              <a:off x="849753" y="3127641"/>
              <a:ext cx="359656" cy="242452"/>
            </a:xfrm>
            <a:custGeom>
              <a:avLst/>
              <a:gdLst/>
              <a:ahLst/>
              <a:cxnLst/>
              <a:rect l="l" t="t" r="r" b="b"/>
              <a:pathLst>
                <a:path w="3621" h="2441" extrusionOk="0">
                  <a:moveTo>
                    <a:pt x="3588" y="33"/>
                  </a:moveTo>
                  <a:lnTo>
                    <a:pt x="3588" y="304"/>
                  </a:lnTo>
                  <a:lnTo>
                    <a:pt x="3588" y="1128"/>
                  </a:lnTo>
                  <a:cubicBezTo>
                    <a:pt x="3588" y="1180"/>
                    <a:pt x="3552" y="1196"/>
                    <a:pt x="3487" y="1213"/>
                  </a:cubicBezTo>
                  <a:cubicBezTo>
                    <a:pt x="3099" y="1346"/>
                    <a:pt x="2695" y="1463"/>
                    <a:pt x="2307" y="1600"/>
                  </a:cubicBezTo>
                  <a:cubicBezTo>
                    <a:pt x="2122" y="1665"/>
                    <a:pt x="1952" y="1718"/>
                    <a:pt x="1786" y="1766"/>
                  </a:cubicBezTo>
                  <a:cubicBezTo>
                    <a:pt x="1382" y="1903"/>
                    <a:pt x="994" y="2037"/>
                    <a:pt x="590" y="2170"/>
                  </a:cubicBezTo>
                  <a:lnTo>
                    <a:pt x="69" y="2340"/>
                  </a:lnTo>
                  <a:cubicBezTo>
                    <a:pt x="33" y="2170"/>
                    <a:pt x="33" y="2004"/>
                    <a:pt x="53" y="1835"/>
                  </a:cubicBezTo>
                  <a:lnTo>
                    <a:pt x="53" y="1564"/>
                  </a:lnTo>
                  <a:cubicBezTo>
                    <a:pt x="33" y="1261"/>
                    <a:pt x="33" y="1261"/>
                    <a:pt x="320" y="1160"/>
                  </a:cubicBezTo>
                  <a:lnTo>
                    <a:pt x="336" y="1160"/>
                  </a:lnTo>
                  <a:cubicBezTo>
                    <a:pt x="691" y="1043"/>
                    <a:pt x="1043" y="910"/>
                    <a:pt x="1398" y="792"/>
                  </a:cubicBezTo>
                  <a:cubicBezTo>
                    <a:pt x="2021" y="574"/>
                    <a:pt x="2643" y="336"/>
                    <a:pt x="3265" y="118"/>
                  </a:cubicBezTo>
                  <a:cubicBezTo>
                    <a:pt x="3301" y="118"/>
                    <a:pt x="3317" y="102"/>
                    <a:pt x="3350" y="102"/>
                  </a:cubicBezTo>
                  <a:cubicBezTo>
                    <a:pt x="3418" y="69"/>
                    <a:pt x="3503" y="33"/>
                    <a:pt x="3588" y="33"/>
                  </a:cubicBezTo>
                  <a:close/>
                  <a:moveTo>
                    <a:pt x="3604" y="1"/>
                  </a:moveTo>
                  <a:cubicBezTo>
                    <a:pt x="3503" y="1"/>
                    <a:pt x="3418" y="33"/>
                    <a:pt x="3333" y="69"/>
                  </a:cubicBezTo>
                  <a:cubicBezTo>
                    <a:pt x="3317" y="85"/>
                    <a:pt x="3285" y="85"/>
                    <a:pt x="3265" y="102"/>
                  </a:cubicBezTo>
                  <a:cubicBezTo>
                    <a:pt x="2643" y="320"/>
                    <a:pt x="2004" y="538"/>
                    <a:pt x="1398" y="756"/>
                  </a:cubicBezTo>
                  <a:cubicBezTo>
                    <a:pt x="1043" y="893"/>
                    <a:pt x="675" y="1011"/>
                    <a:pt x="320" y="1144"/>
                  </a:cubicBezTo>
                  <a:cubicBezTo>
                    <a:pt x="17" y="1245"/>
                    <a:pt x="17" y="1245"/>
                    <a:pt x="17" y="1564"/>
                  </a:cubicBezTo>
                  <a:lnTo>
                    <a:pt x="17" y="1835"/>
                  </a:lnTo>
                  <a:cubicBezTo>
                    <a:pt x="17" y="2004"/>
                    <a:pt x="1" y="2190"/>
                    <a:pt x="53" y="2356"/>
                  </a:cubicBezTo>
                  <a:cubicBezTo>
                    <a:pt x="53" y="2356"/>
                    <a:pt x="33" y="2372"/>
                    <a:pt x="17" y="2392"/>
                  </a:cubicBezTo>
                  <a:cubicBezTo>
                    <a:pt x="17" y="2408"/>
                    <a:pt x="17" y="2408"/>
                    <a:pt x="1" y="2408"/>
                  </a:cubicBezTo>
                  <a:cubicBezTo>
                    <a:pt x="1" y="2424"/>
                    <a:pt x="1" y="2424"/>
                    <a:pt x="17" y="2441"/>
                  </a:cubicBezTo>
                  <a:lnTo>
                    <a:pt x="33" y="2424"/>
                  </a:lnTo>
                  <a:cubicBezTo>
                    <a:pt x="33" y="2424"/>
                    <a:pt x="33" y="2408"/>
                    <a:pt x="53" y="2408"/>
                  </a:cubicBezTo>
                  <a:cubicBezTo>
                    <a:pt x="53" y="2392"/>
                    <a:pt x="69" y="2372"/>
                    <a:pt x="69" y="2372"/>
                  </a:cubicBezTo>
                  <a:lnTo>
                    <a:pt x="86" y="2372"/>
                  </a:lnTo>
                  <a:lnTo>
                    <a:pt x="607" y="2190"/>
                  </a:lnTo>
                  <a:cubicBezTo>
                    <a:pt x="994" y="2069"/>
                    <a:pt x="1398" y="1936"/>
                    <a:pt x="1786" y="1802"/>
                  </a:cubicBezTo>
                  <a:cubicBezTo>
                    <a:pt x="1972" y="1750"/>
                    <a:pt x="2138" y="1685"/>
                    <a:pt x="2307" y="1633"/>
                  </a:cubicBezTo>
                  <a:cubicBezTo>
                    <a:pt x="2695" y="1499"/>
                    <a:pt x="3099" y="1362"/>
                    <a:pt x="3503" y="1229"/>
                  </a:cubicBezTo>
                  <a:cubicBezTo>
                    <a:pt x="3552" y="1213"/>
                    <a:pt x="3604" y="1196"/>
                    <a:pt x="3620" y="1128"/>
                  </a:cubicBezTo>
                  <a:lnTo>
                    <a:pt x="3620" y="304"/>
                  </a:lnTo>
                  <a:lnTo>
                    <a:pt x="3620" y="17"/>
                  </a:ln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0">
              <a:extLst>
                <a:ext uri="{FF2B5EF4-FFF2-40B4-BE49-F238E27FC236}">
                  <a16:creationId xmlns:a16="http://schemas.microsoft.com/office/drawing/2014/main" id="{8715D116-7FED-3872-BBFF-B7ABD6361CB5}"/>
                </a:ext>
              </a:extLst>
            </p:cNvPr>
            <p:cNvSpPr/>
            <p:nvPr/>
          </p:nvSpPr>
          <p:spPr>
            <a:xfrm>
              <a:off x="1521886" y="2126147"/>
              <a:ext cx="202325" cy="414583"/>
            </a:xfrm>
            <a:custGeom>
              <a:avLst/>
              <a:gdLst/>
              <a:ahLst/>
              <a:cxnLst/>
              <a:rect l="l" t="t" r="r" b="b"/>
              <a:pathLst>
                <a:path w="2037" h="4174" extrusionOk="0">
                  <a:moveTo>
                    <a:pt x="16" y="1"/>
                  </a:moveTo>
                  <a:lnTo>
                    <a:pt x="0" y="17"/>
                  </a:lnTo>
                  <a:cubicBezTo>
                    <a:pt x="0" y="118"/>
                    <a:pt x="53" y="186"/>
                    <a:pt x="117" y="271"/>
                  </a:cubicBezTo>
                  <a:cubicBezTo>
                    <a:pt x="202" y="356"/>
                    <a:pt x="271" y="457"/>
                    <a:pt x="335" y="538"/>
                  </a:cubicBezTo>
                  <a:cubicBezTo>
                    <a:pt x="335" y="574"/>
                    <a:pt x="356" y="590"/>
                    <a:pt x="372" y="607"/>
                  </a:cubicBezTo>
                  <a:cubicBezTo>
                    <a:pt x="558" y="877"/>
                    <a:pt x="739" y="1144"/>
                    <a:pt x="925" y="1398"/>
                  </a:cubicBezTo>
                  <a:cubicBezTo>
                    <a:pt x="1244" y="1871"/>
                    <a:pt x="1584" y="2356"/>
                    <a:pt x="1919" y="2845"/>
                  </a:cubicBezTo>
                  <a:cubicBezTo>
                    <a:pt x="1971" y="2897"/>
                    <a:pt x="1988" y="2962"/>
                    <a:pt x="1988" y="3030"/>
                  </a:cubicBezTo>
                  <a:lnTo>
                    <a:pt x="1988" y="3333"/>
                  </a:lnTo>
                  <a:cubicBezTo>
                    <a:pt x="1988" y="3487"/>
                    <a:pt x="1988" y="3652"/>
                    <a:pt x="1971" y="3806"/>
                  </a:cubicBezTo>
                  <a:lnTo>
                    <a:pt x="1971" y="3854"/>
                  </a:lnTo>
                  <a:cubicBezTo>
                    <a:pt x="1971" y="3955"/>
                    <a:pt x="1971" y="4056"/>
                    <a:pt x="2004" y="4157"/>
                  </a:cubicBezTo>
                  <a:lnTo>
                    <a:pt x="2020" y="4174"/>
                  </a:lnTo>
                  <a:lnTo>
                    <a:pt x="2036" y="4157"/>
                  </a:lnTo>
                  <a:cubicBezTo>
                    <a:pt x="1988" y="4056"/>
                    <a:pt x="1988" y="3955"/>
                    <a:pt x="2004" y="3871"/>
                  </a:cubicBezTo>
                  <a:lnTo>
                    <a:pt x="2004" y="3806"/>
                  </a:lnTo>
                  <a:lnTo>
                    <a:pt x="2004" y="3333"/>
                  </a:lnTo>
                  <a:lnTo>
                    <a:pt x="2004" y="3030"/>
                  </a:lnTo>
                  <a:cubicBezTo>
                    <a:pt x="2004" y="2962"/>
                    <a:pt x="1988" y="2897"/>
                    <a:pt x="1935" y="2828"/>
                  </a:cubicBezTo>
                  <a:cubicBezTo>
                    <a:pt x="1600" y="2340"/>
                    <a:pt x="1265" y="1851"/>
                    <a:pt x="941" y="1398"/>
                  </a:cubicBezTo>
                  <a:cubicBezTo>
                    <a:pt x="760" y="1128"/>
                    <a:pt x="574" y="861"/>
                    <a:pt x="404" y="590"/>
                  </a:cubicBezTo>
                  <a:cubicBezTo>
                    <a:pt x="388" y="574"/>
                    <a:pt x="372" y="558"/>
                    <a:pt x="356" y="522"/>
                  </a:cubicBezTo>
                  <a:cubicBezTo>
                    <a:pt x="287" y="437"/>
                    <a:pt x="218" y="336"/>
                    <a:pt x="133" y="255"/>
                  </a:cubicBezTo>
                  <a:cubicBezTo>
                    <a:pt x="69" y="170"/>
                    <a:pt x="32" y="118"/>
                    <a:pt x="32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0">
              <a:extLst>
                <a:ext uri="{FF2B5EF4-FFF2-40B4-BE49-F238E27FC236}">
                  <a16:creationId xmlns:a16="http://schemas.microsoft.com/office/drawing/2014/main" id="{6D4E75C2-0389-79FE-B1AE-C272537B2D07}"/>
                </a:ext>
              </a:extLst>
            </p:cNvPr>
            <p:cNvSpPr/>
            <p:nvPr/>
          </p:nvSpPr>
          <p:spPr>
            <a:xfrm>
              <a:off x="1267912" y="2191602"/>
              <a:ext cx="143723" cy="158523"/>
            </a:xfrm>
            <a:custGeom>
              <a:avLst/>
              <a:gdLst/>
              <a:ahLst/>
              <a:cxnLst/>
              <a:rect l="l" t="t" r="r" b="b"/>
              <a:pathLst>
                <a:path w="1447" h="1596" extrusionOk="0">
                  <a:moveTo>
                    <a:pt x="1430" y="0"/>
                  </a:moveTo>
                  <a:cubicBezTo>
                    <a:pt x="1361" y="32"/>
                    <a:pt x="1313" y="49"/>
                    <a:pt x="1244" y="81"/>
                  </a:cubicBezTo>
                  <a:cubicBezTo>
                    <a:pt x="1127" y="133"/>
                    <a:pt x="994" y="202"/>
                    <a:pt x="856" y="251"/>
                  </a:cubicBezTo>
                  <a:cubicBezTo>
                    <a:pt x="772" y="303"/>
                    <a:pt x="691" y="335"/>
                    <a:pt x="590" y="384"/>
                  </a:cubicBezTo>
                  <a:cubicBezTo>
                    <a:pt x="436" y="453"/>
                    <a:pt x="267" y="537"/>
                    <a:pt x="117" y="606"/>
                  </a:cubicBezTo>
                  <a:cubicBezTo>
                    <a:pt x="16" y="655"/>
                    <a:pt x="0" y="707"/>
                    <a:pt x="0" y="788"/>
                  </a:cubicBezTo>
                  <a:lnTo>
                    <a:pt x="0" y="1111"/>
                  </a:lnTo>
                  <a:cubicBezTo>
                    <a:pt x="0" y="1260"/>
                    <a:pt x="0" y="1430"/>
                    <a:pt x="16" y="1580"/>
                  </a:cubicBezTo>
                  <a:cubicBezTo>
                    <a:pt x="16" y="1580"/>
                    <a:pt x="16" y="1596"/>
                    <a:pt x="32" y="1596"/>
                  </a:cubicBezTo>
                  <a:lnTo>
                    <a:pt x="32" y="1580"/>
                  </a:lnTo>
                  <a:cubicBezTo>
                    <a:pt x="16" y="1430"/>
                    <a:pt x="16" y="1260"/>
                    <a:pt x="32" y="1111"/>
                  </a:cubicBezTo>
                  <a:cubicBezTo>
                    <a:pt x="32" y="1010"/>
                    <a:pt x="32" y="909"/>
                    <a:pt x="16" y="788"/>
                  </a:cubicBezTo>
                  <a:cubicBezTo>
                    <a:pt x="16" y="723"/>
                    <a:pt x="32" y="671"/>
                    <a:pt x="117" y="622"/>
                  </a:cubicBezTo>
                  <a:cubicBezTo>
                    <a:pt x="287" y="554"/>
                    <a:pt x="452" y="485"/>
                    <a:pt x="606" y="404"/>
                  </a:cubicBezTo>
                  <a:cubicBezTo>
                    <a:pt x="691" y="368"/>
                    <a:pt x="772" y="319"/>
                    <a:pt x="873" y="283"/>
                  </a:cubicBezTo>
                  <a:cubicBezTo>
                    <a:pt x="994" y="218"/>
                    <a:pt x="1127" y="166"/>
                    <a:pt x="1260" y="101"/>
                  </a:cubicBezTo>
                  <a:cubicBezTo>
                    <a:pt x="1313" y="81"/>
                    <a:pt x="1378" y="49"/>
                    <a:pt x="1430" y="16"/>
                  </a:cubicBezTo>
                  <a:cubicBezTo>
                    <a:pt x="1446" y="16"/>
                    <a:pt x="1446" y="16"/>
                    <a:pt x="1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0">
              <a:extLst>
                <a:ext uri="{FF2B5EF4-FFF2-40B4-BE49-F238E27FC236}">
                  <a16:creationId xmlns:a16="http://schemas.microsoft.com/office/drawing/2014/main" id="{A22C9D7B-CE15-3E22-7173-8A6217D9A1A5}"/>
                </a:ext>
              </a:extLst>
            </p:cNvPr>
            <p:cNvSpPr/>
            <p:nvPr/>
          </p:nvSpPr>
          <p:spPr>
            <a:xfrm>
              <a:off x="1944712" y="3485608"/>
              <a:ext cx="6953" cy="55026"/>
            </a:xfrm>
            <a:custGeom>
              <a:avLst/>
              <a:gdLst/>
              <a:ahLst/>
              <a:cxnLst/>
              <a:rect l="l" t="t" r="r" b="b"/>
              <a:pathLst>
                <a:path w="70" h="554" extrusionOk="0">
                  <a:moveTo>
                    <a:pt x="37" y="0"/>
                  </a:moveTo>
                  <a:cubicBezTo>
                    <a:pt x="17" y="101"/>
                    <a:pt x="17" y="182"/>
                    <a:pt x="17" y="283"/>
                  </a:cubicBezTo>
                  <a:cubicBezTo>
                    <a:pt x="17" y="368"/>
                    <a:pt x="17" y="452"/>
                    <a:pt x="1" y="537"/>
                  </a:cubicBezTo>
                  <a:cubicBezTo>
                    <a:pt x="1" y="553"/>
                    <a:pt x="1" y="553"/>
                    <a:pt x="17" y="553"/>
                  </a:cubicBezTo>
                  <a:lnTo>
                    <a:pt x="37" y="553"/>
                  </a:lnTo>
                  <a:cubicBezTo>
                    <a:pt x="53" y="452"/>
                    <a:pt x="53" y="368"/>
                    <a:pt x="53" y="283"/>
                  </a:cubicBezTo>
                  <a:cubicBezTo>
                    <a:pt x="37" y="182"/>
                    <a:pt x="37" y="101"/>
                    <a:pt x="53" y="16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0">
              <a:extLst>
                <a:ext uri="{FF2B5EF4-FFF2-40B4-BE49-F238E27FC236}">
                  <a16:creationId xmlns:a16="http://schemas.microsoft.com/office/drawing/2014/main" id="{9CC6CC41-16EB-6869-C9C5-DE9F6675DA17}"/>
                </a:ext>
              </a:extLst>
            </p:cNvPr>
            <p:cNvSpPr/>
            <p:nvPr/>
          </p:nvSpPr>
          <p:spPr>
            <a:xfrm>
              <a:off x="1815987" y="2282783"/>
              <a:ext cx="5264" cy="64164"/>
            </a:xfrm>
            <a:custGeom>
              <a:avLst/>
              <a:gdLst/>
              <a:ahLst/>
              <a:cxnLst/>
              <a:rect l="l" t="t" r="r" b="b"/>
              <a:pathLst>
                <a:path w="53" h="646" extrusionOk="0">
                  <a:moveTo>
                    <a:pt x="41" y="0"/>
                  </a:moveTo>
                  <a:cubicBezTo>
                    <a:pt x="37" y="0"/>
                    <a:pt x="37" y="7"/>
                    <a:pt x="37" y="7"/>
                  </a:cubicBezTo>
                  <a:cubicBezTo>
                    <a:pt x="20" y="108"/>
                    <a:pt x="20" y="209"/>
                    <a:pt x="20" y="310"/>
                  </a:cubicBezTo>
                  <a:lnTo>
                    <a:pt x="20" y="496"/>
                  </a:lnTo>
                  <a:lnTo>
                    <a:pt x="20" y="544"/>
                  </a:lnTo>
                  <a:cubicBezTo>
                    <a:pt x="20" y="577"/>
                    <a:pt x="20" y="597"/>
                    <a:pt x="0" y="629"/>
                  </a:cubicBezTo>
                  <a:cubicBezTo>
                    <a:pt x="0" y="629"/>
                    <a:pt x="0" y="645"/>
                    <a:pt x="20" y="645"/>
                  </a:cubicBezTo>
                  <a:lnTo>
                    <a:pt x="37" y="645"/>
                  </a:lnTo>
                  <a:cubicBezTo>
                    <a:pt x="53" y="613"/>
                    <a:pt x="53" y="577"/>
                    <a:pt x="53" y="544"/>
                  </a:cubicBezTo>
                  <a:lnTo>
                    <a:pt x="53" y="496"/>
                  </a:lnTo>
                  <a:lnTo>
                    <a:pt x="53" y="310"/>
                  </a:lnTo>
                  <a:cubicBezTo>
                    <a:pt x="37" y="209"/>
                    <a:pt x="37" y="108"/>
                    <a:pt x="53" y="7"/>
                  </a:cubicBezTo>
                  <a:cubicBezTo>
                    <a:pt x="47" y="2"/>
                    <a:pt x="44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0">
              <a:extLst>
                <a:ext uri="{FF2B5EF4-FFF2-40B4-BE49-F238E27FC236}">
                  <a16:creationId xmlns:a16="http://schemas.microsoft.com/office/drawing/2014/main" id="{DDCE4695-E71F-D417-5A1E-2DECFB92F480}"/>
                </a:ext>
              </a:extLst>
            </p:cNvPr>
            <p:cNvSpPr/>
            <p:nvPr/>
          </p:nvSpPr>
          <p:spPr>
            <a:xfrm>
              <a:off x="500328" y="1019567"/>
              <a:ext cx="1402767" cy="1004772"/>
            </a:xfrm>
            <a:custGeom>
              <a:avLst/>
              <a:gdLst/>
              <a:ahLst/>
              <a:cxnLst/>
              <a:rect l="l" t="t" r="r" b="b"/>
              <a:pathLst>
                <a:path w="14123" h="10116" extrusionOk="0">
                  <a:moveTo>
                    <a:pt x="9174" y="0"/>
                  </a:moveTo>
                  <a:lnTo>
                    <a:pt x="8803" y="235"/>
                  </a:lnTo>
                  <a:cubicBezTo>
                    <a:pt x="8520" y="404"/>
                    <a:pt x="8249" y="590"/>
                    <a:pt x="7978" y="756"/>
                  </a:cubicBezTo>
                  <a:cubicBezTo>
                    <a:pt x="6985" y="1398"/>
                    <a:pt x="5975" y="2036"/>
                    <a:pt x="4985" y="2658"/>
                  </a:cubicBezTo>
                  <a:lnTo>
                    <a:pt x="4731" y="2828"/>
                  </a:lnTo>
                  <a:cubicBezTo>
                    <a:pt x="3854" y="3398"/>
                    <a:pt x="2981" y="3955"/>
                    <a:pt x="2105" y="4508"/>
                  </a:cubicBezTo>
                  <a:cubicBezTo>
                    <a:pt x="1733" y="4747"/>
                    <a:pt x="1349" y="4997"/>
                    <a:pt x="962" y="5236"/>
                  </a:cubicBezTo>
                  <a:cubicBezTo>
                    <a:pt x="659" y="5438"/>
                    <a:pt x="356" y="5640"/>
                    <a:pt x="53" y="5821"/>
                  </a:cubicBezTo>
                  <a:cubicBezTo>
                    <a:pt x="36" y="5842"/>
                    <a:pt x="36" y="5842"/>
                    <a:pt x="16" y="5842"/>
                  </a:cubicBezTo>
                  <a:lnTo>
                    <a:pt x="0" y="5842"/>
                  </a:lnTo>
                  <a:lnTo>
                    <a:pt x="0" y="5858"/>
                  </a:lnTo>
                  <a:cubicBezTo>
                    <a:pt x="0" y="5858"/>
                    <a:pt x="0" y="5874"/>
                    <a:pt x="16" y="5874"/>
                  </a:cubicBezTo>
                  <a:lnTo>
                    <a:pt x="36" y="5858"/>
                  </a:lnTo>
                  <a:lnTo>
                    <a:pt x="53" y="5858"/>
                  </a:lnTo>
                  <a:cubicBezTo>
                    <a:pt x="372" y="5656"/>
                    <a:pt x="675" y="5454"/>
                    <a:pt x="978" y="5268"/>
                  </a:cubicBezTo>
                  <a:cubicBezTo>
                    <a:pt x="1366" y="5013"/>
                    <a:pt x="1753" y="4763"/>
                    <a:pt x="2121" y="4529"/>
                  </a:cubicBezTo>
                  <a:cubicBezTo>
                    <a:pt x="2998" y="3971"/>
                    <a:pt x="3874" y="3418"/>
                    <a:pt x="4747" y="2860"/>
                  </a:cubicBezTo>
                  <a:lnTo>
                    <a:pt x="5001" y="2691"/>
                  </a:lnTo>
                  <a:cubicBezTo>
                    <a:pt x="5995" y="2052"/>
                    <a:pt x="6985" y="1414"/>
                    <a:pt x="7995" y="792"/>
                  </a:cubicBezTo>
                  <a:cubicBezTo>
                    <a:pt x="8265" y="606"/>
                    <a:pt x="8536" y="436"/>
                    <a:pt x="8823" y="251"/>
                  </a:cubicBezTo>
                  <a:lnTo>
                    <a:pt x="9174" y="33"/>
                  </a:lnTo>
                  <a:lnTo>
                    <a:pt x="9190" y="33"/>
                  </a:lnTo>
                  <a:cubicBezTo>
                    <a:pt x="9227" y="65"/>
                    <a:pt x="9243" y="65"/>
                    <a:pt x="9243" y="85"/>
                  </a:cubicBezTo>
                  <a:cubicBezTo>
                    <a:pt x="9207" y="166"/>
                    <a:pt x="9207" y="251"/>
                    <a:pt x="9207" y="319"/>
                  </a:cubicBezTo>
                  <a:lnTo>
                    <a:pt x="9207" y="420"/>
                  </a:lnTo>
                  <a:cubicBezTo>
                    <a:pt x="9207" y="505"/>
                    <a:pt x="9207" y="554"/>
                    <a:pt x="9259" y="638"/>
                  </a:cubicBezTo>
                  <a:cubicBezTo>
                    <a:pt x="9409" y="873"/>
                    <a:pt x="9578" y="1160"/>
                    <a:pt x="9748" y="1515"/>
                  </a:cubicBezTo>
                  <a:cubicBezTo>
                    <a:pt x="9764" y="1547"/>
                    <a:pt x="9796" y="1580"/>
                    <a:pt x="9812" y="1616"/>
                  </a:cubicBezTo>
                  <a:cubicBezTo>
                    <a:pt x="9897" y="1782"/>
                    <a:pt x="9982" y="1951"/>
                    <a:pt x="10067" y="2105"/>
                  </a:cubicBezTo>
                  <a:cubicBezTo>
                    <a:pt x="10136" y="2222"/>
                    <a:pt x="10200" y="2323"/>
                    <a:pt x="10253" y="2424"/>
                  </a:cubicBezTo>
                  <a:cubicBezTo>
                    <a:pt x="10338" y="2557"/>
                    <a:pt x="10402" y="2691"/>
                    <a:pt x="10487" y="2812"/>
                  </a:cubicBezTo>
                  <a:cubicBezTo>
                    <a:pt x="10620" y="3030"/>
                    <a:pt x="10742" y="3264"/>
                    <a:pt x="10859" y="3482"/>
                  </a:cubicBezTo>
                  <a:cubicBezTo>
                    <a:pt x="10923" y="3600"/>
                    <a:pt x="10992" y="3721"/>
                    <a:pt x="11061" y="3838"/>
                  </a:cubicBezTo>
                  <a:cubicBezTo>
                    <a:pt x="11194" y="4072"/>
                    <a:pt x="11327" y="4327"/>
                    <a:pt x="11465" y="4561"/>
                  </a:cubicBezTo>
                  <a:cubicBezTo>
                    <a:pt x="11598" y="4811"/>
                    <a:pt x="11752" y="5066"/>
                    <a:pt x="11885" y="5316"/>
                  </a:cubicBezTo>
                  <a:cubicBezTo>
                    <a:pt x="12071" y="5656"/>
                    <a:pt x="12236" y="5959"/>
                    <a:pt x="12406" y="6246"/>
                  </a:cubicBezTo>
                  <a:cubicBezTo>
                    <a:pt x="12422" y="6278"/>
                    <a:pt x="12438" y="6310"/>
                    <a:pt x="12458" y="6347"/>
                  </a:cubicBezTo>
                  <a:cubicBezTo>
                    <a:pt x="12507" y="6427"/>
                    <a:pt x="12576" y="6512"/>
                    <a:pt x="12559" y="6597"/>
                  </a:cubicBezTo>
                  <a:cubicBezTo>
                    <a:pt x="12539" y="6751"/>
                    <a:pt x="12539" y="6916"/>
                    <a:pt x="12539" y="7070"/>
                  </a:cubicBezTo>
                  <a:lnTo>
                    <a:pt x="12539" y="7373"/>
                  </a:lnTo>
                  <a:cubicBezTo>
                    <a:pt x="12539" y="7421"/>
                    <a:pt x="12539" y="7474"/>
                    <a:pt x="12559" y="7522"/>
                  </a:cubicBezTo>
                  <a:cubicBezTo>
                    <a:pt x="13012" y="8282"/>
                    <a:pt x="13468" y="9073"/>
                    <a:pt x="13921" y="9881"/>
                  </a:cubicBezTo>
                  <a:cubicBezTo>
                    <a:pt x="13921" y="9897"/>
                    <a:pt x="13937" y="9914"/>
                    <a:pt x="13937" y="9930"/>
                  </a:cubicBezTo>
                  <a:cubicBezTo>
                    <a:pt x="13990" y="9998"/>
                    <a:pt x="14022" y="10083"/>
                    <a:pt x="14107" y="10116"/>
                  </a:cubicBezTo>
                  <a:lnTo>
                    <a:pt x="14123" y="10116"/>
                  </a:lnTo>
                  <a:lnTo>
                    <a:pt x="14123" y="10099"/>
                  </a:lnTo>
                  <a:cubicBezTo>
                    <a:pt x="14038" y="10063"/>
                    <a:pt x="14006" y="9998"/>
                    <a:pt x="13973" y="9930"/>
                  </a:cubicBezTo>
                  <a:cubicBezTo>
                    <a:pt x="13953" y="9897"/>
                    <a:pt x="13953" y="9881"/>
                    <a:pt x="13937" y="9861"/>
                  </a:cubicBezTo>
                  <a:cubicBezTo>
                    <a:pt x="13485" y="9073"/>
                    <a:pt x="13028" y="8265"/>
                    <a:pt x="12592" y="7506"/>
                  </a:cubicBezTo>
                  <a:cubicBezTo>
                    <a:pt x="12559" y="7474"/>
                    <a:pt x="12559" y="7421"/>
                    <a:pt x="12559" y="7389"/>
                  </a:cubicBezTo>
                  <a:cubicBezTo>
                    <a:pt x="12576" y="7272"/>
                    <a:pt x="12576" y="7171"/>
                    <a:pt x="12559" y="7070"/>
                  </a:cubicBezTo>
                  <a:cubicBezTo>
                    <a:pt x="12559" y="6916"/>
                    <a:pt x="12559" y="6751"/>
                    <a:pt x="12576" y="6597"/>
                  </a:cubicBezTo>
                  <a:cubicBezTo>
                    <a:pt x="12592" y="6496"/>
                    <a:pt x="12539" y="6411"/>
                    <a:pt x="12491" y="6326"/>
                  </a:cubicBezTo>
                  <a:cubicBezTo>
                    <a:pt x="12458" y="6294"/>
                    <a:pt x="12438" y="6278"/>
                    <a:pt x="12422" y="6246"/>
                  </a:cubicBezTo>
                  <a:cubicBezTo>
                    <a:pt x="12256" y="5943"/>
                    <a:pt x="12103" y="5640"/>
                    <a:pt x="11917" y="5300"/>
                  </a:cubicBezTo>
                  <a:cubicBezTo>
                    <a:pt x="11768" y="5050"/>
                    <a:pt x="11630" y="4795"/>
                    <a:pt x="11481" y="4561"/>
                  </a:cubicBezTo>
                  <a:cubicBezTo>
                    <a:pt x="11348" y="4307"/>
                    <a:pt x="11210" y="4072"/>
                    <a:pt x="11077" y="3822"/>
                  </a:cubicBezTo>
                  <a:cubicBezTo>
                    <a:pt x="11008" y="3701"/>
                    <a:pt x="10944" y="3583"/>
                    <a:pt x="10891" y="3466"/>
                  </a:cubicBezTo>
                  <a:cubicBezTo>
                    <a:pt x="10758" y="3248"/>
                    <a:pt x="10641" y="3014"/>
                    <a:pt x="10503" y="2792"/>
                  </a:cubicBezTo>
                  <a:cubicBezTo>
                    <a:pt x="10418" y="2674"/>
                    <a:pt x="10354" y="2541"/>
                    <a:pt x="10285" y="2424"/>
                  </a:cubicBezTo>
                  <a:cubicBezTo>
                    <a:pt x="10216" y="2307"/>
                    <a:pt x="10168" y="2206"/>
                    <a:pt x="10099" y="2105"/>
                  </a:cubicBezTo>
                  <a:cubicBezTo>
                    <a:pt x="9998" y="1935"/>
                    <a:pt x="9913" y="1766"/>
                    <a:pt x="9833" y="1616"/>
                  </a:cubicBezTo>
                  <a:cubicBezTo>
                    <a:pt x="9812" y="1564"/>
                    <a:pt x="9796" y="1531"/>
                    <a:pt x="9780" y="1499"/>
                  </a:cubicBezTo>
                  <a:cubicBezTo>
                    <a:pt x="9594" y="1143"/>
                    <a:pt x="9445" y="873"/>
                    <a:pt x="9291" y="622"/>
                  </a:cubicBezTo>
                  <a:cubicBezTo>
                    <a:pt x="9243" y="554"/>
                    <a:pt x="9243" y="489"/>
                    <a:pt x="9243" y="420"/>
                  </a:cubicBezTo>
                  <a:lnTo>
                    <a:pt x="9243" y="319"/>
                  </a:lnTo>
                  <a:cubicBezTo>
                    <a:pt x="9227" y="235"/>
                    <a:pt x="9227" y="166"/>
                    <a:pt x="9259" y="101"/>
                  </a:cubicBezTo>
                  <a:cubicBezTo>
                    <a:pt x="9275" y="65"/>
                    <a:pt x="9243" y="33"/>
                    <a:pt x="9207" y="16"/>
                  </a:cubicBezTo>
                  <a:lnTo>
                    <a:pt x="91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0">
              <a:extLst>
                <a:ext uri="{FF2B5EF4-FFF2-40B4-BE49-F238E27FC236}">
                  <a16:creationId xmlns:a16="http://schemas.microsoft.com/office/drawing/2014/main" id="{3A0E15D9-15CB-342E-0AC0-AE4B045AC36A}"/>
                </a:ext>
              </a:extLst>
            </p:cNvPr>
            <p:cNvSpPr/>
            <p:nvPr/>
          </p:nvSpPr>
          <p:spPr>
            <a:xfrm>
              <a:off x="1861279" y="2360057"/>
              <a:ext cx="4966" cy="53933"/>
            </a:xfrm>
            <a:custGeom>
              <a:avLst/>
              <a:gdLst/>
              <a:ahLst/>
              <a:cxnLst/>
              <a:rect l="l" t="t" r="r" b="b"/>
              <a:pathLst>
                <a:path w="50" h="543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lnTo>
                    <a:pt x="17" y="203"/>
                  </a:lnTo>
                  <a:cubicBezTo>
                    <a:pt x="17" y="324"/>
                    <a:pt x="33" y="425"/>
                    <a:pt x="17" y="526"/>
                  </a:cubicBezTo>
                  <a:cubicBezTo>
                    <a:pt x="1" y="542"/>
                    <a:pt x="17" y="542"/>
                    <a:pt x="17" y="542"/>
                  </a:cubicBezTo>
                  <a:lnTo>
                    <a:pt x="33" y="542"/>
                  </a:lnTo>
                  <a:cubicBezTo>
                    <a:pt x="49" y="425"/>
                    <a:pt x="49" y="324"/>
                    <a:pt x="49" y="203"/>
                  </a:cubicBezTo>
                  <a:lnTo>
                    <a:pt x="49" y="21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0">
              <a:extLst>
                <a:ext uri="{FF2B5EF4-FFF2-40B4-BE49-F238E27FC236}">
                  <a16:creationId xmlns:a16="http://schemas.microsoft.com/office/drawing/2014/main" id="{40AAF2B5-1C37-0E87-BFE5-BAD7D3DDD264}"/>
                </a:ext>
              </a:extLst>
            </p:cNvPr>
            <p:cNvSpPr/>
            <p:nvPr/>
          </p:nvSpPr>
          <p:spPr>
            <a:xfrm>
              <a:off x="988610" y="1531091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67"/>
                  </a:lnTo>
                  <a:cubicBezTo>
                    <a:pt x="0" y="405"/>
                    <a:pt x="0" y="554"/>
                    <a:pt x="17" y="692"/>
                  </a:cubicBezTo>
                  <a:cubicBezTo>
                    <a:pt x="17" y="692"/>
                    <a:pt x="17" y="708"/>
                    <a:pt x="33" y="708"/>
                  </a:cubicBezTo>
                  <a:lnTo>
                    <a:pt x="33" y="692"/>
                  </a:lnTo>
                  <a:cubicBezTo>
                    <a:pt x="17" y="554"/>
                    <a:pt x="17" y="405"/>
                    <a:pt x="33" y="267"/>
                  </a:cubicBezTo>
                  <a:lnTo>
                    <a:pt x="33" y="17"/>
                  </a:ln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0">
              <a:extLst>
                <a:ext uri="{FF2B5EF4-FFF2-40B4-BE49-F238E27FC236}">
                  <a16:creationId xmlns:a16="http://schemas.microsoft.com/office/drawing/2014/main" id="{F23E9626-180C-7118-5644-96EDC2D11A9A}"/>
                </a:ext>
              </a:extLst>
            </p:cNvPr>
            <p:cNvSpPr/>
            <p:nvPr/>
          </p:nvSpPr>
          <p:spPr>
            <a:xfrm>
              <a:off x="1291154" y="2077577"/>
              <a:ext cx="5264" cy="85618"/>
            </a:xfrm>
            <a:custGeom>
              <a:avLst/>
              <a:gdLst/>
              <a:ahLst/>
              <a:cxnLst/>
              <a:rect l="l" t="t" r="r" b="b"/>
              <a:pathLst>
                <a:path w="53" h="86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8"/>
                    <a:pt x="0" y="421"/>
                  </a:cubicBezTo>
                  <a:lnTo>
                    <a:pt x="0" y="692"/>
                  </a:lnTo>
                  <a:lnTo>
                    <a:pt x="0" y="724"/>
                  </a:lnTo>
                  <a:cubicBezTo>
                    <a:pt x="0" y="776"/>
                    <a:pt x="0" y="809"/>
                    <a:pt x="16" y="861"/>
                  </a:cubicBezTo>
                  <a:lnTo>
                    <a:pt x="33" y="861"/>
                  </a:lnTo>
                  <a:cubicBezTo>
                    <a:pt x="53" y="861"/>
                    <a:pt x="53" y="845"/>
                    <a:pt x="53" y="845"/>
                  </a:cubicBezTo>
                  <a:cubicBezTo>
                    <a:pt x="33" y="809"/>
                    <a:pt x="33" y="776"/>
                    <a:pt x="33" y="724"/>
                  </a:cubicBezTo>
                  <a:lnTo>
                    <a:pt x="33" y="692"/>
                  </a:lnTo>
                  <a:lnTo>
                    <a:pt x="33" y="441"/>
                  </a:lnTo>
                  <a:cubicBezTo>
                    <a:pt x="33" y="288"/>
                    <a:pt x="33" y="154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0">
              <a:extLst>
                <a:ext uri="{FF2B5EF4-FFF2-40B4-BE49-F238E27FC236}">
                  <a16:creationId xmlns:a16="http://schemas.microsoft.com/office/drawing/2014/main" id="{5A2B26D9-A780-E938-210D-AA81403E0ADA}"/>
                </a:ext>
              </a:extLst>
            </p:cNvPr>
            <p:cNvSpPr/>
            <p:nvPr/>
          </p:nvSpPr>
          <p:spPr>
            <a:xfrm>
              <a:off x="1643857" y="2186338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1"/>
                  </a:moveTo>
                  <a:cubicBezTo>
                    <a:pt x="16" y="118"/>
                    <a:pt x="16" y="219"/>
                    <a:pt x="16" y="336"/>
                  </a:cubicBezTo>
                  <a:lnTo>
                    <a:pt x="16" y="538"/>
                  </a:lnTo>
                  <a:lnTo>
                    <a:pt x="16" y="574"/>
                  </a:lnTo>
                  <a:cubicBezTo>
                    <a:pt x="16" y="607"/>
                    <a:pt x="37" y="639"/>
                    <a:pt x="16" y="659"/>
                  </a:cubicBezTo>
                  <a:cubicBezTo>
                    <a:pt x="0" y="675"/>
                    <a:pt x="0" y="675"/>
                    <a:pt x="16" y="691"/>
                  </a:cubicBezTo>
                  <a:lnTo>
                    <a:pt x="37" y="675"/>
                  </a:lnTo>
                  <a:cubicBezTo>
                    <a:pt x="53" y="639"/>
                    <a:pt x="53" y="607"/>
                    <a:pt x="53" y="574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19"/>
                    <a:pt x="53" y="11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0">
              <a:extLst>
                <a:ext uri="{FF2B5EF4-FFF2-40B4-BE49-F238E27FC236}">
                  <a16:creationId xmlns:a16="http://schemas.microsoft.com/office/drawing/2014/main" id="{4E12196D-C87A-C62F-7F7E-E42D954FE3FB}"/>
                </a:ext>
              </a:extLst>
            </p:cNvPr>
            <p:cNvSpPr/>
            <p:nvPr/>
          </p:nvSpPr>
          <p:spPr>
            <a:xfrm>
              <a:off x="933186" y="2915383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21" y="134"/>
                    <a:pt x="21" y="267"/>
                    <a:pt x="21" y="388"/>
                  </a:cubicBezTo>
                  <a:lnTo>
                    <a:pt x="21" y="607"/>
                  </a:lnTo>
                  <a:lnTo>
                    <a:pt x="21" y="809"/>
                  </a:lnTo>
                  <a:lnTo>
                    <a:pt x="21" y="910"/>
                  </a:lnTo>
                  <a:cubicBezTo>
                    <a:pt x="21" y="926"/>
                    <a:pt x="21" y="926"/>
                    <a:pt x="37" y="926"/>
                  </a:cubicBezTo>
                  <a:lnTo>
                    <a:pt x="37" y="910"/>
                  </a:lnTo>
                  <a:lnTo>
                    <a:pt x="37" y="809"/>
                  </a:lnTo>
                  <a:cubicBezTo>
                    <a:pt x="37" y="740"/>
                    <a:pt x="53" y="671"/>
                    <a:pt x="37" y="607"/>
                  </a:cubicBezTo>
                  <a:lnTo>
                    <a:pt x="37" y="388"/>
                  </a:lnTo>
                  <a:cubicBezTo>
                    <a:pt x="53" y="267"/>
                    <a:pt x="53" y="134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0">
              <a:extLst>
                <a:ext uri="{FF2B5EF4-FFF2-40B4-BE49-F238E27FC236}">
                  <a16:creationId xmlns:a16="http://schemas.microsoft.com/office/drawing/2014/main" id="{353A2BE4-6CA2-3A65-AACC-1982E994CAB7}"/>
                </a:ext>
              </a:extLst>
            </p:cNvPr>
            <p:cNvSpPr/>
            <p:nvPr/>
          </p:nvSpPr>
          <p:spPr>
            <a:xfrm>
              <a:off x="1841216" y="2781394"/>
              <a:ext cx="4966" cy="53834"/>
            </a:xfrm>
            <a:custGeom>
              <a:avLst/>
              <a:gdLst/>
              <a:ahLst/>
              <a:cxnLst/>
              <a:rect l="l" t="t" r="r" b="b"/>
              <a:pathLst>
                <a:path w="50" h="542" extrusionOk="0">
                  <a:moveTo>
                    <a:pt x="33" y="0"/>
                  </a:moveTo>
                  <a:cubicBezTo>
                    <a:pt x="33" y="0"/>
                    <a:pt x="17" y="0"/>
                    <a:pt x="17" y="21"/>
                  </a:cubicBezTo>
                  <a:cubicBezTo>
                    <a:pt x="1" y="101"/>
                    <a:pt x="1" y="186"/>
                    <a:pt x="1" y="271"/>
                  </a:cubicBezTo>
                  <a:cubicBezTo>
                    <a:pt x="17" y="356"/>
                    <a:pt x="17" y="441"/>
                    <a:pt x="1" y="526"/>
                  </a:cubicBezTo>
                  <a:lnTo>
                    <a:pt x="1" y="542"/>
                  </a:lnTo>
                  <a:lnTo>
                    <a:pt x="17" y="542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1"/>
                    <a:pt x="49" y="21"/>
                  </a:cubicBezTo>
                  <a:cubicBezTo>
                    <a:pt x="49" y="21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0">
              <a:extLst>
                <a:ext uri="{FF2B5EF4-FFF2-40B4-BE49-F238E27FC236}">
                  <a16:creationId xmlns:a16="http://schemas.microsoft.com/office/drawing/2014/main" id="{73E6085E-0B55-DD73-8A64-F5D6BDF7238F}"/>
                </a:ext>
              </a:extLst>
            </p:cNvPr>
            <p:cNvSpPr/>
            <p:nvPr/>
          </p:nvSpPr>
          <p:spPr>
            <a:xfrm>
              <a:off x="1861279" y="2515799"/>
              <a:ext cx="4966" cy="57013"/>
            </a:xfrm>
            <a:custGeom>
              <a:avLst/>
              <a:gdLst/>
              <a:ahLst/>
              <a:cxnLst/>
              <a:rect l="l" t="t" r="r" b="b"/>
              <a:pathLst>
                <a:path w="50" h="574" extrusionOk="0">
                  <a:moveTo>
                    <a:pt x="33" y="0"/>
                  </a:moveTo>
                  <a:lnTo>
                    <a:pt x="17" y="16"/>
                  </a:lnTo>
                  <a:lnTo>
                    <a:pt x="17" y="218"/>
                  </a:lnTo>
                  <a:cubicBezTo>
                    <a:pt x="17" y="335"/>
                    <a:pt x="33" y="436"/>
                    <a:pt x="17" y="554"/>
                  </a:cubicBezTo>
                  <a:cubicBezTo>
                    <a:pt x="1" y="554"/>
                    <a:pt x="17" y="574"/>
                    <a:pt x="17" y="574"/>
                  </a:cubicBezTo>
                  <a:cubicBezTo>
                    <a:pt x="33" y="574"/>
                    <a:pt x="33" y="574"/>
                    <a:pt x="33" y="554"/>
                  </a:cubicBezTo>
                  <a:cubicBezTo>
                    <a:pt x="49" y="453"/>
                    <a:pt x="49" y="335"/>
                    <a:pt x="49" y="218"/>
                  </a:cubicBezTo>
                  <a:lnTo>
                    <a:pt x="49" y="16"/>
                  </a:ln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0">
              <a:extLst>
                <a:ext uri="{FF2B5EF4-FFF2-40B4-BE49-F238E27FC236}">
                  <a16:creationId xmlns:a16="http://schemas.microsoft.com/office/drawing/2014/main" id="{D79946AF-0A9F-3DD6-BA8E-AB34C0A6B8C1}"/>
                </a:ext>
              </a:extLst>
            </p:cNvPr>
            <p:cNvSpPr/>
            <p:nvPr/>
          </p:nvSpPr>
          <p:spPr>
            <a:xfrm>
              <a:off x="1669085" y="1876941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55"/>
                    <a:pt x="17" y="272"/>
                    <a:pt x="17" y="405"/>
                  </a:cubicBezTo>
                  <a:lnTo>
                    <a:pt x="17" y="643"/>
                  </a:lnTo>
                  <a:lnTo>
                    <a:pt x="17" y="659"/>
                  </a:lnTo>
                  <a:lnTo>
                    <a:pt x="33" y="659"/>
                  </a:lnTo>
                  <a:lnTo>
                    <a:pt x="33" y="643"/>
                  </a:lnTo>
                  <a:lnTo>
                    <a:pt x="33" y="405"/>
                  </a:lnTo>
                  <a:cubicBezTo>
                    <a:pt x="33" y="272"/>
                    <a:pt x="33" y="15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0">
              <a:extLst>
                <a:ext uri="{FF2B5EF4-FFF2-40B4-BE49-F238E27FC236}">
                  <a16:creationId xmlns:a16="http://schemas.microsoft.com/office/drawing/2014/main" id="{721558D6-1C01-FCEE-D65A-1CD8A2AE6635}"/>
                </a:ext>
              </a:extLst>
            </p:cNvPr>
            <p:cNvSpPr/>
            <p:nvPr/>
          </p:nvSpPr>
          <p:spPr>
            <a:xfrm>
              <a:off x="1520197" y="2298277"/>
              <a:ext cx="200736" cy="374853"/>
            </a:xfrm>
            <a:custGeom>
              <a:avLst/>
              <a:gdLst/>
              <a:ahLst/>
              <a:cxnLst/>
              <a:rect l="l" t="t" r="r" b="b"/>
              <a:pathLst>
                <a:path w="2021" h="3774" extrusionOk="0">
                  <a:moveTo>
                    <a:pt x="1" y="1"/>
                  </a:moveTo>
                  <a:lnTo>
                    <a:pt x="1" y="17"/>
                  </a:lnTo>
                  <a:cubicBezTo>
                    <a:pt x="203" y="356"/>
                    <a:pt x="437" y="659"/>
                    <a:pt x="676" y="962"/>
                  </a:cubicBezTo>
                  <a:cubicBezTo>
                    <a:pt x="809" y="1148"/>
                    <a:pt x="942" y="1330"/>
                    <a:pt x="1059" y="1516"/>
                  </a:cubicBezTo>
                  <a:cubicBezTo>
                    <a:pt x="1330" y="1871"/>
                    <a:pt x="1601" y="2239"/>
                    <a:pt x="1887" y="2643"/>
                  </a:cubicBezTo>
                  <a:cubicBezTo>
                    <a:pt x="1952" y="2727"/>
                    <a:pt x="2005" y="2812"/>
                    <a:pt x="1988" y="2929"/>
                  </a:cubicBezTo>
                  <a:cubicBezTo>
                    <a:pt x="1968" y="3099"/>
                    <a:pt x="1988" y="3249"/>
                    <a:pt x="1988" y="3418"/>
                  </a:cubicBezTo>
                  <a:lnTo>
                    <a:pt x="1988" y="3604"/>
                  </a:lnTo>
                  <a:cubicBezTo>
                    <a:pt x="1988" y="3653"/>
                    <a:pt x="1988" y="3705"/>
                    <a:pt x="1952" y="3754"/>
                  </a:cubicBezTo>
                  <a:lnTo>
                    <a:pt x="1952" y="3774"/>
                  </a:lnTo>
                  <a:lnTo>
                    <a:pt x="1968" y="3774"/>
                  </a:lnTo>
                  <a:cubicBezTo>
                    <a:pt x="2005" y="3721"/>
                    <a:pt x="2005" y="3673"/>
                    <a:pt x="2005" y="3604"/>
                  </a:cubicBezTo>
                  <a:lnTo>
                    <a:pt x="2005" y="3418"/>
                  </a:lnTo>
                  <a:cubicBezTo>
                    <a:pt x="2005" y="3249"/>
                    <a:pt x="2005" y="3099"/>
                    <a:pt x="2021" y="2929"/>
                  </a:cubicBezTo>
                  <a:cubicBezTo>
                    <a:pt x="2021" y="2796"/>
                    <a:pt x="1968" y="2711"/>
                    <a:pt x="1920" y="2626"/>
                  </a:cubicBezTo>
                  <a:cubicBezTo>
                    <a:pt x="1617" y="2222"/>
                    <a:pt x="1346" y="1855"/>
                    <a:pt x="1096" y="1499"/>
                  </a:cubicBezTo>
                  <a:cubicBezTo>
                    <a:pt x="958" y="1314"/>
                    <a:pt x="825" y="1128"/>
                    <a:pt x="692" y="946"/>
                  </a:cubicBezTo>
                  <a:cubicBezTo>
                    <a:pt x="474" y="643"/>
                    <a:pt x="235" y="34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0">
              <a:extLst>
                <a:ext uri="{FF2B5EF4-FFF2-40B4-BE49-F238E27FC236}">
                  <a16:creationId xmlns:a16="http://schemas.microsoft.com/office/drawing/2014/main" id="{7151A148-94D7-A2FF-B842-DFE2BEAC3B3C}"/>
                </a:ext>
              </a:extLst>
            </p:cNvPr>
            <p:cNvSpPr/>
            <p:nvPr/>
          </p:nvSpPr>
          <p:spPr>
            <a:xfrm>
              <a:off x="1675542" y="3672538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0" y="138"/>
                    <a:pt x="0" y="271"/>
                    <a:pt x="0" y="388"/>
                  </a:cubicBezTo>
                  <a:lnTo>
                    <a:pt x="0" y="606"/>
                  </a:lnTo>
                  <a:cubicBezTo>
                    <a:pt x="0" y="623"/>
                    <a:pt x="0" y="623"/>
                    <a:pt x="21" y="623"/>
                  </a:cubicBezTo>
                  <a:lnTo>
                    <a:pt x="37" y="606"/>
                  </a:lnTo>
                  <a:cubicBezTo>
                    <a:pt x="37" y="542"/>
                    <a:pt x="37" y="457"/>
                    <a:pt x="21" y="388"/>
                  </a:cubicBezTo>
                  <a:cubicBezTo>
                    <a:pt x="21" y="271"/>
                    <a:pt x="21" y="138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0">
              <a:extLst>
                <a:ext uri="{FF2B5EF4-FFF2-40B4-BE49-F238E27FC236}">
                  <a16:creationId xmlns:a16="http://schemas.microsoft.com/office/drawing/2014/main" id="{F3155CCB-8551-A9FE-2FF5-AF90C82D4DD9}"/>
                </a:ext>
              </a:extLst>
            </p:cNvPr>
            <p:cNvSpPr/>
            <p:nvPr/>
          </p:nvSpPr>
          <p:spPr>
            <a:xfrm>
              <a:off x="1518608" y="2639359"/>
              <a:ext cx="185539" cy="329461"/>
            </a:xfrm>
            <a:custGeom>
              <a:avLst/>
              <a:gdLst/>
              <a:ahLst/>
              <a:cxnLst/>
              <a:rect l="l" t="t" r="r" b="b"/>
              <a:pathLst>
                <a:path w="1868" h="3317" extrusionOk="0">
                  <a:moveTo>
                    <a:pt x="17" y="0"/>
                  </a:moveTo>
                  <a:lnTo>
                    <a:pt x="17" y="17"/>
                  </a:lnTo>
                  <a:cubicBezTo>
                    <a:pt x="17" y="37"/>
                    <a:pt x="17" y="53"/>
                    <a:pt x="33" y="53"/>
                  </a:cubicBezTo>
                  <a:cubicBezTo>
                    <a:pt x="49" y="138"/>
                    <a:pt x="65" y="202"/>
                    <a:pt x="49" y="303"/>
                  </a:cubicBezTo>
                  <a:cubicBezTo>
                    <a:pt x="1" y="404"/>
                    <a:pt x="86" y="473"/>
                    <a:pt x="134" y="521"/>
                  </a:cubicBezTo>
                  <a:cubicBezTo>
                    <a:pt x="166" y="558"/>
                    <a:pt x="187" y="574"/>
                    <a:pt x="203" y="590"/>
                  </a:cubicBezTo>
                  <a:cubicBezTo>
                    <a:pt x="368" y="808"/>
                    <a:pt x="554" y="1010"/>
                    <a:pt x="724" y="1228"/>
                  </a:cubicBezTo>
                  <a:cubicBezTo>
                    <a:pt x="1027" y="1600"/>
                    <a:pt x="1330" y="1972"/>
                    <a:pt x="1633" y="2339"/>
                  </a:cubicBezTo>
                  <a:cubicBezTo>
                    <a:pt x="1782" y="2509"/>
                    <a:pt x="1835" y="2663"/>
                    <a:pt x="1819" y="2828"/>
                  </a:cubicBezTo>
                  <a:cubicBezTo>
                    <a:pt x="1802" y="2913"/>
                    <a:pt x="1802" y="2998"/>
                    <a:pt x="1802" y="3083"/>
                  </a:cubicBezTo>
                  <a:cubicBezTo>
                    <a:pt x="1819" y="3115"/>
                    <a:pt x="1819" y="3147"/>
                    <a:pt x="1819" y="3184"/>
                  </a:cubicBezTo>
                  <a:lnTo>
                    <a:pt x="1819" y="3216"/>
                  </a:lnTo>
                  <a:cubicBezTo>
                    <a:pt x="1819" y="3248"/>
                    <a:pt x="1819" y="3285"/>
                    <a:pt x="1782" y="3301"/>
                  </a:cubicBezTo>
                  <a:lnTo>
                    <a:pt x="1782" y="3317"/>
                  </a:lnTo>
                  <a:lnTo>
                    <a:pt x="1802" y="3317"/>
                  </a:lnTo>
                  <a:cubicBezTo>
                    <a:pt x="1835" y="3285"/>
                    <a:pt x="1835" y="3248"/>
                    <a:pt x="1835" y="3216"/>
                  </a:cubicBezTo>
                  <a:lnTo>
                    <a:pt x="1835" y="3184"/>
                  </a:lnTo>
                  <a:lnTo>
                    <a:pt x="1835" y="3083"/>
                  </a:lnTo>
                  <a:lnTo>
                    <a:pt x="1835" y="2828"/>
                  </a:lnTo>
                  <a:cubicBezTo>
                    <a:pt x="1867" y="2610"/>
                    <a:pt x="1766" y="2461"/>
                    <a:pt x="1665" y="2323"/>
                  </a:cubicBezTo>
                  <a:cubicBezTo>
                    <a:pt x="1346" y="1956"/>
                    <a:pt x="1043" y="1584"/>
                    <a:pt x="740" y="1212"/>
                  </a:cubicBezTo>
                  <a:cubicBezTo>
                    <a:pt x="570" y="994"/>
                    <a:pt x="405" y="792"/>
                    <a:pt x="219" y="574"/>
                  </a:cubicBezTo>
                  <a:cubicBezTo>
                    <a:pt x="203" y="558"/>
                    <a:pt x="187" y="521"/>
                    <a:pt x="166" y="505"/>
                  </a:cubicBezTo>
                  <a:cubicBezTo>
                    <a:pt x="102" y="457"/>
                    <a:pt x="33" y="404"/>
                    <a:pt x="65" y="303"/>
                  </a:cubicBezTo>
                  <a:cubicBezTo>
                    <a:pt x="102" y="202"/>
                    <a:pt x="65" y="118"/>
                    <a:pt x="49" y="53"/>
                  </a:cubicBezTo>
                  <a:cubicBezTo>
                    <a:pt x="49" y="37"/>
                    <a:pt x="49" y="17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0">
              <a:extLst>
                <a:ext uri="{FF2B5EF4-FFF2-40B4-BE49-F238E27FC236}">
                  <a16:creationId xmlns:a16="http://schemas.microsoft.com/office/drawing/2014/main" id="{45396008-EAE3-E591-DF5D-FBDB37CC4691}"/>
                </a:ext>
              </a:extLst>
            </p:cNvPr>
            <p:cNvSpPr/>
            <p:nvPr/>
          </p:nvSpPr>
          <p:spPr>
            <a:xfrm>
              <a:off x="1792646" y="2718025"/>
              <a:ext cx="5364" cy="53437"/>
            </a:xfrm>
            <a:custGeom>
              <a:avLst/>
              <a:gdLst/>
              <a:ahLst/>
              <a:cxnLst/>
              <a:rect l="l" t="t" r="r" b="b"/>
              <a:pathLst>
                <a:path w="54" h="538" extrusionOk="0">
                  <a:moveTo>
                    <a:pt x="17" y="0"/>
                  </a:moveTo>
                  <a:cubicBezTo>
                    <a:pt x="1" y="85"/>
                    <a:pt x="1" y="186"/>
                    <a:pt x="17" y="271"/>
                  </a:cubicBezTo>
                  <a:cubicBezTo>
                    <a:pt x="17" y="356"/>
                    <a:pt x="17" y="436"/>
                    <a:pt x="1" y="521"/>
                  </a:cubicBezTo>
                  <a:lnTo>
                    <a:pt x="1" y="537"/>
                  </a:lnTo>
                  <a:lnTo>
                    <a:pt x="17" y="537"/>
                  </a:lnTo>
                  <a:lnTo>
                    <a:pt x="17" y="521"/>
                  </a:lnTo>
                  <a:cubicBezTo>
                    <a:pt x="33" y="436"/>
                    <a:pt x="33" y="356"/>
                    <a:pt x="33" y="271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0">
              <a:extLst>
                <a:ext uri="{FF2B5EF4-FFF2-40B4-BE49-F238E27FC236}">
                  <a16:creationId xmlns:a16="http://schemas.microsoft.com/office/drawing/2014/main" id="{B6259930-48A0-4511-EAAA-263F42E13473}"/>
                </a:ext>
              </a:extLst>
            </p:cNvPr>
            <p:cNvSpPr/>
            <p:nvPr/>
          </p:nvSpPr>
          <p:spPr>
            <a:xfrm>
              <a:off x="1183982" y="2643332"/>
              <a:ext cx="6953" cy="86413"/>
            </a:xfrm>
            <a:custGeom>
              <a:avLst/>
              <a:gdLst/>
              <a:ahLst/>
              <a:cxnLst/>
              <a:rect l="l" t="t" r="r" b="b"/>
              <a:pathLst>
                <a:path w="70" h="870" extrusionOk="0">
                  <a:moveTo>
                    <a:pt x="23" y="1"/>
                  </a:moveTo>
                  <a:cubicBezTo>
                    <a:pt x="21" y="1"/>
                    <a:pt x="21" y="5"/>
                    <a:pt x="21" y="13"/>
                  </a:cubicBezTo>
                  <a:cubicBezTo>
                    <a:pt x="1" y="13"/>
                    <a:pt x="1" y="13"/>
                    <a:pt x="1" y="29"/>
                  </a:cubicBezTo>
                  <a:cubicBezTo>
                    <a:pt x="37" y="61"/>
                    <a:pt x="37" y="114"/>
                    <a:pt x="37" y="146"/>
                  </a:cubicBezTo>
                  <a:lnTo>
                    <a:pt x="37" y="179"/>
                  </a:lnTo>
                  <a:lnTo>
                    <a:pt x="37" y="417"/>
                  </a:lnTo>
                  <a:cubicBezTo>
                    <a:pt x="37" y="566"/>
                    <a:pt x="21" y="720"/>
                    <a:pt x="53" y="853"/>
                  </a:cubicBezTo>
                  <a:lnTo>
                    <a:pt x="53" y="869"/>
                  </a:lnTo>
                  <a:cubicBezTo>
                    <a:pt x="69" y="869"/>
                    <a:pt x="69" y="853"/>
                    <a:pt x="69" y="853"/>
                  </a:cubicBezTo>
                  <a:cubicBezTo>
                    <a:pt x="53" y="704"/>
                    <a:pt x="53" y="566"/>
                    <a:pt x="53" y="417"/>
                  </a:cubicBezTo>
                  <a:cubicBezTo>
                    <a:pt x="53" y="348"/>
                    <a:pt x="69" y="263"/>
                    <a:pt x="53" y="179"/>
                  </a:cubicBezTo>
                  <a:lnTo>
                    <a:pt x="53" y="146"/>
                  </a:lnTo>
                  <a:cubicBezTo>
                    <a:pt x="53" y="98"/>
                    <a:pt x="53" y="61"/>
                    <a:pt x="37" y="13"/>
                  </a:cubicBezTo>
                  <a:cubicBezTo>
                    <a:pt x="29" y="5"/>
                    <a:pt x="25" y="1"/>
                    <a:pt x="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0">
              <a:extLst>
                <a:ext uri="{FF2B5EF4-FFF2-40B4-BE49-F238E27FC236}">
                  <a16:creationId xmlns:a16="http://schemas.microsoft.com/office/drawing/2014/main" id="{E6C2A1A0-FD1D-DE38-9869-E68E8988C093}"/>
                </a:ext>
              </a:extLst>
            </p:cNvPr>
            <p:cNvSpPr/>
            <p:nvPr/>
          </p:nvSpPr>
          <p:spPr>
            <a:xfrm>
              <a:off x="888292" y="3099135"/>
              <a:ext cx="3278" cy="93663"/>
            </a:xfrm>
            <a:custGeom>
              <a:avLst/>
              <a:gdLst/>
              <a:ahLst/>
              <a:cxnLst/>
              <a:rect l="l" t="t" r="r" b="b"/>
              <a:pathLst>
                <a:path w="33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17" y="405"/>
                  </a:cubicBezTo>
                  <a:cubicBezTo>
                    <a:pt x="17" y="473"/>
                    <a:pt x="0" y="538"/>
                    <a:pt x="17" y="623"/>
                  </a:cubicBezTo>
                  <a:lnTo>
                    <a:pt x="17" y="825"/>
                  </a:lnTo>
                  <a:lnTo>
                    <a:pt x="17" y="926"/>
                  </a:lnTo>
                  <a:lnTo>
                    <a:pt x="17" y="942"/>
                  </a:lnTo>
                  <a:cubicBezTo>
                    <a:pt x="33" y="942"/>
                    <a:pt x="33" y="926"/>
                    <a:pt x="33" y="926"/>
                  </a:cubicBezTo>
                  <a:lnTo>
                    <a:pt x="33" y="825"/>
                  </a:lnTo>
                  <a:lnTo>
                    <a:pt x="33" y="607"/>
                  </a:lnTo>
                  <a:lnTo>
                    <a:pt x="33" y="405"/>
                  </a:lnTo>
                  <a:cubicBezTo>
                    <a:pt x="33" y="272"/>
                    <a:pt x="33" y="154"/>
                    <a:pt x="17" y="17"/>
                  </a:cubicBezTo>
                  <a:cubicBezTo>
                    <a:pt x="17" y="17"/>
                    <a:pt x="17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0">
              <a:extLst>
                <a:ext uri="{FF2B5EF4-FFF2-40B4-BE49-F238E27FC236}">
                  <a16:creationId xmlns:a16="http://schemas.microsoft.com/office/drawing/2014/main" id="{6ABA5C59-C189-5FBB-7181-CB5403297060}"/>
                </a:ext>
              </a:extLst>
            </p:cNvPr>
            <p:cNvSpPr/>
            <p:nvPr/>
          </p:nvSpPr>
          <p:spPr>
            <a:xfrm>
              <a:off x="1262647" y="3431774"/>
              <a:ext cx="147398" cy="142134"/>
            </a:xfrm>
            <a:custGeom>
              <a:avLst/>
              <a:gdLst/>
              <a:ahLst/>
              <a:cxnLst/>
              <a:rect l="l" t="t" r="r" b="b"/>
              <a:pathLst>
                <a:path w="1484" h="1431" extrusionOk="0">
                  <a:moveTo>
                    <a:pt x="1467" y="1"/>
                  </a:moveTo>
                  <a:cubicBezTo>
                    <a:pt x="1063" y="118"/>
                    <a:pt x="659" y="239"/>
                    <a:pt x="271" y="356"/>
                  </a:cubicBezTo>
                  <a:lnTo>
                    <a:pt x="255" y="356"/>
                  </a:lnTo>
                  <a:cubicBezTo>
                    <a:pt x="239" y="372"/>
                    <a:pt x="202" y="372"/>
                    <a:pt x="186" y="372"/>
                  </a:cubicBezTo>
                  <a:cubicBezTo>
                    <a:pt x="118" y="389"/>
                    <a:pt x="69" y="389"/>
                    <a:pt x="37" y="457"/>
                  </a:cubicBezTo>
                  <a:cubicBezTo>
                    <a:pt x="0" y="506"/>
                    <a:pt x="0" y="574"/>
                    <a:pt x="0" y="643"/>
                  </a:cubicBezTo>
                  <a:cubicBezTo>
                    <a:pt x="0" y="659"/>
                    <a:pt x="17" y="692"/>
                    <a:pt x="17" y="708"/>
                  </a:cubicBezTo>
                  <a:cubicBezTo>
                    <a:pt x="17" y="793"/>
                    <a:pt x="17" y="861"/>
                    <a:pt x="0" y="946"/>
                  </a:cubicBezTo>
                  <a:cubicBezTo>
                    <a:pt x="0" y="1095"/>
                    <a:pt x="0" y="1265"/>
                    <a:pt x="17" y="1431"/>
                  </a:cubicBezTo>
                  <a:lnTo>
                    <a:pt x="53" y="1431"/>
                  </a:lnTo>
                  <a:cubicBezTo>
                    <a:pt x="37" y="1265"/>
                    <a:pt x="37" y="1095"/>
                    <a:pt x="37" y="946"/>
                  </a:cubicBezTo>
                  <a:lnTo>
                    <a:pt x="37" y="708"/>
                  </a:lnTo>
                  <a:lnTo>
                    <a:pt x="37" y="643"/>
                  </a:lnTo>
                  <a:cubicBezTo>
                    <a:pt x="17" y="574"/>
                    <a:pt x="17" y="506"/>
                    <a:pt x="53" y="457"/>
                  </a:cubicBezTo>
                  <a:cubicBezTo>
                    <a:pt x="85" y="421"/>
                    <a:pt x="138" y="405"/>
                    <a:pt x="186" y="405"/>
                  </a:cubicBezTo>
                  <a:cubicBezTo>
                    <a:pt x="219" y="389"/>
                    <a:pt x="239" y="389"/>
                    <a:pt x="255" y="389"/>
                  </a:cubicBezTo>
                  <a:cubicBezTo>
                    <a:pt x="271" y="389"/>
                    <a:pt x="271" y="372"/>
                    <a:pt x="271" y="372"/>
                  </a:cubicBezTo>
                  <a:cubicBezTo>
                    <a:pt x="675" y="255"/>
                    <a:pt x="1079" y="138"/>
                    <a:pt x="1467" y="17"/>
                  </a:cubicBezTo>
                  <a:cubicBezTo>
                    <a:pt x="1483" y="17"/>
                    <a:pt x="1483" y="17"/>
                    <a:pt x="1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0">
              <a:extLst>
                <a:ext uri="{FF2B5EF4-FFF2-40B4-BE49-F238E27FC236}">
                  <a16:creationId xmlns:a16="http://schemas.microsoft.com/office/drawing/2014/main" id="{C853E58F-427F-A82B-9A8E-FE1A9B4FB96A}"/>
                </a:ext>
              </a:extLst>
            </p:cNvPr>
            <p:cNvSpPr/>
            <p:nvPr/>
          </p:nvSpPr>
          <p:spPr>
            <a:xfrm>
              <a:off x="1762550" y="3602315"/>
              <a:ext cx="5364" cy="67144"/>
            </a:xfrm>
            <a:custGeom>
              <a:avLst/>
              <a:gdLst/>
              <a:ahLst/>
              <a:cxnLst/>
              <a:rect l="l" t="t" r="r" b="b"/>
              <a:pathLst>
                <a:path w="54" h="676" extrusionOk="0">
                  <a:moveTo>
                    <a:pt x="33" y="1"/>
                  </a:moveTo>
                  <a:cubicBezTo>
                    <a:pt x="17" y="118"/>
                    <a:pt x="17" y="219"/>
                    <a:pt x="17" y="320"/>
                  </a:cubicBezTo>
                  <a:lnTo>
                    <a:pt x="17" y="522"/>
                  </a:lnTo>
                  <a:lnTo>
                    <a:pt x="17" y="574"/>
                  </a:lnTo>
                  <a:cubicBezTo>
                    <a:pt x="17" y="607"/>
                    <a:pt x="17" y="643"/>
                    <a:pt x="1" y="659"/>
                  </a:cubicBezTo>
                  <a:cubicBezTo>
                    <a:pt x="1" y="675"/>
                    <a:pt x="1" y="675"/>
                    <a:pt x="17" y="675"/>
                  </a:cubicBezTo>
                  <a:lnTo>
                    <a:pt x="33" y="675"/>
                  </a:lnTo>
                  <a:cubicBezTo>
                    <a:pt x="53" y="643"/>
                    <a:pt x="53" y="607"/>
                    <a:pt x="53" y="574"/>
                  </a:cubicBezTo>
                  <a:cubicBezTo>
                    <a:pt x="33" y="558"/>
                    <a:pt x="33" y="542"/>
                    <a:pt x="33" y="522"/>
                  </a:cubicBezTo>
                  <a:cubicBezTo>
                    <a:pt x="53" y="457"/>
                    <a:pt x="53" y="388"/>
                    <a:pt x="33" y="320"/>
                  </a:cubicBezTo>
                  <a:cubicBezTo>
                    <a:pt x="33" y="219"/>
                    <a:pt x="33" y="118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0">
              <a:extLst>
                <a:ext uri="{FF2B5EF4-FFF2-40B4-BE49-F238E27FC236}">
                  <a16:creationId xmlns:a16="http://schemas.microsoft.com/office/drawing/2014/main" id="{BFBC9DE4-2A38-E9C6-0F8B-F32F6088FEB3}"/>
                </a:ext>
              </a:extLst>
            </p:cNvPr>
            <p:cNvSpPr/>
            <p:nvPr/>
          </p:nvSpPr>
          <p:spPr>
            <a:xfrm>
              <a:off x="1518608" y="2686340"/>
              <a:ext cx="220799" cy="331050"/>
            </a:xfrm>
            <a:custGeom>
              <a:avLst/>
              <a:gdLst/>
              <a:ahLst/>
              <a:cxnLst/>
              <a:rect l="l" t="t" r="r" b="b"/>
              <a:pathLst>
                <a:path w="2223" h="3333" extrusionOk="0">
                  <a:moveTo>
                    <a:pt x="65" y="0"/>
                  </a:moveTo>
                  <a:cubicBezTo>
                    <a:pt x="33" y="32"/>
                    <a:pt x="33" y="85"/>
                    <a:pt x="33" y="117"/>
                  </a:cubicBezTo>
                  <a:lnTo>
                    <a:pt x="33" y="133"/>
                  </a:lnTo>
                  <a:cubicBezTo>
                    <a:pt x="33" y="186"/>
                    <a:pt x="49" y="218"/>
                    <a:pt x="49" y="250"/>
                  </a:cubicBezTo>
                  <a:cubicBezTo>
                    <a:pt x="49" y="335"/>
                    <a:pt x="49" y="436"/>
                    <a:pt x="33" y="521"/>
                  </a:cubicBezTo>
                  <a:cubicBezTo>
                    <a:pt x="1" y="824"/>
                    <a:pt x="150" y="1010"/>
                    <a:pt x="304" y="1180"/>
                  </a:cubicBezTo>
                  <a:cubicBezTo>
                    <a:pt x="506" y="1382"/>
                    <a:pt x="692" y="1600"/>
                    <a:pt x="857" y="1818"/>
                  </a:cubicBezTo>
                  <a:cubicBezTo>
                    <a:pt x="942" y="1919"/>
                    <a:pt x="1027" y="2004"/>
                    <a:pt x="1096" y="2105"/>
                  </a:cubicBezTo>
                  <a:lnTo>
                    <a:pt x="1245" y="2270"/>
                  </a:lnTo>
                  <a:cubicBezTo>
                    <a:pt x="1500" y="2593"/>
                    <a:pt x="1782" y="2913"/>
                    <a:pt x="2037" y="3232"/>
                  </a:cubicBezTo>
                  <a:cubicBezTo>
                    <a:pt x="2053" y="3232"/>
                    <a:pt x="2053" y="3232"/>
                    <a:pt x="2069" y="3248"/>
                  </a:cubicBezTo>
                  <a:cubicBezTo>
                    <a:pt x="2105" y="3280"/>
                    <a:pt x="2138" y="3333"/>
                    <a:pt x="2206" y="3333"/>
                  </a:cubicBezTo>
                  <a:lnTo>
                    <a:pt x="2223" y="3333"/>
                  </a:lnTo>
                  <a:cubicBezTo>
                    <a:pt x="2223" y="3317"/>
                    <a:pt x="2206" y="3317"/>
                    <a:pt x="2206" y="3317"/>
                  </a:cubicBezTo>
                  <a:cubicBezTo>
                    <a:pt x="2154" y="3317"/>
                    <a:pt x="2122" y="3264"/>
                    <a:pt x="2085" y="3232"/>
                  </a:cubicBezTo>
                  <a:lnTo>
                    <a:pt x="2069" y="3216"/>
                  </a:lnTo>
                  <a:cubicBezTo>
                    <a:pt x="1802" y="2896"/>
                    <a:pt x="1532" y="2573"/>
                    <a:pt x="1261" y="2254"/>
                  </a:cubicBezTo>
                  <a:lnTo>
                    <a:pt x="1112" y="2089"/>
                  </a:lnTo>
                  <a:cubicBezTo>
                    <a:pt x="1043" y="1988"/>
                    <a:pt x="958" y="1903"/>
                    <a:pt x="873" y="1802"/>
                  </a:cubicBezTo>
                  <a:cubicBezTo>
                    <a:pt x="708" y="1584"/>
                    <a:pt x="522" y="1361"/>
                    <a:pt x="320" y="1159"/>
                  </a:cubicBezTo>
                  <a:cubicBezTo>
                    <a:pt x="118" y="941"/>
                    <a:pt x="33" y="755"/>
                    <a:pt x="65" y="521"/>
                  </a:cubicBezTo>
                  <a:lnTo>
                    <a:pt x="65" y="250"/>
                  </a:lnTo>
                  <a:lnTo>
                    <a:pt x="65" y="133"/>
                  </a:lnTo>
                  <a:lnTo>
                    <a:pt x="65" y="117"/>
                  </a:lnTo>
                  <a:cubicBezTo>
                    <a:pt x="65" y="85"/>
                    <a:pt x="65" y="48"/>
                    <a:pt x="86" y="32"/>
                  </a:cubicBezTo>
                  <a:lnTo>
                    <a:pt x="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0">
              <a:extLst>
                <a:ext uri="{FF2B5EF4-FFF2-40B4-BE49-F238E27FC236}">
                  <a16:creationId xmlns:a16="http://schemas.microsoft.com/office/drawing/2014/main" id="{9551FE1D-277B-DAB2-5E21-1CFABA173863}"/>
                </a:ext>
              </a:extLst>
            </p:cNvPr>
            <p:cNvSpPr/>
            <p:nvPr/>
          </p:nvSpPr>
          <p:spPr>
            <a:xfrm>
              <a:off x="1792646" y="2567547"/>
              <a:ext cx="5364" cy="55423"/>
            </a:xfrm>
            <a:custGeom>
              <a:avLst/>
              <a:gdLst/>
              <a:ahLst/>
              <a:cxnLst/>
              <a:rect l="l" t="t" r="r" b="b"/>
              <a:pathLst>
                <a:path w="54" h="558" extrusionOk="0">
                  <a:moveTo>
                    <a:pt x="17" y="0"/>
                  </a:moveTo>
                  <a:cubicBezTo>
                    <a:pt x="1" y="101"/>
                    <a:pt x="1" y="186"/>
                    <a:pt x="17" y="287"/>
                  </a:cubicBezTo>
                  <a:cubicBezTo>
                    <a:pt x="17" y="372"/>
                    <a:pt x="17" y="457"/>
                    <a:pt x="1" y="538"/>
                  </a:cubicBezTo>
                  <a:lnTo>
                    <a:pt x="1" y="558"/>
                  </a:lnTo>
                  <a:lnTo>
                    <a:pt x="17" y="558"/>
                  </a:lnTo>
                  <a:cubicBezTo>
                    <a:pt x="53" y="457"/>
                    <a:pt x="33" y="372"/>
                    <a:pt x="33" y="287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0">
              <a:extLst>
                <a:ext uri="{FF2B5EF4-FFF2-40B4-BE49-F238E27FC236}">
                  <a16:creationId xmlns:a16="http://schemas.microsoft.com/office/drawing/2014/main" id="{59A1300D-5FC2-F8D1-9DDF-97D943EF3A0D}"/>
                </a:ext>
              </a:extLst>
            </p:cNvPr>
            <p:cNvSpPr/>
            <p:nvPr/>
          </p:nvSpPr>
          <p:spPr>
            <a:xfrm>
              <a:off x="1734143" y="3258055"/>
              <a:ext cx="175805" cy="255663"/>
            </a:xfrm>
            <a:custGeom>
              <a:avLst/>
              <a:gdLst/>
              <a:ahLst/>
              <a:cxnLst/>
              <a:rect l="l" t="t" r="r" b="b"/>
              <a:pathLst>
                <a:path w="1770" h="2574" extrusionOk="0">
                  <a:moveTo>
                    <a:pt x="69" y="1"/>
                  </a:moveTo>
                  <a:cubicBezTo>
                    <a:pt x="36" y="33"/>
                    <a:pt x="36" y="85"/>
                    <a:pt x="36" y="118"/>
                  </a:cubicBezTo>
                  <a:lnTo>
                    <a:pt x="36" y="134"/>
                  </a:lnTo>
                  <a:lnTo>
                    <a:pt x="36" y="235"/>
                  </a:lnTo>
                  <a:lnTo>
                    <a:pt x="36" y="437"/>
                  </a:lnTo>
                  <a:cubicBezTo>
                    <a:pt x="0" y="655"/>
                    <a:pt x="69" y="825"/>
                    <a:pt x="255" y="994"/>
                  </a:cubicBezTo>
                  <a:cubicBezTo>
                    <a:pt x="505" y="1245"/>
                    <a:pt x="760" y="1499"/>
                    <a:pt x="994" y="1750"/>
                  </a:cubicBezTo>
                  <a:cubicBezTo>
                    <a:pt x="1095" y="1851"/>
                    <a:pt x="1196" y="1968"/>
                    <a:pt x="1297" y="2069"/>
                  </a:cubicBezTo>
                  <a:cubicBezTo>
                    <a:pt x="1349" y="2105"/>
                    <a:pt x="1382" y="2154"/>
                    <a:pt x="1414" y="2190"/>
                  </a:cubicBezTo>
                  <a:cubicBezTo>
                    <a:pt x="1499" y="2271"/>
                    <a:pt x="1584" y="2372"/>
                    <a:pt x="1668" y="2441"/>
                  </a:cubicBezTo>
                  <a:cubicBezTo>
                    <a:pt x="1701" y="2457"/>
                    <a:pt x="1701" y="2493"/>
                    <a:pt x="1717" y="2525"/>
                  </a:cubicBezTo>
                  <a:cubicBezTo>
                    <a:pt x="1717" y="2542"/>
                    <a:pt x="1717" y="2558"/>
                    <a:pt x="1733" y="2574"/>
                  </a:cubicBezTo>
                  <a:lnTo>
                    <a:pt x="1753" y="2574"/>
                  </a:lnTo>
                  <a:cubicBezTo>
                    <a:pt x="1769" y="2574"/>
                    <a:pt x="1769" y="2574"/>
                    <a:pt x="1753" y="2558"/>
                  </a:cubicBezTo>
                  <a:cubicBezTo>
                    <a:pt x="1753" y="2542"/>
                    <a:pt x="1753" y="2525"/>
                    <a:pt x="1733" y="2509"/>
                  </a:cubicBezTo>
                  <a:cubicBezTo>
                    <a:pt x="1733" y="2473"/>
                    <a:pt x="1717" y="2441"/>
                    <a:pt x="1685" y="2424"/>
                  </a:cubicBezTo>
                  <a:cubicBezTo>
                    <a:pt x="1600" y="2340"/>
                    <a:pt x="1515" y="2255"/>
                    <a:pt x="1450" y="2170"/>
                  </a:cubicBezTo>
                  <a:cubicBezTo>
                    <a:pt x="1398" y="2138"/>
                    <a:pt x="1366" y="2089"/>
                    <a:pt x="1329" y="2053"/>
                  </a:cubicBezTo>
                  <a:cubicBezTo>
                    <a:pt x="1212" y="1936"/>
                    <a:pt x="1111" y="1835"/>
                    <a:pt x="1010" y="1734"/>
                  </a:cubicBezTo>
                  <a:cubicBezTo>
                    <a:pt x="776" y="1483"/>
                    <a:pt x="521" y="1212"/>
                    <a:pt x="271" y="978"/>
                  </a:cubicBezTo>
                  <a:cubicBezTo>
                    <a:pt x="85" y="808"/>
                    <a:pt x="36" y="655"/>
                    <a:pt x="53" y="453"/>
                  </a:cubicBezTo>
                  <a:cubicBezTo>
                    <a:pt x="69" y="372"/>
                    <a:pt x="69" y="304"/>
                    <a:pt x="69" y="235"/>
                  </a:cubicBezTo>
                  <a:cubicBezTo>
                    <a:pt x="53" y="203"/>
                    <a:pt x="53" y="170"/>
                    <a:pt x="53" y="134"/>
                  </a:cubicBezTo>
                  <a:lnTo>
                    <a:pt x="53" y="118"/>
                  </a:lnTo>
                  <a:cubicBezTo>
                    <a:pt x="53" y="85"/>
                    <a:pt x="53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0">
              <a:extLst>
                <a:ext uri="{FF2B5EF4-FFF2-40B4-BE49-F238E27FC236}">
                  <a16:creationId xmlns:a16="http://schemas.microsoft.com/office/drawing/2014/main" id="{FB2C9948-E896-3815-B078-CBA25333CA30}"/>
                </a:ext>
              </a:extLst>
            </p:cNvPr>
            <p:cNvSpPr/>
            <p:nvPr/>
          </p:nvSpPr>
          <p:spPr>
            <a:xfrm>
              <a:off x="852932" y="1365417"/>
              <a:ext cx="363232" cy="326283"/>
            </a:xfrm>
            <a:custGeom>
              <a:avLst/>
              <a:gdLst/>
              <a:ahLst/>
              <a:cxnLst/>
              <a:rect l="l" t="t" r="r" b="b"/>
              <a:pathLst>
                <a:path w="3657" h="3285" extrusionOk="0">
                  <a:moveTo>
                    <a:pt x="3604" y="0"/>
                  </a:moveTo>
                  <a:lnTo>
                    <a:pt x="3604" y="17"/>
                  </a:lnTo>
                  <a:cubicBezTo>
                    <a:pt x="3621" y="37"/>
                    <a:pt x="3621" y="69"/>
                    <a:pt x="3621" y="101"/>
                  </a:cubicBezTo>
                  <a:lnTo>
                    <a:pt x="3621" y="138"/>
                  </a:lnTo>
                  <a:lnTo>
                    <a:pt x="3621" y="542"/>
                  </a:lnTo>
                  <a:lnTo>
                    <a:pt x="3621" y="962"/>
                  </a:lnTo>
                  <a:cubicBezTo>
                    <a:pt x="3621" y="1047"/>
                    <a:pt x="3604" y="1095"/>
                    <a:pt x="3520" y="1148"/>
                  </a:cubicBezTo>
                  <a:cubicBezTo>
                    <a:pt x="3051" y="1414"/>
                    <a:pt x="2578" y="1701"/>
                    <a:pt x="2122" y="1972"/>
                  </a:cubicBezTo>
                  <a:cubicBezTo>
                    <a:pt x="1770" y="2190"/>
                    <a:pt x="1383" y="2408"/>
                    <a:pt x="1011" y="2626"/>
                  </a:cubicBezTo>
                  <a:lnTo>
                    <a:pt x="760" y="2780"/>
                  </a:lnTo>
                  <a:cubicBezTo>
                    <a:pt x="542" y="2913"/>
                    <a:pt x="304" y="3067"/>
                    <a:pt x="70" y="3168"/>
                  </a:cubicBezTo>
                  <a:cubicBezTo>
                    <a:pt x="37" y="3200"/>
                    <a:pt x="1" y="3232"/>
                    <a:pt x="1" y="3269"/>
                  </a:cubicBezTo>
                  <a:cubicBezTo>
                    <a:pt x="1" y="3285"/>
                    <a:pt x="1" y="3285"/>
                    <a:pt x="21" y="3285"/>
                  </a:cubicBezTo>
                  <a:cubicBezTo>
                    <a:pt x="37" y="3248"/>
                    <a:pt x="54" y="3216"/>
                    <a:pt x="86" y="3200"/>
                  </a:cubicBezTo>
                  <a:cubicBezTo>
                    <a:pt x="324" y="3083"/>
                    <a:pt x="558" y="2945"/>
                    <a:pt x="777" y="2812"/>
                  </a:cubicBezTo>
                  <a:cubicBezTo>
                    <a:pt x="861" y="2764"/>
                    <a:pt x="946" y="2695"/>
                    <a:pt x="1031" y="2642"/>
                  </a:cubicBezTo>
                  <a:cubicBezTo>
                    <a:pt x="1399" y="2440"/>
                    <a:pt x="1770" y="2206"/>
                    <a:pt x="2142" y="1988"/>
                  </a:cubicBezTo>
                  <a:cubicBezTo>
                    <a:pt x="2594" y="1717"/>
                    <a:pt x="3067" y="1451"/>
                    <a:pt x="3536" y="1164"/>
                  </a:cubicBezTo>
                  <a:cubicBezTo>
                    <a:pt x="3637" y="1111"/>
                    <a:pt x="3657" y="1063"/>
                    <a:pt x="3657" y="962"/>
                  </a:cubicBezTo>
                  <a:lnTo>
                    <a:pt x="3657" y="542"/>
                  </a:lnTo>
                  <a:lnTo>
                    <a:pt x="3657" y="138"/>
                  </a:lnTo>
                  <a:lnTo>
                    <a:pt x="3657" y="101"/>
                  </a:lnTo>
                  <a:cubicBezTo>
                    <a:pt x="3657" y="69"/>
                    <a:pt x="3657" y="37"/>
                    <a:pt x="3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0">
              <a:extLst>
                <a:ext uri="{FF2B5EF4-FFF2-40B4-BE49-F238E27FC236}">
                  <a16:creationId xmlns:a16="http://schemas.microsoft.com/office/drawing/2014/main" id="{C4F38AF4-C869-8AD1-8554-FC7340DB1B9F}"/>
                </a:ext>
              </a:extLst>
            </p:cNvPr>
            <p:cNvSpPr/>
            <p:nvPr/>
          </p:nvSpPr>
          <p:spPr>
            <a:xfrm>
              <a:off x="1523475" y="1786753"/>
              <a:ext cx="177394" cy="378031"/>
            </a:xfrm>
            <a:custGeom>
              <a:avLst/>
              <a:gdLst/>
              <a:ahLst/>
              <a:cxnLst/>
              <a:rect l="l" t="t" r="r" b="b"/>
              <a:pathLst>
                <a:path w="1786" h="3806" extrusionOk="0">
                  <a:moveTo>
                    <a:pt x="69" y="0"/>
                  </a:moveTo>
                  <a:cubicBezTo>
                    <a:pt x="53" y="0"/>
                    <a:pt x="53" y="16"/>
                    <a:pt x="53" y="16"/>
                  </a:cubicBezTo>
                  <a:cubicBezTo>
                    <a:pt x="0" y="202"/>
                    <a:pt x="16" y="339"/>
                    <a:pt x="117" y="473"/>
                  </a:cubicBezTo>
                  <a:cubicBezTo>
                    <a:pt x="271" y="691"/>
                    <a:pt x="420" y="925"/>
                    <a:pt x="558" y="1147"/>
                  </a:cubicBezTo>
                  <a:cubicBezTo>
                    <a:pt x="590" y="1212"/>
                    <a:pt x="622" y="1264"/>
                    <a:pt x="659" y="1313"/>
                  </a:cubicBezTo>
                  <a:cubicBezTo>
                    <a:pt x="776" y="1483"/>
                    <a:pt x="877" y="1668"/>
                    <a:pt x="994" y="1818"/>
                  </a:cubicBezTo>
                  <a:cubicBezTo>
                    <a:pt x="1026" y="1870"/>
                    <a:pt x="1063" y="1919"/>
                    <a:pt x="1095" y="1971"/>
                  </a:cubicBezTo>
                  <a:cubicBezTo>
                    <a:pt x="1196" y="2137"/>
                    <a:pt x="1297" y="2307"/>
                    <a:pt x="1414" y="2476"/>
                  </a:cubicBezTo>
                  <a:lnTo>
                    <a:pt x="1717" y="2929"/>
                  </a:lnTo>
                  <a:cubicBezTo>
                    <a:pt x="1733" y="2981"/>
                    <a:pt x="1753" y="3030"/>
                    <a:pt x="1753" y="3082"/>
                  </a:cubicBezTo>
                  <a:cubicBezTo>
                    <a:pt x="1770" y="3300"/>
                    <a:pt x="1770" y="3519"/>
                    <a:pt x="1770" y="3737"/>
                  </a:cubicBezTo>
                  <a:cubicBezTo>
                    <a:pt x="1770" y="3737"/>
                    <a:pt x="1753" y="3753"/>
                    <a:pt x="1753" y="3773"/>
                  </a:cubicBezTo>
                  <a:cubicBezTo>
                    <a:pt x="1733" y="3773"/>
                    <a:pt x="1733" y="3773"/>
                    <a:pt x="1733" y="3789"/>
                  </a:cubicBezTo>
                  <a:lnTo>
                    <a:pt x="1733" y="3805"/>
                  </a:lnTo>
                  <a:lnTo>
                    <a:pt x="1753" y="3805"/>
                  </a:lnTo>
                  <a:lnTo>
                    <a:pt x="1753" y="3789"/>
                  </a:lnTo>
                  <a:lnTo>
                    <a:pt x="1770" y="3773"/>
                  </a:lnTo>
                  <a:cubicBezTo>
                    <a:pt x="1786" y="3773"/>
                    <a:pt x="1786" y="3753"/>
                    <a:pt x="1786" y="3737"/>
                  </a:cubicBezTo>
                  <a:lnTo>
                    <a:pt x="1786" y="3082"/>
                  </a:lnTo>
                  <a:cubicBezTo>
                    <a:pt x="1786" y="3014"/>
                    <a:pt x="1770" y="2965"/>
                    <a:pt x="1733" y="2913"/>
                  </a:cubicBezTo>
                  <a:lnTo>
                    <a:pt x="1430" y="2460"/>
                  </a:lnTo>
                  <a:cubicBezTo>
                    <a:pt x="1329" y="2291"/>
                    <a:pt x="1212" y="2121"/>
                    <a:pt x="1111" y="1955"/>
                  </a:cubicBezTo>
                  <a:cubicBezTo>
                    <a:pt x="1079" y="1903"/>
                    <a:pt x="1047" y="1854"/>
                    <a:pt x="1010" y="1818"/>
                  </a:cubicBezTo>
                  <a:cubicBezTo>
                    <a:pt x="909" y="1652"/>
                    <a:pt x="792" y="1483"/>
                    <a:pt x="691" y="1313"/>
                  </a:cubicBezTo>
                  <a:cubicBezTo>
                    <a:pt x="659" y="1248"/>
                    <a:pt x="606" y="1196"/>
                    <a:pt x="574" y="1147"/>
                  </a:cubicBezTo>
                  <a:cubicBezTo>
                    <a:pt x="441" y="909"/>
                    <a:pt x="303" y="675"/>
                    <a:pt x="138" y="457"/>
                  </a:cubicBezTo>
                  <a:cubicBezTo>
                    <a:pt x="37" y="303"/>
                    <a:pt x="37" y="170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0">
              <a:extLst>
                <a:ext uri="{FF2B5EF4-FFF2-40B4-BE49-F238E27FC236}">
                  <a16:creationId xmlns:a16="http://schemas.microsoft.com/office/drawing/2014/main" id="{B3098C32-4998-89D9-6CC0-759DA3C1FBEA}"/>
                </a:ext>
              </a:extLst>
            </p:cNvPr>
            <p:cNvSpPr/>
            <p:nvPr/>
          </p:nvSpPr>
          <p:spPr>
            <a:xfrm>
              <a:off x="1792646" y="2244940"/>
              <a:ext cx="5364" cy="65058"/>
            </a:xfrm>
            <a:custGeom>
              <a:avLst/>
              <a:gdLst/>
              <a:ahLst/>
              <a:cxnLst/>
              <a:rect l="l" t="t" r="r" b="b"/>
              <a:pathLst>
                <a:path w="54" h="655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19"/>
                    <a:pt x="17" y="303"/>
                  </a:cubicBezTo>
                  <a:lnTo>
                    <a:pt x="17" y="505"/>
                  </a:lnTo>
                  <a:cubicBezTo>
                    <a:pt x="1" y="521"/>
                    <a:pt x="17" y="521"/>
                    <a:pt x="17" y="538"/>
                  </a:cubicBezTo>
                  <a:cubicBezTo>
                    <a:pt x="17" y="574"/>
                    <a:pt x="17" y="606"/>
                    <a:pt x="1" y="622"/>
                  </a:cubicBezTo>
                  <a:lnTo>
                    <a:pt x="1" y="639"/>
                  </a:lnTo>
                  <a:lnTo>
                    <a:pt x="17" y="655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505"/>
                  </a:lnTo>
                  <a:lnTo>
                    <a:pt x="33" y="303"/>
                  </a:lnTo>
                  <a:cubicBezTo>
                    <a:pt x="33" y="219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0">
              <a:extLst>
                <a:ext uri="{FF2B5EF4-FFF2-40B4-BE49-F238E27FC236}">
                  <a16:creationId xmlns:a16="http://schemas.microsoft.com/office/drawing/2014/main" id="{882B2F56-F337-50A1-D710-82FC34A8CC45}"/>
                </a:ext>
              </a:extLst>
            </p:cNvPr>
            <p:cNvSpPr/>
            <p:nvPr/>
          </p:nvSpPr>
          <p:spPr>
            <a:xfrm>
              <a:off x="1133823" y="2833540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21" y="1"/>
                  </a:moveTo>
                  <a:cubicBezTo>
                    <a:pt x="21" y="17"/>
                    <a:pt x="1" y="17"/>
                    <a:pt x="1" y="17"/>
                  </a:cubicBezTo>
                  <a:cubicBezTo>
                    <a:pt x="37" y="182"/>
                    <a:pt x="21" y="336"/>
                    <a:pt x="21" y="485"/>
                  </a:cubicBezTo>
                  <a:lnTo>
                    <a:pt x="21" y="772"/>
                  </a:lnTo>
                  <a:lnTo>
                    <a:pt x="21" y="809"/>
                  </a:lnTo>
                  <a:cubicBezTo>
                    <a:pt x="21" y="857"/>
                    <a:pt x="21" y="889"/>
                    <a:pt x="53" y="942"/>
                  </a:cubicBezTo>
                  <a:lnTo>
                    <a:pt x="69" y="942"/>
                  </a:lnTo>
                  <a:lnTo>
                    <a:pt x="69" y="910"/>
                  </a:lnTo>
                  <a:cubicBezTo>
                    <a:pt x="53" y="889"/>
                    <a:pt x="53" y="857"/>
                    <a:pt x="53" y="809"/>
                  </a:cubicBezTo>
                  <a:lnTo>
                    <a:pt x="53" y="772"/>
                  </a:lnTo>
                  <a:lnTo>
                    <a:pt x="53" y="485"/>
                  </a:lnTo>
                  <a:cubicBezTo>
                    <a:pt x="53" y="336"/>
                    <a:pt x="53" y="166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0">
              <a:extLst>
                <a:ext uri="{FF2B5EF4-FFF2-40B4-BE49-F238E27FC236}">
                  <a16:creationId xmlns:a16="http://schemas.microsoft.com/office/drawing/2014/main" id="{38F8F916-0C59-6604-4642-94DCA16FE252}"/>
                </a:ext>
              </a:extLst>
            </p:cNvPr>
            <p:cNvSpPr/>
            <p:nvPr/>
          </p:nvSpPr>
          <p:spPr>
            <a:xfrm>
              <a:off x="1140676" y="1460868"/>
              <a:ext cx="5264" cy="53536"/>
            </a:xfrm>
            <a:custGeom>
              <a:avLst/>
              <a:gdLst/>
              <a:ahLst/>
              <a:cxnLst/>
              <a:rect l="l" t="t" r="r" b="b"/>
              <a:pathLst>
                <a:path w="53" h="53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86"/>
                    <a:pt x="17" y="166"/>
                    <a:pt x="0" y="235"/>
                  </a:cubicBezTo>
                  <a:cubicBezTo>
                    <a:pt x="0" y="336"/>
                    <a:pt x="0" y="437"/>
                    <a:pt x="17" y="538"/>
                  </a:cubicBezTo>
                  <a:lnTo>
                    <a:pt x="33" y="538"/>
                  </a:lnTo>
                  <a:cubicBezTo>
                    <a:pt x="53" y="538"/>
                    <a:pt x="53" y="538"/>
                    <a:pt x="53" y="522"/>
                  </a:cubicBezTo>
                  <a:cubicBezTo>
                    <a:pt x="17" y="437"/>
                    <a:pt x="33" y="336"/>
                    <a:pt x="33" y="235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0">
              <a:extLst>
                <a:ext uri="{FF2B5EF4-FFF2-40B4-BE49-F238E27FC236}">
                  <a16:creationId xmlns:a16="http://schemas.microsoft.com/office/drawing/2014/main" id="{583CA15A-43B8-6ECF-4020-1D451CAFECF3}"/>
                </a:ext>
              </a:extLst>
            </p:cNvPr>
            <p:cNvSpPr/>
            <p:nvPr/>
          </p:nvSpPr>
          <p:spPr>
            <a:xfrm>
              <a:off x="574127" y="3373172"/>
              <a:ext cx="4867" cy="68733"/>
            </a:xfrm>
            <a:custGeom>
              <a:avLst/>
              <a:gdLst/>
              <a:ahLst/>
              <a:cxnLst/>
              <a:rect l="l" t="t" r="r" b="b"/>
              <a:pathLst>
                <a:path w="49" h="692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676"/>
                  </a:lnTo>
                  <a:cubicBezTo>
                    <a:pt x="17" y="692"/>
                    <a:pt x="17" y="692"/>
                    <a:pt x="33" y="692"/>
                  </a:cubicBezTo>
                  <a:lnTo>
                    <a:pt x="33" y="676"/>
                  </a:lnTo>
                  <a:lnTo>
                    <a:pt x="33" y="441"/>
                  </a:lnTo>
                  <a:cubicBezTo>
                    <a:pt x="33" y="288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0">
              <a:extLst>
                <a:ext uri="{FF2B5EF4-FFF2-40B4-BE49-F238E27FC236}">
                  <a16:creationId xmlns:a16="http://schemas.microsoft.com/office/drawing/2014/main" id="{8AF5C531-0EBC-7DFD-6478-8913C6B4D352}"/>
                </a:ext>
              </a:extLst>
            </p:cNvPr>
            <p:cNvSpPr/>
            <p:nvPr/>
          </p:nvSpPr>
          <p:spPr>
            <a:xfrm>
              <a:off x="1379851" y="2744842"/>
              <a:ext cx="6853" cy="85221"/>
            </a:xfrm>
            <a:custGeom>
              <a:avLst/>
              <a:gdLst/>
              <a:ahLst/>
              <a:cxnLst/>
              <a:rect l="l" t="t" r="r" b="b"/>
              <a:pathLst>
                <a:path w="69" h="858" extrusionOk="0">
                  <a:moveTo>
                    <a:pt x="0" y="1"/>
                  </a:moveTo>
                  <a:lnTo>
                    <a:pt x="0" y="187"/>
                  </a:lnTo>
                  <a:lnTo>
                    <a:pt x="0" y="671"/>
                  </a:lnTo>
                  <a:cubicBezTo>
                    <a:pt x="0" y="740"/>
                    <a:pt x="16" y="793"/>
                    <a:pt x="32" y="841"/>
                  </a:cubicBezTo>
                  <a:lnTo>
                    <a:pt x="49" y="857"/>
                  </a:lnTo>
                  <a:cubicBezTo>
                    <a:pt x="49" y="857"/>
                    <a:pt x="69" y="841"/>
                    <a:pt x="49" y="841"/>
                  </a:cubicBezTo>
                  <a:cubicBezTo>
                    <a:pt x="32" y="793"/>
                    <a:pt x="32" y="740"/>
                    <a:pt x="32" y="671"/>
                  </a:cubicBezTo>
                  <a:lnTo>
                    <a:pt x="32" y="187"/>
                  </a:ln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0">
              <a:extLst>
                <a:ext uri="{FF2B5EF4-FFF2-40B4-BE49-F238E27FC236}">
                  <a16:creationId xmlns:a16="http://schemas.microsoft.com/office/drawing/2014/main" id="{96824BE3-B752-AC62-73F8-71E47E97C768}"/>
                </a:ext>
              </a:extLst>
            </p:cNvPr>
            <p:cNvSpPr/>
            <p:nvPr/>
          </p:nvSpPr>
          <p:spPr>
            <a:xfrm>
              <a:off x="1841216" y="3672538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38"/>
                    <a:pt x="1" y="271"/>
                    <a:pt x="1" y="388"/>
                  </a:cubicBezTo>
                  <a:cubicBezTo>
                    <a:pt x="17" y="457"/>
                    <a:pt x="17" y="542"/>
                    <a:pt x="1" y="606"/>
                  </a:cubicBezTo>
                  <a:cubicBezTo>
                    <a:pt x="1" y="623"/>
                    <a:pt x="17" y="623"/>
                    <a:pt x="17" y="623"/>
                  </a:cubicBezTo>
                  <a:cubicBezTo>
                    <a:pt x="33" y="623"/>
                    <a:pt x="33" y="623"/>
                    <a:pt x="33" y="606"/>
                  </a:cubicBezTo>
                  <a:lnTo>
                    <a:pt x="33" y="388"/>
                  </a:lnTo>
                  <a:cubicBezTo>
                    <a:pt x="33" y="271"/>
                    <a:pt x="33" y="13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0">
              <a:extLst>
                <a:ext uri="{FF2B5EF4-FFF2-40B4-BE49-F238E27FC236}">
                  <a16:creationId xmlns:a16="http://schemas.microsoft.com/office/drawing/2014/main" id="{20120B2F-8378-FDE6-761D-18ACAE1B19F9}"/>
                </a:ext>
              </a:extLst>
            </p:cNvPr>
            <p:cNvSpPr/>
            <p:nvPr/>
          </p:nvSpPr>
          <p:spPr>
            <a:xfrm>
              <a:off x="1944712" y="3348341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37" y="0"/>
                  </a:moveTo>
                  <a:cubicBezTo>
                    <a:pt x="17" y="101"/>
                    <a:pt x="17" y="186"/>
                    <a:pt x="17" y="287"/>
                  </a:cubicBezTo>
                  <a:cubicBezTo>
                    <a:pt x="17" y="372"/>
                    <a:pt x="17" y="453"/>
                    <a:pt x="1" y="554"/>
                  </a:cubicBezTo>
                  <a:lnTo>
                    <a:pt x="17" y="574"/>
                  </a:lnTo>
                  <a:lnTo>
                    <a:pt x="37" y="554"/>
                  </a:lnTo>
                  <a:cubicBezTo>
                    <a:pt x="53" y="473"/>
                    <a:pt x="53" y="372"/>
                    <a:pt x="53" y="287"/>
                  </a:cubicBezTo>
                  <a:cubicBezTo>
                    <a:pt x="37" y="186"/>
                    <a:pt x="37" y="101"/>
                    <a:pt x="53" y="17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0">
              <a:extLst>
                <a:ext uri="{FF2B5EF4-FFF2-40B4-BE49-F238E27FC236}">
                  <a16:creationId xmlns:a16="http://schemas.microsoft.com/office/drawing/2014/main" id="{83753E9A-3198-3BE7-2213-F3826E330506}"/>
                </a:ext>
              </a:extLst>
            </p:cNvPr>
            <p:cNvSpPr/>
            <p:nvPr/>
          </p:nvSpPr>
          <p:spPr>
            <a:xfrm>
              <a:off x="851343" y="2438723"/>
              <a:ext cx="356477" cy="264502"/>
            </a:xfrm>
            <a:custGeom>
              <a:avLst/>
              <a:gdLst/>
              <a:ahLst/>
              <a:cxnLst/>
              <a:rect l="l" t="t" r="r" b="b"/>
              <a:pathLst>
                <a:path w="3589" h="2663" extrusionOk="0">
                  <a:moveTo>
                    <a:pt x="3572" y="1"/>
                  </a:moveTo>
                  <a:cubicBezTo>
                    <a:pt x="3386" y="53"/>
                    <a:pt x="3200" y="154"/>
                    <a:pt x="3031" y="219"/>
                  </a:cubicBezTo>
                  <a:cubicBezTo>
                    <a:pt x="2946" y="271"/>
                    <a:pt x="2881" y="304"/>
                    <a:pt x="2796" y="340"/>
                  </a:cubicBezTo>
                  <a:cubicBezTo>
                    <a:pt x="2324" y="542"/>
                    <a:pt x="1835" y="776"/>
                    <a:pt x="1382" y="978"/>
                  </a:cubicBezTo>
                  <a:cubicBezTo>
                    <a:pt x="1229" y="1047"/>
                    <a:pt x="1079" y="1111"/>
                    <a:pt x="926" y="1180"/>
                  </a:cubicBezTo>
                  <a:cubicBezTo>
                    <a:pt x="623" y="1330"/>
                    <a:pt x="340" y="1451"/>
                    <a:pt x="86" y="1584"/>
                  </a:cubicBezTo>
                  <a:lnTo>
                    <a:pt x="70" y="1584"/>
                  </a:lnTo>
                  <a:cubicBezTo>
                    <a:pt x="37" y="1600"/>
                    <a:pt x="1" y="1616"/>
                    <a:pt x="1" y="1669"/>
                  </a:cubicBezTo>
                  <a:lnTo>
                    <a:pt x="1" y="2259"/>
                  </a:lnTo>
                  <a:lnTo>
                    <a:pt x="1" y="2594"/>
                  </a:lnTo>
                  <a:cubicBezTo>
                    <a:pt x="1" y="2610"/>
                    <a:pt x="17" y="2626"/>
                    <a:pt x="17" y="2626"/>
                  </a:cubicBezTo>
                  <a:lnTo>
                    <a:pt x="37" y="2642"/>
                  </a:lnTo>
                  <a:lnTo>
                    <a:pt x="37" y="2663"/>
                  </a:lnTo>
                  <a:lnTo>
                    <a:pt x="53" y="2663"/>
                  </a:lnTo>
                  <a:lnTo>
                    <a:pt x="53" y="2642"/>
                  </a:lnTo>
                  <a:lnTo>
                    <a:pt x="53" y="2626"/>
                  </a:lnTo>
                  <a:cubicBezTo>
                    <a:pt x="37" y="2610"/>
                    <a:pt x="37" y="2594"/>
                    <a:pt x="37" y="2594"/>
                  </a:cubicBezTo>
                  <a:lnTo>
                    <a:pt x="37" y="2259"/>
                  </a:lnTo>
                  <a:lnTo>
                    <a:pt x="37" y="1669"/>
                  </a:lnTo>
                  <a:cubicBezTo>
                    <a:pt x="17" y="1633"/>
                    <a:pt x="53" y="1616"/>
                    <a:pt x="70" y="1616"/>
                  </a:cubicBezTo>
                  <a:lnTo>
                    <a:pt x="86" y="1600"/>
                  </a:lnTo>
                  <a:cubicBezTo>
                    <a:pt x="356" y="1483"/>
                    <a:pt x="643" y="1350"/>
                    <a:pt x="946" y="1212"/>
                  </a:cubicBezTo>
                  <a:cubicBezTo>
                    <a:pt x="1096" y="1148"/>
                    <a:pt x="1249" y="1079"/>
                    <a:pt x="1382" y="1010"/>
                  </a:cubicBezTo>
                  <a:cubicBezTo>
                    <a:pt x="1855" y="792"/>
                    <a:pt x="2324" y="574"/>
                    <a:pt x="2812" y="356"/>
                  </a:cubicBezTo>
                  <a:cubicBezTo>
                    <a:pt x="2881" y="320"/>
                    <a:pt x="2966" y="287"/>
                    <a:pt x="3031" y="255"/>
                  </a:cubicBezTo>
                  <a:cubicBezTo>
                    <a:pt x="3216" y="170"/>
                    <a:pt x="3386" y="85"/>
                    <a:pt x="3572" y="17"/>
                  </a:cubicBezTo>
                  <a:cubicBezTo>
                    <a:pt x="3588" y="17"/>
                    <a:pt x="3588" y="17"/>
                    <a:pt x="35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0">
              <a:extLst>
                <a:ext uri="{FF2B5EF4-FFF2-40B4-BE49-F238E27FC236}">
                  <a16:creationId xmlns:a16="http://schemas.microsoft.com/office/drawing/2014/main" id="{5BD5B7AB-5C1B-103D-EB7D-D25E8C95FECE}"/>
                </a:ext>
              </a:extLst>
            </p:cNvPr>
            <p:cNvSpPr/>
            <p:nvPr/>
          </p:nvSpPr>
          <p:spPr>
            <a:xfrm>
              <a:off x="852932" y="1525926"/>
              <a:ext cx="361245" cy="341181"/>
            </a:xfrm>
            <a:custGeom>
              <a:avLst/>
              <a:gdLst/>
              <a:ahLst/>
              <a:cxnLst/>
              <a:rect l="l" t="t" r="r" b="b"/>
              <a:pathLst>
                <a:path w="3637" h="3435" extrusionOk="0">
                  <a:moveTo>
                    <a:pt x="3604" y="0"/>
                  </a:moveTo>
                  <a:cubicBezTo>
                    <a:pt x="3588" y="69"/>
                    <a:pt x="3536" y="85"/>
                    <a:pt x="3471" y="117"/>
                  </a:cubicBezTo>
                  <a:cubicBezTo>
                    <a:pt x="3455" y="117"/>
                    <a:pt x="3435" y="138"/>
                    <a:pt x="3402" y="138"/>
                  </a:cubicBezTo>
                  <a:cubicBezTo>
                    <a:pt x="3152" y="303"/>
                    <a:pt x="2865" y="457"/>
                    <a:pt x="2594" y="590"/>
                  </a:cubicBezTo>
                  <a:cubicBezTo>
                    <a:pt x="2409" y="691"/>
                    <a:pt x="2223" y="792"/>
                    <a:pt x="2041" y="909"/>
                  </a:cubicBezTo>
                  <a:cubicBezTo>
                    <a:pt x="1787" y="1047"/>
                    <a:pt x="1516" y="1196"/>
                    <a:pt x="1282" y="1350"/>
                  </a:cubicBezTo>
                  <a:cubicBezTo>
                    <a:pt x="1096" y="1451"/>
                    <a:pt x="930" y="1552"/>
                    <a:pt x="744" y="1653"/>
                  </a:cubicBezTo>
                  <a:cubicBezTo>
                    <a:pt x="591" y="1733"/>
                    <a:pt x="389" y="1854"/>
                    <a:pt x="187" y="1955"/>
                  </a:cubicBezTo>
                  <a:cubicBezTo>
                    <a:pt x="54" y="2020"/>
                    <a:pt x="1" y="2105"/>
                    <a:pt x="21" y="2238"/>
                  </a:cubicBezTo>
                  <a:lnTo>
                    <a:pt x="21" y="2711"/>
                  </a:lnTo>
                  <a:cubicBezTo>
                    <a:pt x="21" y="2929"/>
                    <a:pt x="1" y="3131"/>
                    <a:pt x="37" y="3349"/>
                  </a:cubicBezTo>
                  <a:cubicBezTo>
                    <a:pt x="37" y="3369"/>
                    <a:pt x="21" y="3369"/>
                    <a:pt x="21" y="3386"/>
                  </a:cubicBezTo>
                  <a:cubicBezTo>
                    <a:pt x="21" y="3402"/>
                    <a:pt x="1" y="3402"/>
                    <a:pt x="1" y="3418"/>
                  </a:cubicBezTo>
                  <a:lnTo>
                    <a:pt x="1" y="3434"/>
                  </a:lnTo>
                  <a:lnTo>
                    <a:pt x="21" y="3434"/>
                  </a:lnTo>
                  <a:lnTo>
                    <a:pt x="21" y="3418"/>
                  </a:lnTo>
                  <a:cubicBezTo>
                    <a:pt x="37" y="3418"/>
                    <a:pt x="37" y="3402"/>
                    <a:pt x="37" y="3402"/>
                  </a:cubicBezTo>
                  <a:cubicBezTo>
                    <a:pt x="54" y="3386"/>
                    <a:pt x="70" y="3369"/>
                    <a:pt x="54" y="3349"/>
                  </a:cubicBezTo>
                  <a:cubicBezTo>
                    <a:pt x="37" y="3131"/>
                    <a:pt x="37" y="2929"/>
                    <a:pt x="37" y="2711"/>
                  </a:cubicBezTo>
                  <a:cubicBezTo>
                    <a:pt x="37" y="2561"/>
                    <a:pt x="54" y="2392"/>
                    <a:pt x="37" y="2238"/>
                  </a:cubicBezTo>
                  <a:cubicBezTo>
                    <a:pt x="37" y="2121"/>
                    <a:pt x="70" y="2036"/>
                    <a:pt x="187" y="1988"/>
                  </a:cubicBezTo>
                  <a:cubicBezTo>
                    <a:pt x="405" y="1871"/>
                    <a:pt x="591" y="1770"/>
                    <a:pt x="760" y="1669"/>
                  </a:cubicBezTo>
                  <a:cubicBezTo>
                    <a:pt x="946" y="1568"/>
                    <a:pt x="1112" y="1467"/>
                    <a:pt x="1282" y="1366"/>
                  </a:cubicBezTo>
                  <a:cubicBezTo>
                    <a:pt x="1536" y="1228"/>
                    <a:pt x="1787" y="1079"/>
                    <a:pt x="2057" y="925"/>
                  </a:cubicBezTo>
                  <a:cubicBezTo>
                    <a:pt x="2243" y="824"/>
                    <a:pt x="2425" y="723"/>
                    <a:pt x="2611" y="622"/>
                  </a:cubicBezTo>
                  <a:cubicBezTo>
                    <a:pt x="2881" y="473"/>
                    <a:pt x="3152" y="319"/>
                    <a:pt x="3419" y="170"/>
                  </a:cubicBezTo>
                  <a:cubicBezTo>
                    <a:pt x="3435" y="154"/>
                    <a:pt x="3471" y="154"/>
                    <a:pt x="3487" y="138"/>
                  </a:cubicBezTo>
                  <a:cubicBezTo>
                    <a:pt x="3536" y="117"/>
                    <a:pt x="3604" y="85"/>
                    <a:pt x="3637" y="16"/>
                  </a:cubicBezTo>
                  <a:cubicBezTo>
                    <a:pt x="3637" y="0"/>
                    <a:pt x="3637" y="0"/>
                    <a:pt x="3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0">
              <a:extLst>
                <a:ext uri="{FF2B5EF4-FFF2-40B4-BE49-F238E27FC236}">
                  <a16:creationId xmlns:a16="http://schemas.microsoft.com/office/drawing/2014/main" id="{AC91507A-8A2E-9A29-C3B4-24D6BF46BC15}"/>
                </a:ext>
              </a:extLst>
            </p:cNvPr>
            <p:cNvSpPr/>
            <p:nvPr/>
          </p:nvSpPr>
          <p:spPr>
            <a:xfrm>
              <a:off x="794827" y="1795097"/>
              <a:ext cx="4867" cy="93663"/>
            </a:xfrm>
            <a:custGeom>
              <a:avLst/>
              <a:gdLst/>
              <a:ahLst/>
              <a:cxnLst/>
              <a:rect l="l" t="t" r="r" b="b"/>
              <a:pathLst>
                <a:path w="49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55"/>
                    <a:pt x="0" y="373"/>
                  </a:cubicBezTo>
                  <a:lnTo>
                    <a:pt x="0" y="591"/>
                  </a:lnTo>
                  <a:cubicBezTo>
                    <a:pt x="16" y="623"/>
                    <a:pt x="0" y="659"/>
                    <a:pt x="0" y="708"/>
                  </a:cubicBezTo>
                  <a:cubicBezTo>
                    <a:pt x="0" y="777"/>
                    <a:pt x="0" y="861"/>
                    <a:pt x="16" y="926"/>
                  </a:cubicBezTo>
                  <a:lnTo>
                    <a:pt x="33" y="942"/>
                  </a:lnTo>
                  <a:lnTo>
                    <a:pt x="49" y="926"/>
                  </a:lnTo>
                  <a:cubicBezTo>
                    <a:pt x="33" y="841"/>
                    <a:pt x="33" y="777"/>
                    <a:pt x="33" y="708"/>
                  </a:cubicBezTo>
                  <a:lnTo>
                    <a:pt x="33" y="591"/>
                  </a:lnTo>
                  <a:lnTo>
                    <a:pt x="33" y="373"/>
                  </a:lnTo>
                  <a:cubicBezTo>
                    <a:pt x="33" y="255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0">
              <a:extLst>
                <a:ext uri="{FF2B5EF4-FFF2-40B4-BE49-F238E27FC236}">
                  <a16:creationId xmlns:a16="http://schemas.microsoft.com/office/drawing/2014/main" id="{AB720844-E30D-A6C2-BCA1-2E54ACDBC62C}"/>
                </a:ext>
              </a:extLst>
            </p:cNvPr>
            <p:cNvSpPr/>
            <p:nvPr/>
          </p:nvSpPr>
          <p:spPr>
            <a:xfrm>
              <a:off x="1202457" y="3670253"/>
              <a:ext cx="3675" cy="64164"/>
            </a:xfrm>
            <a:custGeom>
              <a:avLst/>
              <a:gdLst/>
              <a:ahLst/>
              <a:cxnLst/>
              <a:rect l="l" t="t" r="r" b="b"/>
              <a:pathLst>
                <a:path w="37" h="646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41"/>
                    <a:pt x="17" y="278"/>
                    <a:pt x="1" y="395"/>
                  </a:cubicBezTo>
                  <a:lnTo>
                    <a:pt x="1" y="629"/>
                  </a:lnTo>
                  <a:cubicBezTo>
                    <a:pt x="1" y="646"/>
                    <a:pt x="17" y="646"/>
                    <a:pt x="17" y="646"/>
                  </a:cubicBezTo>
                  <a:cubicBezTo>
                    <a:pt x="37" y="646"/>
                    <a:pt x="37" y="646"/>
                    <a:pt x="37" y="629"/>
                  </a:cubicBezTo>
                  <a:lnTo>
                    <a:pt x="37" y="395"/>
                  </a:lnTo>
                  <a:cubicBezTo>
                    <a:pt x="37" y="278"/>
                    <a:pt x="37" y="141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0">
              <a:extLst>
                <a:ext uri="{FF2B5EF4-FFF2-40B4-BE49-F238E27FC236}">
                  <a16:creationId xmlns:a16="http://schemas.microsoft.com/office/drawing/2014/main" id="{27994B80-8DD2-3453-6807-159D48101C04}"/>
                </a:ext>
              </a:extLst>
            </p:cNvPr>
            <p:cNvSpPr/>
            <p:nvPr/>
          </p:nvSpPr>
          <p:spPr>
            <a:xfrm>
              <a:off x="574127" y="2452330"/>
              <a:ext cx="4867" cy="51947"/>
            </a:xfrm>
            <a:custGeom>
              <a:avLst/>
              <a:gdLst/>
              <a:ahLst/>
              <a:cxnLst/>
              <a:rect l="l" t="t" r="r" b="b"/>
              <a:pathLst>
                <a:path w="49" h="52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183"/>
                  </a:lnTo>
                  <a:cubicBezTo>
                    <a:pt x="17" y="304"/>
                    <a:pt x="0" y="405"/>
                    <a:pt x="33" y="506"/>
                  </a:cubicBezTo>
                  <a:lnTo>
                    <a:pt x="33" y="522"/>
                  </a:lnTo>
                  <a:cubicBezTo>
                    <a:pt x="49" y="522"/>
                    <a:pt x="49" y="506"/>
                    <a:pt x="49" y="506"/>
                  </a:cubicBezTo>
                  <a:cubicBezTo>
                    <a:pt x="33" y="405"/>
                    <a:pt x="33" y="304"/>
                    <a:pt x="33" y="18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0">
              <a:extLst>
                <a:ext uri="{FF2B5EF4-FFF2-40B4-BE49-F238E27FC236}">
                  <a16:creationId xmlns:a16="http://schemas.microsoft.com/office/drawing/2014/main" id="{5ED30919-274C-338F-3AF0-EC4D89DD4907}"/>
                </a:ext>
              </a:extLst>
            </p:cNvPr>
            <p:cNvSpPr/>
            <p:nvPr/>
          </p:nvSpPr>
          <p:spPr>
            <a:xfrm>
              <a:off x="1137498" y="2153064"/>
              <a:ext cx="4867" cy="86711"/>
            </a:xfrm>
            <a:custGeom>
              <a:avLst/>
              <a:gdLst/>
              <a:ahLst/>
              <a:cxnLst/>
              <a:rect l="l" t="t" r="r" b="b"/>
              <a:pathLst>
                <a:path w="49" h="873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202"/>
                    <a:pt x="16" y="368"/>
                    <a:pt x="16" y="538"/>
                  </a:cubicBezTo>
                  <a:lnTo>
                    <a:pt x="16" y="857"/>
                  </a:lnTo>
                  <a:cubicBezTo>
                    <a:pt x="16" y="857"/>
                    <a:pt x="16" y="873"/>
                    <a:pt x="32" y="873"/>
                  </a:cubicBezTo>
                  <a:lnTo>
                    <a:pt x="32" y="857"/>
                  </a:lnTo>
                  <a:lnTo>
                    <a:pt x="32" y="538"/>
                  </a:lnTo>
                  <a:cubicBezTo>
                    <a:pt x="49" y="368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0">
              <a:extLst>
                <a:ext uri="{FF2B5EF4-FFF2-40B4-BE49-F238E27FC236}">
                  <a16:creationId xmlns:a16="http://schemas.microsoft.com/office/drawing/2014/main" id="{A50FB164-AEA3-6494-2ABC-B28C46EDA63F}"/>
                </a:ext>
              </a:extLst>
            </p:cNvPr>
            <p:cNvSpPr/>
            <p:nvPr/>
          </p:nvSpPr>
          <p:spPr>
            <a:xfrm>
              <a:off x="1383029" y="2226465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55"/>
                  </a:lnTo>
                  <a:cubicBezTo>
                    <a:pt x="0" y="388"/>
                    <a:pt x="0" y="538"/>
                    <a:pt x="17" y="675"/>
                  </a:cubicBezTo>
                  <a:cubicBezTo>
                    <a:pt x="17" y="675"/>
                    <a:pt x="17" y="691"/>
                    <a:pt x="37" y="691"/>
                  </a:cubicBezTo>
                  <a:lnTo>
                    <a:pt x="37" y="675"/>
                  </a:lnTo>
                  <a:cubicBezTo>
                    <a:pt x="17" y="538"/>
                    <a:pt x="17" y="388"/>
                    <a:pt x="37" y="255"/>
                  </a:cubicBezTo>
                  <a:lnTo>
                    <a:pt x="37" y="17"/>
                  </a:ln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0">
              <a:extLst>
                <a:ext uri="{FF2B5EF4-FFF2-40B4-BE49-F238E27FC236}">
                  <a16:creationId xmlns:a16="http://schemas.microsoft.com/office/drawing/2014/main" id="{248D6C6F-3563-87AF-1D82-63D694A27542}"/>
                </a:ext>
              </a:extLst>
            </p:cNvPr>
            <p:cNvSpPr/>
            <p:nvPr/>
          </p:nvSpPr>
          <p:spPr>
            <a:xfrm>
              <a:off x="1520197" y="1957195"/>
              <a:ext cx="204014" cy="429879"/>
            </a:xfrm>
            <a:custGeom>
              <a:avLst/>
              <a:gdLst/>
              <a:ahLst/>
              <a:cxnLst/>
              <a:rect l="l" t="t" r="r" b="b"/>
              <a:pathLst>
                <a:path w="2054" h="4328" extrusionOk="0">
                  <a:moveTo>
                    <a:pt x="17" y="1"/>
                  </a:moveTo>
                  <a:lnTo>
                    <a:pt x="1" y="17"/>
                  </a:lnTo>
                  <a:lnTo>
                    <a:pt x="1" y="37"/>
                  </a:lnTo>
                  <a:cubicBezTo>
                    <a:pt x="70" y="86"/>
                    <a:pt x="86" y="154"/>
                    <a:pt x="70" y="239"/>
                  </a:cubicBezTo>
                  <a:cubicBezTo>
                    <a:pt x="49" y="272"/>
                    <a:pt x="49" y="304"/>
                    <a:pt x="49" y="340"/>
                  </a:cubicBezTo>
                  <a:cubicBezTo>
                    <a:pt x="70" y="506"/>
                    <a:pt x="49" y="676"/>
                    <a:pt x="49" y="845"/>
                  </a:cubicBezTo>
                  <a:cubicBezTo>
                    <a:pt x="33" y="979"/>
                    <a:pt x="33" y="1112"/>
                    <a:pt x="33" y="1249"/>
                  </a:cubicBezTo>
                  <a:cubicBezTo>
                    <a:pt x="33" y="1314"/>
                    <a:pt x="49" y="1382"/>
                    <a:pt x="102" y="1451"/>
                  </a:cubicBezTo>
                  <a:lnTo>
                    <a:pt x="118" y="1467"/>
                  </a:lnTo>
                  <a:cubicBezTo>
                    <a:pt x="474" y="1972"/>
                    <a:pt x="825" y="2493"/>
                    <a:pt x="1197" y="3015"/>
                  </a:cubicBezTo>
                  <a:cubicBezTo>
                    <a:pt x="1298" y="3168"/>
                    <a:pt x="1383" y="3318"/>
                    <a:pt x="1484" y="3451"/>
                  </a:cubicBezTo>
                  <a:cubicBezTo>
                    <a:pt x="1585" y="3604"/>
                    <a:pt x="1686" y="3774"/>
                    <a:pt x="1803" y="3923"/>
                  </a:cubicBezTo>
                  <a:cubicBezTo>
                    <a:pt x="1819" y="3956"/>
                    <a:pt x="1851" y="3976"/>
                    <a:pt x="1867" y="4008"/>
                  </a:cubicBezTo>
                  <a:cubicBezTo>
                    <a:pt x="1936" y="4109"/>
                    <a:pt x="2021" y="4194"/>
                    <a:pt x="2021" y="4311"/>
                  </a:cubicBezTo>
                  <a:cubicBezTo>
                    <a:pt x="2021" y="4327"/>
                    <a:pt x="2037" y="4327"/>
                    <a:pt x="2037" y="4327"/>
                  </a:cubicBezTo>
                  <a:cubicBezTo>
                    <a:pt x="2053" y="4327"/>
                    <a:pt x="2053" y="4327"/>
                    <a:pt x="2053" y="4311"/>
                  </a:cubicBezTo>
                  <a:cubicBezTo>
                    <a:pt x="2037" y="4178"/>
                    <a:pt x="1968" y="4093"/>
                    <a:pt x="1887" y="3992"/>
                  </a:cubicBezTo>
                  <a:cubicBezTo>
                    <a:pt x="1867" y="3956"/>
                    <a:pt x="1835" y="3940"/>
                    <a:pt x="1819" y="3907"/>
                  </a:cubicBezTo>
                  <a:cubicBezTo>
                    <a:pt x="1718" y="3754"/>
                    <a:pt x="1617" y="3588"/>
                    <a:pt x="1516" y="3435"/>
                  </a:cubicBezTo>
                  <a:cubicBezTo>
                    <a:pt x="1415" y="3301"/>
                    <a:pt x="1314" y="3148"/>
                    <a:pt x="1213" y="2998"/>
                  </a:cubicBezTo>
                  <a:cubicBezTo>
                    <a:pt x="857" y="2477"/>
                    <a:pt x="490" y="1956"/>
                    <a:pt x="134" y="1451"/>
                  </a:cubicBezTo>
                  <a:lnTo>
                    <a:pt x="118" y="1431"/>
                  </a:lnTo>
                  <a:cubicBezTo>
                    <a:pt x="86" y="1382"/>
                    <a:pt x="70" y="1330"/>
                    <a:pt x="70" y="1249"/>
                  </a:cubicBezTo>
                  <a:cubicBezTo>
                    <a:pt x="49" y="1112"/>
                    <a:pt x="70" y="979"/>
                    <a:pt x="70" y="845"/>
                  </a:cubicBezTo>
                  <a:cubicBezTo>
                    <a:pt x="86" y="676"/>
                    <a:pt x="102" y="506"/>
                    <a:pt x="86" y="320"/>
                  </a:cubicBezTo>
                  <a:lnTo>
                    <a:pt x="86" y="255"/>
                  </a:lnTo>
                  <a:cubicBezTo>
                    <a:pt x="118" y="154"/>
                    <a:pt x="102" y="7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0">
              <a:extLst>
                <a:ext uri="{FF2B5EF4-FFF2-40B4-BE49-F238E27FC236}">
                  <a16:creationId xmlns:a16="http://schemas.microsoft.com/office/drawing/2014/main" id="{FF89795E-198D-AE47-4C95-46A2AAEF41BD}"/>
                </a:ext>
              </a:extLst>
            </p:cNvPr>
            <p:cNvSpPr/>
            <p:nvPr/>
          </p:nvSpPr>
          <p:spPr>
            <a:xfrm>
              <a:off x="1246160" y="3435449"/>
              <a:ext cx="168654" cy="148491"/>
            </a:xfrm>
            <a:custGeom>
              <a:avLst/>
              <a:gdLst/>
              <a:ahLst/>
              <a:cxnLst/>
              <a:rect l="l" t="t" r="r" b="b"/>
              <a:pathLst>
                <a:path w="1698" h="1495" extrusionOk="0">
                  <a:moveTo>
                    <a:pt x="1698" y="0"/>
                  </a:moveTo>
                  <a:cubicBezTo>
                    <a:pt x="1681" y="0"/>
                    <a:pt x="1681" y="0"/>
                    <a:pt x="1681" y="16"/>
                  </a:cubicBezTo>
                  <a:cubicBezTo>
                    <a:pt x="1649" y="117"/>
                    <a:pt x="1665" y="218"/>
                    <a:pt x="1665" y="319"/>
                  </a:cubicBezTo>
                  <a:lnTo>
                    <a:pt x="1665" y="485"/>
                  </a:lnTo>
                  <a:lnTo>
                    <a:pt x="1665" y="788"/>
                  </a:lnTo>
                  <a:cubicBezTo>
                    <a:pt x="1665" y="909"/>
                    <a:pt x="1649" y="974"/>
                    <a:pt x="1516" y="1010"/>
                  </a:cubicBezTo>
                  <a:cubicBezTo>
                    <a:pt x="1245" y="1075"/>
                    <a:pt x="991" y="1159"/>
                    <a:pt x="740" y="1244"/>
                  </a:cubicBezTo>
                  <a:cubicBezTo>
                    <a:pt x="587" y="1277"/>
                    <a:pt x="437" y="1329"/>
                    <a:pt x="284" y="1378"/>
                  </a:cubicBezTo>
                  <a:cubicBezTo>
                    <a:pt x="203" y="1394"/>
                    <a:pt x="118" y="1430"/>
                    <a:pt x="17" y="1479"/>
                  </a:cubicBezTo>
                  <a:cubicBezTo>
                    <a:pt x="1" y="1479"/>
                    <a:pt x="1" y="1479"/>
                    <a:pt x="1" y="1495"/>
                  </a:cubicBezTo>
                  <a:lnTo>
                    <a:pt x="17" y="1495"/>
                  </a:lnTo>
                  <a:cubicBezTo>
                    <a:pt x="134" y="1462"/>
                    <a:pt x="219" y="1430"/>
                    <a:pt x="304" y="1394"/>
                  </a:cubicBezTo>
                  <a:cubicBezTo>
                    <a:pt x="453" y="1361"/>
                    <a:pt x="607" y="1313"/>
                    <a:pt x="756" y="1260"/>
                  </a:cubicBezTo>
                  <a:cubicBezTo>
                    <a:pt x="991" y="1176"/>
                    <a:pt x="1261" y="1091"/>
                    <a:pt x="1516" y="1026"/>
                  </a:cubicBezTo>
                  <a:cubicBezTo>
                    <a:pt x="1681" y="990"/>
                    <a:pt x="1698" y="909"/>
                    <a:pt x="1681" y="788"/>
                  </a:cubicBezTo>
                  <a:lnTo>
                    <a:pt x="1681" y="485"/>
                  </a:lnTo>
                  <a:cubicBezTo>
                    <a:pt x="1698" y="436"/>
                    <a:pt x="1681" y="368"/>
                    <a:pt x="1681" y="319"/>
                  </a:cubicBezTo>
                  <a:cubicBezTo>
                    <a:pt x="1681" y="218"/>
                    <a:pt x="1681" y="117"/>
                    <a:pt x="1698" y="16"/>
                  </a:cubicBezTo>
                  <a:lnTo>
                    <a:pt x="16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0">
              <a:extLst>
                <a:ext uri="{FF2B5EF4-FFF2-40B4-BE49-F238E27FC236}">
                  <a16:creationId xmlns:a16="http://schemas.microsoft.com/office/drawing/2014/main" id="{4C02E3F6-2C57-9CE0-383B-C4045D87FD14}"/>
                </a:ext>
              </a:extLst>
            </p:cNvPr>
            <p:cNvSpPr/>
            <p:nvPr/>
          </p:nvSpPr>
          <p:spPr>
            <a:xfrm>
              <a:off x="1254205" y="1805427"/>
              <a:ext cx="164184" cy="218912"/>
            </a:xfrm>
            <a:custGeom>
              <a:avLst/>
              <a:gdLst/>
              <a:ahLst/>
              <a:cxnLst/>
              <a:rect l="l" t="t" r="r" b="b"/>
              <a:pathLst>
                <a:path w="1653" h="2204" extrusionOk="0">
                  <a:moveTo>
                    <a:pt x="1557" y="1"/>
                  </a:moveTo>
                  <a:cubicBezTo>
                    <a:pt x="1522" y="1"/>
                    <a:pt x="1485" y="25"/>
                    <a:pt x="1451" y="50"/>
                  </a:cubicBezTo>
                  <a:lnTo>
                    <a:pt x="1435" y="50"/>
                  </a:lnTo>
                  <a:cubicBezTo>
                    <a:pt x="994" y="285"/>
                    <a:pt x="542" y="503"/>
                    <a:pt x="122" y="721"/>
                  </a:cubicBezTo>
                  <a:cubicBezTo>
                    <a:pt x="37" y="757"/>
                    <a:pt x="21" y="806"/>
                    <a:pt x="21" y="907"/>
                  </a:cubicBezTo>
                  <a:cubicBezTo>
                    <a:pt x="21" y="1262"/>
                    <a:pt x="1" y="1614"/>
                    <a:pt x="1" y="1949"/>
                  </a:cubicBezTo>
                  <a:lnTo>
                    <a:pt x="1" y="2034"/>
                  </a:lnTo>
                  <a:cubicBezTo>
                    <a:pt x="21" y="2086"/>
                    <a:pt x="21" y="2135"/>
                    <a:pt x="1" y="2187"/>
                  </a:cubicBezTo>
                  <a:lnTo>
                    <a:pt x="1" y="2204"/>
                  </a:lnTo>
                  <a:lnTo>
                    <a:pt x="21" y="2204"/>
                  </a:lnTo>
                  <a:cubicBezTo>
                    <a:pt x="37" y="2151"/>
                    <a:pt x="37" y="2086"/>
                    <a:pt x="37" y="2034"/>
                  </a:cubicBezTo>
                  <a:cubicBezTo>
                    <a:pt x="37" y="2018"/>
                    <a:pt x="21" y="1985"/>
                    <a:pt x="21" y="1949"/>
                  </a:cubicBezTo>
                  <a:cubicBezTo>
                    <a:pt x="37" y="1614"/>
                    <a:pt x="37" y="1262"/>
                    <a:pt x="37" y="907"/>
                  </a:cubicBezTo>
                  <a:cubicBezTo>
                    <a:pt x="37" y="822"/>
                    <a:pt x="69" y="790"/>
                    <a:pt x="122" y="757"/>
                  </a:cubicBezTo>
                  <a:cubicBezTo>
                    <a:pt x="558" y="535"/>
                    <a:pt x="1011" y="301"/>
                    <a:pt x="1451" y="67"/>
                  </a:cubicBezTo>
                  <a:cubicBezTo>
                    <a:pt x="1504" y="53"/>
                    <a:pt x="1538" y="26"/>
                    <a:pt x="1567" y="26"/>
                  </a:cubicBezTo>
                  <a:cubicBezTo>
                    <a:pt x="1573" y="26"/>
                    <a:pt x="1579" y="27"/>
                    <a:pt x="1584" y="30"/>
                  </a:cubicBezTo>
                  <a:cubicBezTo>
                    <a:pt x="1600" y="200"/>
                    <a:pt x="1584" y="370"/>
                    <a:pt x="1584" y="519"/>
                  </a:cubicBezTo>
                  <a:cubicBezTo>
                    <a:pt x="1568" y="806"/>
                    <a:pt x="1568" y="1093"/>
                    <a:pt x="1617" y="1379"/>
                  </a:cubicBezTo>
                  <a:cubicBezTo>
                    <a:pt x="1617" y="1379"/>
                    <a:pt x="1626" y="1387"/>
                    <a:pt x="1631" y="1387"/>
                  </a:cubicBezTo>
                  <a:cubicBezTo>
                    <a:pt x="1634" y="1387"/>
                    <a:pt x="1637" y="1385"/>
                    <a:pt x="1637" y="1379"/>
                  </a:cubicBezTo>
                  <a:lnTo>
                    <a:pt x="1653" y="1379"/>
                  </a:lnTo>
                  <a:cubicBezTo>
                    <a:pt x="1600" y="1093"/>
                    <a:pt x="1600" y="806"/>
                    <a:pt x="1617" y="519"/>
                  </a:cubicBezTo>
                  <a:lnTo>
                    <a:pt x="1617" y="30"/>
                  </a:lnTo>
                  <a:lnTo>
                    <a:pt x="1600" y="14"/>
                  </a:lnTo>
                  <a:cubicBezTo>
                    <a:pt x="1586" y="5"/>
                    <a:pt x="1572" y="1"/>
                    <a:pt x="15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0">
              <a:extLst>
                <a:ext uri="{FF2B5EF4-FFF2-40B4-BE49-F238E27FC236}">
                  <a16:creationId xmlns:a16="http://schemas.microsoft.com/office/drawing/2014/main" id="{E4B33D81-AEE9-3FB3-64F3-4FF3F51AF947}"/>
                </a:ext>
              </a:extLst>
            </p:cNvPr>
            <p:cNvSpPr/>
            <p:nvPr/>
          </p:nvSpPr>
          <p:spPr>
            <a:xfrm>
              <a:off x="687655" y="2773349"/>
              <a:ext cx="133691" cy="158622"/>
            </a:xfrm>
            <a:custGeom>
              <a:avLst/>
              <a:gdLst/>
              <a:ahLst/>
              <a:cxnLst/>
              <a:rect l="l" t="t" r="r" b="b"/>
              <a:pathLst>
                <a:path w="1346" h="1597" extrusionOk="0">
                  <a:moveTo>
                    <a:pt x="1314" y="1"/>
                  </a:moveTo>
                  <a:lnTo>
                    <a:pt x="1297" y="17"/>
                  </a:lnTo>
                  <a:cubicBezTo>
                    <a:pt x="1281" y="49"/>
                    <a:pt x="1297" y="102"/>
                    <a:pt x="1297" y="134"/>
                  </a:cubicBezTo>
                  <a:cubicBezTo>
                    <a:pt x="1314" y="182"/>
                    <a:pt x="1314" y="235"/>
                    <a:pt x="1281" y="267"/>
                  </a:cubicBezTo>
                  <a:cubicBezTo>
                    <a:pt x="1229" y="304"/>
                    <a:pt x="1180" y="320"/>
                    <a:pt x="1112" y="336"/>
                  </a:cubicBezTo>
                  <a:cubicBezTo>
                    <a:pt x="1095" y="352"/>
                    <a:pt x="1059" y="352"/>
                    <a:pt x="1043" y="368"/>
                  </a:cubicBezTo>
                  <a:cubicBezTo>
                    <a:pt x="756" y="485"/>
                    <a:pt x="453" y="623"/>
                    <a:pt x="118" y="740"/>
                  </a:cubicBezTo>
                  <a:cubicBezTo>
                    <a:pt x="33" y="772"/>
                    <a:pt x="1" y="825"/>
                    <a:pt x="1" y="926"/>
                  </a:cubicBezTo>
                  <a:lnTo>
                    <a:pt x="1" y="1192"/>
                  </a:lnTo>
                  <a:cubicBezTo>
                    <a:pt x="1" y="1330"/>
                    <a:pt x="1" y="1447"/>
                    <a:pt x="17" y="1580"/>
                  </a:cubicBezTo>
                  <a:cubicBezTo>
                    <a:pt x="17" y="1596"/>
                    <a:pt x="17" y="1596"/>
                    <a:pt x="33" y="1596"/>
                  </a:cubicBezTo>
                  <a:cubicBezTo>
                    <a:pt x="33" y="1596"/>
                    <a:pt x="49" y="1596"/>
                    <a:pt x="49" y="1580"/>
                  </a:cubicBezTo>
                  <a:cubicBezTo>
                    <a:pt x="33" y="1447"/>
                    <a:pt x="33" y="1314"/>
                    <a:pt x="33" y="1192"/>
                  </a:cubicBezTo>
                  <a:lnTo>
                    <a:pt x="33" y="926"/>
                  </a:lnTo>
                  <a:cubicBezTo>
                    <a:pt x="17" y="841"/>
                    <a:pt x="49" y="809"/>
                    <a:pt x="134" y="772"/>
                  </a:cubicBezTo>
                  <a:cubicBezTo>
                    <a:pt x="453" y="639"/>
                    <a:pt x="756" y="522"/>
                    <a:pt x="1043" y="384"/>
                  </a:cubicBezTo>
                  <a:cubicBezTo>
                    <a:pt x="1079" y="384"/>
                    <a:pt x="1095" y="368"/>
                    <a:pt x="1128" y="352"/>
                  </a:cubicBezTo>
                  <a:cubicBezTo>
                    <a:pt x="1180" y="336"/>
                    <a:pt x="1245" y="320"/>
                    <a:pt x="1297" y="283"/>
                  </a:cubicBezTo>
                  <a:cubicBezTo>
                    <a:pt x="1346" y="235"/>
                    <a:pt x="1330" y="182"/>
                    <a:pt x="1330" y="134"/>
                  </a:cubicBezTo>
                  <a:cubicBezTo>
                    <a:pt x="1314" y="102"/>
                    <a:pt x="1314" y="49"/>
                    <a:pt x="1330" y="17"/>
                  </a:cubicBezTo>
                  <a:lnTo>
                    <a:pt x="1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0">
              <a:extLst>
                <a:ext uri="{FF2B5EF4-FFF2-40B4-BE49-F238E27FC236}">
                  <a16:creationId xmlns:a16="http://schemas.microsoft.com/office/drawing/2014/main" id="{78F88EEF-D590-66A3-D71F-0F3318BCB59E}"/>
                </a:ext>
              </a:extLst>
            </p:cNvPr>
            <p:cNvSpPr/>
            <p:nvPr/>
          </p:nvSpPr>
          <p:spPr>
            <a:xfrm>
              <a:off x="1254205" y="1988979"/>
              <a:ext cx="164184" cy="195869"/>
            </a:xfrm>
            <a:custGeom>
              <a:avLst/>
              <a:gdLst/>
              <a:ahLst/>
              <a:cxnLst/>
              <a:rect l="l" t="t" r="r" b="b"/>
              <a:pathLst>
                <a:path w="1653" h="1972" extrusionOk="0">
                  <a:moveTo>
                    <a:pt x="1637" y="0"/>
                  </a:moveTo>
                  <a:lnTo>
                    <a:pt x="1350" y="137"/>
                  </a:lnTo>
                  <a:cubicBezTo>
                    <a:pt x="1132" y="255"/>
                    <a:pt x="910" y="356"/>
                    <a:pt x="675" y="473"/>
                  </a:cubicBezTo>
                  <a:cubicBezTo>
                    <a:pt x="627" y="505"/>
                    <a:pt x="558" y="541"/>
                    <a:pt x="489" y="574"/>
                  </a:cubicBezTo>
                  <a:cubicBezTo>
                    <a:pt x="372" y="642"/>
                    <a:pt x="239" y="707"/>
                    <a:pt x="102" y="760"/>
                  </a:cubicBezTo>
                  <a:cubicBezTo>
                    <a:pt x="21" y="808"/>
                    <a:pt x="1" y="844"/>
                    <a:pt x="1" y="929"/>
                  </a:cubicBezTo>
                  <a:lnTo>
                    <a:pt x="1" y="1551"/>
                  </a:lnTo>
                  <a:lnTo>
                    <a:pt x="1" y="1818"/>
                  </a:lnTo>
                  <a:lnTo>
                    <a:pt x="1" y="1854"/>
                  </a:lnTo>
                  <a:cubicBezTo>
                    <a:pt x="1" y="1887"/>
                    <a:pt x="1" y="1919"/>
                    <a:pt x="21" y="1971"/>
                  </a:cubicBezTo>
                  <a:lnTo>
                    <a:pt x="37" y="1971"/>
                  </a:lnTo>
                  <a:cubicBezTo>
                    <a:pt x="53" y="1971"/>
                    <a:pt x="53" y="1955"/>
                    <a:pt x="53" y="1955"/>
                  </a:cubicBezTo>
                  <a:cubicBezTo>
                    <a:pt x="21" y="1919"/>
                    <a:pt x="21" y="1887"/>
                    <a:pt x="21" y="1854"/>
                  </a:cubicBezTo>
                  <a:lnTo>
                    <a:pt x="21" y="1818"/>
                  </a:lnTo>
                  <a:lnTo>
                    <a:pt x="21" y="1551"/>
                  </a:lnTo>
                  <a:cubicBezTo>
                    <a:pt x="37" y="1349"/>
                    <a:pt x="37" y="1131"/>
                    <a:pt x="21" y="929"/>
                  </a:cubicBezTo>
                  <a:cubicBezTo>
                    <a:pt x="21" y="861"/>
                    <a:pt x="37" y="828"/>
                    <a:pt x="122" y="792"/>
                  </a:cubicBezTo>
                  <a:cubicBezTo>
                    <a:pt x="239" y="727"/>
                    <a:pt x="372" y="659"/>
                    <a:pt x="506" y="590"/>
                  </a:cubicBezTo>
                  <a:cubicBezTo>
                    <a:pt x="574" y="558"/>
                    <a:pt x="627" y="525"/>
                    <a:pt x="691" y="489"/>
                  </a:cubicBezTo>
                  <a:cubicBezTo>
                    <a:pt x="910" y="388"/>
                    <a:pt x="1132" y="271"/>
                    <a:pt x="1366" y="170"/>
                  </a:cubicBezTo>
                  <a:lnTo>
                    <a:pt x="1637" y="20"/>
                  </a:lnTo>
                  <a:cubicBezTo>
                    <a:pt x="1653" y="20"/>
                    <a:pt x="1653" y="20"/>
                    <a:pt x="16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0">
              <a:extLst>
                <a:ext uri="{FF2B5EF4-FFF2-40B4-BE49-F238E27FC236}">
                  <a16:creationId xmlns:a16="http://schemas.microsoft.com/office/drawing/2014/main" id="{47EC4427-717F-C22E-4BC6-4C190DBD05A0}"/>
                </a:ext>
              </a:extLst>
            </p:cNvPr>
            <p:cNvSpPr/>
            <p:nvPr/>
          </p:nvSpPr>
          <p:spPr>
            <a:xfrm>
              <a:off x="1819563" y="3348341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01"/>
                    <a:pt x="1" y="202"/>
                    <a:pt x="17" y="287"/>
                  </a:cubicBezTo>
                  <a:lnTo>
                    <a:pt x="17" y="473"/>
                  </a:lnTo>
                  <a:lnTo>
                    <a:pt x="17" y="522"/>
                  </a:lnTo>
                  <a:cubicBezTo>
                    <a:pt x="17" y="538"/>
                    <a:pt x="17" y="574"/>
                    <a:pt x="1" y="606"/>
                  </a:cubicBezTo>
                  <a:lnTo>
                    <a:pt x="1" y="623"/>
                  </a:lnTo>
                  <a:lnTo>
                    <a:pt x="17" y="623"/>
                  </a:lnTo>
                  <a:lnTo>
                    <a:pt x="17" y="606"/>
                  </a:lnTo>
                  <a:cubicBezTo>
                    <a:pt x="49" y="574"/>
                    <a:pt x="33" y="538"/>
                    <a:pt x="33" y="505"/>
                  </a:cubicBezTo>
                  <a:lnTo>
                    <a:pt x="33" y="473"/>
                  </a:lnTo>
                  <a:lnTo>
                    <a:pt x="33" y="287"/>
                  </a:lnTo>
                  <a:cubicBezTo>
                    <a:pt x="33" y="202"/>
                    <a:pt x="33" y="101"/>
                    <a:pt x="49" y="17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0">
              <a:extLst>
                <a:ext uri="{FF2B5EF4-FFF2-40B4-BE49-F238E27FC236}">
                  <a16:creationId xmlns:a16="http://schemas.microsoft.com/office/drawing/2014/main" id="{F2CE1638-E3B9-374E-E63D-3228547517F9}"/>
                </a:ext>
              </a:extLst>
            </p:cNvPr>
            <p:cNvSpPr/>
            <p:nvPr/>
          </p:nvSpPr>
          <p:spPr>
            <a:xfrm>
              <a:off x="1087339" y="3024144"/>
              <a:ext cx="6456" cy="91975"/>
            </a:xfrm>
            <a:custGeom>
              <a:avLst/>
              <a:gdLst/>
              <a:ahLst/>
              <a:cxnLst/>
              <a:rect l="l" t="t" r="r" b="b"/>
              <a:pathLst>
                <a:path w="65" h="926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cubicBezTo>
                    <a:pt x="32" y="166"/>
                    <a:pt x="16" y="320"/>
                    <a:pt x="16" y="469"/>
                  </a:cubicBezTo>
                  <a:lnTo>
                    <a:pt x="16" y="740"/>
                  </a:lnTo>
                  <a:lnTo>
                    <a:pt x="16" y="756"/>
                  </a:lnTo>
                  <a:cubicBezTo>
                    <a:pt x="16" y="808"/>
                    <a:pt x="16" y="873"/>
                    <a:pt x="49" y="926"/>
                  </a:cubicBezTo>
                  <a:lnTo>
                    <a:pt x="65" y="926"/>
                  </a:lnTo>
                  <a:lnTo>
                    <a:pt x="65" y="909"/>
                  </a:lnTo>
                  <a:cubicBezTo>
                    <a:pt x="49" y="857"/>
                    <a:pt x="49" y="808"/>
                    <a:pt x="49" y="756"/>
                  </a:cubicBezTo>
                  <a:lnTo>
                    <a:pt x="49" y="740"/>
                  </a:lnTo>
                  <a:lnTo>
                    <a:pt x="49" y="469"/>
                  </a:lnTo>
                  <a:cubicBezTo>
                    <a:pt x="49" y="320"/>
                    <a:pt x="49" y="166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0">
              <a:extLst>
                <a:ext uri="{FF2B5EF4-FFF2-40B4-BE49-F238E27FC236}">
                  <a16:creationId xmlns:a16="http://schemas.microsoft.com/office/drawing/2014/main" id="{E77DADDB-0D02-7758-EEBF-38F955612654}"/>
                </a:ext>
              </a:extLst>
            </p:cNvPr>
            <p:cNvSpPr/>
            <p:nvPr/>
          </p:nvSpPr>
          <p:spPr>
            <a:xfrm>
              <a:off x="1815987" y="2602808"/>
              <a:ext cx="5264" cy="55125"/>
            </a:xfrm>
            <a:custGeom>
              <a:avLst/>
              <a:gdLst/>
              <a:ahLst/>
              <a:cxnLst/>
              <a:rect l="l" t="t" r="r" b="b"/>
              <a:pathLst>
                <a:path w="53" h="555" extrusionOk="0">
                  <a:moveTo>
                    <a:pt x="37" y="1"/>
                  </a:moveTo>
                  <a:cubicBezTo>
                    <a:pt x="20" y="102"/>
                    <a:pt x="20" y="183"/>
                    <a:pt x="20" y="267"/>
                  </a:cubicBezTo>
                  <a:cubicBezTo>
                    <a:pt x="20" y="368"/>
                    <a:pt x="20" y="453"/>
                    <a:pt x="0" y="538"/>
                  </a:cubicBezTo>
                  <a:cubicBezTo>
                    <a:pt x="0" y="554"/>
                    <a:pt x="0" y="554"/>
                    <a:pt x="20" y="554"/>
                  </a:cubicBezTo>
                  <a:lnTo>
                    <a:pt x="37" y="554"/>
                  </a:lnTo>
                  <a:cubicBezTo>
                    <a:pt x="53" y="453"/>
                    <a:pt x="53" y="368"/>
                    <a:pt x="53" y="267"/>
                  </a:cubicBezTo>
                  <a:cubicBezTo>
                    <a:pt x="37" y="183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0">
              <a:extLst>
                <a:ext uri="{FF2B5EF4-FFF2-40B4-BE49-F238E27FC236}">
                  <a16:creationId xmlns:a16="http://schemas.microsoft.com/office/drawing/2014/main" id="{8E68F511-A05A-1B59-0F83-04927584B9DF}"/>
                </a:ext>
              </a:extLst>
            </p:cNvPr>
            <p:cNvSpPr/>
            <p:nvPr/>
          </p:nvSpPr>
          <p:spPr>
            <a:xfrm>
              <a:off x="1792646" y="2407038"/>
              <a:ext cx="5364" cy="63469"/>
            </a:xfrm>
            <a:custGeom>
              <a:avLst/>
              <a:gdLst/>
              <a:ahLst/>
              <a:cxnLst/>
              <a:rect l="l" t="t" r="r" b="b"/>
              <a:pathLst>
                <a:path w="54" h="639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02"/>
                    <a:pt x="17" y="303"/>
                  </a:cubicBezTo>
                  <a:lnTo>
                    <a:pt x="17" y="489"/>
                  </a:lnTo>
                  <a:cubicBezTo>
                    <a:pt x="1" y="505"/>
                    <a:pt x="17" y="522"/>
                    <a:pt x="17" y="538"/>
                  </a:cubicBezTo>
                  <a:cubicBezTo>
                    <a:pt x="17" y="558"/>
                    <a:pt x="17" y="590"/>
                    <a:pt x="1" y="623"/>
                  </a:cubicBezTo>
                  <a:lnTo>
                    <a:pt x="1" y="639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489"/>
                  </a:lnTo>
                  <a:lnTo>
                    <a:pt x="33" y="303"/>
                  </a:lnTo>
                  <a:cubicBezTo>
                    <a:pt x="33" y="202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0">
              <a:extLst>
                <a:ext uri="{FF2B5EF4-FFF2-40B4-BE49-F238E27FC236}">
                  <a16:creationId xmlns:a16="http://schemas.microsoft.com/office/drawing/2014/main" id="{A4FADF6A-2B53-AC82-1F73-40B23F934404}"/>
                </a:ext>
              </a:extLst>
            </p:cNvPr>
            <p:cNvSpPr/>
            <p:nvPr/>
          </p:nvSpPr>
          <p:spPr>
            <a:xfrm>
              <a:off x="1583666" y="1741759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1"/>
                  </a:moveTo>
                  <a:cubicBezTo>
                    <a:pt x="37" y="1"/>
                    <a:pt x="16" y="1"/>
                    <a:pt x="16" y="17"/>
                  </a:cubicBezTo>
                  <a:cubicBezTo>
                    <a:pt x="0" y="134"/>
                    <a:pt x="0" y="251"/>
                    <a:pt x="0" y="368"/>
                  </a:cubicBezTo>
                  <a:cubicBezTo>
                    <a:pt x="0" y="453"/>
                    <a:pt x="16" y="522"/>
                    <a:pt x="0" y="590"/>
                  </a:cubicBezTo>
                  <a:cubicBezTo>
                    <a:pt x="0" y="607"/>
                    <a:pt x="16" y="607"/>
                    <a:pt x="16" y="607"/>
                  </a:cubicBezTo>
                  <a:cubicBezTo>
                    <a:pt x="37" y="607"/>
                    <a:pt x="37" y="607"/>
                    <a:pt x="37" y="590"/>
                  </a:cubicBezTo>
                  <a:lnTo>
                    <a:pt x="37" y="368"/>
                  </a:lnTo>
                  <a:cubicBezTo>
                    <a:pt x="37" y="251"/>
                    <a:pt x="37" y="13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0">
              <a:extLst>
                <a:ext uri="{FF2B5EF4-FFF2-40B4-BE49-F238E27FC236}">
                  <a16:creationId xmlns:a16="http://schemas.microsoft.com/office/drawing/2014/main" id="{7C1E964D-B74A-9C1B-F0BD-E25C653E1002}"/>
                </a:ext>
              </a:extLst>
            </p:cNvPr>
            <p:cNvSpPr/>
            <p:nvPr/>
          </p:nvSpPr>
          <p:spPr>
            <a:xfrm>
              <a:off x="1970040" y="2671044"/>
              <a:ext cx="4867" cy="53834"/>
            </a:xfrm>
            <a:custGeom>
              <a:avLst/>
              <a:gdLst/>
              <a:ahLst/>
              <a:cxnLst/>
              <a:rect l="l" t="t" r="r" b="b"/>
              <a:pathLst>
                <a:path w="49" h="542" extrusionOk="0">
                  <a:moveTo>
                    <a:pt x="33" y="1"/>
                  </a:moveTo>
                  <a:lnTo>
                    <a:pt x="17" y="21"/>
                  </a:lnTo>
                  <a:cubicBezTo>
                    <a:pt x="0" y="102"/>
                    <a:pt x="0" y="186"/>
                    <a:pt x="17" y="271"/>
                  </a:cubicBezTo>
                  <a:cubicBezTo>
                    <a:pt x="17" y="356"/>
                    <a:pt x="17" y="441"/>
                    <a:pt x="0" y="526"/>
                  </a:cubicBezTo>
                  <a:lnTo>
                    <a:pt x="0" y="542"/>
                  </a:lnTo>
                  <a:lnTo>
                    <a:pt x="17" y="542"/>
                  </a:lnTo>
                  <a:lnTo>
                    <a:pt x="17" y="526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0">
              <a:extLst>
                <a:ext uri="{FF2B5EF4-FFF2-40B4-BE49-F238E27FC236}">
                  <a16:creationId xmlns:a16="http://schemas.microsoft.com/office/drawing/2014/main" id="{24E3059E-BC92-654F-2ACC-4C8B34031EF5}"/>
                </a:ext>
              </a:extLst>
            </p:cNvPr>
            <p:cNvSpPr/>
            <p:nvPr/>
          </p:nvSpPr>
          <p:spPr>
            <a:xfrm>
              <a:off x="1841216" y="3517293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17"/>
                    <a:pt x="1" y="218"/>
                    <a:pt x="1" y="319"/>
                  </a:cubicBezTo>
                  <a:cubicBezTo>
                    <a:pt x="17" y="388"/>
                    <a:pt x="17" y="453"/>
                    <a:pt x="1" y="521"/>
                  </a:cubicBezTo>
                  <a:cubicBezTo>
                    <a:pt x="1" y="537"/>
                    <a:pt x="1" y="554"/>
                    <a:pt x="17" y="570"/>
                  </a:cubicBezTo>
                  <a:cubicBezTo>
                    <a:pt x="17" y="606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0">
              <a:extLst>
                <a:ext uri="{FF2B5EF4-FFF2-40B4-BE49-F238E27FC236}">
                  <a16:creationId xmlns:a16="http://schemas.microsoft.com/office/drawing/2014/main" id="{363950B9-6D7A-E56B-3E54-7647FF3B4F0D}"/>
                </a:ext>
              </a:extLst>
            </p:cNvPr>
            <p:cNvSpPr/>
            <p:nvPr/>
          </p:nvSpPr>
          <p:spPr>
            <a:xfrm>
              <a:off x="1518608" y="2522553"/>
              <a:ext cx="202325" cy="324296"/>
            </a:xfrm>
            <a:custGeom>
              <a:avLst/>
              <a:gdLst/>
              <a:ahLst/>
              <a:cxnLst/>
              <a:rect l="l" t="t" r="r" b="b"/>
              <a:pathLst>
                <a:path w="2037" h="3265" extrusionOk="0">
                  <a:moveTo>
                    <a:pt x="86" y="1"/>
                  </a:moveTo>
                  <a:cubicBezTo>
                    <a:pt x="49" y="17"/>
                    <a:pt x="33" y="65"/>
                    <a:pt x="33" y="118"/>
                  </a:cubicBezTo>
                  <a:cubicBezTo>
                    <a:pt x="49" y="166"/>
                    <a:pt x="49" y="219"/>
                    <a:pt x="33" y="251"/>
                  </a:cubicBezTo>
                  <a:cubicBezTo>
                    <a:pt x="1" y="570"/>
                    <a:pt x="102" y="825"/>
                    <a:pt x="336" y="1112"/>
                  </a:cubicBezTo>
                  <a:cubicBezTo>
                    <a:pt x="623" y="1431"/>
                    <a:pt x="894" y="1782"/>
                    <a:pt x="1160" y="2138"/>
                  </a:cubicBezTo>
                  <a:cubicBezTo>
                    <a:pt x="1229" y="2223"/>
                    <a:pt x="1298" y="2303"/>
                    <a:pt x="1362" y="2404"/>
                  </a:cubicBezTo>
                  <a:cubicBezTo>
                    <a:pt x="1415" y="2457"/>
                    <a:pt x="1447" y="2505"/>
                    <a:pt x="1500" y="2558"/>
                  </a:cubicBezTo>
                  <a:cubicBezTo>
                    <a:pt x="1633" y="2744"/>
                    <a:pt x="1782" y="2930"/>
                    <a:pt x="1952" y="3095"/>
                  </a:cubicBezTo>
                  <a:cubicBezTo>
                    <a:pt x="1968" y="3111"/>
                    <a:pt x="1984" y="3148"/>
                    <a:pt x="1984" y="3180"/>
                  </a:cubicBezTo>
                  <a:cubicBezTo>
                    <a:pt x="1984" y="3196"/>
                    <a:pt x="2004" y="3233"/>
                    <a:pt x="2021" y="3249"/>
                  </a:cubicBezTo>
                  <a:lnTo>
                    <a:pt x="2021" y="3265"/>
                  </a:lnTo>
                  <a:lnTo>
                    <a:pt x="2037" y="3265"/>
                  </a:lnTo>
                  <a:lnTo>
                    <a:pt x="2037" y="3233"/>
                  </a:lnTo>
                  <a:cubicBezTo>
                    <a:pt x="2021" y="3212"/>
                    <a:pt x="2021" y="3196"/>
                    <a:pt x="2021" y="3164"/>
                  </a:cubicBezTo>
                  <a:cubicBezTo>
                    <a:pt x="2004" y="3132"/>
                    <a:pt x="2004" y="3095"/>
                    <a:pt x="1968" y="3079"/>
                  </a:cubicBezTo>
                  <a:cubicBezTo>
                    <a:pt x="1802" y="2909"/>
                    <a:pt x="1649" y="2728"/>
                    <a:pt x="1516" y="2542"/>
                  </a:cubicBezTo>
                  <a:cubicBezTo>
                    <a:pt x="1479" y="2489"/>
                    <a:pt x="1431" y="2441"/>
                    <a:pt x="1399" y="2388"/>
                  </a:cubicBezTo>
                  <a:cubicBezTo>
                    <a:pt x="1314" y="2287"/>
                    <a:pt x="1245" y="2202"/>
                    <a:pt x="1176" y="2122"/>
                  </a:cubicBezTo>
                  <a:cubicBezTo>
                    <a:pt x="910" y="1766"/>
                    <a:pt x="639" y="1415"/>
                    <a:pt x="352" y="1075"/>
                  </a:cubicBezTo>
                  <a:cubicBezTo>
                    <a:pt x="118" y="825"/>
                    <a:pt x="33" y="570"/>
                    <a:pt x="65" y="267"/>
                  </a:cubicBezTo>
                  <a:lnTo>
                    <a:pt x="65" y="118"/>
                  </a:lnTo>
                  <a:cubicBezTo>
                    <a:pt x="65" y="65"/>
                    <a:pt x="65" y="33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1F1DB003-D89B-8D6B-0E5F-C92077E1CD1B}"/>
                </a:ext>
              </a:extLst>
            </p:cNvPr>
            <p:cNvSpPr/>
            <p:nvPr/>
          </p:nvSpPr>
          <p:spPr>
            <a:xfrm>
              <a:off x="1794334" y="3321424"/>
              <a:ext cx="6853" cy="63965"/>
            </a:xfrm>
            <a:custGeom>
              <a:avLst/>
              <a:gdLst/>
              <a:ahLst/>
              <a:cxnLst/>
              <a:rect l="l" t="t" r="r" b="b"/>
              <a:pathLst>
                <a:path w="69" h="644" extrusionOk="0">
                  <a:moveTo>
                    <a:pt x="36" y="1"/>
                  </a:moveTo>
                  <a:cubicBezTo>
                    <a:pt x="16" y="102"/>
                    <a:pt x="16" y="203"/>
                    <a:pt x="16" y="288"/>
                  </a:cubicBezTo>
                  <a:lnTo>
                    <a:pt x="16" y="473"/>
                  </a:lnTo>
                  <a:lnTo>
                    <a:pt x="16" y="522"/>
                  </a:lnTo>
                  <a:cubicBezTo>
                    <a:pt x="16" y="558"/>
                    <a:pt x="16" y="591"/>
                    <a:pt x="0" y="607"/>
                  </a:cubicBezTo>
                  <a:cubicBezTo>
                    <a:pt x="0" y="623"/>
                    <a:pt x="0" y="623"/>
                    <a:pt x="16" y="623"/>
                  </a:cubicBezTo>
                  <a:lnTo>
                    <a:pt x="16" y="643"/>
                  </a:lnTo>
                  <a:lnTo>
                    <a:pt x="36" y="623"/>
                  </a:lnTo>
                  <a:cubicBezTo>
                    <a:pt x="53" y="591"/>
                    <a:pt x="53" y="558"/>
                    <a:pt x="53" y="522"/>
                  </a:cubicBezTo>
                  <a:lnTo>
                    <a:pt x="53" y="473"/>
                  </a:lnTo>
                  <a:lnTo>
                    <a:pt x="53" y="288"/>
                  </a:lnTo>
                  <a:cubicBezTo>
                    <a:pt x="53" y="203"/>
                    <a:pt x="36" y="102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E522B752-3FC1-4793-EC8A-AF31A1A49BEE}"/>
                </a:ext>
              </a:extLst>
            </p:cNvPr>
            <p:cNvSpPr/>
            <p:nvPr/>
          </p:nvSpPr>
          <p:spPr>
            <a:xfrm>
              <a:off x="1185969" y="2299866"/>
              <a:ext cx="4966" cy="85618"/>
            </a:xfrm>
            <a:custGeom>
              <a:avLst/>
              <a:gdLst/>
              <a:ahLst/>
              <a:cxnLst/>
              <a:rect l="l" t="t" r="r" b="b"/>
              <a:pathLst>
                <a:path w="50" h="862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76"/>
                    <a:pt x="17" y="829"/>
                    <a:pt x="33" y="861"/>
                  </a:cubicBezTo>
                  <a:lnTo>
                    <a:pt x="49" y="861"/>
                  </a:lnTo>
                  <a:lnTo>
                    <a:pt x="49" y="845"/>
                  </a:lnTo>
                  <a:cubicBezTo>
                    <a:pt x="33" y="809"/>
                    <a:pt x="33" y="776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0">
              <a:extLst>
                <a:ext uri="{FF2B5EF4-FFF2-40B4-BE49-F238E27FC236}">
                  <a16:creationId xmlns:a16="http://schemas.microsoft.com/office/drawing/2014/main" id="{058DE314-EB3E-D8F9-C7F3-4CF3642FFF72}"/>
                </a:ext>
              </a:extLst>
            </p:cNvPr>
            <p:cNvSpPr/>
            <p:nvPr/>
          </p:nvSpPr>
          <p:spPr>
            <a:xfrm>
              <a:off x="1528640" y="1482521"/>
              <a:ext cx="175507" cy="338003"/>
            </a:xfrm>
            <a:custGeom>
              <a:avLst/>
              <a:gdLst/>
              <a:ahLst/>
              <a:cxnLst/>
              <a:rect l="l" t="t" r="r" b="b"/>
              <a:pathLst>
                <a:path w="1767" h="3403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cubicBezTo>
                    <a:pt x="49" y="33"/>
                    <a:pt x="65" y="70"/>
                    <a:pt x="86" y="102"/>
                  </a:cubicBezTo>
                  <a:lnTo>
                    <a:pt x="86" y="118"/>
                  </a:lnTo>
                  <a:cubicBezTo>
                    <a:pt x="267" y="453"/>
                    <a:pt x="437" y="724"/>
                    <a:pt x="591" y="995"/>
                  </a:cubicBezTo>
                  <a:cubicBezTo>
                    <a:pt x="756" y="1261"/>
                    <a:pt x="926" y="1532"/>
                    <a:pt x="1075" y="1787"/>
                  </a:cubicBezTo>
                  <a:cubicBezTo>
                    <a:pt x="1245" y="2090"/>
                    <a:pt x="1431" y="2392"/>
                    <a:pt x="1601" y="2675"/>
                  </a:cubicBezTo>
                  <a:cubicBezTo>
                    <a:pt x="1734" y="2897"/>
                    <a:pt x="1734" y="3116"/>
                    <a:pt x="1681" y="3382"/>
                  </a:cubicBezTo>
                  <a:cubicBezTo>
                    <a:pt x="1665" y="3382"/>
                    <a:pt x="1681" y="3382"/>
                    <a:pt x="1681" y="3402"/>
                  </a:cubicBezTo>
                  <a:cubicBezTo>
                    <a:pt x="1701" y="3402"/>
                    <a:pt x="1701" y="3382"/>
                    <a:pt x="1701" y="3382"/>
                  </a:cubicBezTo>
                  <a:cubicBezTo>
                    <a:pt x="1766" y="3116"/>
                    <a:pt x="1766" y="2897"/>
                    <a:pt x="1633" y="2675"/>
                  </a:cubicBezTo>
                  <a:cubicBezTo>
                    <a:pt x="1447" y="2372"/>
                    <a:pt x="1261" y="2069"/>
                    <a:pt x="1096" y="1766"/>
                  </a:cubicBezTo>
                  <a:cubicBezTo>
                    <a:pt x="942" y="1516"/>
                    <a:pt x="772" y="1245"/>
                    <a:pt x="623" y="979"/>
                  </a:cubicBezTo>
                  <a:cubicBezTo>
                    <a:pt x="453" y="708"/>
                    <a:pt x="304" y="437"/>
                    <a:pt x="118" y="102"/>
                  </a:cubicBezTo>
                  <a:lnTo>
                    <a:pt x="102" y="86"/>
                  </a:lnTo>
                  <a:cubicBezTo>
                    <a:pt x="86" y="49"/>
                    <a:pt x="65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0">
              <a:extLst>
                <a:ext uri="{FF2B5EF4-FFF2-40B4-BE49-F238E27FC236}">
                  <a16:creationId xmlns:a16="http://schemas.microsoft.com/office/drawing/2014/main" id="{1037E686-BA29-B862-E6BF-E9F11C6F196A}"/>
                </a:ext>
              </a:extLst>
            </p:cNvPr>
            <p:cNvSpPr/>
            <p:nvPr/>
          </p:nvSpPr>
          <p:spPr>
            <a:xfrm>
              <a:off x="1381440" y="2383796"/>
              <a:ext cx="5264" cy="91975"/>
            </a:xfrm>
            <a:custGeom>
              <a:avLst/>
              <a:gdLst/>
              <a:ahLst/>
              <a:cxnLst/>
              <a:rect l="l" t="t" r="r" b="b"/>
              <a:pathLst>
                <a:path w="53" h="926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6" y="166"/>
                    <a:pt x="16" y="319"/>
                    <a:pt x="16" y="469"/>
                  </a:cubicBezTo>
                  <a:lnTo>
                    <a:pt x="16" y="756"/>
                  </a:lnTo>
                  <a:lnTo>
                    <a:pt x="16" y="857"/>
                  </a:lnTo>
                  <a:cubicBezTo>
                    <a:pt x="33" y="873"/>
                    <a:pt x="33" y="893"/>
                    <a:pt x="33" y="909"/>
                  </a:cubicBezTo>
                  <a:cubicBezTo>
                    <a:pt x="33" y="925"/>
                    <a:pt x="33" y="925"/>
                    <a:pt x="53" y="925"/>
                  </a:cubicBezTo>
                  <a:lnTo>
                    <a:pt x="53" y="909"/>
                  </a:lnTo>
                  <a:lnTo>
                    <a:pt x="53" y="857"/>
                  </a:lnTo>
                  <a:lnTo>
                    <a:pt x="53" y="756"/>
                  </a:lnTo>
                  <a:cubicBezTo>
                    <a:pt x="33" y="655"/>
                    <a:pt x="33" y="554"/>
                    <a:pt x="53" y="469"/>
                  </a:cubicBezTo>
                  <a:cubicBezTo>
                    <a:pt x="53" y="319"/>
                    <a:pt x="53" y="166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0">
              <a:extLst>
                <a:ext uri="{FF2B5EF4-FFF2-40B4-BE49-F238E27FC236}">
                  <a16:creationId xmlns:a16="http://schemas.microsoft.com/office/drawing/2014/main" id="{15F9CDBD-AE7F-5403-D647-360DDFB2AB52}"/>
                </a:ext>
              </a:extLst>
            </p:cNvPr>
            <p:cNvSpPr/>
            <p:nvPr/>
          </p:nvSpPr>
          <p:spPr>
            <a:xfrm>
              <a:off x="1841216" y="2634492"/>
              <a:ext cx="4966" cy="56715"/>
            </a:xfrm>
            <a:custGeom>
              <a:avLst/>
              <a:gdLst/>
              <a:ahLst/>
              <a:cxnLst/>
              <a:rect l="l" t="t" r="r" b="b"/>
              <a:pathLst>
                <a:path w="50" h="571" extrusionOk="0">
                  <a:moveTo>
                    <a:pt x="17" y="1"/>
                  </a:moveTo>
                  <a:cubicBezTo>
                    <a:pt x="1" y="102"/>
                    <a:pt x="1" y="187"/>
                    <a:pt x="1" y="288"/>
                  </a:cubicBezTo>
                  <a:cubicBezTo>
                    <a:pt x="17" y="369"/>
                    <a:pt x="17" y="453"/>
                    <a:pt x="1" y="554"/>
                  </a:cubicBez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cubicBezTo>
                    <a:pt x="33" y="470"/>
                    <a:pt x="33" y="369"/>
                    <a:pt x="33" y="288"/>
                  </a:cubicBezTo>
                  <a:cubicBezTo>
                    <a:pt x="33" y="187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0">
              <a:extLst>
                <a:ext uri="{FF2B5EF4-FFF2-40B4-BE49-F238E27FC236}">
                  <a16:creationId xmlns:a16="http://schemas.microsoft.com/office/drawing/2014/main" id="{3E683A8D-CF32-CFF2-1A7E-8C1D717072D5}"/>
                </a:ext>
              </a:extLst>
            </p:cNvPr>
            <p:cNvSpPr/>
            <p:nvPr/>
          </p:nvSpPr>
          <p:spPr>
            <a:xfrm>
              <a:off x="1379851" y="2915383"/>
              <a:ext cx="4867" cy="96842"/>
            </a:xfrm>
            <a:custGeom>
              <a:avLst/>
              <a:gdLst/>
              <a:ahLst/>
              <a:cxnLst/>
              <a:rect l="l" t="t" r="r" b="b"/>
              <a:pathLst>
                <a:path w="49" h="975" extrusionOk="0">
                  <a:moveTo>
                    <a:pt x="0" y="1"/>
                  </a:moveTo>
                  <a:cubicBezTo>
                    <a:pt x="16" y="166"/>
                    <a:pt x="0" y="336"/>
                    <a:pt x="0" y="506"/>
                  </a:cubicBezTo>
                  <a:lnTo>
                    <a:pt x="0" y="809"/>
                  </a:lnTo>
                  <a:cubicBezTo>
                    <a:pt x="0" y="841"/>
                    <a:pt x="16" y="873"/>
                    <a:pt x="16" y="910"/>
                  </a:cubicBezTo>
                  <a:lnTo>
                    <a:pt x="16" y="958"/>
                  </a:lnTo>
                  <a:cubicBezTo>
                    <a:pt x="16" y="974"/>
                    <a:pt x="32" y="974"/>
                    <a:pt x="32" y="974"/>
                  </a:cubicBezTo>
                  <a:cubicBezTo>
                    <a:pt x="32" y="974"/>
                    <a:pt x="49" y="974"/>
                    <a:pt x="49" y="958"/>
                  </a:cubicBezTo>
                  <a:cubicBezTo>
                    <a:pt x="49" y="942"/>
                    <a:pt x="49" y="926"/>
                    <a:pt x="32" y="910"/>
                  </a:cubicBezTo>
                  <a:lnTo>
                    <a:pt x="32" y="809"/>
                  </a:lnTo>
                  <a:lnTo>
                    <a:pt x="32" y="506"/>
                  </a:lnTo>
                  <a:cubicBezTo>
                    <a:pt x="32" y="336"/>
                    <a:pt x="32" y="166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0">
              <a:extLst>
                <a:ext uri="{FF2B5EF4-FFF2-40B4-BE49-F238E27FC236}">
                  <a16:creationId xmlns:a16="http://schemas.microsoft.com/office/drawing/2014/main" id="{85CB1ABE-376E-4D18-F9EC-B55D5F01CB08}"/>
                </a:ext>
              </a:extLst>
            </p:cNvPr>
            <p:cNvSpPr/>
            <p:nvPr/>
          </p:nvSpPr>
          <p:spPr>
            <a:xfrm>
              <a:off x="851343" y="2604397"/>
              <a:ext cx="358067" cy="265794"/>
            </a:xfrm>
            <a:custGeom>
              <a:avLst/>
              <a:gdLst/>
              <a:ahLst/>
              <a:cxnLst/>
              <a:rect l="l" t="t" r="r" b="b"/>
              <a:pathLst>
                <a:path w="3605" h="2676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572" y="49"/>
                    <a:pt x="3552" y="66"/>
                    <a:pt x="3503" y="86"/>
                  </a:cubicBezTo>
                  <a:cubicBezTo>
                    <a:pt x="2982" y="304"/>
                    <a:pt x="2441" y="538"/>
                    <a:pt x="1936" y="756"/>
                  </a:cubicBezTo>
                  <a:cubicBezTo>
                    <a:pt x="1617" y="894"/>
                    <a:pt x="1298" y="1027"/>
                    <a:pt x="978" y="1160"/>
                  </a:cubicBezTo>
                  <a:cubicBezTo>
                    <a:pt x="744" y="1277"/>
                    <a:pt x="441" y="1399"/>
                    <a:pt x="138" y="1516"/>
                  </a:cubicBezTo>
                  <a:cubicBezTo>
                    <a:pt x="37" y="1548"/>
                    <a:pt x="1" y="1601"/>
                    <a:pt x="1" y="1702"/>
                  </a:cubicBezTo>
                  <a:lnTo>
                    <a:pt x="1" y="2489"/>
                  </a:lnTo>
                  <a:cubicBezTo>
                    <a:pt x="1" y="2510"/>
                    <a:pt x="1" y="2526"/>
                    <a:pt x="17" y="2558"/>
                  </a:cubicBezTo>
                  <a:cubicBezTo>
                    <a:pt x="17" y="2590"/>
                    <a:pt x="37" y="2627"/>
                    <a:pt x="1" y="2659"/>
                  </a:cubicBezTo>
                  <a:lnTo>
                    <a:pt x="1" y="2675"/>
                  </a:lnTo>
                  <a:lnTo>
                    <a:pt x="37" y="2675"/>
                  </a:lnTo>
                  <a:cubicBezTo>
                    <a:pt x="53" y="2627"/>
                    <a:pt x="53" y="2590"/>
                    <a:pt x="37" y="2542"/>
                  </a:cubicBezTo>
                  <a:cubicBezTo>
                    <a:pt x="37" y="2526"/>
                    <a:pt x="17" y="2510"/>
                    <a:pt x="17" y="2489"/>
                  </a:cubicBezTo>
                  <a:cubicBezTo>
                    <a:pt x="37" y="2239"/>
                    <a:pt x="37" y="1984"/>
                    <a:pt x="37" y="1702"/>
                  </a:cubicBezTo>
                  <a:cubicBezTo>
                    <a:pt x="17" y="1617"/>
                    <a:pt x="53" y="1564"/>
                    <a:pt x="138" y="1532"/>
                  </a:cubicBezTo>
                  <a:cubicBezTo>
                    <a:pt x="457" y="1415"/>
                    <a:pt x="744" y="1298"/>
                    <a:pt x="995" y="1197"/>
                  </a:cubicBezTo>
                  <a:cubicBezTo>
                    <a:pt x="1314" y="1059"/>
                    <a:pt x="1617" y="926"/>
                    <a:pt x="1936" y="793"/>
                  </a:cubicBezTo>
                  <a:cubicBezTo>
                    <a:pt x="2461" y="554"/>
                    <a:pt x="2982" y="336"/>
                    <a:pt x="3503" y="118"/>
                  </a:cubicBezTo>
                  <a:lnTo>
                    <a:pt x="3519" y="102"/>
                  </a:lnTo>
                  <a:cubicBezTo>
                    <a:pt x="3572" y="86"/>
                    <a:pt x="3604" y="66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0">
              <a:extLst>
                <a:ext uri="{FF2B5EF4-FFF2-40B4-BE49-F238E27FC236}">
                  <a16:creationId xmlns:a16="http://schemas.microsoft.com/office/drawing/2014/main" id="{4FC83DF8-7A7F-2D68-581B-A46D6DF7C2FA}"/>
                </a:ext>
              </a:extLst>
            </p:cNvPr>
            <p:cNvSpPr/>
            <p:nvPr/>
          </p:nvSpPr>
          <p:spPr>
            <a:xfrm>
              <a:off x="1615351" y="2475672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0"/>
                  </a:moveTo>
                  <a:lnTo>
                    <a:pt x="21" y="16"/>
                  </a:lnTo>
                  <a:cubicBezTo>
                    <a:pt x="0" y="101"/>
                    <a:pt x="0" y="186"/>
                    <a:pt x="21" y="287"/>
                  </a:cubicBezTo>
                  <a:lnTo>
                    <a:pt x="21" y="453"/>
                  </a:lnTo>
                  <a:lnTo>
                    <a:pt x="21" y="489"/>
                  </a:lnTo>
                  <a:cubicBezTo>
                    <a:pt x="21" y="521"/>
                    <a:pt x="21" y="554"/>
                    <a:pt x="0" y="590"/>
                  </a:cubicBezTo>
                  <a:lnTo>
                    <a:pt x="0" y="606"/>
                  </a:lnTo>
                  <a:lnTo>
                    <a:pt x="21" y="606"/>
                  </a:lnTo>
                  <a:cubicBezTo>
                    <a:pt x="53" y="574"/>
                    <a:pt x="37" y="521"/>
                    <a:pt x="37" y="489"/>
                  </a:cubicBezTo>
                  <a:lnTo>
                    <a:pt x="37" y="453"/>
                  </a:lnTo>
                  <a:lnTo>
                    <a:pt x="37" y="287"/>
                  </a:lnTo>
                  <a:cubicBezTo>
                    <a:pt x="37" y="202"/>
                    <a:pt x="37" y="101"/>
                    <a:pt x="53" y="16"/>
                  </a:cubicBezTo>
                  <a:cubicBezTo>
                    <a:pt x="53" y="16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0">
              <a:extLst>
                <a:ext uri="{FF2B5EF4-FFF2-40B4-BE49-F238E27FC236}">
                  <a16:creationId xmlns:a16="http://schemas.microsoft.com/office/drawing/2014/main" id="{3ABA74B9-1EAB-0C3A-A332-DC50E21D5599}"/>
                </a:ext>
              </a:extLst>
            </p:cNvPr>
            <p:cNvSpPr/>
            <p:nvPr/>
          </p:nvSpPr>
          <p:spPr>
            <a:xfrm>
              <a:off x="1859690" y="3393236"/>
              <a:ext cx="4867" cy="63965"/>
            </a:xfrm>
            <a:custGeom>
              <a:avLst/>
              <a:gdLst/>
              <a:ahLst/>
              <a:cxnLst/>
              <a:rect l="l" t="t" r="r" b="b"/>
              <a:pathLst>
                <a:path w="49" h="644" extrusionOk="0">
                  <a:moveTo>
                    <a:pt x="33" y="1"/>
                  </a:moveTo>
                  <a:lnTo>
                    <a:pt x="33" y="21"/>
                  </a:lnTo>
                  <a:cubicBezTo>
                    <a:pt x="1" y="122"/>
                    <a:pt x="17" y="203"/>
                    <a:pt x="17" y="304"/>
                  </a:cubicBezTo>
                  <a:lnTo>
                    <a:pt x="17" y="474"/>
                  </a:lnTo>
                  <a:lnTo>
                    <a:pt x="17" y="526"/>
                  </a:lnTo>
                  <a:cubicBezTo>
                    <a:pt x="17" y="558"/>
                    <a:pt x="17" y="591"/>
                    <a:pt x="1" y="627"/>
                  </a:cubicBezTo>
                  <a:lnTo>
                    <a:pt x="1" y="643"/>
                  </a:lnTo>
                  <a:lnTo>
                    <a:pt x="17" y="643"/>
                  </a:lnTo>
                  <a:lnTo>
                    <a:pt x="17" y="627"/>
                  </a:lnTo>
                  <a:cubicBezTo>
                    <a:pt x="33" y="591"/>
                    <a:pt x="33" y="558"/>
                    <a:pt x="33" y="526"/>
                  </a:cubicBezTo>
                  <a:lnTo>
                    <a:pt x="33" y="474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0">
              <a:extLst>
                <a:ext uri="{FF2B5EF4-FFF2-40B4-BE49-F238E27FC236}">
                  <a16:creationId xmlns:a16="http://schemas.microsoft.com/office/drawing/2014/main" id="{0E20AC8B-2E13-A13C-2137-16C66730A391}"/>
                </a:ext>
              </a:extLst>
            </p:cNvPr>
            <p:cNvSpPr/>
            <p:nvPr/>
          </p:nvSpPr>
          <p:spPr>
            <a:xfrm>
              <a:off x="1521886" y="3197864"/>
              <a:ext cx="197458" cy="279401"/>
            </a:xfrm>
            <a:custGeom>
              <a:avLst/>
              <a:gdLst/>
              <a:ahLst/>
              <a:cxnLst/>
              <a:rect l="l" t="t" r="r" b="b"/>
              <a:pathLst>
                <a:path w="1988" h="2813" extrusionOk="0">
                  <a:moveTo>
                    <a:pt x="32" y="1"/>
                  </a:moveTo>
                  <a:cubicBezTo>
                    <a:pt x="32" y="1"/>
                    <a:pt x="16" y="1"/>
                    <a:pt x="16" y="17"/>
                  </a:cubicBezTo>
                  <a:cubicBezTo>
                    <a:pt x="0" y="186"/>
                    <a:pt x="0" y="372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26"/>
                    <a:pt x="69" y="958"/>
                  </a:cubicBezTo>
                  <a:lnTo>
                    <a:pt x="85" y="978"/>
                  </a:lnTo>
                  <a:cubicBezTo>
                    <a:pt x="590" y="1447"/>
                    <a:pt x="1111" y="1936"/>
                    <a:pt x="1616" y="2424"/>
                  </a:cubicBezTo>
                  <a:cubicBezTo>
                    <a:pt x="1632" y="2441"/>
                    <a:pt x="1669" y="2473"/>
                    <a:pt x="1685" y="2493"/>
                  </a:cubicBezTo>
                  <a:cubicBezTo>
                    <a:pt x="1733" y="2542"/>
                    <a:pt x="1786" y="2594"/>
                    <a:pt x="1834" y="2626"/>
                  </a:cubicBezTo>
                  <a:cubicBezTo>
                    <a:pt x="1887" y="2675"/>
                    <a:pt x="1935" y="2727"/>
                    <a:pt x="1951" y="2796"/>
                  </a:cubicBezTo>
                  <a:lnTo>
                    <a:pt x="1971" y="2812"/>
                  </a:lnTo>
                  <a:lnTo>
                    <a:pt x="1988" y="2796"/>
                  </a:lnTo>
                  <a:cubicBezTo>
                    <a:pt x="1951" y="2711"/>
                    <a:pt x="1919" y="2659"/>
                    <a:pt x="1850" y="2610"/>
                  </a:cubicBezTo>
                  <a:cubicBezTo>
                    <a:pt x="1802" y="2558"/>
                    <a:pt x="1749" y="2509"/>
                    <a:pt x="1701" y="2473"/>
                  </a:cubicBezTo>
                  <a:cubicBezTo>
                    <a:pt x="1685" y="2441"/>
                    <a:pt x="1648" y="2424"/>
                    <a:pt x="1632" y="2408"/>
                  </a:cubicBezTo>
                  <a:cubicBezTo>
                    <a:pt x="1127" y="1919"/>
                    <a:pt x="606" y="1431"/>
                    <a:pt x="101" y="942"/>
                  </a:cubicBezTo>
                  <a:lnTo>
                    <a:pt x="85" y="942"/>
                  </a:lnTo>
                  <a:cubicBezTo>
                    <a:pt x="69" y="910"/>
                    <a:pt x="32" y="893"/>
                    <a:pt x="32" y="857"/>
                  </a:cubicBezTo>
                  <a:lnTo>
                    <a:pt x="32" y="538"/>
                  </a:lnTo>
                  <a:cubicBezTo>
                    <a:pt x="32" y="372"/>
                    <a:pt x="32" y="186"/>
                    <a:pt x="53" y="17"/>
                  </a:cubicBezTo>
                  <a:cubicBezTo>
                    <a:pt x="53" y="1"/>
                    <a:pt x="53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0">
              <a:extLst>
                <a:ext uri="{FF2B5EF4-FFF2-40B4-BE49-F238E27FC236}">
                  <a16:creationId xmlns:a16="http://schemas.microsoft.com/office/drawing/2014/main" id="{6E9BE9B1-F190-0F52-F586-9E6937B92B62}"/>
                </a:ext>
              </a:extLst>
            </p:cNvPr>
            <p:cNvSpPr/>
            <p:nvPr/>
          </p:nvSpPr>
          <p:spPr>
            <a:xfrm>
              <a:off x="1737719" y="2749709"/>
              <a:ext cx="172230" cy="316251"/>
            </a:xfrm>
            <a:custGeom>
              <a:avLst/>
              <a:gdLst/>
              <a:ahLst/>
              <a:cxnLst/>
              <a:rect l="l" t="t" r="r" b="b"/>
              <a:pathLst>
                <a:path w="1734" h="3184" extrusionOk="0">
                  <a:moveTo>
                    <a:pt x="17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7" y="138"/>
                    <a:pt x="81" y="218"/>
                    <a:pt x="166" y="303"/>
                  </a:cubicBezTo>
                  <a:cubicBezTo>
                    <a:pt x="182" y="319"/>
                    <a:pt x="202" y="356"/>
                    <a:pt x="219" y="372"/>
                  </a:cubicBezTo>
                  <a:cubicBezTo>
                    <a:pt x="453" y="675"/>
                    <a:pt x="687" y="962"/>
                    <a:pt x="909" y="1265"/>
                  </a:cubicBezTo>
                  <a:lnTo>
                    <a:pt x="1229" y="1669"/>
                  </a:lnTo>
                  <a:cubicBezTo>
                    <a:pt x="1277" y="1717"/>
                    <a:pt x="1313" y="1786"/>
                    <a:pt x="1362" y="1834"/>
                  </a:cubicBezTo>
                  <a:cubicBezTo>
                    <a:pt x="1447" y="1955"/>
                    <a:pt x="1532" y="2056"/>
                    <a:pt x="1616" y="2174"/>
                  </a:cubicBezTo>
                  <a:cubicBezTo>
                    <a:pt x="1697" y="2275"/>
                    <a:pt x="1681" y="2376"/>
                    <a:pt x="1681" y="2493"/>
                  </a:cubicBezTo>
                  <a:cubicBezTo>
                    <a:pt x="1681" y="2561"/>
                    <a:pt x="1665" y="2610"/>
                    <a:pt x="1681" y="2679"/>
                  </a:cubicBezTo>
                  <a:cubicBezTo>
                    <a:pt x="1697" y="2844"/>
                    <a:pt x="1717" y="3014"/>
                    <a:pt x="1649" y="3167"/>
                  </a:cubicBezTo>
                  <a:lnTo>
                    <a:pt x="1649" y="3184"/>
                  </a:lnTo>
                  <a:lnTo>
                    <a:pt x="1665" y="3184"/>
                  </a:lnTo>
                  <a:cubicBezTo>
                    <a:pt x="1733" y="3014"/>
                    <a:pt x="1733" y="2844"/>
                    <a:pt x="1697" y="2679"/>
                  </a:cubicBezTo>
                  <a:lnTo>
                    <a:pt x="1697" y="2493"/>
                  </a:lnTo>
                  <a:cubicBezTo>
                    <a:pt x="1717" y="2376"/>
                    <a:pt x="1717" y="2258"/>
                    <a:pt x="1649" y="2157"/>
                  </a:cubicBezTo>
                  <a:cubicBezTo>
                    <a:pt x="1564" y="2036"/>
                    <a:pt x="1463" y="1935"/>
                    <a:pt x="1378" y="1818"/>
                  </a:cubicBezTo>
                  <a:cubicBezTo>
                    <a:pt x="1346" y="1770"/>
                    <a:pt x="1293" y="1701"/>
                    <a:pt x="1245" y="1653"/>
                  </a:cubicBezTo>
                  <a:lnTo>
                    <a:pt x="942" y="1249"/>
                  </a:lnTo>
                  <a:cubicBezTo>
                    <a:pt x="707" y="962"/>
                    <a:pt x="469" y="659"/>
                    <a:pt x="235" y="356"/>
                  </a:cubicBezTo>
                  <a:cubicBezTo>
                    <a:pt x="219" y="340"/>
                    <a:pt x="202" y="303"/>
                    <a:pt x="182" y="287"/>
                  </a:cubicBezTo>
                  <a:cubicBezTo>
                    <a:pt x="118" y="202"/>
                    <a:pt x="33" y="11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0">
              <a:extLst>
                <a:ext uri="{FF2B5EF4-FFF2-40B4-BE49-F238E27FC236}">
                  <a16:creationId xmlns:a16="http://schemas.microsoft.com/office/drawing/2014/main" id="{03BB73C3-AD8D-FC89-FAB9-9AF33452C399}"/>
                </a:ext>
              </a:extLst>
            </p:cNvPr>
            <p:cNvSpPr/>
            <p:nvPr/>
          </p:nvSpPr>
          <p:spPr>
            <a:xfrm>
              <a:off x="1765828" y="3289044"/>
              <a:ext cx="5264" cy="67839"/>
            </a:xfrm>
            <a:custGeom>
              <a:avLst/>
              <a:gdLst/>
              <a:ahLst/>
              <a:cxnLst/>
              <a:rect l="l" t="t" r="r" b="b"/>
              <a:pathLst>
                <a:path w="53" h="683" extrusionOk="0">
                  <a:moveTo>
                    <a:pt x="32" y="1"/>
                  </a:moveTo>
                  <a:cubicBezTo>
                    <a:pt x="28" y="1"/>
                    <a:pt x="20" y="8"/>
                    <a:pt x="20" y="8"/>
                  </a:cubicBezTo>
                  <a:cubicBezTo>
                    <a:pt x="0" y="109"/>
                    <a:pt x="0" y="226"/>
                    <a:pt x="20" y="327"/>
                  </a:cubicBezTo>
                  <a:cubicBezTo>
                    <a:pt x="20" y="395"/>
                    <a:pt x="20" y="464"/>
                    <a:pt x="0" y="529"/>
                  </a:cubicBezTo>
                  <a:cubicBezTo>
                    <a:pt x="0" y="545"/>
                    <a:pt x="0" y="565"/>
                    <a:pt x="20" y="565"/>
                  </a:cubicBezTo>
                  <a:cubicBezTo>
                    <a:pt x="20" y="597"/>
                    <a:pt x="20" y="630"/>
                    <a:pt x="0" y="646"/>
                  </a:cubicBezTo>
                  <a:lnTo>
                    <a:pt x="0" y="682"/>
                  </a:lnTo>
                  <a:lnTo>
                    <a:pt x="20" y="682"/>
                  </a:lnTo>
                  <a:lnTo>
                    <a:pt x="20" y="666"/>
                  </a:lnTo>
                  <a:cubicBezTo>
                    <a:pt x="37" y="630"/>
                    <a:pt x="37" y="597"/>
                    <a:pt x="37" y="565"/>
                  </a:cubicBezTo>
                  <a:lnTo>
                    <a:pt x="37" y="529"/>
                  </a:lnTo>
                  <a:lnTo>
                    <a:pt x="37" y="327"/>
                  </a:lnTo>
                  <a:cubicBezTo>
                    <a:pt x="37" y="226"/>
                    <a:pt x="37" y="125"/>
                    <a:pt x="53" y="8"/>
                  </a:cubicBezTo>
                  <a:lnTo>
                    <a:pt x="37" y="8"/>
                  </a:lnTo>
                  <a:cubicBezTo>
                    <a:pt x="37" y="2"/>
                    <a:pt x="35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0">
              <a:extLst>
                <a:ext uri="{FF2B5EF4-FFF2-40B4-BE49-F238E27FC236}">
                  <a16:creationId xmlns:a16="http://schemas.microsoft.com/office/drawing/2014/main" id="{2DFBB2E8-585C-3703-0E46-1F99A5B3D561}"/>
                </a:ext>
              </a:extLst>
            </p:cNvPr>
            <p:cNvSpPr/>
            <p:nvPr/>
          </p:nvSpPr>
          <p:spPr>
            <a:xfrm>
              <a:off x="1861279" y="2666276"/>
              <a:ext cx="6953" cy="51848"/>
            </a:xfrm>
            <a:custGeom>
              <a:avLst/>
              <a:gdLst/>
              <a:ahLst/>
              <a:cxnLst/>
              <a:rect l="l" t="t" r="r" b="b"/>
              <a:pathLst>
                <a:path w="70" h="522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01"/>
                    <a:pt x="17" y="186"/>
                    <a:pt x="17" y="250"/>
                  </a:cubicBezTo>
                  <a:cubicBezTo>
                    <a:pt x="17" y="335"/>
                    <a:pt x="33" y="420"/>
                    <a:pt x="17" y="505"/>
                  </a:cubicBezTo>
                  <a:cubicBezTo>
                    <a:pt x="1" y="505"/>
                    <a:pt x="17" y="505"/>
                    <a:pt x="17" y="521"/>
                  </a:cubicBezTo>
                  <a:lnTo>
                    <a:pt x="33" y="505"/>
                  </a:lnTo>
                  <a:cubicBezTo>
                    <a:pt x="49" y="420"/>
                    <a:pt x="49" y="335"/>
                    <a:pt x="49" y="250"/>
                  </a:cubicBezTo>
                  <a:cubicBezTo>
                    <a:pt x="49" y="186"/>
                    <a:pt x="49" y="101"/>
                    <a:pt x="69" y="16"/>
                  </a:cubicBezTo>
                  <a:cubicBezTo>
                    <a:pt x="69" y="16"/>
                    <a:pt x="69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0">
              <a:extLst>
                <a:ext uri="{FF2B5EF4-FFF2-40B4-BE49-F238E27FC236}">
                  <a16:creationId xmlns:a16="http://schemas.microsoft.com/office/drawing/2014/main" id="{8B9C42F7-9BAF-B016-B717-A34A1CA14E2D}"/>
                </a:ext>
              </a:extLst>
            </p:cNvPr>
            <p:cNvSpPr/>
            <p:nvPr/>
          </p:nvSpPr>
          <p:spPr>
            <a:xfrm>
              <a:off x="852932" y="1711664"/>
              <a:ext cx="359656" cy="334328"/>
            </a:xfrm>
            <a:custGeom>
              <a:avLst/>
              <a:gdLst/>
              <a:ahLst/>
              <a:cxnLst/>
              <a:rect l="l" t="t" r="r" b="b"/>
              <a:pathLst>
                <a:path w="3621" h="3366" extrusionOk="0">
                  <a:moveTo>
                    <a:pt x="3604" y="1"/>
                  </a:moveTo>
                  <a:cubicBezTo>
                    <a:pt x="3588" y="1"/>
                    <a:pt x="3588" y="17"/>
                    <a:pt x="3588" y="33"/>
                  </a:cubicBezTo>
                  <a:cubicBezTo>
                    <a:pt x="3572" y="49"/>
                    <a:pt x="3572" y="49"/>
                    <a:pt x="3556" y="65"/>
                  </a:cubicBezTo>
                  <a:cubicBezTo>
                    <a:pt x="2461" y="655"/>
                    <a:pt x="1467" y="1176"/>
                    <a:pt x="526" y="1701"/>
                  </a:cubicBezTo>
                  <a:cubicBezTo>
                    <a:pt x="490" y="1718"/>
                    <a:pt x="441" y="1750"/>
                    <a:pt x="405" y="1766"/>
                  </a:cubicBezTo>
                  <a:cubicBezTo>
                    <a:pt x="304" y="1819"/>
                    <a:pt x="203" y="1867"/>
                    <a:pt x="102" y="1936"/>
                  </a:cubicBezTo>
                  <a:cubicBezTo>
                    <a:pt x="37" y="1968"/>
                    <a:pt x="21" y="2004"/>
                    <a:pt x="21" y="2069"/>
                  </a:cubicBezTo>
                  <a:lnTo>
                    <a:pt x="21" y="2558"/>
                  </a:lnTo>
                  <a:cubicBezTo>
                    <a:pt x="21" y="2792"/>
                    <a:pt x="1" y="3047"/>
                    <a:pt x="21" y="3281"/>
                  </a:cubicBezTo>
                  <a:lnTo>
                    <a:pt x="21" y="3333"/>
                  </a:lnTo>
                  <a:cubicBezTo>
                    <a:pt x="1" y="3333"/>
                    <a:pt x="1" y="3350"/>
                    <a:pt x="1" y="3350"/>
                  </a:cubicBezTo>
                  <a:lnTo>
                    <a:pt x="1" y="3366"/>
                  </a:lnTo>
                  <a:lnTo>
                    <a:pt x="21" y="3366"/>
                  </a:lnTo>
                  <a:cubicBezTo>
                    <a:pt x="37" y="3350"/>
                    <a:pt x="37" y="3350"/>
                    <a:pt x="37" y="3333"/>
                  </a:cubicBezTo>
                  <a:cubicBezTo>
                    <a:pt x="54" y="3317"/>
                    <a:pt x="54" y="3297"/>
                    <a:pt x="54" y="3281"/>
                  </a:cubicBezTo>
                  <a:cubicBezTo>
                    <a:pt x="37" y="3047"/>
                    <a:pt x="37" y="2792"/>
                    <a:pt x="37" y="2558"/>
                  </a:cubicBezTo>
                  <a:lnTo>
                    <a:pt x="37" y="2069"/>
                  </a:lnTo>
                  <a:cubicBezTo>
                    <a:pt x="37" y="2020"/>
                    <a:pt x="54" y="1984"/>
                    <a:pt x="122" y="1952"/>
                  </a:cubicBezTo>
                  <a:cubicBezTo>
                    <a:pt x="203" y="1903"/>
                    <a:pt x="324" y="1835"/>
                    <a:pt x="425" y="1782"/>
                  </a:cubicBezTo>
                  <a:cubicBezTo>
                    <a:pt x="457" y="1766"/>
                    <a:pt x="490" y="1750"/>
                    <a:pt x="542" y="1718"/>
                  </a:cubicBezTo>
                  <a:cubicBezTo>
                    <a:pt x="1467" y="1213"/>
                    <a:pt x="2461" y="671"/>
                    <a:pt x="3556" y="85"/>
                  </a:cubicBezTo>
                  <a:cubicBezTo>
                    <a:pt x="3588" y="65"/>
                    <a:pt x="3604" y="49"/>
                    <a:pt x="3604" y="33"/>
                  </a:cubicBezTo>
                  <a:cubicBezTo>
                    <a:pt x="3604" y="33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0">
              <a:extLst>
                <a:ext uri="{FF2B5EF4-FFF2-40B4-BE49-F238E27FC236}">
                  <a16:creationId xmlns:a16="http://schemas.microsoft.com/office/drawing/2014/main" id="{7ACFB24D-55C6-72BE-0907-426E6F0AB6D7}"/>
                </a:ext>
              </a:extLst>
            </p:cNvPr>
            <p:cNvSpPr/>
            <p:nvPr/>
          </p:nvSpPr>
          <p:spPr>
            <a:xfrm>
              <a:off x="794827" y="215147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6"/>
                    <a:pt x="16" y="319"/>
                    <a:pt x="0" y="485"/>
                  </a:cubicBezTo>
                  <a:lnTo>
                    <a:pt x="0" y="772"/>
                  </a:lnTo>
                  <a:lnTo>
                    <a:pt x="0" y="808"/>
                  </a:lnTo>
                  <a:cubicBezTo>
                    <a:pt x="0" y="840"/>
                    <a:pt x="0" y="889"/>
                    <a:pt x="16" y="925"/>
                  </a:cubicBezTo>
                  <a:lnTo>
                    <a:pt x="33" y="925"/>
                  </a:lnTo>
                  <a:cubicBezTo>
                    <a:pt x="49" y="925"/>
                    <a:pt x="49" y="925"/>
                    <a:pt x="49" y="909"/>
                  </a:cubicBezTo>
                  <a:cubicBezTo>
                    <a:pt x="33" y="873"/>
                    <a:pt x="33" y="840"/>
                    <a:pt x="33" y="808"/>
                  </a:cubicBezTo>
                  <a:lnTo>
                    <a:pt x="33" y="772"/>
                  </a:lnTo>
                  <a:lnTo>
                    <a:pt x="33" y="485"/>
                  </a:lnTo>
                  <a:cubicBezTo>
                    <a:pt x="33" y="319"/>
                    <a:pt x="33" y="166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0">
              <a:extLst>
                <a:ext uri="{FF2B5EF4-FFF2-40B4-BE49-F238E27FC236}">
                  <a16:creationId xmlns:a16="http://schemas.microsoft.com/office/drawing/2014/main" id="{EAFA0673-E87B-E9D6-831C-1F4A71ED90B5}"/>
                </a:ext>
              </a:extLst>
            </p:cNvPr>
            <p:cNvSpPr/>
            <p:nvPr/>
          </p:nvSpPr>
          <p:spPr>
            <a:xfrm>
              <a:off x="751024" y="2336815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0"/>
                    <a:pt x="17" y="303"/>
                    <a:pt x="17" y="437"/>
                  </a:cubicBezTo>
                  <a:lnTo>
                    <a:pt x="17" y="691"/>
                  </a:lnTo>
                  <a:lnTo>
                    <a:pt x="17" y="808"/>
                  </a:lnTo>
                  <a:lnTo>
                    <a:pt x="17" y="861"/>
                  </a:lnTo>
                  <a:lnTo>
                    <a:pt x="17" y="877"/>
                  </a:lnTo>
                  <a:cubicBezTo>
                    <a:pt x="37" y="877"/>
                    <a:pt x="37" y="861"/>
                    <a:pt x="37" y="861"/>
                  </a:cubicBezTo>
                  <a:lnTo>
                    <a:pt x="37" y="808"/>
                  </a:lnTo>
                  <a:lnTo>
                    <a:pt x="37" y="691"/>
                  </a:lnTo>
                  <a:lnTo>
                    <a:pt x="37" y="437"/>
                  </a:lnTo>
                  <a:cubicBezTo>
                    <a:pt x="37" y="303"/>
                    <a:pt x="53" y="154"/>
                    <a:pt x="17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0">
              <a:extLst>
                <a:ext uri="{FF2B5EF4-FFF2-40B4-BE49-F238E27FC236}">
                  <a16:creationId xmlns:a16="http://schemas.microsoft.com/office/drawing/2014/main" id="{73A361DA-85AD-308C-DE36-2F321E2E2778}"/>
                </a:ext>
              </a:extLst>
            </p:cNvPr>
            <p:cNvSpPr/>
            <p:nvPr/>
          </p:nvSpPr>
          <p:spPr>
            <a:xfrm>
              <a:off x="1944712" y="2636181"/>
              <a:ext cx="6953" cy="57013"/>
            </a:xfrm>
            <a:custGeom>
              <a:avLst/>
              <a:gdLst/>
              <a:ahLst/>
              <a:cxnLst/>
              <a:rect l="l" t="t" r="r" b="b"/>
              <a:pathLst>
                <a:path w="70" h="574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01"/>
                    <a:pt x="17" y="202"/>
                    <a:pt x="17" y="287"/>
                  </a:cubicBezTo>
                  <a:cubicBezTo>
                    <a:pt x="17" y="388"/>
                    <a:pt x="17" y="473"/>
                    <a:pt x="1" y="553"/>
                  </a:cubicBezTo>
                  <a:cubicBezTo>
                    <a:pt x="1" y="574"/>
                    <a:pt x="1" y="574"/>
                    <a:pt x="17" y="574"/>
                  </a:cubicBezTo>
                  <a:lnTo>
                    <a:pt x="37" y="574"/>
                  </a:lnTo>
                  <a:cubicBezTo>
                    <a:pt x="53" y="473"/>
                    <a:pt x="53" y="388"/>
                    <a:pt x="53" y="287"/>
                  </a:cubicBezTo>
                  <a:cubicBezTo>
                    <a:pt x="37" y="202"/>
                    <a:pt x="37" y="117"/>
                    <a:pt x="53" y="16"/>
                  </a:cubicBezTo>
                  <a:cubicBezTo>
                    <a:pt x="70" y="16"/>
                    <a:pt x="53" y="16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0">
              <a:extLst>
                <a:ext uri="{FF2B5EF4-FFF2-40B4-BE49-F238E27FC236}">
                  <a16:creationId xmlns:a16="http://schemas.microsoft.com/office/drawing/2014/main" id="{A542F8B9-2F30-84DF-584C-D989D43A490D}"/>
                </a:ext>
              </a:extLst>
            </p:cNvPr>
            <p:cNvSpPr/>
            <p:nvPr/>
          </p:nvSpPr>
          <p:spPr>
            <a:xfrm>
              <a:off x="1416701" y="2831553"/>
              <a:ext cx="85221" cy="92372"/>
            </a:xfrm>
            <a:custGeom>
              <a:avLst/>
              <a:gdLst/>
              <a:ahLst/>
              <a:cxnLst/>
              <a:rect l="l" t="t" r="r" b="b"/>
              <a:pathLst>
                <a:path w="858" h="930" extrusionOk="0">
                  <a:moveTo>
                    <a:pt x="17" y="0"/>
                  </a:moveTo>
                  <a:cubicBezTo>
                    <a:pt x="1" y="0"/>
                    <a:pt x="1" y="0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65" y="53"/>
                    <a:pt x="102" y="69"/>
                  </a:cubicBezTo>
                  <a:cubicBezTo>
                    <a:pt x="102" y="69"/>
                    <a:pt x="102" y="85"/>
                    <a:pt x="118" y="85"/>
                  </a:cubicBezTo>
                  <a:cubicBezTo>
                    <a:pt x="251" y="223"/>
                    <a:pt x="384" y="372"/>
                    <a:pt x="506" y="526"/>
                  </a:cubicBezTo>
                  <a:lnTo>
                    <a:pt x="522" y="542"/>
                  </a:lnTo>
                  <a:lnTo>
                    <a:pt x="623" y="643"/>
                  </a:lnTo>
                  <a:cubicBezTo>
                    <a:pt x="708" y="728"/>
                    <a:pt x="788" y="808"/>
                    <a:pt x="825" y="930"/>
                  </a:cubicBezTo>
                  <a:lnTo>
                    <a:pt x="841" y="930"/>
                  </a:lnTo>
                  <a:cubicBezTo>
                    <a:pt x="841" y="930"/>
                    <a:pt x="857" y="930"/>
                    <a:pt x="857" y="909"/>
                  </a:cubicBezTo>
                  <a:cubicBezTo>
                    <a:pt x="825" y="792"/>
                    <a:pt x="724" y="707"/>
                    <a:pt x="639" y="627"/>
                  </a:cubicBezTo>
                  <a:cubicBezTo>
                    <a:pt x="607" y="590"/>
                    <a:pt x="570" y="558"/>
                    <a:pt x="538" y="526"/>
                  </a:cubicBezTo>
                  <a:lnTo>
                    <a:pt x="538" y="505"/>
                  </a:lnTo>
                  <a:cubicBezTo>
                    <a:pt x="405" y="356"/>
                    <a:pt x="267" y="202"/>
                    <a:pt x="134" y="69"/>
                  </a:cubicBezTo>
                  <a:cubicBezTo>
                    <a:pt x="118" y="69"/>
                    <a:pt x="118" y="53"/>
                    <a:pt x="118" y="53"/>
                  </a:cubicBezTo>
                  <a:cubicBezTo>
                    <a:pt x="82" y="21"/>
                    <a:pt x="65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0">
              <a:extLst>
                <a:ext uri="{FF2B5EF4-FFF2-40B4-BE49-F238E27FC236}">
                  <a16:creationId xmlns:a16="http://schemas.microsoft.com/office/drawing/2014/main" id="{E9CFB355-D952-C6EE-ECE6-65AE74C9E702}"/>
                </a:ext>
              </a:extLst>
            </p:cNvPr>
            <p:cNvSpPr/>
            <p:nvPr/>
          </p:nvSpPr>
          <p:spPr>
            <a:xfrm>
              <a:off x="1336446" y="2930282"/>
              <a:ext cx="4966" cy="98729"/>
            </a:xfrm>
            <a:custGeom>
              <a:avLst/>
              <a:gdLst/>
              <a:ahLst/>
              <a:cxnLst/>
              <a:rect l="l" t="t" r="r" b="b"/>
              <a:pathLst>
                <a:path w="50" h="99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37"/>
                    <a:pt x="17" y="255"/>
                    <a:pt x="17" y="372"/>
                  </a:cubicBezTo>
                  <a:lnTo>
                    <a:pt x="17" y="558"/>
                  </a:lnTo>
                  <a:lnTo>
                    <a:pt x="17" y="844"/>
                  </a:lnTo>
                  <a:lnTo>
                    <a:pt x="17" y="978"/>
                  </a:lnTo>
                  <a:lnTo>
                    <a:pt x="17" y="994"/>
                  </a:lnTo>
                  <a:cubicBezTo>
                    <a:pt x="33" y="994"/>
                    <a:pt x="33" y="978"/>
                    <a:pt x="33" y="978"/>
                  </a:cubicBezTo>
                  <a:lnTo>
                    <a:pt x="33" y="844"/>
                  </a:lnTo>
                  <a:lnTo>
                    <a:pt x="33" y="558"/>
                  </a:lnTo>
                  <a:lnTo>
                    <a:pt x="33" y="372"/>
                  </a:lnTo>
                  <a:cubicBezTo>
                    <a:pt x="33" y="255"/>
                    <a:pt x="49" y="13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0">
              <a:extLst>
                <a:ext uri="{FF2B5EF4-FFF2-40B4-BE49-F238E27FC236}">
                  <a16:creationId xmlns:a16="http://schemas.microsoft.com/office/drawing/2014/main" id="{050EE5F7-AF2C-9A90-1673-EF8B68C302F4}"/>
                </a:ext>
              </a:extLst>
            </p:cNvPr>
            <p:cNvSpPr/>
            <p:nvPr/>
          </p:nvSpPr>
          <p:spPr>
            <a:xfrm>
              <a:off x="1815987" y="2443987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287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37"/>
                    <a:pt x="20" y="570"/>
                    <a:pt x="0" y="606"/>
                  </a:cubicBezTo>
                  <a:lnTo>
                    <a:pt x="20" y="622"/>
                  </a:lnTo>
                  <a:lnTo>
                    <a:pt x="37" y="606"/>
                  </a:lnTo>
                  <a:cubicBezTo>
                    <a:pt x="53" y="570"/>
                    <a:pt x="53" y="537"/>
                    <a:pt x="53" y="505"/>
                  </a:cubicBezTo>
                  <a:lnTo>
                    <a:pt x="53" y="469"/>
                  </a:lnTo>
                  <a:lnTo>
                    <a:pt x="53" y="287"/>
                  </a:lnTo>
                  <a:cubicBezTo>
                    <a:pt x="37" y="202"/>
                    <a:pt x="37" y="10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0">
              <a:extLst>
                <a:ext uri="{FF2B5EF4-FFF2-40B4-BE49-F238E27FC236}">
                  <a16:creationId xmlns:a16="http://schemas.microsoft.com/office/drawing/2014/main" id="{FA0C665A-4BB2-07DD-7D61-43DA4A424C3B}"/>
                </a:ext>
              </a:extLst>
            </p:cNvPr>
            <p:cNvSpPr/>
            <p:nvPr/>
          </p:nvSpPr>
          <p:spPr>
            <a:xfrm>
              <a:off x="1336446" y="275328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cubicBezTo>
                    <a:pt x="17" y="522"/>
                    <a:pt x="1" y="607"/>
                    <a:pt x="17" y="687"/>
                  </a:cubicBezTo>
                  <a:lnTo>
                    <a:pt x="17" y="756"/>
                  </a:lnTo>
                  <a:cubicBezTo>
                    <a:pt x="17" y="809"/>
                    <a:pt x="1" y="857"/>
                    <a:pt x="33" y="910"/>
                  </a:cubicBezTo>
                  <a:lnTo>
                    <a:pt x="33" y="926"/>
                  </a:lnTo>
                  <a:lnTo>
                    <a:pt x="49" y="926"/>
                  </a:lnTo>
                  <a:lnTo>
                    <a:pt x="49" y="910"/>
                  </a:lnTo>
                  <a:cubicBezTo>
                    <a:pt x="33" y="857"/>
                    <a:pt x="33" y="809"/>
                    <a:pt x="33" y="756"/>
                  </a:cubicBezTo>
                  <a:lnTo>
                    <a:pt x="33" y="687"/>
                  </a:lnTo>
                  <a:lnTo>
                    <a:pt x="33" y="437"/>
                  </a:lnTo>
                  <a:cubicBezTo>
                    <a:pt x="33" y="304"/>
                    <a:pt x="49" y="150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0">
              <a:extLst>
                <a:ext uri="{FF2B5EF4-FFF2-40B4-BE49-F238E27FC236}">
                  <a16:creationId xmlns:a16="http://schemas.microsoft.com/office/drawing/2014/main" id="{AE6B051D-8E83-B140-7877-454161C1ED78}"/>
                </a:ext>
              </a:extLst>
            </p:cNvPr>
            <p:cNvSpPr/>
            <p:nvPr/>
          </p:nvSpPr>
          <p:spPr>
            <a:xfrm>
              <a:off x="852932" y="1203318"/>
              <a:ext cx="359656" cy="324296"/>
            </a:xfrm>
            <a:custGeom>
              <a:avLst/>
              <a:gdLst/>
              <a:ahLst/>
              <a:cxnLst/>
              <a:rect l="l" t="t" r="r" b="b"/>
              <a:pathLst>
                <a:path w="3621" h="3265" extrusionOk="0">
                  <a:moveTo>
                    <a:pt x="3604" y="0"/>
                  </a:moveTo>
                  <a:cubicBezTo>
                    <a:pt x="3471" y="85"/>
                    <a:pt x="3334" y="170"/>
                    <a:pt x="3200" y="255"/>
                  </a:cubicBezTo>
                  <a:cubicBezTo>
                    <a:pt x="2914" y="421"/>
                    <a:pt x="2611" y="606"/>
                    <a:pt x="2324" y="792"/>
                  </a:cubicBezTo>
                  <a:cubicBezTo>
                    <a:pt x="1904" y="1043"/>
                    <a:pt x="1484" y="1313"/>
                    <a:pt x="1063" y="1568"/>
                  </a:cubicBezTo>
                  <a:cubicBezTo>
                    <a:pt x="744" y="1770"/>
                    <a:pt x="441" y="1952"/>
                    <a:pt x="122" y="2154"/>
                  </a:cubicBezTo>
                  <a:cubicBezTo>
                    <a:pt x="54" y="2206"/>
                    <a:pt x="21" y="2238"/>
                    <a:pt x="21" y="2356"/>
                  </a:cubicBezTo>
                  <a:cubicBezTo>
                    <a:pt x="37" y="2525"/>
                    <a:pt x="21" y="2711"/>
                    <a:pt x="21" y="2881"/>
                  </a:cubicBezTo>
                  <a:lnTo>
                    <a:pt x="21" y="3115"/>
                  </a:lnTo>
                  <a:lnTo>
                    <a:pt x="21" y="3131"/>
                  </a:lnTo>
                  <a:cubicBezTo>
                    <a:pt x="21" y="3184"/>
                    <a:pt x="1" y="3216"/>
                    <a:pt x="54" y="3248"/>
                  </a:cubicBezTo>
                  <a:lnTo>
                    <a:pt x="54" y="3264"/>
                  </a:lnTo>
                  <a:lnTo>
                    <a:pt x="70" y="3248"/>
                  </a:lnTo>
                  <a:lnTo>
                    <a:pt x="70" y="3232"/>
                  </a:lnTo>
                  <a:cubicBezTo>
                    <a:pt x="37" y="3216"/>
                    <a:pt x="37" y="3184"/>
                    <a:pt x="37" y="3131"/>
                  </a:cubicBezTo>
                  <a:lnTo>
                    <a:pt x="37" y="3115"/>
                  </a:lnTo>
                  <a:cubicBezTo>
                    <a:pt x="37" y="3030"/>
                    <a:pt x="54" y="2961"/>
                    <a:pt x="54" y="2881"/>
                  </a:cubicBezTo>
                  <a:lnTo>
                    <a:pt x="54" y="2356"/>
                  </a:lnTo>
                  <a:cubicBezTo>
                    <a:pt x="37" y="2255"/>
                    <a:pt x="70" y="2222"/>
                    <a:pt x="138" y="2174"/>
                  </a:cubicBezTo>
                  <a:cubicBezTo>
                    <a:pt x="457" y="1988"/>
                    <a:pt x="760" y="1786"/>
                    <a:pt x="1080" y="1600"/>
                  </a:cubicBezTo>
                  <a:cubicBezTo>
                    <a:pt x="1500" y="1329"/>
                    <a:pt x="1904" y="1079"/>
                    <a:pt x="2324" y="808"/>
                  </a:cubicBezTo>
                  <a:cubicBezTo>
                    <a:pt x="2627" y="622"/>
                    <a:pt x="2930" y="457"/>
                    <a:pt x="3217" y="271"/>
                  </a:cubicBezTo>
                  <a:cubicBezTo>
                    <a:pt x="3354" y="186"/>
                    <a:pt x="3487" y="101"/>
                    <a:pt x="3621" y="33"/>
                  </a:cubicBezTo>
                  <a:lnTo>
                    <a:pt x="3621" y="17"/>
                  </a:lnTo>
                  <a:cubicBezTo>
                    <a:pt x="3621" y="0"/>
                    <a:pt x="3604" y="0"/>
                    <a:pt x="36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0">
              <a:extLst>
                <a:ext uri="{FF2B5EF4-FFF2-40B4-BE49-F238E27FC236}">
                  <a16:creationId xmlns:a16="http://schemas.microsoft.com/office/drawing/2014/main" id="{3B523AC1-645F-C4B2-C73F-B262D516F3AE}"/>
                </a:ext>
              </a:extLst>
            </p:cNvPr>
            <p:cNvSpPr/>
            <p:nvPr/>
          </p:nvSpPr>
          <p:spPr>
            <a:xfrm>
              <a:off x="2024967" y="3573809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70"/>
                    <a:pt x="17" y="255"/>
                  </a:cubicBezTo>
                  <a:cubicBezTo>
                    <a:pt x="17" y="340"/>
                    <a:pt x="37" y="425"/>
                    <a:pt x="1" y="490"/>
                  </a:cubicBezTo>
                  <a:cubicBezTo>
                    <a:pt x="1" y="506"/>
                    <a:pt x="17" y="506"/>
                    <a:pt x="17" y="506"/>
                  </a:cubicBezTo>
                  <a:lnTo>
                    <a:pt x="37" y="506"/>
                  </a:lnTo>
                  <a:cubicBezTo>
                    <a:pt x="53" y="425"/>
                    <a:pt x="53" y="340"/>
                    <a:pt x="53" y="255"/>
                  </a:cubicBezTo>
                  <a:cubicBezTo>
                    <a:pt x="53" y="170"/>
                    <a:pt x="37" y="86"/>
                    <a:pt x="70" y="21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0">
              <a:extLst>
                <a:ext uri="{FF2B5EF4-FFF2-40B4-BE49-F238E27FC236}">
                  <a16:creationId xmlns:a16="http://schemas.microsoft.com/office/drawing/2014/main" id="{94EE41A6-0CE8-5F4E-70DA-A12F0E940DEC}"/>
                </a:ext>
              </a:extLst>
            </p:cNvPr>
            <p:cNvSpPr/>
            <p:nvPr/>
          </p:nvSpPr>
          <p:spPr>
            <a:xfrm>
              <a:off x="706130" y="2213255"/>
              <a:ext cx="3278" cy="66647"/>
            </a:xfrm>
            <a:custGeom>
              <a:avLst/>
              <a:gdLst/>
              <a:ahLst/>
              <a:cxnLst/>
              <a:rect l="l" t="t" r="r" b="b"/>
              <a:pathLst>
                <a:path w="33" h="671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lnTo>
                    <a:pt x="0" y="655"/>
                  </a:lnTo>
                  <a:cubicBezTo>
                    <a:pt x="0" y="671"/>
                    <a:pt x="17" y="671"/>
                    <a:pt x="17" y="671"/>
                  </a:cubicBezTo>
                  <a:cubicBezTo>
                    <a:pt x="33" y="671"/>
                    <a:pt x="33" y="671"/>
                    <a:pt x="33" y="655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0">
              <a:extLst>
                <a:ext uri="{FF2B5EF4-FFF2-40B4-BE49-F238E27FC236}">
                  <a16:creationId xmlns:a16="http://schemas.microsoft.com/office/drawing/2014/main" id="{E48AAA5C-D8C0-0A21-8E5B-749E77E55122}"/>
                </a:ext>
              </a:extLst>
            </p:cNvPr>
            <p:cNvSpPr/>
            <p:nvPr/>
          </p:nvSpPr>
          <p:spPr>
            <a:xfrm>
              <a:off x="794827" y="1663094"/>
              <a:ext cx="6456" cy="55125"/>
            </a:xfrm>
            <a:custGeom>
              <a:avLst/>
              <a:gdLst/>
              <a:ahLst/>
              <a:cxnLst/>
              <a:rect l="l" t="t" r="r" b="b"/>
              <a:pathLst>
                <a:path w="65" h="555" extrusionOk="0">
                  <a:moveTo>
                    <a:pt x="16" y="1"/>
                  </a:moveTo>
                  <a:lnTo>
                    <a:pt x="16" y="102"/>
                  </a:lnTo>
                  <a:cubicBezTo>
                    <a:pt x="16" y="150"/>
                    <a:pt x="16" y="219"/>
                    <a:pt x="0" y="288"/>
                  </a:cubicBezTo>
                  <a:cubicBezTo>
                    <a:pt x="0" y="389"/>
                    <a:pt x="16" y="473"/>
                    <a:pt x="33" y="554"/>
                  </a:cubicBezTo>
                  <a:lnTo>
                    <a:pt x="49" y="554"/>
                  </a:lnTo>
                  <a:cubicBezTo>
                    <a:pt x="49" y="554"/>
                    <a:pt x="65" y="554"/>
                    <a:pt x="65" y="538"/>
                  </a:cubicBezTo>
                  <a:cubicBezTo>
                    <a:pt x="33" y="473"/>
                    <a:pt x="33" y="389"/>
                    <a:pt x="33" y="288"/>
                  </a:cubicBezTo>
                  <a:cubicBezTo>
                    <a:pt x="33" y="219"/>
                    <a:pt x="33" y="171"/>
                    <a:pt x="49" y="102"/>
                  </a:cubicBezTo>
                  <a:lnTo>
                    <a:pt x="49" y="17"/>
                  </a:lnTo>
                  <a:cubicBezTo>
                    <a:pt x="49" y="1"/>
                    <a:pt x="3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0">
              <a:extLst>
                <a:ext uri="{FF2B5EF4-FFF2-40B4-BE49-F238E27FC236}">
                  <a16:creationId xmlns:a16="http://schemas.microsoft.com/office/drawing/2014/main" id="{B32AD40A-7B8A-7415-B6B6-251A23774151}"/>
                </a:ext>
              </a:extLst>
            </p:cNvPr>
            <p:cNvSpPr/>
            <p:nvPr/>
          </p:nvSpPr>
          <p:spPr>
            <a:xfrm>
              <a:off x="1815987" y="2121379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303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54"/>
                    <a:pt x="20" y="570"/>
                    <a:pt x="0" y="606"/>
                  </a:cubicBezTo>
                  <a:cubicBezTo>
                    <a:pt x="0" y="606"/>
                    <a:pt x="0" y="622"/>
                    <a:pt x="20" y="622"/>
                  </a:cubicBezTo>
                  <a:lnTo>
                    <a:pt x="37" y="622"/>
                  </a:lnTo>
                  <a:cubicBezTo>
                    <a:pt x="53" y="586"/>
                    <a:pt x="53" y="554"/>
                    <a:pt x="53" y="521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>
              <a:extLst>
                <a:ext uri="{FF2B5EF4-FFF2-40B4-BE49-F238E27FC236}">
                  <a16:creationId xmlns:a16="http://schemas.microsoft.com/office/drawing/2014/main" id="{0E315F9E-5F19-F0BE-3940-AEF501719370}"/>
                </a:ext>
              </a:extLst>
            </p:cNvPr>
            <p:cNvSpPr/>
            <p:nvPr/>
          </p:nvSpPr>
          <p:spPr>
            <a:xfrm>
              <a:off x="1527051" y="2657834"/>
              <a:ext cx="192293" cy="336314"/>
            </a:xfrm>
            <a:custGeom>
              <a:avLst/>
              <a:gdLst/>
              <a:ahLst/>
              <a:cxnLst/>
              <a:rect l="l" t="t" r="r" b="b"/>
              <a:pathLst>
                <a:path w="1936" h="3386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33"/>
                  </a:lnTo>
                  <a:cubicBezTo>
                    <a:pt x="49" y="69"/>
                    <a:pt x="102" y="117"/>
                    <a:pt x="134" y="170"/>
                  </a:cubicBezTo>
                  <a:cubicBezTo>
                    <a:pt x="687" y="840"/>
                    <a:pt x="1261" y="1531"/>
                    <a:pt x="1818" y="2206"/>
                  </a:cubicBezTo>
                  <a:cubicBezTo>
                    <a:pt x="1883" y="2291"/>
                    <a:pt x="1899" y="2376"/>
                    <a:pt x="1899" y="2456"/>
                  </a:cubicBezTo>
                  <a:lnTo>
                    <a:pt x="1899" y="3030"/>
                  </a:lnTo>
                  <a:lnTo>
                    <a:pt x="1899" y="3216"/>
                  </a:lnTo>
                  <a:lnTo>
                    <a:pt x="1899" y="3232"/>
                  </a:lnTo>
                  <a:cubicBezTo>
                    <a:pt x="1899" y="3284"/>
                    <a:pt x="1899" y="3317"/>
                    <a:pt x="1883" y="3365"/>
                  </a:cubicBezTo>
                  <a:cubicBezTo>
                    <a:pt x="1867" y="3365"/>
                    <a:pt x="1867" y="3385"/>
                    <a:pt x="1883" y="3385"/>
                  </a:cubicBezTo>
                  <a:lnTo>
                    <a:pt x="1899" y="3385"/>
                  </a:lnTo>
                  <a:cubicBezTo>
                    <a:pt x="1936" y="3333"/>
                    <a:pt x="1936" y="3284"/>
                    <a:pt x="1936" y="3232"/>
                  </a:cubicBezTo>
                  <a:lnTo>
                    <a:pt x="1936" y="3216"/>
                  </a:lnTo>
                  <a:lnTo>
                    <a:pt x="1936" y="3014"/>
                  </a:lnTo>
                  <a:cubicBezTo>
                    <a:pt x="1919" y="2844"/>
                    <a:pt x="1919" y="2642"/>
                    <a:pt x="1936" y="2456"/>
                  </a:cubicBezTo>
                  <a:cubicBezTo>
                    <a:pt x="1936" y="2355"/>
                    <a:pt x="1899" y="2275"/>
                    <a:pt x="1835" y="2190"/>
                  </a:cubicBezTo>
                  <a:cubicBezTo>
                    <a:pt x="1277" y="1515"/>
                    <a:pt x="708" y="824"/>
                    <a:pt x="150" y="134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0">
              <a:extLst>
                <a:ext uri="{FF2B5EF4-FFF2-40B4-BE49-F238E27FC236}">
                  <a16:creationId xmlns:a16="http://schemas.microsoft.com/office/drawing/2014/main" id="{B203868E-A94B-57BB-B34B-4533A6CE6DCE}"/>
                </a:ext>
              </a:extLst>
            </p:cNvPr>
            <p:cNvSpPr/>
            <p:nvPr/>
          </p:nvSpPr>
          <p:spPr>
            <a:xfrm>
              <a:off x="1923059" y="2242655"/>
              <a:ext cx="147398" cy="360252"/>
            </a:xfrm>
            <a:custGeom>
              <a:avLst/>
              <a:gdLst/>
              <a:ahLst/>
              <a:cxnLst/>
              <a:rect l="l" t="t" r="r" b="b"/>
              <a:pathLst>
                <a:path w="1484" h="3627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69" y="225"/>
                    <a:pt x="187" y="411"/>
                    <a:pt x="304" y="597"/>
                  </a:cubicBezTo>
                  <a:cubicBezTo>
                    <a:pt x="356" y="678"/>
                    <a:pt x="421" y="763"/>
                    <a:pt x="473" y="847"/>
                  </a:cubicBezTo>
                  <a:cubicBezTo>
                    <a:pt x="724" y="1284"/>
                    <a:pt x="995" y="1724"/>
                    <a:pt x="1245" y="2144"/>
                  </a:cubicBezTo>
                  <a:lnTo>
                    <a:pt x="1399" y="2395"/>
                  </a:lnTo>
                  <a:cubicBezTo>
                    <a:pt x="1415" y="2431"/>
                    <a:pt x="1431" y="2447"/>
                    <a:pt x="1431" y="2479"/>
                  </a:cubicBezTo>
                  <a:lnTo>
                    <a:pt x="1431" y="2698"/>
                  </a:lnTo>
                  <a:cubicBezTo>
                    <a:pt x="1431" y="2883"/>
                    <a:pt x="1431" y="3069"/>
                    <a:pt x="1415" y="3255"/>
                  </a:cubicBezTo>
                  <a:cubicBezTo>
                    <a:pt x="1415" y="3356"/>
                    <a:pt x="1415" y="3473"/>
                    <a:pt x="1447" y="3607"/>
                  </a:cubicBezTo>
                  <a:lnTo>
                    <a:pt x="1467" y="3627"/>
                  </a:lnTo>
                  <a:lnTo>
                    <a:pt x="1483" y="3607"/>
                  </a:lnTo>
                  <a:cubicBezTo>
                    <a:pt x="1447" y="3473"/>
                    <a:pt x="1431" y="3356"/>
                    <a:pt x="1447" y="3255"/>
                  </a:cubicBezTo>
                  <a:cubicBezTo>
                    <a:pt x="1467" y="3069"/>
                    <a:pt x="1467" y="2883"/>
                    <a:pt x="1447" y="2698"/>
                  </a:cubicBezTo>
                  <a:lnTo>
                    <a:pt x="1447" y="2479"/>
                  </a:lnTo>
                  <a:cubicBezTo>
                    <a:pt x="1447" y="2447"/>
                    <a:pt x="1447" y="2415"/>
                    <a:pt x="1431" y="2379"/>
                  </a:cubicBezTo>
                  <a:lnTo>
                    <a:pt x="1281" y="2128"/>
                  </a:lnTo>
                  <a:cubicBezTo>
                    <a:pt x="1011" y="1708"/>
                    <a:pt x="740" y="1268"/>
                    <a:pt x="490" y="847"/>
                  </a:cubicBezTo>
                  <a:cubicBezTo>
                    <a:pt x="437" y="746"/>
                    <a:pt x="389" y="662"/>
                    <a:pt x="320" y="577"/>
                  </a:cubicBezTo>
                  <a:cubicBezTo>
                    <a:pt x="203" y="395"/>
                    <a:pt x="86" y="209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0">
              <a:extLst>
                <a:ext uri="{FF2B5EF4-FFF2-40B4-BE49-F238E27FC236}">
                  <a16:creationId xmlns:a16="http://schemas.microsoft.com/office/drawing/2014/main" id="{816B00FA-BF6B-C8EE-0916-4C9F24A728F1}"/>
                </a:ext>
              </a:extLst>
            </p:cNvPr>
            <p:cNvSpPr/>
            <p:nvPr/>
          </p:nvSpPr>
          <p:spPr>
            <a:xfrm>
              <a:off x="1185969" y="2472394"/>
              <a:ext cx="4966" cy="85221"/>
            </a:xfrm>
            <a:custGeom>
              <a:avLst/>
              <a:gdLst/>
              <a:ahLst/>
              <a:cxnLst/>
              <a:rect l="l" t="t" r="r" b="b"/>
              <a:pathLst>
                <a:path w="50" h="858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lnTo>
                    <a:pt x="17" y="688"/>
                  </a:lnTo>
                  <a:lnTo>
                    <a:pt x="17" y="740"/>
                  </a:lnTo>
                  <a:cubicBezTo>
                    <a:pt x="17" y="772"/>
                    <a:pt x="17" y="809"/>
                    <a:pt x="33" y="857"/>
                  </a:cubicBezTo>
                  <a:lnTo>
                    <a:pt x="49" y="857"/>
                  </a:lnTo>
                  <a:lnTo>
                    <a:pt x="49" y="841"/>
                  </a:lnTo>
                  <a:cubicBezTo>
                    <a:pt x="33" y="809"/>
                    <a:pt x="33" y="772"/>
                    <a:pt x="33" y="740"/>
                  </a:cubicBezTo>
                  <a:lnTo>
                    <a:pt x="33" y="688"/>
                  </a:lnTo>
                  <a:lnTo>
                    <a:pt x="33" y="437"/>
                  </a:lnTo>
                  <a:cubicBezTo>
                    <a:pt x="33" y="304"/>
                    <a:pt x="49" y="15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0">
              <a:extLst>
                <a:ext uri="{FF2B5EF4-FFF2-40B4-BE49-F238E27FC236}">
                  <a16:creationId xmlns:a16="http://schemas.microsoft.com/office/drawing/2014/main" id="{B597C3B8-6149-990E-0BEF-B617E1FABAB8}"/>
                </a:ext>
              </a:extLst>
            </p:cNvPr>
            <p:cNvSpPr/>
            <p:nvPr/>
          </p:nvSpPr>
          <p:spPr>
            <a:xfrm>
              <a:off x="1794334" y="3477166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6" y="0"/>
                  </a:moveTo>
                  <a:cubicBezTo>
                    <a:pt x="36" y="0"/>
                    <a:pt x="16" y="0"/>
                    <a:pt x="16" y="16"/>
                  </a:cubicBezTo>
                  <a:lnTo>
                    <a:pt x="16" y="235"/>
                  </a:lnTo>
                  <a:cubicBezTo>
                    <a:pt x="16" y="352"/>
                    <a:pt x="16" y="469"/>
                    <a:pt x="0" y="590"/>
                  </a:cubicBezTo>
                  <a:cubicBezTo>
                    <a:pt x="0" y="606"/>
                    <a:pt x="16" y="606"/>
                    <a:pt x="16" y="606"/>
                  </a:cubicBezTo>
                  <a:cubicBezTo>
                    <a:pt x="36" y="606"/>
                    <a:pt x="36" y="606"/>
                    <a:pt x="36" y="590"/>
                  </a:cubicBezTo>
                  <a:cubicBezTo>
                    <a:pt x="53" y="469"/>
                    <a:pt x="53" y="352"/>
                    <a:pt x="53" y="235"/>
                  </a:cubicBezTo>
                  <a:lnTo>
                    <a:pt x="53" y="16"/>
                  </a:lnTo>
                  <a:cubicBezTo>
                    <a:pt x="53" y="0"/>
                    <a:pt x="36" y="0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0">
              <a:extLst>
                <a:ext uri="{FF2B5EF4-FFF2-40B4-BE49-F238E27FC236}">
                  <a16:creationId xmlns:a16="http://schemas.microsoft.com/office/drawing/2014/main" id="{81411318-620C-5644-4341-8BBD7B2DEBD0}"/>
                </a:ext>
              </a:extLst>
            </p:cNvPr>
            <p:cNvSpPr/>
            <p:nvPr/>
          </p:nvSpPr>
          <p:spPr>
            <a:xfrm>
              <a:off x="1521886" y="3366816"/>
              <a:ext cx="190605" cy="257252"/>
            </a:xfrm>
            <a:custGeom>
              <a:avLst/>
              <a:gdLst/>
              <a:ahLst/>
              <a:cxnLst/>
              <a:rect l="l" t="t" r="r" b="b"/>
              <a:pathLst>
                <a:path w="1919" h="2590" extrusionOk="0">
                  <a:moveTo>
                    <a:pt x="32" y="0"/>
                  </a:moveTo>
                  <a:cubicBezTo>
                    <a:pt x="32" y="0"/>
                    <a:pt x="16" y="0"/>
                    <a:pt x="16" y="16"/>
                  </a:cubicBezTo>
                  <a:cubicBezTo>
                    <a:pt x="0" y="186"/>
                    <a:pt x="0" y="368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09"/>
                    <a:pt x="53" y="942"/>
                  </a:cubicBezTo>
                  <a:lnTo>
                    <a:pt x="69" y="942"/>
                  </a:lnTo>
                  <a:cubicBezTo>
                    <a:pt x="218" y="1075"/>
                    <a:pt x="356" y="1212"/>
                    <a:pt x="505" y="1346"/>
                  </a:cubicBezTo>
                  <a:cubicBezTo>
                    <a:pt x="909" y="1717"/>
                    <a:pt x="1313" y="2105"/>
                    <a:pt x="1733" y="2456"/>
                  </a:cubicBezTo>
                  <a:cubicBezTo>
                    <a:pt x="1749" y="2473"/>
                    <a:pt x="1769" y="2489"/>
                    <a:pt x="1786" y="2509"/>
                  </a:cubicBezTo>
                  <a:cubicBezTo>
                    <a:pt x="1818" y="2541"/>
                    <a:pt x="1850" y="2590"/>
                    <a:pt x="1919" y="2590"/>
                  </a:cubicBezTo>
                  <a:lnTo>
                    <a:pt x="1919" y="2574"/>
                  </a:lnTo>
                  <a:cubicBezTo>
                    <a:pt x="1850" y="2574"/>
                    <a:pt x="1834" y="2541"/>
                    <a:pt x="1802" y="2489"/>
                  </a:cubicBezTo>
                  <a:cubicBezTo>
                    <a:pt x="1786" y="2473"/>
                    <a:pt x="1786" y="2456"/>
                    <a:pt x="1749" y="2440"/>
                  </a:cubicBezTo>
                  <a:cubicBezTo>
                    <a:pt x="1329" y="2085"/>
                    <a:pt x="925" y="1701"/>
                    <a:pt x="521" y="1329"/>
                  </a:cubicBezTo>
                  <a:cubicBezTo>
                    <a:pt x="372" y="1196"/>
                    <a:pt x="234" y="1059"/>
                    <a:pt x="85" y="925"/>
                  </a:cubicBezTo>
                  <a:lnTo>
                    <a:pt x="69" y="909"/>
                  </a:lnTo>
                  <a:cubicBezTo>
                    <a:pt x="53" y="893"/>
                    <a:pt x="32" y="873"/>
                    <a:pt x="32" y="857"/>
                  </a:cubicBezTo>
                  <a:lnTo>
                    <a:pt x="32" y="538"/>
                  </a:lnTo>
                  <a:cubicBezTo>
                    <a:pt x="32" y="368"/>
                    <a:pt x="32" y="186"/>
                    <a:pt x="53" y="16"/>
                  </a:cubicBezTo>
                  <a:cubicBezTo>
                    <a:pt x="53" y="16"/>
                    <a:pt x="53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0">
              <a:extLst>
                <a:ext uri="{FF2B5EF4-FFF2-40B4-BE49-F238E27FC236}">
                  <a16:creationId xmlns:a16="http://schemas.microsoft.com/office/drawing/2014/main" id="{E0A4CD29-1A44-7C27-E6C8-3A405B7DE1AA}"/>
                </a:ext>
              </a:extLst>
            </p:cNvPr>
            <p:cNvSpPr/>
            <p:nvPr/>
          </p:nvSpPr>
          <p:spPr>
            <a:xfrm>
              <a:off x="869817" y="2805033"/>
              <a:ext cx="334328" cy="225666"/>
            </a:xfrm>
            <a:custGeom>
              <a:avLst/>
              <a:gdLst/>
              <a:ahLst/>
              <a:cxnLst/>
              <a:rect l="l" t="t" r="r" b="b"/>
              <a:pathLst>
                <a:path w="3366" h="2272" extrusionOk="0">
                  <a:moveTo>
                    <a:pt x="3350" y="1"/>
                  </a:moveTo>
                  <a:cubicBezTo>
                    <a:pt x="3216" y="33"/>
                    <a:pt x="3083" y="86"/>
                    <a:pt x="2946" y="134"/>
                  </a:cubicBezTo>
                  <a:cubicBezTo>
                    <a:pt x="2881" y="166"/>
                    <a:pt x="2828" y="187"/>
                    <a:pt x="2760" y="219"/>
                  </a:cubicBezTo>
                  <a:cubicBezTo>
                    <a:pt x="2493" y="320"/>
                    <a:pt x="2222" y="421"/>
                    <a:pt x="1972" y="538"/>
                  </a:cubicBezTo>
                  <a:cubicBezTo>
                    <a:pt x="1851" y="570"/>
                    <a:pt x="1750" y="623"/>
                    <a:pt x="1649" y="655"/>
                  </a:cubicBezTo>
                  <a:cubicBezTo>
                    <a:pt x="1516" y="708"/>
                    <a:pt x="1398" y="756"/>
                    <a:pt x="1265" y="809"/>
                  </a:cubicBezTo>
                  <a:cubicBezTo>
                    <a:pt x="1063" y="894"/>
                    <a:pt x="861" y="974"/>
                    <a:pt x="639" y="1059"/>
                  </a:cubicBezTo>
                  <a:cubicBezTo>
                    <a:pt x="473" y="1128"/>
                    <a:pt x="320" y="1197"/>
                    <a:pt x="154" y="1245"/>
                  </a:cubicBezTo>
                  <a:cubicBezTo>
                    <a:pt x="33" y="1277"/>
                    <a:pt x="1" y="1346"/>
                    <a:pt x="1" y="1447"/>
                  </a:cubicBezTo>
                  <a:lnTo>
                    <a:pt x="1" y="1903"/>
                  </a:lnTo>
                  <a:lnTo>
                    <a:pt x="1" y="2122"/>
                  </a:lnTo>
                  <a:lnTo>
                    <a:pt x="1" y="2138"/>
                  </a:lnTo>
                  <a:cubicBezTo>
                    <a:pt x="1" y="2186"/>
                    <a:pt x="1" y="2223"/>
                    <a:pt x="33" y="2255"/>
                  </a:cubicBezTo>
                  <a:lnTo>
                    <a:pt x="53" y="2271"/>
                  </a:lnTo>
                  <a:lnTo>
                    <a:pt x="53" y="2255"/>
                  </a:lnTo>
                  <a:lnTo>
                    <a:pt x="53" y="2239"/>
                  </a:lnTo>
                  <a:cubicBezTo>
                    <a:pt x="33" y="2223"/>
                    <a:pt x="33" y="2186"/>
                    <a:pt x="33" y="2138"/>
                  </a:cubicBezTo>
                  <a:lnTo>
                    <a:pt x="33" y="2122"/>
                  </a:lnTo>
                  <a:lnTo>
                    <a:pt x="33" y="1903"/>
                  </a:lnTo>
                  <a:lnTo>
                    <a:pt x="33" y="1447"/>
                  </a:lnTo>
                  <a:cubicBezTo>
                    <a:pt x="33" y="1346"/>
                    <a:pt x="53" y="1314"/>
                    <a:pt x="154" y="1277"/>
                  </a:cubicBezTo>
                  <a:cubicBezTo>
                    <a:pt x="320" y="1229"/>
                    <a:pt x="489" y="1160"/>
                    <a:pt x="659" y="1096"/>
                  </a:cubicBezTo>
                  <a:lnTo>
                    <a:pt x="659" y="1075"/>
                  </a:lnTo>
                  <a:cubicBezTo>
                    <a:pt x="861" y="995"/>
                    <a:pt x="1079" y="926"/>
                    <a:pt x="1281" y="841"/>
                  </a:cubicBezTo>
                  <a:cubicBezTo>
                    <a:pt x="1398" y="793"/>
                    <a:pt x="1532" y="740"/>
                    <a:pt x="1669" y="692"/>
                  </a:cubicBezTo>
                  <a:cubicBezTo>
                    <a:pt x="1770" y="639"/>
                    <a:pt x="1871" y="607"/>
                    <a:pt x="1972" y="554"/>
                  </a:cubicBezTo>
                  <a:cubicBezTo>
                    <a:pt x="2239" y="453"/>
                    <a:pt x="2509" y="336"/>
                    <a:pt x="2760" y="235"/>
                  </a:cubicBezTo>
                  <a:cubicBezTo>
                    <a:pt x="2828" y="219"/>
                    <a:pt x="2897" y="187"/>
                    <a:pt x="2946" y="166"/>
                  </a:cubicBezTo>
                  <a:cubicBezTo>
                    <a:pt x="3083" y="102"/>
                    <a:pt x="3216" y="49"/>
                    <a:pt x="3366" y="17"/>
                  </a:cubicBezTo>
                  <a:lnTo>
                    <a:pt x="33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0">
              <a:extLst>
                <a:ext uri="{FF2B5EF4-FFF2-40B4-BE49-F238E27FC236}">
                  <a16:creationId xmlns:a16="http://schemas.microsoft.com/office/drawing/2014/main" id="{154DB740-902D-9ED5-893D-54C831508E13}"/>
                </a:ext>
              </a:extLst>
            </p:cNvPr>
            <p:cNvSpPr/>
            <p:nvPr/>
          </p:nvSpPr>
          <p:spPr>
            <a:xfrm>
              <a:off x="1183982" y="2985606"/>
              <a:ext cx="5364" cy="98828"/>
            </a:xfrm>
            <a:custGeom>
              <a:avLst/>
              <a:gdLst/>
              <a:ahLst/>
              <a:cxnLst/>
              <a:rect l="l" t="t" r="r" b="b"/>
              <a:pathLst>
                <a:path w="54" h="995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41"/>
                  </a:lnTo>
                  <a:lnTo>
                    <a:pt x="1" y="873"/>
                  </a:lnTo>
                  <a:cubicBezTo>
                    <a:pt x="1" y="910"/>
                    <a:pt x="1" y="942"/>
                    <a:pt x="21" y="974"/>
                  </a:cubicBezTo>
                  <a:lnTo>
                    <a:pt x="37" y="994"/>
                  </a:lnTo>
                  <a:cubicBezTo>
                    <a:pt x="37" y="974"/>
                    <a:pt x="53" y="974"/>
                    <a:pt x="37" y="974"/>
                  </a:cubicBezTo>
                  <a:lnTo>
                    <a:pt x="37" y="873"/>
                  </a:lnTo>
                  <a:lnTo>
                    <a:pt x="37" y="841"/>
                  </a:lnTo>
                  <a:lnTo>
                    <a:pt x="37" y="219"/>
                  </a:lnTo>
                  <a:lnTo>
                    <a:pt x="37" y="17"/>
                  </a:ln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0">
              <a:extLst>
                <a:ext uri="{FF2B5EF4-FFF2-40B4-BE49-F238E27FC236}">
                  <a16:creationId xmlns:a16="http://schemas.microsoft.com/office/drawing/2014/main" id="{992CA44F-3649-E443-57B8-F94EEAFCA667}"/>
                </a:ext>
              </a:extLst>
            </p:cNvPr>
            <p:cNvSpPr/>
            <p:nvPr/>
          </p:nvSpPr>
          <p:spPr>
            <a:xfrm>
              <a:off x="1613761" y="3460280"/>
              <a:ext cx="3675" cy="67144"/>
            </a:xfrm>
            <a:custGeom>
              <a:avLst/>
              <a:gdLst/>
              <a:ahLst/>
              <a:cxnLst/>
              <a:rect l="l" t="t" r="r" b="b"/>
              <a:pathLst>
                <a:path w="37" h="67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675"/>
                  </a:lnTo>
                  <a:lnTo>
                    <a:pt x="37" y="675"/>
                  </a:lnTo>
                  <a:lnTo>
                    <a:pt x="37" y="17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0">
              <a:extLst>
                <a:ext uri="{FF2B5EF4-FFF2-40B4-BE49-F238E27FC236}">
                  <a16:creationId xmlns:a16="http://schemas.microsoft.com/office/drawing/2014/main" id="{AEE4FCB6-6EA2-0E70-90F3-1C85391DC9CE}"/>
                </a:ext>
              </a:extLst>
            </p:cNvPr>
            <p:cNvSpPr/>
            <p:nvPr/>
          </p:nvSpPr>
          <p:spPr>
            <a:xfrm>
              <a:off x="1411536" y="3363141"/>
              <a:ext cx="6853" cy="55523"/>
            </a:xfrm>
            <a:custGeom>
              <a:avLst/>
              <a:gdLst/>
              <a:ahLst/>
              <a:cxnLst/>
              <a:rect l="l" t="t" r="r" b="b"/>
              <a:pathLst>
                <a:path w="69" h="559" extrusionOk="0">
                  <a:moveTo>
                    <a:pt x="33" y="1"/>
                  </a:moveTo>
                  <a:cubicBezTo>
                    <a:pt x="16" y="86"/>
                    <a:pt x="16" y="171"/>
                    <a:pt x="16" y="255"/>
                  </a:cubicBezTo>
                  <a:cubicBezTo>
                    <a:pt x="16" y="304"/>
                    <a:pt x="33" y="356"/>
                    <a:pt x="16" y="405"/>
                  </a:cubicBezTo>
                  <a:lnTo>
                    <a:pt x="16" y="441"/>
                  </a:lnTo>
                  <a:cubicBezTo>
                    <a:pt x="16" y="474"/>
                    <a:pt x="33" y="506"/>
                    <a:pt x="0" y="542"/>
                  </a:cubicBezTo>
                  <a:cubicBezTo>
                    <a:pt x="0" y="558"/>
                    <a:pt x="0" y="558"/>
                    <a:pt x="16" y="558"/>
                  </a:cubicBezTo>
                  <a:lnTo>
                    <a:pt x="33" y="558"/>
                  </a:lnTo>
                  <a:cubicBezTo>
                    <a:pt x="53" y="526"/>
                    <a:pt x="53" y="474"/>
                    <a:pt x="53" y="441"/>
                  </a:cubicBezTo>
                  <a:lnTo>
                    <a:pt x="53" y="405"/>
                  </a:lnTo>
                  <a:lnTo>
                    <a:pt x="53" y="255"/>
                  </a:lnTo>
                  <a:cubicBezTo>
                    <a:pt x="53" y="171"/>
                    <a:pt x="5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0">
              <a:extLst>
                <a:ext uri="{FF2B5EF4-FFF2-40B4-BE49-F238E27FC236}">
                  <a16:creationId xmlns:a16="http://schemas.microsoft.com/office/drawing/2014/main" id="{C2CCDC85-3A86-2A5C-4AEC-C4F33744A231}"/>
                </a:ext>
              </a:extLst>
            </p:cNvPr>
            <p:cNvSpPr/>
            <p:nvPr/>
          </p:nvSpPr>
          <p:spPr>
            <a:xfrm>
              <a:off x="1841216" y="2935447"/>
              <a:ext cx="4966" cy="50258"/>
            </a:xfrm>
            <a:custGeom>
              <a:avLst/>
              <a:gdLst/>
              <a:ahLst/>
              <a:cxnLst/>
              <a:rect l="l" t="t" r="r" b="b"/>
              <a:pathLst>
                <a:path w="50" h="506" extrusionOk="0">
                  <a:moveTo>
                    <a:pt x="17" y="1"/>
                  </a:moveTo>
                  <a:cubicBezTo>
                    <a:pt x="1" y="85"/>
                    <a:pt x="1" y="166"/>
                    <a:pt x="1" y="251"/>
                  </a:cubicBezTo>
                  <a:cubicBezTo>
                    <a:pt x="17" y="336"/>
                    <a:pt x="17" y="405"/>
                    <a:pt x="1" y="489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33" y="421"/>
                    <a:pt x="33" y="336"/>
                    <a:pt x="33" y="251"/>
                  </a:cubicBezTo>
                  <a:cubicBezTo>
                    <a:pt x="33" y="166"/>
                    <a:pt x="33" y="85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0">
              <a:extLst>
                <a:ext uri="{FF2B5EF4-FFF2-40B4-BE49-F238E27FC236}">
                  <a16:creationId xmlns:a16="http://schemas.microsoft.com/office/drawing/2014/main" id="{64EC7338-2F08-A427-FE48-EAB888CE3B24}"/>
                </a:ext>
              </a:extLst>
            </p:cNvPr>
            <p:cNvSpPr/>
            <p:nvPr/>
          </p:nvSpPr>
          <p:spPr>
            <a:xfrm>
              <a:off x="1384619" y="2031093"/>
              <a:ext cx="3675" cy="91975"/>
            </a:xfrm>
            <a:custGeom>
              <a:avLst/>
              <a:gdLst/>
              <a:ahLst/>
              <a:cxnLst/>
              <a:rect l="l" t="t" r="r" b="b"/>
              <a:pathLst>
                <a:path w="37" h="926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50"/>
                    <a:pt x="21" y="283"/>
                    <a:pt x="21" y="404"/>
                  </a:cubicBezTo>
                  <a:cubicBezTo>
                    <a:pt x="1" y="485"/>
                    <a:pt x="1" y="554"/>
                    <a:pt x="21" y="622"/>
                  </a:cubicBezTo>
                  <a:lnTo>
                    <a:pt x="21" y="824"/>
                  </a:lnTo>
                  <a:lnTo>
                    <a:pt x="21" y="909"/>
                  </a:lnTo>
                  <a:lnTo>
                    <a:pt x="21" y="925"/>
                  </a:lnTo>
                  <a:cubicBezTo>
                    <a:pt x="37" y="925"/>
                    <a:pt x="37" y="925"/>
                    <a:pt x="37" y="909"/>
                  </a:cubicBezTo>
                  <a:lnTo>
                    <a:pt x="37" y="824"/>
                  </a:lnTo>
                  <a:lnTo>
                    <a:pt x="37" y="622"/>
                  </a:lnTo>
                  <a:lnTo>
                    <a:pt x="37" y="420"/>
                  </a:lnTo>
                  <a:cubicBezTo>
                    <a:pt x="37" y="283"/>
                    <a:pt x="37" y="150"/>
                    <a:pt x="21" y="16"/>
                  </a:cubicBezTo>
                  <a:cubicBezTo>
                    <a:pt x="21" y="16"/>
                    <a:pt x="2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0">
              <a:extLst>
                <a:ext uri="{FF2B5EF4-FFF2-40B4-BE49-F238E27FC236}">
                  <a16:creationId xmlns:a16="http://schemas.microsoft.com/office/drawing/2014/main" id="{A0D2D2F6-9858-0175-D730-7B038D55C1DC}"/>
                </a:ext>
              </a:extLst>
            </p:cNvPr>
            <p:cNvSpPr/>
            <p:nvPr/>
          </p:nvSpPr>
          <p:spPr>
            <a:xfrm>
              <a:off x="1444810" y="1521059"/>
              <a:ext cx="2086" cy="61879"/>
            </a:xfrm>
            <a:custGeom>
              <a:avLst/>
              <a:gdLst/>
              <a:ahLst/>
              <a:cxnLst/>
              <a:rect l="l" t="t" r="r" b="b"/>
              <a:pathLst>
                <a:path w="21" h="623" extrusionOk="0">
                  <a:moveTo>
                    <a:pt x="1" y="1"/>
                  </a:moveTo>
                  <a:lnTo>
                    <a:pt x="1" y="607"/>
                  </a:lnTo>
                  <a:cubicBezTo>
                    <a:pt x="1" y="607"/>
                    <a:pt x="1" y="623"/>
                    <a:pt x="21" y="623"/>
                  </a:cubicBezTo>
                  <a:lnTo>
                    <a:pt x="21" y="607"/>
                  </a:ln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0">
              <a:extLst>
                <a:ext uri="{FF2B5EF4-FFF2-40B4-BE49-F238E27FC236}">
                  <a16:creationId xmlns:a16="http://schemas.microsoft.com/office/drawing/2014/main" id="{B580FA91-21D0-E51F-CD9A-E7ECFE28D731}"/>
                </a:ext>
              </a:extLst>
            </p:cNvPr>
            <p:cNvSpPr/>
            <p:nvPr/>
          </p:nvSpPr>
          <p:spPr>
            <a:xfrm>
              <a:off x="1740897" y="2133000"/>
              <a:ext cx="162198" cy="344360"/>
            </a:xfrm>
            <a:custGeom>
              <a:avLst/>
              <a:gdLst/>
              <a:ahLst/>
              <a:cxnLst/>
              <a:rect l="l" t="t" r="r" b="b"/>
              <a:pathLst>
                <a:path w="1633" h="3467" extrusionOk="0">
                  <a:moveTo>
                    <a:pt x="69" y="0"/>
                  </a:moveTo>
                  <a:cubicBezTo>
                    <a:pt x="49" y="0"/>
                    <a:pt x="49" y="16"/>
                    <a:pt x="49" y="16"/>
                  </a:cubicBezTo>
                  <a:cubicBezTo>
                    <a:pt x="1" y="150"/>
                    <a:pt x="17" y="267"/>
                    <a:pt x="118" y="404"/>
                  </a:cubicBezTo>
                  <a:cubicBezTo>
                    <a:pt x="251" y="590"/>
                    <a:pt x="389" y="792"/>
                    <a:pt x="506" y="994"/>
                  </a:cubicBezTo>
                  <a:cubicBezTo>
                    <a:pt x="554" y="1075"/>
                    <a:pt x="623" y="1160"/>
                    <a:pt x="675" y="1245"/>
                  </a:cubicBezTo>
                  <a:lnTo>
                    <a:pt x="825" y="1499"/>
                  </a:lnTo>
                  <a:cubicBezTo>
                    <a:pt x="1027" y="1782"/>
                    <a:pt x="1213" y="2069"/>
                    <a:pt x="1399" y="2372"/>
                  </a:cubicBezTo>
                  <a:cubicBezTo>
                    <a:pt x="1431" y="2424"/>
                    <a:pt x="1447" y="2456"/>
                    <a:pt x="1431" y="2525"/>
                  </a:cubicBezTo>
                  <a:lnTo>
                    <a:pt x="1431" y="2812"/>
                  </a:lnTo>
                  <a:cubicBezTo>
                    <a:pt x="1431" y="2913"/>
                    <a:pt x="1431" y="3030"/>
                    <a:pt x="1415" y="3147"/>
                  </a:cubicBezTo>
                  <a:cubicBezTo>
                    <a:pt x="1399" y="3264"/>
                    <a:pt x="1483" y="3398"/>
                    <a:pt x="1617" y="3466"/>
                  </a:cubicBezTo>
                  <a:lnTo>
                    <a:pt x="1633" y="3466"/>
                  </a:lnTo>
                  <a:lnTo>
                    <a:pt x="1633" y="3450"/>
                  </a:lnTo>
                  <a:lnTo>
                    <a:pt x="1633" y="3434"/>
                  </a:lnTo>
                  <a:cubicBezTo>
                    <a:pt x="1516" y="3382"/>
                    <a:pt x="1431" y="3264"/>
                    <a:pt x="1447" y="3147"/>
                  </a:cubicBezTo>
                  <a:cubicBezTo>
                    <a:pt x="1463" y="3030"/>
                    <a:pt x="1463" y="2913"/>
                    <a:pt x="1463" y="2812"/>
                  </a:cubicBezTo>
                  <a:cubicBezTo>
                    <a:pt x="1463" y="2711"/>
                    <a:pt x="1447" y="2626"/>
                    <a:pt x="1463" y="2525"/>
                  </a:cubicBezTo>
                  <a:cubicBezTo>
                    <a:pt x="1463" y="2456"/>
                    <a:pt x="1447" y="2408"/>
                    <a:pt x="1415" y="2355"/>
                  </a:cubicBezTo>
                  <a:cubicBezTo>
                    <a:pt x="1229" y="2052"/>
                    <a:pt x="1043" y="1766"/>
                    <a:pt x="857" y="1479"/>
                  </a:cubicBezTo>
                  <a:lnTo>
                    <a:pt x="692" y="1228"/>
                  </a:lnTo>
                  <a:cubicBezTo>
                    <a:pt x="639" y="1144"/>
                    <a:pt x="591" y="1059"/>
                    <a:pt x="538" y="974"/>
                  </a:cubicBezTo>
                  <a:cubicBezTo>
                    <a:pt x="405" y="792"/>
                    <a:pt x="271" y="570"/>
                    <a:pt x="134" y="388"/>
                  </a:cubicBezTo>
                  <a:cubicBezTo>
                    <a:pt x="49" y="251"/>
                    <a:pt x="17" y="150"/>
                    <a:pt x="69" y="33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0">
              <a:extLst>
                <a:ext uri="{FF2B5EF4-FFF2-40B4-BE49-F238E27FC236}">
                  <a16:creationId xmlns:a16="http://schemas.microsoft.com/office/drawing/2014/main" id="{796ED8D0-47C7-D2C9-5D90-8FDE2F59A347}"/>
                </a:ext>
              </a:extLst>
            </p:cNvPr>
            <p:cNvSpPr/>
            <p:nvPr/>
          </p:nvSpPr>
          <p:spPr>
            <a:xfrm>
              <a:off x="852932" y="2087609"/>
              <a:ext cx="359656" cy="282580"/>
            </a:xfrm>
            <a:custGeom>
              <a:avLst/>
              <a:gdLst/>
              <a:ahLst/>
              <a:cxnLst/>
              <a:rect l="l" t="t" r="r" b="b"/>
              <a:pathLst>
                <a:path w="3621" h="2845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cubicBezTo>
                    <a:pt x="3572" y="37"/>
                    <a:pt x="3572" y="53"/>
                    <a:pt x="3556" y="69"/>
                  </a:cubicBezTo>
                  <a:cubicBezTo>
                    <a:pt x="2998" y="320"/>
                    <a:pt x="2425" y="607"/>
                    <a:pt x="1920" y="861"/>
                  </a:cubicBezTo>
                  <a:cubicBezTo>
                    <a:pt x="1718" y="946"/>
                    <a:pt x="1536" y="1047"/>
                    <a:pt x="1334" y="1148"/>
                  </a:cubicBezTo>
                  <a:cubicBezTo>
                    <a:pt x="946" y="1330"/>
                    <a:pt x="558" y="1532"/>
                    <a:pt x="155" y="1718"/>
                  </a:cubicBezTo>
                  <a:cubicBezTo>
                    <a:pt x="37" y="1770"/>
                    <a:pt x="1" y="1855"/>
                    <a:pt x="1" y="1972"/>
                  </a:cubicBezTo>
                  <a:lnTo>
                    <a:pt x="1" y="2461"/>
                  </a:lnTo>
                  <a:lnTo>
                    <a:pt x="1" y="2711"/>
                  </a:lnTo>
                  <a:lnTo>
                    <a:pt x="1" y="2728"/>
                  </a:lnTo>
                  <a:cubicBezTo>
                    <a:pt x="1" y="2780"/>
                    <a:pt x="1" y="2812"/>
                    <a:pt x="37" y="2845"/>
                  </a:cubicBezTo>
                  <a:lnTo>
                    <a:pt x="54" y="2845"/>
                  </a:lnTo>
                  <a:lnTo>
                    <a:pt x="54" y="2829"/>
                  </a:lnTo>
                  <a:cubicBezTo>
                    <a:pt x="21" y="2812"/>
                    <a:pt x="21" y="2780"/>
                    <a:pt x="21" y="2728"/>
                  </a:cubicBezTo>
                  <a:lnTo>
                    <a:pt x="21" y="2711"/>
                  </a:lnTo>
                  <a:cubicBezTo>
                    <a:pt x="21" y="2627"/>
                    <a:pt x="37" y="2542"/>
                    <a:pt x="37" y="2461"/>
                  </a:cubicBezTo>
                  <a:cubicBezTo>
                    <a:pt x="37" y="2307"/>
                    <a:pt x="37" y="2138"/>
                    <a:pt x="21" y="1972"/>
                  </a:cubicBezTo>
                  <a:cubicBezTo>
                    <a:pt x="21" y="1855"/>
                    <a:pt x="54" y="1786"/>
                    <a:pt x="171" y="1734"/>
                  </a:cubicBezTo>
                  <a:cubicBezTo>
                    <a:pt x="558" y="1552"/>
                    <a:pt x="962" y="1350"/>
                    <a:pt x="1350" y="1164"/>
                  </a:cubicBezTo>
                  <a:cubicBezTo>
                    <a:pt x="1536" y="1063"/>
                    <a:pt x="1738" y="978"/>
                    <a:pt x="1920" y="877"/>
                  </a:cubicBezTo>
                  <a:cubicBezTo>
                    <a:pt x="2425" y="643"/>
                    <a:pt x="2998" y="356"/>
                    <a:pt x="3556" y="86"/>
                  </a:cubicBezTo>
                  <a:cubicBezTo>
                    <a:pt x="3588" y="69"/>
                    <a:pt x="3604" y="53"/>
                    <a:pt x="3604" y="37"/>
                  </a:cubicBezTo>
                  <a:cubicBezTo>
                    <a:pt x="3604" y="17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>
              <a:extLst>
                <a:ext uri="{FF2B5EF4-FFF2-40B4-BE49-F238E27FC236}">
                  <a16:creationId xmlns:a16="http://schemas.microsoft.com/office/drawing/2014/main" id="{4B1FFAA8-3A1B-D9BC-B0E4-F5A76B3B4AAA}"/>
                </a:ext>
              </a:extLst>
            </p:cNvPr>
            <p:cNvSpPr/>
            <p:nvPr/>
          </p:nvSpPr>
          <p:spPr>
            <a:xfrm>
              <a:off x="610678" y="3202731"/>
              <a:ext cx="3675" cy="87108"/>
            </a:xfrm>
            <a:custGeom>
              <a:avLst/>
              <a:gdLst/>
              <a:ahLst/>
              <a:cxnLst/>
              <a:rect l="l" t="t" r="r" b="b"/>
              <a:pathLst>
                <a:path w="37" h="877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86"/>
                    <a:pt x="16" y="372"/>
                    <a:pt x="0" y="541"/>
                  </a:cubicBezTo>
                  <a:lnTo>
                    <a:pt x="0" y="861"/>
                  </a:lnTo>
                  <a:lnTo>
                    <a:pt x="16" y="877"/>
                  </a:lnTo>
                  <a:cubicBezTo>
                    <a:pt x="36" y="877"/>
                    <a:pt x="36" y="861"/>
                    <a:pt x="36" y="861"/>
                  </a:cubicBezTo>
                  <a:lnTo>
                    <a:pt x="36" y="541"/>
                  </a:lnTo>
                  <a:cubicBezTo>
                    <a:pt x="36" y="372"/>
                    <a:pt x="36" y="186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0">
              <a:extLst>
                <a:ext uri="{FF2B5EF4-FFF2-40B4-BE49-F238E27FC236}">
                  <a16:creationId xmlns:a16="http://schemas.microsoft.com/office/drawing/2014/main" id="{D4D3FEA2-B388-2E96-706C-F4F79DBE49D5}"/>
                </a:ext>
              </a:extLst>
            </p:cNvPr>
            <p:cNvSpPr/>
            <p:nvPr/>
          </p:nvSpPr>
          <p:spPr>
            <a:xfrm>
              <a:off x="1645446" y="2022650"/>
              <a:ext cx="3675" cy="58701"/>
            </a:xfrm>
            <a:custGeom>
              <a:avLst/>
              <a:gdLst/>
              <a:ahLst/>
              <a:cxnLst/>
              <a:rect l="l" t="t" r="r" b="b"/>
              <a:pathLst>
                <a:path w="37" h="591" extrusionOk="0">
                  <a:moveTo>
                    <a:pt x="21" y="0"/>
                  </a:moveTo>
                  <a:cubicBezTo>
                    <a:pt x="21" y="0"/>
                    <a:pt x="0" y="0"/>
                    <a:pt x="0" y="17"/>
                  </a:cubicBezTo>
                  <a:lnTo>
                    <a:pt x="0" y="570"/>
                  </a:lnTo>
                  <a:cubicBezTo>
                    <a:pt x="0" y="590"/>
                    <a:pt x="21" y="590"/>
                    <a:pt x="21" y="590"/>
                  </a:cubicBezTo>
                  <a:cubicBezTo>
                    <a:pt x="21" y="590"/>
                    <a:pt x="37" y="590"/>
                    <a:pt x="37" y="570"/>
                  </a:cubicBezTo>
                  <a:lnTo>
                    <a:pt x="37" y="17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0">
              <a:extLst>
                <a:ext uri="{FF2B5EF4-FFF2-40B4-BE49-F238E27FC236}">
                  <a16:creationId xmlns:a16="http://schemas.microsoft.com/office/drawing/2014/main" id="{4B8C6FA8-A094-ED99-686F-36229E8860C4}"/>
                </a:ext>
              </a:extLst>
            </p:cNvPr>
            <p:cNvSpPr/>
            <p:nvPr/>
          </p:nvSpPr>
          <p:spPr>
            <a:xfrm>
              <a:off x="852932" y="1908725"/>
              <a:ext cx="356477" cy="314662"/>
            </a:xfrm>
            <a:custGeom>
              <a:avLst/>
              <a:gdLst/>
              <a:ahLst/>
              <a:cxnLst/>
              <a:rect l="l" t="t" r="r" b="b"/>
              <a:pathLst>
                <a:path w="3589" h="3168" extrusionOk="0">
                  <a:moveTo>
                    <a:pt x="3556" y="0"/>
                  </a:moveTo>
                  <a:cubicBezTo>
                    <a:pt x="3402" y="85"/>
                    <a:pt x="3253" y="170"/>
                    <a:pt x="3083" y="255"/>
                  </a:cubicBezTo>
                  <a:cubicBezTo>
                    <a:pt x="2748" y="424"/>
                    <a:pt x="2392" y="606"/>
                    <a:pt x="2041" y="792"/>
                  </a:cubicBezTo>
                  <a:cubicBezTo>
                    <a:pt x="1819" y="909"/>
                    <a:pt x="1601" y="1010"/>
                    <a:pt x="1399" y="1131"/>
                  </a:cubicBezTo>
                  <a:cubicBezTo>
                    <a:pt x="979" y="1349"/>
                    <a:pt x="542" y="1568"/>
                    <a:pt x="122" y="1786"/>
                  </a:cubicBezTo>
                  <a:cubicBezTo>
                    <a:pt x="21" y="1838"/>
                    <a:pt x="21" y="1887"/>
                    <a:pt x="21" y="1971"/>
                  </a:cubicBezTo>
                  <a:cubicBezTo>
                    <a:pt x="1" y="2089"/>
                    <a:pt x="21" y="2222"/>
                    <a:pt x="21" y="2343"/>
                  </a:cubicBezTo>
                  <a:cubicBezTo>
                    <a:pt x="21" y="2545"/>
                    <a:pt x="21" y="2763"/>
                    <a:pt x="1" y="2981"/>
                  </a:cubicBezTo>
                  <a:cubicBezTo>
                    <a:pt x="1" y="2998"/>
                    <a:pt x="1" y="3030"/>
                    <a:pt x="21" y="3050"/>
                  </a:cubicBezTo>
                  <a:cubicBezTo>
                    <a:pt x="21" y="3082"/>
                    <a:pt x="37" y="3115"/>
                    <a:pt x="1" y="3151"/>
                  </a:cubicBezTo>
                  <a:lnTo>
                    <a:pt x="1" y="3167"/>
                  </a:lnTo>
                  <a:lnTo>
                    <a:pt x="21" y="3167"/>
                  </a:lnTo>
                  <a:cubicBezTo>
                    <a:pt x="70" y="3115"/>
                    <a:pt x="54" y="3082"/>
                    <a:pt x="37" y="3030"/>
                  </a:cubicBezTo>
                  <a:cubicBezTo>
                    <a:pt x="37" y="3014"/>
                    <a:pt x="21" y="2998"/>
                    <a:pt x="37" y="2981"/>
                  </a:cubicBezTo>
                  <a:cubicBezTo>
                    <a:pt x="54" y="2763"/>
                    <a:pt x="37" y="2545"/>
                    <a:pt x="37" y="2343"/>
                  </a:cubicBezTo>
                  <a:lnTo>
                    <a:pt x="37" y="1971"/>
                  </a:lnTo>
                  <a:cubicBezTo>
                    <a:pt x="37" y="1887"/>
                    <a:pt x="54" y="1854"/>
                    <a:pt x="122" y="1818"/>
                  </a:cubicBezTo>
                  <a:cubicBezTo>
                    <a:pt x="558" y="1600"/>
                    <a:pt x="979" y="1366"/>
                    <a:pt x="1399" y="1147"/>
                  </a:cubicBezTo>
                  <a:cubicBezTo>
                    <a:pt x="1617" y="1046"/>
                    <a:pt x="1839" y="929"/>
                    <a:pt x="2041" y="808"/>
                  </a:cubicBezTo>
                  <a:cubicBezTo>
                    <a:pt x="2392" y="642"/>
                    <a:pt x="2764" y="457"/>
                    <a:pt x="3099" y="271"/>
                  </a:cubicBezTo>
                  <a:cubicBezTo>
                    <a:pt x="3253" y="186"/>
                    <a:pt x="3419" y="121"/>
                    <a:pt x="3572" y="36"/>
                  </a:cubicBezTo>
                  <a:cubicBezTo>
                    <a:pt x="3588" y="36"/>
                    <a:pt x="3588" y="20"/>
                    <a:pt x="3572" y="20"/>
                  </a:cubicBezTo>
                  <a:cubicBezTo>
                    <a:pt x="3572" y="0"/>
                    <a:pt x="3572" y="0"/>
                    <a:pt x="35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0">
              <a:extLst>
                <a:ext uri="{FF2B5EF4-FFF2-40B4-BE49-F238E27FC236}">
                  <a16:creationId xmlns:a16="http://schemas.microsoft.com/office/drawing/2014/main" id="{E6E30FF7-C433-5664-8712-A54D199B9F03}"/>
                </a:ext>
              </a:extLst>
            </p:cNvPr>
            <p:cNvSpPr/>
            <p:nvPr/>
          </p:nvSpPr>
          <p:spPr>
            <a:xfrm>
              <a:off x="1740897" y="1942396"/>
              <a:ext cx="169051" cy="401372"/>
            </a:xfrm>
            <a:custGeom>
              <a:avLst/>
              <a:gdLst/>
              <a:ahLst/>
              <a:cxnLst/>
              <a:rect l="l" t="t" r="r" b="b"/>
              <a:pathLst>
                <a:path w="1702" h="4041" extrusionOk="0">
                  <a:moveTo>
                    <a:pt x="1" y="0"/>
                  </a:moveTo>
                  <a:cubicBezTo>
                    <a:pt x="1" y="134"/>
                    <a:pt x="69" y="219"/>
                    <a:pt x="134" y="303"/>
                  </a:cubicBezTo>
                  <a:cubicBezTo>
                    <a:pt x="134" y="320"/>
                    <a:pt x="150" y="336"/>
                    <a:pt x="150" y="336"/>
                  </a:cubicBezTo>
                  <a:cubicBezTo>
                    <a:pt x="304" y="554"/>
                    <a:pt x="437" y="792"/>
                    <a:pt x="607" y="1059"/>
                  </a:cubicBezTo>
                  <a:cubicBezTo>
                    <a:pt x="776" y="1346"/>
                    <a:pt x="942" y="1616"/>
                    <a:pt x="1112" y="1883"/>
                  </a:cubicBezTo>
                  <a:cubicBezTo>
                    <a:pt x="1261" y="2154"/>
                    <a:pt x="1431" y="2440"/>
                    <a:pt x="1600" y="2711"/>
                  </a:cubicBezTo>
                  <a:cubicBezTo>
                    <a:pt x="1633" y="2776"/>
                    <a:pt x="1649" y="2828"/>
                    <a:pt x="1649" y="2893"/>
                  </a:cubicBezTo>
                  <a:lnTo>
                    <a:pt x="1649" y="3164"/>
                  </a:lnTo>
                  <a:cubicBezTo>
                    <a:pt x="1649" y="3317"/>
                    <a:pt x="1665" y="3483"/>
                    <a:pt x="1649" y="3652"/>
                  </a:cubicBezTo>
                  <a:cubicBezTo>
                    <a:pt x="1633" y="3802"/>
                    <a:pt x="1649" y="3923"/>
                    <a:pt x="1685" y="4040"/>
                  </a:cubicBezTo>
                  <a:lnTo>
                    <a:pt x="1701" y="4040"/>
                  </a:lnTo>
                  <a:lnTo>
                    <a:pt x="1701" y="4024"/>
                  </a:lnTo>
                  <a:cubicBezTo>
                    <a:pt x="1665" y="3923"/>
                    <a:pt x="1665" y="3802"/>
                    <a:pt x="1665" y="3652"/>
                  </a:cubicBezTo>
                  <a:cubicBezTo>
                    <a:pt x="1685" y="3483"/>
                    <a:pt x="1685" y="3317"/>
                    <a:pt x="1685" y="3164"/>
                  </a:cubicBezTo>
                  <a:lnTo>
                    <a:pt x="1685" y="2893"/>
                  </a:lnTo>
                  <a:cubicBezTo>
                    <a:pt x="1685" y="2828"/>
                    <a:pt x="1665" y="2760"/>
                    <a:pt x="1633" y="2711"/>
                  </a:cubicBezTo>
                  <a:cubicBezTo>
                    <a:pt x="1463" y="2424"/>
                    <a:pt x="1298" y="2137"/>
                    <a:pt x="1128" y="1867"/>
                  </a:cubicBezTo>
                  <a:cubicBezTo>
                    <a:pt x="958" y="1600"/>
                    <a:pt x="809" y="1330"/>
                    <a:pt x="639" y="1059"/>
                  </a:cubicBezTo>
                  <a:cubicBezTo>
                    <a:pt x="473" y="772"/>
                    <a:pt x="320" y="538"/>
                    <a:pt x="170" y="320"/>
                  </a:cubicBezTo>
                  <a:cubicBezTo>
                    <a:pt x="170" y="320"/>
                    <a:pt x="150" y="303"/>
                    <a:pt x="150" y="287"/>
                  </a:cubicBezTo>
                  <a:cubicBezTo>
                    <a:pt x="86" y="202"/>
                    <a:pt x="33" y="118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0">
              <a:extLst>
                <a:ext uri="{FF2B5EF4-FFF2-40B4-BE49-F238E27FC236}">
                  <a16:creationId xmlns:a16="http://schemas.microsoft.com/office/drawing/2014/main" id="{99E28E4E-50FC-E2FC-DBFD-88847ECB7BE6}"/>
                </a:ext>
              </a:extLst>
            </p:cNvPr>
            <p:cNvSpPr/>
            <p:nvPr/>
          </p:nvSpPr>
          <p:spPr>
            <a:xfrm>
              <a:off x="1859690" y="3537357"/>
              <a:ext cx="4867" cy="66647"/>
            </a:xfrm>
            <a:custGeom>
              <a:avLst/>
              <a:gdLst/>
              <a:ahLst/>
              <a:cxnLst/>
              <a:rect l="l" t="t" r="r" b="b"/>
              <a:pathLst>
                <a:path w="49" h="671" extrusionOk="0">
                  <a:moveTo>
                    <a:pt x="33" y="0"/>
                  </a:moveTo>
                  <a:lnTo>
                    <a:pt x="33" y="16"/>
                  </a:lnTo>
                  <a:cubicBezTo>
                    <a:pt x="1" y="117"/>
                    <a:pt x="17" y="218"/>
                    <a:pt x="17" y="319"/>
                  </a:cubicBezTo>
                  <a:lnTo>
                    <a:pt x="17" y="505"/>
                  </a:lnTo>
                  <a:lnTo>
                    <a:pt x="17" y="554"/>
                  </a:lnTo>
                  <a:cubicBezTo>
                    <a:pt x="17" y="590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590"/>
                    <a:pt x="33" y="554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0">
              <a:extLst>
                <a:ext uri="{FF2B5EF4-FFF2-40B4-BE49-F238E27FC236}">
                  <a16:creationId xmlns:a16="http://schemas.microsoft.com/office/drawing/2014/main" id="{C0371C8D-D7A3-7C0A-1C50-706732C18F58}"/>
                </a:ext>
              </a:extLst>
            </p:cNvPr>
            <p:cNvSpPr/>
            <p:nvPr/>
          </p:nvSpPr>
          <p:spPr>
            <a:xfrm>
              <a:off x="1139087" y="1609756"/>
              <a:ext cx="3278" cy="90386"/>
            </a:xfrm>
            <a:custGeom>
              <a:avLst/>
              <a:gdLst/>
              <a:ahLst/>
              <a:cxnLst/>
              <a:rect l="l" t="t" r="r" b="b"/>
              <a:pathLst>
                <a:path w="33" h="910" extrusionOk="0">
                  <a:moveTo>
                    <a:pt x="0" y="1"/>
                  </a:moveTo>
                  <a:lnTo>
                    <a:pt x="0" y="336"/>
                  </a:lnTo>
                  <a:cubicBezTo>
                    <a:pt x="0" y="522"/>
                    <a:pt x="0" y="708"/>
                    <a:pt x="16" y="889"/>
                  </a:cubicBezTo>
                  <a:lnTo>
                    <a:pt x="16" y="910"/>
                  </a:lnTo>
                  <a:lnTo>
                    <a:pt x="33" y="910"/>
                  </a:lnTo>
                  <a:lnTo>
                    <a:pt x="33" y="889"/>
                  </a:lnTo>
                  <a:cubicBezTo>
                    <a:pt x="16" y="708"/>
                    <a:pt x="16" y="522"/>
                    <a:pt x="16" y="336"/>
                  </a:cubicBezTo>
                  <a:cubicBezTo>
                    <a:pt x="33" y="235"/>
                    <a:pt x="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0">
              <a:extLst>
                <a:ext uri="{FF2B5EF4-FFF2-40B4-BE49-F238E27FC236}">
                  <a16:creationId xmlns:a16="http://schemas.microsoft.com/office/drawing/2014/main" id="{2EA511B5-D615-C6B6-167C-25AEB6071A99}"/>
                </a:ext>
              </a:extLst>
            </p:cNvPr>
            <p:cNvSpPr/>
            <p:nvPr/>
          </p:nvSpPr>
          <p:spPr>
            <a:xfrm>
              <a:off x="1841216" y="3227959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186"/>
                    <a:pt x="1" y="287"/>
                  </a:cubicBezTo>
                  <a:cubicBezTo>
                    <a:pt x="17" y="336"/>
                    <a:pt x="17" y="388"/>
                    <a:pt x="1" y="453"/>
                  </a:cubicBezTo>
                  <a:cubicBezTo>
                    <a:pt x="1" y="473"/>
                    <a:pt x="1" y="489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53"/>
                  </a:lnTo>
                  <a:lnTo>
                    <a:pt x="33" y="287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0">
              <a:extLst>
                <a:ext uri="{FF2B5EF4-FFF2-40B4-BE49-F238E27FC236}">
                  <a16:creationId xmlns:a16="http://schemas.microsoft.com/office/drawing/2014/main" id="{B9CF511F-662E-C294-D7F1-218FEA3B337A}"/>
                </a:ext>
              </a:extLst>
            </p:cNvPr>
            <p:cNvSpPr/>
            <p:nvPr/>
          </p:nvSpPr>
          <p:spPr>
            <a:xfrm>
              <a:off x="938451" y="2074399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808"/>
                  </a:lnTo>
                  <a:cubicBezTo>
                    <a:pt x="17" y="857"/>
                    <a:pt x="17" y="909"/>
                    <a:pt x="33" y="958"/>
                  </a:cubicBezTo>
                  <a:lnTo>
                    <a:pt x="49" y="978"/>
                  </a:lnTo>
                  <a:cubicBezTo>
                    <a:pt x="49" y="978"/>
                    <a:pt x="69" y="958"/>
                    <a:pt x="49" y="958"/>
                  </a:cubicBezTo>
                  <a:cubicBezTo>
                    <a:pt x="33" y="909"/>
                    <a:pt x="33" y="857"/>
                    <a:pt x="49" y="808"/>
                  </a:cubicBezTo>
                  <a:lnTo>
                    <a:pt x="49" y="724"/>
                  </a:lnTo>
                  <a:cubicBezTo>
                    <a:pt x="33" y="639"/>
                    <a:pt x="49" y="554"/>
                    <a:pt x="49" y="453"/>
                  </a:cubicBezTo>
                  <a:cubicBezTo>
                    <a:pt x="49" y="320"/>
                    <a:pt x="49" y="17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>
              <a:extLst>
                <a:ext uri="{FF2B5EF4-FFF2-40B4-BE49-F238E27FC236}">
                  <a16:creationId xmlns:a16="http://schemas.microsoft.com/office/drawing/2014/main" id="{A8754AAB-F598-1164-B76D-380FB365BE32}"/>
                </a:ext>
              </a:extLst>
            </p:cNvPr>
            <p:cNvSpPr/>
            <p:nvPr/>
          </p:nvSpPr>
          <p:spPr>
            <a:xfrm>
              <a:off x="1944712" y="2784970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66"/>
                    <a:pt x="17" y="251"/>
                  </a:cubicBezTo>
                  <a:cubicBezTo>
                    <a:pt x="17" y="336"/>
                    <a:pt x="17" y="421"/>
                    <a:pt x="1" y="490"/>
                  </a:cubicBezTo>
                  <a:cubicBezTo>
                    <a:pt x="1" y="506"/>
                    <a:pt x="1" y="506"/>
                    <a:pt x="17" y="506"/>
                  </a:cubicBezTo>
                  <a:lnTo>
                    <a:pt x="37" y="506"/>
                  </a:lnTo>
                  <a:cubicBezTo>
                    <a:pt x="53" y="421"/>
                    <a:pt x="53" y="336"/>
                    <a:pt x="53" y="251"/>
                  </a:cubicBezTo>
                  <a:cubicBezTo>
                    <a:pt x="37" y="166"/>
                    <a:pt x="37" y="86"/>
                    <a:pt x="53" y="17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0">
              <a:extLst>
                <a:ext uri="{FF2B5EF4-FFF2-40B4-BE49-F238E27FC236}">
                  <a16:creationId xmlns:a16="http://schemas.microsoft.com/office/drawing/2014/main" id="{B108FBE6-6DD7-1568-DF4F-4A7CC4B4C336}"/>
                </a:ext>
              </a:extLst>
            </p:cNvPr>
            <p:cNvSpPr/>
            <p:nvPr/>
          </p:nvSpPr>
          <p:spPr>
            <a:xfrm>
              <a:off x="1792646" y="2086020"/>
              <a:ext cx="5364" cy="57112"/>
            </a:xfrm>
            <a:custGeom>
              <a:avLst/>
              <a:gdLst/>
              <a:ahLst/>
              <a:cxnLst/>
              <a:rect l="l" t="t" r="r" b="b"/>
              <a:pathLst>
                <a:path w="54" h="575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85"/>
                    <a:pt x="1" y="154"/>
                    <a:pt x="17" y="219"/>
                  </a:cubicBezTo>
                  <a:cubicBezTo>
                    <a:pt x="17" y="336"/>
                    <a:pt x="17" y="457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lnTo>
                    <a:pt x="17" y="558"/>
                  </a:lnTo>
                  <a:cubicBezTo>
                    <a:pt x="53" y="457"/>
                    <a:pt x="33" y="336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0">
              <a:extLst>
                <a:ext uri="{FF2B5EF4-FFF2-40B4-BE49-F238E27FC236}">
                  <a16:creationId xmlns:a16="http://schemas.microsoft.com/office/drawing/2014/main" id="{0BFFA9D2-F144-B354-02BE-C8D41D2D07B6}"/>
                </a:ext>
              </a:extLst>
            </p:cNvPr>
            <p:cNvSpPr/>
            <p:nvPr/>
          </p:nvSpPr>
          <p:spPr>
            <a:xfrm>
              <a:off x="1765828" y="3146115"/>
              <a:ext cx="3675" cy="60290"/>
            </a:xfrm>
            <a:custGeom>
              <a:avLst/>
              <a:gdLst/>
              <a:ahLst/>
              <a:cxnLst/>
              <a:rect l="l" t="t" r="r" b="b"/>
              <a:pathLst>
                <a:path w="37" h="607" extrusionOk="0">
                  <a:moveTo>
                    <a:pt x="20" y="0"/>
                  </a:moveTo>
                  <a:lnTo>
                    <a:pt x="20" y="17"/>
                  </a:lnTo>
                  <a:cubicBezTo>
                    <a:pt x="0" y="85"/>
                    <a:pt x="0" y="166"/>
                    <a:pt x="20" y="235"/>
                  </a:cubicBezTo>
                  <a:cubicBezTo>
                    <a:pt x="20" y="352"/>
                    <a:pt x="20" y="469"/>
                    <a:pt x="0" y="590"/>
                  </a:cubicBezTo>
                  <a:lnTo>
                    <a:pt x="0" y="606"/>
                  </a:lnTo>
                  <a:lnTo>
                    <a:pt x="20" y="606"/>
                  </a:lnTo>
                  <a:lnTo>
                    <a:pt x="20" y="590"/>
                  </a:lnTo>
                  <a:cubicBezTo>
                    <a:pt x="37" y="469"/>
                    <a:pt x="37" y="352"/>
                    <a:pt x="37" y="235"/>
                  </a:cubicBezTo>
                  <a:lnTo>
                    <a:pt x="37" y="17"/>
                  </a:lnTo>
                  <a:cubicBezTo>
                    <a:pt x="37" y="17"/>
                    <a:pt x="37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0">
              <a:extLst>
                <a:ext uri="{FF2B5EF4-FFF2-40B4-BE49-F238E27FC236}">
                  <a16:creationId xmlns:a16="http://schemas.microsoft.com/office/drawing/2014/main" id="{C5A7E5D3-B3D9-4E52-0569-01E4EC776383}"/>
                </a:ext>
              </a:extLst>
            </p:cNvPr>
            <p:cNvSpPr/>
            <p:nvPr/>
          </p:nvSpPr>
          <p:spPr>
            <a:xfrm>
              <a:off x="1521886" y="2146211"/>
              <a:ext cx="180573" cy="342771"/>
            </a:xfrm>
            <a:custGeom>
              <a:avLst/>
              <a:gdLst/>
              <a:ahLst/>
              <a:cxnLst/>
              <a:rect l="l" t="t" r="r" b="b"/>
              <a:pathLst>
                <a:path w="1818" h="3451" extrusionOk="0">
                  <a:moveTo>
                    <a:pt x="53" y="1"/>
                  </a:moveTo>
                  <a:cubicBezTo>
                    <a:pt x="53" y="1"/>
                    <a:pt x="53" y="17"/>
                    <a:pt x="32" y="17"/>
                  </a:cubicBezTo>
                  <a:cubicBezTo>
                    <a:pt x="16" y="170"/>
                    <a:pt x="0" y="304"/>
                    <a:pt x="133" y="437"/>
                  </a:cubicBezTo>
                  <a:cubicBezTo>
                    <a:pt x="271" y="590"/>
                    <a:pt x="372" y="760"/>
                    <a:pt x="489" y="910"/>
                  </a:cubicBezTo>
                  <a:cubicBezTo>
                    <a:pt x="521" y="994"/>
                    <a:pt x="574" y="1063"/>
                    <a:pt x="638" y="1144"/>
                  </a:cubicBezTo>
                  <a:cubicBezTo>
                    <a:pt x="877" y="1483"/>
                    <a:pt x="1111" y="1835"/>
                    <a:pt x="1366" y="2174"/>
                  </a:cubicBezTo>
                  <a:lnTo>
                    <a:pt x="1382" y="2190"/>
                  </a:lnTo>
                  <a:cubicBezTo>
                    <a:pt x="1430" y="2275"/>
                    <a:pt x="1483" y="2340"/>
                    <a:pt x="1547" y="2424"/>
                  </a:cubicBezTo>
                  <a:cubicBezTo>
                    <a:pt x="1600" y="2509"/>
                    <a:pt x="1648" y="2578"/>
                    <a:pt x="1717" y="2659"/>
                  </a:cubicBezTo>
                  <a:lnTo>
                    <a:pt x="1717" y="2679"/>
                  </a:lnTo>
                  <a:cubicBezTo>
                    <a:pt x="1733" y="2711"/>
                    <a:pt x="1769" y="2727"/>
                    <a:pt x="1769" y="2744"/>
                  </a:cubicBezTo>
                  <a:lnTo>
                    <a:pt x="1769" y="2828"/>
                  </a:lnTo>
                  <a:cubicBezTo>
                    <a:pt x="1786" y="3030"/>
                    <a:pt x="1802" y="3232"/>
                    <a:pt x="1749" y="3434"/>
                  </a:cubicBezTo>
                  <a:cubicBezTo>
                    <a:pt x="1749" y="3450"/>
                    <a:pt x="1749" y="3450"/>
                    <a:pt x="1769" y="3450"/>
                  </a:cubicBezTo>
                  <a:lnTo>
                    <a:pt x="1786" y="3450"/>
                  </a:lnTo>
                  <a:cubicBezTo>
                    <a:pt x="1818" y="3232"/>
                    <a:pt x="1802" y="3030"/>
                    <a:pt x="1802" y="2828"/>
                  </a:cubicBezTo>
                  <a:cubicBezTo>
                    <a:pt x="1786" y="2796"/>
                    <a:pt x="1786" y="2780"/>
                    <a:pt x="1786" y="2744"/>
                  </a:cubicBezTo>
                  <a:cubicBezTo>
                    <a:pt x="1786" y="2727"/>
                    <a:pt x="1769" y="2695"/>
                    <a:pt x="1749" y="2659"/>
                  </a:cubicBezTo>
                  <a:lnTo>
                    <a:pt x="1733" y="2643"/>
                  </a:lnTo>
                  <a:cubicBezTo>
                    <a:pt x="1685" y="2578"/>
                    <a:pt x="1616" y="2493"/>
                    <a:pt x="1568" y="2408"/>
                  </a:cubicBezTo>
                  <a:cubicBezTo>
                    <a:pt x="1515" y="2323"/>
                    <a:pt x="1446" y="2255"/>
                    <a:pt x="1398" y="2174"/>
                  </a:cubicBezTo>
                  <a:lnTo>
                    <a:pt x="1382" y="2154"/>
                  </a:lnTo>
                  <a:cubicBezTo>
                    <a:pt x="1143" y="1818"/>
                    <a:pt x="893" y="1467"/>
                    <a:pt x="659" y="1128"/>
                  </a:cubicBezTo>
                  <a:cubicBezTo>
                    <a:pt x="606" y="1043"/>
                    <a:pt x="558" y="978"/>
                    <a:pt x="505" y="893"/>
                  </a:cubicBezTo>
                  <a:cubicBezTo>
                    <a:pt x="404" y="740"/>
                    <a:pt x="287" y="574"/>
                    <a:pt x="154" y="421"/>
                  </a:cubicBezTo>
                  <a:cubicBezTo>
                    <a:pt x="32" y="287"/>
                    <a:pt x="32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0">
              <a:extLst>
                <a:ext uri="{FF2B5EF4-FFF2-40B4-BE49-F238E27FC236}">
                  <a16:creationId xmlns:a16="http://schemas.microsoft.com/office/drawing/2014/main" id="{761B24EA-DD0D-17DE-B932-F3C4CAD9B077}"/>
                </a:ext>
              </a:extLst>
            </p:cNvPr>
            <p:cNvSpPr/>
            <p:nvPr/>
          </p:nvSpPr>
          <p:spPr>
            <a:xfrm>
              <a:off x="1087339" y="2684651"/>
              <a:ext cx="6456" cy="86810"/>
            </a:xfrm>
            <a:custGeom>
              <a:avLst/>
              <a:gdLst/>
              <a:ahLst/>
              <a:cxnLst/>
              <a:rect l="l" t="t" r="r" b="b"/>
              <a:pathLst>
                <a:path w="65" h="874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150"/>
                    <a:pt x="16" y="304"/>
                    <a:pt x="16" y="437"/>
                  </a:cubicBezTo>
                  <a:lnTo>
                    <a:pt x="16" y="692"/>
                  </a:lnTo>
                  <a:cubicBezTo>
                    <a:pt x="16" y="740"/>
                    <a:pt x="16" y="772"/>
                    <a:pt x="32" y="809"/>
                  </a:cubicBezTo>
                  <a:lnTo>
                    <a:pt x="32" y="857"/>
                  </a:lnTo>
                  <a:cubicBezTo>
                    <a:pt x="32" y="857"/>
                    <a:pt x="32" y="873"/>
                    <a:pt x="49" y="873"/>
                  </a:cubicBezTo>
                  <a:lnTo>
                    <a:pt x="65" y="857"/>
                  </a:lnTo>
                  <a:cubicBezTo>
                    <a:pt x="49" y="841"/>
                    <a:pt x="49" y="825"/>
                    <a:pt x="49" y="809"/>
                  </a:cubicBezTo>
                  <a:lnTo>
                    <a:pt x="49" y="692"/>
                  </a:lnTo>
                  <a:lnTo>
                    <a:pt x="49" y="437"/>
                  </a:lnTo>
                  <a:cubicBezTo>
                    <a:pt x="49" y="304"/>
                    <a:pt x="49" y="150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0">
              <a:extLst>
                <a:ext uri="{FF2B5EF4-FFF2-40B4-BE49-F238E27FC236}">
                  <a16:creationId xmlns:a16="http://schemas.microsoft.com/office/drawing/2014/main" id="{77241814-550E-F489-8667-ADA43932CFDC}"/>
                </a:ext>
              </a:extLst>
            </p:cNvPr>
            <p:cNvSpPr/>
            <p:nvPr/>
          </p:nvSpPr>
          <p:spPr>
            <a:xfrm>
              <a:off x="1737719" y="3411710"/>
              <a:ext cx="170640" cy="244439"/>
            </a:xfrm>
            <a:custGeom>
              <a:avLst/>
              <a:gdLst/>
              <a:ahLst/>
              <a:cxnLst/>
              <a:rect l="l" t="t" r="r" b="b"/>
              <a:pathLst>
                <a:path w="1718" h="2461" extrusionOk="0">
                  <a:moveTo>
                    <a:pt x="33" y="1"/>
                  </a:moveTo>
                  <a:cubicBezTo>
                    <a:pt x="17" y="1"/>
                    <a:pt x="17" y="17"/>
                    <a:pt x="17" y="17"/>
                  </a:cubicBezTo>
                  <a:cubicBezTo>
                    <a:pt x="0" y="170"/>
                    <a:pt x="0" y="340"/>
                    <a:pt x="0" y="490"/>
                  </a:cubicBezTo>
                  <a:lnTo>
                    <a:pt x="0" y="776"/>
                  </a:lnTo>
                  <a:cubicBezTo>
                    <a:pt x="0" y="825"/>
                    <a:pt x="17" y="845"/>
                    <a:pt x="49" y="861"/>
                  </a:cubicBezTo>
                  <a:cubicBezTo>
                    <a:pt x="49" y="861"/>
                    <a:pt x="65" y="861"/>
                    <a:pt x="65" y="877"/>
                  </a:cubicBezTo>
                  <a:cubicBezTo>
                    <a:pt x="352" y="1128"/>
                    <a:pt x="639" y="1398"/>
                    <a:pt x="926" y="1685"/>
                  </a:cubicBezTo>
                  <a:cubicBezTo>
                    <a:pt x="990" y="1754"/>
                    <a:pt x="1059" y="1819"/>
                    <a:pt x="1128" y="1887"/>
                  </a:cubicBezTo>
                  <a:cubicBezTo>
                    <a:pt x="1293" y="2037"/>
                    <a:pt x="1447" y="2190"/>
                    <a:pt x="1616" y="2340"/>
                  </a:cubicBezTo>
                  <a:cubicBezTo>
                    <a:pt x="1649" y="2376"/>
                    <a:pt x="1665" y="2408"/>
                    <a:pt x="1681" y="2461"/>
                  </a:cubicBezTo>
                  <a:lnTo>
                    <a:pt x="1697" y="2461"/>
                  </a:lnTo>
                  <a:cubicBezTo>
                    <a:pt x="1717" y="2461"/>
                    <a:pt x="1717" y="2461"/>
                    <a:pt x="1717" y="2441"/>
                  </a:cubicBezTo>
                  <a:cubicBezTo>
                    <a:pt x="1697" y="2408"/>
                    <a:pt x="1665" y="2360"/>
                    <a:pt x="1632" y="2324"/>
                  </a:cubicBezTo>
                  <a:cubicBezTo>
                    <a:pt x="1463" y="2174"/>
                    <a:pt x="1313" y="2021"/>
                    <a:pt x="1144" y="1871"/>
                  </a:cubicBezTo>
                  <a:cubicBezTo>
                    <a:pt x="1075" y="1802"/>
                    <a:pt x="1010" y="1734"/>
                    <a:pt x="942" y="1669"/>
                  </a:cubicBezTo>
                  <a:cubicBezTo>
                    <a:pt x="655" y="1382"/>
                    <a:pt x="368" y="1112"/>
                    <a:pt x="81" y="845"/>
                  </a:cubicBezTo>
                  <a:cubicBezTo>
                    <a:pt x="81" y="845"/>
                    <a:pt x="65" y="845"/>
                    <a:pt x="65" y="825"/>
                  </a:cubicBezTo>
                  <a:cubicBezTo>
                    <a:pt x="33" y="809"/>
                    <a:pt x="17" y="809"/>
                    <a:pt x="17" y="776"/>
                  </a:cubicBezTo>
                  <a:cubicBezTo>
                    <a:pt x="33" y="692"/>
                    <a:pt x="33" y="591"/>
                    <a:pt x="17" y="490"/>
                  </a:cubicBezTo>
                  <a:cubicBezTo>
                    <a:pt x="17" y="340"/>
                    <a:pt x="17" y="18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0">
              <a:extLst>
                <a:ext uri="{FF2B5EF4-FFF2-40B4-BE49-F238E27FC236}">
                  <a16:creationId xmlns:a16="http://schemas.microsoft.com/office/drawing/2014/main" id="{AECB6186-F89B-CF07-0AD9-7D9F42154B2C}"/>
                </a:ext>
              </a:extLst>
            </p:cNvPr>
            <p:cNvSpPr/>
            <p:nvPr/>
          </p:nvSpPr>
          <p:spPr>
            <a:xfrm>
              <a:off x="1923059" y="2985606"/>
              <a:ext cx="147398" cy="279401"/>
            </a:xfrm>
            <a:custGeom>
              <a:avLst/>
              <a:gdLst/>
              <a:ahLst/>
              <a:cxnLst/>
              <a:rect l="l" t="t" r="r" b="b"/>
              <a:pathLst>
                <a:path w="1484" h="281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66"/>
                    <a:pt x="102" y="267"/>
                    <a:pt x="187" y="368"/>
                  </a:cubicBezTo>
                  <a:cubicBezTo>
                    <a:pt x="219" y="405"/>
                    <a:pt x="255" y="437"/>
                    <a:pt x="288" y="489"/>
                  </a:cubicBezTo>
                  <a:cubicBezTo>
                    <a:pt x="574" y="857"/>
                    <a:pt x="861" y="1229"/>
                    <a:pt x="1144" y="1580"/>
                  </a:cubicBezTo>
                  <a:cubicBezTo>
                    <a:pt x="1229" y="1681"/>
                    <a:pt x="1314" y="1782"/>
                    <a:pt x="1399" y="1883"/>
                  </a:cubicBezTo>
                  <a:cubicBezTo>
                    <a:pt x="1431" y="1952"/>
                    <a:pt x="1447" y="2020"/>
                    <a:pt x="1447" y="2105"/>
                  </a:cubicBezTo>
                  <a:cubicBezTo>
                    <a:pt x="1431" y="2222"/>
                    <a:pt x="1431" y="2356"/>
                    <a:pt x="1431" y="2473"/>
                  </a:cubicBezTo>
                  <a:cubicBezTo>
                    <a:pt x="1431" y="2525"/>
                    <a:pt x="1447" y="2590"/>
                    <a:pt x="1431" y="2643"/>
                  </a:cubicBezTo>
                  <a:cubicBezTo>
                    <a:pt x="1431" y="2659"/>
                    <a:pt x="1447" y="2675"/>
                    <a:pt x="1447" y="2675"/>
                  </a:cubicBezTo>
                  <a:cubicBezTo>
                    <a:pt x="1447" y="2727"/>
                    <a:pt x="1447" y="2760"/>
                    <a:pt x="1415" y="2792"/>
                  </a:cubicBezTo>
                  <a:lnTo>
                    <a:pt x="1415" y="2812"/>
                  </a:lnTo>
                  <a:lnTo>
                    <a:pt x="1431" y="2812"/>
                  </a:lnTo>
                  <a:cubicBezTo>
                    <a:pt x="1467" y="2776"/>
                    <a:pt x="1467" y="2727"/>
                    <a:pt x="1467" y="2675"/>
                  </a:cubicBezTo>
                  <a:lnTo>
                    <a:pt x="1467" y="2643"/>
                  </a:lnTo>
                  <a:lnTo>
                    <a:pt x="1467" y="2473"/>
                  </a:lnTo>
                  <a:lnTo>
                    <a:pt x="1467" y="2105"/>
                  </a:lnTo>
                  <a:cubicBezTo>
                    <a:pt x="1483" y="2020"/>
                    <a:pt x="1467" y="1952"/>
                    <a:pt x="1415" y="1867"/>
                  </a:cubicBezTo>
                  <a:cubicBezTo>
                    <a:pt x="1330" y="1766"/>
                    <a:pt x="1245" y="1665"/>
                    <a:pt x="1164" y="1564"/>
                  </a:cubicBezTo>
                  <a:cubicBezTo>
                    <a:pt x="877" y="1213"/>
                    <a:pt x="591" y="841"/>
                    <a:pt x="304" y="469"/>
                  </a:cubicBezTo>
                  <a:cubicBezTo>
                    <a:pt x="271" y="421"/>
                    <a:pt x="235" y="388"/>
                    <a:pt x="219" y="352"/>
                  </a:cubicBezTo>
                  <a:cubicBezTo>
                    <a:pt x="118" y="251"/>
                    <a:pt x="33" y="15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0">
              <a:extLst>
                <a:ext uri="{FF2B5EF4-FFF2-40B4-BE49-F238E27FC236}">
                  <a16:creationId xmlns:a16="http://schemas.microsoft.com/office/drawing/2014/main" id="{381D03CB-14D4-D0DA-C0C3-2DB4FCEFFB43}"/>
                </a:ext>
              </a:extLst>
            </p:cNvPr>
            <p:cNvSpPr/>
            <p:nvPr/>
          </p:nvSpPr>
          <p:spPr>
            <a:xfrm>
              <a:off x="1088928" y="3528914"/>
              <a:ext cx="4867" cy="97140"/>
            </a:xfrm>
            <a:custGeom>
              <a:avLst/>
              <a:gdLst/>
              <a:ahLst/>
              <a:cxnLst/>
              <a:rect l="l" t="t" r="r" b="b"/>
              <a:pathLst>
                <a:path w="49" h="97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70"/>
                    <a:pt x="16" y="319"/>
                    <a:pt x="16" y="453"/>
                  </a:cubicBezTo>
                  <a:lnTo>
                    <a:pt x="16" y="740"/>
                  </a:lnTo>
                  <a:lnTo>
                    <a:pt x="16" y="808"/>
                  </a:lnTo>
                  <a:cubicBezTo>
                    <a:pt x="16" y="857"/>
                    <a:pt x="16" y="909"/>
                    <a:pt x="33" y="958"/>
                  </a:cubicBezTo>
                  <a:lnTo>
                    <a:pt x="49" y="978"/>
                  </a:lnTo>
                  <a:lnTo>
                    <a:pt x="49" y="958"/>
                  </a:lnTo>
                  <a:cubicBezTo>
                    <a:pt x="33" y="909"/>
                    <a:pt x="33" y="857"/>
                    <a:pt x="49" y="808"/>
                  </a:cubicBezTo>
                  <a:lnTo>
                    <a:pt x="49" y="740"/>
                  </a:lnTo>
                  <a:cubicBezTo>
                    <a:pt x="33" y="639"/>
                    <a:pt x="33" y="554"/>
                    <a:pt x="49" y="453"/>
                  </a:cubicBezTo>
                  <a:cubicBezTo>
                    <a:pt x="49" y="319"/>
                    <a:pt x="49" y="170"/>
                    <a:pt x="33" y="16"/>
                  </a:cubicBez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0">
              <a:extLst>
                <a:ext uri="{FF2B5EF4-FFF2-40B4-BE49-F238E27FC236}">
                  <a16:creationId xmlns:a16="http://schemas.microsoft.com/office/drawing/2014/main" id="{8005C71E-B392-389A-DF4A-B9BFCCB237E3}"/>
                </a:ext>
              </a:extLst>
            </p:cNvPr>
            <p:cNvSpPr/>
            <p:nvPr/>
          </p:nvSpPr>
          <p:spPr>
            <a:xfrm>
              <a:off x="702554" y="2373764"/>
              <a:ext cx="5264" cy="66647"/>
            </a:xfrm>
            <a:custGeom>
              <a:avLst/>
              <a:gdLst/>
              <a:ahLst/>
              <a:cxnLst/>
              <a:rect l="l" t="t" r="r" b="b"/>
              <a:pathLst>
                <a:path w="53" h="671" extrusionOk="0">
                  <a:moveTo>
                    <a:pt x="36" y="0"/>
                  </a:moveTo>
                  <a:cubicBezTo>
                    <a:pt x="20" y="0"/>
                    <a:pt x="20" y="16"/>
                    <a:pt x="20" y="16"/>
                  </a:cubicBezTo>
                  <a:lnTo>
                    <a:pt x="20" y="267"/>
                  </a:lnTo>
                  <a:cubicBezTo>
                    <a:pt x="20" y="388"/>
                    <a:pt x="0" y="537"/>
                    <a:pt x="36" y="671"/>
                  </a:cubicBezTo>
                  <a:lnTo>
                    <a:pt x="53" y="671"/>
                  </a:lnTo>
                  <a:lnTo>
                    <a:pt x="53" y="655"/>
                  </a:lnTo>
                  <a:cubicBezTo>
                    <a:pt x="36" y="521"/>
                    <a:pt x="36" y="388"/>
                    <a:pt x="36" y="267"/>
                  </a:cubicBezTo>
                  <a:cubicBezTo>
                    <a:pt x="36" y="186"/>
                    <a:pt x="53" y="101"/>
                    <a:pt x="36" y="16"/>
                  </a:cubicBez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0">
              <a:extLst>
                <a:ext uri="{FF2B5EF4-FFF2-40B4-BE49-F238E27FC236}">
                  <a16:creationId xmlns:a16="http://schemas.microsoft.com/office/drawing/2014/main" id="{819ECDCD-042E-909D-4CC5-7B512E6CA24D}"/>
                </a:ext>
              </a:extLst>
            </p:cNvPr>
            <p:cNvSpPr/>
            <p:nvPr/>
          </p:nvSpPr>
          <p:spPr>
            <a:xfrm>
              <a:off x="1521886" y="1412398"/>
              <a:ext cx="203914" cy="463053"/>
            </a:xfrm>
            <a:custGeom>
              <a:avLst/>
              <a:gdLst/>
              <a:ahLst/>
              <a:cxnLst/>
              <a:rect l="l" t="t" r="r" b="b"/>
              <a:pathLst>
                <a:path w="2053" h="4662" extrusionOk="0">
                  <a:moveTo>
                    <a:pt x="16" y="0"/>
                  </a:moveTo>
                  <a:cubicBezTo>
                    <a:pt x="16" y="16"/>
                    <a:pt x="0" y="16"/>
                    <a:pt x="0" y="16"/>
                  </a:cubicBezTo>
                  <a:cubicBezTo>
                    <a:pt x="32" y="117"/>
                    <a:pt x="53" y="218"/>
                    <a:pt x="32" y="303"/>
                  </a:cubicBezTo>
                  <a:lnTo>
                    <a:pt x="32" y="925"/>
                  </a:lnTo>
                  <a:lnTo>
                    <a:pt x="32" y="1244"/>
                  </a:lnTo>
                  <a:cubicBezTo>
                    <a:pt x="32" y="1297"/>
                    <a:pt x="53" y="1345"/>
                    <a:pt x="85" y="1382"/>
                  </a:cubicBezTo>
                  <a:cubicBezTo>
                    <a:pt x="170" y="1531"/>
                    <a:pt x="271" y="1701"/>
                    <a:pt x="372" y="1866"/>
                  </a:cubicBezTo>
                  <a:cubicBezTo>
                    <a:pt x="505" y="2089"/>
                    <a:pt x="659" y="2323"/>
                    <a:pt x="792" y="2557"/>
                  </a:cubicBezTo>
                  <a:cubicBezTo>
                    <a:pt x="893" y="2727"/>
                    <a:pt x="994" y="2897"/>
                    <a:pt x="1079" y="3046"/>
                  </a:cubicBezTo>
                  <a:cubicBezTo>
                    <a:pt x="1265" y="3365"/>
                    <a:pt x="1467" y="3704"/>
                    <a:pt x="1669" y="4007"/>
                  </a:cubicBezTo>
                  <a:cubicBezTo>
                    <a:pt x="1701" y="4056"/>
                    <a:pt x="1733" y="4125"/>
                    <a:pt x="1749" y="4173"/>
                  </a:cubicBezTo>
                  <a:cubicBezTo>
                    <a:pt x="1818" y="4290"/>
                    <a:pt x="1887" y="4411"/>
                    <a:pt x="1988" y="4512"/>
                  </a:cubicBezTo>
                  <a:cubicBezTo>
                    <a:pt x="2004" y="4529"/>
                    <a:pt x="2004" y="4561"/>
                    <a:pt x="2004" y="4593"/>
                  </a:cubicBezTo>
                  <a:cubicBezTo>
                    <a:pt x="2020" y="4613"/>
                    <a:pt x="2020" y="4630"/>
                    <a:pt x="2020" y="4646"/>
                  </a:cubicBezTo>
                  <a:lnTo>
                    <a:pt x="2036" y="4662"/>
                  </a:lnTo>
                  <a:lnTo>
                    <a:pt x="2036" y="4646"/>
                  </a:lnTo>
                  <a:lnTo>
                    <a:pt x="2052" y="4646"/>
                  </a:lnTo>
                  <a:cubicBezTo>
                    <a:pt x="2036" y="4630"/>
                    <a:pt x="2036" y="4613"/>
                    <a:pt x="2036" y="4593"/>
                  </a:cubicBezTo>
                  <a:cubicBezTo>
                    <a:pt x="2036" y="4545"/>
                    <a:pt x="2020" y="4512"/>
                    <a:pt x="2004" y="4476"/>
                  </a:cubicBezTo>
                  <a:cubicBezTo>
                    <a:pt x="1903" y="4391"/>
                    <a:pt x="1834" y="4274"/>
                    <a:pt x="1786" y="4157"/>
                  </a:cubicBezTo>
                  <a:cubicBezTo>
                    <a:pt x="1749" y="4108"/>
                    <a:pt x="1717" y="4056"/>
                    <a:pt x="1685" y="3987"/>
                  </a:cubicBezTo>
                  <a:cubicBezTo>
                    <a:pt x="1483" y="3684"/>
                    <a:pt x="1297" y="3349"/>
                    <a:pt x="1111" y="3030"/>
                  </a:cubicBezTo>
                  <a:cubicBezTo>
                    <a:pt x="1010" y="2876"/>
                    <a:pt x="909" y="2711"/>
                    <a:pt x="808" y="2541"/>
                  </a:cubicBezTo>
                  <a:cubicBezTo>
                    <a:pt x="675" y="2307"/>
                    <a:pt x="537" y="2068"/>
                    <a:pt x="388" y="1850"/>
                  </a:cubicBezTo>
                  <a:cubicBezTo>
                    <a:pt x="303" y="1685"/>
                    <a:pt x="202" y="1531"/>
                    <a:pt x="101" y="1361"/>
                  </a:cubicBezTo>
                  <a:cubicBezTo>
                    <a:pt x="85" y="1329"/>
                    <a:pt x="69" y="1297"/>
                    <a:pt x="69" y="1244"/>
                  </a:cubicBezTo>
                  <a:lnTo>
                    <a:pt x="69" y="925"/>
                  </a:lnTo>
                  <a:cubicBezTo>
                    <a:pt x="53" y="723"/>
                    <a:pt x="53" y="505"/>
                    <a:pt x="69" y="303"/>
                  </a:cubicBezTo>
                  <a:cubicBezTo>
                    <a:pt x="69" y="202"/>
                    <a:pt x="69" y="117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0">
              <a:extLst>
                <a:ext uri="{FF2B5EF4-FFF2-40B4-BE49-F238E27FC236}">
                  <a16:creationId xmlns:a16="http://schemas.microsoft.com/office/drawing/2014/main" id="{941FD3DC-9070-3DFE-CE80-221BF9992484}"/>
                </a:ext>
              </a:extLst>
            </p:cNvPr>
            <p:cNvSpPr/>
            <p:nvPr/>
          </p:nvSpPr>
          <p:spPr>
            <a:xfrm>
              <a:off x="1617337" y="2151475"/>
              <a:ext cx="1689" cy="56615"/>
            </a:xfrm>
            <a:custGeom>
              <a:avLst/>
              <a:gdLst/>
              <a:ahLst/>
              <a:cxnLst/>
              <a:rect l="l" t="t" r="r" b="b"/>
              <a:pathLst>
                <a:path w="17" h="570" extrusionOk="0">
                  <a:moveTo>
                    <a:pt x="1" y="0"/>
                  </a:moveTo>
                  <a:lnTo>
                    <a:pt x="1" y="16"/>
                  </a:lnTo>
                  <a:lnTo>
                    <a:pt x="1" y="554"/>
                  </a:ln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lnTo>
                    <a:pt x="17" y="16"/>
                  </a:lnTo>
                  <a:cubicBezTo>
                    <a:pt x="17" y="0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0">
              <a:extLst>
                <a:ext uri="{FF2B5EF4-FFF2-40B4-BE49-F238E27FC236}">
                  <a16:creationId xmlns:a16="http://schemas.microsoft.com/office/drawing/2014/main" id="{A34FA0E4-EBD5-D0F5-459D-339BBFC3B6C3}"/>
                </a:ext>
              </a:extLst>
            </p:cNvPr>
            <p:cNvSpPr/>
            <p:nvPr/>
          </p:nvSpPr>
          <p:spPr>
            <a:xfrm>
              <a:off x="1336446" y="2402171"/>
              <a:ext cx="6555" cy="92074"/>
            </a:xfrm>
            <a:custGeom>
              <a:avLst/>
              <a:gdLst/>
              <a:ahLst/>
              <a:cxnLst/>
              <a:rect l="l" t="t" r="r" b="b"/>
              <a:pathLst>
                <a:path w="66" h="927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33"/>
                    <a:pt x="17" y="49"/>
                    <a:pt x="17" y="66"/>
                  </a:cubicBezTo>
                  <a:cubicBezTo>
                    <a:pt x="33" y="82"/>
                    <a:pt x="33" y="82"/>
                    <a:pt x="33" y="102"/>
                  </a:cubicBezTo>
                  <a:lnTo>
                    <a:pt x="33" y="304"/>
                  </a:lnTo>
                  <a:cubicBezTo>
                    <a:pt x="17" y="506"/>
                    <a:pt x="17" y="708"/>
                    <a:pt x="33" y="910"/>
                  </a:cubicBezTo>
                  <a:lnTo>
                    <a:pt x="49" y="926"/>
                  </a:lnTo>
                  <a:lnTo>
                    <a:pt x="65" y="910"/>
                  </a:lnTo>
                  <a:cubicBezTo>
                    <a:pt x="33" y="708"/>
                    <a:pt x="49" y="506"/>
                    <a:pt x="49" y="304"/>
                  </a:cubicBezTo>
                  <a:lnTo>
                    <a:pt x="49" y="102"/>
                  </a:lnTo>
                  <a:lnTo>
                    <a:pt x="49" y="49"/>
                  </a:lnTo>
                  <a:cubicBezTo>
                    <a:pt x="33" y="33"/>
                    <a:pt x="33" y="33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0">
              <a:extLst>
                <a:ext uri="{FF2B5EF4-FFF2-40B4-BE49-F238E27FC236}">
                  <a16:creationId xmlns:a16="http://schemas.microsoft.com/office/drawing/2014/main" id="{A9D82F69-9C53-89C7-F773-B4308ADC3C3B}"/>
                </a:ext>
              </a:extLst>
            </p:cNvPr>
            <p:cNvSpPr/>
            <p:nvPr/>
          </p:nvSpPr>
          <p:spPr>
            <a:xfrm>
              <a:off x="1185969" y="2127736"/>
              <a:ext cx="4966" cy="87207"/>
            </a:xfrm>
            <a:custGeom>
              <a:avLst/>
              <a:gdLst/>
              <a:ahLst/>
              <a:cxnLst/>
              <a:rect l="l" t="t" r="r" b="b"/>
              <a:pathLst>
                <a:path w="50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70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93"/>
                    <a:pt x="17" y="825"/>
                    <a:pt x="33" y="861"/>
                  </a:cubicBezTo>
                  <a:lnTo>
                    <a:pt x="33" y="877"/>
                  </a:lnTo>
                  <a:lnTo>
                    <a:pt x="49" y="877"/>
                  </a:lnTo>
                  <a:lnTo>
                    <a:pt x="49" y="845"/>
                  </a:lnTo>
                  <a:cubicBezTo>
                    <a:pt x="33" y="825"/>
                    <a:pt x="33" y="793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0">
              <a:extLst>
                <a:ext uri="{FF2B5EF4-FFF2-40B4-BE49-F238E27FC236}">
                  <a16:creationId xmlns:a16="http://schemas.microsoft.com/office/drawing/2014/main" id="{442B7C02-E0D5-9126-0DDE-19CA7AB5CE56}"/>
                </a:ext>
              </a:extLst>
            </p:cNvPr>
            <p:cNvSpPr/>
            <p:nvPr/>
          </p:nvSpPr>
          <p:spPr>
            <a:xfrm>
              <a:off x="669181" y="1928788"/>
              <a:ext cx="147398" cy="210668"/>
            </a:xfrm>
            <a:custGeom>
              <a:avLst/>
              <a:gdLst/>
              <a:ahLst/>
              <a:cxnLst/>
              <a:rect l="l" t="t" r="r" b="b"/>
              <a:pathLst>
                <a:path w="1484" h="2121" extrusionOk="0">
                  <a:moveTo>
                    <a:pt x="1467" y="0"/>
                  </a:moveTo>
                  <a:cubicBezTo>
                    <a:pt x="1346" y="85"/>
                    <a:pt x="1213" y="137"/>
                    <a:pt x="1096" y="202"/>
                  </a:cubicBezTo>
                  <a:cubicBezTo>
                    <a:pt x="1027" y="238"/>
                    <a:pt x="942" y="271"/>
                    <a:pt x="877" y="323"/>
                  </a:cubicBezTo>
                  <a:cubicBezTo>
                    <a:pt x="639" y="457"/>
                    <a:pt x="389" y="574"/>
                    <a:pt x="170" y="707"/>
                  </a:cubicBezTo>
                  <a:lnTo>
                    <a:pt x="102" y="743"/>
                  </a:lnTo>
                  <a:cubicBezTo>
                    <a:pt x="53" y="760"/>
                    <a:pt x="17" y="792"/>
                    <a:pt x="17" y="861"/>
                  </a:cubicBezTo>
                  <a:cubicBezTo>
                    <a:pt x="33" y="994"/>
                    <a:pt x="33" y="1131"/>
                    <a:pt x="33" y="1265"/>
                  </a:cubicBezTo>
                  <a:cubicBezTo>
                    <a:pt x="17" y="1515"/>
                    <a:pt x="17" y="1786"/>
                    <a:pt x="33" y="2040"/>
                  </a:cubicBezTo>
                  <a:cubicBezTo>
                    <a:pt x="33" y="2072"/>
                    <a:pt x="17" y="2072"/>
                    <a:pt x="17" y="2089"/>
                  </a:cubicBezTo>
                  <a:lnTo>
                    <a:pt x="1" y="2105"/>
                  </a:lnTo>
                  <a:lnTo>
                    <a:pt x="1" y="2121"/>
                  </a:lnTo>
                  <a:lnTo>
                    <a:pt x="17" y="2121"/>
                  </a:lnTo>
                  <a:lnTo>
                    <a:pt x="33" y="2105"/>
                  </a:lnTo>
                  <a:cubicBezTo>
                    <a:pt x="53" y="2089"/>
                    <a:pt x="53" y="2072"/>
                    <a:pt x="53" y="2040"/>
                  </a:cubicBezTo>
                  <a:lnTo>
                    <a:pt x="53" y="1265"/>
                  </a:lnTo>
                  <a:lnTo>
                    <a:pt x="53" y="861"/>
                  </a:lnTo>
                  <a:cubicBezTo>
                    <a:pt x="53" y="808"/>
                    <a:pt x="70" y="792"/>
                    <a:pt x="118" y="760"/>
                  </a:cubicBezTo>
                  <a:lnTo>
                    <a:pt x="170" y="727"/>
                  </a:lnTo>
                  <a:cubicBezTo>
                    <a:pt x="405" y="606"/>
                    <a:pt x="659" y="473"/>
                    <a:pt x="877" y="339"/>
                  </a:cubicBezTo>
                  <a:cubicBezTo>
                    <a:pt x="962" y="303"/>
                    <a:pt x="1027" y="271"/>
                    <a:pt x="1112" y="222"/>
                  </a:cubicBezTo>
                  <a:cubicBezTo>
                    <a:pt x="1229" y="170"/>
                    <a:pt x="1366" y="101"/>
                    <a:pt x="1483" y="20"/>
                  </a:cubicBezTo>
                  <a:lnTo>
                    <a:pt x="1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0">
              <a:extLst>
                <a:ext uri="{FF2B5EF4-FFF2-40B4-BE49-F238E27FC236}">
                  <a16:creationId xmlns:a16="http://schemas.microsoft.com/office/drawing/2014/main" id="{CB5DD849-565B-8BD2-E1F0-3A4ED982D4A2}"/>
                </a:ext>
              </a:extLst>
            </p:cNvPr>
            <p:cNvSpPr/>
            <p:nvPr/>
          </p:nvSpPr>
          <p:spPr>
            <a:xfrm>
              <a:off x="1409946" y="2295993"/>
              <a:ext cx="10131" cy="74196"/>
            </a:xfrm>
            <a:custGeom>
              <a:avLst/>
              <a:gdLst/>
              <a:ahLst/>
              <a:cxnLst/>
              <a:rect l="l" t="t" r="r" b="b"/>
              <a:pathLst>
                <a:path w="102" h="747" extrusionOk="0">
                  <a:moveTo>
                    <a:pt x="81" y="0"/>
                  </a:moveTo>
                  <a:cubicBezTo>
                    <a:pt x="76" y="0"/>
                    <a:pt x="69" y="7"/>
                    <a:pt x="69" y="7"/>
                  </a:cubicBezTo>
                  <a:cubicBezTo>
                    <a:pt x="16" y="125"/>
                    <a:pt x="32" y="242"/>
                    <a:pt x="32" y="363"/>
                  </a:cubicBezTo>
                  <a:lnTo>
                    <a:pt x="32" y="496"/>
                  </a:lnTo>
                  <a:cubicBezTo>
                    <a:pt x="32" y="529"/>
                    <a:pt x="32" y="565"/>
                    <a:pt x="16" y="597"/>
                  </a:cubicBezTo>
                  <a:cubicBezTo>
                    <a:pt x="16" y="646"/>
                    <a:pt x="0" y="698"/>
                    <a:pt x="16" y="747"/>
                  </a:cubicBezTo>
                  <a:lnTo>
                    <a:pt x="32" y="747"/>
                  </a:lnTo>
                  <a:lnTo>
                    <a:pt x="32" y="731"/>
                  </a:lnTo>
                  <a:cubicBezTo>
                    <a:pt x="16" y="698"/>
                    <a:pt x="32" y="646"/>
                    <a:pt x="49" y="597"/>
                  </a:cubicBezTo>
                  <a:cubicBezTo>
                    <a:pt x="49" y="565"/>
                    <a:pt x="69" y="529"/>
                    <a:pt x="69" y="496"/>
                  </a:cubicBezTo>
                  <a:lnTo>
                    <a:pt x="69" y="363"/>
                  </a:lnTo>
                  <a:cubicBezTo>
                    <a:pt x="49" y="242"/>
                    <a:pt x="49" y="125"/>
                    <a:pt x="101" y="24"/>
                  </a:cubicBezTo>
                  <a:cubicBezTo>
                    <a:pt x="101" y="7"/>
                    <a:pt x="101" y="7"/>
                    <a:pt x="85" y="7"/>
                  </a:cubicBezTo>
                  <a:cubicBezTo>
                    <a:pt x="85" y="2"/>
                    <a:pt x="83" y="0"/>
                    <a:pt x="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>
              <a:extLst>
                <a:ext uri="{FF2B5EF4-FFF2-40B4-BE49-F238E27FC236}">
                  <a16:creationId xmlns:a16="http://schemas.microsoft.com/office/drawing/2014/main" id="{20BC6641-4BE6-2F5E-91CC-AD66D913C126}"/>
                </a:ext>
              </a:extLst>
            </p:cNvPr>
            <p:cNvSpPr/>
            <p:nvPr/>
          </p:nvSpPr>
          <p:spPr>
            <a:xfrm>
              <a:off x="1819563" y="3202731"/>
              <a:ext cx="4966" cy="62277"/>
            </a:xfrm>
            <a:custGeom>
              <a:avLst/>
              <a:gdLst/>
              <a:ahLst/>
              <a:cxnLst/>
              <a:rect l="l" t="t" r="r" b="b"/>
              <a:pathLst>
                <a:path w="50" h="627" extrusionOk="0">
                  <a:moveTo>
                    <a:pt x="33" y="0"/>
                  </a:moveTo>
                  <a:lnTo>
                    <a:pt x="17" y="20"/>
                  </a:ln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525"/>
                  </a:lnTo>
                  <a:cubicBezTo>
                    <a:pt x="17" y="558"/>
                    <a:pt x="17" y="574"/>
                    <a:pt x="1" y="606"/>
                  </a:cubicBezTo>
                  <a:lnTo>
                    <a:pt x="1" y="626"/>
                  </a:lnTo>
                  <a:lnTo>
                    <a:pt x="17" y="626"/>
                  </a:lnTo>
                  <a:cubicBezTo>
                    <a:pt x="49" y="590"/>
                    <a:pt x="33" y="558"/>
                    <a:pt x="33" y="525"/>
                  </a:cubicBezTo>
                  <a:lnTo>
                    <a:pt x="33" y="473"/>
                  </a:lnTo>
                  <a:lnTo>
                    <a:pt x="33" y="303"/>
                  </a:lnTo>
                  <a:cubicBezTo>
                    <a:pt x="33" y="202"/>
                    <a:pt x="33" y="121"/>
                    <a:pt x="49" y="20"/>
                  </a:cubicBezTo>
                  <a:cubicBezTo>
                    <a:pt x="49" y="2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>
              <a:extLst>
                <a:ext uri="{FF2B5EF4-FFF2-40B4-BE49-F238E27FC236}">
                  <a16:creationId xmlns:a16="http://schemas.microsoft.com/office/drawing/2014/main" id="{0A994264-B560-C554-E4AA-F0D3AE2D6396}"/>
                </a:ext>
              </a:extLst>
            </p:cNvPr>
            <p:cNvSpPr/>
            <p:nvPr/>
          </p:nvSpPr>
          <p:spPr>
            <a:xfrm>
              <a:off x="1521886" y="1283573"/>
              <a:ext cx="203914" cy="446665"/>
            </a:xfrm>
            <a:custGeom>
              <a:avLst/>
              <a:gdLst/>
              <a:ahLst/>
              <a:cxnLst/>
              <a:rect l="l" t="t" r="r" b="b"/>
              <a:pathLst>
                <a:path w="2053" h="4497" extrusionOk="0">
                  <a:moveTo>
                    <a:pt x="53" y="0"/>
                  </a:moveTo>
                  <a:cubicBezTo>
                    <a:pt x="0" y="33"/>
                    <a:pt x="16" y="85"/>
                    <a:pt x="32" y="134"/>
                  </a:cubicBezTo>
                  <a:lnTo>
                    <a:pt x="32" y="186"/>
                  </a:lnTo>
                  <a:lnTo>
                    <a:pt x="32" y="437"/>
                  </a:lnTo>
                  <a:lnTo>
                    <a:pt x="32" y="760"/>
                  </a:lnTo>
                  <a:cubicBezTo>
                    <a:pt x="16" y="925"/>
                    <a:pt x="101" y="1063"/>
                    <a:pt x="170" y="1180"/>
                  </a:cubicBezTo>
                  <a:cubicBezTo>
                    <a:pt x="186" y="1196"/>
                    <a:pt x="202" y="1228"/>
                    <a:pt x="218" y="1265"/>
                  </a:cubicBezTo>
                  <a:cubicBezTo>
                    <a:pt x="707" y="2121"/>
                    <a:pt x="1228" y="3046"/>
                    <a:pt x="1870" y="4141"/>
                  </a:cubicBezTo>
                  <a:cubicBezTo>
                    <a:pt x="1887" y="4173"/>
                    <a:pt x="1903" y="4194"/>
                    <a:pt x="1919" y="4226"/>
                  </a:cubicBezTo>
                  <a:cubicBezTo>
                    <a:pt x="1971" y="4311"/>
                    <a:pt x="2020" y="4375"/>
                    <a:pt x="2036" y="4476"/>
                  </a:cubicBezTo>
                  <a:cubicBezTo>
                    <a:pt x="2036" y="4496"/>
                    <a:pt x="2036" y="4496"/>
                    <a:pt x="2052" y="4496"/>
                  </a:cubicBezTo>
                  <a:lnTo>
                    <a:pt x="2052" y="4476"/>
                  </a:lnTo>
                  <a:cubicBezTo>
                    <a:pt x="2052" y="4375"/>
                    <a:pt x="2004" y="4294"/>
                    <a:pt x="1951" y="4210"/>
                  </a:cubicBezTo>
                  <a:cubicBezTo>
                    <a:pt x="1935" y="4194"/>
                    <a:pt x="1919" y="4157"/>
                    <a:pt x="1903" y="4141"/>
                  </a:cubicBezTo>
                  <a:cubicBezTo>
                    <a:pt x="1265" y="3030"/>
                    <a:pt x="723" y="2105"/>
                    <a:pt x="234" y="1245"/>
                  </a:cubicBezTo>
                  <a:cubicBezTo>
                    <a:pt x="218" y="1212"/>
                    <a:pt x="202" y="1196"/>
                    <a:pt x="186" y="1164"/>
                  </a:cubicBezTo>
                  <a:cubicBezTo>
                    <a:pt x="117" y="1043"/>
                    <a:pt x="53" y="925"/>
                    <a:pt x="53" y="760"/>
                  </a:cubicBezTo>
                  <a:cubicBezTo>
                    <a:pt x="69" y="659"/>
                    <a:pt x="69" y="538"/>
                    <a:pt x="69" y="437"/>
                  </a:cubicBezTo>
                  <a:lnTo>
                    <a:pt x="69" y="186"/>
                  </a:lnTo>
                  <a:cubicBezTo>
                    <a:pt x="69" y="170"/>
                    <a:pt x="53" y="134"/>
                    <a:pt x="53" y="117"/>
                  </a:cubicBezTo>
                  <a:cubicBezTo>
                    <a:pt x="32" y="85"/>
                    <a:pt x="32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>
              <a:extLst>
                <a:ext uri="{FF2B5EF4-FFF2-40B4-BE49-F238E27FC236}">
                  <a16:creationId xmlns:a16="http://schemas.microsoft.com/office/drawing/2014/main" id="{8CE7AECD-5741-85F1-39F1-0873B3F30271}"/>
                </a:ext>
              </a:extLst>
            </p:cNvPr>
            <p:cNvSpPr/>
            <p:nvPr/>
          </p:nvSpPr>
          <p:spPr>
            <a:xfrm>
              <a:off x="1841216" y="2161507"/>
              <a:ext cx="4966" cy="60290"/>
            </a:xfrm>
            <a:custGeom>
              <a:avLst/>
              <a:gdLst/>
              <a:ahLst/>
              <a:cxnLst/>
              <a:rect l="l" t="t" r="r" b="b"/>
              <a:pathLst>
                <a:path w="50" h="607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cubicBezTo>
                    <a:pt x="17" y="335"/>
                    <a:pt x="17" y="384"/>
                    <a:pt x="1" y="453"/>
                  </a:cubicBezTo>
                  <a:cubicBezTo>
                    <a:pt x="1" y="469"/>
                    <a:pt x="1" y="485"/>
                    <a:pt x="17" y="485"/>
                  </a:cubicBezTo>
                  <a:cubicBezTo>
                    <a:pt x="17" y="521"/>
                    <a:pt x="17" y="554"/>
                    <a:pt x="1" y="570"/>
                  </a:cubicBezTo>
                  <a:lnTo>
                    <a:pt x="1" y="586"/>
                  </a:lnTo>
                  <a:lnTo>
                    <a:pt x="1" y="606"/>
                  </a:lnTo>
                  <a:lnTo>
                    <a:pt x="17" y="586"/>
                  </a:lnTo>
                  <a:cubicBezTo>
                    <a:pt x="33" y="554"/>
                    <a:pt x="33" y="521"/>
                    <a:pt x="33" y="485"/>
                  </a:cubicBezTo>
                  <a:lnTo>
                    <a:pt x="33" y="453"/>
                  </a:lnTo>
                  <a:lnTo>
                    <a:pt x="33" y="283"/>
                  </a:lnTo>
                  <a:cubicBezTo>
                    <a:pt x="33" y="202"/>
                    <a:pt x="33" y="101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>
              <a:extLst>
                <a:ext uri="{FF2B5EF4-FFF2-40B4-BE49-F238E27FC236}">
                  <a16:creationId xmlns:a16="http://schemas.microsoft.com/office/drawing/2014/main" id="{AE89AEA1-6F38-3173-5BD0-8A9E9526D916}"/>
                </a:ext>
              </a:extLst>
            </p:cNvPr>
            <p:cNvSpPr/>
            <p:nvPr/>
          </p:nvSpPr>
          <p:spPr>
            <a:xfrm>
              <a:off x="1530229" y="1639852"/>
              <a:ext cx="170640" cy="351213"/>
            </a:xfrm>
            <a:custGeom>
              <a:avLst/>
              <a:gdLst/>
              <a:ahLst/>
              <a:cxnLst/>
              <a:rect l="l" t="t" r="r" b="b"/>
              <a:pathLst>
                <a:path w="1718" h="3536" extrusionOk="0">
                  <a:moveTo>
                    <a:pt x="1" y="1"/>
                  </a:moveTo>
                  <a:lnTo>
                    <a:pt x="1" y="17"/>
                  </a:lnTo>
                  <a:cubicBezTo>
                    <a:pt x="86" y="102"/>
                    <a:pt x="134" y="182"/>
                    <a:pt x="187" y="283"/>
                  </a:cubicBezTo>
                  <a:cubicBezTo>
                    <a:pt x="203" y="320"/>
                    <a:pt x="219" y="352"/>
                    <a:pt x="251" y="384"/>
                  </a:cubicBezTo>
                  <a:cubicBezTo>
                    <a:pt x="405" y="639"/>
                    <a:pt x="554" y="909"/>
                    <a:pt x="708" y="1160"/>
                  </a:cubicBezTo>
                  <a:cubicBezTo>
                    <a:pt x="793" y="1313"/>
                    <a:pt x="878" y="1447"/>
                    <a:pt x="958" y="1580"/>
                  </a:cubicBezTo>
                  <a:cubicBezTo>
                    <a:pt x="1197" y="1984"/>
                    <a:pt x="1431" y="2356"/>
                    <a:pt x="1649" y="2727"/>
                  </a:cubicBezTo>
                  <a:cubicBezTo>
                    <a:pt x="1665" y="2727"/>
                    <a:pt x="1665" y="2743"/>
                    <a:pt x="1665" y="2743"/>
                  </a:cubicBezTo>
                  <a:cubicBezTo>
                    <a:pt x="1685" y="2760"/>
                    <a:pt x="1702" y="2776"/>
                    <a:pt x="1702" y="2792"/>
                  </a:cubicBezTo>
                  <a:lnTo>
                    <a:pt x="1702" y="3010"/>
                  </a:lnTo>
                  <a:lnTo>
                    <a:pt x="1702" y="3467"/>
                  </a:lnTo>
                  <a:cubicBezTo>
                    <a:pt x="1702" y="3483"/>
                    <a:pt x="1685" y="3483"/>
                    <a:pt x="1685" y="3483"/>
                  </a:cubicBezTo>
                  <a:lnTo>
                    <a:pt x="1665" y="3499"/>
                  </a:lnTo>
                  <a:lnTo>
                    <a:pt x="1665" y="3515"/>
                  </a:lnTo>
                  <a:lnTo>
                    <a:pt x="1685" y="3535"/>
                  </a:lnTo>
                  <a:lnTo>
                    <a:pt x="1685" y="3515"/>
                  </a:lnTo>
                  <a:lnTo>
                    <a:pt x="1702" y="3499"/>
                  </a:lnTo>
                  <a:cubicBezTo>
                    <a:pt x="1702" y="3499"/>
                    <a:pt x="1718" y="3483"/>
                    <a:pt x="1718" y="3467"/>
                  </a:cubicBezTo>
                  <a:lnTo>
                    <a:pt x="1718" y="3010"/>
                  </a:lnTo>
                  <a:lnTo>
                    <a:pt x="1718" y="2792"/>
                  </a:lnTo>
                  <a:cubicBezTo>
                    <a:pt x="1718" y="2760"/>
                    <a:pt x="1702" y="2743"/>
                    <a:pt x="1685" y="2727"/>
                  </a:cubicBezTo>
                  <a:lnTo>
                    <a:pt x="1685" y="2707"/>
                  </a:lnTo>
                  <a:cubicBezTo>
                    <a:pt x="1463" y="2356"/>
                    <a:pt x="1229" y="1968"/>
                    <a:pt x="995" y="1580"/>
                  </a:cubicBezTo>
                  <a:cubicBezTo>
                    <a:pt x="910" y="1431"/>
                    <a:pt x="825" y="1293"/>
                    <a:pt x="740" y="1160"/>
                  </a:cubicBezTo>
                  <a:cubicBezTo>
                    <a:pt x="591" y="889"/>
                    <a:pt x="437" y="639"/>
                    <a:pt x="272" y="368"/>
                  </a:cubicBezTo>
                  <a:cubicBezTo>
                    <a:pt x="251" y="336"/>
                    <a:pt x="235" y="304"/>
                    <a:pt x="203" y="267"/>
                  </a:cubicBezTo>
                  <a:cubicBezTo>
                    <a:pt x="150" y="166"/>
                    <a:pt x="102" y="8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>
              <a:extLst>
                <a:ext uri="{FF2B5EF4-FFF2-40B4-BE49-F238E27FC236}">
                  <a16:creationId xmlns:a16="http://schemas.microsoft.com/office/drawing/2014/main" id="{6D9940AD-FBD5-4AA6-8A2C-3C9F05AAF2A0}"/>
                </a:ext>
              </a:extLst>
            </p:cNvPr>
            <p:cNvSpPr/>
            <p:nvPr/>
          </p:nvSpPr>
          <p:spPr>
            <a:xfrm>
              <a:off x="987021" y="1690011"/>
              <a:ext cx="6456" cy="96842"/>
            </a:xfrm>
            <a:custGeom>
              <a:avLst/>
              <a:gdLst/>
              <a:ahLst/>
              <a:cxnLst/>
              <a:rect l="l" t="t" r="r" b="b"/>
              <a:pathLst>
                <a:path w="65" h="975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66"/>
                    <a:pt x="16" y="336"/>
                    <a:pt x="16" y="505"/>
                  </a:cubicBezTo>
                  <a:lnTo>
                    <a:pt x="16" y="808"/>
                  </a:lnTo>
                  <a:lnTo>
                    <a:pt x="16" y="841"/>
                  </a:lnTo>
                  <a:cubicBezTo>
                    <a:pt x="16" y="873"/>
                    <a:pt x="16" y="926"/>
                    <a:pt x="49" y="958"/>
                  </a:cubicBezTo>
                  <a:lnTo>
                    <a:pt x="49" y="974"/>
                  </a:lnTo>
                  <a:lnTo>
                    <a:pt x="65" y="958"/>
                  </a:lnTo>
                  <a:lnTo>
                    <a:pt x="65" y="942"/>
                  </a:lnTo>
                  <a:cubicBezTo>
                    <a:pt x="33" y="909"/>
                    <a:pt x="33" y="873"/>
                    <a:pt x="49" y="841"/>
                  </a:cubicBezTo>
                  <a:lnTo>
                    <a:pt x="49" y="808"/>
                  </a:lnTo>
                  <a:cubicBezTo>
                    <a:pt x="33" y="707"/>
                    <a:pt x="33" y="606"/>
                    <a:pt x="49" y="505"/>
                  </a:cubicBezTo>
                  <a:cubicBezTo>
                    <a:pt x="49" y="336"/>
                    <a:pt x="49" y="166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>
              <a:extLst>
                <a:ext uri="{FF2B5EF4-FFF2-40B4-BE49-F238E27FC236}">
                  <a16:creationId xmlns:a16="http://schemas.microsoft.com/office/drawing/2014/main" id="{39AE4377-AA0D-687B-B80C-4523FB2F43DD}"/>
                </a:ext>
              </a:extLst>
            </p:cNvPr>
            <p:cNvSpPr/>
            <p:nvPr/>
          </p:nvSpPr>
          <p:spPr>
            <a:xfrm>
              <a:off x="1035591" y="320948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54"/>
                    <a:pt x="16" y="288"/>
                    <a:pt x="16" y="405"/>
                  </a:cubicBezTo>
                  <a:lnTo>
                    <a:pt x="16" y="623"/>
                  </a:lnTo>
                  <a:lnTo>
                    <a:pt x="16" y="825"/>
                  </a:lnTo>
                  <a:lnTo>
                    <a:pt x="16" y="910"/>
                  </a:lnTo>
                  <a:cubicBezTo>
                    <a:pt x="16" y="910"/>
                    <a:pt x="16" y="926"/>
                    <a:pt x="32" y="926"/>
                  </a:cubicBezTo>
                  <a:lnTo>
                    <a:pt x="32" y="910"/>
                  </a:lnTo>
                  <a:lnTo>
                    <a:pt x="32" y="825"/>
                  </a:lnTo>
                  <a:cubicBezTo>
                    <a:pt x="32" y="760"/>
                    <a:pt x="49" y="692"/>
                    <a:pt x="32" y="623"/>
                  </a:cubicBezTo>
                  <a:lnTo>
                    <a:pt x="32" y="405"/>
                  </a:lnTo>
                  <a:cubicBezTo>
                    <a:pt x="49" y="288"/>
                    <a:pt x="49" y="154"/>
                    <a:pt x="32" y="17"/>
                  </a:cubicBezTo>
                  <a:cubicBezTo>
                    <a:pt x="32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>
              <a:extLst>
                <a:ext uri="{FF2B5EF4-FFF2-40B4-BE49-F238E27FC236}">
                  <a16:creationId xmlns:a16="http://schemas.microsoft.com/office/drawing/2014/main" id="{72F6707C-9E9C-E365-E543-9E9E5559F2D8}"/>
                </a:ext>
              </a:extLst>
            </p:cNvPr>
            <p:cNvSpPr/>
            <p:nvPr/>
          </p:nvSpPr>
          <p:spPr>
            <a:xfrm>
              <a:off x="1792646" y="2873667"/>
              <a:ext cx="5364" cy="50258"/>
            </a:xfrm>
            <a:custGeom>
              <a:avLst/>
              <a:gdLst/>
              <a:ahLst/>
              <a:cxnLst/>
              <a:rect l="l" t="t" r="r" b="b"/>
              <a:pathLst>
                <a:path w="54" h="506" extrusionOk="0">
                  <a:moveTo>
                    <a:pt x="17" y="1"/>
                  </a:moveTo>
                  <a:cubicBezTo>
                    <a:pt x="1" y="81"/>
                    <a:pt x="1" y="166"/>
                    <a:pt x="17" y="251"/>
                  </a:cubicBezTo>
                  <a:cubicBezTo>
                    <a:pt x="17" y="336"/>
                    <a:pt x="17" y="421"/>
                    <a:pt x="1" y="485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53" y="421"/>
                    <a:pt x="33" y="336"/>
                    <a:pt x="33" y="251"/>
                  </a:cubicBezTo>
                  <a:cubicBezTo>
                    <a:pt x="33" y="166"/>
                    <a:pt x="33" y="81"/>
                    <a:pt x="53" y="17"/>
                  </a:cubicBezTo>
                  <a:cubicBezTo>
                    <a:pt x="53" y="1"/>
                    <a:pt x="5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>
              <a:extLst>
                <a:ext uri="{FF2B5EF4-FFF2-40B4-BE49-F238E27FC236}">
                  <a16:creationId xmlns:a16="http://schemas.microsoft.com/office/drawing/2014/main" id="{C4F10FE8-7A61-DB17-4202-45F1D16BCB4D}"/>
                </a:ext>
              </a:extLst>
            </p:cNvPr>
            <p:cNvSpPr/>
            <p:nvPr/>
          </p:nvSpPr>
          <p:spPr>
            <a:xfrm>
              <a:off x="936861" y="2276624"/>
              <a:ext cx="4867" cy="55423"/>
            </a:xfrm>
            <a:custGeom>
              <a:avLst/>
              <a:gdLst/>
              <a:ahLst/>
              <a:cxnLst/>
              <a:rect l="l" t="t" r="r" b="b"/>
              <a:pathLst>
                <a:path w="49" h="558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85"/>
                    <a:pt x="16" y="154"/>
                    <a:pt x="0" y="219"/>
                  </a:cubicBezTo>
                  <a:cubicBezTo>
                    <a:pt x="0" y="320"/>
                    <a:pt x="0" y="437"/>
                    <a:pt x="16" y="558"/>
                  </a:cubicBezTo>
                  <a:lnTo>
                    <a:pt x="33" y="558"/>
                  </a:lnTo>
                  <a:cubicBezTo>
                    <a:pt x="49" y="558"/>
                    <a:pt x="49" y="558"/>
                    <a:pt x="49" y="538"/>
                  </a:cubicBezTo>
                  <a:cubicBezTo>
                    <a:pt x="33" y="437"/>
                    <a:pt x="33" y="320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>
              <a:extLst>
                <a:ext uri="{FF2B5EF4-FFF2-40B4-BE49-F238E27FC236}">
                  <a16:creationId xmlns:a16="http://schemas.microsoft.com/office/drawing/2014/main" id="{C642B66E-9E70-962B-4D51-C92FD47F32BC}"/>
                </a:ext>
              </a:extLst>
            </p:cNvPr>
            <p:cNvSpPr/>
            <p:nvPr/>
          </p:nvSpPr>
          <p:spPr>
            <a:xfrm>
              <a:off x="1819563" y="3495640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17"/>
                    <a:pt x="1" y="218"/>
                    <a:pt x="17" y="335"/>
                  </a:cubicBezTo>
                  <a:lnTo>
                    <a:pt x="17" y="521"/>
                  </a:lnTo>
                  <a:lnTo>
                    <a:pt x="17" y="570"/>
                  </a:lnTo>
                  <a:cubicBezTo>
                    <a:pt x="17" y="606"/>
                    <a:pt x="17" y="638"/>
                    <a:pt x="1" y="654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49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35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>
              <a:extLst>
                <a:ext uri="{FF2B5EF4-FFF2-40B4-BE49-F238E27FC236}">
                  <a16:creationId xmlns:a16="http://schemas.microsoft.com/office/drawing/2014/main" id="{070DCE19-8C50-45F3-B263-C710657C8E6F}"/>
                </a:ext>
              </a:extLst>
            </p:cNvPr>
            <p:cNvSpPr/>
            <p:nvPr/>
          </p:nvSpPr>
          <p:spPr>
            <a:xfrm>
              <a:off x="608990" y="2243351"/>
              <a:ext cx="5364" cy="85122"/>
            </a:xfrm>
            <a:custGeom>
              <a:avLst/>
              <a:gdLst/>
              <a:ahLst/>
              <a:cxnLst/>
              <a:rect l="l" t="t" r="r" b="b"/>
              <a:pathLst>
                <a:path w="54" h="857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50"/>
                    <a:pt x="17" y="303"/>
                    <a:pt x="17" y="437"/>
                  </a:cubicBezTo>
                  <a:cubicBezTo>
                    <a:pt x="17" y="521"/>
                    <a:pt x="1" y="606"/>
                    <a:pt x="17" y="671"/>
                  </a:cubicBezTo>
                  <a:lnTo>
                    <a:pt x="17" y="792"/>
                  </a:lnTo>
                  <a:lnTo>
                    <a:pt x="17" y="840"/>
                  </a:lnTo>
                  <a:lnTo>
                    <a:pt x="17" y="857"/>
                  </a:lnTo>
                  <a:cubicBezTo>
                    <a:pt x="33" y="857"/>
                    <a:pt x="33" y="840"/>
                    <a:pt x="33" y="840"/>
                  </a:cubicBezTo>
                  <a:lnTo>
                    <a:pt x="33" y="792"/>
                  </a:lnTo>
                  <a:lnTo>
                    <a:pt x="33" y="671"/>
                  </a:lnTo>
                  <a:lnTo>
                    <a:pt x="33" y="437"/>
                  </a:lnTo>
                  <a:cubicBezTo>
                    <a:pt x="33" y="303"/>
                    <a:pt x="53" y="150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>
              <a:extLst>
                <a:ext uri="{FF2B5EF4-FFF2-40B4-BE49-F238E27FC236}">
                  <a16:creationId xmlns:a16="http://schemas.microsoft.com/office/drawing/2014/main" id="{D1C5C9D7-8DC3-4A8F-E265-BA75BB9C0134}"/>
                </a:ext>
              </a:extLst>
            </p:cNvPr>
            <p:cNvSpPr/>
            <p:nvPr/>
          </p:nvSpPr>
          <p:spPr>
            <a:xfrm>
              <a:off x="851343" y="2955511"/>
              <a:ext cx="354789" cy="250895"/>
            </a:xfrm>
            <a:custGeom>
              <a:avLst/>
              <a:gdLst/>
              <a:ahLst/>
              <a:cxnLst/>
              <a:rect l="l" t="t" r="r" b="b"/>
              <a:pathLst>
                <a:path w="3572" h="2526" extrusionOk="0">
                  <a:moveTo>
                    <a:pt x="3552" y="1"/>
                  </a:moveTo>
                  <a:cubicBezTo>
                    <a:pt x="2946" y="219"/>
                    <a:pt x="2340" y="437"/>
                    <a:pt x="1887" y="623"/>
                  </a:cubicBezTo>
                  <a:cubicBezTo>
                    <a:pt x="1532" y="756"/>
                    <a:pt x="1148" y="893"/>
                    <a:pt x="793" y="1027"/>
                  </a:cubicBezTo>
                  <a:cubicBezTo>
                    <a:pt x="643" y="1075"/>
                    <a:pt x="506" y="1128"/>
                    <a:pt x="356" y="1176"/>
                  </a:cubicBezTo>
                  <a:cubicBezTo>
                    <a:pt x="271" y="1213"/>
                    <a:pt x="171" y="1245"/>
                    <a:pt x="86" y="1277"/>
                  </a:cubicBezTo>
                  <a:cubicBezTo>
                    <a:pt x="37" y="1297"/>
                    <a:pt x="1" y="1346"/>
                    <a:pt x="1" y="1415"/>
                  </a:cubicBezTo>
                  <a:lnTo>
                    <a:pt x="1" y="2105"/>
                  </a:lnTo>
                  <a:lnTo>
                    <a:pt x="1" y="2441"/>
                  </a:lnTo>
                  <a:cubicBezTo>
                    <a:pt x="1" y="2457"/>
                    <a:pt x="1" y="2473"/>
                    <a:pt x="17" y="2489"/>
                  </a:cubicBezTo>
                  <a:lnTo>
                    <a:pt x="17" y="2509"/>
                  </a:lnTo>
                  <a:cubicBezTo>
                    <a:pt x="17" y="2509"/>
                    <a:pt x="17" y="2525"/>
                    <a:pt x="37" y="2525"/>
                  </a:cubicBezTo>
                  <a:cubicBezTo>
                    <a:pt x="37" y="2525"/>
                    <a:pt x="53" y="2509"/>
                    <a:pt x="37" y="2509"/>
                  </a:cubicBezTo>
                  <a:lnTo>
                    <a:pt x="37" y="2473"/>
                  </a:lnTo>
                  <a:lnTo>
                    <a:pt x="37" y="2441"/>
                  </a:lnTo>
                  <a:lnTo>
                    <a:pt x="37" y="2105"/>
                  </a:lnTo>
                  <a:lnTo>
                    <a:pt x="37" y="1415"/>
                  </a:lnTo>
                  <a:cubicBezTo>
                    <a:pt x="37" y="1346"/>
                    <a:pt x="53" y="1330"/>
                    <a:pt x="102" y="1297"/>
                  </a:cubicBezTo>
                  <a:cubicBezTo>
                    <a:pt x="187" y="1277"/>
                    <a:pt x="271" y="1245"/>
                    <a:pt x="372" y="1213"/>
                  </a:cubicBezTo>
                  <a:cubicBezTo>
                    <a:pt x="522" y="1160"/>
                    <a:pt x="659" y="1112"/>
                    <a:pt x="809" y="1043"/>
                  </a:cubicBezTo>
                  <a:cubicBezTo>
                    <a:pt x="1164" y="926"/>
                    <a:pt x="1532" y="772"/>
                    <a:pt x="1904" y="639"/>
                  </a:cubicBezTo>
                  <a:cubicBezTo>
                    <a:pt x="2360" y="469"/>
                    <a:pt x="2946" y="235"/>
                    <a:pt x="3572" y="17"/>
                  </a:cubicBezTo>
                  <a:lnTo>
                    <a:pt x="35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>
              <a:extLst>
                <a:ext uri="{FF2B5EF4-FFF2-40B4-BE49-F238E27FC236}">
                  <a16:creationId xmlns:a16="http://schemas.microsoft.com/office/drawing/2014/main" id="{3413747C-BBC4-CAF4-B179-E795F8A01E9A}"/>
                </a:ext>
              </a:extLst>
            </p:cNvPr>
            <p:cNvSpPr/>
            <p:nvPr/>
          </p:nvSpPr>
          <p:spPr>
            <a:xfrm>
              <a:off x="1841216" y="3077482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203"/>
                    <a:pt x="1" y="288"/>
                  </a:cubicBezTo>
                  <a:cubicBezTo>
                    <a:pt x="17" y="352"/>
                    <a:pt x="17" y="405"/>
                    <a:pt x="1" y="473"/>
                  </a:cubicBezTo>
                  <a:cubicBezTo>
                    <a:pt x="1" y="490"/>
                    <a:pt x="1" y="506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73"/>
                  </a:lnTo>
                  <a:lnTo>
                    <a:pt x="33" y="288"/>
                  </a:lnTo>
                  <a:cubicBezTo>
                    <a:pt x="33" y="203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>
              <a:extLst>
                <a:ext uri="{FF2B5EF4-FFF2-40B4-BE49-F238E27FC236}">
                  <a16:creationId xmlns:a16="http://schemas.microsoft.com/office/drawing/2014/main" id="{38B23DB2-B5C9-F5EE-5A21-21F9F309C99A}"/>
                </a:ext>
              </a:extLst>
            </p:cNvPr>
            <p:cNvSpPr/>
            <p:nvPr/>
          </p:nvSpPr>
          <p:spPr>
            <a:xfrm>
              <a:off x="1670675" y="2714747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7"/>
                    <a:pt x="17" y="267"/>
                  </a:cubicBezTo>
                  <a:cubicBezTo>
                    <a:pt x="17" y="320"/>
                    <a:pt x="33" y="368"/>
                    <a:pt x="17" y="437"/>
                  </a:cubicBezTo>
                  <a:lnTo>
                    <a:pt x="17" y="490"/>
                  </a:lnTo>
                  <a:cubicBezTo>
                    <a:pt x="17" y="522"/>
                    <a:pt x="33" y="538"/>
                    <a:pt x="17" y="570"/>
                  </a:cubicBezTo>
                  <a:cubicBezTo>
                    <a:pt x="1" y="570"/>
                    <a:pt x="17" y="591"/>
                    <a:pt x="17" y="591"/>
                  </a:cubicBezTo>
                  <a:lnTo>
                    <a:pt x="33" y="591"/>
                  </a:lnTo>
                  <a:cubicBezTo>
                    <a:pt x="49" y="554"/>
                    <a:pt x="49" y="522"/>
                    <a:pt x="49" y="469"/>
                  </a:cubicBezTo>
                  <a:lnTo>
                    <a:pt x="49" y="437"/>
                  </a:lnTo>
                  <a:lnTo>
                    <a:pt x="49" y="267"/>
                  </a:lnTo>
                  <a:cubicBezTo>
                    <a:pt x="49" y="187"/>
                    <a:pt x="49" y="102"/>
                    <a:pt x="70" y="17"/>
                  </a:cubicBezTo>
                  <a:cubicBezTo>
                    <a:pt x="70" y="17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>
              <a:extLst>
                <a:ext uri="{FF2B5EF4-FFF2-40B4-BE49-F238E27FC236}">
                  <a16:creationId xmlns:a16="http://schemas.microsoft.com/office/drawing/2014/main" id="{A510FD2B-53DA-B1AA-3E85-75073F9D5FA0}"/>
                </a:ext>
              </a:extLst>
            </p:cNvPr>
            <p:cNvSpPr/>
            <p:nvPr/>
          </p:nvSpPr>
          <p:spPr>
            <a:xfrm>
              <a:off x="687655" y="1785065"/>
              <a:ext cx="125348" cy="165873"/>
            </a:xfrm>
            <a:custGeom>
              <a:avLst/>
              <a:gdLst/>
              <a:ahLst/>
              <a:cxnLst/>
              <a:rect l="l" t="t" r="r" b="b"/>
              <a:pathLst>
                <a:path w="1262" h="1670" extrusionOk="0">
                  <a:moveTo>
                    <a:pt x="1245" y="1"/>
                  </a:moveTo>
                  <a:cubicBezTo>
                    <a:pt x="1180" y="33"/>
                    <a:pt x="1128" y="70"/>
                    <a:pt x="1059" y="86"/>
                  </a:cubicBezTo>
                  <a:cubicBezTo>
                    <a:pt x="926" y="171"/>
                    <a:pt x="792" y="235"/>
                    <a:pt x="655" y="304"/>
                  </a:cubicBezTo>
                  <a:lnTo>
                    <a:pt x="405" y="457"/>
                  </a:lnTo>
                  <a:cubicBezTo>
                    <a:pt x="304" y="522"/>
                    <a:pt x="203" y="575"/>
                    <a:pt x="102" y="623"/>
                  </a:cubicBezTo>
                  <a:lnTo>
                    <a:pt x="85" y="639"/>
                  </a:lnTo>
                  <a:cubicBezTo>
                    <a:pt x="49" y="659"/>
                    <a:pt x="1" y="692"/>
                    <a:pt x="1" y="740"/>
                  </a:cubicBezTo>
                  <a:lnTo>
                    <a:pt x="1" y="1063"/>
                  </a:lnTo>
                  <a:cubicBezTo>
                    <a:pt x="1" y="1265"/>
                    <a:pt x="1" y="1467"/>
                    <a:pt x="17" y="1669"/>
                  </a:cubicBezTo>
                  <a:lnTo>
                    <a:pt x="33" y="1669"/>
                  </a:lnTo>
                  <a:cubicBezTo>
                    <a:pt x="33" y="1669"/>
                    <a:pt x="49" y="1669"/>
                    <a:pt x="49" y="1649"/>
                  </a:cubicBezTo>
                  <a:cubicBezTo>
                    <a:pt x="17" y="1467"/>
                    <a:pt x="33" y="1265"/>
                    <a:pt x="33" y="1063"/>
                  </a:cubicBezTo>
                  <a:lnTo>
                    <a:pt x="33" y="740"/>
                  </a:lnTo>
                  <a:cubicBezTo>
                    <a:pt x="33" y="708"/>
                    <a:pt x="49" y="692"/>
                    <a:pt x="102" y="659"/>
                  </a:cubicBezTo>
                  <a:lnTo>
                    <a:pt x="118" y="659"/>
                  </a:lnTo>
                  <a:cubicBezTo>
                    <a:pt x="219" y="607"/>
                    <a:pt x="320" y="538"/>
                    <a:pt x="421" y="490"/>
                  </a:cubicBezTo>
                  <a:lnTo>
                    <a:pt x="675" y="336"/>
                  </a:lnTo>
                  <a:cubicBezTo>
                    <a:pt x="809" y="255"/>
                    <a:pt x="942" y="187"/>
                    <a:pt x="1079" y="118"/>
                  </a:cubicBezTo>
                  <a:cubicBezTo>
                    <a:pt x="1128" y="86"/>
                    <a:pt x="1196" y="53"/>
                    <a:pt x="1245" y="17"/>
                  </a:cubicBezTo>
                  <a:cubicBezTo>
                    <a:pt x="1261" y="17"/>
                    <a:pt x="1261" y="17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>
              <a:extLst>
                <a:ext uri="{FF2B5EF4-FFF2-40B4-BE49-F238E27FC236}">
                  <a16:creationId xmlns:a16="http://schemas.microsoft.com/office/drawing/2014/main" id="{E2850D23-9238-4F6B-E1AB-EAF65160C52C}"/>
                </a:ext>
              </a:extLst>
            </p:cNvPr>
            <p:cNvSpPr/>
            <p:nvPr/>
          </p:nvSpPr>
          <p:spPr>
            <a:xfrm>
              <a:off x="1528640" y="2005765"/>
              <a:ext cx="177096" cy="327971"/>
            </a:xfrm>
            <a:custGeom>
              <a:avLst/>
              <a:gdLst/>
              <a:ahLst/>
              <a:cxnLst/>
              <a:rect l="l" t="t" r="r" b="b"/>
              <a:pathLst>
                <a:path w="1783" h="3302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17"/>
                    <a:pt x="17" y="33"/>
                    <a:pt x="17" y="33"/>
                  </a:cubicBezTo>
                  <a:cubicBezTo>
                    <a:pt x="65" y="53"/>
                    <a:pt x="102" y="102"/>
                    <a:pt x="118" y="154"/>
                  </a:cubicBezTo>
                  <a:lnTo>
                    <a:pt x="134" y="154"/>
                  </a:lnTo>
                  <a:cubicBezTo>
                    <a:pt x="288" y="421"/>
                    <a:pt x="453" y="675"/>
                    <a:pt x="607" y="893"/>
                  </a:cubicBezTo>
                  <a:cubicBezTo>
                    <a:pt x="708" y="1027"/>
                    <a:pt x="793" y="1164"/>
                    <a:pt x="873" y="1281"/>
                  </a:cubicBezTo>
                  <a:cubicBezTo>
                    <a:pt x="1043" y="1532"/>
                    <a:pt x="1213" y="1802"/>
                    <a:pt x="1399" y="2037"/>
                  </a:cubicBezTo>
                  <a:cubicBezTo>
                    <a:pt x="1665" y="2376"/>
                    <a:pt x="1766" y="2728"/>
                    <a:pt x="1718" y="3115"/>
                  </a:cubicBezTo>
                  <a:cubicBezTo>
                    <a:pt x="1701" y="3131"/>
                    <a:pt x="1718" y="3148"/>
                    <a:pt x="1718" y="3164"/>
                  </a:cubicBezTo>
                  <a:cubicBezTo>
                    <a:pt x="1718" y="3216"/>
                    <a:pt x="1718" y="3249"/>
                    <a:pt x="1681" y="3285"/>
                  </a:cubicBezTo>
                  <a:lnTo>
                    <a:pt x="1681" y="3301"/>
                  </a:lnTo>
                  <a:lnTo>
                    <a:pt x="1701" y="3301"/>
                  </a:lnTo>
                  <a:cubicBezTo>
                    <a:pt x="1734" y="3249"/>
                    <a:pt x="1734" y="3216"/>
                    <a:pt x="1734" y="3164"/>
                  </a:cubicBezTo>
                  <a:lnTo>
                    <a:pt x="1734" y="3115"/>
                  </a:lnTo>
                  <a:cubicBezTo>
                    <a:pt x="1782" y="2711"/>
                    <a:pt x="1681" y="2356"/>
                    <a:pt x="1415" y="2021"/>
                  </a:cubicBezTo>
                  <a:cubicBezTo>
                    <a:pt x="1229" y="1786"/>
                    <a:pt x="1059" y="1516"/>
                    <a:pt x="894" y="1281"/>
                  </a:cubicBezTo>
                  <a:cubicBezTo>
                    <a:pt x="809" y="1144"/>
                    <a:pt x="724" y="1011"/>
                    <a:pt x="639" y="877"/>
                  </a:cubicBezTo>
                  <a:cubicBezTo>
                    <a:pt x="469" y="659"/>
                    <a:pt x="304" y="405"/>
                    <a:pt x="150" y="154"/>
                  </a:cubicBezTo>
                  <a:lnTo>
                    <a:pt x="150" y="134"/>
                  </a:lnTo>
                  <a:cubicBezTo>
                    <a:pt x="118" y="86"/>
                    <a:pt x="86" y="33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>
              <a:extLst>
                <a:ext uri="{FF2B5EF4-FFF2-40B4-BE49-F238E27FC236}">
                  <a16:creationId xmlns:a16="http://schemas.microsoft.com/office/drawing/2014/main" id="{EA92BF7F-54BE-81AA-20EB-AF2D91233D6E}"/>
                </a:ext>
              </a:extLst>
            </p:cNvPr>
            <p:cNvSpPr/>
            <p:nvPr/>
          </p:nvSpPr>
          <p:spPr>
            <a:xfrm>
              <a:off x="1247848" y="3051558"/>
              <a:ext cx="168952" cy="186532"/>
            </a:xfrm>
            <a:custGeom>
              <a:avLst/>
              <a:gdLst/>
              <a:ahLst/>
              <a:cxnLst/>
              <a:rect l="l" t="t" r="r" b="b"/>
              <a:pathLst>
                <a:path w="1701" h="1878" extrusionOk="0">
                  <a:moveTo>
                    <a:pt x="1686" y="0"/>
                  </a:moveTo>
                  <a:cubicBezTo>
                    <a:pt x="1683" y="0"/>
                    <a:pt x="1681" y="2"/>
                    <a:pt x="1681" y="7"/>
                  </a:cubicBezTo>
                  <a:lnTo>
                    <a:pt x="1313" y="128"/>
                  </a:lnTo>
                  <a:cubicBezTo>
                    <a:pt x="994" y="246"/>
                    <a:pt x="671" y="363"/>
                    <a:pt x="351" y="480"/>
                  </a:cubicBezTo>
                  <a:cubicBezTo>
                    <a:pt x="267" y="512"/>
                    <a:pt x="186" y="532"/>
                    <a:pt x="85" y="565"/>
                  </a:cubicBezTo>
                  <a:cubicBezTo>
                    <a:pt x="49" y="581"/>
                    <a:pt x="0" y="597"/>
                    <a:pt x="16" y="682"/>
                  </a:cubicBezTo>
                  <a:lnTo>
                    <a:pt x="16" y="1118"/>
                  </a:lnTo>
                  <a:cubicBezTo>
                    <a:pt x="16" y="1340"/>
                    <a:pt x="0" y="1575"/>
                    <a:pt x="16" y="1793"/>
                  </a:cubicBezTo>
                  <a:lnTo>
                    <a:pt x="16" y="1825"/>
                  </a:lnTo>
                  <a:cubicBezTo>
                    <a:pt x="0" y="1845"/>
                    <a:pt x="0" y="1845"/>
                    <a:pt x="0" y="1861"/>
                  </a:cubicBezTo>
                  <a:lnTo>
                    <a:pt x="0" y="1878"/>
                  </a:lnTo>
                  <a:lnTo>
                    <a:pt x="16" y="1878"/>
                  </a:lnTo>
                  <a:lnTo>
                    <a:pt x="16" y="1861"/>
                  </a:lnTo>
                  <a:cubicBezTo>
                    <a:pt x="32" y="1861"/>
                    <a:pt x="32" y="1861"/>
                    <a:pt x="32" y="1845"/>
                  </a:cubicBezTo>
                  <a:cubicBezTo>
                    <a:pt x="49" y="1825"/>
                    <a:pt x="49" y="1809"/>
                    <a:pt x="49" y="1793"/>
                  </a:cubicBezTo>
                  <a:cubicBezTo>
                    <a:pt x="32" y="1575"/>
                    <a:pt x="32" y="1340"/>
                    <a:pt x="32" y="1118"/>
                  </a:cubicBezTo>
                  <a:lnTo>
                    <a:pt x="32" y="682"/>
                  </a:lnTo>
                  <a:cubicBezTo>
                    <a:pt x="32" y="633"/>
                    <a:pt x="49" y="613"/>
                    <a:pt x="101" y="597"/>
                  </a:cubicBezTo>
                  <a:cubicBezTo>
                    <a:pt x="186" y="565"/>
                    <a:pt x="267" y="532"/>
                    <a:pt x="368" y="496"/>
                  </a:cubicBezTo>
                  <a:cubicBezTo>
                    <a:pt x="691" y="379"/>
                    <a:pt x="994" y="278"/>
                    <a:pt x="1313" y="161"/>
                  </a:cubicBezTo>
                  <a:lnTo>
                    <a:pt x="1681" y="27"/>
                  </a:lnTo>
                  <a:cubicBezTo>
                    <a:pt x="1701" y="27"/>
                    <a:pt x="1701" y="7"/>
                    <a:pt x="1701" y="7"/>
                  </a:cubicBezTo>
                  <a:cubicBezTo>
                    <a:pt x="1701" y="7"/>
                    <a:pt x="1692" y="0"/>
                    <a:pt x="16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>
              <a:extLst>
                <a:ext uri="{FF2B5EF4-FFF2-40B4-BE49-F238E27FC236}">
                  <a16:creationId xmlns:a16="http://schemas.microsoft.com/office/drawing/2014/main" id="{751BB16C-67E6-2782-1B17-AC30CC31CDC5}"/>
                </a:ext>
              </a:extLst>
            </p:cNvPr>
            <p:cNvSpPr/>
            <p:nvPr/>
          </p:nvSpPr>
          <p:spPr>
            <a:xfrm>
              <a:off x="1928324" y="2122969"/>
              <a:ext cx="142134" cy="331150"/>
            </a:xfrm>
            <a:custGeom>
              <a:avLst/>
              <a:gdLst/>
              <a:ahLst/>
              <a:cxnLst/>
              <a:rect l="l" t="t" r="r" b="b"/>
              <a:pathLst>
                <a:path w="1431" h="3334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85"/>
                    <a:pt x="134" y="166"/>
                    <a:pt x="182" y="267"/>
                  </a:cubicBezTo>
                  <a:cubicBezTo>
                    <a:pt x="202" y="303"/>
                    <a:pt x="218" y="336"/>
                    <a:pt x="235" y="368"/>
                  </a:cubicBezTo>
                  <a:cubicBezTo>
                    <a:pt x="469" y="756"/>
                    <a:pt x="687" y="1144"/>
                    <a:pt x="909" y="1515"/>
                  </a:cubicBezTo>
                  <a:cubicBezTo>
                    <a:pt x="1043" y="1749"/>
                    <a:pt x="1176" y="1968"/>
                    <a:pt x="1313" y="2206"/>
                  </a:cubicBezTo>
                  <a:cubicBezTo>
                    <a:pt x="1362" y="2287"/>
                    <a:pt x="1378" y="2372"/>
                    <a:pt x="1378" y="2440"/>
                  </a:cubicBezTo>
                  <a:cubicBezTo>
                    <a:pt x="1362" y="2525"/>
                    <a:pt x="1362" y="2626"/>
                    <a:pt x="1378" y="2711"/>
                  </a:cubicBezTo>
                  <a:cubicBezTo>
                    <a:pt x="1378" y="2828"/>
                    <a:pt x="1378" y="2961"/>
                    <a:pt x="1346" y="3095"/>
                  </a:cubicBezTo>
                  <a:cubicBezTo>
                    <a:pt x="1346" y="3147"/>
                    <a:pt x="1362" y="3196"/>
                    <a:pt x="1378" y="3248"/>
                  </a:cubicBezTo>
                  <a:cubicBezTo>
                    <a:pt x="1394" y="3281"/>
                    <a:pt x="1394" y="3297"/>
                    <a:pt x="1394" y="3333"/>
                  </a:cubicBezTo>
                  <a:lnTo>
                    <a:pt x="1414" y="3333"/>
                  </a:lnTo>
                  <a:cubicBezTo>
                    <a:pt x="1430" y="3333"/>
                    <a:pt x="1430" y="3333"/>
                    <a:pt x="1430" y="3317"/>
                  </a:cubicBezTo>
                  <a:cubicBezTo>
                    <a:pt x="1430" y="3297"/>
                    <a:pt x="1414" y="3264"/>
                    <a:pt x="1414" y="3248"/>
                  </a:cubicBezTo>
                  <a:cubicBezTo>
                    <a:pt x="1378" y="3196"/>
                    <a:pt x="1362" y="3147"/>
                    <a:pt x="1378" y="3095"/>
                  </a:cubicBezTo>
                  <a:cubicBezTo>
                    <a:pt x="1394" y="2961"/>
                    <a:pt x="1394" y="2828"/>
                    <a:pt x="1394" y="2691"/>
                  </a:cubicBezTo>
                  <a:lnTo>
                    <a:pt x="1394" y="2440"/>
                  </a:lnTo>
                  <a:cubicBezTo>
                    <a:pt x="1414" y="2355"/>
                    <a:pt x="1378" y="2287"/>
                    <a:pt x="1329" y="2186"/>
                  </a:cubicBezTo>
                  <a:cubicBezTo>
                    <a:pt x="1192" y="1968"/>
                    <a:pt x="1059" y="1733"/>
                    <a:pt x="925" y="1499"/>
                  </a:cubicBezTo>
                  <a:cubicBezTo>
                    <a:pt x="707" y="1127"/>
                    <a:pt x="485" y="740"/>
                    <a:pt x="267" y="352"/>
                  </a:cubicBezTo>
                  <a:cubicBezTo>
                    <a:pt x="235" y="319"/>
                    <a:pt x="218" y="287"/>
                    <a:pt x="202" y="251"/>
                  </a:cubicBezTo>
                  <a:cubicBezTo>
                    <a:pt x="166" y="166"/>
                    <a:pt x="117" y="6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>
              <a:extLst>
                <a:ext uri="{FF2B5EF4-FFF2-40B4-BE49-F238E27FC236}">
                  <a16:creationId xmlns:a16="http://schemas.microsoft.com/office/drawing/2014/main" id="{3B7324F2-4F7E-B406-9407-DACE6CDE321E}"/>
                </a:ext>
              </a:extLst>
            </p:cNvPr>
            <p:cNvSpPr/>
            <p:nvPr/>
          </p:nvSpPr>
          <p:spPr>
            <a:xfrm>
              <a:off x="1923059" y="3136084"/>
              <a:ext cx="148988" cy="282580"/>
            </a:xfrm>
            <a:custGeom>
              <a:avLst/>
              <a:gdLst/>
              <a:ahLst/>
              <a:cxnLst/>
              <a:rect l="l" t="t" r="r" b="b"/>
              <a:pathLst>
                <a:path w="1500" h="2845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34"/>
                    <a:pt x="86" y="219"/>
                    <a:pt x="154" y="287"/>
                  </a:cubicBezTo>
                  <a:cubicBezTo>
                    <a:pt x="187" y="320"/>
                    <a:pt x="219" y="336"/>
                    <a:pt x="255" y="368"/>
                  </a:cubicBezTo>
                  <a:cubicBezTo>
                    <a:pt x="506" y="691"/>
                    <a:pt x="776" y="1027"/>
                    <a:pt x="1027" y="1330"/>
                  </a:cubicBezTo>
                  <a:cubicBezTo>
                    <a:pt x="1144" y="1479"/>
                    <a:pt x="1265" y="1616"/>
                    <a:pt x="1382" y="1750"/>
                  </a:cubicBezTo>
                  <a:cubicBezTo>
                    <a:pt x="1415" y="1802"/>
                    <a:pt x="1447" y="1867"/>
                    <a:pt x="1447" y="1935"/>
                  </a:cubicBezTo>
                  <a:cubicBezTo>
                    <a:pt x="1431" y="2053"/>
                    <a:pt x="1431" y="2170"/>
                    <a:pt x="1431" y="2287"/>
                  </a:cubicBezTo>
                  <a:lnTo>
                    <a:pt x="1431" y="2558"/>
                  </a:lnTo>
                  <a:lnTo>
                    <a:pt x="1431" y="2574"/>
                  </a:lnTo>
                  <a:cubicBezTo>
                    <a:pt x="1447" y="2590"/>
                    <a:pt x="1447" y="2610"/>
                    <a:pt x="1431" y="2626"/>
                  </a:cubicBezTo>
                  <a:cubicBezTo>
                    <a:pt x="1399" y="2711"/>
                    <a:pt x="1415" y="2776"/>
                    <a:pt x="1483" y="2828"/>
                  </a:cubicBezTo>
                  <a:lnTo>
                    <a:pt x="1500" y="2844"/>
                  </a:lnTo>
                  <a:lnTo>
                    <a:pt x="1500" y="2828"/>
                  </a:lnTo>
                  <a:lnTo>
                    <a:pt x="1500" y="2812"/>
                  </a:lnTo>
                  <a:cubicBezTo>
                    <a:pt x="1431" y="2776"/>
                    <a:pt x="1415" y="2711"/>
                    <a:pt x="1447" y="2642"/>
                  </a:cubicBezTo>
                  <a:cubicBezTo>
                    <a:pt x="1467" y="2610"/>
                    <a:pt x="1467" y="2590"/>
                    <a:pt x="1467" y="2574"/>
                  </a:cubicBezTo>
                  <a:lnTo>
                    <a:pt x="1467" y="2558"/>
                  </a:lnTo>
                  <a:lnTo>
                    <a:pt x="1467" y="2287"/>
                  </a:lnTo>
                  <a:lnTo>
                    <a:pt x="1467" y="1935"/>
                  </a:lnTo>
                  <a:cubicBezTo>
                    <a:pt x="1467" y="1867"/>
                    <a:pt x="1447" y="1802"/>
                    <a:pt x="1399" y="1734"/>
                  </a:cubicBezTo>
                  <a:cubicBezTo>
                    <a:pt x="1281" y="1600"/>
                    <a:pt x="1164" y="1463"/>
                    <a:pt x="1043" y="1313"/>
                  </a:cubicBezTo>
                  <a:cubicBezTo>
                    <a:pt x="793" y="1010"/>
                    <a:pt x="522" y="671"/>
                    <a:pt x="271" y="352"/>
                  </a:cubicBezTo>
                  <a:cubicBezTo>
                    <a:pt x="235" y="320"/>
                    <a:pt x="203" y="287"/>
                    <a:pt x="187" y="267"/>
                  </a:cubicBezTo>
                  <a:cubicBezTo>
                    <a:pt x="102" y="202"/>
                    <a:pt x="33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>
              <a:extLst>
                <a:ext uri="{FF2B5EF4-FFF2-40B4-BE49-F238E27FC236}">
                  <a16:creationId xmlns:a16="http://schemas.microsoft.com/office/drawing/2014/main" id="{56222915-7E80-DA4E-DF95-44BACB10255D}"/>
                </a:ext>
              </a:extLst>
            </p:cNvPr>
            <p:cNvSpPr/>
            <p:nvPr/>
          </p:nvSpPr>
          <p:spPr>
            <a:xfrm>
              <a:off x="1033505" y="3042221"/>
              <a:ext cx="6953" cy="97140"/>
            </a:xfrm>
            <a:custGeom>
              <a:avLst/>
              <a:gdLst/>
              <a:ahLst/>
              <a:cxnLst/>
              <a:rect l="l" t="t" r="r" b="b"/>
              <a:pathLst>
                <a:path w="70" h="978" extrusionOk="0">
                  <a:moveTo>
                    <a:pt x="21" y="0"/>
                  </a:moveTo>
                  <a:cubicBezTo>
                    <a:pt x="1" y="0"/>
                    <a:pt x="1" y="20"/>
                    <a:pt x="1" y="20"/>
                  </a:cubicBezTo>
                  <a:cubicBezTo>
                    <a:pt x="21" y="69"/>
                    <a:pt x="37" y="121"/>
                    <a:pt x="37" y="186"/>
                  </a:cubicBezTo>
                  <a:lnTo>
                    <a:pt x="37" y="760"/>
                  </a:lnTo>
                  <a:lnTo>
                    <a:pt x="37" y="962"/>
                  </a:lnTo>
                  <a:cubicBezTo>
                    <a:pt x="37" y="962"/>
                    <a:pt x="37" y="978"/>
                    <a:pt x="53" y="978"/>
                  </a:cubicBezTo>
                  <a:lnTo>
                    <a:pt x="53" y="962"/>
                  </a:lnTo>
                  <a:lnTo>
                    <a:pt x="53" y="760"/>
                  </a:lnTo>
                  <a:lnTo>
                    <a:pt x="53" y="186"/>
                  </a:lnTo>
                  <a:cubicBezTo>
                    <a:pt x="70" y="121"/>
                    <a:pt x="53" y="69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>
              <a:extLst>
                <a:ext uri="{FF2B5EF4-FFF2-40B4-BE49-F238E27FC236}">
                  <a16:creationId xmlns:a16="http://schemas.microsoft.com/office/drawing/2014/main" id="{DE8C381F-7646-021A-A948-367F8C44D8E9}"/>
                </a:ext>
              </a:extLst>
            </p:cNvPr>
            <p:cNvSpPr/>
            <p:nvPr/>
          </p:nvSpPr>
          <p:spPr>
            <a:xfrm>
              <a:off x="1413125" y="1368993"/>
              <a:ext cx="5264" cy="50258"/>
            </a:xfrm>
            <a:custGeom>
              <a:avLst/>
              <a:gdLst/>
              <a:ahLst/>
              <a:cxnLst/>
              <a:rect l="l" t="t" r="r" b="b"/>
              <a:pathLst>
                <a:path w="53" h="506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0" y="118"/>
                    <a:pt x="0" y="219"/>
                    <a:pt x="0" y="320"/>
                  </a:cubicBezTo>
                  <a:cubicBezTo>
                    <a:pt x="17" y="368"/>
                    <a:pt x="17" y="437"/>
                    <a:pt x="0" y="506"/>
                  </a:cubicBezTo>
                  <a:lnTo>
                    <a:pt x="37" y="506"/>
                  </a:lnTo>
                  <a:lnTo>
                    <a:pt x="37" y="320"/>
                  </a:lnTo>
                  <a:cubicBezTo>
                    <a:pt x="37" y="219"/>
                    <a:pt x="37" y="118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>
              <a:extLst>
                <a:ext uri="{FF2B5EF4-FFF2-40B4-BE49-F238E27FC236}">
                  <a16:creationId xmlns:a16="http://schemas.microsoft.com/office/drawing/2014/main" id="{5A23DBCE-002A-E375-9D33-F9D13F97CF9C}"/>
                </a:ext>
              </a:extLst>
            </p:cNvPr>
            <p:cNvSpPr/>
            <p:nvPr/>
          </p:nvSpPr>
          <p:spPr>
            <a:xfrm>
              <a:off x="1553570" y="2057513"/>
              <a:ext cx="5264" cy="67144"/>
            </a:xfrm>
            <a:custGeom>
              <a:avLst/>
              <a:gdLst/>
              <a:ahLst/>
              <a:cxnLst/>
              <a:rect l="l" t="t" r="r" b="b"/>
              <a:pathLst>
                <a:path w="53" h="676" extrusionOk="0">
                  <a:moveTo>
                    <a:pt x="16" y="1"/>
                  </a:moveTo>
                  <a:cubicBezTo>
                    <a:pt x="0" y="86"/>
                    <a:pt x="16" y="171"/>
                    <a:pt x="16" y="255"/>
                  </a:cubicBezTo>
                  <a:cubicBezTo>
                    <a:pt x="16" y="389"/>
                    <a:pt x="16" y="522"/>
                    <a:pt x="0" y="659"/>
                  </a:cubicBezTo>
                  <a:cubicBezTo>
                    <a:pt x="0" y="659"/>
                    <a:pt x="0" y="675"/>
                    <a:pt x="16" y="675"/>
                  </a:cubicBezTo>
                  <a:lnTo>
                    <a:pt x="16" y="659"/>
                  </a:ln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>
              <a:extLst>
                <a:ext uri="{FF2B5EF4-FFF2-40B4-BE49-F238E27FC236}">
                  <a16:creationId xmlns:a16="http://schemas.microsoft.com/office/drawing/2014/main" id="{8CA9F8EA-3E91-D54D-632A-90710CF31F38}"/>
                </a:ext>
              </a:extLst>
            </p:cNvPr>
            <p:cNvSpPr/>
            <p:nvPr/>
          </p:nvSpPr>
          <p:spPr>
            <a:xfrm>
              <a:off x="1861279" y="2196370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6"/>
                    <a:pt x="17" y="287"/>
                  </a:cubicBezTo>
                  <a:lnTo>
                    <a:pt x="17" y="457"/>
                  </a:lnTo>
                  <a:lnTo>
                    <a:pt x="17" y="489"/>
                  </a:lnTo>
                  <a:cubicBezTo>
                    <a:pt x="33" y="522"/>
                    <a:pt x="33" y="558"/>
                    <a:pt x="17" y="574"/>
                  </a:cubicBezTo>
                  <a:cubicBezTo>
                    <a:pt x="1" y="590"/>
                    <a:pt x="1" y="590"/>
                    <a:pt x="17" y="590"/>
                  </a:cubicBezTo>
                  <a:lnTo>
                    <a:pt x="33" y="590"/>
                  </a:lnTo>
                  <a:cubicBezTo>
                    <a:pt x="49" y="558"/>
                    <a:pt x="49" y="522"/>
                    <a:pt x="49" y="489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186"/>
                    <a:pt x="49" y="102"/>
                    <a:pt x="6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>
              <a:extLst>
                <a:ext uri="{FF2B5EF4-FFF2-40B4-BE49-F238E27FC236}">
                  <a16:creationId xmlns:a16="http://schemas.microsoft.com/office/drawing/2014/main" id="{01406070-B897-D7B4-5212-D037440658ED}"/>
                </a:ext>
              </a:extLst>
            </p:cNvPr>
            <p:cNvSpPr/>
            <p:nvPr/>
          </p:nvSpPr>
          <p:spPr>
            <a:xfrm>
              <a:off x="574127" y="3217927"/>
              <a:ext cx="4867" cy="55125"/>
            </a:xfrm>
            <a:custGeom>
              <a:avLst/>
              <a:gdLst/>
              <a:ahLst/>
              <a:cxnLst/>
              <a:rect l="l" t="t" r="r" b="b"/>
              <a:pathLst>
                <a:path w="49" h="555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18"/>
                    <a:pt x="17" y="235"/>
                    <a:pt x="17" y="336"/>
                  </a:cubicBezTo>
                  <a:lnTo>
                    <a:pt x="17" y="538"/>
                  </a:lnTo>
                  <a:cubicBezTo>
                    <a:pt x="17" y="554"/>
                    <a:pt x="17" y="554"/>
                    <a:pt x="33" y="554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49" y="11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>
              <a:extLst>
                <a:ext uri="{FF2B5EF4-FFF2-40B4-BE49-F238E27FC236}">
                  <a16:creationId xmlns:a16="http://schemas.microsoft.com/office/drawing/2014/main" id="{8EA70BDE-285F-7F09-C339-4D0243AD9403}"/>
                </a:ext>
              </a:extLst>
            </p:cNvPr>
            <p:cNvSpPr/>
            <p:nvPr/>
          </p:nvSpPr>
          <p:spPr>
            <a:xfrm>
              <a:off x="527146" y="3349930"/>
              <a:ext cx="108860" cy="41816"/>
            </a:xfrm>
            <a:custGeom>
              <a:avLst/>
              <a:gdLst/>
              <a:ahLst/>
              <a:cxnLst/>
              <a:rect l="l" t="t" r="r" b="b"/>
              <a:pathLst>
                <a:path w="1096" h="421" extrusionOk="0">
                  <a:moveTo>
                    <a:pt x="1079" y="1"/>
                  </a:moveTo>
                  <a:cubicBezTo>
                    <a:pt x="942" y="33"/>
                    <a:pt x="825" y="69"/>
                    <a:pt x="724" y="118"/>
                  </a:cubicBezTo>
                  <a:cubicBezTo>
                    <a:pt x="675" y="134"/>
                    <a:pt x="623" y="154"/>
                    <a:pt x="574" y="170"/>
                  </a:cubicBezTo>
                  <a:cubicBezTo>
                    <a:pt x="522" y="186"/>
                    <a:pt x="473" y="203"/>
                    <a:pt x="421" y="219"/>
                  </a:cubicBezTo>
                  <a:cubicBezTo>
                    <a:pt x="271" y="271"/>
                    <a:pt x="134" y="320"/>
                    <a:pt x="1" y="388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150" y="336"/>
                    <a:pt x="288" y="304"/>
                    <a:pt x="421" y="255"/>
                  </a:cubicBezTo>
                  <a:cubicBezTo>
                    <a:pt x="473" y="235"/>
                    <a:pt x="522" y="219"/>
                    <a:pt x="591" y="203"/>
                  </a:cubicBezTo>
                  <a:cubicBezTo>
                    <a:pt x="639" y="186"/>
                    <a:pt x="675" y="170"/>
                    <a:pt x="724" y="154"/>
                  </a:cubicBezTo>
                  <a:cubicBezTo>
                    <a:pt x="841" y="102"/>
                    <a:pt x="958" y="53"/>
                    <a:pt x="1079" y="33"/>
                  </a:cubicBezTo>
                  <a:cubicBezTo>
                    <a:pt x="1096" y="33"/>
                    <a:pt x="1096" y="33"/>
                    <a:pt x="1096" y="17"/>
                  </a:cubicBezTo>
                  <a:lnTo>
                    <a:pt x="10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>
              <a:extLst>
                <a:ext uri="{FF2B5EF4-FFF2-40B4-BE49-F238E27FC236}">
                  <a16:creationId xmlns:a16="http://schemas.microsoft.com/office/drawing/2014/main" id="{A7A34D80-8034-AF93-FB45-32B50AC777F6}"/>
                </a:ext>
              </a:extLst>
            </p:cNvPr>
            <p:cNvSpPr/>
            <p:nvPr/>
          </p:nvSpPr>
          <p:spPr>
            <a:xfrm>
              <a:off x="1530229" y="1434050"/>
              <a:ext cx="193982" cy="424614"/>
            </a:xfrm>
            <a:custGeom>
              <a:avLst/>
              <a:gdLst/>
              <a:ahLst/>
              <a:cxnLst/>
              <a:rect l="l" t="t" r="r" b="b"/>
              <a:pathLst>
                <a:path w="1953" h="4275" extrusionOk="0">
                  <a:moveTo>
                    <a:pt x="1" y="0"/>
                  </a:moveTo>
                  <a:lnTo>
                    <a:pt x="1" y="16"/>
                  </a:lnTo>
                  <a:cubicBezTo>
                    <a:pt x="102" y="117"/>
                    <a:pt x="150" y="234"/>
                    <a:pt x="219" y="356"/>
                  </a:cubicBezTo>
                  <a:cubicBezTo>
                    <a:pt x="251" y="404"/>
                    <a:pt x="272" y="457"/>
                    <a:pt x="304" y="505"/>
                  </a:cubicBezTo>
                  <a:cubicBezTo>
                    <a:pt x="825" y="1382"/>
                    <a:pt x="1330" y="2254"/>
                    <a:pt x="1718" y="2929"/>
                  </a:cubicBezTo>
                  <a:cubicBezTo>
                    <a:pt x="1750" y="2981"/>
                    <a:pt x="1766" y="3014"/>
                    <a:pt x="1803" y="3062"/>
                  </a:cubicBezTo>
                  <a:cubicBezTo>
                    <a:pt x="1835" y="3131"/>
                    <a:pt x="1867" y="3183"/>
                    <a:pt x="1904" y="3248"/>
                  </a:cubicBezTo>
                  <a:cubicBezTo>
                    <a:pt x="1904" y="3264"/>
                    <a:pt x="1920" y="3301"/>
                    <a:pt x="1920" y="3333"/>
                  </a:cubicBezTo>
                  <a:lnTo>
                    <a:pt x="1920" y="3838"/>
                  </a:lnTo>
                  <a:lnTo>
                    <a:pt x="1920" y="4157"/>
                  </a:lnTo>
                  <a:cubicBezTo>
                    <a:pt x="1920" y="4193"/>
                    <a:pt x="1920" y="4210"/>
                    <a:pt x="1904" y="4226"/>
                  </a:cubicBezTo>
                  <a:lnTo>
                    <a:pt x="1904" y="4258"/>
                  </a:lnTo>
                  <a:lnTo>
                    <a:pt x="1904" y="4274"/>
                  </a:lnTo>
                  <a:lnTo>
                    <a:pt x="1920" y="4258"/>
                  </a:lnTo>
                  <a:lnTo>
                    <a:pt x="1936" y="4242"/>
                  </a:lnTo>
                  <a:cubicBezTo>
                    <a:pt x="1936" y="4210"/>
                    <a:pt x="1952" y="4193"/>
                    <a:pt x="1952" y="4157"/>
                  </a:cubicBezTo>
                  <a:lnTo>
                    <a:pt x="1952" y="3838"/>
                  </a:lnTo>
                  <a:lnTo>
                    <a:pt x="1952" y="3349"/>
                  </a:lnTo>
                  <a:cubicBezTo>
                    <a:pt x="1952" y="3301"/>
                    <a:pt x="1936" y="3248"/>
                    <a:pt x="1920" y="3232"/>
                  </a:cubicBezTo>
                  <a:cubicBezTo>
                    <a:pt x="1887" y="3163"/>
                    <a:pt x="1851" y="3115"/>
                    <a:pt x="1819" y="3046"/>
                  </a:cubicBezTo>
                  <a:cubicBezTo>
                    <a:pt x="1803" y="3014"/>
                    <a:pt x="1766" y="2961"/>
                    <a:pt x="1750" y="2913"/>
                  </a:cubicBezTo>
                  <a:cubicBezTo>
                    <a:pt x="1362" y="2254"/>
                    <a:pt x="841" y="1366"/>
                    <a:pt x="320" y="489"/>
                  </a:cubicBezTo>
                  <a:cubicBezTo>
                    <a:pt x="304" y="436"/>
                    <a:pt x="272" y="388"/>
                    <a:pt x="251" y="335"/>
                  </a:cubicBezTo>
                  <a:cubicBezTo>
                    <a:pt x="187" y="218"/>
                    <a:pt x="118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>
              <a:extLst>
                <a:ext uri="{FF2B5EF4-FFF2-40B4-BE49-F238E27FC236}">
                  <a16:creationId xmlns:a16="http://schemas.microsoft.com/office/drawing/2014/main" id="{ED27EBC7-3864-4BB3-5CE5-FAFAD220C3F8}"/>
                </a:ext>
              </a:extLst>
            </p:cNvPr>
            <p:cNvSpPr/>
            <p:nvPr/>
          </p:nvSpPr>
          <p:spPr>
            <a:xfrm>
              <a:off x="1643857" y="2679487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7"/>
                  </a:cubicBezTo>
                  <a:cubicBezTo>
                    <a:pt x="16" y="101"/>
                    <a:pt x="16" y="202"/>
                    <a:pt x="16" y="303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58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58"/>
                    <a:pt x="53" y="521"/>
                  </a:cubicBezTo>
                  <a:lnTo>
                    <a:pt x="53" y="473"/>
                  </a:lnTo>
                  <a:lnTo>
                    <a:pt x="53" y="303"/>
                  </a:lnTo>
                  <a:cubicBezTo>
                    <a:pt x="53" y="202"/>
                    <a:pt x="53" y="117"/>
                    <a:pt x="69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>
              <a:extLst>
                <a:ext uri="{FF2B5EF4-FFF2-40B4-BE49-F238E27FC236}">
                  <a16:creationId xmlns:a16="http://schemas.microsoft.com/office/drawing/2014/main" id="{00A8697F-560D-621A-32A9-6B62AD584A19}"/>
                </a:ext>
              </a:extLst>
            </p:cNvPr>
            <p:cNvSpPr/>
            <p:nvPr/>
          </p:nvSpPr>
          <p:spPr>
            <a:xfrm>
              <a:off x="1252616" y="3179787"/>
              <a:ext cx="165773" cy="75189"/>
            </a:xfrm>
            <a:custGeom>
              <a:avLst/>
              <a:gdLst/>
              <a:ahLst/>
              <a:cxnLst/>
              <a:rect l="l" t="t" r="r" b="b"/>
              <a:pathLst>
                <a:path w="1669" h="757" extrusionOk="0">
                  <a:moveTo>
                    <a:pt x="1571" y="1"/>
                  </a:moveTo>
                  <a:cubicBezTo>
                    <a:pt x="1551" y="1"/>
                    <a:pt x="1525" y="5"/>
                    <a:pt x="1499" y="13"/>
                  </a:cubicBezTo>
                  <a:cubicBezTo>
                    <a:pt x="1249" y="82"/>
                    <a:pt x="994" y="166"/>
                    <a:pt x="760" y="251"/>
                  </a:cubicBezTo>
                  <a:lnTo>
                    <a:pt x="303" y="401"/>
                  </a:lnTo>
                  <a:cubicBezTo>
                    <a:pt x="239" y="417"/>
                    <a:pt x="170" y="433"/>
                    <a:pt x="101" y="469"/>
                  </a:cubicBezTo>
                  <a:lnTo>
                    <a:pt x="17" y="486"/>
                  </a:lnTo>
                  <a:lnTo>
                    <a:pt x="1" y="502"/>
                  </a:lnTo>
                  <a:cubicBezTo>
                    <a:pt x="1" y="518"/>
                    <a:pt x="17" y="518"/>
                    <a:pt x="17" y="518"/>
                  </a:cubicBezTo>
                  <a:lnTo>
                    <a:pt x="118" y="486"/>
                  </a:lnTo>
                  <a:cubicBezTo>
                    <a:pt x="186" y="469"/>
                    <a:pt x="255" y="453"/>
                    <a:pt x="320" y="417"/>
                  </a:cubicBezTo>
                  <a:cubicBezTo>
                    <a:pt x="473" y="368"/>
                    <a:pt x="606" y="332"/>
                    <a:pt x="760" y="284"/>
                  </a:cubicBezTo>
                  <a:cubicBezTo>
                    <a:pt x="1010" y="199"/>
                    <a:pt x="1265" y="114"/>
                    <a:pt x="1499" y="29"/>
                  </a:cubicBezTo>
                  <a:cubicBezTo>
                    <a:pt x="1514" y="24"/>
                    <a:pt x="1528" y="22"/>
                    <a:pt x="1540" y="22"/>
                  </a:cubicBezTo>
                  <a:cubicBezTo>
                    <a:pt x="1570" y="22"/>
                    <a:pt x="1593" y="35"/>
                    <a:pt x="1616" y="49"/>
                  </a:cubicBezTo>
                  <a:cubicBezTo>
                    <a:pt x="1633" y="65"/>
                    <a:pt x="1633" y="82"/>
                    <a:pt x="1633" y="114"/>
                  </a:cubicBezTo>
                  <a:cubicBezTo>
                    <a:pt x="1633" y="267"/>
                    <a:pt x="1616" y="417"/>
                    <a:pt x="1600" y="554"/>
                  </a:cubicBezTo>
                  <a:cubicBezTo>
                    <a:pt x="1600" y="619"/>
                    <a:pt x="1584" y="671"/>
                    <a:pt x="1584" y="736"/>
                  </a:cubicBezTo>
                  <a:cubicBezTo>
                    <a:pt x="1584" y="736"/>
                    <a:pt x="1584" y="756"/>
                    <a:pt x="1600" y="756"/>
                  </a:cubicBezTo>
                  <a:lnTo>
                    <a:pt x="1616" y="736"/>
                  </a:lnTo>
                  <a:cubicBezTo>
                    <a:pt x="1616" y="671"/>
                    <a:pt x="1616" y="619"/>
                    <a:pt x="1633" y="554"/>
                  </a:cubicBezTo>
                  <a:cubicBezTo>
                    <a:pt x="1633" y="417"/>
                    <a:pt x="1653" y="267"/>
                    <a:pt x="1669" y="114"/>
                  </a:cubicBezTo>
                  <a:cubicBezTo>
                    <a:pt x="1669" y="82"/>
                    <a:pt x="1653" y="49"/>
                    <a:pt x="1616" y="13"/>
                  </a:cubicBezTo>
                  <a:cubicBezTo>
                    <a:pt x="1608" y="5"/>
                    <a:pt x="1592" y="1"/>
                    <a:pt x="15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>
              <a:extLst>
                <a:ext uri="{FF2B5EF4-FFF2-40B4-BE49-F238E27FC236}">
                  <a16:creationId xmlns:a16="http://schemas.microsoft.com/office/drawing/2014/main" id="{E38A1323-CEB4-1547-83EF-C7BD50D81C23}"/>
                </a:ext>
              </a:extLst>
            </p:cNvPr>
            <p:cNvSpPr/>
            <p:nvPr/>
          </p:nvSpPr>
          <p:spPr>
            <a:xfrm>
              <a:off x="1132234" y="3515704"/>
              <a:ext cx="5364" cy="96743"/>
            </a:xfrm>
            <a:custGeom>
              <a:avLst/>
              <a:gdLst/>
              <a:ahLst/>
              <a:cxnLst/>
              <a:rect l="l" t="t" r="r" b="b"/>
              <a:pathLst>
                <a:path w="54" h="97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66"/>
                    <a:pt x="17" y="303"/>
                    <a:pt x="17" y="452"/>
                  </a:cubicBezTo>
                  <a:cubicBezTo>
                    <a:pt x="17" y="537"/>
                    <a:pt x="1" y="622"/>
                    <a:pt x="17" y="723"/>
                  </a:cubicBezTo>
                  <a:lnTo>
                    <a:pt x="17" y="788"/>
                  </a:lnTo>
                  <a:cubicBezTo>
                    <a:pt x="1" y="856"/>
                    <a:pt x="1" y="909"/>
                    <a:pt x="37" y="957"/>
                  </a:cubicBezTo>
                  <a:lnTo>
                    <a:pt x="37" y="974"/>
                  </a:lnTo>
                  <a:cubicBezTo>
                    <a:pt x="53" y="974"/>
                    <a:pt x="53" y="957"/>
                    <a:pt x="53" y="957"/>
                  </a:cubicBezTo>
                  <a:cubicBezTo>
                    <a:pt x="37" y="909"/>
                    <a:pt x="37" y="856"/>
                    <a:pt x="37" y="788"/>
                  </a:cubicBezTo>
                  <a:lnTo>
                    <a:pt x="37" y="723"/>
                  </a:lnTo>
                  <a:lnTo>
                    <a:pt x="37" y="452"/>
                  </a:lnTo>
                  <a:cubicBezTo>
                    <a:pt x="37" y="303"/>
                    <a:pt x="53" y="149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>
              <a:extLst>
                <a:ext uri="{FF2B5EF4-FFF2-40B4-BE49-F238E27FC236}">
                  <a16:creationId xmlns:a16="http://schemas.microsoft.com/office/drawing/2014/main" id="{6E21E8DB-A05C-F34D-6EDF-99715551C95E}"/>
                </a:ext>
              </a:extLst>
            </p:cNvPr>
            <p:cNvSpPr/>
            <p:nvPr/>
          </p:nvSpPr>
          <p:spPr>
            <a:xfrm>
              <a:off x="1523475" y="3701044"/>
              <a:ext cx="50258" cy="33373"/>
            </a:xfrm>
            <a:custGeom>
              <a:avLst/>
              <a:gdLst/>
              <a:ahLst/>
              <a:cxnLst/>
              <a:rect l="l" t="t" r="r" b="b"/>
              <a:pathLst>
                <a:path w="506" h="336" extrusionOk="0">
                  <a:moveTo>
                    <a:pt x="0" y="0"/>
                  </a:moveTo>
                  <a:cubicBezTo>
                    <a:pt x="0" y="17"/>
                    <a:pt x="0" y="17"/>
                    <a:pt x="16" y="17"/>
                  </a:cubicBezTo>
                  <a:cubicBezTo>
                    <a:pt x="101" y="69"/>
                    <a:pt x="186" y="134"/>
                    <a:pt x="255" y="202"/>
                  </a:cubicBezTo>
                  <a:cubicBezTo>
                    <a:pt x="287" y="235"/>
                    <a:pt x="340" y="271"/>
                    <a:pt x="372" y="303"/>
                  </a:cubicBezTo>
                  <a:cubicBezTo>
                    <a:pt x="404" y="319"/>
                    <a:pt x="441" y="336"/>
                    <a:pt x="489" y="336"/>
                  </a:cubicBezTo>
                  <a:cubicBezTo>
                    <a:pt x="505" y="336"/>
                    <a:pt x="505" y="336"/>
                    <a:pt x="505" y="319"/>
                  </a:cubicBezTo>
                  <a:cubicBezTo>
                    <a:pt x="505" y="319"/>
                    <a:pt x="505" y="303"/>
                    <a:pt x="489" y="303"/>
                  </a:cubicBezTo>
                  <a:cubicBezTo>
                    <a:pt x="457" y="303"/>
                    <a:pt x="420" y="303"/>
                    <a:pt x="388" y="271"/>
                  </a:cubicBezTo>
                  <a:cubicBezTo>
                    <a:pt x="356" y="255"/>
                    <a:pt x="303" y="202"/>
                    <a:pt x="271" y="170"/>
                  </a:cubicBezTo>
                  <a:cubicBezTo>
                    <a:pt x="202" y="101"/>
                    <a:pt x="117" y="3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>
              <a:extLst>
                <a:ext uri="{FF2B5EF4-FFF2-40B4-BE49-F238E27FC236}">
                  <a16:creationId xmlns:a16="http://schemas.microsoft.com/office/drawing/2014/main" id="{98D760DA-952C-BDC5-8365-A4EABAD2CEA8}"/>
                </a:ext>
              </a:extLst>
            </p:cNvPr>
            <p:cNvSpPr/>
            <p:nvPr/>
          </p:nvSpPr>
          <p:spPr>
            <a:xfrm>
              <a:off x="700865" y="3038944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lnTo>
                    <a:pt x="1" y="17"/>
                  </a:lnTo>
                  <a:lnTo>
                    <a:pt x="1" y="219"/>
                  </a:lnTo>
                  <a:cubicBezTo>
                    <a:pt x="1" y="336"/>
                    <a:pt x="1" y="457"/>
                    <a:pt x="17" y="575"/>
                  </a:cubicBezTo>
                  <a:cubicBezTo>
                    <a:pt x="17" y="575"/>
                    <a:pt x="17" y="591"/>
                    <a:pt x="37" y="591"/>
                  </a:cubicBezTo>
                  <a:lnTo>
                    <a:pt x="53" y="575"/>
                  </a:lnTo>
                  <a:cubicBezTo>
                    <a:pt x="17" y="457"/>
                    <a:pt x="37" y="336"/>
                    <a:pt x="37" y="219"/>
                  </a:cubicBezTo>
                  <a:lnTo>
                    <a:pt x="37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>
              <a:extLst>
                <a:ext uri="{FF2B5EF4-FFF2-40B4-BE49-F238E27FC236}">
                  <a16:creationId xmlns:a16="http://schemas.microsoft.com/office/drawing/2014/main" id="{241B5789-269E-CEBB-6E89-CD4CD6E4ED63}"/>
                </a:ext>
              </a:extLst>
            </p:cNvPr>
            <p:cNvSpPr/>
            <p:nvPr/>
          </p:nvSpPr>
          <p:spPr>
            <a:xfrm>
              <a:off x="1342902" y="1323700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271"/>
                  </a:lnTo>
                  <a:cubicBezTo>
                    <a:pt x="0" y="404"/>
                    <a:pt x="0" y="538"/>
                    <a:pt x="17" y="675"/>
                  </a:cubicBezTo>
                  <a:lnTo>
                    <a:pt x="17" y="691"/>
                  </a:lnTo>
                  <a:lnTo>
                    <a:pt x="37" y="691"/>
                  </a:lnTo>
                  <a:lnTo>
                    <a:pt x="37" y="675"/>
                  </a:lnTo>
                  <a:cubicBezTo>
                    <a:pt x="17" y="538"/>
                    <a:pt x="17" y="404"/>
                    <a:pt x="17" y="271"/>
                  </a:cubicBezTo>
                  <a:cubicBezTo>
                    <a:pt x="37" y="186"/>
                    <a:pt x="37" y="101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>
              <a:extLst>
                <a:ext uri="{FF2B5EF4-FFF2-40B4-BE49-F238E27FC236}">
                  <a16:creationId xmlns:a16="http://schemas.microsoft.com/office/drawing/2014/main" id="{7DBE8677-6821-30B5-F553-7AEFAA23F3CF}"/>
                </a:ext>
              </a:extLst>
            </p:cNvPr>
            <p:cNvSpPr/>
            <p:nvPr/>
          </p:nvSpPr>
          <p:spPr>
            <a:xfrm>
              <a:off x="851343" y="2776527"/>
              <a:ext cx="356477" cy="262516"/>
            </a:xfrm>
            <a:custGeom>
              <a:avLst/>
              <a:gdLst/>
              <a:ahLst/>
              <a:cxnLst/>
              <a:rect l="l" t="t" r="r" b="b"/>
              <a:pathLst>
                <a:path w="3589" h="2643" extrusionOk="0">
                  <a:moveTo>
                    <a:pt x="3552" y="1"/>
                  </a:moveTo>
                  <a:lnTo>
                    <a:pt x="3552" y="33"/>
                  </a:lnTo>
                  <a:cubicBezTo>
                    <a:pt x="3552" y="49"/>
                    <a:pt x="3552" y="70"/>
                    <a:pt x="3519" y="70"/>
                  </a:cubicBezTo>
                  <a:cubicBezTo>
                    <a:pt x="2663" y="405"/>
                    <a:pt x="1887" y="708"/>
                    <a:pt x="1128" y="1011"/>
                  </a:cubicBezTo>
                  <a:cubicBezTo>
                    <a:pt x="978" y="1080"/>
                    <a:pt x="809" y="1144"/>
                    <a:pt x="643" y="1197"/>
                  </a:cubicBezTo>
                  <a:cubicBezTo>
                    <a:pt x="473" y="1261"/>
                    <a:pt x="288" y="1346"/>
                    <a:pt x="102" y="1415"/>
                  </a:cubicBezTo>
                  <a:cubicBezTo>
                    <a:pt x="37" y="1447"/>
                    <a:pt x="1" y="1463"/>
                    <a:pt x="1" y="1532"/>
                  </a:cubicBezTo>
                  <a:lnTo>
                    <a:pt x="1" y="2611"/>
                  </a:lnTo>
                  <a:cubicBezTo>
                    <a:pt x="1" y="2611"/>
                    <a:pt x="1" y="2627"/>
                    <a:pt x="17" y="2627"/>
                  </a:cubicBezTo>
                  <a:lnTo>
                    <a:pt x="17" y="2643"/>
                  </a:lnTo>
                  <a:lnTo>
                    <a:pt x="37" y="2643"/>
                  </a:lnTo>
                  <a:cubicBezTo>
                    <a:pt x="37" y="2643"/>
                    <a:pt x="53" y="2627"/>
                    <a:pt x="37" y="2627"/>
                  </a:cubicBezTo>
                  <a:lnTo>
                    <a:pt x="37" y="2611"/>
                  </a:lnTo>
                  <a:lnTo>
                    <a:pt x="37" y="1532"/>
                  </a:lnTo>
                  <a:cubicBezTo>
                    <a:pt x="37" y="1484"/>
                    <a:pt x="53" y="1463"/>
                    <a:pt x="118" y="1431"/>
                  </a:cubicBezTo>
                  <a:cubicBezTo>
                    <a:pt x="288" y="1362"/>
                    <a:pt x="473" y="1298"/>
                    <a:pt x="659" y="1229"/>
                  </a:cubicBezTo>
                  <a:cubicBezTo>
                    <a:pt x="809" y="1160"/>
                    <a:pt x="978" y="1096"/>
                    <a:pt x="1148" y="1027"/>
                  </a:cubicBezTo>
                  <a:cubicBezTo>
                    <a:pt x="1904" y="724"/>
                    <a:pt x="2679" y="421"/>
                    <a:pt x="3536" y="102"/>
                  </a:cubicBezTo>
                  <a:cubicBezTo>
                    <a:pt x="3588" y="86"/>
                    <a:pt x="3588" y="49"/>
                    <a:pt x="3588" y="33"/>
                  </a:cubicBezTo>
                  <a:lnTo>
                    <a:pt x="3588" y="17"/>
                  </a:lnTo>
                  <a:cubicBezTo>
                    <a:pt x="3588" y="17"/>
                    <a:pt x="3588" y="1"/>
                    <a:pt x="3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>
              <a:extLst>
                <a:ext uri="{FF2B5EF4-FFF2-40B4-BE49-F238E27FC236}">
                  <a16:creationId xmlns:a16="http://schemas.microsoft.com/office/drawing/2014/main" id="{2B1A4CB9-EF5E-4321-5C6D-3B7B71C50D18}"/>
                </a:ext>
              </a:extLst>
            </p:cNvPr>
            <p:cNvSpPr/>
            <p:nvPr/>
          </p:nvSpPr>
          <p:spPr>
            <a:xfrm>
              <a:off x="981756" y="2562680"/>
              <a:ext cx="6953" cy="85221"/>
            </a:xfrm>
            <a:custGeom>
              <a:avLst/>
              <a:gdLst/>
              <a:ahLst/>
              <a:cxnLst/>
              <a:rect l="l" t="t" r="r" b="b"/>
              <a:pathLst>
                <a:path w="70" h="858" extrusionOk="0">
                  <a:moveTo>
                    <a:pt x="37" y="1"/>
                  </a:moveTo>
                  <a:cubicBezTo>
                    <a:pt x="17" y="1"/>
                    <a:pt x="17" y="17"/>
                    <a:pt x="17" y="17"/>
                  </a:cubicBezTo>
                  <a:lnTo>
                    <a:pt x="17" y="203"/>
                  </a:lnTo>
                  <a:lnTo>
                    <a:pt x="17" y="708"/>
                  </a:lnTo>
                  <a:lnTo>
                    <a:pt x="17" y="740"/>
                  </a:lnTo>
                  <a:cubicBezTo>
                    <a:pt x="17" y="772"/>
                    <a:pt x="1" y="825"/>
                    <a:pt x="53" y="857"/>
                  </a:cubicBezTo>
                  <a:lnTo>
                    <a:pt x="69" y="857"/>
                  </a:lnTo>
                  <a:lnTo>
                    <a:pt x="69" y="825"/>
                  </a:lnTo>
                  <a:cubicBezTo>
                    <a:pt x="37" y="809"/>
                    <a:pt x="37" y="772"/>
                    <a:pt x="37" y="740"/>
                  </a:cubicBezTo>
                  <a:lnTo>
                    <a:pt x="37" y="708"/>
                  </a:lnTo>
                  <a:lnTo>
                    <a:pt x="37" y="203"/>
                  </a:ln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>
              <a:extLst>
                <a:ext uri="{FF2B5EF4-FFF2-40B4-BE49-F238E27FC236}">
                  <a16:creationId xmlns:a16="http://schemas.microsoft.com/office/drawing/2014/main" id="{C30E8546-841A-709E-351F-92B3BCD17932}"/>
                </a:ext>
              </a:extLst>
            </p:cNvPr>
            <p:cNvSpPr/>
            <p:nvPr/>
          </p:nvSpPr>
          <p:spPr>
            <a:xfrm>
              <a:off x="1413125" y="2468818"/>
              <a:ext cx="5264" cy="55423"/>
            </a:xfrm>
            <a:custGeom>
              <a:avLst/>
              <a:gdLst/>
              <a:ahLst/>
              <a:cxnLst/>
              <a:rect l="l" t="t" r="r" b="b"/>
              <a:pathLst>
                <a:path w="53" h="55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202"/>
                    <a:pt x="0" y="372"/>
                    <a:pt x="17" y="542"/>
                  </a:cubicBezTo>
                  <a:cubicBezTo>
                    <a:pt x="17" y="558"/>
                    <a:pt x="37" y="558"/>
                    <a:pt x="37" y="558"/>
                  </a:cubicBezTo>
                  <a:cubicBezTo>
                    <a:pt x="53" y="558"/>
                    <a:pt x="53" y="558"/>
                    <a:pt x="53" y="542"/>
                  </a:cubicBezTo>
                  <a:cubicBezTo>
                    <a:pt x="17" y="372"/>
                    <a:pt x="17" y="2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>
              <a:extLst>
                <a:ext uri="{FF2B5EF4-FFF2-40B4-BE49-F238E27FC236}">
                  <a16:creationId xmlns:a16="http://schemas.microsoft.com/office/drawing/2014/main" id="{3A28B974-9618-F640-B525-6E0EB64A64CD}"/>
                </a:ext>
              </a:extLst>
            </p:cNvPr>
            <p:cNvSpPr/>
            <p:nvPr/>
          </p:nvSpPr>
          <p:spPr>
            <a:xfrm>
              <a:off x="1520197" y="2997227"/>
              <a:ext cx="183950" cy="291022"/>
            </a:xfrm>
            <a:custGeom>
              <a:avLst/>
              <a:gdLst/>
              <a:ahLst/>
              <a:cxnLst/>
              <a:rect l="l" t="t" r="r" b="b"/>
              <a:pathLst>
                <a:path w="1852" h="2930" extrusionOk="0">
                  <a:moveTo>
                    <a:pt x="70" y="1"/>
                  </a:moveTo>
                  <a:cubicBezTo>
                    <a:pt x="70" y="1"/>
                    <a:pt x="49" y="1"/>
                    <a:pt x="49" y="17"/>
                  </a:cubicBezTo>
                  <a:cubicBezTo>
                    <a:pt x="1" y="134"/>
                    <a:pt x="1" y="251"/>
                    <a:pt x="134" y="372"/>
                  </a:cubicBezTo>
                  <a:cubicBezTo>
                    <a:pt x="336" y="574"/>
                    <a:pt x="538" y="793"/>
                    <a:pt x="724" y="1011"/>
                  </a:cubicBezTo>
                  <a:cubicBezTo>
                    <a:pt x="825" y="1096"/>
                    <a:pt x="910" y="1197"/>
                    <a:pt x="995" y="1281"/>
                  </a:cubicBezTo>
                  <a:cubicBezTo>
                    <a:pt x="1043" y="1346"/>
                    <a:pt x="1096" y="1415"/>
                    <a:pt x="1160" y="1463"/>
                  </a:cubicBezTo>
                  <a:cubicBezTo>
                    <a:pt x="1298" y="1617"/>
                    <a:pt x="1431" y="1786"/>
                    <a:pt x="1585" y="1920"/>
                  </a:cubicBezTo>
                  <a:cubicBezTo>
                    <a:pt x="1750" y="2069"/>
                    <a:pt x="1819" y="2239"/>
                    <a:pt x="1803" y="2509"/>
                  </a:cubicBezTo>
                  <a:cubicBezTo>
                    <a:pt x="1786" y="2558"/>
                    <a:pt x="1786" y="2610"/>
                    <a:pt x="1803" y="2659"/>
                  </a:cubicBezTo>
                  <a:cubicBezTo>
                    <a:pt x="1803" y="2744"/>
                    <a:pt x="1803" y="2829"/>
                    <a:pt x="1766" y="2913"/>
                  </a:cubicBezTo>
                  <a:lnTo>
                    <a:pt x="1766" y="2930"/>
                  </a:lnTo>
                  <a:lnTo>
                    <a:pt x="1786" y="2930"/>
                  </a:lnTo>
                  <a:cubicBezTo>
                    <a:pt x="1835" y="2829"/>
                    <a:pt x="1819" y="2744"/>
                    <a:pt x="1819" y="2659"/>
                  </a:cubicBezTo>
                  <a:lnTo>
                    <a:pt x="1819" y="2509"/>
                  </a:lnTo>
                  <a:cubicBezTo>
                    <a:pt x="1851" y="2239"/>
                    <a:pt x="1786" y="2053"/>
                    <a:pt x="1601" y="1903"/>
                  </a:cubicBezTo>
                  <a:cubicBezTo>
                    <a:pt x="1447" y="1766"/>
                    <a:pt x="1314" y="1600"/>
                    <a:pt x="1181" y="1447"/>
                  </a:cubicBezTo>
                  <a:cubicBezTo>
                    <a:pt x="1128" y="1398"/>
                    <a:pt x="1059" y="1330"/>
                    <a:pt x="1011" y="1261"/>
                  </a:cubicBezTo>
                  <a:cubicBezTo>
                    <a:pt x="926" y="1180"/>
                    <a:pt x="841" y="1079"/>
                    <a:pt x="756" y="995"/>
                  </a:cubicBezTo>
                  <a:cubicBezTo>
                    <a:pt x="554" y="776"/>
                    <a:pt x="352" y="554"/>
                    <a:pt x="150" y="352"/>
                  </a:cubicBezTo>
                  <a:cubicBezTo>
                    <a:pt x="33" y="235"/>
                    <a:pt x="33" y="134"/>
                    <a:pt x="86" y="17"/>
                  </a:cubicBezTo>
                  <a:cubicBezTo>
                    <a:pt x="86" y="17"/>
                    <a:pt x="70" y="17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>
              <a:extLst>
                <a:ext uri="{FF2B5EF4-FFF2-40B4-BE49-F238E27FC236}">
                  <a16:creationId xmlns:a16="http://schemas.microsoft.com/office/drawing/2014/main" id="{A22D0129-0321-ECFB-4E34-E6CE44F6DED5}"/>
                </a:ext>
              </a:extLst>
            </p:cNvPr>
            <p:cNvSpPr/>
            <p:nvPr/>
          </p:nvSpPr>
          <p:spPr>
            <a:xfrm>
              <a:off x="1583666" y="3100823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16" y="0"/>
                  </a:moveTo>
                  <a:lnTo>
                    <a:pt x="0" y="16"/>
                  </a:lnTo>
                  <a:lnTo>
                    <a:pt x="0" y="606"/>
                  </a:lnTo>
                  <a:cubicBezTo>
                    <a:pt x="0" y="622"/>
                    <a:pt x="16" y="622"/>
                    <a:pt x="16" y="622"/>
                  </a:cubicBezTo>
                  <a:cubicBezTo>
                    <a:pt x="37" y="622"/>
                    <a:pt x="37" y="622"/>
                    <a:pt x="37" y="606"/>
                  </a:cubicBezTo>
                  <a:lnTo>
                    <a:pt x="37" y="16"/>
                  </a:lnTo>
                  <a:cubicBezTo>
                    <a:pt x="37" y="16"/>
                    <a:pt x="3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>
              <a:extLst>
                <a:ext uri="{FF2B5EF4-FFF2-40B4-BE49-F238E27FC236}">
                  <a16:creationId xmlns:a16="http://schemas.microsoft.com/office/drawing/2014/main" id="{B6B46D15-6053-8492-892E-DA4703DCB7FE}"/>
                </a:ext>
              </a:extLst>
            </p:cNvPr>
            <p:cNvSpPr/>
            <p:nvPr/>
          </p:nvSpPr>
          <p:spPr>
            <a:xfrm>
              <a:off x="1859690" y="3252890"/>
              <a:ext cx="4867" cy="57013"/>
            </a:xfrm>
            <a:custGeom>
              <a:avLst/>
              <a:gdLst/>
              <a:ahLst/>
              <a:cxnLst/>
              <a:rect l="l" t="t" r="r" b="b"/>
              <a:pathLst>
                <a:path w="49" h="574" extrusionOk="0">
                  <a:moveTo>
                    <a:pt x="33" y="0"/>
                  </a:moveTo>
                  <a:cubicBezTo>
                    <a:pt x="1" y="101"/>
                    <a:pt x="17" y="186"/>
                    <a:pt x="17" y="271"/>
                  </a:cubicBezTo>
                  <a:lnTo>
                    <a:pt x="17" y="424"/>
                  </a:lnTo>
                  <a:lnTo>
                    <a:pt x="17" y="473"/>
                  </a:lnTo>
                  <a:cubicBezTo>
                    <a:pt x="17" y="505"/>
                    <a:pt x="17" y="541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cubicBezTo>
                    <a:pt x="49" y="541"/>
                    <a:pt x="33" y="505"/>
                    <a:pt x="33" y="473"/>
                  </a:cubicBezTo>
                  <a:lnTo>
                    <a:pt x="33" y="440"/>
                  </a:lnTo>
                  <a:lnTo>
                    <a:pt x="33" y="271"/>
                  </a:lnTo>
                  <a:cubicBezTo>
                    <a:pt x="33" y="186"/>
                    <a:pt x="33" y="101"/>
                    <a:pt x="49" y="20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>
              <a:extLst>
                <a:ext uri="{FF2B5EF4-FFF2-40B4-BE49-F238E27FC236}">
                  <a16:creationId xmlns:a16="http://schemas.microsoft.com/office/drawing/2014/main" id="{4E0BA3B1-81A5-9476-DF6C-529477FF3F8F}"/>
                </a:ext>
              </a:extLst>
            </p:cNvPr>
            <p:cNvSpPr/>
            <p:nvPr/>
          </p:nvSpPr>
          <p:spPr>
            <a:xfrm>
              <a:off x="1520197" y="2983123"/>
              <a:ext cx="197557" cy="319926"/>
            </a:xfrm>
            <a:custGeom>
              <a:avLst/>
              <a:gdLst/>
              <a:ahLst/>
              <a:cxnLst/>
              <a:rect l="l" t="t" r="r" b="b"/>
              <a:pathLst>
                <a:path w="1989" h="3221" extrusionOk="0">
                  <a:moveTo>
                    <a:pt x="12" y="0"/>
                  </a:moveTo>
                  <a:cubicBezTo>
                    <a:pt x="10" y="0"/>
                    <a:pt x="6" y="3"/>
                    <a:pt x="1" y="9"/>
                  </a:cubicBezTo>
                  <a:lnTo>
                    <a:pt x="1" y="26"/>
                  </a:lnTo>
                  <a:cubicBezTo>
                    <a:pt x="1" y="26"/>
                    <a:pt x="1" y="42"/>
                    <a:pt x="17" y="58"/>
                  </a:cubicBezTo>
                  <a:cubicBezTo>
                    <a:pt x="17" y="90"/>
                    <a:pt x="33" y="143"/>
                    <a:pt x="49" y="159"/>
                  </a:cubicBezTo>
                  <a:cubicBezTo>
                    <a:pt x="235" y="292"/>
                    <a:pt x="389" y="478"/>
                    <a:pt x="522" y="632"/>
                  </a:cubicBezTo>
                  <a:cubicBezTo>
                    <a:pt x="607" y="716"/>
                    <a:pt x="676" y="797"/>
                    <a:pt x="740" y="882"/>
                  </a:cubicBezTo>
                  <a:cubicBezTo>
                    <a:pt x="995" y="1137"/>
                    <a:pt x="1245" y="1423"/>
                    <a:pt x="1484" y="1674"/>
                  </a:cubicBezTo>
                  <a:cubicBezTo>
                    <a:pt x="1617" y="1827"/>
                    <a:pt x="1750" y="1961"/>
                    <a:pt x="1887" y="2094"/>
                  </a:cubicBezTo>
                  <a:cubicBezTo>
                    <a:pt x="1920" y="2146"/>
                    <a:pt x="1952" y="2195"/>
                    <a:pt x="1952" y="2264"/>
                  </a:cubicBezTo>
                  <a:lnTo>
                    <a:pt x="1952" y="3120"/>
                  </a:lnTo>
                  <a:cubicBezTo>
                    <a:pt x="1952" y="3156"/>
                    <a:pt x="1952" y="3173"/>
                    <a:pt x="1936" y="3189"/>
                  </a:cubicBezTo>
                  <a:lnTo>
                    <a:pt x="1936" y="3205"/>
                  </a:lnTo>
                  <a:lnTo>
                    <a:pt x="1936" y="3221"/>
                  </a:lnTo>
                  <a:lnTo>
                    <a:pt x="1952" y="3205"/>
                  </a:lnTo>
                  <a:cubicBezTo>
                    <a:pt x="1968" y="3189"/>
                    <a:pt x="1988" y="3156"/>
                    <a:pt x="1988" y="3120"/>
                  </a:cubicBezTo>
                  <a:lnTo>
                    <a:pt x="1988" y="2264"/>
                  </a:lnTo>
                  <a:cubicBezTo>
                    <a:pt x="1988" y="2195"/>
                    <a:pt x="1936" y="2130"/>
                    <a:pt x="1904" y="2078"/>
                  </a:cubicBezTo>
                  <a:cubicBezTo>
                    <a:pt x="1766" y="1944"/>
                    <a:pt x="1633" y="1807"/>
                    <a:pt x="1516" y="1658"/>
                  </a:cubicBezTo>
                  <a:cubicBezTo>
                    <a:pt x="1261" y="1387"/>
                    <a:pt x="1011" y="1120"/>
                    <a:pt x="756" y="850"/>
                  </a:cubicBezTo>
                  <a:cubicBezTo>
                    <a:pt x="692" y="781"/>
                    <a:pt x="623" y="696"/>
                    <a:pt x="554" y="615"/>
                  </a:cubicBezTo>
                  <a:cubicBezTo>
                    <a:pt x="405" y="462"/>
                    <a:pt x="251" y="276"/>
                    <a:pt x="70" y="143"/>
                  </a:cubicBezTo>
                  <a:cubicBezTo>
                    <a:pt x="49" y="127"/>
                    <a:pt x="49" y="90"/>
                    <a:pt x="33" y="58"/>
                  </a:cubicBezTo>
                  <a:cubicBezTo>
                    <a:pt x="33" y="42"/>
                    <a:pt x="33" y="26"/>
                    <a:pt x="17" y="9"/>
                  </a:cubicBezTo>
                  <a:cubicBezTo>
                    <a:pt x="17" y="9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>
              <a:extLst>
                <a:ext uri="{FF2B5EF4-FFF2-40B4-BE49-F238E27FC236}">
                  <a16:creationId xmlns:a16="http://schemas.microsoft.com/office/drawing/2014/main" id="{B4103F75-5F1F-96ED-9931-7D3DB0C2A5FB}"/>
                </a:ext>
              </a:extLst>
            </p:cNvPr>
            <p:cNvSpPr/>
            <p:nvPr/>
          </p:nvSpPr>
          <p:spPr>
            <a:xfrm>
              <a:off x="608990" y="190067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50"/>
                    <a:pt x="17" y="303"/>
                    <a:pt x="17" y="453"/>
                  </a:cubicBezTo>
                  <a:cubicBezTo>
                    <a:pt x="17" y="538"/>
                    <a:pt x="1" y="639"/>
                    <a:pt x="17" y="723"/>
                  </a:cubicBezTo>
                  <a:lnTo>
                    <a:pt x="17" y="772"/>
                  </a:lnTo>
                  <a:cubicBezTo>
                    <a:pt x="1" y="824"/>
                    <a:pt x="1" y="857"/>
                    <a:pt x="17" y="909"/>
                  </a:cubicBezTo>
                  <a:lnTo>
                    <a:pt x="53" y="909"/>
                  </a:lnTo>
                  <a:lnTo>
                    <a:pt x="53" y="889"/>
                  </a:lnTo>
                  <a:cubicBezTo>
                    <a:pt x="33" y="857"/>
                    <a:pt x="33" y="824"/>
                    <a:pt x="33" y="772"/>
                  </a:cubicBezTo>
                  <a:lnTo>
                    <a:pt x="33" y="723"/>
                  </a:lnTo>
                  <a:lnTo>
                    <a:pt x="33" y="453"/>
                  </a:lnTo>
                  <a:cubicBezTo>
                    <a:pt x="33" y="303"/>
                    <a:pt x="33" y="15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>
              <a:extLst>
                <a:ext uri="{FF2B5EF4-FFF2-40B4-BE49-F238E27FC236}">
                  <a16:creationId xmlns:a16="http://schemas.microsoft.com/office/drawing/2014/main" id="{A3909E5D-BDFC-11D6-3849-63F8F13F4DFE}"/>
                </a:ext>
              </a:extLst>
            </p:cNvPr>
            <p:cNvSpPr/>
            <p:nvPr/>
          </p:nvSpPr>
          <p:spPr>
            <a:xfrm>
              <a:off x="518703" y="2535863"/>
              <a:ext cx="120481" cy="165376"/>
            </a:xfrm>
            <a:custGeom>
              <a:avLst/>
              <a:gdLst/>
              <a:ahLst/>
              <a:cxnLst/>
              <a:rect l="l" t="t" r="r" b="b"/>
              <a:pathLst>
                <a:path w="1213" h="1665" extrusionOk="0">
                  <a:moveTo>
                    <a:pt x="1181" y="0"/>
                  </a:moveTo>
                  <a:lnTo>
                    <a:pt x="1164" y="16"/>
                  </a:lnTo>
                  <a:lnTo>
                    <a:pt x="1164" y="32"/>
                  </a:lnTo>
                  <a:cubicBezTo>
                    <a:pt x="1197" y="49"/>
                    <a:pt x="1197" y="69"/>
                    <a:pt x="1197" y="101"/>
                  </a:cubicBezTo>
                  <a:lnTo>
                    <a:pt x="1197" y="117"/>
                  </a:lnTo>
                  <a:lnTo>
                    <a:pt x="1197" y="352"/>
                  </a:lnTo>
                  <a:lnTo>
                    <a:pt x="1197" y="994"/>
                  </a:lnTo>
                  <a:cubicBezTo>
                    <a:pt x="1197" y="1059"/>
                    <a:pt x="1181" y="1095"/>
                    <a:pt x="1112" y="1127"/>
                  </a:cubicBezTo>
                  <a:cubicBezTo>
                    <a:pt x="825" y="1244"/>
                    <a:pt x="558" y="1382"/>
                    <a:pt x="304" y="1499"/>
                  </a:cubicBezTo>
                  <a:cubicBezTo>
                    <a:pt x="203" y="1547"/>
                    <a:pt x="102" y="1600"/>
                    <a:pt x="1" y="1632"/>
                  </a:cubicBezTo>
                  <a:lnTo>
                    <a:pt x="1" y="1648"/>
                  </a:lnTo>
                  <a:lnTo>
                    <a:pt x="17" y="1664"/>
                  </a:lnTo>
                  <a:cubicBezTo>
                    <a:pt x="118" y="1616"/>
                    <a:pt x="219" y="1563"/>
                    <a:pt x="304" y="1531"/>
                  </a:cubicBezTo>
                  <a:cubicBezTo>
                    <a:pt x="575" y="1398"/>
                    <a:pt x="841" y="1281"/>
                    <a:pt x="1112" y="1160"/>
                  </a:cubicBezTo>
                  <a:cubicBezTo>
                    <a:pt x="1197" y="1111"/>
                    <a:pt x="1213" y="1079"/>
                    <a:pt x="1213" y="994"/>
                  </a:cubicBezTo>
                  <a:lnTo>
                    <a:pt x="1213" y="352"/>
                  </a:lnTo>
                  <a:lnTo>
                    <a:pt x="1213" y="117"/>
                  </a:lnTo>
                  <a:lnTo>
                    <a:pt x="1213" y="101"/>
                  </a:lnTo>
                  <a:cubicBezTo>
                    <a:pt x="1213" y="69"/>
                    <a:pt x="1213" y="32"/>
                    <a:pt x="1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>
              <a:extLst>
                <a:ext uri="{FF2B5EF4-FFF2-40B4-BE49-F238E27FC236}">
                  <a16:creationId xmlns:a16="http://schemas.microsoft.com/office/drawing/2014/main" id="{8614318A-431F-0D74-4479-CCD74D06C0F2}"/>
                </a:ext>
              </a:extLst>
            </p:cNvPr>
            <p:cNvSpPr/>
            <p:nvPr/>
          </p:nvSpPr>
          <p:spPr>
            <a:xfrm>
              <a:off x="1133823" y="33430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" y="1"/>
                  </a:moveTo>
                  <a:lnTo>
                    <a:pt x="1" y="21"/>
                  </a:lnTo>
                  <a:cubicBezTo>
                    <a:pt x="21" y="203"/>
                    <a:pt x="21" y="405"/>
                    <a:pt x="1" y="591"/>
                  </a:cubicBezTo>
                  <a:lnTo>
                    <a:pt x="1" y="744"/>
                  </a:lnTo>
                  <a:lnTo>
                    <a:pt x="1" y="777"/>
                  </a:lnTo>
                  <a:lnTo>
                    <a:pt x="1" y="979"/>
                  </a:lnTo>
                  <a:lnTo>
                    <a:pt x="21" y="979"/>
                  </a:lnTo>
                  <a:cubicBezTo>
                    <a:pt x="37" y="979"/>
                    <a:pt x="37" y="979"/>
                    <a:pt x="37" y="962"/>
                  </a:cubicBezTo>
                  <a:lnTo>
                    <a:pt x="37" y="777"/>
                  </a:lnTo>
                  <a:lnTo>
                    <a:pt x="37" y="744"/>
                  </a:lnTo>
                  <a:lnTo>
                    <a:pt x="37" y="591"/>
                  </a:lnTo>
                  <a:cubicBezTo>
                    <a:pt x="37" y="405"/>
                    <a:pt x="53" y="203"/>
                    <a:pt x="21" y="21"/>
                  </a:cubicBezTo>
                  <a:cubicBezTo>
                    <a:pt x="21" y="21"/>
                    <a:pt x="2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>
              <a:extLst>
                <a:ext uri="{FF2B5EF4-FFF2-40B4-BE49-F238E27FC236}">
                  <a16:creationId xmlns:a16="http://schemas.microsoft.com/office/drawing/2014/main" id="{885FBA33-9899-C420-7ED9-B5912C2ADE1B}"/>
                </a:ext>
              </a:extLst>
            </p:cNvPr>
            <p:cNvSpPr/>
            <p:nvPr/>
          </p:nvSpPr>
          <p:spPr>
            <a:xfrm>
              <a:off x="875081" y="3647707"/>
              <a:ext cx="332739" cy="87207"/>
            </a:xfrm>
            <a:custGeom>
              <a:avLst/>
              <a:gdLst/>
              <a:ahLst/>
              <a:cxnLst/>
              <a:rect l="l" t="t" r="r" b="b"/>
              <a:pathLst>
                <a:path w="3350" h="878" extrusionOk="0">
                  <a:moveTo>
                    <a:pt x="3297" y="0"/>
                  </a:moveTo>
                  <a:cubicBezTo>
                    <a:pt x="3147" y="32"/>
                    <a:pt x="2994" y="85"/>
                    <a:pt x="2860" y="117"/>
                  </a:cubicBezTo>
                  <a:cubicBezTo>
                    <a:pt x="2525" y="218"/>
                    <a:pt x="2186" y="303"/>
                    <a:pt x="1834" y="404"/>
                  </a:cubicBezTo>
                  <a:cubicBezTo>
                    <a:pt x="1665" y="453"/>
                    <a:pt x="1479" y="505"/>
                    <a:pt x="1293" y="554"/>
                  </a:cubicBezTo>
                  <a:cubicBezTo>
                    <a:pt x="1059" y="622"/>
                    <a:pt x="788" y="691"/>
                    <a:pt x="537" y="755"/>
                  </a:cubicBezTo>
                  <a:cubicBezTo>
                    <a:pt x="505" y="772"/>
                    <a:pt x="469" y="772"/>
                    <a:pt x="436" y="792"/>
                  </a:cubicBezTo>
                  <a:cubicBezTo>
                    <a:pt x="334" y="817"/>
                    <a:pt x="229" y="851"/>
                    <a:pt x="119" y="851"/>
                  </a:cubicBezTo>
                  <a:cubicBezTo>
                    <a:pt x="85" y="851"/>
                    <a:pt x="51" y="848"/>
                    <a:pt x="16" y="840"/>
                  </a:cubicBezTo>
                  <a:lnTo>
                    <a:pt x="16" y="856"/>
                  </a:lnTo>
                  <a:cubicBezTo>
                    <a:pt x="0" y="873"/>
                    <a:pt x="16" y="873"/>
                    <a:pt x="16" y="873"/>
                  </a:cubicBezTo>
                  <a:lnTo>
                    <a:pt x="117" y="873"/>
                  </a:lnTo>
                  <a:cubicBezTo>
                    <a:pt x="234" y="873"/>
                    <a:pt x="335" y="840"/>
                    <a:pt x="453" y="808"/>
                  </a:cubicBezTo>
                  <a:cubicBezTo>
                    <a:pt x="485" y="808"/>
                    <a:pt x="521" y="792"/>
                    <a:pt x="554" y="772"/>
                  </a:cubicBezTo>
                  <a:cubicBezTo>
                    <a:pt x="808" y="707"/>
                    <a:pt x="1059" y="638"/>
                    <a:pt x="1313" y="570"/>
                  </a:cubicBezTo>
                  <a:cubicBezTo>
                    <a:pt x="1495" y="521"/>
                    <a:pt x="1665" y="469"/>
                    <a:pt x="1850" y="420"/>
                  </a:cubicBezTo>
                  <a:cubicBezTo>
                    <a:pt x="2186" y="335"/>
                    <a:pt x="2525" y="234"/>
                    <a:pt x="2860" y="150"/>
                  </a:cubicBezTo>
                  <a:cubicBezTo>
                    <a:pt x="3010" y="101"/>
                    <a:pt x="3147" y="65"/>
                    <a:pt x="3297" y="16"/>
                  </a:cubicBezTo>
                  <a:cubicBezTo>
                    <a:pt x="3313" y="101"/>
                    <a:pt x="3313" y="150"/>
                    <a:pt x="3297" y="202"/>
                  </a:cubicBezTo>
                  <a:cubicBezTo>
                    <a:pt x="3147" y="234"/>
                    <a:pt x="3010" y="287"/>
                    <a:pt x="2893" y="319"/>
                  </a:cubicBezTo>
                  <a:cubicBezTo>
                    <a:pt x="2775" y="352"/>
                    <a:pt x="2674" y="388"/>
                    <a:pt x="2557" y="404"/>
                  </a:cubicBezTo>
                  <a:cubicBezTo>
                    <a:pt x="2424" y="453"/>
                    <a:pt x="2287" y="489"/>
                    <a:pt x="2169" y="521"/>
                  </a:cubicBezTo>
                  <a:cubicBezTo>
                    <a:pt x="1951" y="590"/>
                    <a:pt x="1733" y="638"/>
                    <a:pt x="1515" y="691"/>
                  </a:cubicBezTo>
                  <a:cubicBezTo>
                    <a:pt x="1446" y="707"/>
                    <a:pt x="1362" y="739"/>
                    <a:pt x="1293" y="772"/>
                  </a:cubicBezTo>
                  <a:cubicBezTo>
                    <a:pt x="1177" y="812"/>
                    <a:pt x="1058" y="851"/>
                    <a:pt x="941" y="851"/>
                  </a:cubicBezTo>
                  <a:cubicBezTo>
                    <a:pt x="908" y="851"/>
                    <a:pt x="874" y="848"/>
                    <a:pt x="840" y="840"/>
                  </a:cubicBezTo>
                  <a:cubicBezTo>
                    <a:pt x="824" y="840"/>
                    <a:pt x="824" y="856"/>
                    <a:pt x="824" y="856"/>
                  </a:cubicBezTo>
                  <a:lnTo>
                    <a:pt x="824" y="873"/>
                  </a:lnTo>
                  <a:cubicBezTo>
                    <a:pt x="852" y="876"/>
                    <a:pt x="880" y="877"/>
                    <a:pt x="906" y="877"/>
                  </a:cubicBezTo>
                  <a:cubicBezTo>
                    <a:pt x="1055" y="877"/>
                    <a:pt x="1183" y="833"/>
                    <a:pt x="1313" y="792"/>
                  </a:cubicBezTo>
                  <a:cubicBezTo>
                    <a:pt x="1378" y="772"/>
                    <a:pt x="1446" y="739"/>
                    <a:pt x="1531" y="723"/>
                  </a:cubicBezTo>
                  <a:cubicBezTo>
                    <a:pt x="1749" y="671"/>
                    <a:pt x="1951" y="606"/>
                    <a:pt x="2169" y="554"/>
                  </a:cubicBezTo>
                  <a:cubicBezTo>
                    <a:pt x="2303" y="505"/>
                    <a:pt x="2440" y="469"/>
                    <a:pt x="2557" y="436"/>
                  </a:cubicBezTo>
                  <a:cubicBezTo>
                    <a:pt x="2674" y="404"/>
                    <a:pt x="2792" y="368"/>
                    <a:pt x="2893" y="335"/>
                  </a:cubicBezTo>
                  <a:cubicBezTo>
                    <a:pt x="3030" y="303"/>
                    <a:pt x="3163" y="267"/>
                    <a:pt x="3297" y="234"/>
                  </a:cubicBezTo>
                  <a:lnTo>
                    <a:pt x="3313" y="218"/>
                  </a:lnTo>
                  <a:cubicBezTo>
                    <a:pt x="3349" y="166"/>
                    <a:pt x="3333" y="85"/>
                    <a:pt x="3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>
              <a:extLst>
                <a:ext uri="{FF2B5EF4-FFF2-40B4-BE49-F238E27FC236}">
                  <a16:creationId xmlns:a16="http://schemas.microsoft.com/office/drawing/2014/main" id="{FBF6F803-7D0F-953D-700B-DD4E31C2C68B}"/>
                </a:ext>
              </a:extLst>
            </p:cNvPr>
            <p:cNvSpPr/>
            <p:nvPr/>
          </p:nvSpPr>
          <p:spPr>
            <a:xfrm>
              <a:off x="888292" y="2930282"/>
              <a:ext cx="3278" cy="55423"/>
            </a:xfrm>
            <a:custGeom>
              <a:avLst/>
              <a:gdLst/>
              <a:ahLst/>
              <a:cxnLst/>
              <a:rect l="l" t="t" r="r" b="b"/>
              <a:pathLst>
                <a:path w="33" h="55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7"/>
                    <a:pt x="17" y="238"/>
                    <a:pt x="17" y="356"/>
                  </a:cubicBezTo>
                  <a:cubicBezTo>
                    <a:pt x="0" y="404"/>
                    <a:pt x="0" y="473"/>
                    <a:pt x="17" y="541"/>
                  </a:cubicBezTo>
                  <a:lnTo>
                    <a:pt x="17" y="558"/>
                  </a:lnTo>
                  <a:cubicBezTo>
                    <a:pt x="33" y="558"/>
                    <a:pt x="33" y="558"/>
                    <a:pt x="33" y="541"/>
                  </a:cubicBezTo>
                  <a:lnTo>
                    <a:pt x="33" y="356"/>
                  </a:lnTo>
                  <a:cubicBezTo>
                    <a:pt x="33" y="238"/>
                    <a:pt x="33" y="117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>
              <a:extLst>
                <a:ext uri="{FF2B5EF4-FFF2-40B4-BE49-F238E27FC236}">
                  <a16:creationId xmlns:a16="http://schemas.microsoft.com/office/drawing/2014/main" id="{75CB2609-3DC6-F45E-4EE5-912AFD3F72B1}"/>
                </a:ext>
              </a:extLst>
            </p:cNvPr>
            <p:cNvSpPr/>
            <p:nvPr/>
          </p:nvSpPr>
          <p:spPr>
            <a:xfrm>
              <a:off x="1252616" y="3001896"/>
              <a:ext cx="160609" cy="57211"/>
            </a:xfrm>
            <a:custGeom>
              <a:avLst/>
              <a:gdLst/>
              <a:ahLst/>
              <a:cxnLst/>
              <a:rect l="l" t="t" r="r" b="b"/>
              <a:pathLst>
                <a:path w="1617" h="576" extrusionOk="0">
                  <a:moveTo>
                    <a:pt x="1560" y="1"/>
                  </a:moveTo>
                  <a:cubicBezTo>
                    <a:pt x="1537" y="1"/>
                    <a:pt x="1518" y="11"/>
                    <a:pt x="1499" y="22"/>
                  </a:cubicBezTo>
                  <a:cubicBezTo>
                    <a:pt x="1483" y="22"/>
                    <a:pt x="1483" y="22"/>
                    <a:pt x="1467" y="39"/>
                  </a:cubicBezTo>
                  <a:cubicBezTo>
                    <a:pt x="1148" y="140"/>
                    <a:pt x="825" y="273"/>
                    <a:pt x="505" y="390"/>
                  </a:cubicBezTo>
                  <a:cubicBezTo>
                    <a:pt x="372" y="443"/>
                    <a:pt x="239" y="491"/>
                    <a:pt x="85" y="544"/>
                  </a:cubicBezTo>
                  <a:lnTo>
                    <a:pt x="37" y="544"/>
                  </a:lnTo>
                  <a:cubicBezTo>
                    <a:pt x="37" y="560"/>
                    <a:pt x="17" y="560"/>
                    <a:pt x="17" y="560"/>
                  </a:cubicBezTo>
                  <a:cubicBezTo>
                    <a:pt x="1" y="560"/>
                    <a:pt x="1" y="560"/>
                    <a:pt x="1" y="576"/>
                  </a:cubicBezTo>
                  <a:lnTo>
                    <a:pt x="53" y="576"/>
                  </a:lnTo>
                  <a:cubicBezTo>
                    <a:pt x="69" y="576"/>
                    <a:pt x="85" y="576"/>
                    <a:pt x="101" y="560"/>
                  </a:cubicBezTo>
                  <a:cubicBezTo>
                    <a:pt x="239" y="507"/>
                    <a:pt x="388" y="459"/>
                    <a:pt x="522" y="406"/>
                  </a:cubicBezTo>
                  <a:cubicBezTo>
                    <a:pt x="845" y="289"/>
                    <a:pt x="1164" y="172"/>
                    <a:pt x="1483" y="55"/>
                  </a:cubicBezTo>
                  <a:cubicBezTo>
                    <a:pt x="1483" y="55"/>
                    <a:pt x="1499" y="55"/>
                    <a:pt x="1515" y="39"/>
                  </a:cubicBezTo>
                  <a:cubicBezTo>
                    <a:pt x="1523" y="31"/>
                    <a:pt x="1537" y="26"/>
                    <a:pt x="1552" y="26"/>
                  </a:cubicBezTo>
                  <a:cubicBezTo>
                    <a:pt x="1567" y="26"/>
                    <a:pt x="1584" y="31"/>
                    <a:pt x="1600" y="39"/>
                  </a:cubicBezTo>
                  <a:lnTo>
                    <a:pt x="1616" y="39"/>
                  </a:lnTo>
                  <a:lnTo>
                    <a:pt x="1616" y="22"/>
                  </a:lnTo>
                  <a:cubicBezTo>
                    <a:pt x="1595" y="7"/>
                    <a:pt x="1577" y="1"/>
                    <a:pt x="15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>
              <a:extLst>
                <a:ext uri="{FF2B5EF4-FFF2-40B4-BE49-F238E27FC236}">
                  <a16:creationId xmlns:a16="http://schemas.microsoft.com/office/drawing/2014/main" id="{68EB270B-5EE9-20B2-5DE3-6B452DC62940}"/>
                </a:ext>
              </a:extLst>
            </p:cNvPr>
            <p:cNvSpPr/>
            <p:nvPr/>
          </p:nvSpPr>
          <p:spPr>
            <a:xfrm>
              <a:off x="1553570" y="3069039"/>
              <a:ext cx="5264" cy="65554"/>
            </a:xfrm>
            <a:custGeom>
              <a:avLst/>
              <a:gdLst/>
              <a:ahLst/>
              <a:cxnLst/>
              <a:rect l="l" t="t" r="r" b="b"/>
              <a:pathLst>
                <a:path w="53" h="660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lnTo>
                    <a:pt x="16" y="255"/>
                  </a:lnTo>
                  <a:cubicBezTo>
                    <a:pt x="16" y="389"/>
                    <a:pt x="16" y="522"/>
                    <a:pt x="0" y="639"/>
                  </a:cubicBezTo>
                  <a:cubicBezTo>
                    <a:pt x="0" y="659"/>
                    <a:pt x="0" y="659"/>
                    <a:pt x="16" y="659"/>
                  </a:cubicBez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>
              <a:extLst>
                <a:ext uri="{FF2B5EF4-FFF2-40B4-BE49-F238E27FC236}">
                  <a16:creationId xmlns:a16="http://schemas.microsoft.com/office/drawing/2014/main" id="{DF8D9FDC-3C45-8C79-6E70-F59D2CDD2ABF}"/>
                </a:ext>
              </a:extLst>
            </p:cNvPr>
            <p:cNvSpPr/>
            <p:nvPr/>
          </p:nvSpPr>
          <p:spPr>
            <a:xfrm>
              <a:off x="1739308" y="2282783"/>
              <a:ext cx="169051" cy="350220"/>
            </a:xfrm>
            <a:custGeom>
              <a:avLst/>
              <a:gdLst/>
              <a:ahLst/>
              <a:cxnLst/>
              <a:rect l="l" t="t" r="r" b="b"/>
              <a:pathLst>
                <a:path w="1702" h="3526" extrusionOk="0">
                  <a:moveTo>
                    <a:pt x="28" y="0"/>
                  </a:moveTo>
                  <a:cubicBezTo>
                    <a:pt x="26" y="0"/>
                    <a:pt x="22" y="2"/>
                    <a:pt x="17" y="7"/>
                  </a:cubicBezTo>
                  <a:cubicBezTo>
                    <a:pt x="17" y="7"/>
                    <a:pt x="1" y="7"/>
                    <a:pt x="1" y="23"/>
                  </a:cubicBezTo>
                  <a:cubicBezTo>
                    <a:pt x="49" y="209"/>
                    <a:pt x="166" y="359"/>
                    <a:pt x="287" y="496"/>
                  </a:cubicBezTo>
                  <a:cubicBezTo>
                    <a:pt x="336" y="561"/>
                    <a:pt x="388" y="629"/>
                    <a:pt x="437" y="698"/>
                  </a:cubicBezTo>
                  <a:cubicBezTo>
                    <a:pt x="691" y="1102"/>
                    <a:pt x="958" y="1506"/>
                    <a:pt x="1229" y="1890"/>
                  </a:cubicBezTo>
                  <a:cubicBezTo>
                    <a:pt x="1362" y="2075"/>
                    <a:pt x="1479" y="2277"/>
                    <a:pt x="1616" y="2463"/>
                  </a:cubicBezTo>
                  <a:cubicBezTo>
                    <a:pt x="1649" y="2516"/>
                    <a:pt x="1665" y="2580"/>
                    <a:pt x="1665" y="2665"/>
                  </a:cubicBezTo>
                  <a:cubicBezTo>
                    <a:pt x="1649" y="2782"/>
                    <a:pt x="1649" y="2900"/>
                    <a:pt x="1665" y="3001"/>
                  </a:cubicBezTo>
                  <a:cubicBezTo>
                    <a:pt x="1665" y="3122"/>
                    <a:pt x="1665" y="3239"/>
                    <a:pt x="1649" y="3356"/>
                  </a:cubicBezTo>
                  <a:lnTo>
                    <a:pt x="1649" y="3388"/>
                  </a:lnTo>
                  <a:cubicBezTo>
                    <a:pt x="1649" y="3425"/>
                    <a:pt x="1649" y="3473"/>
                    <a:pt x="1616" y="3506"/>
                  </a:cubicBezTo>
                  <a:lnTo>
                    <a:pt x="1616" y="3526"/>
                  </a:lnTo>
                  <a:lnTo>
                    <a:pt x="1633" y="3526"/>
                  </a:lnTo>
                  <a:cubicBezTo>
                    <a:pt x="1681" y="3473"/>
                    <a:pt x="1681" y="3425"/>
                    <a:pt x="1681" y="3388"/>
                  </a:cubicBezTo>
                  <a:lnTo>
                    <a:pt x="1681" y="3356"/>
                  </a:lnTo>
                  <a:cubicBezTo>
                    <a:pt x="1701" y="3239"/>
                    <a:pt x="1681" y="3122"/>
                    <a:pt x="1681" y="3001"/>
                  </a:cubicBezTo>
                  <a:lnTo>
                    <a:pt x="1681" y="2681"/>
                  </a:lnTo>
                  <a:cubicBezTo>
                    <a:pt x="1701" y="2580"/>
                    <a:pt x="1681" y="2516"/>
                    <a:pt x="1633" y="2447"/>
                  </a:cubicBezTo>
                  <a:cubicBezTo>
                    <a:pt x="1516" y="2261"/>
                    <a:pt x="1378" y="2075"/>
                    <a:pt x="1245" y="1890"/>
                  </a:cubicBezTo>
                  <a:cubicBezTo>
                    <a:pt x="994" y="1486"/>
                    <a:pt x="708" y="1102"/>
                    <a:pt x="453" y="698"/>
                  </a:cubicBezTo>
                  <a:cubicBezTo>
                    <a:pt x="405" y="613"/>
                    <a:pt x="352" y="544"/>
                    <a:pt x="304" y="476"/>
                  </a:cubicBezTo>
                  <a:cubicBezTo>
                    <a:pt x="186" y="342"/>
                    <a:pt x="85" y="193"/>
                    <a:pt x="33" y="7"/>
                  </a:cubicBezTo>
                  <a:cubicBezTo>
                    <a:pt x="33" y="7"/>
                    <a:pt x="3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>
              <a:extLst>
                <a:ext uri="{FF2B5EF4-FFF2-40B4-BE49-F238E27FC236}">
                  <a16:creationId xmlns:a16="http://schemas.microsoft.com/office/drawing/2014/main" id="{674C8F90-3AB1-C4C7-73E8-207D2705DC73}"/>
                </a:ext>
              </a:extLst>
            </p:cNvPr>
            <p:cNvSpPr/>
            <p:nvPr/>
          </p:nvSpPr>
          <p:spPr>
            <a:xfrm>
              <a:off x="1643857" y="2515799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53"/>
                  </a:lnTo>
                  <a:lnTo>
                    <a:pt x="16" y="505"/>
                  </a:lnTo>
                  <a:cubicBezTo>
                    <a:pt x="16" y="537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37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>
              <a:extLst>
                <a:ext uri="{FF2B5EF4-FFF2-40B4-BE49-F238E27FC236}">
                  <a16:creationId xmlns:a16="http://schemas.microsoft.com/office/drawing/2014/main" id="{14EB0988-2C62-777E-5F6E-DB0E25E262C2}"/>
                </a:ext>
              </a:extLst>
            </p:cNvPr>
            <p:cNvSpPr/>
            <p:nvPr/>
          </p:nvSpPr>
          <p:spPr>
            <a:xfrm>
              <a:off x="889881" y="2438723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17" y="138"/>
                    <a:pt x="17" y="255"/>
                    <a:pt x="17" y="372"/>
                  </a:cubicBezTo>
                  <a:lnTo>
                    <a:pt x="17" y="574"/>
                  </a:lnTo>
                  <a:cubicBezTo>
                    <a:pt x="17" y="590"/>
                    <a:pt x="33" y="590"/>
                    <a:pt x="33" y="590"/>
                  </a:cubicBezTo>
                  <a:cubicBezTo>
                    <a:pt x="33" y="590"/>
                    <a:pt x="53" y="590"/>
                    <a:pt x="53" y="574"/>
                  </a:cubicBezTo>
                  <a:lnTo>
                    <a:pt x="53" y="372"/>
                  </a:lnTo>
                  <a:cubicBezTo>
                    <a:pt x="53" y="255"/>
                    <a:pt x="53" y="13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>
              <a:extLst>
                <a:ext uri="{FF2B5EF4-FFF2-40B4-BE49-F238E27FC236}">
                  <a16:creationId xmlns:a16="http://schemas.microsoft.com/office/drawing/2014/main" id="{87BF1D34-0E0D-0301-71CD-1DF38AA9A9DB}"/>
                </a:ext>
              </a:extLst>
            </p:cNvPr>
            <p:cNvSpPr/>
            <p:nvPr/>
          </p:nvSpPr>
          <p:spPr>
            <a:xfrm>
              <a:off x="1523475" y="1582839"/>
              <a:ext cx="200736" cy="443089"/>
            </a:xfrm>
            <a:custGeom>
              <a:avLst/>
              <a:gdLst/>
              <a:ahLst/>
              <a:cxnLst/>
              <a:rect l="l" t="t" r="r" b="b"/>
              <a:pathLst>
                <a:path w="2021" h="4461" extrusionOk="0">
                  <a:moveTo>
                    <a:pt x="0" y="1"/>
                  </a:moveTo>
                  <a:cubicBezTo>
                    <a:pt x="0" y="134"/>
                    <a:pt x="69" y="219"/>
                    <a:pt x="117" y="304"/>
                  </a:cubicBezTo>
                  <a:cubicBezTo>
                    <a:pt x="154" y="336"/>
                    <a:pt x="170" y="352"/>
                    <a:pt x="186" y="389"/>
                  </a:cubicBezTo>
                  <a:cubicBezTo>
                    <a:pt x="723" y="1281"/>
                    <a:pt x="1265" y="2170"/>
                    <a:pt x="1802" y="3031"/>
                  </a:cubicBezTo>
                  <a:lnTo>
                    <a:pt x="1935" y="3265"/>
                  </a:lnTo>
                  <a:cubicBezTo>
                    <a:pt x="1972" y="3334"/>
                    <a:pt x="1988" y="3382"/>
                    <a:pt x="1988" y="3435"/>
                  </a:cubicBezTo>
                  <a:lnTo>
                    <a:pt x="1988" y="4311"/>
                  </a:lnTo>
                  <a:cubicBezTo>
                    <a:pt x="1988" y="4360"/>
                    <a:pt x="1988" y="4412"/>
                    <a:pt x="1955" y="4445"/>
                  </a:cubicBezTo>
                  <a:lnTo>
                    <a:pt x="1955" y="4461"/>
                  </a:lnTo>
                  <a:lnTo>
                    <a:pt x="1972" y="4461"/>
                  </a:lnTo>
                  <a:cubicBezTo>
                    <a:pt x="2004" y="4412"/>
                    <a:pt x="2020" y="4360"/>
                    <a:pt x="2020" y="4311"/>
                  </a:cubicBezTo>
                  <a:lnTo>
                    <a:pt x="2020" y="3435"/>
                  </a:lnTo>
                  <a:cubicBezTo>
                    <a:pt x="2020" y="3366"/>
                    <a:pt x="2004" y="3317"/>
                    <a:pt x="1972" y="3249"/>
                  </a:cubicBezTo>
                  <a:lnTo>
                    <a:pt x="1818" y="3015"/>
                  </a:lnTo>
                  <a:cubicBezTo>
                    <a:pt x="1281" y="2154"/>
                    <a:pt x="744" y="1261"/>
                    <a:pt x="202" y="373"/>
                  </a:cubicBezTo>
                  <a:cubicBezTo>
                    <a:pt x="186" y="336"/>
                    <a:pt x="170" y="320"/>
                    <a:pt x="154" y="288"/>
                  </a:cubicBezTo>
                  <a:cubicBezTo>
                    <a:pt x="85" y="203"/>
                    <a:pt x="16" y="118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>
              <a:extLst>
                <a:ext uri="{FF2B5EF4-FFF2-40B4-BE49-F238E27FC236}">
                  <a16:creationId xmlns:a16="http://schemas.microsoft.com/office/drawing/2014/main" id="{B9634785-C29D-C59D-5B5E-F67EC3596474}"/>
                </a:ext>
              </a:extLst>
            </p:cNvPr>
            <p:cNvSpPr/>
            <p:nvPr/>
          </p:nvSpPr>
          <p:spPr>
            <a:xfrm>
              <a:off x="702554" y="2527420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20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20" y="154"/>
                    <a:pt x="20" y="303"/>
                    <a:pt x="20" y="437"/>
                  </a:cubicBezTo>
                  <a:lnTo>
                    <a:pt x="20" y="691"/>
                  </a:lnTo>
                  <a:lnTo>
                    <a:pt x="20" y="792"/>
                  </a:lnTo>
                  <a:cubicBezTo>
                    <a:pt x="20" y="808"/>
                    <a:pt x="36" y="824"/>
                    <a:pt x="36" y="841"/>
                  </a:cubicBezTo>
                  <a:lnTo>
                    <a:pt x="36" y="861"/>
                  </a:lnTo>
                  <a:cubicBezTo>
                    <a:pt x="53" y="861"/>
                    <a:pt x="53" y="861"/>
                    <a:pt x="53" y="841"/>
                  </a:cubicBezTo>
                  <a:lnTo>
                    <a:pt x="53" y="792"/>
                  </a:lnTo>
                  <a:cubicBezTo>
                    <a:pt x="53" y="760"/>
                    <a:pt x="36" y="723"/>
                    <a:pt x="36" y="691"/>
                  </a:cubicBezTo>
                  <a:lnTo>
                    <a:pt x="36" y="437"/>
                  </a:lnTo>
                  <a:cubicBezTo>
                    <a:pt x="53" y="303"/>
                    <a:pt x="53" y="154"/>
                    <a:pt x="36" y="16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>
              <a:extLst>
                <a:ext uri="{FF2B5EF4-FFF2-40B4-BE49-F238E27FC236}">
                  <a16:creationId xmlns:a16="http://schemas.microsoft.com/office/drawing/2014/main" id="{3A6DE724-685A-848F-A49E-55DDBCA54AC2}"/>
                </a:ext>
              </a:extLst>
            </p:cNvPr>
            <p:cNvSpPr/>
            <p:nvPr/>
          </p:nvSpPr>
          <p:spPr>
            <a:xfrm>
              <a:off x="1246160" y="3416975"/>
              <a:ext cx="257351" cy="197061"/>
            </a:xfrm>
            <a:custGeom>
              <a:avLst/>
              <a:gdLst/>
              <a:ahLst/>
              <a:cxnLst/>
              <a:rect l="l" t="t" r="r" b="b"/>
              <a:pathLst>
                <a:path w="2591" h="1984" extrusionOk="0">
                  <a:moveTo>
                    <a:pt x="1665" y="0"/>
                  </a:moveTo>
                  <a:lnTo>
                    <a:pt x="17" y="489"/>
                  </a:lnTo>
                  <a:lnTo>
                    <a:pt x="1" y="489"/>
                  </a:lnTo>
                  <a:lnTo>
                    <a:pt x="1" y="942"/>
                  </a:lnTo>
                  <a:cubicBezTo>
                    <a:pt x="1" y="1176"/>
                    <a:pt x="1" y="1414"/>
                    <a:pt x="17" y="1648"/>
                  </a:cubicBezTo>
                  <a:lnTo>
                    <a:pt x="33" y="1648"/>
                  </a:lnTo>
                  <a:cubicBezTo>
                    <a:pt x="17" y="1414"/>
                    <a:pt x="17" y="1176"/>
                    <a:pt x="33" y="942"/>
                  </a:cubicBezTo>
                  <a:lnTo>
                    <a:pt x="33" y="505"/>
                  </a:lnTo>
                  <a:lnTo>
                    <a:pt x="1665" y="16"/>
                  </a:lnTo>
                  <a:cubicBezTo>
                    <a:pt x="1681" y="49"/>
                    <a:pt x="1665" y="65"/>
                    <a:pt x="1665" y="85"/>
                  </a:cubicBezTo>
                  <a:cubicBezTo>
                    <a:pt x="1649" y="117"/>
                    <a:pt x="1633" y="134"/>
                    <a:pt x="1649" y="166"/>
                  </a:cubicBezTo>
                  <a:cubicBezTo>
                    <a:pt x="1799" y="267"/>
                    <a:pt x="1952" y="404"/>
                    <a:pt x="2085" y="521"/>
                  </a:cubicBezTo>
                  <a:cubicBezTo>
                    <a:pt x="2122" y="570"/>
                    <a:pt x="2170" y="606"/>
                    <a:pt x="2223" y="655"/>
                  </a:cubicBezTo>
                  <a:cubicBezTo>
                    <a:pt x="2255" y="691"/>
                    <a:pt x="2271" y="723"/>
                    <a:pt x="2271" y="772"/>
                  </a:cubicBezTo>
                  <a:cubicBezTo>
                    <a:pt x="2255" y="909"/>
                    <a:pt x="2255" y="1043"/>
                    <a:pt x="2255" y="1176"/>
                  </a:cubicBezTo>
                  <a:lnTo>
                    <a:pt x="2255" y="1515"/>
                  </a:lnTo>
                  <a:cubicBezTo>
                    <a:pt x="2239" y="1632"/>
                    <a:pt x="2271" y="1681"/>
                    <a:pt x="2356" y="1749"/>
                  </a:cubicBezTo>
                  <a:cubicBezTo>
                    <a:pt x="2372" y="1766"/>
                    <a:pt x="2404" y="1782"/>
                    <a:pt x="2425" y="1802"/>
                  </a:cubicBezTo>
                  <a:cubicBezTo>
                    <a:pt x="2489" y="1834"/>
                    <a:pt x="2558" y="1883"/>
                    <a:pt x="2574" y="1968"/>
                  </a:cubicBezTo>
                  <a:lnTo>
                    <a:pt x="2574" y="1984"/>
                  </a:lnTo>
                  <a:cubicBezTo>
                    <a:pt x="2590" y="1984"/>
                    <a:pt x="2590" y="1968"/>
                    <a:pt x="2590" y="1968"/>
                  </a:cubicBezTo>
                  <a:cubicBezTo>
                    <a:pt x="2574" y="1867"/>
                    <a:pt x="2505" y="1818"/>
                    <a:pt x="2441" y="1766"/>
                  </a:cubicBezTo>
                  <a:cubicBezTo>
                    <a:pt x="2404" y="1766"/>
                    <a:pt x="2388" y="1749"/>
                    <a:pt x="2372" y="1733"/>
                  </a:cubicBezTo>
                  <a:cubicBezTo>
                    <a:pt x="2287" y="1665"/>
                    <a:pt x="2271" y="1616"/>
                    <a:pt x="2271" y="1531"/>
                  </a:cubicBezTo>
                  <a:cubicBezTo>
                    <a:pt x="2287" y="1414"/>
                    <a:pt x="2287" y="1277"/>
                    <a:pt x="2287" y="1176"/>
                  </a:cubicBezTo>
                  <a:cubicBezTo>
                    <a:pt x="2287" y="1043"/>
                    <a:pt x="2287" y="909"/>
                    <a:pt x="2303" y="772"/>
                  </a:cubicBezTo>
                  <a:cubicBezTo>
                    <a:pt x="2303" y="723"/>
                    <a:pt x="2287" y="671"/>
                    <a:pt x="2239" y="639"/>
                  </a:cubicBezTo>
                  <a:cubicBezTo>
                    <a:pt x="2186" y="590"/>
                    <a:pt x="2138" y="554"/>
                    <a:pt x="2101" y="505"/>
                  </a:cubicBezTo>
                  <a:cubicBezTo>
                    <a:pt x="1968" y="388"/>
                    <a:pt x="1835" y="251"/>
                    <a:pt x="1665" y="150"/>
                  </a:cubicBezTo>
                  <a:cubicBezTo>
                    <a:pt x="1665" y="134"/>
                    <a:pt x="1665" y="117"/>
                    <a:pt x="1681" y="101"/>
                  </a:cubicBezTo>
                  <a:cubicBezTo>
                    <a:pt x="1698" y="85"/>
                    <a:pt x="1718" y="49"/>
                    <a:pt x="1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>
              <a:extLst>
                <a:ext uri="{FF2B5EF4-FFF2-40B4-BE49-F238E27FC236}">
                  <a16:creationId xmlns:a16="http://schemas.microsoft.com/office/drawing/2014/main" id="{D8C65FDC-BDCF-8B0B-242B-E4537BB5760D}"/>
                </a:ext>
              </a:extLst>
            </p:cNvPr>
            <p:cNvSpPr/>
            <p:nvPr/>
          </p:nvSpPr>
          <p:spPr>
            <a:xfrm>
              <a:off x="1289565" y="1711664"/>
              <a:ext cx="8443" cy="95253"/>
            </a:xfrm>
            <a:custGeom>
              <a:avLst/>
              <a:gdLst/>
              <a:ahLst/>
              <a:cxnLst/>
              <a:rect l="l" t="t" r="r" b="b"/>
              <a:pathLst>
                <a:path w="85" h="959" extrusionOk="0">
                  <a:moveTo>
                    <a:pt x="49" y="1"/>
                  </a:moveTo>
                  <a:cubicBezTo>
                    <a:pt x="16" y="287"/>
                    <a:pt x="0" y="623"/>
                    <a:pt x="49" y="958"/>
                  </a:cubicBezTo>
                  <a:lnTo>
                    <a:pt x="69" y="958"/>
                  </a:lnTo>
                  <a:cubicBezTo>
                    <a:pt x="69" y="958"/>
                    <a:pt x="85" y="958"/>
                    <a:pt x="85" y="942"/>
                  </a:cubicBezTo>
                  <a:cubicBezTo>
                    <a:pt x="16" y="623"/>
                    <a:pt x="49" y="287"/>
                    <a:pt x="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>
              <a:extLst>
                <a:ext uri="{FF2B5EF4-FFF2-40B4-BE49-F238E27FC236}">
                  <a16:creationId xmlns:a16="http://schemas.microsoft.com/office/drawing/2014/main" id="{5FDB53CA-FB97-A503-3988-95F6433B0B05}"/>
                </a:ext>
              </a:extLst>
            </p:cNvPr>
            <p:cNvSpPr/>
            <p:nvPr/>
          </p:nvSpPr>
          <p:spPr>
            <a:xfrm>
              <a:off x="1765828" y="2207991"/>
              <a:ext cx="5264" cy="55523"/>
            </a:xfrm>
            <a:custGeom>
              <a:avLst/>
              <a:gdLst/>
              <a:ahLst/>
              <a:cxnLst/>
              <a:rect l="l" t="t" r="r" b="b"/>
              <a:pathLst>
                <a:path w="53" h="559" extrusionOk="0">
                  <a:moveTo>
                    <a:pt x="37" y="1"/>
                  </a:moveTo>
                  <a:lnTo>
                    <a:pt x="20" y="17"/>
                  </a:lnTo>
                  <a:cubicBezTo>
                    <a:pt x="0" y="138"/>
                    <a:pt x="0" y="239"/>
                    <a:pt x="20" y="356"/>
                  </a:cubicBezTo>
                  <a:lnTo>
                    <a:pt x="20" y="542"/>
                  </a:lnTo>
                  <a:cubicBezTo>
                    <a:pt x="0" y="558"/>
                    <a:pt x="20" y="558"/>
                    <a:pt x="20" y="558"/>
                  </a:cubicBezTo>
                  <a:lnTo>
                    <a:pt x="37" y="558"/>
                  </a:lnTo>
                  <a:lnTo>
                    <a:pt x="37" y="356"/>
                  </a:lnTo>
                  <a:cubicBezTo>
                    <a:pt x="37" y="239"/>
                    <a:pt x="37" y="138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0">
              <a:extLst>
                <a:ext uri="{FF2B5EF4-FFF2-40B4-BE49-F238E27FC236}">
                  <a16:creationId xmlns:a16="http://schemas.microsoft.com/office/drawing/2014/main" id="{501969E7-A02C-03E7-8270-0A4E0723A8A9}"/>
                </a:ext>
              </a:extLst>
            </p:cNvPr>
            <p:cNvSpPr/>
            <p:nvPr/>
          </p:nvSpPr>
          <p:spPr>
            <a:xfrm>
              <a:off x="1520197" y="3027323"/>
              <a:ext cx="199147" cy="291022"/>
            </a:xfrm>
            <a:custGeom>
              <a:avLst/>
              <a:gdLst/>
              <a:ahLst/>
              <a:cxnLst/>
              <a:rect l="l" t="t" r="r" b="b"/>
              <a:pathLst>
                <a:path w="2005" h="2930" extrusionOk="0">
                  <a:moveTo>
                    <a:pt x="49" y="1"/>
                  </a:moveTo>
                  <a:cubicBezTo>
                    <a:pt x="17" y="33"/>
                    <a:pt x="17" y="69"/>
                    <a:pt x="17" y="102"/>
                  </a:cubicBezTo>
                  <a:lnTo>
                    <a:pt x="17" y="288"/>
                  </a:lnTo>
                  <a:lnTo>
                    <a:pt x="17" y="453"/>
                  </a:lnTo>
                  <a:cubicBezTo>
                    <a:pt x="1" y="591"/>
                    <a:pt x="1" y="724"/>
                    <a:pt x="33" y="841"/>
                  </a:cubicBezTo>
                  <a:cubicBezTo>
                    <a:pt x="86" y="958"/>
                    <a:pt x="203" y="1059"/>
                    <a:pt x="304" y="1160"/>
                  </a:cubicBezTo>
                  <a:cubicBezTo>
                    <a:pt x="352" y="1196"/>
                    <a:pt x="389" y="1245"/>
                    <a:pt x="437" y="1281"/>
                  </a:cubicBezTo>
                  <a:cubicBezTo>
                    <a:pt x="724" y="1584"/>
                    <a:pt x="1027" y="1903"/>
                    <a:pt x="1330" y="2206"/>
                  </a:cubicBezTo>
                  <a:lnTo>
                    <a:pt x="1665" y="2542"/>
                  </a:lnTo>
                  <a:cubicBezTo>
                    <a:pt x="1686" y="2574"/>
                    <a:pt x="1718" y="2610"/>
                    <a:pt x="1750" y="2627"/>
                  </a:cubicBezTo>
                  <a:cubicBezTo>
                    <a:pt x="1851" y="2728"/>
                    <a:pt x="1936" y="2796"/>
                    <a:pt x="1968" y="2930"/>
                  </a:cubicBezTo>
                  <a:lnTo>
                    <a:pt x="1988" y="2930"/>
                  </a:lnTo>
                  <a:cubicBezTo>
                    <a:pt x="1988" y="2930"/>
                    <a:pt x="2005" y="2930"/>
                    <a:pt x="2005" y="2913"/>
                  </a:cubicBezTo>
                  <a:cubicBezTo>
                    <a:pt x="1952" y="2776"/>
                    <a:pt x="1851" y="2695"/>
                    <a:pt x="1766" y="2610"/>
                  </a:cubicBezTo>
                  <a:cubicBezTo>
                    <a:pt x="1734" y="2594"/>
                    <a:pt x="1718" y="2558"/>
                    <a:pt x="1686" y="2526"/>
                  </a:cubicBezTo>
                  <a:lnTo>
                    <a:pt x="1346" y="2190"/>
                  </a:lnTo>
                  <a:cubicBezTo>
                    <a:pt x="1043" y="1887"/>
                    <a:pt x="756" y="1564"/>
                    <a:pt x="453" y="1261"/>
                  </a:cubicBezTo>
                  <a:cubicBezTo>
                    <a:pt x="421" y="1213"/>
                    <a:pt x="373" y="1180"/>
                    <a:pt x="320" y="1144"/>
                  </a:cubicBezTo>
                  <a:cubicBezTo>
                    <a:pt x="219" y="1043"/>
                    <a:pt x="118" y="942"/>
                    <a:pt x="70" y="825"/>
                  </a:cubicBezTo>
                  <a:cubicBezTo>
                    <a:pt x="17" y="724"/>
                    <a:pt x="33" y="591"/>
                    <a:pt x="33" y="453"/>
                  </a:cubicBezTo>
                  <a:cubicBezTo>
                    <a:pt x="49" y="405"/>
                    <a:pt x="49" y="336"/>
                    <a:pt x="49" y="288"/>
                  </a:cubicBezTo>
                  <a:lnTo>
                    <a:pt x="49" y="102"/>
                  </a:lnTo>
                  <a:cubicBezTo>
                    <a:pt x="49" y="69"/>
                    <a:pt x="49" y="3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0">
              <a:extLst>
                <a:ext uri="{FF2B5EF4-FFF2-40B4-BE49-F238E27FC236}">
                  <a16:creationId xmlns:a16="http://schemas.microsoft.com/office/drawing/2014/main" id="{0690AC5E-6F49-1471-42F8-5FD47B13C97B}"/>
                </a:ext>
              </a:extLst>
            </p:cNvPr>
            <p:cNvSpPr/>
            <p:nvPr/>
          </p:nvSpPr>
          <p:spPr>
            <a:xfrm>
              <a:off x="608990" y="207439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34"/>
                    <a:pt x="17" y="251"/>
                    <a:pt x="17" y="372"/>
                  </a:cubicBezTo>
                  <a:cubicBezTo>
                    <a:pt x="17" y="453"/>
                    <a:pt x="1" y="538"/>
                    <a:pt x="17" y="606"/>
                  </a:cubicBezTo>
                  <a:lnTo>
                    <a:pt x="17" y="707"/>
                  </a:lnTo>
                  <a:cubicBezTo>
                    <a:pt x="1" y="776"/>
                    <a:pt x="1" y="841"/>
                    <a:pt x="17" y="893"/>
                  </a:cubicBezTo>
                  <a:lnTo>
                    <a:pt x="33" y="909"/>
                  </a:lnTo>
                  <a:cubicBezTo>
                    <a:pt x="53" y="909"/>
                    <a:pt x="53" y="893"/>
                    <a:pt x="53" y="893"/>
                  </a:cubicBezTo>
                  <a:cubicBezTo>
                    <a:pt x="33" y="825"/>
                    <a:pt x="33" y="776"/>
                    <a:pt x="33" y="707"/>
                  </a:cubicBezTo>
                  <a:lnTo>
                    <a:pt x="33" y="606"/>
                  </a:lnTo>
                  <a:lnTo>
                    <a:pt x="33" y="372"/>
                  </a:lnTo>
                  <a:cubicBezTo>
                    <a:pt x="33" y="251"/>
                    <a:pt x="33" y="134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0">
              <a:extLst>
                <a:ext uri="{FF2B5EF4-FFF2-40B4-BE49-F238E27FC236}">
                  <a16:creationId xmlns:a16="http://schemas.microsoft.com/office/drawing/2014/main" id="{EA034DAF-3142-31A9-98CD-6297EF4FC5AC}"/>
                </a:ext>
              </a:extLst>
            </p:cNvPr>
            <p:cNvSpPr/>
            <p:nvPr/>
          </p:nvSpPr>
          <p:spPr>
            <a:xfrm>
              <a:off x="1254205" y="1746626"/>
              <a:ext cx="159019" cy="83930"/>
            </a:xfrm>
            <a:custGeom>
              <a:avLst/>
              <a:gdLst/>
              <a:ahLst/>
              <a:cxnLst/>
              <a:rect l="l" t="t" r="r" b="b"/>
              <a:pathLst>
                <a:path w="1601" h="845" extrusionOk="0">
                  <a:moveTo>
                    <a:pt x="1584" y="0"/>
                  </a:moveTo>
                  <a:cubicBezTo>
                    <a:pt x="1467" y="16"/>
                    <a:pt x="1366" y="85"/>
                    <a:pt x="1265" y="137"/>
                  </a:cubicBezTo>
                  <a:cubicBezTo>
                    <a:pt x="1233" y="170"/>
                    <a:pt x="1180" y="186"/>
                    <a:pt x="1148" y="218"/>
                  </a:cubicBezTo>
                  <a:cubicBezTo>
                    <a:pt x="877" y="356"/>
                    <a:pt x="590" y="505"/>
                    <a:pt x="324" y="642"/>
                  </a:cubicBezTo>
                  <a:cubicBezTo>
                    <a:pt x="223" y="707"/>
                    <a:pt x="122" y="760"/>
                    <a:pt x="1" y="824"/>
                  </a:cubicBezTo>
                  <a:lnTo>
                    <a:pt x="1" y="844"/>
                  </a:lnTo>
                  <a:lnTo>
                    <a:pt x="21" y="844"/>
                  </a:lnTo>
                  <a:cubicBezTo>
                    <a:pt x="122" y="776"/>
                    <a:pt x="239" y="723"/>
                    <a:pt x="340" y="675"/>
                  </a:cubicBezTo>
                  <a:cubicBezTo>
                    <a:pt x="607" y="521"/>
                    <a:pt x="877" y="372"/>
                    <a:pt x="1164" y="238"/>
                  </a:cubicBezTo>
                  <a:cubicBezTo>
                    <a:pt x="1196" y="218"/>
                    <a:pt x="1249" y="186"/>
                    <a:pt x="1281" y="170"/>
                  </a:cubicBezTo>
                  <a:cubicBezTo>
                    <a:pt x="1366" y="101"/>
                    <a:pt x="1467" y="53"/>
                    <a:pt x="1584" y="36"/>
                  </a:cubicBezTo>
                  <a:lnTo>
                    <a:pt x="1600" y="16"/>
                  </a:lnTo>
                  <a:lnTo>
                    <a:pt x="15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0">
              <a:extLst>
                <a:ext uri="{FF2B5EF4-FFF2-40B4-BE49-F238E27FC236}">
                  <a16:creationId xmlns:a16="http://schemas.microsoft.com/office/drawing/2014/main" id="{5C2F79DF-F796-8BED-6AA3-CA7D72737E0F}"/>
                </a:ext>
              </a:extLst>
            </p:cNvPr>
            <p:cNvSpPr/>
            <p:nvPr/>
          </p:nvSpPr>
          <p:spPr>
            <a:xfrm>
              <a:off x="848164" y="3480344"/>
              <a:ext cx="354392" cy="223978"/>
            </a:xfrm>
            <a:custGeom>
              <a:avLst/>
              <a:gdLst/>
              <a:ahLst/>
              <a:cxnLst/>
              <a:rect l="l" t="t" r="r" b="b"/>
              <a:pathLst>
                <a:path w="3568" h="2255" extrusionOk="0">
                  <a:moveTo>
                    <a:pt x="3568" y="1"/>
                  </a:moveTo>
                  <a:cubicBezTo>
                    <a:pt x="3467" y="1"/>
                    <a:pt x="3382" y="17"/>
                    <a:pt x="3301" y="53"/>
                  </a:cubicBezTo>
                  <a:cubicBezTo>
                    <a:pt x="3281" y="53"/>
                    <a:pt x="3248" y="69"/>
                    <a:pt x="3216" y="85"/>
                  </a:cubicBezTo>
                  <a:cubicBezTo>
                    <a:pt x="2828" y="186"/>
                    <a:pt x="2440" y="304"/>
                    <a:pt x="2053" y="421"/>
                  </a:cubicBezTo>
                  <a:cubicBezTo>
                    <a:pt x="1786" y="505"/>
                    <a:pt x="1515" y="590"/>
                    <a:pt x="1245" y="675"/>
                  </a:cubicBezTo>
                  <a:cubicBezTo>
                    <a:pt x="1079" y="724"/>
                    <a:pt x="893" y="776"/>
                    <a:pt x="724" y="825"/>
                  </a:cubicBezTo>
                  <a:lnTo>
                    <a:pt x="170" y="978"/>
                  </a:lnTo>
                  <a:cubicBezTo>
                    <a:pt x="85" y="1010"/>
                    <a:pt x="1" y="1043"/>
                    <a:pt x="1" y="1164"/>
                  </a:cubicBezTo>
                  <a:cubicBezTo>
                    <a:pt x="17" y="1313"/>
                    <a:pt x="17" y="1447"/>
                    <a:pt x="1" y="1584"/>
                  </a:cubicBezTo>
                  <a:cubicBezTo>
                    <a:pt x="1" y="1802"/>
                    <a:pt x="1" y="2004"/>
                    <a:pt x="17" y="2222"/>
                  </a:cubicBezTo>
                  <a:lnTo>
                    <a:pt x="17" y="2239"/>
                  </a:lnTo>
                  <a:cubicBezTo>
                    <a:pt x="1" y="2255"/>
                    <a:pt x="17" y="2255"/>
                    <a:pt x="17" y="2255"/>
                  </a:cubicBezTo>
                  <a:lnTo>
                    <a:pt x="33" y="2255"/>
                  </a:lnTo>
                  <a:lnTo>
                    <a:pt x="33" y="2239"/>
                  </a:lnTo>
                  <a:cubicBezTo>
                    <a:pt x="49" y="2239"/>
                    <a:pt x="49" y="2239"/>
                    <a:pt x="49" y="2222"/>
                  </a:cubicBezTo>
                  <a:cubicBezTo>
                    <a:pt x="33" y="2004"/>
                    <a:pt x="33" y="1802"/>
                    <a:pt x="33" y="1584"/>
                  </a:cubicBezTo>
                  <a:lnTo>
                    <a:pt x="33" y="1164"/>
                  </a:lnTo>
                  <a:cubicBezTo>
                    <a:pt x="33" y="1063"/>
                    <a:pt x="102" y="1027"/>
                    <a:pt x="170" y="1010"/>
                  </a:cubicBezTo>
                  <a:cubicBezTo>
                    <a:pt x="352" y="962"/>
                    <a:pt x="538" y="893"/>
                    <a:pt x="724" y="841"/>
                  </a:cubicBezTo>
                  <a:cubicBezTo>
                    <a:pt x="893" y="792"/>
                    <a:pt x="1079" y="740"/>
                    <a:pt x="1261" y="691"/>
                  </a:cubicBezTo>
                  <a:cubicBezTo>
                    <a:pt x="1515" y="606"/>
                    <a:pt x="1786" y="538"/>
                    <a:pt x="2053" y="457"/>
                  </a:cubicBezTo>
                  <a:cubicBezTo>
                    <a:pt x="2440" y="336"/>
                    <a:pt x="2844" y="219"/>
                    <a:pt x="3232" y="102"/>
                  </a:cubicBezTo>
                  <a:cubicBezTo>
                    <a:pt x="3248" y="102"/>
                    <a:pt x="3281" y="85"/>
                    <a:pt x="3317" y="69"/>
                  </a:cubicBezTo>
                  <a:cubicBezTo>
                    <a:pt x="3402" y="53"/>
                    <a:pt x="3467" y="17"/>
                    <a:pt x="3568" y="17"/>
                  </a:cubicBezTo>
                  <a:lnTo>
                    <a:pt x="35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0">
              <a:extLst>
                <a:ext uri="{FF2B5EF4-FFF2-40B4-BE49-F238E27FC236}">
                  <a16:creationId xmlns:a16="http://schemas.microsoft.com/office/drawing/2014/main" id="{7481998E-B71C-BCBB-649B-83D56753AABD}"/>
                </a:ext>
              </a:extLst>
            </p:cNvPr>
            <p:cNvSpPr/>
            <p:nvPr/>
          </p:nvSpPr>
          <p:spPr>
            <a:xfrm>
              <a:off x="1416701" y="3540138"/>
              <a:ext cx="53536" cy="37446"/>
            </a:xfrm>
            <a:custGeom>
              <a:avLst/>
              <a:gdLst/>
              <a:ahLst/>
              <a:cxnLst/>
              <a:rect l="l" t="t" r="r" b="b"/>
              <a:pathLst>
                <a:path w="539" h="377" extrusionOk="0">
                  <a:moveTo>
                    <a:pt x="42" y="0"/>
                  </a:moveTo>
                  <a:cubicBezTo>
                    <a:pt x="34" y="0"/>
                    <a:pt x="26" y="2"/>
                    <a:pt x="17" y="4"/>
                  </a:cubicBezTo>
                  <a:cubicBezTo>
                    <a:pt x="1" y="4"/>
                    <a:pt x="1" y="4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82" y="37"/>
                    <a:pt x="118" y="73"/>
                  </a:cubicBezTo>
                  <a:lnTo>
                    <a:pt x="134" y="89"/>
                  </a:lnTo>
                  <a:cubicBezTo>
                    <a:pt x="183" y="122"/>
                    <a:pt x="219" y="158"/>
                    <a:pt x="251" y="190"/>
                  </a:cubicBezTo>
                  <a:cubicBezTo>
                    <a:pt x="336" y="259"/>
                    <a:pt x="421" y="340"/>
                    <a:pt x="522" y="376"/>
                  </a:cubicBezTo>
                  <a:lnTo>
                    <a:pt x="538" y="376"/>
                  </a:lnTo>
                  <a:lnTo>
                    <a:pt x="538" y="360"/>
                  </a:lnTo>
                  <a:cubicBezTo>
                    <a:pt x="437" y="307"/>
                    <a:pt x="352" y="239"/>
                    <a:pt x="267" y="174"/>
                  </a:cubicBezTo>
                  <a:cubicBezTo>
                    <a:pt x="235" y="138"/>
                    <a:pt x="203" y="105"/>
                    <a:pt x="150" y="73"/>
                  </a:cubicBezTo>
                  <a:cubicBezTo>
                    <a:pt x="150" y="57"/>
                    <a:pt x="134" y="57"/>
                    <a:pt x="134" y="57"/>
                  </a:cubicBezTo>
                  <a:cubicBezTo>
                    <a:pt x="108" y="27"/>
                    <a:pt x="78" y="0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>
              <a:extLst>
                <a:ext uri="{FF2B5EF4-FFF2-40B4-BE49-F238E27FC236}">
                  <a16:creationId xmlns:a16="http://schemas.microsoft.com/office/drawing/2014/main" id="{777B0DD1-E311-7F12-19AD-1E45C42F4E43}"/>
                </a:ext>
              </a:extLst>
            </p:cNvPr>
            <p:cNvSpPr/>
            <p:nvPr/>
          </p:nvSpPr>
          <p:spPr>
            <a:xfrm>
              <a:off x="1670675" y="2550662"/>
              <a:ext cx="6953" cy="62277"/>
            </a:xfrm>
            <a:custGeom>
              <a:avLst/>
              <a:gdLst/>
              <a:ahLst/>
              <a:cxnLst/>
              <a:rect l="l" t="t" r="r" b="b"/>
              <a:pathLst>
                <a:path w="70" h="627" extrusionOk="0">
                  <a:moveTo>
                    <a:pt x="49" y="1"/>
                  </a:moveTo>
                  <a:cubicBezTo>
                    <a:pt x="49" y="1"/>
                    <a:pt x="33" y="1"/>
                    <a:pt x="33" y="21"/>
                  </a:cubicBezTo>
                  <a:cubicBezTo>
                    <a:pt x="17" y="102"/>
                    <a:pt x="17" y="203"/>
                    <a:pt x="17" y="287"/>
                  </a:cubicBezTo>
                  <a:cubicBezTo>
                    <a:pt x="17" y="340"/>
                    <a:pt x="33" y="405"/>
                    <a:pt x="17" y="457"/>
                  </a:cubicBezTo>
                  <a:lnTo>
                    <a:pt x="17" y="506"/>
                  </a:lnTo>
                  <a:cubicBezTo>
                    <a:pt x="33" y="542"/>
                    <a:pt x="33" y="574"/>
                    <a:pt x="17" y="607"/>
                  </a:cubicBezTo>
                  <a:cubicBezTo>
                    <a:pt x="1" y="607"/>
                    <a:pt x="17" y="627"/>
                    <a:pt x="17" y="627"/>
                  </a:cubicBezTo>
                  <a:lnTo>
                    <a:pt x="33" y="627"/>
                  </a:lnTo>
                  <a:cubicBezTo>
                    <a:pt x="49" y="574"/>
                    <a:pt x="49" y="542"/>
                    <a:pt x="49" y="506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203"/>
                    <a:pt x="49" y="102"/>
                    <a:pt x="70" y="21"/>
                  </a:cubicBezTo>
                  <a:cubicBezTo>
                    <a:pt x="70" y="21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>
              <a:extLst>
                <a:ext uri="{FF2B5EF4-FFF2-40B4-BE49-F238E27FC236}">
                  <a16:creationId xmlns:a16="http://schemas.microsoft.com/office/drawing/2014/main" id="{1BBFB1EC-8FF2-8958-7ED3-F7BAE19212D9}"/>
                </a:ext>
              </a:extLst>
            </p:cNvPr>
            <p:cNvSpPr/>
            <p:nvPr/>
          </p:nvSpPr>
          <p:spPr>
            <a:xfrm>
              <a:off x="1291154" y="2253382"/>
              <a:ext cx="5264" cy="83532"/>
            </a:xfrm>
            <a:custGeom>
              <a:avLst/>
              <a:gdLst/>
              <a:ahLst/>
              <a:cxnLst/>
              <a:rect l="l" t="t" r="r" b="b"/>
              <a:pathLst>
                <a:path w="53" h="841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50"/>
                    <a:pt x="16" y="303"/>
                    <a:pt x="0" y="436"/>
                  </a:cubicBezTo>
                  <a:lnTo>
                    <a:pt x="0" y="691"/>
                  </a:lnTo>
                  <a:lnTo>
                    <a:pt x="0" y="723"/>
                  </a:lnTo>
                  <a:cubicBezTo>
                    <a:pt x="0" y="756"/>
                    <a:pt x="0" y="808"/>
                    <a:pt x="16" y="840"/>
                  </a:cubicBezTo>
                  <a:lnTo>
                    <a:pt x="33" y="840"/>
                  </a:lnTo>
                  <a:cubicBezTo>
                    <a:pt x="53" y="840"/>
                    <a:pt x="53" y="840"/>
                    <a:pt x="53" y="824"/>
                  </a:cubicBezTo>
                  <a:cubicBezTo>
                    <a:pt x="33" y="792"/>
                    <a:pt x="33" y="756"/>
                    <a:pt x="33" y="723"/>
                  </a:cubicBezTo>
                  <a:lnTo>
                    <a:pt x="33" y="691"/>
                  </a:lnTo>
                  <a:lnTo>
                    <a:pt x="33" y="436"/>
                  </a:lnTo>
                  <a:cubicBezTo>
                    <a:pt x="33" y="287"/>
                    <a:pt x="33" y="150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>
              <a:extLst>
                <a:ext uri="{FF2B5EF4-FFF2-40B4-BE49-F238E27FC236}">
                  <a16:creationId xmlns:a16="http://schemas.microsoft.com/office/drawing/2014/main" id="{55537696-0849-57F3-4D8C-75A4119339D7}"/>
                </a:ext>
              </a:extLst>
            </p:cNvPr>
            <p:cNvSpPr/>
            <p:nvPr/>
          </p:nvSpPr>
          <p:spPr>
            <a:xfrm>
              <a:off x="2080390" y="2978753"/>
              <a:ext cx="8542" cy="50258"/>
            </a:xfrm>
            <a:custGeom>
              <a:avLst/>
              <a:gdLst/>
              <a:ahLst/>
              <a:cxnLst/>
              <a:rect l="l" t="t" r="r" b="b"/>
              <a:pathLst>
                <a:path w="86" h="506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70"/>
                    <a:pt x="33" y="134"/>
                    <a:pt x="33" y="203"/>
                  </a:cubicBezTo>
                  <a:lnTo>
                    <a:pt x="33" y="304"/>
                  </a:lnTo>
                  <a:lnTo>
                    <a:pt x="33" y="356"/>
                  </a:lnTo>
                  <a:cubicBezTo>
                    <a:pt x="33" y="405"/>
                    <a:pt x="33" y="457"/>
                    <a:pt x="0" y="490"/>
                  </a:cubicBezTo>
                  <a:cubicBezTo>
                    <a:pt x="0" y="490"/>
                    <a:pt x="0" y="506"/>
                    <a:pt x="17" y="506"/>
                  </a:cubicBezTo>
                  <a:lnTo>
                    <a:pt x="33" y="506"/>
                  </a:lnTo>
                  <a:cubicBezTo>
                    <a:pt x="49" y="457"/>
                    <a:pt x="49" y="405"/>
                    <a:pt x="49" y="356"/>
                  </a:cubicBezTo>
                  <a:cubicBezTo>
                    <a:pt x="49" y="336"/>
                    <a:pt x="49" y="320"/>
                    <a:pt x="65" y="304"/>
                  </a:cubicBezTo>
                  <a:cubicBezTo>
                    <a:pt x="65" y="272"/>
                    <a:pt x="65" y="235"/>
                    <a:pt x="49" y="203"/>
                  </a:cubicBezTo>
                  <a:cubicBezTo>
                    <a:pt x="49" y="134"/>
                    <a:pt x="49" y="86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>
              <a:extLst>
                <a:ext uri="{FF2B5EF4-FFF2-40B4-BE49-F238E27FC236}">
                  <a16:creationId xmlns:a16="http://schemas.microsoft.com/office/drawing/2014/main" id="{5DB2FE49-9C68-C99C-09B4-17B842E690CE}"/>
                </a:ext>
              </a:extLst>
            </p:cNvPr>
            <p:cNvSpPr/>
            <p:nvPr/>
          </p:nvSpPr>
          <p:spPr>
            <a:xfrm>
              <a:off x="1180804" y="3677008"/>
              <a:ext cx="3278" cy="57410"/>
            </a:xfrm>
            <a:custGeom>
              <a:avLst/>
              <a:gdLst/>
              <a:ahLst/>
              <a:cxnLst/>
              <a:rect l="l" t="t" r="r" b="b"/>
              <a:pathLst>
                <a:path w="33" h="578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7" y="125"/>
                    <a:pt x="17" y="242"/>
                    <a:pt x="17" y="360"/>
                  </a:cubicBezTo>
                  <a:cubicBezTo>
                    <a:pt x="0" y="428"/>
                    <a:pt x="0" y="497"/>
                    <a:pt x="17" y="561"/>
                  </a:cubicBezTo>
                  <a:lnTo>
                    <a:pt x="17" y="578"/>
                  </a:lnTo>
                  <a:cubicBezTo>
                    <a:pt x="33" y="578"/>
                    <a:pt x="33" y="578"/>
                    <a:pt x="33" y="561"/>
                  </a:cubicBezTo>
                  <a:lnTo>
                    <a:pt x="33" y="360"/>
                  </a:lnTo>
                  <a:cubicBezTo>
                    <a:pt x="33" y="242"/>
                    <a:pt x="33" y="12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>
              <a:extLst>
                <a:ext uri="{FF2B5EF4-FFF2-40B4-BE49-F238E27FC236}">
                  <a16:creationId xmlns:a16="http://schemas.microsoft.com/office/drawing/2014/main" id="{A7939469-0E98-8D5B-FF27-09F8D3A4E589}"/>
                </a:ext>
              </a:extLst>
            </p:cNvPr>
            <p:cNvSpPr/>
            <p:nvPr/>
          </p:nvSpPr>
          <p:spPr>
            <a:xfrm>
              <a:off x="1287876" y="2948657"/>
              <a:ext cx="4966" cy="97239"/>
            </a:xfrm>
            <a:custGeom>
              <a:avLst/>
              <a:gdLst/>
              <a:ahLst/>
              <a:cxnLst/>
              <a:rect l="l" t="t" r="r" b="b"/>
              <a:pathLst>
                <a:path w="50" h="979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72"/>
                    <a:pt x="17" y="389"/>
                  </a:cubicBezTo>
                  <a:lnTo>
                    <a:pt x="17" y="575"/>
                  </a:lnTo>
                  <a:lnTo>
                    <a:pt x="17" y="841"/>
                  </a:lnTo>
                  <a:lnTo>
                    <a:pt x="17" y="962"/>
                  </a:lnTo>
                  <a:cubicBezTo>
                    <a:pt x="17" y="979"/>
                    <a:pt x="17" y="979"/>
                    <a:pt x="33" y="979"/>
                  </a:cubicBezTo>
                  <a:lnTo>
                    <a:pt x="33" y="962"/>
                  </a:lnTo>
                  <a:lnTo>
                    <a:pt x="33" y="841"/>
                  </a:lnTo>
                  <a:lnTo>
                    <a:pt x="33" y="575"/>
                  </a:lnTo>
                  <a:lnTo>
                    <a:pt x="33" y="389"/>
                  </a:lnTo>
                  <a:cubicBezTo>
                    <a:pt x="49" y="272"/>
                    <a:pt x="49" y="134"/>
                    <a:pt x="33" y="17"/>
                  </a:cubicBezTo>
                  <a:cubicBezTo>
                    <a:pt x="17" y="17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>
              <a:extLst>
                <a:ext uri="{FF2B5EF4-FFF2-40B4-BE49-F238E27FC236}">
                  <a16:creationId xmlns:a16="http://schemas.microsoft.com/office/drawing/2014/main" id="{4F077A18-A955-6489-B5BF-A6573BE80E42}"/>
                </a:ext>
              </a:extLst>
            </p:cNvPr>
            <p:cNvSpPr/>
            <p:nvPr/>
          </p:nvSpPr>
          <p:spPr>
            <a:xfrm>
              <a:off x="2010167" y="3553745"/>
              <a:ext cx="4867" cy="55523"/>
            </a:xfrm>
            <a:custGeom>
              <a:avLst/>
              <a:gdLst/>
              <a:ahLst/>
              <a:cxnLst/>
              <a:rect l="l" t="t" r="r" b="b"/>
              <a:pathLst>
                <a:path w="49" h="559" extrusionOk="0">
                  <a:moveTo>
                    <a:pt x="33" y="1"/>
                  </a:moveTo>
                  <a:cubicBezTo>
                    <a:pt x="33" y="1"/>
                    <a:pt x="33" y="21"/>
                    <a:pt x="17" y="21"/>
                  </a:cubicBezTo>
                  <a:cubicBezTo>
                    <a:pt x="0" y="102"/>
                    <a:pt x="0" y="187"/>
                    <a:pt x="17" y="288"/>
                  </a:cubicBezTo>
                  <a:cubicBezTo>
                    <a:pt x="17" y="372"/>
                    <a:pt x="17" y="457"/>
                    <a:pt x="0" y="542"/>
                  </a:cubicBezTo>
                  <a:lnTo>
                    <a:pt x="0" y="558"/>
                  </a:lnTo>
                  <a:lnTo>
                    <a:pt x="17" y="558"/>
                  </a:lnTo>
                  <a:lnTo>
                    <a:pt x="17" y="542"/>
                  </a:lnTo>
                  <a:cubicBezTo>
                    <a:pt x="49" y="457"/>
                    <a:pt x="33" y="372"/>
                    <a:pt x="33" y="271"/>
                  </a:cubicBezTo>
                  <a:cubicBezTo>
                    <a:pt x="33" y="203"/>
                    <a:pt x="33" y="102"/>
                    <a:pt x="49" y="21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>
              <a:extLst>
                <a:ext uri="{FF2B5EF4-FFF2-40B4-BE49-F238E27FC236}">
                  <a16:creationId xmlns:a16="http://schemas.microsoft.com/office/drawing/2014/main" id="{69B3C279-3281-E19D-F1B1-3B0180EAF58D}"/>
                </a:ext>
              </a:extLst>
            </p:cNvPr>
            <p:cNvSpPr/>
            <p:nvPr/>
          </p:nvSpPr>
          <p:spPr>
            <a:xfrm>
              <a:off x="1033505" y="2539041"/>
              <a:ext cx="8542" cy="83930"/>
            </a:xfrm>
            <a:custGeom>
              <a:avLst/>
              <a:gdLst/>
              <a:ahLst/>
              <a:cxnLst/>
              <a:rect l="l" t="t" r="r" b="b"/>
              <a:pathLst>
                <a:path w="86" h="845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cubicBezTo>
                    <a:pt x="37" y="53"/>
                    <a:pt x="37" y="101"/>
                    <a:pt x="37" y="154"/>
                  </a:cubicBezTo>
                  <a:lnTo>
                    <a:pt x="37" y="707"/>
                  </a:lnTo>
                  <a:lnTo>
                    <a:pt x="37" y="724"/>
                  </a:lnTo>
                  <a:cubicBezTo>
                    <a:pt x="37" y="760"/>
                    <a:pt x="37" y="808"/>
                    <a:pt x="70" y="845"/>
                  </a:cubicBezTo>
                  <a:lnTo>
                    <a:pt x="86" y="845"/>
                  </a:lnTo>
                  <a:lnTo>
                    <a:pt x="86" y="825"/>
                  </a:lnTo>
                  <a:cubicBezTo>
                    <a:pt x="53" y="792"/>
                    <a:pt x="53" y="760"/>
                    <a:pt x="53" y="724"/>
                  </a:cubicBezTo>
                  <a:lnTo>
                    <a:pt x="53" y="707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>
              <a:extLst>
                <a:ext uri="{FF2B5EF4-FFF2-40B4-BE49-F238E27FC236}">
                  <a16:creationId xmlns:a16="http://schemas.microsoft.com/office/drawing/2014/main" id="{93090A8A-C81E-D013-B3F8-9CE4DD977184}"/>
                </a:ext>
              </a:extLst>
            </p:cNvPr>
            <p:cNvSpPr/>
            <p:nvPr/>
          </p:nvSpPr>
          <p:spPr>
            <a:xfrm>
              <a:off x="1923059" y="2555926"/>
              <a:ext cx="145809" cy="305822"/>
            </a:xfrm>
            <a:custGeom>
              <a:avLst/>
              <a:gdLst/>
              <a:ahLst/>
              <a:cxnLst/>
              <a:rect l="l" t="t" r="r" b="b"/>
              <a:pathLst>
                <a:path w="1468" h="3079" extrusionOk="0">
                  <a:moveTo>
                    <a:pt x="17" y="0"/>
                  </a:moveTo>
                  <a:lnTo>
                    <a:pt x="1" y="16"/>
                  </a:lnTo>
                  <a:cubicBezTo>
                    <a:pt x="1" y="117"/>
                    <a:pt x="69" y="186"/>
                    <a:pt x="118" y="251"/>
                  </a:cubicBezTo>
                  <a:cubicBezTo>
                    <a:pt x="134" y="271"/>
                    <a:pt x="134" y="287"/>
                    <a:pt x="154" y="303"/>
                  </a:cubicBezTo>
                  <a:cubicBezTo>
                    <a:pt x="288" y="489"/>
                    <a:pt x="405" y="675"/>
                    <a:pt x="522" y="857"/>
                  </a:cubicBezTo>
                  <a:cubicBezTo>
                    <a:pt x="591" y="958"/>
                    <a:pt x="659" y="1059"/>
                    <a:pt x="724" y="1160"/>
                  </a:cubicBezTo>
                  <a:cubicBezTo>
                    <a:pt x="962" y="1499"/>
                    <a:pt x="1164" y="1818"/>
                    <a:pt x="1382" y="2121"/>
                  </a:cubicBezTo>
                  <a:cubicBezTo>
                    <a:pt x="1415" y="2169"/>
                    <a:pt x="1431" y="2222"/>
                    <a:pt x="1431" y="2307"/>
                  </a:cubicBezTo>
                  <a:lnTo>
                    <a:pt x="1431" y="2541"/>
                  </a:lnTo>
                  <a:cubicBezTo>
                    <a:pt x="1431" y="2711"/>
                    <a:pt x="1415" y="2876"/>
                    <a:pt x="1431" y="3030"/>
                  </a:cubicBezTo>
                  <a:lnTo>
                    <a:pt x="1431" y="3046"/>
                  </a:lnTo>
                  <a:lnTo>
                    <a:pt x="1415" y="3062"/>
                  </a:lnTo>
                  <a:lnTo>
                    <a:pt x="1415" y="3078"/>
                  </a:lnTo>
                  <a:lnTo>
                    <a:pt x="1431" y="3078"/>
                  </a:lnTo>
                  <a:lnTo>
                    <a:pt x="1447" y="3062"/>
                  </a:lnTo>
                  <a:cubicBezTo>
                    <a:pt x="1447" y="3062"/>
                    <a:pt x="1467" y="3046"/>
                    <a:pt x="1467" y="3030"/>
                  </a:cubicBezTo>
                  <a:cubicBezTo>
                    <a:pt x="1447" y="2860"/>
                    <a:pt x="1447" y="2711"/>
                    <a:pt x="1447" y="2541"/>
                  </a:cubicBezTo>
                  <a:lnTo>
                    <a:pt x="1447" y="2307"/>
                  </a:lnTo>
                  <a:cubicBezTo>
                    <a:pt x="1447" y="2222"/>
                    <a:pt x="1431" y="2153"/>
                    <a:pt x="1399" y="2105"/>
                  </a:cubicBezTo>
                  <a:cubicBezTo>
                    <a:pt x="1197" y="1802"/>
                    <a:pt x="978" y="1483"/>
                    <a:pt x="740" y="1143"/>
                  </a:cubicBezTo>
                  <a:cubicBezTo>
                    <a:pt x="675" y="1042"/>
                    <a:pt x="623" y="941"/>
                    <a:pt x="558" y="840"/>
                  </a:cubicBezTo>
                  <a:cubicBezTo>
                    <a:pt x="421" y="675"/>
                    <a:pt x="304" y="473"/>
                    <a:pt x="187" y="303"/>
                  </a:cubicBezTo>
                  <a:cubicBezTo>
                    <a:pt x="170" y="271"/>
                    <a:pt x="154" y="251"/>
                    <a:pt x="134" y="234"/>
                  </a:cubicBezTo>
                  <a:cubicBezTo>
                    <a:pt x="86" y="170"/>
                    <a:pt x="33" y="101"/>
                    <a:pt x="33" y="16"/>
                  </a:cubicBezTo>
                  <a:cubicBezTo>
                    <a:pt x="33" y="16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>
              <a:extLst>
                <a:ext uri="{FF2B5EF4-FFF2-40B4-BE49-F238E27FC236}">
                  <a16:creationId xmlns:a16="http://schemas.microsoft.com/office/drawing/2014/main" id="{B3A9902C-93AE-F07C-AA6D-A16E066045A9}"/>
                </a:ext>
              </a:extLst>
            </p:cNvPr>
            <p:cNvSpPr/>
            <p:nvPr/>
          </p:nvSpPr>
          <p:spPr>
            <a:xfrm>
              <a:off x="2095190" y="3522061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70"/>
                    <a:pt x="17" y="255"/>
                  </a:cubicBezTo>
                  <a:cubicBezTo>
                    <a:pt x="17" y="320"/>
                    <a:pt x="17" y="405"/>
                    <a:pt x="1" y="473"/>
                  </a:cubicBezTo>
                  <a:cubicBezTo>
                    <a:pt x="1" y="489"/>
                    <a:pt x="1" y="489"/>
                    <a:pt x="17" y="489"/>
                  </a:cubicBezTo>
                  <a:lnTo>
                    <a:pt x="37" y="473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37" y="170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>
              <a:extLst>
                <a:ext uri="{FF2B5EF4-FFF2-40B4-BE49-F238E27FC236}">
                  <a16:creationId xmlns:a16="http://schemas.microsoft.com/office/drawing/2014/main" id="{16C0F1F3-3BFB-D25E-2494-AA5D83CC286B}"/>
                </a:ext>
              </a:extLst>
            </p:cNvPr>
            <p:cNvSpPr/>
            <p:nvPr/>
          </p:nvSpPr>
          <p:spPr>
            <a:xfrm>
              <a:off x="1408258" y="2731235"/>
              <a:ext cx="6555" cy="90386"/>
            </a:xfrm>
            <a:custGeom>
              <a:avLst/>
              <a:gdLst/>
              <a:ahLst/>
              <a:cxnLst/>
              <a:rect l="l" t="t" r="r" b="b"/>
              <a:pathLst>
                <a:path w="66" h="910" extrusionOk="0">
                  <a:moveTo>
                    <a:pt x="66" y="0"/>
                  </a:moveTo>
                  <a:cubicBezTo>
                    <a:pt x="49" y="0"/>
                    <a:pt x="49" y="21"/>
                    <a:pt x="49" y="21"/>
                  </a:cubicBezTo>
                  <a:cubicBezTo>
                    <a:pt x="17" y="170"/>
                    <a:pt x="33" y="324"/>
                    <a:pt x="33" y="473"/>
                  </a:cubicBezTo>
                  <a:lnTo>
                    <a:pt x="33" y="728"/>
                  </a:lnTo>
                  <a:lnTo>
                    <a:pt x="33" y="744"/>
                  </a:lnTo>
                  <a:cubicBezTo>
                    <a:pt x="33" y="792"/>
                    <a:pt x="33" y="845"/>
                    <a:pt x="1" y="893"/>
                  </a:cubicBezTo>
                  <a:cubicBezTo>
                    <a:pt x="1" y="893"/>
                    <a:pt x="1" y="909"/>
                    <a:pt x="17" y="909"/>
                  </a:cubicBezTo>
                  <a:lnTo>
                    <a:pt x="33" y="909"/>
                  </a:lnTo>
                  <a:cubicBezTo>
                    <a:pt x="49" y="861"/>
                    <a:pt x="49" y="808"/>
                    <a:pt x="49" y="744"/>
                  </a:cubicBezTo>
                  <a:lnTo>
                    <a:pt x="49" y="728"/>
                  </a:lnTo>
                  <a:cubicBezTo>
                    <a:pt x="66" y="643"/>
                    <a:pt x="49" y="558"/>
                    <a:pt x="49" y="473"/>
                  </a:cubicBezTo>
                  <a:cubicBezTo>
                    <a:pt x="49" y="324"/>
                    <a:pt x="49" y="170"/>
                    <a:pt x="66" y="21"/>
                  </a:cubicBez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>
              <a:extLst>
                <a:ext uri="{FF2B5EF4-FFF2-40B4-BE49-F238E27FC236}">
                  <a16:creationId xmlns:a16="http://schemas.microsoft.com/office/drawing/2014/main" id="{F32A6C7E-FAA5-C332-2174-B8FE8DB67110}"/>
                </a:ext>
              </a:extLst>
            </p:cNvPr>
            <p:cNvSpPr/>
            <p:nvPr/>
          </p:nvSpPr>
          <p:spPr>
            <a:xfrm>
              <a:off x="1247848" y="2874561"/>
              <a:ext cx="168952" cy="191399"/>
            </a:xfrm>
            <a:custGeom>
              <a:avLst/>
              <a:gdLst/>
              <a:ahLst/>
              <a:cxnLst/>
              <a:rect l="l" t="t" r="r" b="b"/>
              <a:pathLst>
                <a:path w="1701" h="1927" extrusionOk="0">
                  <a:moveTo>
                    <a:pt x="1686" y="1"/>
                  </a:moveTo>
                  <a:cubicBezTo>
                    <a:pt x="1683" y="1"/>
                    <a:pt x="1681" y="2"/>
                    <a:pt x="1681" y="8"/>
                  </a:cubicBezTo>
                  <a:cubicBezTo>
                    <a:pt x="1479" y="93"/>
                    <a:pt x="1277" y="173"/>
                    <a:pt x="1075" y="242"/>
                  </a:cubicBezTo>
                  <a:cubicBezTo>
                    <a:pt x="974" y="274"/>
                    <a:pt x="873" y="311"/>
                    <a:pt x="772" y="343"/>
                  </a:cubicBezTo>
                  <a:cubicBezTo>
                    <a:pt x="570" y="428"/>
                    <a:pt x="351" y="513"/>
                    <a:pt x="117" y="597"/>
                  </a:cubicBezTo>
                  <a:cubicBezTo>
                    <a:pt x="32" y="614"/>
                    <a:pt x="0" y="662"/>
                    <a:pt x="16" y="763"/>
                  </a:cubicBezTo>
                  <a:lnTo>
                    <a:pt x="16" y="1183"/>
                  </a:lnTo>
                  <a:cubicBezTo>
                    <a:pt x="0" y="1405"/>
                    <a:pt x="0" y="1624"/>
                    <a:pt x="32" y="1858"/>
                  </a:cubicBezTo>
                  <a:cubicBezTo>
                    <a:pt x="32" y="1858"/>
                    <a:pt x="32" y="1874"/>
                    <a:pt x="16" y="1890"/>
                  </a:cubicBezTo>
                  <a:lnTo>
                    <a:pt x="0" y="1910"/>
                  </a:lnTo>
                  <a:lnTo>
                    <a:pt x="0" y="1927"/>
                  </a:lnTo>
                  <a:lnTo>
                    <a:pt x="16" y="1927"/>
                  </a:lnTo>
                  <a:lnTo>
                    <a:pt x="32" y="1910"/>
                  </a:lnTo>
                  <a:cubicBezTo>
                    <a:pt x="49" y="1890"/>
                    <a:pt x="65" y="1874"/>
                    <a:pt x="65" y="1842"/>
                  </a:cubicBezTo>
                  <a:cubicBezTo>
                    <a:pt x="32" y="1624"/>
                    <a:pt x="32" y="1405"/>
                    <a:pt x="32" y="1183"/>
                  </a:cubicBezTo>
                  <a:cubicBezTo>
                    <a:pt x="32" y="1050"/>
                    <a:pt x="49" y="900"/>
                    <a:pt x="32" y="747"/>
                  </a:cubicBezTo>
                  <a:cubicBezTo>
                    <a:pt x="32" y="678"/>
                    <a:pt x="49" y="646"/>
                    <a:pt x="117" y="614"/>
                  </a:cubicBezTo>
                  <a:cubicBezTo>
                    <a:pt x="368" y="529"/>
                    <a:pt x="590" y="460"/>
                    <a:pt x="792" y="375"/>
                  </a:cubicBezTo>
                  <a:cubicBezTo>
                    <a:pt x="873" y="343"/>
                    <a:pt x="974" y="311"/>
                    <a:pt x="1075" y="258"/>
                  </a:cubicBezTo>
                  <a:cubicBezTo>
                    <a:pt x="1277" y="194"/>
                    <a:pt x="1499" y="109"/>
                    <a:pt x="1701" y="24"/>
                  </a:cubicBezTo>
                  <a:lnTo>
                    <a:pt x="1701" y="8"/>
                  </a:lnTo>
                  <a:cubicBezTo>
                    <a:pt x="1701" y="8"/>
                    <a:pt x="1692" y="1"/>
                    <a:pt x="16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>
              <a:extLst>
                <a:ext uri="{FF2B5EF4-FFF2-40B4-BE49-F238E27FC236}">
                  <a16:creationId xmlns:a16="http://schemas.microsoft.com/office/drawing/2014/main" id="{31D99130-809A-CFE7-FE7E-A55FF2C6E250}"/>
                </a:ext>
              </a:extLst>
            </p:cNvPr>
            <p:cNvSpPr/>
            <p:nvPr/>
          </p:nvSpPr>
          <p:spPr>
            <a:xfrm>
              <a:off x="1521886" y="2350026"/>
              <a:ext cx="200636" cy="343168"/>
            </a:xfrm>
            <a:custGeom>
              <a:avLst/>
              <a:gdLst/>
              <a:ahLst/>
              <a:cxnLst/>
              <a:rect l="l" t="t" r="r" b="b"/>
              <a:pathLst>
                <a:path w="2020" h="3455" extrusionOk="0">
                  <a:moveTo>
                    <a:pt x="53" y="1"/>
                  </a:moveTo>
                  <a:cubicBezTo>
                    <a:pt x="32" y="21"/>
                    <a:pt x="0" y="53"/>
                    <a:pt x="0" y="86"/>
                  </a:cubicBezTo>
                  <a:lnTo>
                    <a:pt x="0" y="223"/>
                  </a:lnTo>
                  <a:lnTo>
                    <a:pt x="0" y="728"/>
                  </a:lnTo>
                  <a:cubicBezTo>
                    <a:pt x="0" y="793"/>
                    <a:pt x="53" y="845"/>
                    <a:pt x="85" y="894"/>
                  </a:cubicBezTo>
                  <a:cubicBezTo>
                    <a:pt x="101" y="910"/>
                    <a:pt x="117" y="930"/>
                    <a:pt x="117" y="930"/>
                  </a:cubicBezTo>
                  <a:cubicBezTo>
                    <a:pt x="335" y="1233"/>
                    <a:pt x="574" y="1516"/>
                    <a:pt x="792" y="1802"/>
                  </a:cubicBezTo>
                  <a:cubicBezTo>
                    <a:pt x="1010" y="2089"/>
                    <a:pt x="1244" y="2392"/>
                    <a:pt x="1467" y="2679"/>
                  </a:cubicBezTo>
                  <a:cubicBezTo>
                    <a:pt x="1499" y="2728"/>
                    <a:pt x="1547" y="2780"/>
                    <a:pt x="1584" y="2829"/>
                  </a:cubicBezTo>
                  <a:cubicBezTo>
                    <a:pt x="1701" y="2982"/>
                    <a:pt x="1802" y="3132"/>
                    <a:pt x="1935" y="3285"/>
                  </a:cubicBezTo>
                  <a:cubicBezTo>
                    <a:pt x="1971" y="3301"/>
                    <a:pt x="1971" y="3334"/>
                    <a:pt x="1988" y="3386"/>
                  </a:cubicBezTo>
                  <a:lnTo>
                    <a:pt x="1988" y="3455"/>
                  </a:lnTo>
                  <a:lnTo>
                    <a:pt x="2004" y="3455"/>
                  </a:lnTo>
                  <a:cubicBezTo>
                    <a:pt x="2020" y="3455"/>
                    <a:pt x="2020" y="3455"/>
                    <a:pt x="2020" y="3434"/>
                  </a:cubicBezTo>
                  <a:cubicBezTo>
                    <a:pt x="2020" y="3418"/>
                    <a:pt x="2004" y="3402"/>
                    <a:pt x="2004" y="3386"/>
                  </a:cubicBezTo>
                  <a:cubicBezTo>
                    <a:pt x="2004" y="3334"/>
                    <a:pt x="1988" y="3285"/>
                    <a:pt x="1951" y="3269"/>
                  </a:cubicBezTo>
                  <a:cubicBezTo>
                    <a:pt x="1834" y="3115"/>
                    <a:pt x="1717" y="2966"/>
                    <a:pt x="1600" y="2812"/>
                  </a:cubicBezTo>
                  <a:cubicBezTo>
                    <a:pt x="1568" y="2764"/>
                    <a:pt x="1531" y="2711"/>
                    <a:pt x="1483" y="2663"/>
                  </a:cubicBezTo>
                  <a:cubicBezTo>
                    <a:pt x="1265" y="2376"/>
                    <a:pt x="1042" y="2073"/>
                    <a:pt x="824" y="1786"/>
                  </a:cubicBezTo>
                  <a:cubicBezTo>
                    <a:pt x="590" y="1499"/>
                    <a:pt x="372" y="1213"/>
                    <a:pt x="133" y="910"/>
                  </a:cubicBezTo>
                  <a:cubicBezTo>
                    <a:pt x="133" y="910"/>
                    <a:pt x="117" y="894"/>
                    <a:pt x="117" y="877"/>
                  </a:cubicBezTo>
                  <a:cubicBezTo>
                    <a:pt x="69" y="845"/>
                    <a:pt x="32" y="793"/>
                    <a:pt x="32" y="728"/>
                  </a:cubicBezTo>
                  <a:lnTo>
                    <a:pt x="32" y="223"/>
                  </a:lnTo>
                  <a:lnTo>
                    <a:pt x="32" y="86"/>
                  </a:lnTo>
                  <a:cubicBezTo>
                    <a:pt x="32" y="69"/>
                    <a:pt x="53" y="37"/>
                    <a:pt x="69" y="21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>
              <a:extLst>
                <a:ext uri="{FF2B5EF4-FFF2-40B4-BE49-F238E27FC236}">
                  <a16:creationId xmlns:a16="http://schemas.microsoft.com/office/drawing/2014/main" id="{F754CA1C-5F2A-5733-524B-F169CF343970}"/>
                </a:ext>
              </a:extLst>
            </p:cNvPr>
            <p:cNvSpPr/>
            <p:nvPr/>
          </p:nvSpPr>
          <p:spPr>
            <a:xfrm>
              <a:off x="610678" y="2896909"/>
              <a:ext cx="1689" cy="57112"/>
            </a:xfrm>
            <a:custGeom>
              <a:avLst/>
              <a:gdLst/>
              <a:ahLst/>
              <a:cxnLst/>
              <a:rect l="l" t="t" r="r" b="b"/>
              <a:pathLst>
                <a:path w="17" h="575" extrusionOk="0">
                  <a:moveTo>
                    <a:pt x="0" y="1"/>
                  </a:moveTo>
                  <a:lnTo>
                    <a:pt x="0" y="17"/>
                  </a:lnTo>
                  <a:lnTo>
                    <a:pt x="0" y="554"/>
                  </a:lnTo>
                  <a:lnTo>
                    <a:pt x="0" y="574"/>
                  </a:lnTo>
                  <a:cubicBezTo>
                    <a:pt x="16" y="574"/>
                    <a:pt x="16" y="554"/>
                    <a:pt x="16" y="554"/>
                  </a:cubicBezTo>
                  <a:lnTo>
                    <a:pt x="16" y="17"/>
                  </a:lnTo>
                  <a:cubicBezTo>
                    <a:pt x="16" y="17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>
              <a:extLst>
                <a:ext uri="{FF2B5EF4-FFF2-40B4-BE49-F238E27FC236}">
                  <a16:creationId xmlns:a16="http://schemas.microsoft.com/office/drawing/2014/main" id="{CEA40072-100D-7D29-83E4-643C1A8C914A}"/>
                </a:ext>
              </a:extLst>
            </p:cNvPr>
            <p:cNvSpPr/>
            <p:nvPr/>
          </p:nvSpPr>
          <p:spPr>
            <a:xfrm>
              <a:off x="1742487" y="1791918"/>
              <a:ext cx="167462" cy="394519"/>
            </a:xfrm>
            <a:custGeom>
              <a:avLst/>
              <a:gdLst/>
              <a:ahLst/>
              <a:cxnLst/>
              <a:rect l="l" t="t" r="r" b="b"/>
              <a:pathLst>
                <a:path w="1686" h="397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" y="134"/>
                    <a:pt x="70" y="235"/>
                    <a:pt x="134" y="320"/>
                  </a:cubicBezTo>
                  <a:cubicBezTo>
                    <a:pt x="171" y="352"/>
                    <a:pt x="187" y="388"/>
                    <a:pt x="203" y="437"/>
                  </a:cubicBezTo>
                  <a:cubicBezTo>
                    <a:pt x="474" y="893"/>
                    <a:pt x="740" y="1362"/>
                    <a:pt x="1011" y="1818"/>
                  </a:cubicBezTo>
                  <a:cubicBezTo>
                    <a:pt x="1128" y="2004"/>
                    <a:pt x="1245" y="2206"/>
                    <a:pt x="1346" y="2388"/>
                  </a:cubicBezTo>
                  <a:cubicBezTo>
                    <a:pt x="1383" y="2441"/>
                    <a:pt x="1399" y="2489"/>
                    <a:pt x="1431" y="2525"/>
                  </a:cubicBezTo>
                  <a:cubicBezTo>
                    <a:pt x="1467" y="2610"/>
                    <a:pt x="1516" y="2691"/>
                    <a:pt x="1568" y="2760"/>
                  </a:cubicBezTo>
                  <a:cubicBezTo>
                    <a:pt x="1617" y="2845"/>
                    <a:pt x="1633" y="2929"/>
                    <a:pt x="1633" y="3030"/>
                  </a:cubicBezTo>
                  <a:lnTo>
                    <a:pt x="1633" y="3281"/>
                  </a:lnTo>
                  <a:cubicBezTo>
                    <a:pt x="1633" y="3434"/>
                    <a:pt x="1649" y="3584"/>
                    <a:pt x="1617" y="3721"/>
                  </a:cubicBezTo>
                  <a:cubicBezTo>
                    <a:pt x="1601" y="3770"/>
                    <a:pt x="1617" y="3838"/>
                    <a:pt x="1649" y="3887"/>
                  </a:cubicBezTo>
                  <a:cubicBezTo>
                    <a:pt x="1649" y="3903"/>
                    <a:pt x="1649" y="3939"/>
                    <a:pt x="1669" y="3955"/>
                  </a:cubicBezTo>
                  <a:cubicBezTo>
                    <a:pt x="1669" y="3955"/>
                    <a:pt x="1669" y="3972"/>
                    <a:pt x="1685" y="3972"/>
                  </a:cubicBezTo>
                  <a:lnTo>
                    <a:pt x="1685" y="3955"/>
                  </a:lnTo>
                  <a:cubicBezTo>
                    <a:pt x="1685" y="3923"/>
                    <a:pt x="1669" y="3903"/>
                    <a:pt x="1669" y="3871"/>
                  </a:cubicBezTo>
                  <a:cubicBezTo>
                    <a:pt x="1649" y="3822"/>
                    <a:pt x="1633" y="3770"/>
                    <a:pt x="1633" y="3721"/>
                  </a:cubicBezTo>
                  <a:cubicBezTo>
                    <a:pt x="1669" y="3584"/>
                    <a:pt x="1669" y="3434"/>
                    <a:pt x="1669" y="3281"/>
                  </a:cubicBezTo>
                  <a:cubicBezTo>
                    <a:pt x="1669" y="3196"/>
                    <a:pt x="1649" y="3115"/>
                    <a:pt x="1669" y="3030"/>
                  </a:cubicBezTo>
                  <a:cubicBezTo>
                    <a:pt x="1669" y="2913"/>
                    <a:pt x="1649" y="2828"/>
                    <a:pt x="1584" y="2744"/>
                  </a:cubicBezTo>
                  <a:cubicBezTo>
                    <a:pt x="1532" y="2675"/>
                    <a:pt x="1500" y="2590"/>
                    <a:pt x="1447" y="2525"/>
                  </a:cubicBezTo>
                  <a:cubicBezTo>
                    <a:pt x="1431" y="2473"/>
                    <a:pt x="1399" y="2424"/>
                    <a:pt x="1383" y="2372"/>
                  </a:cubicBezTo>
                  <a:cubicBezTo>
                    <a:pt x="1265" y="2186"/>
                    <a:pt x="1144" y="1984"/>
                    <a:pt x="1043" y="1802"/>
                  </a:cubicBezTo>
                  <a:cubicBezTo>
                    <a:pt x="777" y="1346"/>
                    <a:pt x="490" y="873"/>
                    <a:pt x="235" y="421"/>
                  </a:cubicBezTo>
                  <a:cubicBezTo>
                    <a:pt x="203" y="388"/>
                    <a:pt x="187" y="336"/>
                    <a:pt x="154" y="304"/>
                  </a:cubicBezTo>
                  <a:cubicBezTo>
                    <a:pt x="86" y="219"/>
                    <a:pt x="17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>
              <a:extLst>
                <a:ext uri="{FF2B5EF4-FFF2-40B4-BE49-F238E27FC236}">
                  <a16:creationId xmlns:a16="http://schemas.microsoft.com/office/drawing/2014/main" id="{604F35B7-3FF6-0F1F-A6ED-F104A8F7D422}"/>
                </a:ext>
              </a:extLst>
            </p:cNvPr>
            <p:cNvSpPr/>
            <p:nvPr/>
          </p:nvSpPr>
          <p:spPr>
            <a:xfrm>
              <a:off x="1553570" y="2226465"/>
              <a:ext cx="5264" cy="63469"/>
            </a:xfrm>
            <a:custGeom>
              <a:avLst/>
              <a:gdLst/>
              <a:ahLst/>
              <a:cxnLst/>
              <a:rect l="l" t="t" r="r" b="b"/>
              <a:pathLst>
                <a:path w="53" h="639" extrusionOk="0">
                  <a:moveTo>
                    <a:pt x="37" y="1"/>
                  </a:moveTo>
                  <a:cubicBezTo>
                    <a:pt x="0" y="102"/>
                    <a:pt x="16" y="203"/>
                    <a:pt x="16" y="304"/>
                  </a:cubicBezTo>
                  <a:lnTo>
                    <a:pt x="16" y="489"/>
                  </a:lnTo>
                  <a:lnTo>
                    <a:pt x="16" y="538"/>
                  </a:lnTo>
                  <a:cubicBezTo>
                    <a:pt x="16" y="574"/>
                    <a:pt x="16" y="607"/>
                    <a:pt x="0" y="623"/>
                  </a:cubicBezTo>
                  <a:lnTo>
                    <a:pt x="0" y="639"/>
                  </a:lnTo>
                  <a:lnTo>
                    <a:pt x="16" y="639"/>
                  </a:lnTo>
                  <a:cubicBezTo>
                    <a:pt x="53" y="607"/>
                    <a:pt x="37" y="574"/>
                    <a:pt x="37" y="538"/>
                  </a:cubicBezTo>
                  <a:lnTo>
                    <a:pt x="37" y="506"/>
                  </a:lnTo>
                  <a:lnTo>
                    <a:pt x="37" y="304"/>
                  </a:lnTo>
                  <a:cubicBezTo>
                    <a:pt x="37" y="203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>
              <a:extLst>
                <a:ext uri="{FF2B5EF4-FFF2-40B4-BE49-F238E27FC236}">
                  <a16:creationId xmlns:a16="http://schemas.microsoft.com/office/drawing/2014/main" id="{D0AC50B7-C01A-BDFC-1B2C-A16B54B3E616}"/>
                </a:ext>
              </a:extLst>
            </p:cNvPr>
            <p:cNvSpPr/>
            <p:nvPr/>
          </p:nvSpPr>
          <p:spPr>
            <a:xfrm>
              <a:off x="1643857" y="2355290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38"/>
                    <a:pt x="37" y="574"/>
                    <a:pt x="16" y="606"/>
                  </a:cubicBezTo>
                  <a:cubicBezTo>
                    <a:pt x="0" y="606"/>
                    <a:pt x="0" y="606"/>
                    <a:pt x="16" y="622"/>
                  </a:cubicBezTo>
                  <a:lnTo>
                    <a:pt x="37" y="606"/>
                  </a:lnTo>
                  <a:cubicBezTo>
                    <a:pt x="53" y="574"/>
                    <a:pt x="53" y="538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>
              <a:extLst>
                <a:ext uri="{FF2B5EF4-FFF2-40B4-BE49-F238E27FC236}">
                  <a16:creationId xmlns:a16="http://schemas.microsoft.com/office/drawing/2014/main" id="{94D0AD94-D715-126C-4016-0128D2E8AEAB}"/>
                </a:ext>
              </a:extLst>
            </p:cNvPr>
            <p:cNvSpPr/>
            <p:nvPr/>
          </p:nvSpPr>
          <p:spPr>
            <a:xfrm>
              <a:off x="869817" y="2978753"/>
              <a:ext cx="334328" cy="219210"/>
            </a:xfrm>
            <a:custGeom>
              <a:avLst/>
              <a:gdLst/>
              <a:ahLst/>
              <a:cxnLst/>
              <a:rect l="l" t="t" r="r" b="b"/>
              <a:pathLst>
                <a:path w="3366" h="2207" extrusionOk="0">
                  <a:moveTo>
                    <a:pt x="3350" y="1"/>
                  </a:moveTo>
                  <a:cubicBezTo>
                    <a:pt x="3200" y="33"/>
                    <a:pt x="3063" y="86"/>
                    <a:pt x="2929" y="154"/>
                  </a:cubicBezTo>
                  <a:cubicBezTo>
                    <a:pt x="2881" y="171"/>
                    <a:pt x="2828" y="187"/>
                    <a:pt x="2780" y="203"/>
                  </a:cubicBezTo>
                  <a:cubicBezTo>
                    <a:pt x="2392" y="356"/>
                    <a:pt x="2004" y="490"/>
                    <a:pt x="1633" y="639"/>
                  </a:cubicBezTo>
                  <a:cubicBezTo>
                    <a:pt x="1415" y="724"/>
                    <a:pt x="1180" y="809"/>
                    <a:pt x="962" y="894"/>
                  </a:cubicBezTo>
                  <a:cubicBezTo>
                    <a:pt x="792" y="962"/>
                    <a:pt x="623" y="1011"/>
                    <a:pt x="473" y="1080"/>
                  </a:cubicBezTo>
                  <a:cubicBezTo>
                    <a:pt x="356" y="1128"/>
                    <a:pt x="235" y="1164"/>
                    <a:pt x="118" y="1213"/>
                  </a:cubicBezTo>
                  <a:cubicBezTo>
                    <a:pt x="33" y="1245"/>
                    <a:pt x="1" y="1298"/>
                    <a:pt x="1" y="1383"/>
                  </a:cubicBezTo>
                  <a:cubicBezTo>
                    <a:pt x="17" y="1568"/>
                    <a:pt x="1" y="1734"/>
                    <a:pt x="1" y="1920"/>
                  </a:cubicBezTo>
                  <a:lnTo>
                    <a:pt x="1" y="2053"/>
                  </a:lnTo>
                  <a:cubicBezTo>
                    <a:pt x="1" y="2106"/>
                    <a:pt x="1" y="2154"/>
                    <a:pt x="33" y="2207"/>
                  </a:cubicBezTo>
                  <a:lnTo>
                    <a:pt x="53" y="2207"/>
                  </a:lnTo>
                  <a:cubicBezTo>
                    <a:pt x="69" y="2207"/>
                    <a:pt x="69" y="2190"/>
                    <a:pt x="53" y="2190"/>
                  </a:cubicBezTo>
                  <a:cubicBezTo>
                    <a:pt x="33" y="2138"/>
                    <a:pt x="33" y="2106"/>
                    <a:pt x="33" y="2053"/>
                  </a:cubicBezTo>
                  <a:lnTo>
                    <a:pt x="33" y="1920"/>
                  </a:lnTo>
                  <a:lnTo>
                    <a:pt x="33" y="1383"/>
                  </a:lnTo>
                  <a:cubicBezTo>
                    <a:pt x="33" y="1298"/>
                    <a:pt x="53" y="1265"/>
                    <a:pt x="134" y="1229"/>
                  </a:cubicBezTo>
                  <a:cubicBezTo>
                    <a:pt x="255" y="1197"/>
                    <a:pt x="356" y="1144"/>
                    <a:pt x="473" y="1112"/>
                  </a:cubicBezTo>
                  <a:cubicBezTo>
                    <a:pt x="639" y="1043"/>
                    <a:pt x="809" y="979"/>
                    <a:pt x="978" y="926"/>
                  </a:cubicBezTo>
                  <a:cubicBezTo>
                    <a:pt x="1196" y="841"/>
                    <a:pt x="1415" y="740"/>
                    <a:pt x="1649" y="659"/>
                  </a:cubicBezTo>
                  <a:cubicBezTo>
                    <a:pt x="2020" y="522"/>
                    <a:pt x="2408" y="373"/>
                    <a:pt x="2780" y="235"/>
                  </a:cubicBezTo>
                  <a:cubicBezTo>
                    <a:pt x="2828" y="219"/>
                    <a:pt x="2897" y="187"/>
                    <a:pt x="2946" y="171"/>
                  </a:cubicBezTo>
                  <a:cubicBezTo>
                    <a:pt x="3083" y="118"/>
                    <a:pt x="3216" y="53"/>
                    <a:pt x="3366" y="33"/>
                  </a:cubicBezTo>
                  <a:lnTo>
                    <a:pt x="3366" y="17"/>
                  </a:lnTo>
                  <a:cubicBezTo>
                    <a:pt x="3366" y="1"/>
                    <a:pt x="3366" y="1"/>
                    <a:pt x="33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>
              <a:extLst>
                <a:ext uri="{FF2B5EF4-FFF2-40B4-BE49-F238E27FC236}">
                  <a16:creationId xmlns:a16="http://schemas.microsoft.com/office/drawing/2014/main" id="{DDF98A48-53DD-92B8-F0F7-BCD5C0377BD0}"/>
                </a:ext>
              </a:extLst>
            </p:cNvPr>
            <p:cNvSpPr/>
            <p:nvPr/>
          </p:nvSpPr>
          <p:spPr>
            <a:xfrm>
              <a:off x="1257880" y="1238579"/>
              <a:ext cx="160509" cy="204014"/>
            </a:xfrm>
            <a:custGeom>
              <a:avLst/>
              <a:gdLst/>
              <a:ahLst/>
              <a:cxnLst/>
              <a:rect l="l" t="t" r="r" b="b"/>
              <a:pathLst>
                <a:path w="1616" h="2054" extrusionOk="0">
                  <a:moveTo>
                    <a:pt x="1600" y="1"/>
                  </a:moveTo>
                  <a:lnTo>
                    <a:pt x="1277" y="183"/>
                  </a:lnTo>
                  <a:cubicBezTo>
                    <a:pt x="994" y="352"/>
                    <a:pt x="707" y="522"/>
                    <a:pt x="436" y="688"/>
                  </a:cubicBezTo>
                  <a:cubicBezTo>
                    <a:pt x="388" y="724"/>
                    <a:pt x="351" y="740"/>
                    <a:pt x="319" y="772"/>
                  </a:cubicBezTo>
                  <a:cubicBezTo>
                    <a:pt x="250" y="809"/>
                    <a:pt x="186" y="857"/>
                    <a:pt x="101" y="890"/>
                  </a:cubicBezTo>
                  <a:cubicBezTo>
                    <a:pt x="32" y="926"/>
                    <a:pt x="0" y="974"/>
                    <a:pt x="0" y="1043"/>
                  </a:cubicBezTo>
                  <a:lnTo>
                    <a:pt x="0" y="1968"/>
                  </a:lnTo>
                  <a:cubicBezTo>
                    <a:pt x="0" y="1984"/>
                    <a:pt x="16" y="2001"/>
                    <a:pt x="16" y="2021"/>
                  </a:cubicBezTo>
                  <a:cubicBezTo>
                    <a:pt x="32" y="2037"/>
                    <a:pt x="32" y="2037"/>
                    <a:pt x="32" y="2053"/>
                  </a:cubicBezTo>
                  <a:lnTo>
                    <a:pt x="48" y="2053"/>
                  </a:lnTo>
                  <a:cubicBezTo>
                    <a:pt x="48" y="2053"/>
                    <a:pt x="65" y="2037"/>
                    <a:pt x="48" y="2037"/>
                  </a:cubicBezTo>
                  <a:lnTo>
                    <a:pt x="48" y="2021"/>
                  </a:lnTo>
                  <a:cubicBezTo>
                    <a:pt x="32" y="2001"/>
                    <a:pt x="32" y="1984"/>
                    <a:pt x="32" y="1968"/>
                  </a:cubicBezTo>
                  <a:lnTo>
                    <a:pt x="32" y="1043"/>
                  </a:lnTo>
                  <a:cubicBezTo>
                    <a:pt x="32" y="974"/>
                    <a:pt x="48" y="942"/>
                    <a:pt x="117" y="910"/>
                  </a:cubicBezTo>
                  <a:cubicBezTo>
                    <a:pt x="186" y="873"/>
                    <a:pt x="250" y="841"/>
                    <a:pt x="319" y="789"/>
                  </a:cubicBezTo>
                  <a:cubicBezTo>
                    <a:pt x="368" y="756"/>
                    <a:pt x="404" y="740"/>
                    <a:pt x="436" y="708"/>
                  </a:cubicBezTo>
                  <a:cubicBezTo>
                    <a:pt x="723" y="538"/>
                    <a:pt x="1010" y="385"/>
                    <a:pt x="1297" y="219"/>
                  </a:cubicBezTo>
                  <a:lnTo>
                    <a:pt x="1600" y="33"/>
                  </a:lnTo>
                  <a:cubicBezTo>
                    <a:pt x="1616" y="17"/>
                    <a:pt x="1616" y="17"/>
                    <a:pt x="1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>
              <a:extLst>
                <a:ext uri="{FF2B5EF4-FFF2-40B4-BE49-F238E27FC236}">
                  <a16:creationId xmlns:a16="http://schemas.microsoft.com/office/drawing/2014/main" id="{1EDAC6DD-4AFD-633F-13BE-C3F0E3E87C1D}"/>
                </a:ext>
              </a:extLst>
            </p:cNvPr>
            <p:cNvSpPr/>
            <p:nvPr/>
          </p:nvSpPr>
          <p:spPr>
            <a:xfrm>
              <a:off x="871406" y="1393923"/>
              <a:ext cx="339592" cy="280891"/>
            </a:xfrm>
            <a:custGeom>
              <a:avLst/>
              <a:gdLst/>
              <a:ahLst/>
              <a:cxnLst/>
              <a:rect l="l" t="t" r="r" b="b"/>
              <a:pathLst>
                <a:path w="3419" h="2828" extrusionOk="0">
                  <a:moveTo>
                    <a:pt x="3402" y="0"/>
                  </a:moveTo>
                  <a:cubicBezTo>
                    <a:pt x="3233" y="69"/>
                    <a:pt x="3083" y="170"/>
                    <a:pt x="2930" y="255"/>
                  </a:cubicBezTo>
                  <a:cubicBezTo>
                    <a:pt x="2881" y="303"/>
                    <a:pt x="2812" y="336"/>
                    <a:pt x="2764" y="372"/>
                  </a:cubicBezTo>
                  <a:cubicBezTo>
                    <a:pt x="2174" y="707"/>
                    <a:pt x="1601" y="1042"/>
                    <a:pt x="1047" y="1382"/>
                  </a:cubicBezTo>
                  <a:lnTo>
                    <a:pt x="623" y="1632"/>
                  </a:lnTo>
                  <a:cubicBezTo>
                    <a:pt x="558" y="1669"/>
                    <a:pt x="490" y="1701"/>
                    <a:pt x="421" y="1733"/>
                  </a:cubicBezTo>
                  <a:cubicBezTo>
                    <a:pt x="320" y="1802"/>
                    <a:pt x="203" y="1887"/>
                    <a:pt x="69" y="1951"/>
                  </a:cubicBezTo>
                  <a:cubicBezTo>
                    <a:pt x="37" y="1972"/>
                    <a:pt x="1" y="1988"/>
                    <a:pt x="1" y="2036"/>
                  </a:cubicBezTo>
                  <a:lnTo>
                    <a:pt x="1" y="2323"/>
                  </a:lnTo>
                  <a:cubicBezTo>
                    <a:pt x="1" y="2493"/>
                    <a:pt x="1" y="2658"/>
                    <a:pt x="17" y="2812"/>
                  </a:cubicBezTo>
                  <a:cubicBezTo>
                    <a:pt x="17" y="2828"/>
                    <a:pt x="17" y="2828"/>
                    <a:pt x="37" y="2828"/>
                  </a:cubicBezTo>
                  <a:lnTo>
                    <a:pt x="53" y="2812"/>
                  </a:lnTo>
                  <a:cubicBezTo>
                    <a:pt x="17" y="2658"/>
                    <a:pt x="37" y="2493"/>
                    <a:pt x="37" y="2323"/>
                  </a:cubicBezTo>
                  <a:lnTo>
                    <a:pt x="37" y="2036"/>
                  </a:lnTo>
                  <a:cubicBezTo>
                    <a:pt x="37" y="2004"/>
                    <a:pt x="53" y="1988"/>
                    <a:pt x="86" y="1972"/>
                  </a:cubicBezTo>
                  <a:cubicBezTo>
                    <a:pt x="203" y="1903"/>
                    <a:pt x="320" y="1834"/>
                    <a:pt x="441" y="1770"/>
                  </a:cubicBezTo>
                  <a:cubicBezTo>
                    <a:pt x="506" y="1717"/>
                    <a:pt x="574" y="1685"/>
                    <a:pt x="623" y="1648"/>
                  </a:cubicBezTo>
                  <a:lnTo>
                    <a:pt x="1047" y="1398"/>
                  </a:lnTo>
                  <a:cubicBezTo>
                    <a:pt x="1617" y="1079"/>
                    <a:pt x="2190" y="723"/>
                    <a:pt x="2764" y="388"/>
                  </a:cubicBezTo>
                  <a:cubicBezTo>
                    <a:pt x="2829" y="356"/>
                    <a:pt x="2897" y="319"/>
                    <a:pt x="2946" y="287"/>
                  </a:cubicBezTo>
                  <a:cubicBezTo>
                    <a:pt x="3099" y="186"/>
                    <a:pt x="3249" y="101"/>
                    <a:pt x="3418" y="33"/>
                  </a:cubicBezTo>
                  <a:lnTo>
                    <a:pt x="3418" y="16"/>
                  </a:lnTo>
                  <a:cubicBezTo>
                    <a:pt x="3418" y="0"/>
                    <a:pt x="3402" y="0"/>
                    <a:pt x="34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>
              <a:extLst>
                <a:ext uri="{FF2B5EF4-FFF2-40B4-BE49-F238E27FC236}">
                  <a16:creationId xmlns:a16="http://schemas.microsoft.com/office/drawing/2014/main" id="{A779EB68-4BAA-EF54-8DB0-5CDF52F316B0}"/>
                </a:ext>
              </a:extLst>
            </p:cNvPr>
            <p:cNvSpPr/>
            <p:nvPr/>
          </p:nvSpPr>
          <p:spPr>
            <a:xfrm>
              <a:off x="936861" y="2418659"/>
              <a:ext cx="4867" cy="83930"/>
            </a:xfrm>
            <a:custGeom>
              <a:avLst/>
              <a:gdLst/>
              <a:ahLst/>
              <a:cxnLst/>
              <a:rect l="l" t="t" r="r" b="b"/>
              <a:pathLst>
                <a:path w="49" h="845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7"/>
                    <a:pt x="0" y="421"/>
                  </a:cubicBezTo>
                  <a:lnTo>
                    <a:pt x="0" y="691"/>
                  </a:lnTo>
                  <a:cubicBezTo>
                    <a:pt x="16" y="691"/>
                    <a:pt x="0" y="707"/>
                    <a:pt x="0" y="724"/>
                  </a:cubicBezTo>
                  <a:cubicBezTo>
                    <a:pt x="0" y="760"/>
                    <a:pt x="0" y="808"/>
                    <a:pt x="33" y="845"/>
                  </a:cubicBezTo>
                  <a:lnTo>
                    <a:pt x="49" y="845"/>
                  </a:lnTo>
                  <a:lnTo>
                    <a:pt x="49" y="825"/>
                  </a:lnTo>
                  <a:cubicBezTo>
                    <a:pt x="33" y="792"/>
                    <a:pt x="33" y="760"/>
                    <a:pt x="33" y="724"/>
                  </a:cubicBezTo>
                  <a:lnTo>
                    <a:pt x="33" y="691"/>
                  </a:lnTo>
                  <a:lnTo>
                    <a:pt x="33" y="421"/>
                  </a:lnTo>
                  <a:cubicBezTo>
                    <a:pt x="33" y="287"/>
                    <a:pt x="33" y="154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>
              <a:extLst>
                <a:ext uri="{FF2B5EF4-FFF2-40B4-BE49-F238E27FC236}">
                  <a16:creationId xmlns:a16="http://schemas.microsoft.com/office/drawing/2014/main" id="{3B6E2610-0890-647C-4CE1-2D2C3A384021}"/>
                </a:ext>
              </a:extLst>
            </p:cNvPr>
            <p:cNvSpPr/>
            <p:nvPr/>
          </p:nvSpPr>
          <p:spPr>
            <a:xfrm>
              <a:off x="687655" y="2637770"/>
              <a:ext cx="127335" cy="135678"/>
            </a:xfrm>
            <a:custGeom>
              <a:avLst/>
              <a:gdLst/>
              <a:ahLst/>
              <a:cxnLst/>
              <a:rect l="l" t="t" r="r" b="b"/>
              <a:pathLst>
                <a:path w="1282" h="1366" extrusionOk="0">
                  <a:moveTo>
                    <a:pt x="1261" y="0"/>
                  </a:moveTo>
                  <a:cubicBezTo>
                    <a:pt x="1128" y="53"/>
                    <a:pt x="978" y="117"/>
                    <a:pt x="841" y="186"/>
                  </a:cubicBezTo>
                  <a:cubicBezTo>
                    <a:pt x="740" y="235"/>
                    <a:pt x="639" y="271"/>
                    <a:pt x="538" y="319"/>
                  </a:cubicBezTo>
                  <a:cubicBezTo>
                    <a:pt x="421" y="356"/>
                    <a:pt x="304" y="420"/>
                    <a:pt x="203" y="473"/>
                  </a:cubicBezTo>
                  <a:cubicBezTo>
                    <a:pt x="170" y="489"/>
                    <a:pt x="150" y="489"/>
                    <a:pt x="118" y="505"/>
                  </a:cubicBezTo>
                  <a:lnTo>
                    <a:pt x="102" y="505"/>
                  </a:lnTo>
                  <a:cubicBezTo>
                    <a:pt x="69" y="537"/>
                    <a:pt x="1" y="558"/>
                    <a:pt x="1" y="622"/>
                  </a:cubicBezTo>
                  <a:lnTo>
                    <a:pt x="1" y="877"/>
                  </a:lnTo>
                  <a:cubicBezTo>
                    <a:pt x="1" y="1026"/>
                    <a:pt x="1" y="1196"/>
                    <a:pt x="17" y="1366"/>
                  </a:cubicBezTo>
                  <a:lnTo>
                    <a:pt x="33" y="1366"/>
                  </a:lnTo>
                  <a:cubicBezTo>
                    <a:pt x="33" y="1366"/>
                    <a:pt x="49" y="1366"/>
                    <a:pt x="49" y="1345"/>
                  </a:cubicBezTo>
                  <a:cubicBezTo>
                    <a:pt x="17" y="1196"/>
                    <a:pt x="33" y="1026"/>
                    <a:pt x="33" y="877"/>
                  </a:cubicBezTo>
                  <a:lnTo>
                    <a:pt x="33" y="622"/>
                  </a:lnTo>
                  <a:cubicBezTo>
                    <a:pt x="33" y="574"/>
                    <a:pt x="69" y="558"/>
                    <a:pt x="118" y="537"/>
                  </a:cubicBezTo>
                  <a:lnTo>
                    <a:pt x="134" y="521"/>
                  </a:lnTo>
                  <a:cubicBezTo>
                    <a:pt x="150" y="521"/>
                    <a:pt x="186" y="505"/>
                    <a:pt x="219" y="489"/>
                  </a:cubicBezTo>
                  <a:cubicBezTo>
                    <a:pt x="320" y="437"/>
                    <a:pt x="437" y="388"/>
                    <a:pt x="554" y="336"/>
                  </a:cubicBezTo>
                  <a:cubicBezTo>
                    <a:pt x="655" y="303"/>
                    <a:pt x="756" y="255"/>
                    <a:pt x="857" y="202"/>
                  </a:cubicBezTo>
                  <a:cubicBezTo>
                    <a:pt x="994" y="134"/>
                    <a:pt x="1128" y="69"/>
                    <a:pt x="1281" y="33"/>
                  </a:cubicBezTo>
                  <a:lnTo>
                    <a:pt x="1281" y="16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>
              <a:extLst>
                <a:ext uri="{FF2B5EF4-FFF2-40B4-BE49-F238E27FC236}">
                  <a16:creationId xmlns:a16="http://schemas.microsoft.com/office/drawing/2014/main" id="{37B784FF-978D-C273-3439-12EC92B7ADC4}"/>
                </a:ext>
              </a:extLst>
            </p:cNvPr>
            <p:cNvSpPr/>
            <p:nvPr/>
          </p:nvSpPr>
          <p:spPr>
            <a:xfrm>
              <a:off x="540455" y="3329867"/>
              <a:ext cx="97140" cy="33373"/>
            </a:xfrm>
            <a:custGeom>
              <a:avLst/>
              <a:gdLst/>
              <a:ahLst/>
              <a:cxnLst/>
              <a:rect l="l" t="t" r="r" b="b"/>
              <a:pathLst>
                <a:path w="978" h="336" extrusionOk="0">
                  <a:moveTo>
                    <a:pt x="962" y="1"/>
                  </a:moveTo>
                  <a:cubicBezTo>
                    <a:pt x="776" y="53"/>
                    <a:pt x="606" y="118"/>
                    <a:pt x="440" y="186"/>
                  </a:cubicBezTo>
                  <a:cubicBezTo>
                    <a:pt x="356" y="203"/>
                    <a:pt x="271" y="235"/>
                    <a:pt x="202" y="271"/>
                  </a:cubicBezTo>
                  <a:cubicBezTo>
                    <a:pt x="186" y="271"/>
                    <a:pt x="170" y="271"/>
                    <a:pt x="154" y="287"/>
                  </a:cubicBezTo>
                  <a:cubicBezTo>
                    <a:pt x="101" y="304"/>
                    <a:pt x="69" y="320"/>
                    <a:pt x="16" y="320"/>
                  </a:cubicBezTo>
                  <a:cubicBezTo>
                    <a:pt x="0" y="320"/>
                    <a:pt x="0" y="320"/>
                    <a:pt x="0" y="336"/>
                  </a:cubicBezTo>
                  <a:lnTo>
                    <a:pt x="16" y="336"/>
                  </a:lnTo>
                  <a:cubicBezTo>
                    <a:pt x="69" y="336"/>
                    <a:pt x="117" y="320"/>
                    <a:pt x="154" y="304"/>
                  </a:cubicBezTo>
                  <a:cubicBezTo>
                    <a:pt x="170" y="304"/>
                    <a:pt x="186" y="304"/>
                    <a:pt x="202" y="287"/>
                  </a:cubicBezTo>
                  <a:cubicBezTo>
                    <a:pt x="287" y="271"/>
                    <a:pt x="372" y="235"/>
                    <a:pt x="440" y="203"/>
                  </a:cubicBezTo>
                  <a:cubicBezTo>
                    <a:pt x="606" y="134"/>
                    <a:pt x="792" y="69"/>
                    <a:pt x="962" y="33"/>
                  </a:cubicBezTo>
                  <a:cubicBezTo>
                    <a:pt x="978" y="33"/>
                    <a:pt x="978" y="17"/>
                    <a:pt x="978" y="17"/>
                  </a:cubicBezTo>
                  <a:cubicBezTo>
                    <a:pt x="978" y="17"/>
                    <a:pt x="978" y="1"/>
                    <a:pt x="9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>
              <a:extLst>
                <a:ext uri="{FF2B5EF4-FFF2-40B4-BE49-F238E27FC236}">
                  <a16:creationId xmlns:a16="http://schemas.microsoft.com/office/drawing/2014/main" id="{DB9FE143-1E2A-B1F5-A668-6B51E7B2742A}"/>
                </a:ext>
              </a:extLst>
            </p:cNvPr>
            <p:cNvSpPr/>
            <p:nvPr/>
          </p:nvSpPr>
          <p:spPr>
            <a:xfrm>
              <a:off x="1413125" y="1562080"/>
              <a:ext cx="5264" cy="47775"/>
            </a:xfrm>
            <a:custGeom>
              <a:avLst/>
              <a:gdLst/>
              <a:ahLst/>
              <a:cxnLst/>
              <a:rect l="l" t="t" r="r" b="b"/>
              <a:pathLst>
                <a:path w="53" h="481" extrusionOk="0">
                  <a:moveTo>
                    <a:pt x="31" y="1"/>
                  </a:moveTo>
                  <a:cubicBezTo>
                    <a:pt x="26" y="1"/>
                    <a:pt x="17" y="8"/>
                    <a:pt x="17" y="8"/>
                  </a:cubicBezTo>
                  <a:cubicBezTo>
                    <a:pt x="0" y="109"/>
                    <a:pt x="0" y="210"/>
                    <a:pt x="0" y="311"/>
                  </a:cubicBezTo>
                  <a:cubicBezTo>
                    <a:pt x="0" y="359"/>
                    <a:pt x="17" y="412"/>
                    <a:pt x="0" y="481"/>
                  </a:cubicBezTo>
                  <a:lnTo>
                    <a:pt x="37" y="481"/>
                  </a:lnTo>
                  <a:lnTo>
                    <a:pt x="37" y="311"/>
                  </a:lnTo>
                  <a:cubicBezTo>
                    <a:pt x="37" y="210"/>
                    <a:pt x="37" y="109"/>
                    <a:pt x="53" y="8"/>
                  </a:cubicBezTo>
                  <a:lnTo>
                    <a:pt x="37" y="8"/>
                  </a:lnTo>
                  <a:cubicBezTo>
                    <a:pt x="37" y="3"/>
                    <a:pt x="34" y="1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>
              <a:extLst>
                <a:ext uri="{FF2B5EF4-FFF2-40B4-BE49-F238E27FC236}">
                  <a16:creationId xmlns:a16="http://schemas.microsoft.com/office/drawing/2014/main" id="{071DD11C-03B5-D32A-8E7E-2730BB4D2E91}"/>
                </a:ext>
              </a:extLst>
            </p:cNvPr>
            <p:cNvSpPr/>
            <p:nvPr/>
          </p:nvSpPr>
          <p:spPr>
            <a:xfrm>
              <a:off x="1583666" y="1928788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0" y="0"/>
                  </a:moveTo>
                  <a:lnTo>
                    <a:pt x="0" y="558"/>
                  </a:lnTo>
                  <a:lnTo>
                    <a:pt x="37" y="55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0">
              <a:extLst>
                <a:ext uri="{FF2B5EF4-FFF2-40B4-BE49-F238E27FC236}">
                  <a16:creationId xmlns:a16="http://schemas.microsoft.com/office/drawing/2014/main" id="{CA5982E2-C224-7884-8363-F1AD19223A30}"/>
                </a:ext>
              </a:extLst>
            </p:cNvPr>
            <p:cNvSpPr/>
            <p:nvPr/>
          </p:nvSpPr>
          <p:spPr>
            <a:xfrm>
              <a:off x="891470" y="2106083"/>
              <a:ext cx="5364" cy="88797"/>
            </a:xfrm>
            <a:custGeom>
              <a:avLst/>
              <a:gdLst/>
              <a:ahLst/>
              <a:cxnLst/>
              <a:rect l="l" t="t" r="r" b="b"/>
              <a:pathLst>
                <a:path w="54" h="894" extrusionOk="0">
                  <a:moveTo>
                    <a:pt x="1" y="1"/>
                  </a:moveTo>
                  <a:lnTo>
                    <a:pt x="1" y="203"/>
                  </a:lnTo>
                  <a:lnTo>
                    <a:pt x="1" y="760"/>
                  </a:lnTo>
                  <a:lnTo>
                    <a:pt x="1" y="776"/>
                  </a:lnTo>
                  <a:cubicBezTo>
                    <a:pt x="1" y="809"/>
                    <a:pt x="1" y="861"/>
                    <a:pt x="17" y="893"/>
                  </a:cubicBezTo>
                  <a:lnTo>
                    <a:pt x="37" y="893"/>
                  </a:lnTo>
                  <a:cubicBezTo>
                    <a:pt x="53" y="893"/>
                    <a:pt x="53" y="893"/>
                    <a:pt x="37" y="877"/>
                  </a:cubicBezTo>
                  <a:lnTo>
                    <a:pt x="37" y="776"/>
                  </a:lnTo>
                  <a:lnTo>
                    <a:pt x="37" y="760"/>
                  </a:lnTo>
                  <a:lnTo>
                    <a:pt x="37" y="203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0">
              <a:extLst>
                <a:ext uri="{FF2B5EF4-FFF2-40B4-BE49-F238E27FC236}">
                  <a16:creationId xmlns:a16="http://schemas.microsoft.com/office/drawing/2014/main" id="{6A20E8A2-6028-1BB2-2347-91ABEAA8E278}"/>
                </a:ext>
              </a:extLst>
            </p:cNvPr>
            <p:cNvSpPr/>
            <p:nvPr/>
          </p:nvSpPr>
          <p:spPr>
            <a:xfrm>
              <a:off x="1815987" y="1976564"/>
              <a:ext cx="5264" cy="42610"/>
            </a:xfrm>
            <a:custGeom>
              <a:avLst/>
              <a:gdLst/>
              <a:ahLst/>
              <a:cxnLst/>
              <a:rect l="l" t="t" r="r" b="b"/>
              <a:pathLst>
                <a:path w="53" h="429" extrusionOk="0">
                  <a:moveTo>
                    <a:pt x="41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20" y="77"/>
                    <a:pt x="20" y="145"/>
                    <a:pt x="20" y="210"/>
                  </a:cubicBezTo>
                  <a:cubicBezTo>
                    <a:pt x="20" y="279"/>
                    <a:pt x="20" y="347"/>
                    <a:pt x="0" y="412"/>
                  </a:cubicBezTo>
                  <a:cubicBezTo>
                    <a:pt x="0" y="428"/>
                    <a:pt x="0" y="428"/>
                    <a:pt x="20" y="428"/>
                  </a:cubicBezTo>
                  <a:lnTo>
                    <a:pt x="37" y="428"/>
                  </a:lnTo>
                  <a:cubicBezTo>
                    <a:pt x="53" y="363"/>
                    <a:pt x="53" y="279"/>
                    <a:pt x="53" y="210"/>
                  </a:cubicBezTo>
                  <a:cubicBezTo>
                    <a:pt x="37" y="145"/>
                    <a:pt x="37" y="77"/>
                    <a:pt x="53" y="24"/>
                  </a:cubicBezTo>
                  <a:lnTo>
                    <a:pt x="53" y="8"/>
                  </a:lnTo>
                  <a:cubicBezTo>
                    <a:pt x="47" y="3"/>
                    <a:pt x="44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>
              <a:extLst>
                <a:ext uri="{FF2B5EF4-FFF2-40B4-BE49-F238E27FC236}">
                  <a16:creationId xmlns:a16="http://schemas.microsoft.com/office/drawing/2014/main" id="{F8CC0046-ED51-FD9D-E3BB-323A34CE454C}"/>
                </a:ext>
              </a:extLst>
            </p:cNvPr>
            <p:cNvSpPr/>
            <p:nvPr/>
          </p:nvSpPr>
          <p:spPr>
            <a:xfrm>
              <a:off x="1182393" y="33282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7" y="134"/>
                    <a:pt x="17" y="251"/>
                    <a:pt x="17" y="372"/>
                  </a:cubicBezTo>
                  <a:lnTo>
                    <a:pt x="17" y="574"/>
                  </a:lnTo>
                  <a:lnTo>
                    <a:pt x="17" y="841"/>
                  </a:lnTo>
                  <a:lnTo>
                    <a:pt x="17" y="958"/>
                  </a:lnTo>
                  <a:lnTo>
                    <a:pt x="37" y="978"/>
                  </a:lnTo>
                  <a:lnTo>
                    <a:pt x="53" y="958"/>
                  </a:lnTo>
                  <a:lnTo>
                    <a:pt x="53" y="841"/>
                  </a:lnTo>
                  <a:lnTo>
                    <a:pt x="53" y="574"/>
                  </a:lnTo>
                  <a:lnTo>
                    <a:pt x="53" y="372"/>
                  </a:lnTo>
                  <a:cubicBezTo>
                    <a:pt x="53" y="251"/>
                    <a:pt x="53" y="134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>
              <a:extLst>
                <a:ext uri="{FF2B5EF4-FFF2-40B4-BE49-F238E27FC236}">
                  <a16:creationId xmlns:a16="http://schemas.microsoft.com/office/drawing/2014/main" id="{6DCDAC6C-FA14-F594-98BB-289C2CAE8B9B}"/>
                </a:ext>
              </a:extLst>
            </p:cNvPr>
            <p:cNvSpPr/>
            <p:nvPr/>
          </p:nvSpPr>
          <p:spPr>
            <a:xfrm>
              <a:off x="1923059" y="2398595"/>
              <a:ext cx="145809" cy="324693"/>
            </a:xfrm>
            <a:custGeom>
              <a:avLst/>
              <a:gdLst/>
              <a:ahLst/>
              <a:cxnLst/>
              <a:rect l="l" t="t" r="r" b="b"/>
              <a:pathLst>
                <a:path w="1468" h="3269" extrusionOk="0">
                  <a:moveTo>
                    <a:pt x="1" y="1"/>
                  </a:moveTo>
                  <a:cubicBezTo>
                    <a:pt x="1" y="118"/>
                    <a:pt x="53" y="203"/>
                    <a:pt x="118" y="287"/>
                  </a:cubicBezTo>
                  <a:cubicBezTo>
                    <a:pt x="134" y="304"/>
                    <a:pt x="154" y="340"/>
                    <a:pt x="170" y="372"/>
                  </a:cubicBezTo>
                  <a:cubicBezTo>
                    <a:pt x="558" y="978"/>
                    <a:pt x="978" y="1633"/>
                    <a:pt x="1399" y="2291"/>
                  </a:cubicBezTo>
                  <a:cubicBezTo>
                    <a:pt x="1415" y="2323"/>
                    <a:pt x="1431" y="2376"/>
                    <a:pt x="1431" y="2408"/>
                  </a:cubicBezTo>
                  <a:lnTo>
                    <a:pt x="1431" y="2695"/>
                  </a:lnTo>
                  <a:cubicBezTo>
                    <a:pt x="1431" y="2845"/>
                    <a:pt x="1415" y="2982"/>
                    <a:pt x="1431" y="3131"/>
                  </a:cubicBezTo>
                  <a:cubicBezTo>
                    <a:pt x="1447" y="3147"/>
                    <a:pt x="1431" y="3184"/>
                    <a:pt x="1415" y="3200"/>
                  </a:cubicBezTo>
                  <a:cubicBezTo>
                    <a:pt x="1415" y="3216"/>
                    <a:pt x="1399" y="3232"/>
                    <a:pt x="1399" y="3248"/>
                  </a:cubicBezTo>
                  <a:cubicBezTo>
                    <a:pt x="1399" y="3248"/>
                    <a:pt x="1399" y="3269"/>
                    <a:pt x="1415" y="3269"/>
                  </a:cubicBezTo>
                  <a:lnTo>
                    <a:pt x="1431" y="3248"/>
                  </a:lnTo>
                  <a:cubicBezTo>
                    <a:pt x="1431" y="3248"/>
                    <a:pt x="1431" y="3232"/>
                    <a:pt x="1447" y="3216"/>
                  </a:cubicBezTo>
                  <a:cubicBezTo>
                    <a:pt x="1447" y="3184"/>
                    <a:pt x="1467" y="3147"/>
                    <a:pt x="1467" y="3131"/>
                  </a:cubicBezTo>
                  <a:cubicBezTo>
                    <a:pt x="1447" y="2982"/>
                    <a:pt x="1447" y="2845"/>
                    <a:pt x="1447" y="2695"/>
                  </a:cubicBezTo>
                  <a:lnTo>
                    <a:pt x="1447" y="2408"/>
                  </a:lnTo>
                  <a:cubicBezTo>
                    <a:pt x="1447" y="2360"/>
                    <a:pt x="1447" y="2323"/>
                    <a:pt x="1415" y="2275"/>
                  </a:cubicBezTo>
                  <a:cubicBezTo>
                    <a:pt x="995" y="1616"/>
                    <a:pt x="591" y="962"/>
                    <a:pt x="203" y="356"/>
                  </a:cubicBezTo>
                  <a:cubicBezTo>
                    <a:pt x="187" y="320"/>
                    <a:pt x="154" y="287"/>
                    <a:pt x="134" y="271"/>
                  </a:cubicBezTo>
                  <a:cubicBezTo>
                    <a:pt x="86" y="186"/>
                    <a:pt x="17" y="118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>
              <a:extLst>
                <a:ext uri="{FF2B5EF4-FFF2-40B4-BE49-F238E27FC236}">
                  <a16:creationId xmlns:a16="http://schemas.microsoft.com/office/drawing/2014/main" id="{33D488E3-3BC1-0430-9214-825F763F0CA2}"/>
                </a:ext>
              </a:extLst>
            </p:cNvPr>
            <p:cNvSpPr/>
            <p:nvPr/>
          </p:nvSpPr>
          <p:spPr>
            <a:xfrm>
              <a:off x="2153791" y="2945479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5"/>
                    <a:pt x="17" y="166"/>
                    <a:pt x="17" y="251"/>
                  </a:cubicBezTo>
                  <a:cubicBezTo>
                    <a:pt x="17" y="320"/>
                    <a:pt x="33" y="405"/>
                    <a:pt x="17" y="469"/>
                  </a:cubicBezTo>
                  <a:cubicBezTo>
                    <a:pt x="1" y="469"/>
                    <a:pt x="17" y="489"/>
                    <a:pt x="17" y="489"/>
                  </a:cubicBezTo>
                  <a:lnTo>
                    <a:pt x="33" y="469"/>
                  </a:lnTo>
                  <a:cubicBezTo>
                    <a:pt x="53" y="405"/>
                    <a:pt x="53" y="320"/>
                    <a:pt x="53" y="235"/>
                  </a:cubicBezTo>
                  <a:cubicBezTo>
                    <a:pt x="53" y="166"/>
                    <a:pt x="33" y="85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>
              <a:extLst>
                <a:ext uri="{FF2B5EF4-FFF2-40B4-BE49-F238E27FC236}">
                  <a16:creationId xmlns:a16="http://schemas.microsoft.com/office/drawing/2014/main" id="{BD0AE621-8BB8-D169-DCEC-41543A9F9C2C}"/>
                </a:ext>
              </a:extLst>
            </p:cNvPr>
            <p:cNvSpPr/>
            <p:nvPr/>
          </p:nvSpPr>
          <p:spPr>
            <a:xfrm>
              <a:off x="1491790" y="1230236"/>
              <a:ext cx="8443" cy="102007"/>
            </a:xfrm>
            <a:custGeom>
              <a:avLst/>
              <a:gdLst/>
              <a:ahLst/>
              <a:cxnLst/>
              <a:rect l="l" t="t" r="r" b="b"/>
              <a:pathLst>
                <a:path w="85" h="1027" extrusionOk="0">
                  <a:moveTo>
                    <a:pt x="53" y="0"/>
                  </a:moveTo>
                  <a:cubicBezTo>
                    <a:pt x="16" y="32"/>
                    <a:pt x="32" y="85"/>
                    <a:pt x="32" y="117"/>
                  </a:cubicBezTo>
                  <a:lnTo>
                    <a:pt x="32" y="150"/>
                  </a:lnTo>
                  <a:lnTo>
                    <a:pt x="32" y="420"/>
                  </a:lnTo>
                  <a:cubicBezTo>
                    <a:pt x="53" y="553"/>
                    <a:pt x="53" y="691"/>
                    <a:pt x="16" y="824"/>
                  </a:cubicBezTo>
                  <a:cubicBezTo>
                    <a:pt x="0" y="873"/>
                    <a:pt x="16" y="925"/>
                    <a:pt x="32" y="957"/>
                  </a:cubicBezTo>
                  <a:cubicBezTo>
                    <a:pt x="53" y="974"/>
                    <a:pt x="53" y="1010"/>
                    <a:pt x="53" y="1026"/>
                  </a:cubicBezTo>
                  <a:lnTo>
                    <a:pt x="69" y="1026"/>
                  </a:lnTo>
                  <a:cubicBezTo>
                    <a:pt x="85" y="1026"/>
                    <a:pt x="85" y="1026"/>
                    <a:pt x="85" y="1010"/>
                  </a:cubicBezTo>
                  <a:cubicBezTo>
                    <a:pt x="69" y="994"/>
                    <a:pt x="69" y="974"/>
                    <a:pt x="69" y="957"/>
                  </a:cubicBezTo>
                  <a:cubicBezTo>
                    <a:pt x="53" y="909"/>
                    <a:pt x="32" y="873"/>
                    <a:pt x="53" y="840"/>
                  </a:cubicBezTo>
                  <a:cubicBezTo>
                    <a:pt x="69" y="691"/>
                    <a:pt x="69" y="553"/>
                    <a:pt x="69" y="420"/>
                  </a:cubicBezTo>
                  <a:lnTo>
                    <a:pt x="69" y="150"/>
                  </a:lnTo>
                  <a:lnTo>
                    <a:pt x="69" y="101"/>
                  </a:lnTo>
                  <a:cubicBezTo>
                    <a:pt x="53" y="65"/>
                    <a:pt x="53" y="49"/>
                    <a:pt x="69" y="32"/>
                  </a:cubicBezTo>
                  <a:lnTo>
                    <a:pt x="85" y="16"/>
                  </a:ln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>
              <a:extLst>
                <a:ext uri="{FF2B5EF4-FFF2-40B4-BE49-F238E27FC236}">
                  <a16:creationId xmlns:a16="http://schemas.microsoft.com/office/drawing/2014/main" id="{E0C2506A-C620-D682-AFA8-3BF7B8A193FE}"/>
                </a:ext>
              </a:extLst>
            </p:cNvPr>
            <p:cNvSpPr/>
            <p:nvPr/>
          </p:nvSpPr>
          <p:spPr>
            <a:xfrm>
              <a:off x="1734143" y="3369994"/>
              <a:ext cx="174216" cy="276124"/>
            </a:xfrm>
            <a:custGeom>
              <a:avLst/>
              <a:gdLst/>
              <a:ahLst/>
              <a:cxnLst/>
              <a:rect l="l" t="t" r="r" b="b"/>
              <a:pathLst>
                <a:path w="1754" h="278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6" y="118"/>
                    <a:pt x="101" y="186"/>
                    <a:pt x="186" y="255"/>
                  </a:cubicBezTo>
                  <a:cubicBezTo>
                    <a:pt x="218" y="271"/>
                    <a:pt x="238" y="304"/>
                    <a:pt x="271" y="320"/>
                  </a:cubicBezTo>
                  <a:cubicBezTo>
                    <a:pt x="622" y="691"/>
                    <a:pt x="978" y="1043"/>
                    <a:pt x="1329" y="1398"/>
                  </a:cubicBezTo>
                  <a:lnTo>
                    <a:pt x="1632" y="1701"/>
                  </a:lnTo>
                  <a:cubicBezTo>
                    <a:pt x="1632" y="1717"/>
                    <a:pt x="1652" y="1717"/>
                    <a:pt x="1652" y="1717"/>
                  </a:cubicBezTo>
                  <a:cubicBezTo>
                    <a:pt x="1685" y="1770"/>
                    <a:pt x="1733" y="1802"/>
                    <a:pt x="1717" y="1851"/>
                  </a:cubicBezTo>
                  <a:cubicBezTo>
                    <a:pt x="1701" y="2020"/>
                    <a:pt x="1701" y="2174"/>
                    <a:pt x="1701" y="2340"/>
                  </a:cubicBezTo>
                  <a:cubicBezTo>
                    <a:pt x="1701" y="2424"/>
                    <a:pt x="1717" y="2525"/>
                    <a:pt x="1701" y="2610"/>
                  </a:cubicBezTo>
                  <a:lnTo>
                    <a:pt x="1701" y="2643"/>
                  </a:lnTo>
                  <a:cubicBezTo>
                    <a:pt x="1701" y="2679"/>
                    <a:pt x="1701" y="2727"/>
                    <a:pt x="1685" y="2760"/>
                  </a:cubicBezTo>
                  <a:lnTo>
                    <a:pt x="1685" y="2780"/>
                  </a:lnTo>
                  <a:lnTo>
                    <a:pt x="1701" y="2780"/>
                  </a:lnTo>
                  <a:cubicBezTo>
                    <a:pt x="1733" y="2727"/>
                    <a:pt x="1733" y="2679"/>
                    <a:pt x="1733" y="2643"/>
                  </a:cubicBezTo>
                  <a:lnTo>
                    <a:pt x="1733" y="2610"/>
                  </a:lnTo>
                  <a:lnTo>
                    <a:pt x="1733" y="2340"/>
                  </a:lnTo>
                  <a:cubicBezTo>
                    <a:pt x="1733" y="2174"/>
                    <a:pt x="1733" y="2020"/>
                    <a:pt x="1753" y="1871"/>
                  </a:cubicBezTo>
                  <a:cubicBezTo>
                    <a:pt x="1753" y="1786"/>
                    <a:pt x="1717" y="1750"/>
                    <a:pt x="1668" y="1701"/>
                  </a:cubicBezTo>
                  <a:cubicBezTo>
                    <a:pt x="1668" y="1701"/>
                    <a:pt x="1652" y="1701"/>
                    <a:pt x="1652" y="1685"/>
                  </a:cubicBezTo>
                  <a:lnTo>
                    <a:pt x="1349" y="1382"/>
                  </a:lnTo>
                  <a:cubicBezTo>
                    <a:pt x="994" y="1027"/>
                    <a:pt x="642" y="675"/>
                    <a:pt x="287" y="304"/>
                  </a:cubicBezTo>
                  <a:cubicBezTo>
                    <a:pt x="255" y="287"/>
                    <a:pt x="238" y="255"/>
                    <a:pt x="202" y="235"/>
                  </a:cubicBezTo>
                  <a:cubicBezTo>
                    <a:pt x="117" y="170"/>
                    <a:pt x="53" y="102"/>
                    <a:pt x="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>
              <a:extLst>
                <a:ext uri="{FF2B5EF4-FFF2-40B4-BE49-F238E27FC236}">
                  <a16:creationId xmlns:a16="http://schemas.microsoft.com/office/drawing/2014/main" id="{CAE568C3-96BC-3EB5-BE1F-8BA25C6B3CAA}"/>
                </a:ext>
              </a:extLst>
            </p:cNvPr>
            <p:cNvSpPr/>
            <p:nvPr/>
          </p:nvSpPr>
          <p:spPr>
            <a:xfrm>
              <a:off x="2153791" y="3463459"/>
              <a:ext cx="6953" cy="43902"/>
            </a:xfrm>
            <a:custGeom>
              <a:avLst/>
              <a:gdLst/>
              <a:ahLst/>
              <a:cxnLst/>
              <a:rect l="l" t="t" r="r" b="b"/>
              <a:pathLst>
                <a:path w="70" h="442" extrusionOk="0">
                  <a:moveTo>
                    <a:pt x="33" y="1"/>
                  </a:moveTo>
                  <a:cubicBezTo>
                    <a:pt x="17" y="86"/>
                    <a:pt x="17" y="154"/>
                    <a:pt x="17" y="223"/>
                  </a:cubicBezTo>
                  <a:cubicBezTo>
                    <a:pt x="17" y="288"/>
                    <a:pt x="33" y="356"/>
                    <a:pt x="17" y="425"/>
                  </a:cubicBezTo>
                  <a:cubicBezTo>
                    <a:pt x="1" y="425"/>
                    <a:pt x="17" y="425"/>
                    <a:pt x="17" y="441"/>
                  </a:cubicBezTo>
                  <a:lnTo>
                    <a:pt x="33" y="425"/>
                  </a:lnTo>
                  <a:cubicBezTo>
                    <a:pt x="53" y="356"/>
                    <a:pt x="53" y="288"/>
                    <a:pt x="53" y="223"/>
                  </a:cubicBezTo>
                  <a:cubicBezTo>
                    <a:pt x="53" y="154"/>
                    <a:pt x="3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>
              <a:extLst>
                <a:ext uri="{FF2B5EF4-FFF2-40B4-BE49-F238E27FC236}">
                  <a16:creationId xmlns:a16="http://schemas.microsoft.com/office/drawing/2014/main" id="{C949F6D4-6084-CBE9-387F-A72770DD32EB}"/>
                </a:ext>
              </a:extLst>
            </p:cNvPr>
            <p:cNvSpPr/>
            <p:nvPr/>
          </p:nvSpPr>
          <p:spPr>
            <a:xfrm>
              <a:off x="1249437" y="2701835"/>
              <a:ext cx="250796" cy="206795"/>
            </a:xfrm>
            <a:custGeom>
              <a:avLst/>
              <a:gdLst/>
              <a:ahLst/>
              <a:cxnLst/>
              <a:rect l="l" t="t" r="r" b="b"/>
              <a:pathLst>
                <a:path w="2525" h="2082" extrusionOk="0">
                  <a:moveTo>
                    <a:pt x="1632" y="1"/>
                  </a:moveTo>
                  <a:cubicBezTo>
                    <a:pt x="1597" y="1"/>
                    <a:pt x="1558" y="11"/>
                    <a:pt x="1515" y="30"/>
                  </a:cubicBezTo>
                  <a:lnTo>
                    <a:pt x="1244" y="131"/>
                  </a:lnTo>
                  <a:cubicBezTo>
                    <a:pt x="877" y="280"/>
                    <a:pt x="489" y="434"/>
                    <a:pt x="101" y="583"/>
                  </a:cubicBezTo>
                  <a:lnTo>
                    <a:pt x="85" y="583"/>
                  </a:lnTo>
                  <a:cubicBezTo>
                    <a:pt x="49" y="599"/>
                    <a:pt x="16" y="620"/>
                    <a:pt x="16" y="668"/>
                  </a:cubicBezTo>
                  <a:cubicBezTo>
                    <a:pt x="0" y="1056"/>
                    <a:pt x="0" y="1428"/>
                    <a:pt x="16" y="1795"/>
                  </a:cubicBezTo>
                  <a:lnTo>
                    <a:pt x="33" y="1811"/>
                  </a:lnTo>
                  <a:lnTo>
                    <a:pt x="49" y="1795"/>
                  </a:lnTo>
                  <a:cubicBezTo>
                    <a:pt x="16" y="1428"/>
                    <a:pt x="33" y="1056"/>
                    <a:pt x="49" y="668"/>
                  </a:cubicBezTo>
                  <a:cubicBezTo>
                    <a:pt x="49" y="636"/>
                    <a:pt x="69" y="636"/>
                    <a:pt x="101" y="620"/>
                  </a:cubicBezTo>
                  <a:cubicBezTo>
                    <a:pt x="489" y="466"/>
                    <a:pt x="877" y="317"/>
                    <a:pt x="1244" y="163"/>
                  </a:cubicBezTo>
                  <a:lnTo>
                    <a:pt x="1531" y="46"/>
                  </a:lnTo>
                  <a:cubicBezTo>
                    <a:pt x="1563" y="36"/>
                    <a:pt x="1593" y="31"/>
                    <a:pt x="1621" y="31"/>
                  </a:cubicBezTo>
                  <a:cubicBezTo>
                    <a:pt x="1684" y="31"/>
                    <a:pt x="1739" y="56"/>
                    <a:pt x="1786" y="115"/>
                  </a:cubicBezTo>
                  <a:cubicBezTo>
                    <a:pt x="2036" y="397"/>
                    <a:pt x="2238" y="636"/>
                    <a:pt x="2424" y="854"/>
                  </a:cubicBezTo>
                  <a:cubicBezTo>
                    <a:pt x="2472" y="902"/>
                    <a:pt x="2493" y="955"/>
                    <a:pt x="2493" y="1040"/>
                  </a:cubicBezTo>
                  <a:lnTo>
                    <a:pt x="2493" y="1630"/>
                  </a:lnTo>
                  <a:lnTo>
                    <a:pt x="2493" y="1933"/>
                  </a:lnTo>
                  <a:lnTo>
                    <a:pt x="2493" y="1949"/>
                  </a:lnTo>
                  <a:cubicBezTo>
                    <a:pt x="2493" y="1997"/>
                    <a:pt x="2493" y="2034"/>
                    <a:pt x="2472" y="2050"/>
                  </a:cubicBezTo>
                  <a:lnTo>
                    <a:pt x="2472" y="2066"/>
                  </a:lnTo>
                  <a:lnTo>
                    <a:pt x="2472" y="2082"/>
                  </a:lnTo>
                  <a:lnTo>
                    <a:pt x="2493" y="2066"/>
                  </a:lnTo>
                  <a:cubicBezTo>
                    <a:pt x="2525" y="2034"/>
                    <a:pt x="2525" y="1997"/>
                    <a:pt x="2525" y="1949"/>
                  </a:cubicBezTo>
                  <a:lnTo>
                    <a:pt x="2525" y="1933"/>
                  </a:lnTo>
                  <a:lnTo>
                    <a:pt x="2525" y="1630"/>
                  </a:lnTo>
                  <a:lnTo>
                    <a:pt x="2525" y="1040"/>
                  </a:lnTo>
                  <a:cubicBezTo>
                    <a:pt x="2525" y="955"/>
                    <a:pt x="2509" y="886"/>
                    <a:pt x="2456" y="838"/>
                  </a:cubicBezTo>
                  <a:cubicBezTo>
                    <a:pt x="2254" y="620"/>
                    <a:pt x="2052" y="381"/>
                    <a:pt x="1802" y="94"/>
                  </a:cubicBezTo>
                  <a:cubicBezTo>
                    <a:pt x="1748" y="31"/>
                    <a:pt x="1694" y="1"/>
                    <a:pt x="1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>
              <a:extLst>
                <a:ext uri="{FF2B5EF4-FFF2-40B4-BE49-F238E27FC236}">
                  <a16:creationId xmlns:a16="http://schemas.microsoft.com/office/drawing/2014/main" id="{C82079A8-56E5-883D-34F6-246073D6B0EC}"/>
                </a:ext>
              </a:extLst>
            </p:cNvPr>
            <p:cNvSpPr/>
            <p:nvPr/>
          </p:nvSpPr>
          <p:spPr>
            <a:xfrm>
              <a:off x="2081979" y="2792518"/>
              <a:ext cx="100418" cy="244935"/>
            </a:xfrm>
            <a:custGeom>
              <a:avLst/>
              <a:gdLst/>
              <a:ahLst/>
              <a:cxnLst/>
              <a:rect l="l" t="t" r="r" b="b"/>
              <a:pathLst>
                <a:path w="1011" h="2466" extrusionOk="0">
                  <a:moveTo>
                    <a:pt x="21" y="1"/>
                  </a:moveTo>
                  <a:cubicBezTo>
                    <a:pt x="18" y="1"/>
                    <a:pt x="17" y="3"/>
                    <a:pt x="17" y="10"/>
                  </a:cubicBezTo>
                  <a:cubicBezTo>
                    <a:pt x="1" y="10"/>
                    <a:pt x="1" y="10"/>
                    <a:pt x="1" y="26"/>
                  </a:cubicBezTo>
                  <a:cubicBezTo>
                    <a:pt x="49" y="228"/>
                    <a:pt x="33" y="430"/>
                    <a:pt x="17" y="648"/>
                  </a:cubicBezTo>
                  <a:lnTo>
                    <a:pt x="17" y="834"/>
                  </a:lnTo>
                  <a:cubicBezTo>
                    <a:pt x="1" y="1020"/>
                    <a:pt x="49" y="1185"/>
                    <a:pt x="186" y="1355"/>
                  </a:cubicBezTo>
                  <a:cubicBezTo>
                    <a:pt x="336" y="1557"/>
                    <a:pt x="489" y="1775"/>
                    <a:pt x="639" y="1993"/>
                  </a:cubicBezTo>
                  <a:cubicBezTo>
                    <a:pt x="707" y="2110"/>
                    <a:pt x="792" y="2231"/>
                    <a:pt x="877" y="2349"/>
                  </a:cubicBezTo>
                  <a:cubicBezTo>
                    <a:pt x="877" y="2349"/>
                    <a:pt x="877" y="2365"/>
                    <a:pt x="893" y="2381"/>
                  </a:cubicBezTo>
                  <a:cubicBezTo>
                    <a:pt x="909" y="2413"/>
                    <a:pt x="926" y="2450"/>
                    <a:pt x="994" y="2466"/>
                  </a:cubicBezTo>
                  <a:cubicBezTo>
                    <a:pt x="994" y="2466"/>
                    <a:pt x="994" y="2450"/>
                    <a:pt x="1010" y="2450"/>
                  </a:cubicBezTo>
                  <a:cubicBezTo>
                    <a:pt x="1010" y="2433"/>
                    <a:pt x="994" y="2433"/>
                    <a:pt x="994" y="2433"/>
                  </a:cubicBezTo>
                  <a:cubicBezTo>
                    <a:pt x="942" y="2433"/>
                    <a:pt x="926" y="2397"/>
                    <a:pt x="909" y="2365"/>
                  </a:cubicBezTo>
                  <a:cubicBezTo>
                    <a:pt x="909" y="2349"/>
                    <a:pt x="893" y="2349"/>
                    <a:pt x="893" y="2332"/>
                  </a:cubicBezTo>
                  <a:cubicBezTo>
                    <a:pt x="808" y="2211"/>
                    <a:pt x="740" y="2094"/>
                    <a:pt x="655" y="1977"/>
                  </a:cubicBezTo>
                  <a:cubicBezTo>
                    <a:pt x="505" y="1775"/>
                    <a:pt x="352" y="1541"/>
                    <a:pt x="202" y="1339"/>
                  </a:cubicBezTo>
                  <a:cubicBezTo>
                    <a:pt x="85" y="1169"/>
                    <a:pt x="33" y="1020"/>
                    <a:pt x="33" y="834"/>
                  </a:cubicBezTo>
                  <a:cubicBezTo>
                    <a:pt x="33" y="765"/>
                    <a:pt x="49" y="717"/>
                    <a:pt x="49" y="648"/>
                  </a:cubicBezTo>
                  <a:cubicBezTo>
                    <a:pt x="69" y="430"/>
                    <a:pt x="69" y="228"/>
                    <a:pt x="33" y="10"/>
                  </a:cubicBezTo>
                  <a:cubicBezTo>
                    <a:pt x="33" y="10"/>
                    <a:pt x="26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>
              <a:extLst>
                <a:ext uri="{FF2B5EF4-FFF2-40B4-BE49-F238E27FC236}">
                  <a16:creationId xmlns:a16="http://schemas.microsoft.com/office/drawing/2014/main" id="{C3CB77B5-46A8-BE99-0535-06D24DFE09B5}"/>
                </a:ext>
              </a:extLst>
            </p:cNvPr>
            <p:cNvSpPr/>
            <p:nvPr/>
          </p:nvSpPr>
          <p:spPr>
            <a:xfrm>
              <a:off x="1520197" y="2816654"/>
              <a:ext cx="199147" cy="346048"/>
            </a:xfrm>
            <a:custGeom>
              <a:avLst/>
              <a:gdLst/>
              <a:ahLst/>
              <a:cxnLst/>
              <a:rect l="l" t="t" r="r" b="b"/>
              <a:pathLst>
                <a:path w="2005" h="3484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102"/>
                    <a:pt x="49" y="150"/>
                    <a:pt x="118" y="187"/>
                  </a:cubicBezTo>
                  <a:cubicBezTo>
                    <a:pt x="134" y="203"/>
                    <a:pt x="150" y="219"/>
                    <a:pt x="171" y="235"/>
                  </a:cubicBezTo>
                  <a:cubicBezTo>
                    <a:pt x="272" y="373"/>
                    <a:pt x="389" y="490"/>
                    <a:pt x="490" y="607"/>
                  </a:cubicBezTo>
                  <a:cubicBezTo>
                    <a:pt x="538" y="655"/>
                    <a:pt x="575" y="708"/>
                    <a:pt x="623" y="756"/>
                  </a:cubicBezTo>
                  <a:cubicBezTo>
                    <a:pt x="724" y="878"/>
                    <a:pt x="825" y="995"/>
                    <a:pt x="910" y="1096"/>
                  </a:cubicBezTo>
                  <a:cubicBezTo>
                    <a:pt x="1213" y="1431"/>
                    <a:pt x="1516" y="1786"/>
                    <a:pt x="1803" y="2138"/>
                  </a:cubicBezTo>
                  <a:cubicBezTo>
                    <a:pt x="1819" y="2154"/>
                    <a:pt x="1835" y="2170"/>
                    <a:pt x="1867" y="2190"/>
                  </a:cubicBezTo>
                  <a:cubicBezTo>
                    <a:pt x="1920" y="2239"/>
                    <a:pt x="1968" y="2308"/>
                    <a:pt x="1968" y="2392"/>
                  </a:cubicBezTo>
                  <a:lnTo>
                    <a:pt x="1968" y="2760"/>
                  </a:lnTo>
                  <a:cubicBezTo>
                    <a:pt x="1968" y="2962"/>
                    <a:pt x="1988" y="3180"/>
                    <a:pt x="1936" y="3382"/>
                  </a:cubicBezTo>
                  <a:cubicBezTo>
                    <a:pt x="1936" y="3418"/>
                    <a:pt x="1936" y="3451"/>
                    <a:pt x="1968" y="3483"/>
                  </a:cubicBezTo>
                  <a:lnTo>
                    <a:pt x="1988" y="3483"/>
                  </a:lnTo>
                  <a:cubicBezTo>
                    <a:pt x="2005" y="3467"/>
                    <a:pt x="2005" y="3467"/>
                    <a:pt x="1988" y="3467"/>
                  </a:cubicBezTo>
                  <a:cubicBezTo>
                    <a:pt x="1968" y="3451"/>
                    <a:pt x="1968" y="3418"/>
                    <a:pt x="1968" y="3382"/>
                  </a:cubicBezTo>
                  <a:cubicBezTo>
                    <a:pt x="2005" y="3180"/>
                    <a:pt x="2005" y="2962"/>
                    <a:pt x="2005" y="2760"/>
                  </a:cubicBezTo>
                  <a:cubicBezTo>
                    <a:pt x="1988" y="2643"/>
                    <a:pt x="1988" y="2526"/>
                    <a:pt x="2005" y="2392"/>
                  </a:cubicBezTo>
                  <a:cubicBezTo>
                    <a:pt x="2005" y="2291"/>
                    <a:pt x="1936" y="2223"/>
                    <a:pt x="1887" y="2170"/>
                  </a:cubicBezTo>
                  <a:cubicBezTo>
                    <a:pt x="1867" y="2154"/>
                    <a:pt x="1835" y="2138"/>
                    <a:pt x="1835" y="2122"/>
                  </a:cubicBezTo>
                  <a:cubicBezTo>
                    <a:pt x="1532" y="1766"/>
                    <a:pt x="1229" y="1415"/>
                    <a:pt x="942" y="1080"/>
                  </a:cubicBezTo>
                  <a:cubicBezTo>
                    <a:pt x="841" y="979"/>
                    <a:pt x="740" y="857"/>
                    <a:pt x="639" y="740"/>
                  </a:cubicBezTo>
                  <a:cubicBezTo>
                    <a:pt x="591" y="692"/>
                    <a:pt x="554" y="639"/>
                    <a:pt x="506" y="591"/>
                  </a:cubicBezTo>
                  <a:cubicBezTo>
                    <a:pt x="405" y="474"/>
                    <a:pt x="288" y="336"/>
                    <a:pt x="187" y="219"/>
                  </a:cubicBezTo>
                  <a:cubicBezTo>
                    <a:pt x="171" y="203"/>
                    <a:pt x="150" y="187"/>
                    <a:pt x="134" y="171"/>
                  </a:cubicBezTo>
                  <a:cubicBezTo>
                    <a:pt x="86" y="118"/>
                    <a:pt x="33" y="86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>
              <a:extLst>
                <a:ext uri="{FF2B5EF4-FFF2-40B4-BE49-F238E27FC236}">
                  <a16:creationId xmlns:a16="http://schemas.microsoft.com/office/drawing/2014/main" id="{0A4699C9-64CE-0815-E79E-F8DC82673499}"/>
                </a:ext>
              </a:extLst>
            </p:cNvPr>
            <p:cNvSpPr/>
            <p:nvPr/>
          </p:nvSpPr>
          <p:spPr>
            <a:xfrm>
              <a:off x="1384619" y="1708088"/>
              <a:ext cx="5364" cy="46981"/>
            </a:xfrm>
            <a:custGeom>
              <a:avLst/>
              <a:gdLst/>
              <a:ahLst/>
              <a:cxnLst/>
              <a:rect l="l" t="t" r="r" b="b"/>
              <a:pathLst>
                <a:path w="54" h="473" extrusionOk="0">
                  <a:moveTo>
                    <a:pt x="21" y="0"/>
                  </a:moveTo>
                  <a:lnTo>
                    <a:pt x="21" y="20"/>
                  </a:lnTo>
                  <a:lnTo>
                    <a:pt x="21" y="186"/>
                  </a:lnTo>
                  <a:cubicBezTo>
                    <a:pt x="1" y="271"/>
                    <a:pt x="1" y="372"/>
                    <a:pt x="21" y="457"/>
                  </a:cubicBezTo>
                  <a:cubicBezTo>
                    <a:pt x="21" y="473"/>
                    <a:pt x="37" y="473"/>
                    <a:pt x="37" y="473"/>
                  </a:cubicBezTo>
                  <a:cubicBezTo>
                    <a:pt x="53" y="473"/>
                    <a:pt x="53" y="473"/>
                    <a:pt x="53" y="457"/>
                  </a:cubicBezTo>
                  <a:cubicBezTo>
                    <a:pt x="37" y="372"/>
                    <a:pt x="37" y="271"/>
                    <a:pt x="37" y="186"/>
                  </a:cubicBezTo>
                  <a:lnTo>
                    <a:pt x="37" y="20"/>
                  </a:lnTo>
                  <a:cubicBezTo>
                    <a:pt x="37" y="0"/>
                    <a:pt x="3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>
              <a:extLst>
                <a:ext uri="{FF2B5EF4-FFF2-40B4-BE49-F238E27FC236}">
                  <a16:creationId xmlns:a16="http://schemas.microsoft.com/office/drawing/2014/main" id="{073DBE64-E1DF-B2EF-C6F7-915231916A6E}"/>
                </a:ext>
              </a:extLst>
            </p:cNvPr>
            <p:cNvSpPr/>
            <p:nvPr/>
          </p:nvSpPr>
          <p:spPr>
            <a:xfrm>
              <a:off x="2095190" y="3649296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37" y="0"/>
                  </a:moveTo>
                  <a:cubicBezTo>
                    <a:pt x="17" y="85"/>
                    <a:pt x="17" y="170"/>
                    <a:pt x="17" y="235"/>
                  </a:cubicBezTo>
                  <a:cubicBezTo>
                    <a:pt x="17" y="319"/>
                    <a:pt x="17" y="388"/>
                    <a:pt x="1" y="473"/>
                  </a:cubicBezTo>
                  <a:lnTo>
                    <a:pt x="17" y="489"/>
                  </a:lnTo>
                  <a:lnTo>
                    <a:pt x="37" y="473"/>
                  </a:lnTo>
                  <a:cubicBezTo>
                    <a:pt x="53" y="388"/>
                    <a:pt x="53" y="319"/>
                    <a:pt x="53" y="235"/>
                  </a:cubicBezTo>
                  <a:cubicBezTo>
                    <a:pt x="37" y="170"/>
                    <a:pt x="37" y="85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>
              <a:extLst>
                <a:ext uri="{FF2B5EF4-FFF2-40B4-BE49-F238E27FC236}">
                  <a16:creationId xmlns:a16="http://schemas.microsoft.com/office/drawing/2014/main" id="{497EA57C-2D97-6D97-7F89-1A29942856DE}"/>
                </a:ext>
              </a:extLst>
            </p:cNvPr>
            <p:cNvSpPr/>
            <p:nvPr/>
          </p:nvSpPr>
          <p:spPr>
            <a:xfrm>
              <a:off x="852932" y="1198452"/>
              <a:ext cx="364920" cy="337606"/>
            </a:xfrm>
            <a:custGeom>
              <a:avLst/>
              <a:gdLst/>
              <a:ahLst/>
              <a:cxnLst/>
              <a:rect l="l" t="t" r="r" b="b"/>
              <a:pathLst>
                <a:path w="3674" h="3399" extrusionOk="0">
                  <a:moveTo>
                    <a:pt x="3637" y="1"/>
                  </a:moveTo>
                  <a:cubicBezTo>
                    <a:pt x="3621" y="1"/>
                    <a:pt x="3621" y="1"/>
                    <a:pt x="3621" y="17"/>
                  </a:cubicBezTo>
                  <a:lnTo>
                    <a:pt x="3621" y="251"/>
                  </a:lnTo>
                  <a:cubicBezTo>
                    <a:pt x="3621" y="421"/>
                    <a:pt x="3604" y="607"/>
                    <a:pt x="3621" y="789"/>
                  </a:cubicBezTo>
                  <a:cubicBezTo>
                    <a:pt x="3657" y="1043"/>
                    <a:pt x="3572" y="1193"/>
                    <a:pt x="3318" y="1330"/>
                  </a:cubicBezTo>
                  <a:cubicBezTo>
                    <a:pt x="2562" y="1782"/>
                    <a:pt x="1787" y="2255"/>
                    <a:pt x="1031" y="2728"/>
                  </a:cubicBezTo>
                  <a:cubicBezTo>
                    <a:pt x="760" y="2893"/>
                    <a:pt x="474" y="3063"/>
                    <a:pt x="187" y="3249"/>
                  </a:cubicBezTo>
                  <a:cubicBezTo>
                    <a:pt x="171" y="3249"/>
                    <a:pt x="138" y="3265"/>
                    <a:pt x="122" y="3265"/>
                  </a:cubicBezTo>
                  <a:cubicBezTo>
                    <a:pt x="70" y="3281"/>
                    <a:pt x="21" y="3313"/>
                    <a:pt x="1" y="3382"/>
                  </a:cubicBezTo>
                  <a:cubicBezTo>
                    <a:pt x="1" y="3398"/>
                    <a:pt x="1" y="3398"/>
                    <a:pt x="21" y="3398"/>
                  </a:cubicBezTo>
                  <a:cubicBezTo>
                    <a:pt x="37" y="3334"/>
                    <a:pt x="86" y="3313"/>
                    <a:pt x="138" y="3297"/>
                  </a:cubicBezTo>
                  <a:cubicBezTo>
                    <a:pt x="155" y="3281"/>
                    <a:pt x="171" y="3281"/>
                    <a:pt x="203" y="3265"/>
                  </a:cubicBezTo>
                  <a:cubicBezTo>
                    <a:pt x="474" y="3095"/>
                    <a:pt x="760" y="2909"/>
                    <a:pt x="1047" y="2744"/>
                  </a:cubicBezTo>
                  <a:cubicBezTo>
                    <a:pt x="1803" y="2287"/>
                    <a:pt x="2562" y="1799"/>
                    <a:pt x="3334" y="1362"/>
                  </a:cubicBezTo>
                  <a:cubicBezTo>
                    <a:pt x="3588" y="1213"/>
                    <a:pt x="3673" y="1059"/>
                    <a:pt x="3657" y="772"/>
                  </a:cubicBezTo>
                  <a:cubicBezTo>
                    <a:pt x="3637" y="607"/>
                    <a:pt x="3637" y="421"/>
                    <a:pt x="3637" y="251"/>
                  </a:cubicBezTo>
                  <a:cubicBezTo>
                    <a:pt x="3637" y="167"/>
                    <a:pt x="3657" y="82"/>
                    <a:pt x="3657" y="17"/>
                  </a:cubicBezTo>
                  <a:cubicBezTo>
                    <a:pt x="3657" y="1"/>
                    <a:pt x="3637" y="1"/>
                    <a:pt x="3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>
              <a:extLst>
                <a:ext uri="{FF2B5EF4-FFF2-40B4-BE49-F238E27FC236}">
                  <a16:creationId xmlns:a16="http://schemas.microsoft.com/office/drawing/2014/main" id="{0DE01623-CFA9-19DA-64C0-070D3CA40A40}"/>
                </a:ext>
              </a:extLst>
            </p:cNvPr>
            <p:cNvSpPr/>
            <p:nvPr/>
          </p:nvSpPr>
          <p:spPr>
            <a:xfrm>
              <a:off x="515525" y="3648104"/>
              <a:ext cx="122070" cy="86313"/>
            </a:xfrm>
            <a:custGeom>
              <a:avLst/>
              <a:gdLst/>
              <a:ahLst/>
              <a:cxnLst/>
              <a:rect l="l" t="t" r="r" b="b"/>
              <a:pathLst>
                <a:path w="1229" h="869" extrusionOk="0">
                  <a:moveTo>
                    <a:pt x="1174" y="0"/>
                  </a:moveTo>
                  <a:cubicBezTo>
                    <a:pt x="1157" y="0"/>
                    <a:pt x="1136" y="4"/>
                    <a:pt x="1112" y="12"/>
                  </a:cubicBezTo>
                  <a:cubicBezTo>
                    <a:pt x="893" y="81"/>
                    <a:pt x="671" y="146"/>
                    <a:pt x="453" y="214"/>
                  </a:cubicBezTo>
                  <a:cubicBezTo>
                    <a:pt x="336" y="247"/>
                    <a:pt x="219" y="283"/>
                    <a:pt x="85" y="315"/>
                  </a:cubicBezTo>
                  <a:cubicBezTo>
                    <a:pt x="65" y="331"/>
                    <a:pt x="65" y="331"/>
                    <a:pt x="49" y="331"/>
                  </a:cubicBezTo>
                  <a:lnTo>
                    <a:pt x="17" y="331"/>
                  </a:lnTo>
                  <a:cubicBezTo>
                    <a:pt x="17" y="331"/>
                    <a:pt x="1" y="331"/>
                    <a:pt x="1" y="348"/>
                  </a:cubicBezTo>
                  <a:cubicBezTo>
                    <a:pt x="11" y="348"/>
                    <a:pt x="15" y="355"/>
                    <a:pt x="16" y="355"/>
                  </a:cubicBezTo>
                  <a:cubicBezTo>
                    <a:pt x="17" y="355"/>
                    <a:pt x="17" y="353"/>
                    <a:pt x="17" y="348"/>
                  </a:cubicBezTo>
                  <a:lnTo>
                    <a:pt x="85" y="348"/>
                  </a:lnTo>
                  <a:cubicBezTo>
                    <a:pt x="219" y="315"/>
                    <a:pt x="352" y="263"/>
                    <a:pt x="469" y="230"/>
                  </a:cubicBezTo>
                  <a:cubicBezTo>
                    <a:pt x="691" y="182"/>
                    <a:pt x="910" y="113"/>
                    <a:pt x="1112" y="45"/>
                  </a:cubicBezTo>
                  <a:cubicBezTo>
                    <a:pt x="1160" y="28"/>
                    <a:pt x="1176" y="28"/>
                    <a:pt x="1196" y="28"/>
                  </a:cubicBezTo>
                  <a:cubicBezTo>
                    <a:pt x="1213" y="45"/>
                    <a:pt x="1213" y="61"/>
                    <a:pt x="1213" y="97"/>
                  </a:cubicBezTo>
                  <a:lnTo>
                    <a:pt x="1213" y="634"/>
                  </a:lnTo>
                  <a:lnTo>
                    <a:pt x="1213" y="852"/>
                  </a:lnTo>
                  <a:cubicBezTo>
                    <a:pt x="1213" y="869"/>
                    <a:pt x="1213" y="869"/>
                    <a:pt x="1229" y="869"/>
                  </a:cubicBezTo>
                  <a:lnTo>
                    <a:pt x="1229" y="852"/>
                  </a:lnTo>
                  <a:lnTo>
                    <a:pt x="1229" y="634"/>
                  </a:lnTo>
                  <a:lnTo>
                    <a:pt x="1229" y="97"/>
                  </a:lnTo>
                  <a:cubicBezTo>
                    <a:pt x="1229" y="45"/>
                    <a:pt x="1229" y="28"/>
                    <a:pt x="1213" y="12"/>
                  </a:cubicBezTo>
                  <a:cubicBezTo>
                    <a:pt x="1204" y="4"/>
                    <a:pt x="1191" y="0"/>
                    <a:pt x="1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>
              <a:extLst>
                <a:ext uri="{FF2B5EF4-FFF2-40B4-BE49-F238E27FC236}">
                  <a16:creationId xmlns:a16="http://schemas.microsoft.com/office/drawing/2014/main" id="{BF6EA167-7A27-0038-9BB8-88581FF59678}"/>
                </a:ext>
              </a:extLst>
            </p:cNvPr>
            <p:cNvSpPr/>
            <p:nvPr/>
          </p:nvSpPr>
          <p:spPr>
            <a:xfrm>
              <a:off x="789563" y="3296593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" y="0"/>
                  </a:moveTo>
                  <a:lnTo>
                    <a:pt x="1" y="186"/>
                  </a:lnTo>
                  <a:lnTo>
                    <a:pt x="1" y="671"/>
                  </a:lnTo>
                  <a:lnTo>
                    <a:pt x="1" y="707"/>
                  </a:lnTo>
                  <a:cubicBezTo>
                    <a:pt x="1" y="740"/>
                    <a:pt x="1" y="792"/>
                    <a:pt x="17" y="824"/>
                  </a:cubicBezTo>
                  <a:lnTo>
                    <a:pt x="33" y="824"/>
                  </a:lnTo>
                  <a:cubicBezTo>
                    <a:pt x="53" y="824"/>
                    <a:pt x="53" y="824"/>
                    <a:pt x="33" y="808"/>
                  </a:cubicBezTo>
                  <a:lnTo>
                    <a:pt x="33" y="707"/>
                  </a:lnTo>
                  <a:lnTo>
                    <a:pt x="33" y="671"/>
                  </a:lnTo>
                  <a:lnTo>
                    <a:pt x="33" y="186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>
              <a:extLst>
                <a:ext uri="{FF2B5EF4-FFF2-40B4-BE49-F238E27FC236}">
                  <a16:creationId xmlns:a16="http://schemas.microsoft.com/office/drawing/2014/main" id="{67CC9F45-D98F-9D20-342E-F8753A51D005}"/>
                </a:ext>
              </a:extLst>
            </p:cNvPr>
            <p:cNvSpPr/>
            <p:nvPr/>
          </p:nvSpPr>
          <p:spPr>
            <a:xfrm>
              <a:off x="697687" y="3647707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01"/>
                    <a:pt x="17" y="186"/>
                    <a:pt x="17" y="251"/>
                  </a:cubicBezTo>
                  <a:cubicBezTo>
                    <a:pt x="17" y="303"/>
                    <a:pt x="1" y="352"/>
                    <a:pt x="17" y="404"/>
                  </a:cubicBezTo>
                  <a:lnTo>
                    <a:pt x="17" y="420"/>
                  </a:lnTo>
                  <a:cubicBezTo>
                    <a:pt x="33" y="420"/>
                    <a:pt x="33" y="404"/>
                    <a:pt x="33" y="404"/>
                  </a:cubicBezTo>
                  <a:lnTo>
                    <a:pt x="33" y="251"/>
                  </a:lnTo>
                  <a:cubicBezTo>
                    <a:pt x="33" y="166"/>
                    <a:pt x="33" y="8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>
              <a:extLst>
                <a:ext uri="{FF2B5EF4-FFF2-40B4-BE49-F238E27FC236}">
                  <a16:creationId xmlns:a16="http://schemas.microsoft.com/office/drawing/2014/main" id="{DAC10433-F259-9F09-5E89-62A5036E9208}"/>
                </a:ext>
              </a:extLst>
            </p:cNvPr>
            <p:cNvSpPr/>
            <p:nvPr/>
          </p:nvSpPr>
          <p:spPr>
            <a:xfrm>
              <a:off x="1409946" y="1288738"/>
              <a:ext cx="83532" cy="192293"/>
            </a:xfrm>
            <a:custGeom>
              <a:avLst/>
              <a:gdLst/>
              <a:ahLst/>
              <a:cxnLst/>
              <a:rect l="l" t="t" r="r" b="b"/>
              <a:pathLst>
                <a:path w="841" h="1936" extrusionOk="0">
                  <a:moveTo>
                    <a:pt x="32" y="1"/>
                  </a:moveTo>
                  <a:cubicBezTo>
                    <a:pt x="0" y="235"/>
                    <a:pt x="16" y="453"/>
                    <a:pt x="16" y="671"/>
                  </a:cubicBezTo>
                  <a:lnTo>
                    <a:pt x="16" y="708"/>
                  </a:lnTo>
                  <a:cubicBezTo>
                    <a:pt x="16" y="756"/>
                    <a:pt x="49" y="772"/>
                    <a:pt x="69" y="789"/>
                  </a:cubicBezTo>
                  <a:cubicBezTo>
                    <a:pt x="186" y="890"/>
                    <a:pt x="271" y="1043"/>
                    <a:pt x="335" y="1176"/>
                  </a:cubicBezTo>
                  <a:cubicBezTo>
                    <a:pt x="388" y="1277"/>
                    <a:pt x="452" y="1378"/>
                    <a:pt x="521" y="1463"/>
                  </a:cubicBezTo>
                  <a:cubicBezTo>
                    <a:pt x="574" y="1516"/>
                    <a:pt x="606" y="1597"/>
                    <a:pt x="638" y="1665"/>
                  </a:cubicBezTo>
                  <a:cubicBezTo>
                    <a:pt x="691" y="1766"/>
                    <a:pt x="739" y="1867"/>
                    <a:pt x="824" y="1936"/>
                  </a:cubicBezTo>
                  <a:lnTo>
                    <a:pt x="840" y="1936"/>
                  </a:lnTo>
                  <a:lnTo>
                    <a:pt x="840" y="1920"/>
                  </a:lnTo>
                  <a:cubicBezTo>
                    <a:pt x="755" y="1851"/>
                    <a:pt x="707" y="1750"/>
                    <a:pt x="654" y="1649"/>
                  </a:cubicBezTo>
                  <a:cubicBezTo>
                    <a:pt x="622" y="1580"/>
                    <a:pt x="590" y="1516"/>
                    <a:pt x="537" y="1447"/>
                  </a:cubicBezTo>
                  <a:cubicBezTo>
                    <a:pt x="473" y="1362"/>
                    <a:pt x="420" y="1261"/>
                    <a:pt x="372" y="1160"/>
                  </a:cubicBezTo>
                  <a:cubicBezTo>
                    <a:pt x="287" y="1027"/>
                    <a:pt x="202" y="873"/>
                    <a:pt x="85" y="772"/>
                  </a:cubicBezTo>
                  <a:cubicBezTo>
                    <a:pt x="69" y="756"/>
                    <a:pt x="49" y="740"/>
                    <a:pt x="49" y="708"/>
                  </a:cubicBezTo>
                  <a:lnTo>
                    <a:pt x="49" y="671"/>
                  </a:lnTo>
                  <a:cubicBezTo>
                    <a:pt x="32" y="453"/>
                    <a:pt x="32" y="235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0">
              <a:extLst>
                <a:ext uri="{FF2B5EF4-FFF2-40B4-BE49-F238E27FC236}">
                  <a16:creationId xmlns:a16="http://schemas.microsoft.com/office/drawing/2014/main" id="{DE7C91DB-1F64-92A3-7B0A-D3C3BA640E35}"/>
                </a:ext>
              </a:extLst>
            </p:cNvPr>
            <p:cNvSpPr/>
            <p:nvPr/>
          </p:nvSpPr>
          <p:spPr>
            <a:xfrm>
              <a:off x="1520197" y="3167073"/>
              <a:ext cx="180672" cy="281686"/>
            </a:xfrm>
            <a:custGeom>
              <a:avLst/>
              <a:gdLst/>
              <a:ahLst/>
              <a:cxnLst/>
              <a:rect l="l" t="t" r="r" b="b"/>
              <a:pathLst>
                <a:path w="1819" h="2836" extrusionOk="0">
                  <a:moveTo>
                    <a:pt x="64" y="0"/>
                  </a:moveTo>
                  <a:cubicBezTo>
                    <a:pt x="58" y="0"/>
                    <a:pt x="49" y="8"/>
                    <a:pt x="49" y="8"/>
                  </a:cubicBezTo>
                  <a:cubicBezTo>
                    <a:pt x="1" y="157"/>
                    <a:pt x="1" y="258"/>
                    <a:pt x="150" y="379"/>
                  </a:cubicBezTo>
                  <a:cubicBezTo>
                    <a:pt x="352" y="561"/>
                    <a:pt x="538" y="747"/>
                    <a:pt x="724" y="949"/>
                  </a:cubicBezTo>
                  <a:cubicBezTo>
                    <a:pt x="793" y="1018"/>
                    <a:pt x="857" y="1086"/>
                    <a:pt x="926" y="1151"/>
                  </a:cubicBezTo>
                  <a:cubicBezTo>
                    <a:pt x="1027" y="1252"/>
                    <a:pt x="1128" y="1353"/>
                    <a:pt x="1213" y="1454"/>
                  </a:cubicBezTo>
                  <a:cubicBezTo>
                    <a:pt x="1399" y="1623"/>
                    <a:pt x="1564" y="1809"/>
                    <a:pt x="1750" y="1975"/>
                  </a:cubicBezTo>
                  <a:cubicBezTo>
                    <a:pt x="1786" y="2011"/>
                    <a:pt x="1803" y="2027"/>
                    <a:pt x="1803" y="2060"/>
                  </a:cubicBezTo>
                  <a:lnTo>
                    <a:pt x="1803" y="2751"/>
                  </a:lnTo>
                  <a:cubicBezTo>
                    <a:pt x="1803" y="2767"/>
                    <a:pt x="1786" y="2783"/>
                    <a:pt x="1786" y="2803"/>
                  </a:cubicBezTo>
                  <a:cubicBezTo>
                    <a:pt x="1766" y="2803"/>
                    <a:pt x="1766" y="2819"/>
                    <a:pt x="1766" y="2819"/>
                  </a:cubicBezTo>
                  <a:lnTo>
                    <a:pt x="1766" y="2835"/>
                  </a:lnTo>
                  <a:lnTo>
                    <a:pt x="1803" y="2835"/>
                  </a:lnTo>
                  <a:lnTo>
                    <a:pt x="1803" y="2819"/>
                  </a:lnTo>
                  <a:cubicBezTo>
                    <a:pt x="1819" y="2803"/>
                    <a:pt x="1819" y="2767"/>
                    <a:pt x="1819" y="2751"/>
                  </a:cubicBezTo>
                  <a:lnTo>
                    <a:pt x="1819" y="2060"/>
                  </a:lnTo>
                  <a:cubicBezTo>
                    <a:pt x="1819" y="2027"/>
                    <a:pt x="1803" y="1995"/>
                    <a:pt x="1766" y="1959"/>
                  </a:cubicBezTo>
                  <a:cubicBezTo>
                    <a:pt x="1585" y="1793"/>
                    <a:pt x="1415" y="1607"/>
                    <a:pt x="1245" y="1422"/>
                  </a:cubicBezTo>
                  <a:cubicBezTo>
                    <a:pt x="1144" y="1337"/>
                    <a:pt x="1043" y="1236"/>
                    <a:pt x="958" y="1135"/>
                  </a:cubicBezTo>
                  <a:cubicBezTo>
                    <a:pt x="878" y="1066"/>
                    <a:pt x="809" y="1001"/>
                    <a:pt x="740" y="933"/>
                  </a:cubicBezTo>
                  <a:cubicBezTo>
                    <a:pt x="554" y="731"/>
                    <a:pt x="373" y="529"/>
                    <a:pt x="171" y="359"/>
                  </a:cubicBezTo>
                  <a:cubicBezTo>
                    <a:pt x="33" y="242"/>
                    <a:pt x="33" y="157"/>
                    <a:pt x="86" y="24"/>
                  </a:cubicBezTo>
                  <a:cubicBezTo>
                    <a:pt x="86" y="8"/>
                    <a:pt x="70" y="8"/>
                    <a:pt x="70" y="8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0">
              <a:extLst>
                <a:ext uri="{FF2B5EF4-FFF2-40B4-BE49-F238E27FC236}">
                  <a16:creationId xmlns:a16="http://schemas.microsoft.com/office/drawing/2014/main" id="{919AFD88-D158-FBBE-E3E2-A8CB9478760B}"/>
                </a:ext>
              </a:extLst>
            </p:cNvPr>
            <p:cNvSpPr/>
            <p:nvPr/>
          </p:nvSpPr>
          <p:spPr>
            <a:xfrm>
              <a:off x="1133823" y="3004081"/>
              <a:ext cx="6953" cy="96743"/>
            </a:xfrm>
            <a:custGeom>
              <a:avLst/>
              <a:gdLst/>
              <a:ahLst/>
              <a:cxnLst/>
              <a:rect l="l" t="t" r="r" b="b"/>
              <a:pathLst>
                <a:path w="70" h="974" extrusionOk="0">
                  <a:moveTo>
                    <a:pt x="1" y="0"/>
                  </a:moveTo>
                  <a:lnTo>
                    <a:pt x="1" y="17"/>
                  </a:lnTo>
                  <a:cubicBezTo>
                    <a:pt x="21" y="81"/>
                    <a:pt x="21" y="150"/>
                    <a:pt x="21" y="202"/>
                  </a:cubicBezTo>
                  <a:lnTo>
                    <a:pt x="21" y="788"/>
                  </a:lnTo>
                  <a:lnTo>
                    <a:pt x="21" y="825"/>
                  </a:lnTo>
                  <a:lnTo>
                    <a:pt x="21" y="857"/>
                  </a:lnTo>
                  <a:cubicBezTo>
                    <a:pt x="21" y="889"/>
                    <a:pt x="21" y="942"/>
                    <a:pt x="53" y="974"/>
                  </a:cubicBezTo>
                  <a:lnTo>
                    <a:pt x="69" y="974"/>
                  </a:lnTo>
                  <a:lnTo>
                    <a:pt x="69" y="958"/>
                  </a:lnTo>
                  <a:cubicBezTo>
                    <a:pt x="53" y="926"/>
                    <a:pt x="53" y="889"/>
                    <a:pt x="53" y="857"/>
                  </a:cubicBezTo>
                  <a:lnTo>
                    <a:pt x="53" y="825"/>
                  </a:lnTo>
                  <a:lnTo>
                    <a:pt x="53" y="788"/>
                  </a:lnTo>
                  <a:lnTo>
                    <a:pt x="53" y="202"/>
                  </a:lnTo>
                  <a:cubicBezTo>
                    <a:pt x="53" y="150"/>
                    <a:pt x="53" y="81"/>
                    <a:pt x="21" y="17"/>
                  </a:cubicBezTo>
                  <a:cubicBezTo>
                    <a:pt x="21" y="0"/>
                    <a:pt x="2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>
              <a:extLst>
                <a:ext uri="{FF2B5EF4-FFF2-40B4-BE49-F238E27FC236}">
                  <a16:creationId xmlns:a16="http://schemas.microsoft.com/office/drawing/2014/main" id="{E82B4B68-C156-04AC-7666-403E6AE6240A}"/>
                </a:ext>
              </a:extLst>
            </p:cNvPr>
            <p:cNvSpPr/>
            <p:nvPr/>
          </p:nvSpPr>
          <p:spPr>
            <a:xfrm>
              <a:off x="2028642" y="2900187"/>
              <a:ext cx="4867" cy="48570"/>
            </a:xfrm>
            <a:custGeom>
              <a:avLst/>
              <a:gdLst/>
              <a:ahLst/>
              <a:cxnLst/>
              <a:rect l="l" t="t" r="r" b="b"/>
              <a:pathLst>
                <a:path w="49" h="489" extrusionOk="0">
                  <a:moveTo>
                    <a:pt x="33" y="0"/>
                  </a:moveTo>
                  <a:cubicBezTo>
                    <a:pt x="0" y="85"/>
                    <a:pt x="16" y="170"/>
                    <a:pt x="16" y="239"/>
                  </a:cubicBezTo>
                  <a:cubicBezTo>
                    <a:pt x="16" y="319"/>
                    <a:pt x="16" y="388"/>
                    <a:pt x="0" y="473"/>
                  </a:cubicBezTo>
                  <a:cubicBezTo>
                    <a:pt x="0" y="473"/>
                    <a:pt x="0" y="489"/>
                    <a:pt x="16" y="489"/>
                  </a:cubicBezTo>
                  <a:lnTo>
                    <a:pt x="33" y="473"/>
                  </a:lnTo>
                  <a:cubicBezTo>
                    <a:pt x="49" y="388"/>
                    <a:pt x="49" y="319"/>
                    <a:pt x="33" y="239"/>
                  </a:cubicBezTo>
                  <a:cubicBezTo>
                    <a:pt x="33" y="170"/>
                    <a:pt x="33" y="85"/>
                    <a:pt x="49" y="16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>
              <a:extLst>
                <a:ext uri="{FF2B5EF4-FFF2-40B4-BE49-F238E27FC236}">
                  <a16:creationId xmlns:a16="http://schemas.microsoft.com/office/drawing/2014/main" id="{D7DF1976-F914-EBA7-C873-EFBB7E66DBE2}"/>
                </a:ext>
              </a:extLst>
            </p:cNvPr>
            <p:cNvSpPr/>
            <p:nvPr/>
          </p:nvSpPr>
          <p:spPr>
            <a:xfrm>
              <a:off x="1525064" y="1604591"/>
              <a:ext cx="200736" cy="444678"/>
            </a:xfrm>
            <a:custGeom>
              <a:avLst/>
              <a:gdLst/>
              <a:ahLst/>
              <a:cxnLst/>
              <a:rect l="l" t="t" r="r" b="b"/>
              <a:pathLst>
                <a:path w="2021" h="4477" extrusionOk="0">
                  <a:moveTo>
                    <a:pt x="37" y="0"/>
                  </a:moveTo>
                  <a:cubicBezTo>
                    <a:pt x="0" y="53"/>
                    <a:pt x="0" y="85"/>
                    <a:pt x="0" y="133"/>
                  </a:cubicBezTo>
                  <a:lnTo>
                    <a:pt x="0" y="170"/>
                  </a:lnTo>
                  <a:lnTo>
                    <a:pt x="0" y="707"/>
                  </a:lnTo>
                  <a:lnTo>
                    <a:pt x="0" y="1127"/>
                  </a:lnTo>
                  <a:cubicBezTo>
                    <a:pt x="0" y="1196"/>
                    <a:pt x="21" y="1244"/>
                    <a:pt x="53" y="1313"/>
                  </a:cubicBezTo>
                  <a:cubicBezTo>
                    <a:pt x="154" y="1466"/>
                    <a:pt x="255" y="1616"/>
                    <a:pt x="340" y="1769"/>
                  </a:cubicBezTo>
                  <a:cubicBezTo>
                    <a:pt x="526" y="2052"/>
                    <a:pt x="691" y="2339"/>
                    <a:pt x="877" y="2626"/>
                  </a:cubicBezTo>
                  <a:cubicBezTo>
                    <a:pt x="994" y="2796"/>
                    <a:pt x="1111" y="2981"/>
                    <a:pt x="1212" y="3163"/>
                  </a:cubicBezTo>
                  <a:cubicBezTo>
                    <a:pt x="1350" y="3365"/>
                    <a:pt x="1467" y="3587"/>
                    <a:pt x="1600" y="3769"/>
                  </a:cubicBezTo>
                  <a:cubicBezTo>
                    <a:pt x="1637" y="3822"/>
                    <a:pt x="1669" y="3870"/>
                    <a:pt x="1685" y="3923"/>
                  </a:cubicBezTo>
                  <a:cubicBezTo>
                    <a:pt x="1754" y="4040"/>
                    <a:pt x="1818" y="4157"/>
                    <a:pt x="1919" y="4242"/>
                  </a:cubicBezTo>
                  <a:cubicBezTo>
                    <a:pt x="1972" y="4294"/>
                    <a:pt x="1988" y="4395"/>
                    <a:pt x="1972" y="4460"/>
                  </a:cubicBezTo>
                  <a:cubicBezTo>
                    <a:pt x="1972" y="4460"/>
                    <a:pt x="1972" y="4476"/>
                    <a:pt x="1988" y="4476"/>
                  </a:cubicBezTo>
                  <a:cubicBezTo>
                    <a:pt x="1988" y="4476"/>
                    <a:pt x="2004" y="4476"/>
                    <a:pt x="2004" y="4460"/>
                  </a:cubicBezTo>
                  <a:cubicBezTo>
                    <a:pt x="2020" y="4359"/>
                    <a:pt x="1988" y="4274"/>
                    <a:pt x="1939" y="4226"/>
                  </a:cubicBezTo>
                  <a:cubicBezTo>
                    <a:pt x="1838" y="4141"/>
                    <a:pt x="1770" y="4024"/>
                    <a:pt x="1717" y="3923"/>
                  </a:cubicBezTo>
                  <a:cubicBezTo>
                    <a:pt x="1685" y="3870"/>
                    <a:pt x="1653" y="3805"/>
                    <a:pt x="1616" y="3769"/>
                  </a:cubicBezTo>
                  <a:cubicBezTo>
                    <a:pt x="1499" y="3567"/>
                    <a:pt x="1366" y="3349"/>
                    <a:pt x="1249" y="3147"/>
                  </a:cubicBezTo>
                  <a:cubicBezTo>
                    <a:pt x="1132" y="2981"/>
                    <a:pt x="1031" y="2779"/>
                    <a:pt x="909" y="2610"/>
                  </a:cubicBezTo>
                  <a:cubicBezTo>
                    <a:pt x="728" y="2323"/>
                    <a:pt x="542" y="2036"/>
                    <a:pt x="372" y="1749"/>
                  </a:cubicBezTo>
                  <a:cubicBezTo>
                    <a:pt x="271" y="1600"/>
                    <a:pt x="170" y="1446"/>
                    <a:pt x="85" y="1297"/>
                  </a:cubicBezTo>
                  <a:cubicBezTo>
                    <a:pt x="37" y="1244"/>
                    <a:pt x="37" y="1196"/>
                    <a:pt x="37" y="1127"/>
                  </a:cubicBezTo>
                  <a:lnTo>
                    <a:pt x="37" y="707"/>
                  </a:lnTo>
                  <a:lnTo>
                    <a:pt x="37" y="170"/>
                  </a:lnTo>
                  <a:lnTo>
                    <a:pt x="37" y="133"/>
                  </a:lnTo>
                  <a:cubicBezTo>
                    <a:pt x="21" y="101"/>
                    <a:pt x="21" y="53"/>
                    <a:pt x="53" y="32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>
              <a:extLst>
                <a:ext uri="{FF2B5EF4-FFF2-40B4-BE49-F238E27FC236}">
                  <a16:creationId xmlns:a16="http://schemas.microsoft.com/office/drawing/2014/main" id="{3AA74C1C-A640-DFAE-0636-B6861BCD0488}"/>
                </a:ext>
              </a:extLst>
            </p:cNvPr>
            <p:cNvSpPr/>
            <p:nvPr/>
          </p:nvSpPr>
          <p:spPr>
            <a:xfrm>
              <a:off x="849753" y="2262918"/>
              <a:ext cx="364423" cy="279799"/>
            </a:xfrm>
            <a:custGeom>
              <a:avLst/>
              <a:gdLst/>
              <a:ahLst/>
              <a:cxnLst/>
              <a:rect l="l" t="t" r="r" b="b"/>
              <a:pathLst>
                <a:path w="3669" h="2817" extrusionOk="0">
                  <a:moveTo>
                    <a:pt x="3583" y="1"/>
                  </a:moveTo>
                  <a:cubicBezTo>
                    <a:pt x="3529" y="1"/>
                    <a:pt x="3480" y="27"/>
                    <a:pt x="3451" y="54"/>
                  </a:cubicBezTo>
                  <a:cubicBezTo>
                    <a:pt x="3434" y="54"/>
                    <a:pt x="3418" y="70"/>
                    <a:pt x="3386" y="90"/>
                  </a:cubicBezTo>
                  <a:cubicBezTo>
                    <a:pt x="2493" y="510"/>
                    <a:pt x="1568" y="946"/>
                    <a:pt x="675" y="1367"/>
                  </a:cubicBezTo>
                  <a:lnTo>
                    <a:pt x="372" y="1520"/>
                  </a:lnTo>
                  <a:cubicBezTo>
                    <a:pt x="356" y="1520"/>
                    <a:pt x="356" y="1520"/>
                    <a:pt x="356" y="1536"/>
                  </a:cubicBezTo>
                  <a:lnTo>
                    <a:pt x="336" y="1536"/>
                  </a:lnTo>
                  <a:cubicBezTo>
                    <a:pt x="102" y="1585"/>
                    <a:pt x="1" y="1722"/>
                    <a:pt x="33" y="1989"/>
                  </a:cubicBezTo>
                  <a:lnTo>
                    <a:pt x="33" y="2461"/>
                  </a:lnTo>
                  <a:cubicBezTo>
                    <a:pt x="17" y="2530"/>
                    <a:pt x="17" y="2595"/>
                    <a:pt x="17" y="2663"/>
                  </a:cubicBezTo>
                  <a:lnTo>
                    <a:pt x="17" y="2696"/>
                  </a:lnTo>
                  <a:cubicBezTo>
                    <a:pt x="17" y="2732"/>
                    <a:pt x="17" y="2780"/>
                    <a:pt x="33" y="2817"/>
                  </a:cubicBezTo>
                  <a:lnTo>
                    <a:pt x="53" y="2817"/>
                  </a:lnTo>
                  <a:cubicBezTo>
                    <a:pt x="53" y="2817"/>
                    <a:pt x="69" y="2797"/>
                    <a:pt x="53" y="2797"/>
                  </a:cubicBezTo>
                  <a:cubicBezTo>
                    <a:pt x="33" y="2764"/>
                    <a:pt x="53" y="2732"/>
                    <a:pt x="53" y="2696"/>
                  </a:cubicBezTo>
                  <a:lnTo>
                    <a:pt x="53" y="2663"/>
                  </a:lnTo>
                  <a:lnTo>
                    <a:pt x="53" y="2461"/>
                  </a:lnTo>
                  <a:cubicBezTo>
                    <a:pt x="69" y="2312"/>
                    <a:pt x="69" y="2142"/>
                    <a:pt x="53" y="1989"/>
                  </a:cubicBezTo>
                  <a:cubicBezTo>
                    <a:pt x="33" y="1738"/>
                    <a:pt x="118" y="1605"/>
                    <a:pt x="336" y="1569"/>
                  </a:cubicBezTo>
                  <a:lnTo>
                    <a:pt x="372" y="1536"/>
                  </a:lnTo>
                  <a:lnTo>
                    <a:pt x="691" y="1383"/>
                  </a:lnTo>
                  <a:cubicBezTo>
                    <a:pt x="1584" y="963"/>
                    <a:pt x="2493" y="526"/>
                    <a:pt x="3402" y="106"/>
                  </a:cubicBezTo>
                  <a:cubicBezTo>
                    <a:pt x="3418" y="90"/>
                    <a:pt x="3434" y="90"/>
                    <a:pt x="3451" y="70"/>
                  </a:cubicBezTo>
                  <a:cubicBezTo>
                    <a:pt x="3503" y="38"/>
                    <a:pt x="3552" y="21"/>
                    <a:pt x="3604" y="21"/>
                  </a:cubicBezTo>
                  <a:cubicBezTo>
                    <a:pt x="3636" y="207"/>
                    <a:pt x="3636" y="223"/>
                    <a:pt x="3467" y="292"/>
                  </a:cubicBezTo>
                  <a:cubicBezTo>
                    <a:pt x="3350" y="357"/>
                    <a:pt x="3216" y="409"/>
                    <a:pt x="3083" y="474"/>
                  </a:cubicBezTo>
                  <a:cubicBezTo>
                    <a:pt x="2946" y="542"/>
                    <a:pt x="2796" y="611"/>
                    <a:pt x="2659" y="676"/>
                  </a:cubicBezTo>
                  <a:cubicBezTo>
                    <a:pt x="2542" y="728"/>
                    <a:pt x="2408" y="797"/>
                    <a:pt x="2291" y="862"/>
                  </a:cubicBezTo>
                  <a:cubicBezTo>
                    <a:pt x="2138" y="930"/>
                    <a:pt x="1988" y="1015"/>
                    <a:pt x="1835" y="1080"/>
                  </a:cubicBezTo>
                  <a:cubicBezTo>
                    <a:pt x="1516" y="1233"/>
                    <a:pt x="1196" y="1383"/>
                    <a:pt x="877" y="1520"/>
                  </a:cubicBezTo>
                  <a:cubicBezTo>
                    <a:pt x="691" y="1621"/>
                    <a:pt x="489" y="1706"/>
                    <a:pt x="304" y="1787"/>
                  </a:cubicBezTo>
                  <a:cubicBezTo>
                    <a:pt x="235" y="1823"/>
                    <a:pt x="203" y="1872"/>
                    <a:pt x="203" y="1956"/>
                  </a:cubicBezTo>
                  <a:lnTo>
                    <a:pt x="203" y="2259"/>
                  </a:lnTo>
                  <a:lnTo>
                    <a:pt x="203" y="2514"/>
                  </a:lnTo>
                  <a:lnTo>
                    <a:pt x="203" y="2562"/>
                  </a:lnTo>
                  <a:cubicBezTo>
                    <a:pt x="203" y="2615"/>
                    <a:pt x="203" y="2663"/>
                    <a:pt x="235" y="2716"/>
                  </a:cubicBezTo>
                  <a:lnTo>
                    <a:pt x="255" y="2716"/>
                  </a:lnTo>
                  <a:lnTo>
                    <a:pt x="255" y="2696"/>
                  </a:lnTo>
                  <a:cubicBezTo>
                    <a:pt x="219" y="2663"/>
                    <a:pt x="235" y="2615"/>
                    <a:pt x="235" y="2562"/>
                  </a:cubicBezTo>
                  <a:lnTo>
                    <a:pt x="235" y="2514"/>
                  </a:lnTo>
                  <a:lnTo>
                    <a:pt x="235" y="2259"/>
                  </a:lnTo>
                  <a:lnTo>
                    <a:pt x="235" y="1956"/>
                  </a:lnTo>
                  <a:cubicBezTo>
                    <a:pt x="235" y="1888"/>
                    <a:pt x="255" y="1839"/>
                    <a:pt x="304" y="1823"/>
                  </a:cubicBezTo>
                  <a:cubicBezTo>
                    <a:pt x="506" y="1722"/>
                    <a:pt x="691" y="1637"/>
                    <a:pt x="893" y="1552"/>
                  </a:cubicBezTo>
                  <a:cubicBezTo>
                    <a:pt x="1213" y="1403"/>
                    <a:pt x="1532" y="1249"/>
                    <a:pt x="1851" y="1100"/>
                  </a:cubicBezTo>
                  <a:cubicBezTo>
                    <a:pt x="2004" y="1031"/>
                    <a:pt x="2154" y="946"/>
                    <a:pt x="2307" y="878"/>
                  </a:cubicBezTo>
                  <a:cubicBezTo>
                    <a:pt x="2424" y="813"/>
                    <a:pt x="2542" y="761"/>
                    <a:pt x="2679" y="696"/>
                  </a:cubicBezTo>
                  <a:cubicBezTo>
                    <a:pt x="2812" y="627"/>
                    <a:pt x="2962" y="559"/>
                    <a:pt x="3099" y="494"/>
                  </a:cubicBezTo>
                  <a:cubicBezTo>
                    <a:pt x="3216" y="441"/>
                    <a:pt x="3350" y="373"/>
                    <a:pt x="3487" y="324"/>
                  </a:cubicBezTo>
                  <a:cubicBezTo>
                    <a:pt x="3653" y="240"/>
                    <a:pt x="3669" y="223"/>
                    <a:pt x="3620" y="21"/>
                  </a:cubicBezTo>
                  <a:lnTo>
                    <a:pt x="3620" y="5"/>
                  </a:lnTo>
                  <a:cubicBezTo>
                    <a:pt x="3608" y="2"/>
                    <a:pt x="3595" y="1"/>
                    <a:pt x="35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>
              <a:extLst>
                <a:ext uri="{FF2B5EF4-FFF2-40B4-BE49-F238E27FC236}">
                  <a16:creationId xmlns:a16="http://schemas.microsoft.com/office/drawing/2014/main" id="{1FBEC2A2-FD71-6490-17BB-63ACC3B1FE12}"/>
                </a:ext>
              </a:extLst>
            </p:cNvPr>
            <p:cNvSpPr/>
            <p:nvPr/>
          </p:nvSpPr>
          <p:spPr>
            <a:xfrm>
              <a:off x="751024" y="2042714"/>
              <a:ext cx="5364" cy="46583"/>
            </a:xfrm>
            <a:custGeom>
              <a:avLst/>
              <a:gdLst/>
              <a:ahLst/>
              <a:cxnLst/>
              <a:rect l="l" t="t" r="r" b="b"/>
              <a:pathLst>
                <a:path w="54" h="469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66"/>
                    <a:pt x="1" y="320"/>
                    <a:pt x="37" y="453"/>
                  </a:cubicBezTo>
                  <a:lnTo>
                    <a:pt x="37" y="469"/>
                  </a:lnTo>
                  <a:cubicBezTo>
                    <a:pt x="53" y="469"/>
                    <a:pt x="53" y="453"/>
                    <a:pt x="53" y="453"/>
                  </a:cubicBezTo>
                  <a:cubicBezTo>
                    <a:pt x="37" y="320"/>
                    <a:pt x="37" y="166"/>
                    <a:pt x="53" y="17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>
              <a:extLst>
                <a:ext uri="{FF2B5EF4-FFF2-40B4-BE49-F238E27FC236}">
                  <a16:creationId xmlns:a16="http://schemas.microsoft.com/office/drawing/2014/main" id="{248843A8-2BAA-F6BB-EE5A-355C37F4CE13}"/>
                </a:ext>
              </a:extLst>
            </p:cNvPr>
            <p:cNvSpPr/>
            <p:nvPr/>
          </p:nvSpPr>
          <p:spPr>
            <a:xfrm>
              <a:off x="2006592" y="2873667"/>
              <a:ext cx="5264" cy="48272"/>
            </a:xfrm>
            <a:custGeom>
              <a:avLst/>
              <a:gdLst/>
              <a:ahLst/>
              <a:cxnLst/>
              <a:rect l="l" t="t" r="r" b="b"/>
              <a:pathLst>
                <a:path w="53" h="486" extrusionOk="0">
                  <a:moveTo>
                    <a:pt x="36" y="1"/>
                  </a:moveTo>
                  <a:cubicBezTo>
                    <a:pt x="20" y="81"/>
                    <a:pt x="20" y="166"/>
                    <a:pt x="20" y="235"/>
                  </a:cubicBezTo>
                  <a:cubicBezTo>
                    <a:pt x="20" y="320"/>
                    <a:pt x="20" y="384"/>
                    <a:pt x="0" y="469"/>
                  </a:cubicBezTo>
                  <a:lnTo>
                    <a:pt x="20" y="485"/>
                  </a:lnTo>
                  <a:lnTo>
                    <a:pt x="36" y="469"/>
                  </a:lnTo>
                  <a:cubicBezTo>
                    <a:pt x="53" y="384"/>
                    <a:pt x="53" y="320"/>
                    <a:pt x="53" y="235"/>
                  </a:cubicBezTo>
                  <a:cubicBezTo>
                    <a:pt x="36" y="166"/>
                    <a:pt x="36" y="81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>
              <a:extLst>
                <a:ext uri="{FF2B5EF4-FFF2-40B4-BE49-F238E27FC236}">
                  <a16:creationId xmlns:a16="http://schemas.microsoft.com/office/drawing/2014/main" id="{1326F6AB-CCCD-D631-9A5A-99A7384114E2}"/>
                </a:ext>
              </a:extLst>
            </p:cNvPr>
            <p:cNvSpPr/>
            <p:nvPr/>
          </p:nvSpPr>
          <p:spPr>
            <a:xfrm>
              <a:off x="672458" y="1751791"/>
              <a:ext cx="144121" cy="207192"/>
            </a:xfrm>
            <a:custGeom>
              <a:avLst/>
              <a:gdLst/>
              <a:ahLst/>
              <a:cxnLst/>
              <a:rect l="l" t="t" r="r" b="b"/>
              <a:pathLst>
                <a:path w="1451" h="2086" extrusionOk="0">
                  <a:moveTo>
                    <a:pt x="1434" y="1"/>
                  </a:moveTo>
                  <a:cubicBezTo>
                    <a:pt x="1414" y="33"/>
                    <a:pt x="1398" y="33"/>
                    <a:pt x="1366" y="49"/>
                  </a:cubicBezTo>
                  <a:cubicBezTo>
                    <a:pt x="1349" y="49"/>
                    <a:pt x="1333" y="65"/>
                    <a:pt x="1333" y="65"/>
                  </a:cubicBezTo>
                  <a:cubicBezTo>
                    <a:pt x="1131" y="186"/>
                    <a:pt x="909" y="304"/>
                    <a:pt x="707" y="421"/>
                  </a:cubicBezTo>
                  <a:cubicBezTo>
                    <a:pt x="505" y="538"/>
                    <a:pt x="287" y="671"/>
                    <a:pt x="69" y="792"/>
                  </a:cubicBezTo>
                  <a:cubicBezTo>
                    <a:pt x="20" y="809"/>
                    <a:pt x="0" y="825"/>
                    <a:pt x="0" y="893"/>
                  </a:cubicBezTo>
                  <a:lnTo>
                    <a:pt x="0" y="1362"/>
                  </a:lnTo>
                  <a:lnTo>
                    <a:pt x="0" y="2037"/>
                  </a:lnTo>
                  <a:cubicBezTo>
                    <a:pt x="0" y="2053"/>
                    <a:pt x="0" y="2053"/>
                    <a:pt x="20" y="2069"/>
                  </a:cubicBezTo>
                  <a:lnTo>
                    <a:pt x="20" y="2085"/>
                  </a:lnTo>
                  <a:lnTo>
                    <a:pt x="37" y="2085"/>
                  </a:lnTo>
                  <a:cubicBezTo>
                    <a:pt x="53" y="2085"/>
                    <a:pt x="53" y="2069"/>
                    <a:pt x="53" y="2069"/>
                  </a:cubicBezTo>
                  <a:lnTo>
                    <a:pt x="37" y="2053"/>
                  </a:lnTo>
                  <a:lnTo>
                    <a:pt x="20" y="2037"/>
                  </a:lnTo>
                  <a:lnTo>
                    <a:pt x="20" y="1362"/>
                  </a:lnTo>
                  <a:lnTo>
                    <a:pt x="20" y="893"/>
                  </a:lnTo>
                  <a:cubicBezTo>
                    <a:pt x="20" y="841"/>
                    <a:pt x="37" y="841"/>
                    <a:pt x="69" y="825"/>
                  </a:cubicBezTo>
                  <a:lnTo>
                    <a:pt x="85" y="809"/>
                  </a:lnTo>
                  <a:cubicBezTo>
                    <a:pt x="287" y="691"/>
                    <a:pt x="505" y="570"/>
                    <a:pt x="727" y="437"/>
                  </a:cubicBezTo>
                  <a:cubicBezTo>
                    <a:pt x="929" y="320"/>
                    <a:pt x="1131" y="203"/>
                    <a:pt x="1333" y="85"/>
                  </a:cubicBezTo>
                  <a:lnTo>
                    <a:pt x="1382" y="85"/>
                  </a:lnTo>
                  <a:cubicBezTo>
                    <a:pt x="1398" y="65"/>
                    <a:pt x="1434" y="49"/>
                    <a:pt x="1450" y="17"/>
                  </a:cubicBezTo>
                  <a:lnTo>
                    <a:pt x="14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>
              <a:extLst>
                <a:ext uri="{FF2B5EF4-FFF2-40B4-BE49-F238E27FC236}">
                  <a16:creationId xmlns:a16="http://schemas.microsoft.com/office/drawing/2014/main" id="{593F5206-F15B-387A-A1B1-58CEDA624015}"/>
                </a:ext>
              </a:extLst>
            </p:cNvPr>
            <p:cNvSpPr/>
            <p:nvPr/>
          </p:nvSpPr>
          <p:spPr>
            <a:xfrm>
              <a:off x="1521886" y="1766690"/>
              <a:ext cx="202325" cy="429779"/>
            </a:xfrm>
            <a:custGeom>
              <a:avLst/>
              <a:gdLst/>
              <a:ahLst/>
              <a:cxnLst/>
              <a:rect l="l" t="t" r="r" b="b"/>
              <a:pathLst>
                <a:path w="2037" h="4327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117"/>
                    <a:pt x="69" y="186"/>
                    <a:pt x="117" y="271"/>
                  </a:cubicBezTo>
                  <a:cubicBezTo>
                    <a:pt x="133" y="287"/>
                    <a:pt x="154" y="303"/>
                    <a:pt x="170" y="339"/>
                  </a:cubicBezTo>
                  <a:cubicBezTo>
                    <a:pt x="319" y="574"/>
                    <a:pt x="473" y="808"/>
                    <a:pt x="622" y="1046"/>
                  </a:cubicBezTo>
                  <a:cubicBezTo>
                    <a:pt x="962" y="1567"/>
                    <a:pt x="1313" y="2121"/>
                    <a:pt x="1648" y="2642"/>
                  </a:cubicBezTo>
                  <a:cubicBezTo>
                    <a:pt x="1685" y="2711"/>
                    <a:pt x="1717" y="2763"/>
                    <a:pt x="1749" y="2812"/>
                  </a:cubicBezTo>
                  <a:cubicBezTo>
                    <a:pt x="1850" y="2929"/>
                    <a:pt x="1935" y="3066"/>
                    <a:pt x="1971" y="3216"/>
                  </a:cubicBezTo>
                  <a:cubicBezTo>
                    <a:pt x="2004" y="3349"/>
                    <a:pt x="1988" y="3486"/>
                    <a:pt x="1988" y="3636"/>
                  </a:cubicBezTo>
                  <a:lnTo>
                    <a:pt x="1988" y="3789"/>
                  </a:lnTo>
                  <a:cubicBezTo>
                    <a:pt x="1971" y="3838"/>
                    <a:pt x="1988" y="3906"/>
                    <a:pt x="1988" y="3955"/>
                  </a:cubicBezTo>
                  <a:cubicBezTo>
                    <a:pt x="1988" y="4076"/>
                    <a:pt x="1988" y="4193"/>
                    <a:pt x="1971" y="4310"/>
                  </a:cubicBezTo>
                  <a:lnTo>
                    <a:pt x="1971" y="4327"/>
                  </a:lnTo>
                  <a:lnTo>
                    <a:pt x="1988" y="4327"/>
                  </a:lnTo>
                  <a:lnTo>
                    <a:pt x="1988" y="4310"/>
                  </a:lnTo>
                  <a:cubicBezTo>
                    <a:pt x="2020" y="4193"/>
                    <a:pt x="2004" y="4076"/>
                    <a:pt x="2004" y="3955"/>
                  </a:cubicBezTo>
                  <a:lnTo>
                    <a:pt x="2004" y="3789"/>
                  </a:lnTo>
                  <a:cubicBezTo>
                    <a:pt x="2004" y="3737"/>
                    <a:pt x="2004" y="3688"/>
                    <a:pt x="2020" y="3636"/>
                  </a:cubicBezTo>
                  <a:cubicBezTo>
                    <a:pt x="2020" y="3486"/>
                    <a:pt x="2036" y="3349"/>
                    <a:pt x="2004" y="3200"/>
                  </a:cubicBezTo>
                  <a:cubicBezTo>
                    <a:pt x="1971" y="3046"/>
                    <a:pt x="1870" y="2929"/>
                    <a:pt x="1769" y="2796"/>
                  </a:cubicBezTo>
                  <a:cubicBezTo>
                    <a:pt x="1733" y="2743"/>
                    <a:pt x="1701" y="2695"/>
                    <a:pt x="1669" y="2642"/>
                  </a:cubicBezTo>
                  <a:cubicBezTo>
                    <a:pt x="1329" y="2105"/>
                    <a:pt x="978" y="1567"/>
                    <a:pt x="659" y="1046"/>
                  </a:cubicBezTo>
                  <a:cubicBezTo>
                    <a:pt x="505" y="792"/>
                    <a:pt x="356" y="558"/>
                    <a:pt x="202" y="319"/>
                  </a:cubicBezTo>
                  <a:cubicBezTo>
                    <a:pt x="186" y="303"/>
                    <a:pt x="154" y="271"/>
                    <a:pt x="133" y="255"/>
                  </a:cubicBezTo>
                  <a:cubicBezTo>
                    <a:pt x="85" y="170"/>
                    <a:pt x="32" y="117"/>
                    <a:pt x="32" y="16"/>
                  </a:cubicBez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>
              <a:extLst>
                <a:ext uri="{FF2B5EF4-FFF2-40B4-BE49-F238E27FC236}">
                  <a16:creationId xmlns:a16="http://schemas.microsoft.com/office/drawing/2014/main" id="{A2C40374-6486-4E66-5F76-34187320716C}"/>
                </a:ext>
              </a:extLst>
            </p:cNvPr>
            <p:cNvSpPr/>
            <p:nvPr/>
          </p:nvSpPr>
          <p:spPr>
            <a:xfrm>
              <a:off x="1411536" y="2376943"/>
              <a:ext cx="90386" cy="195869"/>
            </a:xfrm>
            <a:custGeom>
              <a:avLst/>
              <a:gdLst/>
              <a:ahLst/>
              <a:cxnLst/>
              <a:rect l="l" t="t" r="r" b="b"/>
              <a:pathLst>
                <a:path w="910" h="1972" extrusionOk="0">
                  <a:moveTo>
                    <a:pt x="33" y="0"/>
                  </a:moveTo>
                  <a:cubicBezTo>
                    <a:pt x="0" y="33"/>
                    <a:pt x="0" y="85"/>
                    <a:pt x="0" y="118"/>
                  </a:cubicBezTo>
                  <a:lnTo>
                    <a:pt x="0" y="154"/>
                  </a:lnTo>
                  <a:lnTo>
                    <a:pt x="0" y="675"/>
                  </a:lnTo>
                  <a:cubicBezTo>
                    <a:pt x="0" y="792"/>
                    <a:pt x="0" y="893"/>
                    <a:pt x="134" y="994"/>
                  </a:cubicBezTo>
                  <a:cubicBezTo>
                    <a:pt x="218" y="1043"/>
                    <a:pt x="271" y="1127"/>
                    <a:pt x="336" y="1212"/>
                  </a:cubicBezTo>
                  <a:cubicBezTo>
                    <a:pt x="372" y="1265"/>
                    <a:pt x="404" y="1313"/>
                    <a:pt x="457" y="1346"/>
                  </a:cubicBezTo>
                  <a:cubicBezTo>
                    <a:pt x="505" y="1414"/>
                    <a:pt x="558" y="1483"/>
                    <a:pt x="590" y="1548"/>
                  </a:cubicBezTo>
                  <a:cubicBezTo>
                    <a:pt x="659" y="1632"/>
                    <a:pt x="739" y="1733"/>
                    <a:pt x="824" y="1818"/>
                  </a:cubicBezTo>
                  <a:cubicBezTo>
                    <a:pt x="840" y="1834"/>
                    <a:pt x="861" y="1871"/>
                    <a:pt x="861" y="1903"/>
                  </a:cubicBezTo>
                  <a:cubicBezTo>
                    <a:pt x="861" y="1919"/>
                    <a:pt x="877" y="1935"/>
                    <a:pt x="877" y="1952"/>
                  </a:cubicBezTo>
                  <a:lnTo>
                    <a:pt x="893" y="1972"/>
                  </a:lnTo>
                  <a:lnTo>
                    <a:pt x="909" y="1952"/>
                  </a:lnTo>
                  <a:cubicBezTo>
                    <a:pt x="893" y="1935"/>
                    <a:pt x="893" y="1919"/>
                    <a:pt x="893" y="1903"/>
                  </a:cubicBezTo>
                  <a:cubicBezTo>
                    <a:pt x="877" y="1871"/>
                    <a:pt x="877" y="1818"/>
                    <a:pt x="840" y="1802"/>
                  </a:cubicBezTo>
                  <a:cubicBezTo>
                    <a:pt x="760" y="1717"/>
                    <a:pt x="691" y="1616"/>
                    <a:pt x="622" y="1531"/>
                  </a:cubicBezTo>
                  <a:cubicBezTo>
                    <a:pt x="574" y="1467"/>
                    <a:pt x="521" y="1398"/>
                    <a:pt x="473" y="1329"/>
                  </a:cubicBezTo>
                  <a:cubicBezTo>
                    <a:pt x="420" y="1297"/>
                    <a:pt x="388" y="1245"/>
                    <a:pt x="356" y="1196"/>
                  </a:cubicBezTo>
                  <a:cubicBezTo>
                    <a:pt x="287" y="1111"/>
                    <a:pt x="235" y="1027"/>
                    <a:pt x="154" y="962"/>
                  </a:cubicBezTo>
                  <a:cubicBezTo>
                    <a:pt x="16" y="893"/>
                    <a:pt x="16" y="792"/>
                    <a:pt x="16" y="675"/>
                  </a:cubicBezTo>
                  <a:lnTo>
                    <a:pt x="16" y="154"/>
                  </a:lnTo>
                  <a:lnTo>
                    <a:pt x="16" y="118"/>
                  </a:lnTo>
                  <a:cubicBezTo>
                    <a:pt x="16" y="85"/>
                    <a:pt x="16" y="53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>
              <a:extLst>
                <a:ext uri="{FF2B5EF4-FFF2-40B4-BE49-F238E27FC236}">
                  <a16:creationId xmlns:a16="http://schemas.microsoft.com/office/drawing/2014/main" id="{9FACCB23-B698-6D6D-C3C1-C0764B966076}"/>
                </a:ext>
              </a:extLst>
            </p:cNvPr>
            <p:cNvSpPr/>
            <p:nvPr/>
          </p:nvSpPr>
          <p:spPr>
            <a:xfrm>
              <a:off x="1334459" y="3102412"/>
              <a:ext cx="5364" cy="97140"/>
            </a:xfrm>
            <a:custGeom>
              <a:avLst/>
              <a:gdLst/>
              <a:ahLst/>
              <a:cxnLst/>
              <a:rect l="l" t="t" r="r" b="b"/>
              <a:pathLst>
                <a:path w="54" h="978" extrusionOk="0">
                  <a:moveTo>
                    <a:pt x="37" y="0"/>
                  </a:moveTo>
                  <a:cubicBezTo>
                    <a:pt x="21" y="0"/>
                    <a:pt x="21" y="0"/>
                    <a:pt x="21" y="20"/>
                  </a:cubicBezTo>
                  <a:lnTo>
                    <a:pt x="21" y="222"/>
                  </a:lnTo>
                  <a:cubicBezTo>
                    <a:pt x="1" y="424"/>
                    <a:pt x="1" y="626"/>
                    <a:pt x="1" y="828"/>
                  </a:cubicBezTo>
                  <a:lnTo>
                    <a:pt x="1" y="844"/>
                  </a:lnTo>
                  <a:cubicBezTo>
                    <a:pt x="1" y="893"/>
                    <a:pt x="1" y="929"/>
                    <a:pt x="21" y="962"/>
                  </a:cubicBezTo>
                  <a:lnTo>
                    <a:pt x="37" y="978"/>
                  </a:lnTo>
                  <a:cubicBezTo>
                    <a:pt x="37" y="962"/>
                    <a:pt x="53" y="962"/>
                    <a:pt x="37" y="962"/>
                  </a:cubicBezTo>
                  <a:cubicBezTo>
                    <a:pt x="21" y="929"/>
                    <a:pt x="37" y="893"/>
                    <a:pt x="37" y="861"/>
                  </a:cubicBezTo>
                  <a:lnTo>
                    <a:pt x="37" y="828"/>
                  </a:lnTo>
                  <a:lnTo>
                    <a:pt x="37" y="222"/>
                  </a:lnTo>
                  <a:lnTo>
                    <a:pt x="37" y="20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>
              <a:extLst>
                <a:ext uri="{FF2B5EF4-FFF2-40B4-BE49-F238E27FC236}">
                  <a16:creationId xmlns:a16="http://schemas.microsoft.com/office/drawing/2014/main" id="{EB17C95C-E317-9A91-7D44-784F3B83E663}"/>
                </a:ext>
              </a:extLst>
            </p:cNvPr>
            <p:cNvSpPr/>
            <p:nvPr/>
          </p:nvSpPr>
          <p:spPr>
            <a:xfrm>
              <a:off x="2083569" y="3192699"/>
              <a:ext cx="103596" cy="158920"/>
            </a:xfrm>
            <a:custGeom>
              <a:avLst/>
              <a:gdLst/>
              <a:ahLst/>
              <a:cxnLst/>
              <a:rect l="l" t="t" r="r" b="b"/>
              <a:pathLst>
                <a:path w="1043" h="1600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17" y="154"/>
                    <a:pt x="69" y="202"/>
                  </a:cubicBezTo>
                  <a:cubicBezTo>
                    <a:pt x="118" y="255"/>
                    <a:pt x="170" y="303"/>
                    <a:pt x="203" y="356"/>
                  </a:cubicBezTo>
                  <a:cubicBezTo>
                    <a:pt x="287" y="457"/>
                    <a:pt x="356" y="541"/>
                    <a:pt x="421" y="642"/>
                  </a:cubicBezTo>
                  <a:cubicBezTo>
                    <a:pt x="574" y="844"/>
                    <a:pt x="740" y="1046"/>
                    <a:pt x="893" y="1232"/>
                  </a:cubicBezTo>
                  <a:cubicBezTo>
                    <a:pt x="994" y="1349"/>
                    <a:pt x="1027" y="1450"/>
                    <a:pt x="978" y="1584"/>
                  </a:cubicBezTo>
                  <a:lnTo>
                    <a:pt x="978" y="1600"/>
                  </a:lnTo>
                  <a:lnTo>
                    <a:pt x="994" y="1600"/>
                  </a:lnTo>
                  <a:cubicBezTo>
                    <a:pt x="1043" y="1450"/>
                    <a:pt x="1027" y="1349"/>
                    <a:pt x="926" y="1212"/>
                  </a:cubicBezTo>
                  <a:cubicBezTo>
                    <a:pt x="760" y="1030"/>
                    <a:pt x="590" y="828"/>
                    <a:pt x="437" y="626"/>
                  </a:cubicBezTo>
                  <a:cubicBezTo>
                    <a:pt x="372" y="525"/>
                    <a:pt x="304" y="440"/>
                    <a:pt x="219" y="339"/>
                  </a:cubicBezTo>
                  <a:cubicBezTo>
                    <a:pt x="186" y="287"/>
                    <a:pt x="134" y="238"/>
                    <a:pt x="85" y="186"/>
                  </a:cubicBezTo>
                  <a:cubicBezTo>
                    <a:pt x="33" y="154"/>
                    <a:pt x="17" y="85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>
              <a:extLst>
                <a:ext uri="{FF2B5EF4-FFF2-40B4-BE49-F238E27FC236}">
                  <a16:creationId xmlns:a16="http://schemas.microsoft.com/office/drawing/2014/main" id="{0198647B-61F0-4C11-6E44-56CF0D16F97C}"/>
                </a:ext>
              </a:extLst>
            </p:cNvPr>
            <p:cNvSpPr/>
            <p:nvPr/>
          </p:nvSpPr>
          <p:spPr>
            <a:xfrm>
              <a:off x="1923059" y="3323013"/>
              <a:ext cx="147398" cy="229242"/>
            </a:xfrm>
            <a:custGeom>
              <a:avLst/>
              <a:gdLst/>
              <a:ahLst/>
              <a:cxnLst/>
              <a:rect l="l" t="t" r="r" b="b"/>
              <a:pathLst>
                <a:path w="1484" h="2308" extrusionOk="0">
                  <a:moveTo>
                    <a:pt x="53" y="1"/>
                  </a:moveTo>
                  <a:lnTo>
                    <a:pt x="33" y="21"/>
                  </a:lnTo>
                  <a:cubicBezTo>
                    <a:pt x="17" y="102"/>
                    <a:pt x="17" y="187"/>
                    <a:pt x="17" y="272"/>
                  </a:cubicBezTo>
                  <a:cubicBezTo>
                    <a:pt x="17" y="340"/>
                    <a:pt x="33" y="405"/>
                    <a:pt x="17" y="474"/>
                  </a:cubicBezTo>
                  <a:cubicBezTo>
                    <a:pt x="1" y="607"/>
                    <a:pt x="53" y="708"/>
                    <a:pt x="154" y="829"/>
                  </a:cubicBezTo>
                  <a:cubicBezTo>
                    <a:pt x="457" y="1148"/>
                    <a:pt x="740" y="1467"/>
                    <a:pt x="1063" y="1819"/>
                  </a:cubicBezTo>
                  <a:cubicBezTo>
                    <a:pt x="1096" y="1855"/>
                    <a:pt x="1144" y="1888"/>
                    <a:pt x="1180" y="1940"/>
                  </a:cubicBezTo>
                  <a:cubicBezTo>
                    <a:pt x="1245" y="2005"/>
                    <a:pt x="1314" y="2073"/>
                    <a:pt x="1366" y="2158"/>
                  </a:cubicBezTo>
                  <a:cubicBezTo>
                    <a:pt x="1415" y="2207"/>
                    <a:pt x="1431" y="2259"/>
                    <a:pt x="1447" y="2291"/>
                  </a:cubicBezTo>
                  <a:lnTo>
                    <a:pt x="1467" y="2308"/>
                  </a:lnTo>
                  <a:cubicBezTo>
                    <a:pt x="1483" y="2308"/>
                    <a:pt x="1483" y="2291"/>
                    <a:pt x="1483" y="2291"/>
                  </a:cubicBezTo>
                  <a:cubicBezTo>
                    <a:pt x="1467" y="2243"/>
                    <a:pt x="1431" y="2190"/>
                    <a:pt x="1382" y="2142"/>
                  </a:cubicBezTo>
                  <a:cubicBezTo>
                    <a:pt x="1330" y="2057"/>
                    <a:pt x="1265" y="1989"/>
                    <a:pt x="1197" y="1920"/>
                  </a:cubicBezTo>
                  <a:cubicBezTo>
                    <a:pt x="1164" y="1871"/>
                    <a:pt x="1112" y="1839"/>
                    <a:pt x="1079" y="1803"/>
                  </a:cubicBezTo>
                  <a:cubicBezTo>
                    <a:pt x="776" y="1451"/>
                    <a:pt x="473" y="1132"/>
                    <a:pt x="187" y="809"/>
                  </a:cubicBezTo>
                  <a:cubicBezTo>
                    <a:pt x="69" y="692"/>
                    <a:pt x="33" y="591"/>
                    <a:pt x="53" y="474"/>
                  </a:cubicBezTo>
                  <a:lnTo>
                    <a:pt x="53" y="272"/>
                  </a:lnTo>
                  <a:cubicBezTo>
                    <a:pt x="53" y="187"/>
                    <a:pt x="53" y="102"/>
                    <a:pt x="69" y="21"/>
                  </a:cubicBezTo>
                  <a:cubicBezTo>
                    <a:pt x="69" y="21"/>
                    <a:pt x="53" y="2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>
              <a:extLst>
                <a:ext uri="{FF2B5EF4-FFF2-40B4-BE49-F238E27FC236}">
                  <a16:creationId xmlns:a16="http://schemas.microsoft.com/office/drawing/2014/main" id="{67D18FBC-44FB-6EA7-A6C2-DB2FC3BF6C00}"/>
                </a:ext>
              </a:extLst>
            </p:cNvPr>
            <p:cNvSpPr/>
            <p:nvPr/>
          </p:nvSpPr>
          <p:spPr>
            <a:xfrm>
              <a:off x="1132234" y="3172635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17" y="0"/>
                  </a:moveTo>
                  <a:cubicBezTo>
                    <a:pt x="1" y="36"/>
                    <a:pt x="17" y="53"/>
                    <a:pt x="17" y="69"/>
                  </a:cubicBezTo>
                  <a:cubicBezTo>
                    <a:pt x="37" y="69"/>
                    <a:pt x="37" y="85"/>
                    <a:pt x="37" y="101"/>
                  </a:cubicBezTo>
                  <a:lnTo>
                    <a:pt x="37" y="271"/>
                  </a:lnTo>
                  <a:cubicBezTo>
                    <a:pt x="17" y="489"/>
                    <a:pt x="17" y="727"/>
                    <a:pt x="37" y="945"/>
                  </a:cubicBezTo>
                  <a:lnTo>
                    <a:pt x="53" y="962"/>
                  </a:lnTo>
                  <a:cubicBezTo>
                    <a:pt x="69" y="962"/>
                    <a:pt x="69" y="945"/>
                    <a:pt x="69" y="945"/>
                  </a:cubicBezTo>
                  <a:cubicBezTo>
                    <a:pt x="53" y="707"/>
                    <a:pt x="53" y="489"/>
                    <a:pt x="53" y="271"/>
                  </a:cubicBezTo>
                  <a:lnTo>
                    <a:pt x="53" y="101"/>
                  </a:lnTo>
                  <a:lnTo>
                    <a:pt x="53" y="53"/>
                  </a:lnTo>
                  <a:cubicBezTo>
                    <a:pt x="37" y="36"/>
                    <a:pt x="37" y="20"/>
                    <a:pt x="37" y="20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>
              <a:extLst>
                <a:ext uri="{FF2B5EF4-FFF2-40B4-BE49-F238E27FC236}">
                  <a16:creationId xmlns:a16="http://schemas.microsoft.com/office/drawing/2014/main" id="{723B2994-B469-6ED0-0BA8-512A5F5A5EB3}"/>
                </a:ext>
              </a:extLst>
            </p:cNvPr>
            <p:cNvSpPr/>
            <p:nvPr/>
          </p:nvSpPr>
          <p:spPr>
            <a:xfrm>
              <a:off x="1734143" y="3706209"/>
              <a:ext cx="21752" cy="28208"/>
            </a:xfrm>
            <a:custGeom>
              <a:avLst/>
              <a:gdLst/>
              <a:ahLst/>
              <a:cxnLst/>
              <a:rect l="l" t="t" r="r" b="b"/>
              <a:pathLst>
                <a:path w="219" h="284" extrusionOk="0">
                  <a:moveTo>
                    <a:pt x="53" y="1"/>
                  </a:moveTo>
                  <a:lnTo>
                    <a:pt x="36" y="17"/>
                  </a:lnTo>
                  <a:cubicBezTo>
                    <a:pt x="0" y="102"/>
                    <a:pt x="16" y="183"/>
                    <a:pt x="53" y="267"/>
                  </a:cubicBezTo>
                  <a:lnTo>
                    <a:pt x="69" y="284"/>
                  </a:lnTo>
                  <a:lnTo>
                    <a:pt x="202" y="284"/>
                  </a:lnTo>
                  <a:cubicBezTo>
                    <a:pt x="218" y="284"/>
                    <a:pt x="218" y="284"/>
                    <a:pt x="218" y="267"/>
                  </a:cubicBezTo>
                  <a:cubicBezTo>
                    <a:pt x="218" y="267"/>
                    <a:pt x="218" y="251"/>
                    <a:pt x="202" y="251"/>
                  </a:cubicBezTo>
                  <a:lnTo>
                    <a:pt x="69" y="251"/>
                  </a:lnTo>
                  <a:cubicBezTo>
                    <a:pt x="53" y="183"/>
                    <a:pt x="36" y="102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>
              <a:extLst>
                <a:ext uri="{FF2B5EF4-FFF2-40B4-BE49-F238E27FC236}">
                  <a16:creationId xmlns:a16="http://schemas.microsoft.com/office/drawing/2014/main" id="{017B0993-EF48-4D42-9A6D-87E7CFCC1F8F}"/>
                </a:ext>
              </a:extLst>
            </p:cNvPr>
            <p:cNvSpPr/>
            <p:nvPr/>
          </p:nvSpPr>
          <p:spPr>
            <a:xfrm>
              <a:off x="1520197" y="3343077"/>
              <a:ext cx="182261" cy="266191"/>
            </a:xfrm>
            <a:custGeom>
              <a:avLst/>
              <a:gdLst/>
              <a:ahLst/>
              <a:cxnLst/>
              <a:rect l="l" t="t" r="r" b="b"/>
              <a:pathLst>
                <a:path w="1835" h="2680" extrusionOk="0">
                  <a:moveTo>
                    <a:pt x="33" y="1"/>
                  </a:moveTo>
                  <a:cubicBezTo>
                    <a:pt x="17" y="122"/>
                    <a:pt x="1" y="223"/>
                    <a:pt x="134" y="288"/>
                  </a:cubicBezTo>
                  <a:cubicBezTo>
                    <a:pt x="203" y="340"/>
                    <a:pt x="272" y="405"/>
                    <a:pt x="320" y="457"/>
                  </a:cubicBezTo>
                  <a:cubicBezTo>
                    <a:pt x="352" y="490"/>
                    <a:pt x="389" y="526"/>
                    <a:pt x="405" y="542"/>
                  </a:cubicBezTo>
                  <a:lnTo>
                    <a:pt x="692" y="829"/>
                  </a:lnTo>
                  <a:cubicBezTo>
                    <a:pt x="1027" y="1148"/>
                    <a:pt x="1383" y="1484"/>
                    <a:pt x="1734" y="1819"/>
                  </a:cubicBezTo>
                  <a:cubicBezTo>
                    <a:pt x="1766" y="1839"/>
                    <a:pt x="1803" y="1871"/>
                    <a:pt x="1786" y="1904"/>
                  </a:cubicBezTo>
                  <a:cubicBezTo>
                    <a:pt x="1786" y="1988"/>
                    <a:pt x="1786" y="2073"/>
                    <a:pt x="1803" y="2174"/>
                  </a:cubicBezTo>
                  <a:cubicBezTo>
                    <a:pt x="1803" y="2324"/>
                    <a:pt x="1803" y="2510"/>
                    <a:pt x="1786" y="2663"/>
                  </a:cubicBezTo>
                  <a:lnTo>
                    <a:pt x="1786" y="2679"/>
                  </a:lnTo>
                  <a:lnTo>
                    <a:pt x="1803" y="2679"/>
                  </a:lnTo>
                  <a:cubicBezTo>
                    <a:pt x="1835" y="2510"/>
                    <a:pt x="1819" y="2324"/>
                    <a:pt x="1819" y="2174"/>
                  </a:cubicBezTo>
                  <a:lnTo>
                    <a:pt x="1819" y="1904"/>
                  </a:lnTo>
                  <a:cubicBezTo>
                    <a:pt x="1819" y="1855"/>
                    <a:pt x="1786" y="1839"/>
                    <a:pt x="1750" y="1803"/>
                  </a:cubicBezTo>
                  <a:lnTo>
                    <a:pt x="1750" y="1787"/>
                  </a:lnTo>
                  <a:cubicBezTo>
                    <a:pt x="1399" y="1467"/>
                    <a:pt x="1059" y="1132"/>
                    <a:pt x="708" y="809"/>
                  </a:cubicBezTo>
                  <a:lnTo>
                    <a:pt x="421" y="526"/>
                  </a:lnTo>
                  <a:cubicBezTo>
                    <a:pt x="405" y="506"/>
                    <a:pt x="373" y="474"/>
                    <a:pt x="352" y="441"/>
                  </a:cubicBezTo>
                  <a:cubicBezTo>
                    <a:pt x="288" y="389"/>
                    <a:pt x="219" y="324"/>
                    <a:pt x="150" y="272"/>
                  </a:cubicBezTo>
                  <a:cubicBezTo>
                    <a:pt x="33" y="203"/>
                    <a:pt x="33" y="122"/>
                    <a:pt x="70" y="21"/>
                  </a:cubicBezTo>
                  <a:cubicBezTo>
                    <a:pt x="70" y="1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>
              <a:extLst>
                <a:ext uri="{FF2B5EF4-FFF2-40B4-BE49-F238E27FC236}">
                  <a16:creationId xmlns:a16="http://schemas.microsoft.com/office/drawing/2014/main" id="{0C287DFA-7650-132E-A48C-474503C290B1}"/>
                </a:ext>
              </a:extLst>
            </p:cNvPr>
            <p:cNvSpPr/>
            <p:nvPr/>
          </p:nvSpPr>
          <p:spPr>
            <a:xfrm>
              <a:off x="1413125" y="3610758"/>
              <a:ext cx="60290" cy="123660"/>
            </a:xfrm>
            <a:custGeom>
              <a:avLst/>
              <a:gdLst/>
              <a:ahLst/>
              <a:cxnLst/>
              <a:rect l="l" t="t" r="r" b="b"/>
              <a:pathLst>
                <a:path w="607" h="1245" extrusionOk="0">
                  <a:moveTo>
                    <a:pt x="17" y="0"/>
                  </a:moveTo>
                  <a:cubicBezTo>
                    <a:pt x="0" y="0"/>
                    <a:pt x="0" y="0"/>
                    <a:pt x="0" y="17"/>
                  </a:cubicBezTo>
                  <a:lnTo>
                    <a:pt x="0" y="33"/>
                  </a:lnTo>
                  <a:cubicBezTo>
                    <a:pt x="101" y="69"/>
                    <a:pt x="186" y="134"/>
                    <a:pt x="271" y="202"/>
                  </a:cubicBezTo>
                  <a:cubicBezTo>
                    <a:pt x="320" y="255"/>
                    <a:pt x="372" y="303"/>
                    <a:pt x="441" y="336"/>
                  </a:cubicBezTo>
                  <a:cubicBezTo>
                    <a:pt x="542" y="404"/>
                    <a:pt x="590" y="505"/>
                    <a:pt x="574" y="659"/>
                  </a:cubicBezTo>
                  <a:lnTo>
                    <a:pt x="574" y="909"/>
                  </a:lnTo>
                  <a:cubicBezTo>
                    <a:pt x="574" y="1010"/>
                    <a:pt x="574" y="1127"/>
                    <a:pt x="558" y="1228"/>
                  </a:cubicBezTo>
                  <a:cubicBezTo>
                    <a:pt x="558" y="1245"/>
                    <a:pt x="574" y="1245"/>
                    <a:pt x="574" y="1245"/>
                  </a:cubicBezTo>
                  <a:cubicBezTo>
                    <a:pt x="574" y="1245"/>
                    <a:pt x="590" y="1245"/>
                    <a:pt x="590" y="1228"/>
                  </a:cubicBezTo>
                  <a:cubicBezTo>
                    <a:pt x="606" y="1127"/>
                    <a:pt x="606" y="1010"/>
                    <a:pt x="606" y="909"/>
                  </a:cubicBezTo>
                  <a:cubicBezTo>
                    <a:pt x="606" y="825"/>
                    <a:pt x="590" y="740"/>
                    <a:pt x="606" y="675"/>
                  </a:cubicBezTo>
                  <a:cubicBezTo>
                    <a:pt x="606" y="505"/>
                    <a:pt x="574" y="388"/>
                    <a:pt x="441" y="320"/>
                  </a:cubicBezTo>
                  <a:cubicBezTo>
                    <a:pt x="388" y="287"/>
                    <a:pt x="340" y="235"/>
                    <a:pt x="287" y="186"/>
                  </a:cubicBezTo>
                  <a:cubicBezTo>
                    <a:pt x="202" y="118"/>
                    <a:pt x="118" y="33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0">
              <a:extLst>
                <a:ext uri="{FF2B5EF4-FFF2-40B4-BE49-F238E27FC236}">
                  <a16:creationId xmlns:a16="http://schemas.microsoft.com/office/drawing/2014/main" id="{4F7CFCEA-1D43-9BF7-7C31-CEE48C70AF17}"/>
                </a:ext>
              </a:extLst>
            </p:cNvPr>
            <p:cNvSpPr/>
            <p:nvPr/>
          </p:nvSpPr>
          <p:spPr>
            <a:xfrm>
              <a:off x="706130" y="2031093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0"/>
                  </a:moveTo>
                  <a:cubicBezTo>
                    <a:pt x="17" y="101"/>
                    <a:pt x="0" y="218"/>
                    <a:pt x="0" y="303"/>
                  </a:cubicBezTo>
                  <a:cubicBezTo>
                    <a:pt x="0" y="469"/>
                    <a:pt x="0" y="655"/>
                    <a:pt x="17" y="824"/>
                  </a:cubicBezTo>
                  <a:lnTo>
                    <a:pt x="49" y="824"/>
                  </a:lnTo>
                  <a:cubicBezTo>
                    <a:pt x="33" y="655"/>
                    <a:pt x="33" y="469"/>
                    <a:pt x="33" y="319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0">
              <a:extLst>
                <a:ext uri="{FF2B5EF4-FFF2-40B4-BE49-F238E27FC236}">
                  <a16:creationId xmlns:a16="http://schemas.microsoft.com/office/drawing/2014/main" id="{BCF0B69F-D396-162A-3AFA-E9C75AAEF454}"/>
                </a:ext>
              </a:extLst>
            </p:cNvPr>
            <p:cNvSpPr/>
            <p:nvPr/>
          </p:nvSpPr>
          <p:spPr>
            <a:xfrm>
              <a:off x="1923059" y="3281297"/>
              <a:ext cx="147398" cy="259338"/>
            </a:xfrm>
            <a:custGeom>
              <a:avLst/>
              <a:gdLst/>
              <a:ahLst/>
              <a:cxnLst/>
              <a:rect l="l" t="t" r="r" b="b"/>
              <a:pathLst>
                <a:path w="1484" h="2611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8"/>
                    <a:pt x="86" y="203"/>
                    <a:pt x="170" y="272"/>
                  </a:cubicBezTo>
                  <a:cubicBezTo>
                    <a:pt x="203" y="288"/>
                    <a:pt x="235" y="320"/>
                    <a:pt x="255" y="356"/>
                  </a:cubicBezTo>
                  <a:lnTo>
                    <a:pt x="304" y="421"/>
                  </a:lnTo>
                  <a:cubicBezTo>
                    <a:pt x="607" y="776"/>
                    <a:pt x="910" y="1164"/>
                    <a:pt x="1245" y="1500"/>
                  </a:cubicBezTo>
                  <a:cubicBezTo>
                    <a:pt x="1399" y="1653"/>
                    <a:pt x="1467" y="1819"/>
                    <a:pt x="1447" y="2057"/>
                  </a:cubicBezTo>
                  <a:cubicBezTo>
                    <a:pt x="1431" y="2122"/>
                    <a:pt x="1431" y="2190"/>
                    <a:pt x="1447" y="2259"/>
                  </a:cubicBezTo>
                  <a:cubicBezTo>
                    <a:pt x="1447" y="2376"/>
                    <a:pt x="1447" y="2477"/>
                    <a:pt x="1415" y="2594"/>
                  </a:cubicBezTo>
                  <a:lnTo>
                    <a:pt x="1415" y="2610"/>
                  </a:lnTo>
                  <a:lnTo>
                    <a:pt x="1431" y="2610"/>
                  </a:lnTo>
                  <a:lnTo>
                    <a:pt x="1431" y="2594"/>
                  </a:lnTo>
                  <a:cubicBezTo>
                    <a:pt x="1483" y="2493"/>
                    <a:pt x="1467" y="2376"/>
                    <a:pt x="1467" y="2259"/>
                  </a:cubicBezTo>
                  <a:lnTo>
                    <a:pt x="1467" y="2073"/>
                  </a:lnTo>
                  <a:cubicBezTo>
                    <a:pt x="1483" y="1819"/>
                    <a:pt x="1431" y="1653"/>
                    <a:pt x="1265" y="1483"/>
                  </a:cubicBezTo>
                  <a:cubicBezTo>
                    <a:pt x="942" y="1148"/>
                    <a:pt x="623" y="760"/>
                    <a:pt x="336" y="405"/>
                  </a:cubicBezTo>
                  <a:lnTo>
                    <a:pt x="271" y="340"/>
                  </a:lnTo>
                  <a:cubicBezTo>
                    <a:pt x="255" y="304"/>
                    <a:pt x="219" y="272"/>
                    <a:pt x="187" y="255"/>
                  </a:cubicBezTo>
                  <a:cubicBezTo>
                    <a:pt x="118" y="187"/>
                    <a:pt x="33" y="11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>
              <a:extLst>
                <a:ext uri="{FF2B5EF4-FFF2-40B4-BE49-F238E27FC236}">
                  <a16:creationId xmlns:a16="http://schemas.microsoft.com/office/drawing/2014/main" id="{4CB8337F-1439-CAA6-3AF4-D19E822009C3}"/>
                </a:ext>
              </a:extLst>
            </p:cNvPr>
            <p:cNvSpPr/>
            <p:nvPr/>
          </p:nvSpPr>
          <p:spPr>
            <a:xfrm>
              <a:off x="575716" y="2096052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1"/>
                  </a:moveTo>
                  <a:cubicBezTo>
                    <a:pt x="17" y="1"/>
                    <a:pt x="1" y="1"/>
                    <a:pt x="17" y="17"/>
                  </a:cubicBezTo>
                  <a:cubicBezTo>
                    <a:pt x="33" y="170"/>
                    <a:pt x="33" y="304"/>
                    <a:pt x="17" y="457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65" y="893"/>
                    <a:pt x="65" y="877"/>
                    <a:pt x="65" y="877"/>
                  </a:cubicBezTo>
                  <a:cubicBezTo>
                    <a:pt x="49" y="841"/>
                    <a:pt x="49" y="809"/>
                    <a:pt x="49" y="776"/>
                  </a:cubicBezTo>
                  <a:lnTo>
                    <a:pt x="49" y="724"/>
                  </a:lnTo>
                  <a:lnTo>
                    <a:pt x="49" y="457"/>
                  </a:ln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0">
              <a:extLst>
                <a:ext uri="{FF2B5EF4-FFF2-40B4-BE49-F238E27FC236}">
                  <a16:creationId xmlns:a16="http://schemas.microsoft.com/office/drawing/2014/main" id="{F7F5EAC6-21B8-8E05-3B63-2FAA643BF5BF}"/>
                </a:ext>
              </a:extLst>
            </p:cNvPr>
            <p:cNvSpPr/>
            <p:nvPr/>
          </p:nvSpPr>
          <p:spPr>
            <a:xfrm>
              <a:off x="2080390" y="3346752"/>
              <a:ext cx="106774" cy="193882"/>
            </a:xfrm>
            <a:custGeom>
              <a:avLst/>
              <a:gdLst/>
              <a:ahLst/>
              <a:cxnLst/>
              <a:rect l="l" t="t" r="r" b="b"/>
              <a:pathLst>
                <a:path w="1075" h="1952" extrusionOk="0">
                  <a:moveTo>
                    <a:pt x="85" y="0"/>
                  </a:moveTo>
                  <a:cubicBezTo>
                    <a:pt x="65" y="0"/>
                    <a:pt x="65" y="0"/>
                    <a:pt x="65" y="16"/>
                  </a:cubicBezTo>
                  <a:cubicBezTo>
                    <a:pt x="49" y="16"/>
                    <a:pt x="49" y="16"/>
                    <a:pt x="49" y="33"/>
                  </a:cubicBezTo>
                  <a:cubicBezTo>
                    <a:pt x="49" y="49"/>
                    <a:pt x="33" y="65"/>
                    <a:pt x="33" y="85"/>
                  </a:cubicBezTo>
                  <a:cubicBezTo>
                    <a:pt x="0" y="186"/>
                    <a:pt x="65" y="251"/>
                    <a:pt x="134" y="319"/>
                  </a:cubicBezTo>
                  <a:cubicBezTo>
                    <a:pt x="150" y="336"/>
                    <a:pt x="166" y="336"/>
                    <a:pt x="166" y="352"/>
                  </a:cubicBezTo>
                  <a:cubicBezTo>
                    <a:pt x="287" y="489"/>
                    <a:pt x="388" y="622"/>
                    <a:pt x="489" y="756"/>
                  </a:cubicBezTo>
                  <a:cubicBezTo>
                    <a:pt x="655" y="942"/>
                    <a:pt x="808" y="1160"/>
                    <a:pt x="994" y="1329"/>
                  </a:cubicBezTo>
                  <a:cubicBezTo>
                    <a:pt x="1010" y="1362"/>
                    <a:pt x="1026" y="1378"/>
                    <a:pt x="1026" y="1398"/>
                  </a:cubicBezTo>
                  <a:lnTo>
                    <a:pt x="1026" y="1580"/>
                  </a:lnTo>
                  <a:cubicBezTo>
                    <a:pt x="1043" y="1701"/>
                    <a:pt x="1043" y="1834"/>
                    <a:pt x="1010" y="1935"/>
                  </a:cubicBezTo>
                  <a:lnTo>
                    <a:pt x="1010" y="1951"/>
                  </a:lnTo>
                  <a:lnTo>
                    <a:pt x="1026" y="1951"/>
                  </a:lnTo>
                  <a:cubicBezTo>
                    <a:pt x="1075" y="1834"/>
                    <a:pt x="1059" y="1701"/>
                    <a:pt x="1059" y="1580"/>
                  </a:cubicBezTo>
                  <a:lnTo>
                    <a:pt x="1059" y="1398"/>
                  </a:lnTo>
                  <a:cubicBezTo>
                    <a:pt x="1059" y="1362"/>
                    <a:pt x="1026" y="1329"/>
                    <a:pt x="1010" y="1313"/>
                  </a:cubicBezTo>
                  <a:cubicBezTo>
                    <a:pt x="824" y="1144"/>
                    <a:pt x="671" y="925"/>
                    <a:pt x="521" y="740"/>
                  </a:cubicBezTo>
                  <a:cubicBezTo>
                    <a:pt x="404" y="606"/>
                    <a:pt x="303" y="469"/>
                    <a:pt x="186" y="336"/>
                  </a:cubicBezTo>
                  <a:cubicBezTo>
                    <a:pt x="186" y="319"/>
                    <a:pt x="166" y="303"/>
                    <a:pt x="150" y="303"/>
                  </a:cubicBezTo>
                  <a:cubicBezTo>
                    <a:pt x="85" y="235"/>
                    <a:pt x="33" y="186"/>
                    <a:pt x="65" y="85"/>
                  </a:cubicBezTo>
                  <a:cubicBezTo>
                    <a:pt x="65" y="65"/>
                    <a:pt x="65" y="49"/>
                    <a:pt x="85" y="33"/>
                  </a:cubicBezTo>
                  <a:lnTo>
                    <a:pt x="85" y="16"/>
                  </a:ln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>
              <a:extLst>
                <a:ext uri="{FF2B5EF4-FFF2-40B4-BE49-F238E27FC236}">
                  <a16:creationId xmlns:a16="http://schemas.microsoft.com/office/drawing/2014/main" id="{47891CC3-ECA9-034C-9E7F-63FD16A4F090}"/>
                </a:ext>
              </a:extLst>
            </p:cNvPr>
            <p:cNvSpPr/>
            <p:nvPr/>
          </p:nvSpPr>
          <p:spPr>
            <a:xfrm>
              <a:off x="1284300" y="3470312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cubicBezTo>
                    <a:pt x="21" y="154"/>
                    <a:pt x="21" y="304"/>
                    <a:pt x="21" y="457"/>
                  </a:cubicBezTo>
                  <a:lnTo>
                    <a:pt x="21" y="724"/>
                  </a:lnTo>
                  <a:lnTo>
                    <a:pt x="21" y="792"/>
                  </a:lnTo>
                  <a:cubicBezTo>
                    <a:pt x="21" y="861"/>
                    <a:pt x="21" y="909"/>
                    <a:pt x="37" y="962"/>
                  </a:cubicBezTo>
                  <a:lnTo>
                    <a:pt x="53" y="978"/>
                  </a:lnTo>
                  <a:cubicBezTo>
                    <a:pt x="53" y="962"/>
                    <a:pt x="69" y="962"/>
                    <a:pt x="53" y="962"/>
                  </a:cubicBezTo>
                  <a:cubicBezTo>
                    <a:pt x="37" y="909"/>
                    <a:pt x="53" y="861"/>
                    <a:pt x="53" y="808"/>
                  </a:cubicBezTo>
                  <a:lnTo>
                    <a:pt x="53" y="724"/>
                  </a:lnTo>
                  <a:lnTo>
                    <a:pt x="53" y="457"/>
                  </a:lnTo>
                  <a:cubicBezTo>
                    <a:pt x="53" y="304"/>
                    <a:pt x="53" y="154"/>
                    <a:pt x="37" y="17"/>
                  </a:cubicBez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>
              <a:extLst>
                <a:ext uri="{FF2B5EF4-FFF2-40B4-BE49-F238E27FC236}">
                  <a16:creationId xmlns:a16="http://schemas.microsoft.com/office/drawing/2014/main" id="{DF366347-94B3-1BF0-A595-C496C46E9C39}"/>
                </a:ext>
              </a:extLst>
            </p:cNvPr>
            <p:cNvSpPr/>
            <p:nvPr/>
          </p:nvSpPr>
          <p:spPr>
            <a:xfrm>
              <a:off x="1993282" y="3543713"/>
              <a:ext cx="5364" cy="45491"/>
            </a:xfrm>
            <a:custGeom>
              <a:avLst/>
              <a:gdLst/>
              <a:ahLst/>
              <a:cxnLst/>
              <a:rect l="l" t="t" r="r" b="b"/>
              <a:pathLst>
                <a:path w="54" h="458" extrusionOk="0">
                  <a:moveTo>
                    <a:pt x="33" y="1"/>
                  </a:moveTo>
                  <a:cubicBezTo>
                    <a:pt x="17" y="1"/>
                    <a:pt x="17" y="1"/>
                    <a:pt x="17" y="21"/>
                  </a:cubicBezTo>
                  <a:lnTo>
                    <a:pt x="17" y="187"/>
                  </a:lnTo>
                  <a:cubicBezTo>
                    <a:pt x="17" y="271"/>
                    <a:pt x="17" y="356"/>
                    <a:pt x="1" y="441"/>
                  </a:cubicBezTo>
                  <a:cubicBezTo>
                    <a:pt x="1" y="457"/>
                    <a:pt x="1" y="457"/>
                    <a:pt x="17" y="457"/>
                  </a:cubicBezTo>
                  <a:lnTo>
                    <a:pt x="33" y="457"/>
                  </a:lnTo>
                  <a:cubicBezTo>
                    <a:pt x="53" y="356"/>
                    <a:pt x="53" y="271"/>
                    <a:pt x="53" y="170"/>
                  </a:cubicBezTo>
                  <a:cubicBezTo>
                    <a:pt x="33" y="122"/>
                    <a:pt x="33" y="69"/>
                    <a:pt x="53" y="21"/>
                  </a:cubicBezTo>
                  <a:cubicBezTo>
                    <a:pt x="53" y="1"/>
                    <a:pt x="3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>
              <a:extLst>
                <a:ext uri="{FF2B5EF4-FFF2-40B4-BE49-F238E27FC236}">
                  <a16:creationId xmlns:a16="http://schemas.microsoft.com/office/drawing/2014/main" id="{DAA5DF20-E5C8-0806-F0C1-F282E4784393}"/>
                </a:ext>
              </a:extLst>
            </p:cNvPr>
            <p:cNvSpPr/>
            <p:nvPr/>
          </p:nvSpPr>
          <p:spPr>
            <a:xfrm>
              <a:off x="985431" y="1870584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219"/>
                  </a:lnTo>
                  <a:lnTo>
                    <a:pt x="0" y="808"/>
                  </a:lnTo>
                  <a:lnTo>
                    <a:pt x="0" y="841"/>
                  </a:lnTo>
                  <a:cubicBezTo>
                    <a:pt x="0" y="873"/>
                    <a:pt x="0" y="925"/>
                    <a:pt x="16" y="958"/>
                  </a:cubicBezTo>
                  <a:lnTo>
                    <a:pt x="32" y="958"/>
                  </a:lnTo>
                  <a:cubicBezTo>
                    <a:pt x="49" y="958"/>
                    <a:pt x="49" y="942"/>
                    <a:pt x="49" y="942"/>
                  </a:cubicBezTo>
                  <a:cubicBezTo>
                    <a:pt x="32" y="909"/>
                    <a:pt x="32" y="873"/>
                    <a:pt x="32" y="857"/>
                  </a:cubicBezTo>
                  <a:lnTo>
                    <a:pt x="32" y="808"/>
                  </a:lnTo>
                  <a:lnTo>
                    <a:pt x="32" y="219"/>
                  </a:lnTo>
                  <a:lnTo>
                    <a:pt x="32" y="17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0">
              <a:extLst>
                <a:ext uri="{FF2B5EF4-FFF2-40B4-BE49-F238E27FC236}">
                  <a16:creationId xmlns:a16="http://schemas.microsoft.com/office/drawing/2014/main" id="{5B0EFA62-DF50-4295-8815-18CD9A94423A}"/>
                </a:ext>
              </a:extLst>
            </p:cNvPr>
            <p:cNvSpPr/>
            <p:nvPr/>
          </p:nvSpPr>
          <p:spPr>
            <a:xfrm>
              <a:off x="1744175" y="1813571"/>
              <a:ext cx="138856" cy="312675"/>
            </a:xfrm>
            <a:custGeom>
              <a:avLst/>
              <a:gdLst/>
              <a:ahLst/>
              <a:cxnLst/>
              <a:rect l="l" t="t" r="r" b="b"/>
              <a:pathLst>
                <a:path w="1398" h="3148" extrusionOk="0">
                  <a:moveTo>
                    <a:pt x="16" y="1"/>
                  </a:moveTo>
                  <a:lnTo>
                    <a:pt x="16" y="437"/>
                  </a:lnTo>
                  <a:lnTo>
                    <a:pt x="16" y="776"/>
                  </a:lnTo>
                  <a:cubicBezTo>
                    <a:pt x="0" y="893"/>
                    <a:pt x="36" y="1011"/>
                    <a:pt x="101" y="1112"/>
                  </a:cubicBezTo>
                  <a:cubicBezTo>
                    <a:pt x="303" y="1415"/>
                    <a:pt x="489" y="1750"/>
                    <a:pt x="675" y="2069"/>
                  </a:cubicBezTo>
                  <a:cubicBezTo>
                    <a:pt x="743" y="2190"/>
                    <a:pt x="808" y="2291"/>
                    <a:pt x="877" y="2408"/>
                  </a:cubicBezTo>
                  <a:cubicBezTo>
                    <a:pt x="925" y="2493"/>
                    <a:pt x="978" y="2574"/>
                    <a:pt x="1026" y="2659"/>
                  </a:cubicBezTo>
                  <a:cubicBezTo>
                    <a:pt x="1111" y="2776"/>
                    <a:pt x="1180" y="2897"/>
                    <a:pt x="1248" y="3030"/>
                  </a:cubicBezTo>
                  <a:cubicBezTo>
                    <a:pt x="1281" y="3079"/>
                    <a:pt x="1313" y="3131"/>
                    <a:pt x="1366" y="3148"/>
                  </a:cubicBezTo>
                  <a:lnTo>
                    <a:pt x="1382" y="3148"/>
                  </a:lnTo>
                  <a:cubicBezTo>
                    <a:pt x="1398" y="3148"/>
                    <a:pt x="1382" y="3131"/>
                    <a:pt x="1382" y="3131"/>
                  </a:cubicBezTo>
                  <a:cubicBezTo>
                    <a:pt x="1329" y="3115"/>
                    <a:pt x="1313" y="3063"/>
                    <a:pt x="1281" y="3014"/>
                  </a:cubicBezTo>
                  <a:cubicBezTo>
                    <a:pt x="1212" y="2897"/>
                    <a:pt x="1127" y="2760"/>
                    <a:pt x="1046" y="2643"/>
                  </a:cubicBezTo>
                  <a:cubicBezTo>
                    <a:pt x="994" y="2558"/>
                    <a:pt x="945" y="2473"/>
                    <a:pt x="909" y="2392"/>
                  </a:cubicBezTo>
                  <a:cubicBezTo>
                    <a:pt x="844" y="2271"/>
                    <a:pt x="776" y="2170"/>
                    <a:pt x="707" y="2053"/>
                  </a:cubicBezTo>
                  <a:cubicBezTo>
                    <a:pt x="521" y="1734"/>
                    <a:pt x="319" y="1415"/>
                    <a:pt x="117" y="1095"/>
                  </a:cubicBezTo>
                  <a:cubicBezTo>
                    <a:pt x="53" y="994"/>
                    <a:pt x="36" y="893"/>
                    <a:pt x="36" y="776"/>
                  </a:cubicBezTo>
                  <a:cubicBezTo>
                    <a:pt x="53" y="655"/>
                    <a:pt x="53" y="538"/>
                    <a:pt x="36" y="437"/>
                  </a:cubicBezTo>
                  <a:cubicBezTo>
                    <a:pt x="36" y="288"/>
                    <a:pt x="36" y="150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0">
              <a:extLst>
                <a:ext uri="{FF2B5EF4-FFF2-40B4-BE49-F238E27FC236}">
                  <a16:creationId xmlns:a16="http://schemas.microsoft.com/office/drawing/2014/main" id="{33081FE7-FD13-C52D-C2C3-7D24DC49147D}"/>
                </a:ext>
              </a:extLst>
            </p:cNvPr>
            <p:cNvSpPr/>
            <p:nvPr/>
          </p:nvSpPr>
          <p:spPr>
            <a:xfrm>
              <a:off x="2095190" y="3390952"/>
              <a:ext cx="5364" cy="47775"/>
            </a:xfrm>
            <a:custGeom>
              <a:avLst/>
              <a:gdLst/>
              <a:ahLst/>
              <a:cxnLst/>
              <a:rect l="l" t="t" r="r" b="b"/>
              <a:pathLst>
                <a:path w="54" h="481" extrusionOk="0">
                  <a:moveTo>
                    <a:pt x="42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17" y="93"/>
                    <a:pt x="17" y="161"/>
                    <a:pt x="17" y="246"/>
                  </a:cubicBezTo>
                  <a:cubicBezTo>
                    <a:pt x="17" y="311"/>
                    <a:pt x="17" y="396"/>
                    <a:pt x="1" y="464"/>
                  </a:cubicBezTo>
                  <a:cubicBezTo>
                    <a:pt x="1" y="480"/>
                    <a:pt x="1" y="480"/>
                    <a:pt x="17" y="480"/>
                  </a:cubicBezTo>
                  <a:lnTo>
                    <a:pt x="37" y="480"/>
                  </a:lnTo>
                  <a:cubicBezTo>
                    <a:pt x="53" y="396"/>
                    <a:pt x="53" y="327"/>
                    <a:pt x="53" y="246"/>
                  </a:cubicBezTo>
                  <a:cubicBezTo>
                    <a:pt x="37" y="177"/>
                    <a:pt x="37" y="93"/>
                    <a:pt x="53" y="24"/>
                  </a:cubicBezTo>
                  <a:lnTo>
                    <a:pt x="53" y="8"/>
                  </a:lnTo>
                  <a:cubicBezTo>
                    <a:pt x="48" y="2"/>
                    <a:pt x="44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0">
              <a:extLst>
                <a:ext uri="{FF2B5EF4-FFF2-40B4-BE49-F238E27FC236}">
                  <a16:creationId xmlns:a16="http://schemas.microsoft.com/office/drawing/2014/main" id="{83C272CD-CD39-6D2F-F9BD-2A49786014E1}"/>
                </a:ext>
              </a:extLst>
            </p:cNvPr>
            <p:cNvSpPr/>
            <p:nvPr/>
          </p:nvSpPr>
          <p:spPr>
            <a:xfrm>
              <a:off x="2028642" y="3037355"/>
              <a:ext cx="4867" cy="40227"/>
            </a:xfrm>
            <a:custGeom>
              <a:avLst/>
              <a:gdLst/>
              <a:ahLst/>
              <a:cxnLst/>
              <a:rect l="l" t="t" r="r" b="b"/>
              <a:pathLst>
                <a:path w="49" h="405" extrusionOk="0">
                  <a:moveTo>
                    <a:pt x="33" y="1"/>
                  </a:moveTo>
                  <a:cubicBezTo>
                    <a:pt x="0" y="69"/>
                    <a:pt x="16" y="134"/>
                    <a:pt x="16" y="203"/>
                  </a:cubicBezTo>
                  <a:cubicBezTo>
                    <a:pt x="16" y="271"/>
                    <a:pt x="16" y="336"/>
                    <a:pt x="0" y="389"/>
                  </a:cubicBezTo>
                  <a:cubicBezTo>
                    <a:pt x="0" y="405"/>
                    <a:pt x="0" y="405"/>
                    <a:pt x="16" y="405"/>
                  </a:cubicBezTo>
                  <a:lnTo>
                    <a:pt x="33" y="405"/>
                  </a:lnTo>
                  <a:cubicBezTo>
                    <a:pt x="49" y="336"/>
                    <a:pt x="49" y="271"/>
                    <a:pt x="33" y="203"/>
                  </a:cubicBezTo>
                  <a:cubicBezTo>
                    <a:pt x="33" y="134"/>
                    <a:pt x="33" y="69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0">
              <a:extLst>
                <a:ext uri="{FF2B5EF4-FFF2-40B4-BE49-F238E27FC236}">
                  <a16:creationId xmlns:a16="http://schemas.microsoft.com/office/drawing/2014/main" id="{F15AF595-B3F2-23E3-72B6-9D49283F397D}"/>
                </a:ext>
              </a:extLst>
            </p:cNvPr>
            <p:cNvSpPr/>
            <p:nvPr/>
          </p:nvSpPr>
          <p:spPr>
            <a:xfrm>
              <a:off x="983346" y="2729646"/>
              <a:ext cx="3774" cy="83930"/>
            </a:xfrm>
            <a:custGeom>
              <a:avLst/>
              <a:gdLst/>
              <a:ahLst/>
              <a:cxnLst/>
              <a:rect l="l" t="t" r="r" b="b"/>
              <a:pathLst>
                <a:path w="38" h="845" extrusionOk="0">
                  <a:moveTo>
                    <a:pt x="21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186"/>
                  </a:lnTo>
                  <a:lnTo>
                    <a:pt x="1" y="691"/>
                  </a:lnTo>
                  <a:lnTo>
                    <a:pt x="1" y="723"/>
                  </a:lnTo>
                  <a:cubicBezTo>
                    <a:pt x="1" y="760"/>
                    <a:pt x="1" y="792"/>
                    <a:pt x="21" y="824"/>
                  </a:cubicBezTo>
                  <a:lnTo>
                    <a:pt x="21" y="845"/>
                  </a:lnTo>
                  <a:lnTo>
                    <a:pt x="37" y="824"/>
                  </a:lnTo>
                  <a:lnTo>
                    <a:pt x="37" y="808"/>
                  </a:lnTo>
                  <a:cubicBezTo>
                    <a:pt x="21" y="792"/>
                    <a:pt x="21" y="760"/>
                    <a:pt x="21" y="723"/>
                  </a:cubicBezTo>
                  <a:lnTo>
                    <a:pt x="21" y="691"/>
                  </a:lnTo>
                  <a:lnTo>
                    <a:pt x="21" y="18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0">
              <a:extLst>
                <a:ext uri="{FF2B5EF4-FFF2-40B4-BE49-F238E27FC236}">
                  <a16:creationId xmlns:a16="http://schemas.microsoft.com/office/drawing/2014/main" id="{1C3BCE7F-0DBA-2C95-E5C1-F64B53EB9B58}"/>
                </a:ext>
              </a:extLst>
            </p:cNvPr>
            <p:cNvSpPr/>
            <p:nvPr/>
          </p:nvSpPr>
          <p:spPr>
            <a:xfrm>
              <a:off x="1520197" y="2861649"/>
              <a:ext cx="193982" cy="291022"/>
            </a:xfrm>
            <a:custGeom>
              <a:avLst/>
              <a:gdLst/>
              <a:ahLst/>
              <a:cxnLst/>
              <a:rect l="l" t="t" r="r" b="b"/>
              <a:pathLst>
                <a:path w="1953" h="2930" extrusionOk="0">
                  <a:moveTo>
                    <a:pt x="49" y="0"/>
                  </a:moveTo>
                  <a:cubicBezTo>
                    <a:pt x="17" y="37"/>
                    <a:pt x="17" y="69"/>
                    <a:pt x="17" y="122"/>
                  </a:cubicBezTo>
                  <a:lnTo>
                    <a:pt x="17" y="138"/>
                  </a:lnTo>
                  <a:cubicBezTo>
                    <a:pt x="17" y="186"/>
                    <a:pt x="17" y="223"/>
                    <a:pt x="33" y="271"/>
                  </a:cubicBezTo>
                  <a:cubicBezTo>
                    <a:pt x="33" y="356"/>
                    <a:pt x="33" y="441"/>
                    <a:pt x="17" y="526"/>
                  </a:cubicBezTo>
                  <a:cubicBezTo>
                    <a:pt x="1" y="744"/>
                    <a:pt x="70" y="929"/>
                    <a:pt x="251" y="1095"/>
                  </a:cubicBezTo>
                  <a:cubicBezTo>
                    <a:pt x="421" y="1265"/>
                    <a:pt x="591" y="1451"/>
                    <a:pt x="740" y="1636"/>
                  </a:cubicBezTo>
                  <a:cubicBezTo>
                    <a:pt x="878" y="1786"/>
                    <a:pt x="995" y="1939"/>
                    <a:pt x="1144" y="2073"/>
                  </a:cubicBezTo>
                  <a:cubicBezTo>
                    <a:pt x="1245" y="2190"/>
                    <a:pt x="1330" y="2291"/>
                    <a:pt x="1431" y="2392"/>
                  </a:cubicBezTo>
                  <a:cubicBezTo>
                    <a:pt x="1585" y="2578"/>
                    <a:pt x="1750" y="2763"/>
                    <a:pt x="1936" y="2913"/>
                  </a:cubicBezTo>
                  <a:lnTo>
                    <a:pt x="1936" y="2929"/>
                  </a:lnTo>
                  <a:lnTo>
                    <a:pt x="1952" y="2913"/>
                  </a:lnTo>
                  <a:lnTo>
                    <a:pt x="1952" y="2897"/>
                  </a:lnTo>
                  <a:cubicBezTo>
                    <a:pt x="1766" y="2747"/>
                    <a:pt x="1601" y="2562"/>
                    <a:pt x="1447" y="2376"/>
                  </a:cubicBezTo>
                  <a:cubicBezTo>
                    <a:pt x="1346" y="2275"/>
                    <a:pt x="1261" y="2158"/>
                    <a:pt x="1160" y="2057"/>
                  </a:cubicBezTo>
                  <a:cubicBezTo>
                    <a:pt x="1027" y="1919"/>
                    <a:pt x="894" y="1770"/>
                    <a:pt x="756" y="1616"/>
                  </a:cubicBezTo>
                  <a:cubicBezTo>
                    <a:pt x="607" y="1434"/>
                    <a:pt x="437" y="1249"/>
                    <a:pt x="272" y="1079"/>
                  </a:cubicBezTo>
                  <a:cubicBezTo>
                    <a:pt x="86" y="909"/>
                    <a:pt x="33" y="744"/>
                    <a:pt x="49" y="526"/>
                  </a:cubicBezTo>
                  <a:lnTo>
                    <a:pt x="49" y="271"/>
                  </a:lnTo>
                  <a:lnTo>
                    <a:pt x="49" y="138"/>
                  </a:lnTo>
                  <a:lnTo>
                    <a:pt x="49" y="122"/>
                  </a:lnTo>
                  <a:cubicBezTo>
                    <a:pt x="49" y="69"/>
                    <a:pt x="49" y="37"/>
                    <a:pt x="70" y="21"/>
                  </a:cubicBezTo>
                  <a:lnTo>
                    <a:pt x="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0">
              <a:extLst>
                <a:ext uri="{FF2B5EF4-FFF2-40B4-BE49-F238E27FC236}">
                  <a16:creationId xmlns:a16="http://schemas.microsoft.com/office/drawing/2014/main" id="{40226F99-7C01-A40C-D48D-D39FF5AD59ED}"/>
                </a:ext>
              </a:extLst>
            </p:cNvPr>
            <p:cNvSpPr/>
            <p:nvPr/>
          </p:nvSpPr>
          <p:spPr>
            <a:xfrm>
              <a:off x="674445" y="1964049"/>
              <a:ext cx="143723" cy="172230"/>
            </a:xfrm>
            <a:custGeom>
              <a:avLst/>
              <a:gdLst/>
              <a:ahLst/>
              <a:cxnLst/>
              <a:rect l="l" t="t" r="r" b="b"/>
              <a:pathLst>
                <a:path w="1447" h="1734" extrusionOk="0">
                  <a:moveTo>
                    <a:pt x="1394" y="1"/>
                  </a:moveTo>
                  <a:cubicBezTo>
                    <a:pt x="1414" y="170"/>
                    <a:pt x="1414" y="336"/>
                    <a:pt x="1414" y="506"/>
                  </a:cubicBezTo>
                  <a:cubicBezTo>
                    <a:pt x="1414" y="607"/>
                    <a:pt x="1394" y="708"/>
                    <a:pt x="1414" y="809"/>
                  </a:cubicBezTo>
                  <a:lnTo>
                    <a:pt x="1414" y="841"/>
                  </a:lnTo>
                  <a:cubicBezTo>
                    <a:pt x="1414" y="877"/>
                    <a:pt x="1414" y="926"/>
                    <a:pt x="1430" y="978"/>
                  </a:cubicBezTo>
                  <a:lnTo>
                    <a:pt x="17" y="1717"/>
                  </a:lnTo>
                  <a:cubicBezTo>
                    <a:pt x="0" y="1717"/>
                    <a:pt x="0" y="1717"/>
                    <a:pt x="0" y="1734"/>
                  </a:cubicBezTo>
                  <a:lnTo>
                    <a:pt x="17" y="1734"/>
                  </a:lnTo>
                  <a:lnTo>
                    <a:pt x="1447" y="994"/>
                  </a:lnTo>
                  <a:lnTo>
                    <a:pt x="1447" y="978"/>
                  </a:lnTo>
                  <a:cubicBezTo>
                    <a:pt x="1430" y="926"/>
                    <a:pt x="1430" y="877"/>
                    <a:pt x="1430" y="841"/>
                  </a:cubicBezTo>
                  <a:lnTo>
                    <a:pt x="1430" y="809"/>
                  </a:lnTo>
                  <a:lnTo>
                    <a:pt x="1430" y="506"/>
                  </a:lnTo>
                  <a:cubicBezTo>
                    <a:pt x="1430" y="336"/>
                    <a:pt x="1447" y="170"/>
                    <a:pt x="14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0">
              <a:extLst>
                <a:ext uri="{FF2B5EF4-FFF2-40B4-BE49-F238E27FC236}">
                  <a16:creationId xmlns:a16="http://schemas.microsoft.com/office/drawing/2014/main" id="{87EA5E4D-353D-F4F8-B7EE-B3CF85A5592A}"/>
                </a:ext>
              </a:extLst>
            </p:cNvPr>
            <p:cNvSpPr/>
            <p:nvPr/>
          </p:nvSpPr>
          <p:spPr>
            <a:xfrm>
              <a:off x="1087339" y="2343669"/>
              <a:ext cx="6456" cy="88697"/>
            </a:xfrm>
            <a:custGeom>
              <a:avLst/>
              <a:gdLst/>
              <a:ahLst/>
              <a:cxnLst/>
              <a:rect l="l" t="t" r="r" b="b"/>
              <a:pathLst>
                <a:path w="65" h="893" extrusionOk="0">
                  <a:moveTo>
                    <a:pt x="16" y="0"/>
                  </a:moveTo>
                  <a:lnTo>
                    <a:pt x="0" y="16"/>
                  </a:lnTo>
                  <a:lnTo>
                    <a:pt x="0" y="202"/>
                  </a:lnTo>
                  <a:lnTo>
                    <a:pt x="0" y="707"/>
                  </a:lnTo>
                  <a:cubicBezTo>
                    <a:pt x="0" y="772"/>
                    <a:pt x="16" y="840"/>
                    <a:pt x="32" y="893"/>
                  </a:cubicBezTo>
                  <a:lnTo>
                    <a:pt x="49" y="893"/>
                  </a:lnTo>
                  <a:cubicBezTo>
                    <a:pt x="49" y="893"/>
                    <a:pt x="65" y="893"/>
                    <a:pt x="49" y="873"/>
                  </a:cubicBezTo>
                  <a:cubicBezTo>
                    <a:pt x="32" y="824"/>
                    <a:pt x="32" y="772"/>
                    <a:pt x="32" y="707"/>
                  </a:cubicBezTo>
                  <a:lnTo>
                    <a:pt x="32" y="202"/>
                  </a:lnTo>
                  <a:lnTo>
                    <a:pt x="32" y="16"/>
                  </a:ln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0">
              <a:extLst>
                <a:ext uri="{FF2B5EF4-FFF2-40B4-BE49-F238E27FC236}">
                  <a16:creationId xmlns:a16="http://schemas.microsoft.com/office/drawing/2014/main" id="{C7BD67F2-8E4C-2697-B1AA-1B0194BD7F84}"/>
                </a:ext>
              </a:extLst>
            </p:cNvPr>
            <p:cNvSpPr/>
            <p:nvPr/>
          </p:nvSpPr>
          <p:spPr>
            <a:xfrm>
              <a:off x="686066" y="3261630"/>
              <a:ext cx="138956" cy="151769"/>
            </a:xfrm>
            <a:custGeom>
              <a:avLst/>
              <a:gdLst/>
              <a:ahLst/>
              <a:cxnLst/>
              <a:rect l="l" t="t" r="r" b="b"/>
              <a:pathLst>
                <a:path w="1399" h="1528" extrusionOk="0">
                  <a:moveTo>
                    <a:pt x="1354" y="1"/>
                  </a:moveTo>
                  <a:cubicBezTo>
                    <a:pt x="1350" y="1"/>
                    <a:pt x="1346" y="5"/>
                    <a:pt x="1346" y="13"/>
                  </a:cubicBezTo>
                  <a:cubicBezTo>
                    <a:pt x="1330" y="49"/>
                    <a:pt x="1330" y="98"/>
                    <a:pt x="1346" y="134"/>
                  </a:cubicBezTo>
                  <a:cubicBezTo>
                    <a:pt x="1346" y="183"/>
                    <a:pt x="1362" y="215"/>
                    <a:pt x="1313" y="235"/>
                  </a:cubicBezTo>
                  <a:cubicBezTo>
                    <a:pt x="1277" y="268"/>
                    <a:pt x="1229" y="268"/>
                    <a:pt x="1176" y="284"/>
                  </a:cubicBezTo>
                  <a:cubicBezTo>
                    <a:pt x="1160" y="284"/>
                    <a:pt x="1128" y="300"/>
                    <a:pt x="1095" y="300"/>
                  </a:cubicBezTo>
                  <a:cubicBezTo>
                    <a:pt x="974" y="352"/>
                    <a:pt x="857" y="385"/>
                    <a:pt x="740" y="437"/>
                  </a:cubicBezTo>
                  <a:cubicBezTo>
                    <a:pt x="554" y="486"/>
                    <a:pt x="368" y="571"/>
                    <a:pt x="186" y="619"/>
                  </a:cubicBezTo>
                  <a:cubicBezTo>
                    <a:pt x="49" y="671"/>
                    <a:pt x="0" y="740"/>
                    <a:pt x="17" y="857"/>
                  </a:cubicBezTo>
                  <a:lnTo>
                    <a:pt x="17" y="1209"/>
                  </a:lnTo>
                  <a:lnTo>
                    <a:pt x="17" y="1378"/>
                  </a:lnTo>
                  <a:lnTo>
                    <a:pt x="17" y="1411"/>
                  </a:lnTo>
                  <a:cubicBezTo>
                    <a:pt x="17" y="1447"/>
                    <a:pt x="17" y="1496"/>
                    <a:pt x="49" y="1528"/>
                  </a:cubicBezTo>
                  <a:lnTo>
                    <a:pt x="65" y="1528"/>
                  </a:lnTo>
                  <a:lnTo>
                    <a:pt x="65" y="1512"/>
                  </a:lnTo>
                  <a:cubicBezTo>
                    <a:pt x="33" y="1479"/>
                    <a:pt x="49" y="1447"/>
                    <a:pt x="49" y="1411"/>
                  </a:cubicBezTo>
                  <a:lnTo>
                    <a:pt x="49" y="1378"/>
                  </a:lnTo>
                  <a:lnTo>
                    <a:pt x="49" y="1209"/>
                  </a:lnTo>
                  <a:lnTo>
                    <a:pt x="49" y="857"/>
                  </a:lnTo>
                  <a:cubicBezTo>
                    <a:pt x="33" y="740"/>
                    <a:pt x="65" y="688"/>
                    <a:pt x="186" y="655"/>
                  </a:cubicBezTo>
                  <a:cubicBezTo>
                    <a:pt x="368" y="587"/>
                    <a:pt x="570" y="518"/>
                    <a:pt x="756" y="453"/>
                  </a:cubicBezTo>
                  <a:cubicBezTo>
                    <a:pt x="873" y="417"/>
                    <a:pt x="994" y="369"/>
                    <a:pt x="1111" y="336"/>
                  </a:cubicBezTo>
                  <a:cubicBezTo>
                    <a:pt x="1128" y="316"/>
                    <a:pt x="1160" y="316"/>
                    <a:pt x="1196" y="300"/>
                  </a:cubicBezTo>
                  <a:cubicBezTo>
                    <a:pt x="1245" y="300"/>
                    <a:pt x="1297" y="284"/>
                    <a:pt x="1330" y="251"/>
                  </a:cubicBezTo>
                  <a:cubicBezTo>
                    <a:pt x="1398" y="215"/>
                    <a:pt x="1378" y="167"/>
                    <a:pt x="1362" y="114"/>
                  </a:cubicBezTo>
                  <a:cubicBezTo>
                    <a:pt x="1362" y="82"/>
                    <a:pt x="1346" y="49"/>
                    <a:pt x="1362" y="33"/>
                  </a:cubicBezTo>
                  <a:cubicBezTo>
                    <a:pt x="1378" y="13"/>
                    <a:pt x="1362" y="13"/>
                    <a:pt x="1362" y="13"/>
                  </a:cubicBezTo>
                  <a:cubicBezTo>
                    <a:pt x="1362" y="5"/>
                    <a:pt x="1358" y="1"/>
                    <a:pt x="13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0">
              <a:extLst>
                <a:ext uri="{FF2B5EF4-FFF2-40B4-BE49-F238E27FC236}">
                  <a16:creationId xmlns:a16="http://schemas.microsoft.com/office/drawing/2014/main" id="{5DE40C55-8069-E663-CB4A-BB27EA3F6CC0}"/>
                </a:ext>
              </a:extLst>
            </p:cNvPr>
            <p:cNvSpPr/>
            <p:nvPr/>
          </p:nvSpPr>
          <p:spPr>
            <a:xfrm>
              <a:off x="1792646" y="3020569"/>
              <a:ext cx="5364" cy="48570"/>
            </a:xfrm>
            <a:custGeom>
              <a:avLst/>
              <a:gdLst/>
              <a:ahLst/>
              <a:cxnLst/>
              <a:rect l="l" t="t" r="r" b="b"/>
              <a:pathLst>
                <a:path w="54" h="489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489"/>
                  </a:lnTo>
                  <a:cubicBezTo>
                    <a:pt x="33" y="489"/>
                    <a:pt x="33" y="489"/>
                    <a:pt x="33" y="473"/>
                  </a:cubicBezTo>
                  <a:lnTo>
                    <a:pt x="33" y="303"/>
                  </a:lnTo>
                  <a:cubicBezTo>
                    <a:pt x="33" y="202"/>
                    <a:pt x="33" y="117"/>
                    <a:pt x="53" y="16"/>
                  </a:cubicBezTo>
                  <a:cubicBezTo>
                    <a:pt x="53" y="16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0">
              <a:extLst>
                <a:ext uri="{FF2B5EF4-FFF2-40B4-BE49-F238E27FC236}">
                  <a16:creationId xmlns:a16="http://schemas.microsoft.com/office/drawing/2014/main" id="{3A52EAD9-21C8-52CD-729B-41D0E47CF3B4}"/>
                </a:ext>
              </a:extLst>
            </p:cNvPr>
            <p:cNvSpPr/>
            <p:nvPr/>
          </p:nvSpPr>
          <p:spPr>
            <a:xfrm>
              <a:off x="1416701" y="3234813"/>
              <a:ext cx="85221" cy="195472"/>
            </a:xfrm>
            <a:custGeom>
              <a:avLst/>
              <a:gdLst/>
              <a:ahLst/>
              <a:cxnLst/>
              <a:rect l="l" t="t" r="r" b="b"/>
              <a:pathLst>
                <a:path w="858" h="1968" extrusionOk="0">
                  <a:moveTo>
                    <a:pt x="1" y="0"/>
                  </a:moveTo>
                  <a:lnTo>
                    <a:pt x="1" y="16"/>
                  </a:lnTo>
                  <a:cubicBezTo>
                    <a:pt x="65" y="81"/>
                    <a:pt x="134" y="134"/>
                    <a:pt x="203" y="202"/>
                  </a:cubicBezTo>
                  <a:cubicBezTo>
                    <a:pt x="368" y="352"/>
                    <a:pt x="538" y="521"/>
                    <a:pt x="708" y="671"/>
                  </a:cubicBezTo>
                  <a:cubicBezTo>
                    <a:pt x="788" y="756"/>
                    <a:pt x="825" y="841"/>
                    <a:pt x="825" y="958"/>
                  </a:cubicBezTo>
                  <a:lnTo>
                    <a:pt x="825" y="1547"/>
                  </a:lnTo>
                  <a:lnTo>
                    <a:pt x="825" y="1818"/>
                  </a:lnTo>
                  <a:lnTo>
                    <a:pt x="825" y="1850"/>
                  </a:lnTo>
                  <a:cubicBezTo>
                    <a:pt x="825" y="1883"/>
                    <a:pt x="825" y="1919"/>
                    <a:pt x="809" y="1935"/>
                  </a:cubicBezTo>
                  <a:lnTo>
                    <a:pt x="809" y="1968"/>
                  </a:lnTo>
                  <a:lnTo>
                    <a:pt x="825" y="1968"/>
                  </a:lnTo>
                  <a:cubicBezTo>
                    <a:pt x="857" y="1919"/>
                    <a:pt x="857" y="1883"/>
                    <a:pt x="857" y="1850"/>
                  </a:cubicBezTo>
                  <a:lnTo>
                    <a:pt x="857" y="1818"/>
                  </a:lnTo>
                  <a:cubicBezTo>
                    <a:pt x="857" y="1733"/>
                    <a:pt x="857" y="1632"/>
                    <a:pt x="841" y="1547"/>
                  </a:cubicBezTo>
                  <a:cubicBezTo>
                    <a:pt x="841" y="1345"/>
                    <a:pt x="841" y="1143"/>
                    <a:pt x="857" y="958"/>
                  </a:cubicBezTo>
                  <a:cubicBezTo>
                    <a:pt x="857" y="824"/>
                    <a:pt x="825" y="740"/>
                    <a:pt x="724" y="655"/>
                  </a:cubicBezTo>
                  <a:cubicBezTo>
                    <a:pt x="554" y="505"/>
                    <a:pt x="384" y="336"/>
                    <a:pt x="219" y="182"/>
                  </a:cubicBezTo>
                  <a:cubicBezTo>
                    <a:pt x="150" y="117"/>
                    <a:pt x="82" y="6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0">
              <a:extLst>
                <a:ext uri="{FF2B5EF4-FFF2-40B4-BE49-F238E27FC236}">
                  <a16:creationId xmlns:a16="http://schemas.microsoft.com/office/drawing/2014/main" id="{6DA30470-53B1-534D-2CC3-8D4ABD76473A}"/>
                </a:ext>
              </a:extLst>
            </p:cNvPr>
            <p:cNvSpPr/>
            <p:nvPr/>
          </p:nvSpPr>
          <p:spPr>
            <a:xfrm>
              <a:off x="871406" y="1559597"/>
              <a:ext cx="338003" cy="289036"/>
            </a:xfrm>
            <a:custGeom>
              <a:avLst/>
              <a:gdLst/>
              <a:ahLst/>
              <a:cxnLst/>
              <a:rect l="l" t="t" r="r" b="b"/>
              <a:pathLst>
                <a:path w="3403" h="2910" extrusionOk="0">
                  <a:moveTo>
                    <a:pt x="3386" y="1"/>
                  </a:moveTo>
                  <a:cubicBezTo>
                    <a:pt x="3184" y="118"/>
                    <a:pt x="2966" y="235"/>
                    <a:pt x="2764" y="352"/>
                  </a:cubicBezTo>
                  <a:cubicBezTo>
                    <a:pt x="2461" y="522"/>
                    <a:pt x="2138" y="687"/>
                    <a:pt x="1855" y="873"/>
                  </a:cubicBezTo>
                  <a:cubicBezTo>
                    <a:pt x="1399" y="1144"/>
                    <a:pt x="946" y="1394"/>
                    <a:pt x="490" y="1633"/>
                  </a:cubicBezTo>
                  <a:cubicBezTo>
                    <a:pt x="372" y="1697"/>
                    <a:pt x="239" y="1782"/>
                    <a:pt x="102" y="1851"/>
                  </a:cubicBezTo>
                  <a:cubicBezTo>
                    <a:pt x="37" y="1883"/>
                    <a:pt x="1" y="1919"/>
                    <a:pt x="1" y="2020"/>
                  </a:cubicBezTo>
                  <a:lnTo>
                    <a:pt x="1" y="2643"/>
                  </a:lnTo>
                  <a:lnTo>
                    <a:pt x="1" y="2760"/>
                  </a:lnTo>
                  <a:cubicBezTo>
                    <a:pt x="1" y="2808"/>
                    <a:pt x="1" y="2861"/>
                    <a:pt x="37" y="2909"/>
                  </a:cubicBezTo>
                  <a:lnTo>
                    <a:pt x="53" y="2909"/>
                  </a:lnTo>
                  <a:lnTo>
                    <a:pt x="53" y="2893"/>
                  </a:lnTo>
                  <a:cubicBezTo>
                    <a:pt x="37" y="2861"/>
                    <a:pt x="37" y="2808"/>
                    <a:pt x="37" y="2760"/>
                  </a:cubicBezTo>
                  <a:lnTo>
                    <a:pt x="37" y="2643"/>
                  </a:lnTo>
                  <a:lnTo>
                    <a:pt x="37" y="2000"/>
                  </a:lnTo>
                  <a:cubicBezTo>
                    <a:pt x="17" y="1936"/>
                    <a:pt x="53" y="1899"/>
                    <a:pt x="118" y="1867"/>
                  </a:cubicBezTo>
                  <a:cubicBezTo>
                    <a:pt x="255" y="1798"/>
                    <a:pt x="372" y="1734"/>
                    <a:pt x="506" y="1649"/>
                  </a:cubicBezTo>
                  <a:cubicBezTo>
                    <a:pt x="962" y="1415"/>
                    <a:pt x="1415" y="1160"/>
                    <a:pt x="1855" y="889"/>
                  </a:cubicBezTo>
                  <a:cubicBezTo>
                    <a:pt x="2158" y="724"/>
                    <a:pt x="2477" y="538"/>
                    <a:pt x="2780" y="384"/>
                  </a:cubicBezTo>
                  <a:cubicBezTo>
                    <a:pt x="2982" y="267"/>
                    <a:pt x="3200" y="150"/>
                    <a:pt x="3402" y="17"/>
                  </a:cubicBezTo>
                  <a:lnTo>
                    <a:pt x="34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0">
              <a:extLst>
                <a:ext uri="{FF2B5EF4-FFF2-40B4-BE49-F238E27FC236}">
                  <a16:creationId xmlns:a16="http://schemas.microsoft.com/office/drawing/2014/main" id="{D2C2EBA1-9C14-6910-2320-7DD07F90B155}"/>
                </a:ext>
              </a:extLst>
            </p:cNvPr>
            <p:cNvSpPr/>
            <p:nvPr/>
          </p:nvSpPr>
          <p:spPr>
            <a:xfrm>
              <a:off x="2165412" y="2963953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01"/>
                    <a:pt x="17" y="182"/>
                    <a:pt x="17" y="251"/>
                  </a:cubicBezTo>
                  <a:lnTo>
                    <a:pt x="17" y="404"/>
                  </a:lnTo>
                  <a:lnTo>
                    <a:pt x="37" y="404"/>
                  </a:lnTo>
                  <a:lnTo>
                    <a:pt x="37" y="251"/>
                  </a:lnTo>
                  <a:cubicBezTo>
                    <a:pt x="37" y="182"/>
                    <a:pt x="37" y="101"/>
                    <a:pt x="53" y="17"/>
                  </a:cubicBezTo>
                  <a:cubicBezTo>
                    <a:pt x="53" y="17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0">
              <a:extLst>
                <a:ext uri="{FF2B5EF4-FFF2-40B4-BE49-F238E27FC236}">
                  <a16:creationId xmlns:a16="http://schemas.microsoft.com/office/drawing/2014/main" id="{3997C57B-2750-9F6A-BEA2-8DB189144E1E}"/>
                </a:ext>
              </a:extLst>
            </p:cNvPr>
            <p:cNvSpPr/>
            <p:nvPr/>
          </p:nvSpPr>
          <p:spPr>
            <a:xfrm>
              <a:off x="1287876" y="2772455"/>
              <a:ext cx="4966" cy="94458"/>
            </a:xfrm>
            <a:custGeom>
              <a:avLst/>
              <a:gdLst/>
              <a:ahLst/>
              <a:cxnLst/>
              <a:rect l="l" t="t" r="r" b="b"/>
              <a:pathLst>
                <a:path w="50" h="951" extrusionOk="0">
                  <a:moveTo>
                    <a:pt x="18" y="1"/>
                  </a:moveTo>
                  <a:cubicBezTo>
                    <a:pt x="17" y="1"/>
                    <a:pt x="17" y="3"/>
                    <a:pt x="17" y="10"/>
                  </a:cubicBezTo>
                  <a:lnTo>
                    <a:pt x="1" y="10"/>
                  </a:lnTo>
                  <a:cubicBezTo>
                    <a:pt x="17" y="143"/>
                    <a:pt x="17" y="260"/>
                    <a:pt x="17" y="377"/>
                  </a:cubicBezTo>
                  <a:lnTo>
                    <a:pt x="17" y="579"/>
                  </a:lnTo>
                  <a:lnTo>
                    <a:pt x="17" y="834"/>
                  </a:lnTo>
                  <a:lnTo>
                    <a:pt x="17" y="951"/>
                  </a:lnTo>
                  <a:lnTo>
                    <a:pt x="33" y="951"/>
                  </a:lnTo>
                  <a:lnTo>
                    <a:pt x="33" y="834"/>
                  </a:lnTo>
                  <a:lnTo>
                    <a:pt x="33" y="579"/>
                  </a:lnTo>
                  <a:lnTo>
                    <a:pt x="33" y="377"/>
                  </a:lnTo>
                  <a:cubicBezTo>
                    <a:pt x="49" y="260"/>
                    <a:pt x="49" y="143"/>
                    <a:pt x="33" y="10"/>
                  </a:cubicBezTo>
                  <a:cubicBezTo>
                    <a:pt x="23" y="10"/>
                    <a:pt x="19" y="1"/>
                    <a:pt x="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0">
              <a:extLst>
                <a:ext uri="{FF2B5EF4-FFF2-40B4-BE49-F238E27FC236}">
                  <a16:creationId xmlns:a16="http://schemas.microsoft.com/office/drawing/2014/main" id="{5721F547-975E-A3FA-BB3B-632E3916EE29}"/>
                </a:ext>
              </a:extLst>
            </p:cNvPr>
            <p:cNvSpPr/>
            <p:nvPr/>
          </p:nvSpPr>
          <p:spPr>
            <a:xfrm>
              <a:off x="791152" y="2485704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33"/>
                    <a:pt x="17" y="251"/>
                    <a:pt x="17" y="372"/>
                  </a:cubicBezTo>
                  <a:lnTo>
                    <a:pt x="17" y="606"/>
                  </a:lnTo>
                  <a:lnTo>
                    <a:pt x="17" y="675"/>
                  </a:lnTo>
                  <a:cubicBezTo>
                    <a:pt x="17" y="707"/>
                    <a:pt x="1" y="756"/>
                    <a:pt x="37" y="808"/>
                  </a:cubicBezTo>
                  <a:lnTo>
                    <a:pt x="37" y="824"/>
                  </a:lnTo>
                  <a:lnTo>
                    <a:pt x="53" y="824"/>
                  </a:lnTo>
                  <a:lnTo>
                    <a:pt x="53" y="808"/>
                  </a:lnTo>
                  <a:cubicBezTo>
                    <a:pt x="37" y="756"/>
                    <a:pt x="37" y="707"/>
                    <a:pt x="37" y="675"/>
                  </a:cubicBezTo>
                  <a:lnTo>
                    <a:pt x="37" y="606"/>
                  </a:lnTo>
                  <a:lnTo>
                    <a:pt x="37" y="372"/>
                  </a:lnTo>
                  <a:cubicBezTo>
                    <a:pt x="37" y="251"/>
                    <a:pt x="53" y="13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0">
              <a:extLst>
                <a:ext uri="{FF2B5EF4-FFF2-40B4-BE49-F238E27FC236}">
                  <a16:creationId xmlns:a16="http://schemas.microsoft.com/office/drawing/2014/main" id="{143BE05F-6839-184F-FFE3-B372B74F5F29}"/>
                </a:ext>
              </a:extLst>
            </p:cNvPr>
            <p:cNvSpPr/>
            <p:nvPr/>
          </p:nvSpPr>
          <p:spPr>
            <a:xfrm>
              <a:off x="2120518" y="3672538"/>
              <a:ext cx="4867" cy="48669"/>
            </a:xfrm>
            <a:custGeom>
              <a:avLst/>
              <a:gdLst/>
              <a:ahLst/>
              <a:cxnLst/>
              <a:rect l="l" t="t" r="r" b="b"/>
              <a:pathLst>
                <a:path w="49" h="490" extrusionOk="0">
                  <a:moveTo>
                    <a:pt x="33" y="1"/>
                  </a:moveTo>
                  <a:cubicBezTo>
                    <a:pt x="33" y="1"/>
                    <a:pt x="16" y="1"/>
                    <a:pt x="16" y="17"/>
                  </a:cubicBezTo>
                  <a:cubicBezTo>
                    <a:pt x="0" y="85"/>
                    <a:pt x="0" y="170"/>
                    <a:pt x="0" y="255"/>
                  </a:cubicBezTo>
                  <a:cubicBezTo>
                    <a:pt x="16" y="320"/>
                    <a:pt x="16" y="405"/>
                    <a:pt x="0" y="473"/>
                  </a:cubicBezTo>
                  <a:lnTo>
                    <a:pt x="0" y="489"/>
                  </a:lnTo>
                  <a:lnTo>
                    <a:pt x="16" y="473"/>
                  </a:lnTo>
                  <a:cubicBezTo>
                    <a:pt x="33" y="405"/>
                    <a:pt x="33" y="320"/>
                    <a:pt x="33" y="255"/>
                  </a:cubicBezTo>
                  <a:cubicBezTo>
                    <a:pt x="33" y="170"/>
                    <a:pt x="33" y="8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0">
              <a:extLst>
                <a:ext uri="{FF2B5EF4-FFF2-40B4-BE49-F238E27FC236}">
                  <a16:creationId xmlns:a16="http://schemas.microsoft.com/office/drawing/2014/main" id="{0039BE0B-551B-5D78-D6D5-E49C07BEB0CD}"/>
                </a:ext>
              </a:extLst>
            </p:cNvPr>
            <p:cNvSpPr/>
            <p:nvPr/>
          </p:nvSpPr>
          <p:spPr>
            <a:xfrm>
              <a:off x="1734143" y="3547786"/>
              <a:ext cx="157331" cy="186632"/>
            </a:xfrm>
            <a:custGeom>
              <a:avLst/>
              <a:gdLst/>
              <a:ahLst/>
              <a:cxnLst/>
              <a:rect l="l" t="t" r="r" b="b"/>
              <a:pathLst>
                <a:path w="1584" h="1879" extrusionOk="0">
                  <a:moveTo>
                    <a:pt x="71" y="0"/>
                  </a:moveTo>
                  <a:cubicBezTo>
                    <a:pt x="69" y="0"/>
                    <a:pt x="69" y="4"/>
                    <a:pt x="69" y="12"/>
                  </a:cubicBezTo>
                  <a:cubicBezTo>
                    <a:pt x="0" y="113"/>
                    <a:pt x="16" y="198"/>
                    <a:pt x="137" y="283"/>
                  </a:cubicBezTo>
                  <a:cubicBezTo>
                    <a:pt x="303" y="432"/>
                    <a:pt x="473" y="602"/>
                    <a:pt x="642" y="768"/>
                  </a:cubicBezTo>
                  <a:cubicBezTo>
                    <a:pt x="675" y="804"/>
                    <a:pt x="707" y="836"/>
                    <a:pt x="760" y="869"/>
                  </a:cubicBezTo>
                  <a:cubicBezTo>
                    <a:pt x="792" y="921"/>
                    <a:pt x="824" y="954"/>
                    <a:pt x="877" y="990"/>
                  </a:cubicBezTo>
                  <a:cubicBezTo>
                    <a:pt x="1079" y="1192"/>
                    <a:pt x="1281" y="1394"/>
                    <a:pt x="1499" y="1576"/>
                  </a:cubicBezTo>
                  <a:cubicBezTo>
                    <a:pt x="1551" y="1628"/>
                    <a:pt x="1551" y="1697"/>
                    <a:pt x="1551" y="1761"/>
                  </a:cubicBezTo>
                  <a:cubicBezTo>
                    <a:pt x="1551" y="1798"/>
                    <a:pt x="1531" y="1830"/>
                    <a:pt x="1551" y="1862"/>
                  </a:cubicBezTo>
                  <a:cubicBezTo>
                    <a:pt x="1551" y="1879"/>
                    <a:pt x="1551" y="1879"/>
                    <a:pt x="1568" y="1879"/>
                  </a:cubicBezTo>
                  <a:lnTo>
                    <a:pt x="1568" y="1862"/>
                  </a:lnTo>
                  <a:lnTo>
                    <a:pt x="1568" y="1761"/>
                  </a:lnTo>
                  <a:cubicBezTo>
                    <a:pt x="1584" y="1697"/>
                    <a:pt x="1584" y="1628"/>
                    <a:pt x="1515" y="1560"/>
                  </a:cubicBezTo>
                  <a:cubicBezTo>
                    <a:pt x="1297" y="1374"/>
                    <a:pt x="1095" y="1172"/>
                    <a:pt x="893" y="970"/>
                  </a:cubicBezTo>
                  <a:cubicBezTo>
                    <a:pt x="844" y="937"/>
                    <a:pt x="808" y="905"/>
                    <a:pt x="776" y="853"/>
                  </a:cubicBezTo>
                  <a:cubicBezTo>
                    <a:pt x="743" y="820"/>
                    <a:pt x="691" y="788"/>
                    <a:pt x="659" y="752"/>
                  </a:cubicBezTo>
                  <a:cubicBezTo>
                    <a:pt x="489" y="586"/>
                    <a:pt x="319" y="416"/>
                    <a:pt x="154" y="263"/>
                  </a:cubicBezTo>
                  <a:cubicBezTo>
                    <a:pt x="53" y="182"/>
                    <a:pt x="36" y="113"/>
                    <a:pt x="85" y="28"/>
                  </a:cubicBezTo>
                  <a:lnTo>
                    <a:pt x="85" y="12"/>
                  </a:lnTo>
                  <a:cubicBezTo>
                    <a:pt x="77" y="4"/>
                    <a:pt x="73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0">
              <a:extLst>
                <a:ext uri="{FF2B5EF4-FFF2-40B4-BE49-F238E27FC236}">
                  <a16:creationId xmlns:a16="http://schemas.microsoft.com/office/drawing/2014/main" id="{7AA006D8-8A22-BA00-DF64-EABB1DD80D6F}"/>
                </a:ext>
              </a:extLst>
            </p:cNvPr>
            <p:cNvSpPr/>
            <p:nvPr/>
          </p:nvSpPr>
          <p:spPr>
            <a:xfrm>
              <a:off x="754699" y="1826881"/>
              <a:ext cx="3278" cy="88697"/>
            </a:xfrm>
            <a:custGeom>
              <a:avLst/>
              <a:gdLst/>
              <a:ahLst/>
              <a:cxnLst/>
              <a:rect l="l" t="t" r="r" b="b"/>
              <a:pathLst>
                <a:path w="33" h="893" extrusionOk="0">
                  <a:moveTo>
                    <a:pt x="0" y="0"/>
                  </a:moveTo>
                  <a:lnTo>
                    <a:pt x="0" y="877"/>
                  </a:lnTo>
                  <a:lnTo>
                    <a:pt x="16" y="893"/>
                  </a:lnTo>
                  <a:cubicBezTo>
                    <a:pt x="33" y="893"/>
                    <a:pt x="33" y="877"/>
                    <a:pt x="33" y="877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0">
              <a:extLst>
                <a:ext uri="{FF2B5EF4-FFF2-40B4-BE49-F238E27FC236}">
                  <a16:creationId xmlns:a16="http://schemas.microsoft.com/office/drawing/2014/main" id="{657D7ED6-A10B-BA68-0AAE-2AA25BFD7982}"/>
                </a:ext>
              </a:extLst>
            </p:cNvPr>
            <p:cNvSpPr/>
            <p:nvPr/>
          </p:nvSpPr>
          <p:spPr>
            <a:xfrm>
              <a:off x="2096779" y="2860059"/>
              <a:ext cx="3774" cy="45392"/>
            </a:xfrm>
            <a:custGeom>
              <a:avLst/>
              <a:gdLst/>
              <a:ahLst/>
              <a:cxnLst/>
              <a:rect l="l" t="t" r="r" b="b"/>
              <a:pathLst>
                <a:path w="38" h="457" extrusionOk="0">
                  <a:moveTo>
                    <a:pt x="21" y="0"/>
                  </a:moveTo>
                  <a:cubicBezTo>
                    <a:pt x="1" y="101"/>
                    <a:pt x="1" y="186"/>
                    <a:pt x="1" y="287"/>
                  </a:cubicBezTo>
                  <a:lnTo>
                    <a:pt x="1" y="441"/>
                  </a:lnTo>
                  <a:cubicBezTo>
                    <a:pt x="1" y="457"/>
                    <a:pt x="1" y="457"/>
                    <a:pt x="21" y="457"/>
                  </a:cubicBezTo>
                  <a:cubicBezTo>
                    <a:pt x="21" y="457"/>
                    <a:pt x="37" y="457"/>
                    <a:pt x="37" y="441"/>
                  </a:cubicBezTo>
                  <a:lnTo>
                    <a:pt x="37" y="287"/>
                  </a:lnTo>
                  <a:cubicBezTo>
                    <a:pt x="21" y="186"/>
                    <a:pt x="21" y="101"/>
                    <a:pt x="37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0">
              <a:extLst>
                <a:ext uri="{FF2B5EF4-FFF2-40B4-BE49-F238E27FC236}">
                  <a16:creationId xmlns:a16="http://schemas.microsoft.com/office/drawing/2014/main" id="{41180CD1-BDF9-0692-63CB-C115195E6A0B}"/>
                </a:ext>
              </a:extLst>
            </p:cNvPr>
            <p:cNvSpPr/>
            <p:nvPr/>
          </p:nvSpPr>
          <p:spPr>
            <a:xfrm>
              <a:off x="1246160" y="3533682"/>
              <a:ext cx="172230" cy="200736"/>
            </a:xfrm>
            <a:custGeom>
              <a:avLst/>
              <a:gdLst/>
              <a:ahLst/>
              <a:cxnLst/>
              <a:rect l="l" t="t" r="r" b="b"/>
              <a:pathLst>
                <a:path w="1734" h="2021" extrusionOk="0">
                  <a:moveTo>
                    <a:pt x="1649" y="1"/>
                  </a:moveTo>
                  <a:lnTo>
                    <a:pt x="1649" y="21"/>
                  </a:lnTo>
                  <a:cubicBezTo>
                    <a:pt x="1665" y="21"/>
                    <a:pt x="1665" y="37"/>
                    <a:pt x="1681" y="37"/>
                  </a:cubicBezTo>
                  <a:cubicBezTo>
                    <a:pt x="1698" y="53"/>
                    <a:pt x="1698" y="69"/>
                    <a:pt x="1698" y="86"/>
                  </a:cubicBezTo>
                  <a:cubicBezTo>
                    <a:pt x="1681" y="187"/>
                    <a:pt x="1681" y="271"/>
                    <a:pt x="1681" y="372"/>
                  </a:cubicBezTo>
                  <a:cubicBezTo>
                    <a:pt x="1681" y="389"/>
                    <a:pt x="1698" y="425"/>
                    <a:pt x="1698" y="457"/>
                  </a:cubicBezTo>
                  <a:cubicBezTo>
                    <a:pt x="1698" y="542"/>
                    <a:pt x="1665" y="574"/>
                    <a:pt x="1597" y="591"/>
                  </a:cubicBezTo>
                  <a:cubicBezTo>
                    <a:pt x="1447" y="627"/>
                    <a:pt x="1314" y="675"/>
                    <a:pt x="1160" y="708"/>
                  </a:cubicBezTo>
                  <a:cubicBezTo>
                    <a:pt x="825" y="793"/>
                    <a:pt x="486" y="894"/>
                    <a:pt x="150" y="978"/>
                  </a:cubicBezTo>
                  <a:cubicBezTo>
                    <a:pt x="33" y="1011"/>
                    <a:pt x="1" y="1047"/>
                    <a:pt x="1" y="1164"/>
                  </a:cubicBezTo>
                  <a:lnTo>
                    <a:pt x="1" y="1770"/>
                  </a:lnTo>
                  <a:lnTo>
                    <a:pt x="1" y="2004"/>
                  </a:lnTo>
                  <a:cubicBezTo>
                    <a:pt x="1" y="2021"/>
                    <a:pt x="1" y="2021"/>
                    <a:pt x="17" y="2021"/>
                  </a:cubicBezTo>
                  <a:cubicBezTo>
                    <a:pt x="17" y="2021"/>
                    <a:pt x="33" y="2021"/>
                    <a:pt x="33" y="2004"/>
                  </a:cubicBezTo>
                  <a:lnTo>
                    <a:pt x="33" y="1770"/>
                  </a:lnTo>
                  <a:lnTo>
                    <a:pt x="33" y="1164"/>
                  </a:lnTo>
                  <a:cubicBezTo>
                    <a:pt x="17" y="1063"/>
                    <a:pt x="49" y="1031"/>
                    <a:pt x="150" y="1011"/>
                  </a:cubicBezTo>
                  <a:cubicBezTo>
                    <a:pt x="486" y="910"/>
                    <a:pt x="841" y="829"/>
                    <a:pt x="1176" y="728"/>
                  </a:cubicBezTo>
                  <a:cubicBezTo>
                    <a:pt x="1314" y="692"/>
                    <a:pt x="1463" y="659"/>
                    <a:pt x="1597" y="627"/>
                  </a:cubicBezTo>
                  <a:cubicBezTo>
                    <a:pt x="1681" y="591"/>
                    <a:pt x="1718" y="542"/>
                    <a:pt x="1718" y="457"/>
                  </a:cubicBezTo>
                  <a:lnTo>
                    <a:pt x="1718" y="372"/>
                  </a:lnTo>
                  <a:cubicBezTo>
                    <a:pt x="1718" y="271"/>
                    <a:pt x="1718" y="187"/>
                    <a:pt x="1734" y="86"/>
                  </a:cubicBezTo>
                  <a:cubicBezTo>
                    <a:pt x="1734" y="53"/>
                    <a:pt x="1718" y="37"/>
                    <a:pt x="1698" y="21"/>
                  </a:cubicBezTo>
                  <a:cubicBezTo>
                    <a:pt x="1681" y="21"/>
                    <a:pt x="1681" y="1"/>
                    <a:pt x="16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0">
              <a:extLst>
                <a:ext uri="{FF2B5EF4-FFF2-40B4-BE49-F238E27FC236}">
                  <a16:creationId xmlns:a16="http://schemas.microsoft.com/office/drawing/2014/main" id="{75A948C2-6B1D-4C25-ACCF-54EAD0F05D04}"/>
                </a:ext>
              </a:extLst>
            </p:cNvPr>
            <p:cNvSpPr/>
            <p:nvPr/>
          </p:nvSpPr>
          <p:spPr>
            <a:xfrm>
              <a:off x="1923059" y="2704715"/>
              <a:ext cx="145809" cy="294201"/>
            </a:xfrm>
            <a:custGeom>
              <a:avLst/>
              <a:gdLst/>
              <a:ahLst/>
              <a:cxnLst/>
              <a:rect l="l" t="t" r="r" b="b"/>
              <a:pathLst>
                <a:path w="1468" h="2962" extrusionOk="0">
                  <a:moveTo>
                    <a:pt x="1" y="1"/>
                  </a:moveTo>
                  <a:lnTo>
                    <a:pt x="1" y="17"/>
                  </a:lnTo>
                  <a:cubicBezTo>
                    <a:pt x="33" y="166"/>
                    <a:pt x="134" y="304"/>
                    <a:pt x="235" y="437"/>
                  </a:cubicBezTo>
                  <a:cubicBezTo>
                    <a:pt x="288" y="490"/>
                    <a:pt x="336" y="538"/>
                    <a:pt x="372" y="607"/>
                  </a:cubicBezTo>
                  <a:cubicBezTo>
                    <a:pt x="607" y="942"/>
                    <a:pt x="841" y="1277"/>
                    <a:pt x="1079" y="1617"/>
                  </a:cubicBezTo>
                  <a:cubicBezTo>
                    <a:pt x="1180" y="1766"/>
                    <a:pt x="1281" y="1904"/>
                    <a:pt x="1382" y="2053"/>
                  </a:cubicBezTo>
                  <a:cubicBezTo>
                    <a:pt x="1415" y="2106"/>
                    <a:pt x="1431" y="2154"/>
                    <a:pt x="1431" y="2207"/>
                  </a:cubicBezTo>
                  <a:cubicBezTo>
                    <a:pt x="1447" y="2457"/>
                    <a:pt x="1447" y="2691"/>
                    <a:pt x="1431" y="2893"/>
                  </a:cubicBezTo>
                  <a:lnTo>
                    <a:pt x="1431" y="2930"/>
                  </a:lnTo>
                  <a:cubicBezTo>
                    <a:pt x="1415" y="2930"/>
                    <a:pt x="1415" y="2946"/>
                    <a:pt x="1415" y="2946"/>
                  </a:cubicBezTo>
                  <a:lnTo>
                    <a:pt x="1415" y="2962"/>
                  </a:lnTo>
                  <a:lnTo>
                    <a:pt x="1431" y="2962"/>
                  </a:lnTo>
                  <a:lnTo>
                    <a:pt x="1447" y="2946"/>
                  </a:lnTo>
                  <a:cubicBezTo>
                    <a:pt x="1447" y="2930"/>
                    <a:pt x="1467" y="2913"/>
                    <a:pt x="1467" y="2893"/>
                  </a:cubicBezTo>
                  <a:lnTo>
                    <a:pt x="1467" y="2207"/>
                  </a:lnTo>
                  <a:cubicBezTo>
                    <a:pt x="1467" y="2154"/>
                    <a:pt x="1447" y="2085"/>
                    <a:pt x="1415" y="2037"/>
                  </a:cubicBezTo>
                  <a:cubicBezTo>
                    <a:pt x="1314" y="1883"/>
                    <a:pt x="1197" y="1750"/>
                    <a:pt x="1096" y="1601"/>
                  </a:cubicBezTo>
                  <a:cubicBezTo>
                    <a:pt x="861" y="1261"/>
                    <a:pt x="623" y="926"/>
                    <a:pt x="405" y="591"/>
                  </a:cubicBezTo>
                  <a:cubicBezTo>
                    <a:pt x="356" y="522"/>
                    <a:pt x="304" y="469"/>
                    <a:pt x="271" y="421"/>
                  </a:cubicBezTo>
                  <a:cubicBezTo>
                    <a:pt x="170" y="288"/>
                    <a:pt x="69" y="166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0">
              <a:extLst>
                <a:ext uri="{FF2B5EF4-FFF2-40B4-BE49-F238E27FC236}">
                  <a16:creationId xmlns:a16="http://schemas.microsoft.com/office/drawing/2014/main" id="{8355106D-E737-19C8-6D2A-0485133499D1}"/>
                </a:ext>
              </a:extLst>
            </p:cNvPr>
            <p:cNvSpPr/>
            <p:nvPr/>
          </p:nvSpPr>
          <p:spPr>
            <a:xfrm>
              <a:off x="1264237" y="3075098"/>
              <a:ext cx="150577" cy="149782"/>
            </a:xfrm>
            <a:custGeom>
              <a:avLst/>
              <a:gdLst/>
              <a:ahLst/>
              <a:cxnLst/>
              <a:rect l="l" t="t" r="r" b="b"/>
              <a:pathLst>
                <a:path w="1516" h="1508" extrusionOk="0">
                  <a:moveTo>
                    <a:pt x="1429" y="0"/>
                  </a:moveTo>
                  <a:cubicBezTo>
                    <a:pt x="1403" y="0"/>
                    <a:pt x="1374" y="9"/>
                    <a:pt x="1350" y="25"/>
                  </a:cubicBezTo>
                  <a:lnTo>
                    <a:pt x="893" y="174"/>
                  </a:lnTo>
                  <a:lnTo>
                    <a:pt x="659" y="259"/>
                  </a:lnTo>
                  <a:cubicBezTo>
                    <a:pt x="607" y="275"/>
                    <a:pt x="558" y="295"/>
                    <a:pt x="506" y="328"/>
                  </a:cubicBezTo>
                  <a:cubicBezTo>
                    <a:pt x="388" y="360"/>
                    <a:pt x="271" y="413"/>
                    <a:pt x="138" y="445"/>
                  </a:cubicBezTo>
                  <a:cubicBezTo>
                    <a:pt x="21" y="477"/>
                    <a:pt x="1" y="546"/>
                    <a:pt x="1" y="647"/>
                  </a:cubicBezTo>
                  <a:lnTo>
                    <a:pt x="1" y="1119"/>
                  </a:lnTo>
                  <a:lnTo>
                    <a:pt x="1" y="1370"/>
                  </a:lnTo>
                  <a:cubicBezTo>
                    <a:pt x="1" y="1406"/>
                    <a:pt x="21" y="1422"/>
                    <a:pt x="21" y="1455"/>
                  </a:cubicBezTo>
                  <a:lnTo>
                    <a:pt x="21" y="1487"/>
                  </a:lnTo>
                  <a:cubicBezTo>
                    <a:pt x="21" y="1507"/>
                    <a:pt x="37" y="1507"/>
                    <a:pt x="37" y="1507"/>
                  </a:cubicBezTo>
                  <a:cubicBezTo>
                    <a:pt x="37" y="1507"/>
                    <a:pt x="53" y="1507"/>
                    <a:pt x="53" y="1487"/>
                  </a:cubicBezTo>
                  <a:cubicBezTo>
                    <a:pt x="53" y="1471"/>
                    <a:pt x="37" y="1471"/>
                    <a:pt x="37" y="1455"/>
                  </a:cubicBezTo>
                  <a:lnTo>
                    <a:pt x="37" y="1370"/>
                  </a:lnTo>
                  <a:lnTo>
                    <a:pt x="37" y="1119"/>
                  </a:lnTo>
                  <a:lnTo>
                    <a:pt x="37" y="647"/>
                  </a:lnTo>
                  <a:cubicBezTo>
                    <a:pt x="37" y="546"/>
                    <a:pt x="53" y="497"/>
                    <a:pt x="138" y="477"/>
                  </a:cubicBezTo>
                  <a:cubicBezTo>
                    <a:pt x="271" y="445"/>
                    <a:pt x="405" y="396"/>
                    <a:pt x="526" y="344"/>
                  </a:cubicBezTo>
                  <a:cubicBezTo>
                    <a:pt x="574" y="328"/>
                    <a:pt x="627" y="312"/>
                    <a:pt x="675" y="295"/>
                  </a:cubicBezTo>
                  <a:lnTo>
                    <a:pt x="910" y="211"/>
                  </a:lnTo>
                  <a:cubicBezTo>
                    <a:pt x="1047" y="158"/>
                    <a:pt x="1196" y="93"/>
                    <a:pt x="1350" y="41"/>
                  </a:cubicBezTo>
                  <a:cubicBezTo>
                    <a:pt x="1374" y="33"/>
                    <a:pt x="1399" y="29"/>
                    <a:pt x="1421" y="29"/>
                  </a:cubicBezTo>
                  <a:cubicBezTo>
                    <a:pt x="1442" y="29"/>
                    <a:pt x="1459" y="33"/>
                    <a:pt x="1467" y="41"/>
                  </a:cubicBezTo>
                  <a:cubicBezTo>
                    <a:pt x="1483" y="57"/>
                    <a:pt x="1499" y="73"/>
                    <a:pt x="1499" y="93"/>
                  </a:cubicBezTo>
                  <a:cubicBezTo>
                    <a:pt x="1467" y="275"/>
                    <a:pt x="1483" y="445"/>
                    <a:pt x="1483" y="631"/>
                  </a:cubicBezTo>
                  <a:lnTo>
                    <a:pt x="1483" y="917"/>
                  </a:lnTo>
                  <a:cubicBezTo>
                    <a:pt x="1483" y="966"/>
                    <a:pt x="1467" y="1018"/>
                    <a:pt x="1451" y="1051"/>
                  </a:cubicBezTo>
                  <a:cubicBezTo>
                    <a:pt x="1451" y="1067"/>
                    <a:pt x="1451" y="1067"/>
                    <a:pt x="1467" y="1067"/>
                  </a:cubicBezTo>
                  <a:lnTo>
                    <a:pt x="1483" y="1067"/>
                  </a:lnTo>
                  <a:cubicBezTo>
                    <a:pt x="1499" y="1018"/>
                    <a:pt x="1499" y="966"/>
                    <a:pt x="1499" y="934"/>
                  </a:cubicBezTo>
                  <a:cubicBezTo>
                    <a:pt x="1516" y="833"/>
                    <a:pt x="1499" y="715"/>
                    <a:pt x="1499" y="631"/>
                  </a:cubicBezTo>
                  <a:cubicBezTo>
                    <a:pt x="1499" y="445"/>
                    <a:pt x="1499" y="275"/>
                    <a:pt x="1516" y="110"/>
                  </a:cubicBezTo>
                  <a:cubicBezTo>
                    <a:pt x="1516" y="57"/>
                    <a:pt x="1499" y="41"/>
                    <a:pt x="1483" y="25"/>
                  </a:cubicBezTo>
                  <a:cubicBezTo>
                    <a:pt x="1475" y="9"/>
                    <a:pt x="1454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0">
              <a:extLst>
                <a:ext uri="{FF2B5EF4-FFF2-40B4-BE49-F238E27FC236}">
                  <a16:creationId xmlns:a16="http://schemas.microsoft.com/office/drawing/2014/main" id="{36119E9E-FA34-3191-52D6-21457055A652}"/>
                </a:ext>
              </a:extLst>
            </p:cNvPr>
            <p:cNvSpPr/>
            <p:nvPr/>
          </p:nvSpPr>
          <p:spPr>
            <a:xfrm>
              <a:off x="1266223" y="2368699"/>
              <a:ext cx="212357" cy="158821"/>
            </a:xfrm>
            <a:custGeom>
              <a:avLst/>
              <a:gdLst/>
              <a:ahLst/>
              <a:cxnLst/>
              <a:rect l="l" t="t" r="r" b="b"/>
              <a:pathLst>
                <a:path w="2138" h="1599" extrusionOk="0">
                  <a:moveTo>
                    <a:pt x="1439" y="1"/>
                  </a:moveTo>
                  <a:cubicBezTo>
                    <a:pt x="1420" y="1"/>
                    <a:pt x="1401" y="8"/>
                    <a:pt x="1378" y="15"/>
                  </a:cubicBezTo>
                  <a:cubicBezTo>
                    <a:pt x="942" y="237"/>
                    <a:pt x="570" y="403"/>
                    <a:pt x="219" y="540"/>
                  </a:cubicBezTo>
                  <a:cubicBezTo>
                    <a:pt x="33" y="621"/>
                    <a:pt x="1" y="722"/>
                    <a:pt x="17" y="891"/>
                  </a:cubicBezTo>
                  <a:lnTo>
                    <a:pt x="17" y="1178"/>
                  </a:lnTo>
                  <a:cubicBezTo>
                    <a:pt x="17" y="1295"/>
                    <a:pt x="17" y="1429"/>
                    <a:pt x="33" y="1550"/>
                  </a:cubicBezTo>
                  <a:cubicBezTo>
                    <a:pt x="33" y="1566"/>
                    <a:pt x="33" y="1566"/>
                    <a:pt x="49" y="1566"/>
                  </a:cubicBezTo>
                  <a:lnTo>
                    <a:pt x="49" y="1550"/>
                  </a:lnTo>
                  <a:cubicBezTo>
                    <a:pt x="33" y="1429"/>
                    <a:pt x="33" y="1295"/>
                    <a:pt x="49" y="1178"/>
                  </a:cubicBezTo>
                  <a:cubicBezTo>
                    <a:pt x="49" y="1077"/>
                    <a:pt x="49" y="976"/>
                    <a:pt x="33" y="891"/>
                  </a:cubicBezTo>
                  <a:cubicBezTo>
                    <a:pt x="33" y="722"/>
                    <a:pt x="49" y="641"/>
                    <a:pt x="235" y="572"/>
                  </a:cubicBezTo>
                  <a:cubicBezTo>
                    <a:pt x="570" y="419"/>
                    <a:pt x="958" y="253"/>
                    <a:pt x="1378" y="51"/>
                  </a:cubicBezTo>
                  <a:cubicBezTo>
                    <a:pt x="1402" y="35"/>
                    <a:pt x="1422" y="26"/>
                    <a:pt x="1439" y="26"/>
                  </a:cubicBezTo>
                  <a:cubicBezTo>
                    <a:pt x="1460" y="26"/>
                    <a:pt x="1478" y="39"/>
                    <a:pt x="1496" y="67"/>
                  </a:cubicBezTo>
                  <a:cubicBezTo>
                    <a:pt x="1597" y="184"/>
                    <a:pt x="1698" y="318"/>
                    <a:pt x="1799" y="439"/>
                  </a:cubicBezTo>
                  <a:cubicBezTo>
                    <a:pt x="2101" y="807"/>
                    <a:pt x="2101" y="807"/>
                    <a:pt x="2085" y="1279"/>
                  </a:cubicBezTo>
                  <a:cubicBezTo>
                    <a:pt x="2085" y="1311"/>
                    <a:pt x="2101" y="1348"/>
                    <a:pt x="2101" y="1364"/>
                  </a:cubicBezTo>
                  <a:cubicBezTo>
                    <a:pt x="2101" y="1449"/>
                    <a:pt x="2101" y="1513"/>
                    <a:pt x="2069" y="1582"/>
                  </a:cubicBezTo>
                  <a:lnTo>
                    <a:pt x="2069" y="1598"/>
                  </a:lnTo>
                  <a:lnTo>
                    <a:pt x="2085" y="1598"/>
                  </a:lnTo>
                  <a:cubicBezTo>
                    <a:pt x="2138" y="1513"/>
                    <a:pt x="2138" y="1449"/>
                    <a:pt x="2122" y="1364"/>
                  </a:cubicBezTo>
                  <a:lnTo>
                    <a:pt x="2122" y="1279"/>
                  </a:lnTo>
                  <a:cubicBezTo>
                    <a:pt x="2122" y="790"/>
                    <a:pt x="2122" y="790"/>
                    <a:pt x="1835" y="419"/>
                  </a:cubicBezTo>
                  <a:lnTo>
                    <a:pt x="1819" y="419"/>
                  </a:lnTo>
                  <a:cubicBezTo>
                    <a:pt x="1718" y="302"/>
                    <a:pt x="1617" y="168"/>
                    <a:pt x="1516" y="51"/>
                  </a:cubicBezTo>
                  <a:cubicBezTo>
                    <a:pt x="1486" y="12"/>
                    <a:pt x="1463" y="1"/>
                    <a:pt x="14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0">
              <a:extLst>
                <a:ext uri="{FF2B5EF4-FFF2-40B4-BE49-F238E27FC236}">
                  <a16:creationId xmlns:a16="http://schemas.microsoft.com/office/drawing/2014/main" id="{71164CCA-501B-3EE5-B6F3-5AB7A9669013}"/>
                </a:ext>
              </a:extLst>
            </p:cNvPr>
            <p:cNvSpPr/>
            <p:nvPr/>
          </p:nvSpPr>
          <p:spPr>
            <a:xfrm>
              <a:off x="2167002" y="3477166"/>
              <a:ext cx="6953" cy="44994"/>
            </a:xfrm>
            <a:custGeom>
              <a:avLst/>
              <a:gdLst/>
              <a:ahLst/>
              <a:cxnLst/>
              <a:rect l="l" t="t" r="r" b="b"/>
              <a:pathLst>
                <a:path w="70" h="45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85"/>
                    <a:pt x="21" y="150"/>
                    <a:pt x="21" y="235"/>
                  </a:cubicBezTo>
                  <a:cubicBezTo>
                    <a:pt x="21" y="303"/>
                    <a:pt x="37" y="368"/>
                    <a:pt x="21" y="437"/>
                  </a:cubicBezTo>
                  <a:cubicBezTo>
                    <a:pt x="1" y="453"/>
                    <a:pt x="21" y="453"/>
                    <a:pt x="21" y="453"/>
                  </a:cubicBezTo>
                  <a:lnTo>
                    <a:pt x="37" y="453"/>
                  </a:lnTo>
                  <a:cubicBezTo>
                    <a:pt x="53" y="368"/>
                    <a:pt x="53" y="303"/>
                    <a:pt x="53" y="235"/>
                  </a:cubicBezTo>
                  <a:cubicBezTo>
                    <a:pt x="53" y="150"/>
                    <a:pt x="53" y="85"/>
                    <a:pt x="70" y="16"/>
                  </a:cubicBezTo>
                  <a:cubicBezTo>
                    <a:pt x="70" y="0"/>
                    <a:pt x="70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0">
              <a:extLst>
                <a:ext uri="{FF2B5EF4-FFF2-40B4-BE49-F238E27FC236}">
                  <a16:creationId xmlns:a16="http://schemas.microsoft.com/office/drawing/2014/main" id="{C3C95605-B89C-85E0-BB1F-91665A10D8AE}"/>
                </a:ext>
              </a:extLst>
            </p:cNvPr>
            <p:cNvSpPr/>
            <p:nvPr/>
          </p:nvSpPr>
          <p:spPr>
            <a:xfrm>
              <a:off x="574127" y="3528914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86"/>
                    <a:pt x="17" y="352"/>
                    <a:pt x="17" y="521"/>
                  </a:cubicBezTo>
                  <a:lnTo>
                    <a:pt x="17" y="808"/>
                  </a:lnTo>
                  <a:cubicBezTo>
                    <a:pt x="17" y="824"/>
                    <a:pt x="17" y="824"/>
                    <a:pt x="33" y="824"/>
                  </a:cubicBezTo>
                  <a:lnTo>
                    <a:pt x="33" y="808"/>
                  </a:lnTo>
                  <a:lnTo>
                    <a:pt x="33" y="521"/>
                  </a:lnTo>
                  <a:cubicBezTo>
                    <a:pt x="33" y="352"/>
                    <a:pt x="49" y="186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0">
              <a:extLst>
                <a:ext uri="{FF2B5EF4-FFF2-40B4-BE49-F238E27FC236}">
                  <a16:creationId xmlns:a16="http://schemas.microsoft.com/office/drawing/2014/main" id="{C052D36B-0E5E-82C2-33E3-BD1632F81608}"/>
                </a:ext>
              </a:extLst>
            </p:cNvPr>
            <p:cNvSpPr/>
            <p:nvPr/>
          </p:nvSpPr>
          <p:spPr>
            <a:xfrm>
              <a:off x="985431" y="2051157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17"/>
                    <a:pt x="0" y="235"/>
                    <a:pt x="0" y="352"/>
                  </a:cubicBezTo>
                  <a:lnTo>
                    <a:pt x="0" y="570"/>
                  </a:lnTo>
                  <a:cubicBezTo>
                    <a:pt x="16" y="622"/>
                    <a:pt x="0" y="655"/>
                    <a:pt x="0" y="707"/>
                  </a:cubicBezTo>
                  <a:cubicBezTo>
                    <a:pt x="0" y="788"/>
                    <a:pt x="0" y="857"/>
                    <a:pt x="16" y="941"/>
                  </a:cubicBezTo>
                  <a:lnTo>
                    <a:pt x="32" y="958"/>
                  </a:lnTo>
                  <a:cubicBezTo>
                    <a:pt x="49" y="958"/>
                    <a:pt x="49" y="941"/>
                    <a:pt x="49" y="941"/>
                  </a:cubicBezTo>
                  <a:cubicBezTo>
                    <a:pt x="32" y="857"/>
                    <a:pt x="32" y="772"/>
                    <a:pt x="32" y="707"/>
                  </a:cubicBezTo>
                  <a:lnTo>
                    <a:pt x="32" y="570"/>
                  </a:lnTo>
                  <a:lnTo>
                    <a:pt x="32" y="352"/>
                  </a:lnTo>
                  <a:cubicBezTo>
                    <a:pt x="32" y="235"/>
                    <a:pt x="32" y="11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0">
              <a:extLst>
                <a:ext uri="{FF2B5EF4-FFF2-40B4-BE49-F238E27FC236}">
                  <a16:creationId xmlns:a16="http://schemas.microsoft.com/office/drawing/2014/main" id="{29AD3335-391F-7157-49DE-3C0B17D0E9C7}"/>
                </a:ext>
              </a:extLst>
            </p:cNvPr>
            <p:cNvSpPr/>
            <p:nvPr/>
          </p:nvSpPr>
          <p:spPr>
            <a:xfrm>
              <a:off x="1520197" y="3152572"/>
              <a:ext cx="197557" cy="310987"/>
            </a:xfrm>
            <a:custGeom>
              <a:avLst/>
              <a:gdLst/>
              <a:ahLst/>
              <a:cxnLst/>
              <a:rect l="l" t="t" r="r" b="b"/>
              <a:pathLst>
                <a:path w="1989" h="313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70" y="137"/>
                    <a:pt x="118" y="186"/>
                  </a:cubicBezTo>
                  <a:cubicBezTo>
                    <a:pt x="134" y="202"/>
                    <a:pt x="150" y="222"/>
                    <a:pt x="171" y="238"/>
                  </a:cubicBezTo>
                  <a:cubicBezTo>
                    <a:pt x="272" y="323"/>
                    <a:pt x="352" y="424"/>
                    <a:pt x="453" y="525"/>
                  </a:cubicBezTo>
                  <a:cubicBezTo>
                    <a:pt x="554" y="642"/>
                    <a:pt x="676" y="760"/>
                    <a:pt x="793" y="877"/>
                  </a:cubicBezTo>
                  <a:cubicBezTo>
                    <a:pt x="1160" y="1248"/>
                    <a:pt x="1516" y="1600"/>
                    <a:pt x="1867" y="1955"/>
                  </a:cubicBezTo>
                  <a:cubicBezTo>
                    <a:pt x="1936" y="2020"/>
                    <a:pt x="1952" y="2072"/>
                    <a:pt x="1952" y="2173"/>
                  </a:cubicBezTo>
                  <a:cubicBezTo>
                    <a:pt x="1952" y="2424"/>
                    <a:pt x="1952" y="2695"/>
                    <a:pt x="1936" y="3014"/>
                  </a:cubicBezTo>
                  <a:cubicBezTo>
                    <a:pt x="1936" y="3050"/>
                    <a:pt x="1936" y="3066"/>
                    <a:pt x="1920" y="3099"/>
                  </a:cubicBezTo>
                  <a:lnTo>
                    <a:pt x="1920" y="3115"/>
                  </a:lnTo>
                  <a:lnTo>
                    <a:pt x="1920" y="3131"/>
                  </a:lnTo>
                  <a:lnTo>
                    <a:pt x="1936" y="3131"/>
                  </a:lnTo>
                  <a:lnTo>
                    <a:pt x="1936" y="3115"/>
                  </a:lnTo>
                  <a:lnTo>
                    <a:pt x="1952" y="3115"/>
                  </a:lnTo>
                  <a:cubicBezTo>
                    <a:pt x="1952" y="3082"/>
                    <a:pt x="1968" y="3050"/>
                    <a:pt x="1968" y="3014"/>
                  </a:cubicBezTo>
                  <a:cubicBezTo>
                    <a:pt x="1968" y="2695"/>
                    <a:pt x="1968" y="2424"/>
                    <a:pt x="1988" y="2173"/>
                  </a:cubicBezTo>
                  <a:cubicBezTo>
                    <a:pt x="1988" y="2072"/>
                    <a:pt x="1952" y="2004"/>
                    <a:pt x="1887" y="1939"/>
                  </a:cubicBezTo>
                  <a:cubicBezTo>
                    <a:pt x="1532" y="1584"/>
                    <a:pt x="1181" y="1232"/>
                    <a:pt x="809" y="844"/>
                  </a:cubicBezTo>
                  <a:cubicBezTo>
                    <a:pt x="692" y="743"/>
                    <a:pt x="575" y="606"/>
                    <a:pt x="474" y="505"/>
                  </a:cubicBezTo>
                  <a:cubicBezTo>
                    <a:pt x="373" y="404"/>
                    <a:pt x="288" y="303"/>
                    <a:pt x="203" y="222"/>
                  </a:cubicBezTo>
                  <a:cubicBezTo>
                    <a:pt x="171" y="202"/>
                    <a:pt x="150" y="186"/>
                    <a:pt x="134" y="170"/>
                  </a:cubicBezTo>
                  <a:cubicBezTo>
                    <a:pt x="86" y="121"/>
                    <a:pt x="33" y="8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0">
              <a:extLst>
                <a:ext uri="{FF2B5EF4-FFF2-40B4-BE49-F238E27FC236}">
                  <a16:creationId xmlns:a16="http://schemas.microsoft.com/office/drawing/2014/main" id="{C515A73C-7059-F368-3778-0DF6A8E9AC2E}"/>
                </a:ext>
              </a:extLst>
            </p:cNvPr>
            <p:cNvSpPr/>
            <p:nvPr/>
          </p:nvSpPr>
          <p:spPr>
            <a:xfrm>
              <a:off x="2095190" y="3127641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50"/>
                    <a:pt x="17" y="203"/>
                  </a:cubicBezTo>
                  <a:cubicBezTo>
                    <a:pt x="17" y="271"/>
                    <a:pt x="17" y="336"/>
                    <a:pt x="1" y="388"/>
                  </a:cubicBezTo>
                  <a:cubicBezTo>
                    <a:pt x="1" y="405"/>
                    <a:pt x="1" y="405"/>
                    <a:pt x="17" y="405"/>
                  </a:cubicBezTo>
                  <a:lnTo>
                    <a:pt x="37" y="405"/>
                  </a:lnTo>
                  <a:cubicBezTo>
                    <a:pt x="53" y="336"/>
                    <a:pt x="53" y="271"/>
                    <a:pt x="53" y="203"/>
                  </a:cubicBezTo>
                  <a:cubicBezTo>
                    <a:pt x="37" y="134"/>
                    <a:pt x="37" y="85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0">
              <a:extLst>
                <a:ext uri="{FF2B5EF4-FFF2-40B4-BE49-F238E27FC236}">
                  <a16:creationId xmlns:a16="http://schemas.microsoft.com/office/drawing/2014/main" id="{E0B71082-0731-E036-B37C-38A20245691F}"/>
                </a:ext>
              </a:extLst>
            </p:cNvPr>
            <p:cNvSpPr/>
            <p:nvPr/>
          </p:nvSpPr>
          <p:spPr>
            <a:xfrm>
              <a:off x="2080390" y="3607579"/>
              <a:ext cx="98828" cy="126838"/>
            </a:xfrm>
            <a:custGeom>
              <a:avLst/>
              <a:gdLst/>
              <a:ahLst/>
              <a:cxnLst/>
              <a:rect l="l" t="t" r="r" b="b"/>
              <a:pathLst>
                <a:path w="995" h="1277" extrusionOk="0">
                  <a:moveTo>
                    <a:pt x="65" y="0"/>
                  </a:moveTo>
                  <a:cubicBezTo>
                    <a:pt x="0" y="101"/>
                    <a:pt x="17" y="186"/>
                    <a:pt x="85" y="251"/>
                  </a:cubicBezTo>
                  <a:cubicBezTo>
                    <a:pt x="186" y="335"/>
                    <a:pt x="287" y="453"/>
                    <a:pt x="368" y="554"/>
                  </a:cubicBezTo>
                  <a:lnTo>
                    <a:pt x="521" y="707"/>
                  </a:lnTo>
                  <a:lnTo>
                    <a:pt x="554" y="739"/>
                  </a:lnTo>
                  <a:cubicBezTo>
                    <a:pt x="707" y="893"/>
                    <a:pt x="857" y="1042"/>
                    <a:pt x="925" y="1260"/>
                  </a:cubicBezTo>
                  <a:lnTo>
                    <a:pt x="942" y="1277"/>
                  </a:lnTo>
                  <a:lnTo>
                    <a:pt x="974" y="1277"/>
                  </a:lnTo>
                  <a:cubicBezTo>
                    <a:pt x="994" y="1277"/>
                    <a:pt x="994" y="1260"/>
                    <a:pt x="994" y="1260"/>
                  </a:cubicBezTo>
                  <a:cubicBezTo>
                    <a:pt x="994" y="1244"/>
                    <a:pt x="974" y="1244"/>
                    <a:pt x="974" y="1244"/>
                  </a:cubicBezTo>
                  <a:lnTo>
                    <a:pt x="958" y="1244"/>
                  </a:lnTo>
                  <a:lnTo>
                    <a:pt x="958" y="1260"/>
                  </a:lnTo>
                  <a:lnTo>
                    <a:pt x="942" y="1244"/>
                  </a:lnTo>
                  <a:cubicBezTo>
                    <a:pt x="873" y="1026"/>
                    <a:pt x="723" y="873"/>
                    <a:pt x="570" y="723"/>
                  </a:cubicBezTo>
                  <a:lnTo>
                    <a:pt x="538" y="691"/>
                  </a:lnTo>
                  <a:cubicBezTo>
                    <a:pt x="489" y="638"/>
                    <a:pt x="437" y="590"/>
                    <a:pt x="404" y="537"/>
                  </a:cubicBezTo>
                  <a:cubicBezTo>
                    <a:pt x="303" y="420"/>
                    <a:pt x="202" y="319"/>
                    <a:pt x="101" y="218"/>
                  </a:cubicBezTo>
                  <a:cubicBezTo>
                    <a:pt x="33" y="166"/>
                    <a:pt x="49" y="85"/>
                    <a:pt x="85" y="16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0">
              <a:extLst>
                <a:ext uri="{FF2B5EF4-FFF2-40B4-BE49-F238E27FC236}">
                  <a16:creationId xmlns:a16="http://schemas.microsoft.com/office/drawing/2014/main" id="{54749064-5DF5-8150-1121-69EF9628ACA9}"/>
                </a:ext>
              </a:extLst>
            </p:cNvPr>
            <p:cNvSpPr/>
            <p:nvPr/>
          </p:nvSpPr>
          <p:spPr>
            <a:xfrm>
              <a:off x="1411536" y="1420741"/>
              <a:ext cx="63469" cy="217224"/>
            </a:xfrm>
            <a:custGeom>
              <a:avLst/>
              <a:gdLst/>
              <a:ahLst/>
              <a:cxnLst/>
              <a:rect l="l" t="t" r="r" b="b"/>
              <a:pathLst>
                <a:path w="639" h="2187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6" y="187"/>
                    <a:pt x="0" y="320"/>
                    <a:pt x="0" y="469"/>
                  </a:cubicBezTo>
                  <a:lnTo>
                    <a:pt x="0" y="1197"/>
                  </a:lnTo>
                  <a:cubicBezTo>
                    <a:pt x="0" y="1298"/>
                    <a:pt x="33" y="1378"/>
                    <a:pt x="117" y="1463"/>
                  </a:cubicBezTo>
                  <a:cubicBezTo>
                    <a:pt x="202" y="1548"/>
                    <a:pt x="271" y="1665"/>
                    <a:pt x="319" y="1766"/>
                  </a:cubicBezTo>
                  <a:cubicBezTo>
                    <a:pt x="356" y="1819"/>
                    <a:pt x="388" y="1867"/>
                    <a:pt x="420" y="1920"/>
                  </a:cubicBezTo>
                  <a:cubicBezTo>
                    <a:pt x="436" y="1936"/>
                    <a:pt x="457" y="1968"/>
                    <a:pt x="473" y="1984"/>
                  </a:cubicBezTo>
                  <a:cubicBezTo>
                    <a:pt x="505" y="2069"/>
                    <a:pt x="558" y="2138"/>
                    <a:pt x="622" y="2186"/>
                  </a:cubicBezTo>
                  <a:lnTo>
                    <a:pt x="638" y="2186"/>
                  </a:lnTo>
                  <a:lnTo>
                    <a:pt x="638" y="2170"/>
                  </a:lnTo>
                  <a:cubicBezTo>
                    <a:pt x="574" y="2122"/>
                    <a:pt x="521" y="2053"/>
                    <a:pt x="489" y="1984"/>
                  </a:cubicBezTo>
                  <a:cubicBezTo>
                    <a:pt x="473" y="1952"/>
                    <a:pt x="457" y="1920"/>
                    <a:pt x="436" y="1904"/>
                  </a:cubicBezTo>
                  <a:cubicBezTo>
                    <a:pt x="404" y="1851"/>
                    <a:pt x="388" y="1803"/>
                    <a:pt x="356" y="1750"/>
                  </a:cubicBezTo>
                  <a:cubicBezTo>
                    <a:pt x="287" y="1649"/>
                    <a:pt x="218" y="1532"/>
                    <a:pt x="134" y="1447"/>
                  </a:cubicBezTo>
                  <a:cubicBezTo>
                    <a:pt x="53" y="1362"/>
                    <a:pt x="16" y="1298"/>
                    <a:pt x="16" y="1197"/>
                  </a:cubicBezTo>
                  <a:lnTo>
                    <a:pt x="16" y="469"/>
                  </a:lnTo>
                  <a:cubicBezTo>
                    <a:pt x="16" y="320"/>
                    <a:pt x="33" y="187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0">
              <a:extLst>
                <a:ext uri="{FF2B5EF4-FFF2-40B4-BE49-F238E27FC236}">
                  <a16:creationId xmlns:a16="http://schemas.microsoft.com/office/drawing/2014/main" id="{72CC09DA-F816-AB49-7621-0795A25C9EB4}"/>
                </a:ext>
              </a:extLst>
            </p:cNvPr>
            <p:cNvSpPr/>
            <p:nvPr/>
          </p:nvSpPr>
          <p:spPr>
            <a:xfrm>
              <a:off x="480264" y="2855193"/>
              <a:ext cx="160609" cy="163787"/>
            </a:xfrm>
            <a:custGeom>
              <a:avLst/>
              <a:gdLst/>
              <a:ahLst/>
              <a:cxnLst/>
              <a:rect l="l" t="t" r="r" b="b"/>
              <a:pathLst>
                <a:path w="1617" h="1649" extrusionOk="0">
                  <a:moveTo>
                    <a:pt x="1551" y="1"/>
                  </a:moveTo>
                  <a:lnTo>
                    <a:pt x="1551" y="33"/>
                  </a:lnTo>
                  <a:cubicBezTo>
                    <a:pt x="1600" y="86"/>
                    <a:pt x="1584" y="150"/>
                    <a:pt x="1584" y="219"/>
                  </a:cubicBezTo>
                  <a:cubicBezTo>
                    <a:pt x="1568" y="267"/>
                    <a:pt x="1568" y="304"/>
                    <a:pt x="1568" y="336"/>
                  </a:cubicBezTo>
                  <a:cubicBezTo>
                    <a:pt x="1584" y="453"/>
                    <a:pt x="1584" y="591"/>
                    <a:pt x="1584" y="708"/>
                  </a:cubicBezTo>
                  <a:lnTo>
                    <a:pt x="1584" y="893"/>
                  </a:lnTo>
                  <a:cubicBezTo>
                    <a:pt x="1584" y="958"/>
                    <a:pt x="1551" y="1011"/>
                    <a:pt x="1499" y="1027"/>
                  </a:cubicBezTo>
                  <a:cubicBezTo>
                    <a:pt x="1095" y="1196"/>
                    <a:pt x="707" y="1346"/>
                    <a:pt x="303" y="1499"/>
                  </a:cubicBezTo>
                  <a:lnTo>
                    <a:pt x="0" y="1633"/>
                  </a:lnTo>
                  <a:lnTo>
                    <a:pt x="0" y="1649"/>
                  </a:lnTo>
                  <a:lnTo>
                    <a:pt x="16" y="1649"/>
                  </a:lnTo>
                  <a:lnTo>
                    <a:pt x="319" y="1532"/>
                  </a:lnTo>
                  <a:cubicBezTo>
                    <a:pt x="707" y="1378"/>
                    <a:pt x="1111" y="1213"/>
                    <a:pt x="1499" y="1059"/>
                  </a:cubicBezTo>
                  <a:cubicBezTo>
                    <a:pt x="1568" y="1027"/>
                    <a:pt x="1600" y="974"/>
                    <a:pt x="1600" y="893"/>
                  </a:cubicBezTo>
                  <a:lnTo>
                    <a:pt x="1600" y="708"/>
                  </a:lnTo>
                  <a:cubicBezTo>
                    <a:pt x="1616" y="591"/>
                    <a:pt x="1616" y="453"/>
                    <a:pt x="1600" y="336"/>
                  </a:cubicBezTo>
                  <a:lnTo>
                    <a:pt x="1600" y="219"/>
                  </a:lnTo>
                  <a:cubicBezTo>
                    <a:pt x="1616" y="150"/>
                    <a:pt x="1616" y="86"/>
                    <a:pt x="1584" y="17"/>
                  </a:cubicBezTo>
                  <a:cubicBezTo>
                    <a:pt x="1568" y="1"/>
                    <a:pt x="1568" y="1"/>
                    <a:pt x="1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0">
              <a:extLst>
                <a:ext uri="{FF2B5EF4-FFF2-40B4-BE49-F238E27FC236}">
                  <a16:creationId xmlns:a16="http://schemas.microsoft.com/office/drawing/2014/main" id="{7CB4661A-3146-1C37-B417-837047AE0D23}"/>
                </a:ext>
              </a:extLst>
            </p:cNvPr>
            <p:cNvSpPr/>
            <p:nvPr/>
          </p:nvSpPr>
          <p:spPr>
            <a:xfrm>
              <a:off x="2088833" y="2560694"/>
              <a:ext cx="98332" cy="207589"/>
            </a:xfrm>
            <a:custGeom>
              <a:avLst/>
              <a:gdLst/>
              <a:ahLst/>
              <a:cxnLst/>
              <a:rect l="l" t="t" r="r" b="b"/>
              <a:pathLst>
                <a:path w="990" h="2090" extrusionOk="0">
                  <a:moveTo>
                    <a:pt x="0" y="1"/>
                  </a:moveTo>
                  <a:lnTo>
                    <a:pt x="0" y="21"/>
                  </a:lnTo>
                  <a:cubicBezTo>
                    <a:pt x="101" y="138"/>
                    <a:pt x="166" y="271"/>
                    <a:pt x="251" y="388"/>
                  </a:cubicBezTo>
                  <a:cubicBezTo>
                    <a:pt x="283" y="473"/>
                    <a:pt x="335" y="558"/>
                    <a:pt x="384" y="627"/>
                  </a:cubicBezTo>
                  <a:cubicBezTo>
                    <a:pt x="453" y="728"/>
                    <a:pt x="521" y="829"/>
                    <a:pt x="570" y="946"/>
                  </a:cubicBezTo>
                  <a:cubicBezTo>
                    <a:pt x="671" y="1112"/>
                    <a:pt x="772" y="1281"/>
                    <a:pt x="909" y="1435"/>
                  </a:cubicBezTo>
                  <a:cubicBezTo>
                    <a:pt x="925" y="1467"/>
                    <a:pt x="941" y="1483"/>
                    <a:pt x="941" y="1515"/>
                  </a:cubicBezTo>
                  <a:lnTo>
                    <a:pt x="941" y="1701"/>
                  </a:lnTo>
                  <a:cubicBezTo>
                    <a:pt x="958" y="1839"/>
                    <a:pt x="958" y="1956"/>
                    <a:pt x="925" y="2073"/>
                  </a:cubicBezTo>
                  <a:lnTo>
                    <a:pt x="925" y="2089"/>
                  </a:lnTo>
                  <a:lnTo>
                    <a:pt x="941" y="2089"/>
                  </a:lnTo>
                  <a:cubicBezTo>
                    <a:pt x="990" y="1956"/>
                    <a:pt x="974" y="1839"/>
                    <a:pt x="974" y="1701"/>
                  </a:cubicBezTo>
                  <a:lnTo>
                    <a:pt x="974" y="1515"/>
                  </a:lnTo>
                  <a:cubicBezTo>
                    <a:pt x="974" y="1467"/>
                    <a:pt x="941" y="1435"/>
                    <a:pt x="925" y="1414"/>
                  </a:cubicBezTo>
                  <a:cubicBezTo>
                    <a:pt x="788" y="1265"/>
                    <a:pt x="687" y="1095"/>
                    <a:pt x="606" y="930"/>
                  </a:cubicBezTo>
                  <a:cubicBezTo>
                    <a:pt x="537" y="829"/>
                    <a:pt x="469" y="708"/>
                    <a:pt x="404" y="607"/>
                  </a:cubicBezTo>
                  <a:cubicBezTo>
                    <a:pt x="352" y="542"/>
                    <a:pt x="303" y="457"/>
                    <a:pt x="267" y="372"/>
                  </a:cubicBezTo>
                  <a:cubicBezTo>
                    <a:pt x="182" y="255"/>
                    <a:pt x="117" y="122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0">
              <a:extLst>
                <a:ext uri="{FF2B5EF4-FFF2-40B4-BE49-F238E27FC236}">
                  <a16:creationId xmlns:a16="http://schemas.microsoft.com/office/drawing/2014/main" id="{533C9404-BBA3-B058-CD94-F5EB65EEF59C}"/>
                </a:ext>
              </a:extLst>
            </p:cNvPr>
            <p:cNvSpPr/>
            <p:nvPr/>
          </p:nvSpPr>
          <p:spPr>
            <a:xfrm>
              <a:off x="2167002" y="3602315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lnTo>
                    <a:pt x="37" y="17"/>
                  </a:lnTo>
                  <a:cubicBezTo>
                    <a:pt x="21" y="102"/>
                    <a:pt x="21" y="170"/>
                    <a:pt x="21" y="255"/>
                  </a:cubicBezTo>
                  <a:cubicBezTo>
                    <a:pt x="21" y="320"/>
                    <a:pt x="37" y="405"/>
                    <a:pt x="21" y="473"/>
                  </a:cubicBezTo>
                  <a:cubicBezTo>
                    <a:pt x="1" y="489"/>
                    <a:pt x="21" y="489"/>
                    <a:pt x="21" y="489"/>
                  </a:cubicBezTo>
                  <a:lnTo>
                    <a:pt x="37" y="489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53" y="170"/>
                    <a:pt x="53" y="102"/>
                    <a:pt x="70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0">
              <a:extLst>
                <a:ext uri="{FF2B5EF4-FFF2-40B4-BE49-F238E27FC236}">
                  <a16:creationId xmlns:a16="http://schemas.microsoft.com/office/drawing/2014/main" id="{8614EF43-712F-5244-BAB2-29FA78C1A74B}"/>
                </a:ext>
              </a:extLst>
            </p:cNvPr>
            <p:cNvSpPr/>
            <p:nvPr/>
          </p:nvSpPr>
          <p:spPr>
            <a:xfrm>
              <a:off x="1338035" y="2052746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66"/>
                    <a:pt x="17" y="303"/>
                    <a:pt x="17" y="453"/>
                  </a:cubicBezTo>
                  <a:lnTo>
                    <a:pt x="17" y="723"/>
                  </a:lnTo>
                  <a:lnTo>
                    <a:pt x="17" y="772"/>
                  </a:lnTo>
                  <a:cubicBezTo>
                    <a:pt x="17" y="808"/>
                    <a:pt x="17" y="841"/>
                    <a:pt x="33" y="893"/>
                  </a:cubicBezTo>
                  <a:lnTo>
                    <a:pt x="49" y="893"/>
                  </a:lnTo>
                  <a:cubicBezTo>
                    <a:pt x="66" y="893"/>
                    <a:pt x="66" y="893"/>
                    <a:pt x="66" y="873"/>
                  </a:cubicBezTo>
                  <a:cubicBezTo>
                    <a:pt x="49" y="841"/>
                    <a:pt x="49" y="808"/>
                    <a:pt x="49" y="772"/>
                  </a:cubicBezTo>
                  <a:lnTo>
                    <a:pt x="49" y="723"/>
                  </a:lnTo>
                  <a:lnTo>
                    <a:pt x="49" y="453"/>
                  </a:lnTo>
                  <a:cubicBezTo>
                    <a:pt x="49" y="303"/>
                    <a:pt x="49" y="166"/>
                    <a:pt x="33" y="17"/>
                  </a:cubicBezTo>
                  <a:cubicBezTo>
                    <a:pt x="33" y="17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0">
              <a:extLst>
                <a:ext uri="{FF2B5EF4-FFF2-40B4-BE49-F238E27FC236}">
                  <a16:creationId xmlns:a16="http://schemas.microsoft.com/office/drawing/2014/main" id="{D32754AF-4F2E-2F6E-417C-763BBFD2ACC0}"/>
                </a:ext>
              </a:extLst>
            </p:cNvPr>
            <p:cNvSpPr/>
            <p:nvPr/>
          </p:nvSpPr>
          <p:spPr>
            <a:xfrm>
              <a:off x="513936" y="2719614"/>
              <a:ext cx="126937" cy="132102"/>
            </a:xfrm>
            <a:custGeom>
              <a:avLst/>
              <a:gdLst/>
              <a:ahLst/>
              <a:cxnLst/>
              <a:rect l="l" t="t" r="r" b="b"/>
              <a:pathLst>
                <a:path w="1278" h="1330" extrusionOk="0">
                  <a:moveTo>
                    <a:pt x="1245" y="0"/>
                  </a:moveTo>
                  <a:cubicBezTo>
                    <a:pt x="1229" y="0"/>
                    <a:pt x="1229" y="16"/>
                    <a:pt x="1229" y="16"/>
                  </a:cubicBezTo>
                  <a:cubicBezTo>
                    <a:pt x="1245" y="170"/>
                    <a:pt x="1245" y="319"/>
                    <a:pt x="1245" y="473"/>
                  </a:cubicBezTo>
                  <a:cubicBezTo>
                    <a:pt x="1245" y="558"/>
                    <a:pt x="1229" y="643"/>
                    <a:pt x="1245" y="723"/>
                  </a:cubicBezTo>
                  <a:cubicBezTo>
                    <a:pt x="1245" y="776"/>
                    <a:pt x="1212" y="792"/>
                    <a:pt x="1144" y="808"/>
                  </a:cubicBezTo>
                  <a:lnTo>
                    <a:pt x="1144" y="824"/>
                  </a:lnTo>
                  <a:cubicBezTo>
                    <a:pt x="857" y="946"/>
                    <a:pt x="554" y="1063"/>
                    <a:pt x="283" y="1180"/>
                  </a:cubicBezTo>
                  <a:lnTo>
                    <a:pt x="0" y="1297"/>
                  </a:lnTo>
                  <a:lnTo>
                    <a:pt x="0" y="1313"/>
                  </a:lnTo>
                  <a:lnTo>
                    <a:pt x="17" y="1329"/>
                  </a:lnTo>
                  <a:lnTo>
                    <a:pt x="283" y="1212"/>
                  </a:lnTo>
                  <a:cubicBezTo>
                    <a:pt x="570" y="1095"/>
                    <a:pt x="857" y="962"/>
                    <a:pt x="1144" y="845"/>
                  </a:cubicBezTo>
                  <a:lnTo>
                    <a:pt x="1160" y="845"/>
                  </a:lnTo>
                  <a:cubicBezTo>
                    <a:pt x="1212" y="808"/>
                    <a:pt x="1261" y="792"/>
                    <a:pt x="1261" y="723"/>
                  </a:cubicBezTo>
                  <a:lnTo>
                    <a:pt x="1261" y="473"/>
                  </a:lnTo>
                  <a:cubicBezTo>
                    <a:pt x="1261" y="319"/>
                    <a:pt x="1277" y="170"/>
                    <a:pt x="1245" y="16"/>
                  </a:cubicBezTo>
                  <a:lnTo>
                    <a:pt x="1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0">
              <a:extLst>
                <a:ext uri="{FF2B5EF4-FFF2-40B4-BE49-F238E27FC236}">
                  <a16:creationId xmlns:a16="http://schemas.microsoft.com/office/drawing/2014/main" id="{0231E531-8CCE-0F0F-3A88-AB7F8589C7F9}"/>
                </a:ext>
              </a:extLst>
            </p:cNvPr>
            <p:cNvSpPr/>
            <p:nvPr/>
          </p:nvSpPr>
          <p:spPr>
            <a:xfrm>
              <a:off x="1861279" y="2816654"/>
              <a:ext cx="4966" cy="45094"/>
            </a:xfrm>
            <a:custGeom>
              <a:avLst/>
              <a:gdLst/>
              <a:ahLst/>
              <a:cxnLst/>
              <a:rect l="l" t="t" r="r" b="b"/>
              <a:pathLst>
                <a:path w="50" h="454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lnTo>
                    <a:pt x="17" y="171"/>
                  </a:lnTo>
                  <a:cubicBezTo>
                    <a:pt x="17" y="272"/>
                    <a:pt x="33" y="352"/>
                    <a:pt x="17" y="437"/>
                  </a:cubicBezTo>
                  <a:cubicBezTo>
                    <a:pt x="1" y="453"/>
                    <a:pt x="17" y="453"/>
                    <a:pt x="17" y="453"/>
                  </a:cubicBezTo>
                  <a:lnTo>
                    <a:pt x="33" y="453"/>
                  </a:lnTo>
                  <a:cubicBezTo>
                    <a:pt x="49" y="352"/>
                    <a:pt x="49" y="272"/>
                    <a:pt x="49" y="171"/>
                  </a:cubicBezTo>
                  <a:lnTo>
                    <a:pt x="49" y="17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0">
              <a:extLst>
                <a:ext uri="{FF2B5EF4-FFF2-40B4-BE49-F238E27FC236}">
                  <a16:creationId xmlns:a16="http://schemas.microsoft.com/office/drawing/2014/main" id="{EBB53F5E-2C8D-F5CE-C5F5-DD2F264D3D0B}"/>
                </a:ext>
              </a:extLst>
            </p:cNvPr>
            <p:cNvSpPr/>
            <p:nvPr/>
          </p:nvSpPr>
          <p:spPr>
            <a:xfrm>
              <a:off x="491885" y="2392139"/>
              <a:ext cx="144121" cy="70322"/>
            </a:xfrm>
            <a:custGeom>
              <a:avLst/>
              <a:gdLst/>
              <a:ahLst/>
              <a:cxnLst/>
              <a:rect l="l" t="t" r="r" b="b"/>
              <a:pathLst>
                <a:path w="1451" h="708" extrusionOk="0">
                  <a:moveTo>
                    <a:pt x="1434" y="1"/>
                  </a:moveTo>
                  <a:cubicBezTo>
                    <a:pt x="1232" y="82"/>
                    <a:pt x="1047" y="167"/>
                    <a:pt x="877" y="268"/>
                  </a:cubicBezTo>
                  <a:cubicBezTo>
                    <a:pt x="808" y="304"/>
                    <a:pt x="760" y="320"/>
                    <a:pt x="691" y="352"/>
                  </a:cubicBezTo>
                  <a:cubicBezTo>
                    <a:pt x="542" y="437"/>
                    <a:pt x="372" y="506"/>
                    <a:pt x="222" y="587"/>
                  </a:cubicBezTo>
                  <a:cubicBezTo>
                    <a:pt x="154" y="623"/>
                    <a:pt x="85" y="655"/>
                    <a:pt x="0" y="688"/>
                  </a:cubicBezTo>
                  <a:lnTo>
                    <a:pt x="0" y="708"/>
                  </a:lnTo>
                  <a:lnTo>
                    <a:pt x="20" y="708"/>
                  </a:lnTo>
                  <a:cubicBezTo>
                    <a:pt x="85" y="672"/>
                    <a:pt x="154" y="639"/>
                    <a:pt x="239" y="607"/>
                  </a:cubicBezTo>
                  <a:cubicBezTo>
                    <a:pt x="388" y="538"/>
                    <a:pt x="558" y="453"/>
                    <a:pt x="707" y="385"/>
                  </a:cubicBezTo>
                  <a:cubicBezTo>
                    <a:pt x="776" y="352"/>
                    <a:pt x="828" y="320"/>
                    <a:pt x="877" y="284"/>
                  </a:cubicBezTo>
                  <a:cubicBezTo>
                    <a:pt x="1063" y="203"/>
                    <a:pt x="1249" y="102"/>
                    <a:pt x="1434" y="33"/>
                  </a:cubicBezTo>
                  <a:cubicBezTo>
                    <a:pt x="1451" y="33"/>
                    <a:pt x="1451" y="17"/>
                    <a:pt x="1451" y="17"/>
                  </a:cubicBez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0">
              <a:extLst>
                <a:ext uri="{FF2B5EF4-FFF2-40B4-BE49-F238E27FC236}">
                  <a16:creationId xmlns:a16="http://schemas.microsoft.com/office/drawing/2014/main" id="{C52A5968-B405-9B88-E70D-39EC80A4E479}"/>
                </a:ext>
              </a:extLst>
            </p:cNvPr>
            <p:cNvSpPr/>
            <p:nvPr/>
          </p:nvSpPr>
          <p:spPr>
            <a:xfrm>
              <a:off x="686066" y="1700043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lnTo>
                    <a:pt x="33" y="118"/>
                  </a:lnTo>
                  <a:cubicBezTo>
                    <a:pt x="17" y="336"/>
                    <a:pt x="0" y="586"/>
                    <a:pt x="49" y="808"/>
                  </a:cubicBezTo>
                  <a:cubicBezTo>
                    <a:pt x="49" y="825"/>
                    <a:pt x="49" y="825"/>
                    <a:pt x="65" y="825"/>
                  </a:cubicBezTo>
                  <a:lnTo>
                    <a:pt x="65" y="808"/>
                  </a:lnTo>
                  <a:cubicBezTo>
                    <a:pt x="33" y="586"/>
                    <a:pt x="33" y="336"/>
                    <a:pt x="49" y="118"/>
                  </a:cubicBezTo>
                  <a:cubicBezTo>
                    <a:pt x="49" y="81"/>
                    <a:pt x="49" y="49"/>
                    <a:pt x="65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0">
              <a:extLst>
                <a:ext uri="{FF2B5EF4-FFF2-40B4-BE49-F238E27FC236}">
                  <a16:creationId xmlns:a16="http://schemas.microsoft.com/office/drawing/2014/main" id="{5676752F-24CD-A754-748F-21F76152096C}"/>
                </a:ext>
              </a:extLst>
            </p:cNvPr>
            <p:cNvSpPr/>
            <p:nvPr/>
          </p:nvSpPr>
          <p:spPr>
            <a:xfrm>
              <a:off x="2118928" y="3028912"/>
              <a:ext cx="3278" cy="40227"/>
            </a:xfrm>
            <a:custGeom>
              <a:avLst/>
              <a:gdLst/>
              <a:ahLst/>
              <a:cxnLst/>
              <a:rect l="l" t="t" r="r" b="b"/>
              <a:pathLst>
                <a:path w="33" h="405" extrusionOk="0">
                  <a:moveTo>
                    <a:pt x="16" y="1"/>
                  </a:moveTo>
                  <a:cubicBezTo>
                    <a:pt x="0" y="86"/>
                    <a:pt x="0" y="171"/>
                    <a:pt x="0" y="255"/>
                  </a:cubicBezTo>
                  <a:lnTo>
                    <a:pt x="0" y="389"/>
                  </a:lnTo>
                  <a:cubicBezTo>
                    <a:pt x="0" y="389"/>
                    <a:pt x="0" y="405"/>
                    <a:pt x="16" y="405"/>
                  </a:cubicBezTo>
                  <a:lnTo>
                    <a:pt x="16" y="389"/>
                  </a:lnTo>
                  <a:cubicBezTo>
                    <a:pt x="32" y="336"/>
                    <a:pt x="16" y="304"/>
                    <a:pt x="16" y="255"/>
                  </a:cubicBezTo>
                  <a:cubicBezTo>
                    <a:pt x="16" y="171"/>
                    <a:pt x="16" y="86"/>
                    <a:pt x="32" y="17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0">
              <a:extLst>
                <a:ext uri="{FF2B5EF4-FFF2-40B4-BE49-F238E27FC236}">
                  <a16:creationId xmlns:a16="http://schemas.microsoft.com/office/drawing/2014/main" id="{08DDD5BB-08F8-29BC-0641-4964004B57B0}"/>
                </a:ext>
              </a:extLst>
            </p:cNvPr>
            <p:cNvSpPr/>
            <p:nvPr/>
          </p:nvSpPr>
          <p:spPr>
            <a:xfrm>
              <a:off x="1923059" y="2846750"/>
              <a:ext cx="145809" cy="280990"/>
            </a:xfrm>
            <a:custGeom>
              <a:avLst/>
              <a:gdLst/>
              <a:ahLst/>
              <a:cxnLst/>
              <a:rect l="l" t="t" r="r" b="b"/>
              <a:pathLst>
                <a:path w="1468" h="2829" extrusionOk="0">
                  <a:moveTo>
                    <a:pt x="1" y="1"/>
                  </a:moveTo>
                  <a:cubicBezTo>
                    <a:pt x="1" y="150"/>
                    <a:pt x="86" y="251"/>
                    <a:pt x="170" y="352"/>
                  </a:cubicBezTo>
                  <a:cubicBezTo>
                    <a:pt x="203" y="389"/>
                    <a:pt x="235" y="437"/>
                    <a:pt x="271" y="474"/>
                  </a:cubicBezTo>
                  <a:cubicBezTo>
                    <a:pt x="591" y="926"/>
                    <a:pt x="926" y="1382"/>
                    <a:pt x="1245" y="1819"/>
                  </a:cubicBezTo>
                  <a:lnTo>
                    <a:pt x="1382" y="1988"/>
                  </a:lnTo>
                  <a:cubicBezTo>
                    <a:pt x="1415" y="2053"/>
                    <a:pt x="1447" y="2106"/>
                    <a:pt x="1447" y="2190"/>
                  </a:cubicBezTo>
                  <a:cubicBezTo>
                    <a:pt x="1431" y="2291"/>
                    <a:pt x="1431" y="2409"/>
                    <a:pt x="1431" y="2526"/>
                  </a:cubicBezTo>
                  <a:cubicBezTo>
                    <a:pt x="1447" y="2574"/>
                    <a:pt x="1447" y="2643"/>
                    <a:pt x="1447" y="2695"/>
                  </a:cubicBezTo>
                  <a:lnTo>
                    <a:pt x="1447" y="2712"/>
                  </a:lnTo>
                  <a:cubicBezTo>
                    <a:pt x="1447" y="2760"/>
                    <a:pt x="1447" y="2776"/>
                    <a:pt x="1415" y="2813"/>
                  </a:cubicBezTo>
                  <a:lnTo>
                    <a:pt x="1415" y="2829"/>
                  </a:lnTo>
                  <a:lnTo>
                    <a:pt x="1431" y="2829"/>
                  </a:lnTo>
                  <a:cubicBezTo>
                    <a:pt x="1467" y="2796"/>
                    <a:pt x="1467" y="2760"/>
                    <a:pt x="1467" y="2712"/>
                  </a:cubicBezTo>
                  <a:lnTo>
                    <a:pt x="1467" y="2695"/>
                  </a:lnTo>
                  <a:lnTo>
                    <a:pt x="1467" y="2510"/>
                  </a:lnTo>
                  <a:lnTo>
                    <a:pt x="1467" y="2190"/>
                  </a:lnTo>
                  <a:cubicBezTo>
                    <a:pt x="1467" y="2106"/>
                    <a:pt x="1447" y="2037"/>
                    <a:pt x="1399" y="1968"/>
                  </a:cubicBezTo>
                  <a:lnTo>
                    <a:pt x="1265" y="1803"/>
                  </a:lnTo>
                  <a:cubicBezTo>
                    <a:pt x="942" y="1362"/>
                    <a:pt x="607" y="910"/>
                    <a:pt x="288" y="453"/>
                  </a:cubicBezTo>
                  <a:cubicBezTo>
                    <a:pt x="271" y="421"/>
                    <a:pt x="235" y="373"/>
                    <a:pt x="203" y="336"/>
                  </a:cubicBezTo>
                  <a:cubicBezTo>
                    <a:pt x="118" y="251"/>
                    <a:pt x="33" y="15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0">
              <a:extLst>
                <a:ext uri="{FF2B5EF4-FFF2-40B4-BE49-F238E27FC236}">
                  <a16:creationId xmlns:a16="http://schemas.microsoft.com/office/drawing/2014/main" id="{2E741679-4C84-564E-C3E1-BB58FCD6E66B}"/>
                </a:ext>
              </a:extLst>
            </p:cNvPr>
            <p:cNvSpPr/>
            <p:nvPr/>
          </p:nvSpPr>
          <p:spPr>
            <a:xfrm>
              <a:off x="751024" y="2171539"/>
              <a:ext cx="6953" cy="95153"/>
            </a:xfrm>
            <a:custGeom>
              <a:avLst/>
              <a:gdLst/>
              <a:ahLst/>
              <a:cxnLst/>
              <a:rect l="l" t="t" r="r" b="b"/>
              <a:pathLst>
                <a:path w="70" h="958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66"/>
                    <a:pt x="17" y="335"/>
                    <a:pt x="17" y="505"/>
                  </a:cubicBezTo>
                  <a:lnTo>
                    <a:pt x="17" y="788"/>
                  </a:lnTo>
                  <a:lnTo>
                    <a:pt x="17" y="824"/>
                  </a:lnTo>
                  <a:cubicBezTo>
                    <a:pt x="17" y="873"/>
                    <a:pt x="1" y="909"/>
                    <a:pt x="53" y="958"/>
                  </a:cubicBezTo>
                  <a:lnTo>
                    <a:pt x="70" y="958"/>
                  </a:lnTo>
                  <a:lnTo>
                    <a:pt x="70" y="941"/>
                  </a:lnTo>
                  <a:cubicBezTo>
                    <a:pt x="37" y="909"/>
                    <a:pt x="37" y="873"/>
                    <a:pt x="37" y="824"/>
                  </a:cubicBezTo>
                  <a:lnTo>
                    <a:pt x="37" y="788"/>
                  </a:lnTo>
                  <a:lnTo>
                    <a:pt x="37" y="505"/>
                  </a:lnTo>
                  <a:cubicBezTo>
                    <a:pt x="37" y="335"/>
                    <a:pt x="53" y="166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0">
              <a:extLst>
                <a:ext uri="{FF2B5EF4-FFF2-40B4-BE49-F238E27FC236}">
                  <a16:creationId xmlns:a16="http://schemas.microsoft.com/office/drawing/2014/main" id="{A3A6961E-0731-3C0F-DD20-A88A2A20AC39}"/>
                </a:ext>
              </a:extLst>
            </p:cNvPr>
            <p:cNvSpPr/>
            <p:nvPr/>
          </p:nvSpPr>
          <p:spPr>
            <a:xfrm>
              <a:off x="2088833" y="3501997"/>
              <a:ext cx="95153" cy="103993"/>
            </a:xfrm>
            <a:custGeom>
              <a:avLst/>
              <a:gdLst/>
              <a:ahLst/>
              <a:cxnLst/>
              <a:rect l="l" t="t" r="r" b="b"/>
              <a:pathLst>
                <a:path w="958" h="1047" extrusionOk="0">
                  <a:moveTo>
                    <a:pt x="0" y="1"/>
                  </a:moveTo>
                  <a:lnTo>
                    <a:pt x="0" y="37"/>
                  </a:lnTo>
                  <a:cubicBezTo>
                    <a:pt x="117" y="138"/>
                    <a:pt x="218" y="271"/>
                    <a:pt x="319" y="388"/>
                  </a:cubicBezTo>
                  <a:cubicBezTo>
                    <a:pt x="404" y="473"/>
                    <a:pt x="469" y="558"/>
                    <a:pt x="537" y="643"/>
                  </a:cubicBezTo>
                  <a:cubicBezTo>
                    <a:pt x="586" y="675"/>
                    <a:pt x="622" y="724"/>
                    <a:pt x="671" y="776"/>
                  </a:cubicBezTo>
                  <a:cubicBezTo>
                    <a:pt x="739" y="877"/>
                    <a:pt x="824" y="978"/>
                    <a:pt x="941" y="1047"/>
                  </a:cubicBezTo>
                  <a:lnTo>
                    <a:pt x="958" y="1047"/>
                  </a:lnTo>
                  <a:lnTo>
                    <a:pt x="958" y="1011"/>
                  </a:lnTo>
                  <a:cubicBezTo>
                    <a:pt x="840" y="962"/>
                    <a:pt x="756" y="861"/>
                    <a:pt x="687" y="760"/>
                  </a:cubicBezTo>
                  <a:cubicBezTo>
                    <a:pt x="638" y="708"/>
                    <a:pt x="606" y="659"/>
                    <a:pt x="570" y="623"/>
                  </a:cubicBezTo>
                  <a:cubicBezTo>
                    <a:pt x="485" y="542"/>
                    <a:pt x="420" y="457"/>
                    <a:pt x="352" y="372"/>
                  </a:cubicBezTo>
                  <a:cubicBezTo>
                    <a:pt x="234" y="255"/>
                    <a:pt x="1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0">
              <a:extLst>
                <a:ext uri="{FF2B5EF4-FFF2-40B4-BE49-F238E27FC236}">
                  <a16:creationId xmlns:a16="http://schemas.microsoft.com/office/drawing/2014/main" id="{29D36CA9-8312-0520-C897-2F90DF30BC4E}"/>
                </a:ext>
              </a:extLst>
            </p:cNvPr>
            <p:cNvSpPr/>
            <p:nvPr/>
          </p:nvSpPr>
          <p:spPr>
            <a:xfrm>
              <a:off x="1815987" y="2903762"/>
              <a:ext cx="6853" cy="46683"/>
            </a:xfrm>
            <a:custGeom>
              <a:avLst/>
              <a:gdLst/>
              <a:ahLst/>
              <a:cxnLst/>
              <a:rect l="l" t="t" r="r" b="b"/>
              <a:pathLst>
                <a:path w="69" h="470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0" y="102"/>
                    <a:pt x="20" y="203"/>
                    <a:pt x="20" y="303"/>
                  </a:cubicBezTo>
                  <a:lnTo>
                    <a:pt x="20" y="453"/>
                  </a:lnTo>
                  <a:cubicBezTo>
                    <a:pt x="20" y="469"/>
                    <a:pt x="20" y="469"/>
                    <a:pt x="37" y="469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3"/>
                    <a:pt x="37" y="118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0">
              <a:extLst>
                <a:ext uri="{FF2B5EF4-FFF2-40B4-BE49-F238E27FC236}">
                  <a16:creationId xmlns:a16="http://schemas.microsoft.com/office/drawing/2014/main" id="{136308F5-D144-B8F7-9D03-D527B6C48CF3}"/>
                </a:ext>
              </a:extLst>
            </p:cNvPr>
            <p:cNvSpPr/>
            <p:nvPr/>
          </p:nvSpPr>
          <p:spPr>
            <a:xfrm>
              <a:off x="2153791" y="3079071"/>
              <a:ext cx="6953" cy="47080"/>
            </a:xfrm>
            <a:custGeom>
              <a:avLst/>
              <a:gdLst/>
              <a:ahLst/>
              <a:cxnLst/>
              <a:rect l="l" t="t" r="r" b="b"/>
              <a:pathLst>
                <a:path w="70" h="474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71"/>
                    <a:pt x="17" y="235"/>
                  </a:cubicBezTo>
                  <a:cubicBezTo>
                    <a:pt x="17" y="304"/>
                    <a:pt x="33" y="373"/>
                    <a:pt x="17" y="457"/>
                  </a:cubicBezTo>
                  <a:cubicBezTo>
                    <a:pt x="1" y="457"/>
                    <a:pt x="17" y="457"/>
                    <a:pt x="17" y="474"/>
                  </a:cubicBezTo>
                  <a:lnTo>
                    <a:pt x="33" y="457"/>
                  </a:lnTo>
                  <a:cubicBezTo>
                    <a:pt x="53" y="389"/>
                    <a:pt x="53" y="304"/>
                    <a:pt x="53" y="235"/>
                  </a:cubicBezTo>
                  <a:cubicBezTo>
                    <a:pt x="53" y="171"/>
                    <a:pt x="53" y="86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0">
              <a:extLst>
                <a:ext uri="{FF2B5EF4-FFF2-40B4-BE49-F238E27FC236}">
                  <a16:creationId xmlns:a16="http://schemas.microsoft.com/office/drawing/2014/main" id="{336C7338-36A8-469A-1D20-76C383FC910A}"/>
                </a:ext>
              </a:extLst>
            </p:cNvPr>
            <p:cNvSpPr/>
            <p:nvPr/>
          </p:nvSpPr>
          <p:spPr>
            <a:xfrm>
              <a:off x="1521886" y="2316752"/>
              <a:ext cx="178984" cy="327872"/>
            </a:xfrm>
            <a:custGeom>
              <a:avLst/>
              <a:gdLst/>
              <a:ahLst/>
              <a:cxnLst/>
              <a:rect l="l" t="t" r="r" b="b"/>
              <a:pathLst>
                <a:path w="1802" h="3301" extrusionOk="0">
                  <a:moveTo>
                    <a:pt x="69" y="0"/>
                  </a:moveTo>
                  <a:cubicBezTo>
                    <a:pt x="53" y="0"/>
                    <a:pt x="53" y="17"/>
                    <a:pt x="53" y="17"/>
                  </a:cubicBezTo>
                  <a:cubicBezTo>
                    <a:pt x="0" y="170"/>
                    <a:pt x="0" y="271"/>
                    <a:pt x="133" y="404"/>
                  </a:cubicBezTo>
                  <a:cubicBezTo>
                    <a:pt x="271" y="538"/>
                    <a:pt x="372" y="707"/>
                    <a:pt x="489" y="861"/>
                  </a:cubicBezTo>
                  <a:cubicBezTo>
                    <a:pt x="537" y="926"/>
                    <a:pt x="574" y="978"/>
                    <a:pt x="622" y="1043"/>
                  </a:cubicBezTo>
                  <a:lnTo>
                    <a:pt x="1079" y="1649"/>
                  </a:lnTo>
                  <a:cubicBezTo>
                    <a:pt x="1281" y="1935"/>
                    <a:pt x="1483" y="2222"/>
                    <a:pt x="1701" y="2509"/>
                  </a:cubicBezTo>
                  <a:cubicBezTo>
                    <a:pt x="1749" y="2594"/>
                    <a:pt x="1786" y="2679"/>
                    <a:pt x="1786" y="2760"/>
                  </a:cubicBezTo>
                  <a:cubicBezTo>
                    <a:pt x="1769" y="2844"/>
                    <a:pt x="1786" y="2929"/>
                    <a:pt x="1786" y="3014"/>
                  </a:cubicBezTo>
                  <a:lnTo>
                    <a:pt x="1786" y="3147"/>
                  </a:lnTo>
                  <a:lnTo>
                    <a:pt x="1786" y="3184"/>
                  </a:lnTo>
                  <a:cubicBezTo>
                    <a:pt x="1786" y="3216"/>
                    <a:pt x="1786" y="3248"/>
                    <a:pt x="1749" y="3285"/>
                  </a:cubicBezTo>
                  <a:lnTo>
                    <a:pt x="1749" y="3301"/>
                  </a:lnTo>
                  <a:lnTo>
                    <a:pt x="1769" y="3301"/>
                  </a:lnTo>
                  <a:cubicBezTo>
                    <a:pt x="1802" y="3265"/>
                    <a:pt x="1802" y="3216"/>
                    <a:pt x="1802" y="3184"/>
                  </a:cubicBezTo>
                  <a:lnTo>
                    <a:pt x="1802" y="3147"/>
                  </a:lnTo>
                  <a:lnTo>
                    <a:pt x="1802" y="3014"/>
                  </a:lnTo>
                  <a:lnTo>
                    <a:pt x="1802" y="2760"/>
                  </a:lnTo>
                  <a:cubicBezTo>
                    <a:pt x="1802" y="2659"/>
                    <a:pt x="1786" y="2578"/>
                    <a:pt x="1717" y="2493"/>
                  </a:cubicBezTo>
                  <a:cubicBezTo>
                    <a:pt x="1515" y="2206"/>
                    <a:pt x="1297" y="1919"/>
                    <a:pt x="1095" y="1633"/>
                  </a:cubicBezTo>
                  <a:lnTo>
                    <a:pt x="638" y="1027"/>
                  </a:lnTo>
                  <a:cubicBezTo>
                    <a:pt x="590" y="978"/>
                    <a:pt x="558" y="909"/>
                    <a:pt x="505" y="861"/>
                  </a:cubicBezTo>
                  <a:cubicBezTo>
                    <a:pt x="404" y="691"/>
                    <a:pt x="287" y="522"/>
                    <a:pt x="154" y="388"/>
                  </a:cubicBezTo>
                  <a:cubicBezTo>
                    <a:pt x="32" y="271"/>
                    <a:pt x="32" y="170"/>
                    <a:pt x="69" y="17"/>
                  </a:cubicBezTo>
                  <a:cubicBezTo>
                    <a:pt x="85" y="17"/>
                    <a:pt x="69" y="17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0">
              <a:extLst>
                <a:ext uri="{FF2B5EF4-FFF2-40B4-BE49-F238E27FC236}">
                  <a16:creationId xmlns:a16="http://schemas.microsoft.com/office/drawing/2014/main" id="{A4B30C67-D0CB-71C9-102A-6012951B226C}"/>
                </a:ext>
              </a:extLst>
            </p:cNvPr>
            <p:cNvSpPr/>
            <p:nvPr/>
          </p:nvSpPr>
          <p:spPr>
            <a:xfrm>
              <a:off x="1737719" y="2331948"/>
              <a:ext cx="145312" cy="270959"/>
            </a:xfrm>
            <a:custGeom>
              <a:avLst/>
              <a:gdLst/>
              <a:ahLst/>
              <a:cxnLst/>
              <a:rect l="l" t="t" r="r" b="b"/>
              <a:pathLst>
                <a:path w="1463" h="2728" extrusionOk="0">
                  <a:moveTo>
                    <a:pt x="101" y="1"/>
                  </a:moveTo>
                  <a:lnTo>
                    <a:pt x="81" y="17"/>
                  </a:lnTo>
                  <a:cubicBezTo>
                    <a:pt x="49" y="66"/>
                    <a:pt x="49" y="118"/>
                    <a:pt x="49" y="167"/>
                  </a:cubicBezTo>
                  <a:lnTo>
                    <a:pt x="49" y="251"/>
                  </a:lnTo>
                  <a:cubicBezTo>
                    <a:pt x="0" y="607"/>
                    <a:pt x="101" y="890"/>
                    <a:pt x="336" y="1213"/>
                  </a:cubicBezTo>
                  <a:cubicBezTo>
                    <a:pt x="586" y="1516"/>
                    <a:pt x="808" y="1851"/>
                    <a:pt x="1027" y="2186"/>
                  </a:cubicBezTo>
                  <a:cubicBezTo>
                    <a:pt x="1128" y="2324"/>
                    <a:pt x="1229" y="2473"/>
                    <a:pt x="1330" y="2627"/>
                  </a:cubicBezTo>
                  <a:cubicBezTo>
                    <a:pt x="1330" y="2627"/>
                    <a:pt x="1330" y="2643"/>
                    <a:pt x="1346" y="2643"/>
                  </a:cubicBezTo>
                  <a:cubicBezTo>
                    <a:pt x="1362" y="2675"/>
                    <a:pt x="1378" y="2728"/>
                    <a:pt x="1447" y="2728"/>
                  </a:cubicBezTo>
                  <a:cubicBezTo>
                    <a:pt x="1463" y="2708"/>
                    <a:pt x="1447" y="2708"/>
                    <a:pt x="1447" y="2708"/>
                  </a:cubicBezTo>
                  <a:cubicBezTo>
                    <a:pt x="1394" y="2691"/>
                    <a:pt x="1378" y="2659"/>
                    <a:pt x="1362" y="2627"/>
                  </a:cubicBezTo>
                  <a:lnTo>
                    <a:pt x="1346" y="2607"/>
                  </a:lnTo>
                  <a:cubicBezTo>
                    <a:pt x="1245" y="2457"/>
                    <a:pt x="1144" y="2304"/>
                    <a:pt x="1059" y="2170"/>
                  </a:cubicBezTo>
                  <a:cubicBezTo>
                    <a:pt x="841" y="1851"/>
                    <a:pt x="606" y="1496"/>
                    <a:pt x="368" y="1193"/>
                  </a:cubicBezTo>
                  <a:cubicBezTo>
                    <a:pt x="118" y="874"/>
                    <a:pt x="33" y="587"/>
                    <a:pt x="81" y="268"/>
                  </a:cubicBezTo>
                  <a:lnTo>
                    <a:pt x="81" y="167"/>
                  </a:lnTo>
                  <a:cubicBezTo>
                    <a:pt x="65" y="118"/>
                    <a:pt x="65" y="66"/>
                    <a:pt x="101" y="17"/>
                  </a:cubicBezTo>
                  <a:lnTo>
                    <a:pt x="1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0">
              <a:extLst>
                <a:ext uri="{FF2B5EF4-FFF2-40B4-BE49-F238E27FC236}">
                  <a16:creationId xmlns:a16="http://schemas.microsoft.com/office/drawing/2014/main" id="{E21D4BF4-0CD5-6AC4-B7CB-AEF8616114EC}"/>
                </a:ext>
              </a:extLst>
            </p:cNvPr>
            <p:cNvSpPr/>
            <p:nvPr/>
          </p:nvSpPr>
          <p:spPr>
            <a:xfrm>
              <a:off x="1088928" y="3191010"/>
              <a:ext cx="4867" cy="88797"/>
            </a:xfrm>
            <a:custGeom>
              <a:avLst/>
              <a:gdLst/>
              <a:ahLst/>
              <a:cxnLst/>
              <a:rect l="l" t="t" r="r" b="b"/>
              <a:pathLst>
                <a:path w="49" h="894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54"/>
                    <a:pt x="16" y="304"/>
                    <a:pt x="16" y="441"/>
                  </a:cubicBezTo>
                  <a:lnTo>
                    <a:pt x="16" y="724"/>
                  </a:lnTo>
                  <a:lnTo>
                    <a:pt x="16" y="760"/>
                  </a:lnTo>
                  <a:cubicBezTo>
                    <a:pt x="16" y="809"/>
                    <a:pt x="16" y="845"/>
                    <a:pt x="33" y="878"/>
                  </a:cubicBezTo>
                  <a:lnTo>
                    <a:pt x="49" y="894"/>
                  </a:lnTo>
                  <a:lnTo>
                    <a:pt x="49" y="878"/>
                  </a:lnTo>
                  <a:cubicBezTo>
                    <a:pt x="33" y="845"/>
                    <a:pt x="33" y="809"/>
                    <a:pt x="49" y="760"/>
                  </a:cubicBezTo>
                  <a:lnTo>
                    <a:pt x="49" y="708"/>
                  </a:lnTo>
                  <a:cubicBezTo>
                    <a:pt x="33" y="623"/>
                    <a:pt x="33" y="542"/>
                    <a:pt x="49" y="441"/>
                  </a:cubicBez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0">
              <a:extLst>
                <a:ext uri="{FF2B5EF4-FFF2-40B4-BE49-F238E27FC236}">
                  <a16:creationId xmlns:a16="http://schemas.microsoft.com/office/drawing/2014/main" id="{930BA2F1-08B6-207D-5991-6636997E5510}"/>
                </a:ext>
              </a:extLst>
            </p:cNvPr>
            <p:cNvSpPr/>
            <p:nvPr/>
          </p:nvSpPr>
          <p:spPr>
            <a:xfrm>
              <a:off x="2080390" y="2951935"/>
              <a:ext cx="102007" cy="147299"/>
            </a:xfrm>
            <a:custGeom>
              <a:avLst/>
              <a:gdLst/>
              <a:ahLst/>
              <a:cxnLst/>
              <a:rect l="l" t="t" r="r" b="b"/>
              <a:pathLst>
                <a:path w="1027" h="1483" extrusionOk="0">
                  <a:moveTo>
                    <a:pt x="85" y="0"/>
                  </a:moveTo>
                  <a:cubicBezTo>
                    <a:pt x="65" y="0"/>
                    <a:pt x="65" y="0"/>
                    <a:pt x="65" y="20"/>
                  </a:cubicBezTo>
                  <a:cubicBezTo>
                    <a:pt x="0" y="138"/>
                    <a:pt x="49" y="222"/>
                    <a:pt x="117" y="303"/>
                  </a:cubicBezTo>
                  <a:cubicBezTo>
                    <a:pt x="235" y="473"/>
                    <a:pt x="352" y="643"/>
                    <a:pt x="469" y="808"/>
                  </a:cubicBezTo>
                  <a:cubicBezTo>
                    <a:pt x="521" y="861"/>
                    <a:pt x="554" y="929"/>
                    <a:pt x="606" y="978"/>
                  </a:cubicBezTo>
                  <a:cubicBezTo>
                    <a:pt x="691" y="1111"/>
                    <a:pt x="792" y="1249"/>
                    <a:pt x="893" y="1398"/>
                  </a:cubicBezTo>
                  <a:lnTo>
                    <a:pt x="909" y="1414"/>
                  </a:lnTo>
                  <a:cubicBezTo>
                    <a:pt x="925" y="1451"/>
                    <a:pt x="958" y="1483"/>
                    <a:pt x="1010" y="1483"/>
                  </a:cubicBezTo>
                  <a:lnTo>
                    <a:pt x="1026" y="1483"/>
                  </a:lnTo>
                  <a:lnTo>
                    <a:pt x="1026" y="1467"/>
                  </a:lnTo>
                  <a:lnTo>
                    <a:pt x="1010" y="1467"/>
                  </a:lnTo>
                  <a:cubicBezTo>
                    <a:pt x="974" y="1467"/>
                    <a:pt x="958" y="1434"/>
                    <a:pt x="925" y="1398"/>
                  </a:cubicBezTo>
                  <a:lnTo>
                    <a:pt x="925" y="1382"/>
                  </a:lnTo>
                  <a:cubicBezTo>
                    <a:pt x="808" y="1232"/>
                    <a:pt x="707" y="1095"/>
                    <a:pt x="622" y="962"/>
                  </a:cubicBezTo>
                  <a:cubicBezTo>
                    <a:pt x="590" y="909"/>
                    <a:pt x="538" y="845"/>
                    <a:pt x="505" y="792"/>
                  </a:cubicBezTo>
                  <a:cubicBezTo>
                    <a:pt x="388" y="626"/>
                    <a:pt x="251" y="457"/>
                    <a:pt x="134" y="287"/>
                  </a:cubicBezTo>
                  <a:cubicBezTo>
                    <a:pt x="65" y="202"/>
                    <a:pt x="33" y="138"/>
                    <a:pt x="85" y="20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0">
              <a:extLst>
                <a:ext uri="{FF2B5EF4-FFF2-40B4-BE49-F238E27FC236}">
                  <a16:creationId xmlns:a16="http://schemas.microsoft.com/office/drawing/2014/main" id="{DAB0FE78-9A01-24BC-67B9-752C1984EF74}"/>
                </a:ext>
              </a:extLst>
            </p:cNvPr>
            <p:cNvSpPr/>
            <p:nvPr/>
          </p:nvSpPr>
          <p:spPr>
            <a:xfrm>
              <a:off x="517114" y="2846750"/>
              <a:ext cx="123759" cy="57112"/>
            </a:xfrm>
            <a:custGeom>
              <a:avLst/>
              <a:gdLst/>
              <a:ahLst/>
              <a:cxnLst/>
              <a:rect l="l" t="t" r="r" b="b"/>
              <a:pathLst>
                <a:path w="1246" h="575" extrusionOk="0">
                  <a:moveTo>
                    <a:pt x="1213" y="1"/>
                  </a:moveTo>
                  <a:cubicBezTo>
                    <a:pt x="1213" y="70"/>
                    <a:pt x="1160" y="86"/>
                    <a:pt x="1112" y="86"/>
                  </a:cubicBezTo>
                  <a:cubicBezTo>
                    <a:pt x="1096" y="86"/>
                    <a:pt x="1079" y="102"/>
                    <a:pt x="1043" y="102"/>
                  </a:cubicBezTo>
                  <a:cubicBezTo>
                    <a:pt x="793" y="219"/>
                    <a:pt x="538" y="320"/>
                    <a:pt x="288" y="437"/>
                  </a:cubicBezTo>
                  <a:lnTo>
                    <a:pt x="17" y="554"/>
                  </a:lnTo>
                  <a:cubicBezTo>
                    <a:pt x="1" y="554"/>
                    <a:pt x="1" y="554"/>
                    <a:pt x="1" y="575"/>
                  </a:cubicBezTo>
                  <a:lnTo>
                    <a:pt x="17" y="575"/>
                  </a:lnTo>
                  <a:lnTo>
                    <a:pt x="304" y="453"/>
                  </a:lnTo>
                  <a:cubicBezTo>
                    <a:pt x="554" y="352"/>
                    <a:pt x="809" y="235"/>
                    <a:pt x="1059" y="134"/>
                  </a:cubicBezTo>
                  <a:cubicBezTo>
                    <a:pt x="1079" y="118"/>
                    <a:pt x="1096" y="118"/>
                    <a:pt x="1128" y="118"/>
                  </a:cubicBezTo>
                  <a:cubicBezTo>
                    <a:pt x="1180" y="102"/>
                    <a:pt x="1229" y="102"/>
                    <a:pt x="1245" y="17"/>
                  </a:cubicBezTo>
                  <a:cubicBezTo>
                    <a:pt x="1245" y="1"/>
                    <a:pt x="1245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0">
              <a:extLst>
                <a:ext uri="{FF2B5EF4-FFF2-40B4-BE49-F238E27FC236}">
                  <a16:creationId xmlns:a16="http://schemas.microsoft.com/office/drawing/2014/main" id="{21E9E374-18C2-5F0A-C5C5-1CC5A2AE7F6A}"/>
                </a:ext>
              </a:extLst>
            </p:cNvPr>
            <p:cNvSpPr/>
            <p:nvPr/>
          </p:nvSpPr>
          <p:spPr>
            <a:xfrm>
              <a:off x="1861279" y="2054335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69"/>
                    <a:pt x="17" y="134"/>
                    <a:pt x="17" y="203"/>
                  </a:cubicBezTo>
                  <a:cubicBezTo>
                    <a:pt x="17" y="271"/>
                    <a:pt x="33" y="336"/>
                    <a:pt x="17" y="388"/>
                  </a:cubicBezTo>
                  <a:cubicBezTo>
                    <a:pt x="1" y="404"/>
                    <a:pt x="17" y="404"/>
                    <a:pt x="17" y="404"/>
                  </a:cubicBezTo>
                  <a:lnTo>
                    <a:pt x="33" y="404"/>
                  </a:lnTo>
                  <a:cubicBezTo>
                    <a:pt x="49" y="336"/>
                    <a:pt x="49" y="271"/>
                    <a:pt x="49" y="203"/>
                  </a:cubicBezTo>
                  <a:cubicBezTo>
                    <a:pt x="49" y="134"/>
                    <a:pt x="49" y="85"/>
                    <a:pt x="69" y="17"/>
                  </a:cubicBezTo>
                  <a:cubicBezTo>
                    <a:pt x="69" y="17"/>
                    <a:pt x="69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0">
              <a:extLst>
                <a:ext uri="{FF2B5EF4-FFF2-40B4-BE49-F238E27FC236}">
                  <a16:creationId xmlns:a16="http://schemas.microsoft.com/office/drawing/2014/main" id="{CD42268D-B878-D806-DE62-66BA9C527293}"/>
                </a:ext>
              </a:extLst>
            </p:cNvPr>
            <p:cNvSpPr/>
            <p:nvPr/>
          </p:nvSpPr>
          <p:spPr>
            <a:xfrm>
              <a:off x="980167" y="2893731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33" y="49"/>
                    <a:pt x="33" y="102"/>
                    <a:pt x="33" y="150"/>
                  </a:cubicBezTo>
                  <a:lnTo>
                    <a:pt x="33" y="740"/>
                  </a:lnTo>
                  <a:lnTo>
                    <a:pt x="33" y="942"/>
                  </a:lnTo>
                  <a:cubicBezTo>
                    <a:pt x="33" y="942"/>
                    <a:pt x="33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2"/>
                    <a:pt x="53" y="4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0">
              <a:extLst>
                <a:ext uri="{FF2B5EF4-FFF2-40B4-BE49-F238E27FC236}">
                  <a16:creationId xmlns:a16="http://schemas.microsoft.com/office/drawing/2014/main" id="{6233E541-B833-C177-60DD-8EA0A8692340}"/>
                </a:ext>
              </a:extLst>
            </p:cNvPr>
            <p:cNvSpPr/>
            <p:nvPr/>
          </p:nvSpPr>
          <p:spPr>
            <a:xfrm>
              <a:off x="749435" y="2507356"/>
              <a:ext cx="6953" cy="81943"/>
            </a:xfrm>
            <a:custGeom>
              <a:avLst/>
              <a:gdLst/>
              <a:ahLst/>
              <a:cxnLst/>
              <a:rect l="l" t="t" r="r" b="b"/>
              <a:pathLst>
                <a:path w="70" h="825" extrusionOk="0">
                  <a:moveTo>
                    <a:pt x="33" y="0"/>
                  </a:moveTo>
                  <a:cubicBezTo>
                    <a:pt x="17" y="0"/>
                    <a:pt x="17" y="16"/>
                    <a:pt x="17" y="16"/>
                  </a:cubicBezTo>
                  <a:cubicBezTo>
                    <a:pt x="33" y="134"/>
                    <a:pt x="33" y="255"/>
                    <a:pt x="17" y="372"/>
                  </a:cubicBezTo>
                  <a:cubicBezTo>
                    <a:pt x="17" y="473"/>
                    <a:pt x="1" y="574"/>
                    <a:pt x="17" y="675"/>
                  </a:cubicBezTo>
                  <a:lnTo>
                    <a:pt x="17" y="776"/>
                  </a:lnTo>
                  <a:lnTo>
                    <a:pt x="33" y="824"/>
                  </a:lnTo>
                  <a:lnTo>
                    <a:pt x="53" y="824"/>
                  </a:lnTo>
                  <a:lnTo>
                    <a:pt x="53" y="808"/>
                  </a:lnTo>
                  <a:lnTo>
                    <a:pt x="53" y="776"/>
                  </a:lnTo>
                  <a:cubicBezTo>
                    <a:pt x="53" y="740"/>
                    <a:pt x="53" y="707"/>
                    <a:pt x="33" y="675"/>
                  </a:cubicBezTo>
                  <a:cubicBezTo>
                    <a:pt x="33" y="574"/>
                    <a:pt x="33" y="473"/>
                    <a:pt x="53" y="372"/>
                  </a:cubicBezTo>
                  <a:cubicBezTo>
                    <a:pt x="53" y="255"/>
                    <a:pt x="69" y="134"/>
                    <a:pt x="33" y="16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0">
              <a:extLst>
                <a:ext uri="{FF2B5EF4-FFF2-40B4-BE49-F238E27FC236}">
                  <a16:creationId xmlns:a16="http://schemas.microsoft.com/office/drawing/2014/main" id="{7F4C2DF4-3536-1B71-1A93-EE7B9F57EBEA}"/>
                </a:ext>
              </a:extLst>
            </p:cNvPr>
            <p:cNvSpPr/>
            <p:nvPr/>
          </p:nvSpPr>
          <p:spPr>
            <a:xfrm>
              <a:off x="2081979" y="2382108"/>
              <a:ext cx="100418" cy="193982"/>
            </a:xfrm>
            <a:custGeom>
              <a:avLst/>
              <a:gdLst/>
              <a:ahLst/>
              <a:cxnLst/>
              <a:rect l="l" t="t" r="r" b="b"/>
              <a:pathLst>
                <a:path w="1011" h="1953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33" y="82"/>
                    <a:pt x="33" y="167"/>
                    <a:pt x="17" y="235"/>
                  </a:cubicBezTo>
                  <a:cubicBezTo>
                    <a:pt x="1" y="369"/>
                    <a:pt x="33" y="470"/>
                    <a:pt x="101" y="571"/>
                  </a:cubicBezTo>
                  <a:cubicBezTo>
                    <a:pt x="219" y="708"/>
                    <a:pt x="303" y="874"/>
                    <a:pt x="404" y="1043"/>
                  </a:cubicBezTo>
                  <a:cubicBezTo>
                    <a:pt x="437" y="1128"/>
                    <a:pt x="489" y="1213"/>
                    <a:pt x="538" y="1294"/>
                  </a:cubicBezTo>
                  <a:cubicBezTo>
                    <a:pt x="574" y="1346"/>
                    <a:pt x="606" y="1395"/>
                    <a:pt x="639" y="1447"/>
                  </a:cubicBezTo>
                  <a:cubicBezTo>
                    <a:pt x="724" y="1580"/>
                    <a:pt x="808" y="1734"/>
                    <a:pt x="877" y="1883"/>
                  </a:cubicBezTo>
                  <a:cubicBezTo>
                    <a:pt x="893" y="1920"/>
                    <a:pt x="926" y="1952"/>
                    <a:pt x="978" y="1952"/>
                  </a:cubicBezTo>
                  <a:cubicBezTo>
                    <a:pt x="994" y="1952"/>
                    <a:pt x="994" y="1952"/>
                    <a:pt x="1010" y="1936"/>
                  </a:cubicBezTo>
                  <a:cubicBezTo>
                    <a:pt x="1010" y="1920"/>
                    <a:pt x="1010" y="1920"/>
                    <a:pt x="994" y="1920"/>
                  </a:cubicBezTo>
                  <a:cubicBezTo>
                    <a:pt x="987" y="1922"/>
                    <a:pt x="981" y="1923"/>
                    <a:pt x="975" y="1923"/>
                  </a:cubicBezTo>
                  <a:cubicBezTo>
                    <a:pt x="934" y="1923"/>
                    <a:pt x="909" y="1881"/>
                    <a:pt x="909" y="1867"/>
                  </a:cubicBezTo>
                  <a:cubicBezTo>
                    <a:pt x="825" y="1718"/>
                    <a:pt x="740" y="1564"/>
                    <a:pt x="655" y="1431"/>
                  </a:cubicBezTo>
                  <a:cubicBezTo>
                    <a:pt x="623" y="1378"/>
                    <a:pt x="590" y="1330"/>
                    <a:pt x="574" y="1294"/>
                  </a:cubicBezTo>
                  <a:cubicBezTo>
                    <a:pt x="522" y="1193"/>
                    <a:pt x="473" y="1112"/>
                    <a:pt x="421" y="1027"/>
                  </a:cubicBezTo>
                  <a:cubicBezTo>
                    <a:pt x="336" y="874"/>
                    <a:pt x="235" y="708"/>
                    <a:pt x="134" y="554"/>
                  </a:cubicBezTo>
                  <a:cubicBezTo>
                    <a:pt x="49" y="453"/>
                    <a:pt x="33" y="369"/>
                    <a:pt x="49" y="235"/>
                  </a:cubicBezTo>
                  <a:lnTo>
                    <a:pt x="49" y="17"/>
                  </a:ln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0">
              <a:extLst>
                <a:ext uri="{FF2B5EF4-FFF2-40B4-BE49-F238E27FC236}">
                  <a16:creationId xmlns:a16="http://schemas.microsoft.com/office/drawing/2014/main" id="{E1632133-E0CD-7002-94EB-800CA6E4E86A}"/>
                </a:ext>
              </a:extLst>
            </p:cNvPr>
            <p:cNvSpPr/>
            <p:nvPr/>
          </p:nvSpPr>
          <p:spPr>
            <a:xfrm>
              <a:off x="1132234" y="3690317"/>
              <a:ext cx="5364" cy="44100"/>
            </a:xfrm>
            <a:custGeom>
              <a:avLst/>
              <a:gdLst/>
              <a:ahLst/>
              <a:cxnLst/>
              <a:rect l="l" t="t" r="r" b="b"/>
              <a:pathLst>
                <a:path w="54" h="444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08"/>
                    <a:pt x="17" y="193"/>
                    <a:pt x="17" y="278"/>
                  </a:cubicBezTo>
                  <a:lnTo>
                    <a:pt x="17" y="427"/>
                  </a:lnTo>
                  <a:lnTo>
                    <a:pt x="17" y="444"/>
                  </a:lnTo>
                  <a:cubicBezTo>
                    <a:pt x="37" y="444"/>
                    <a:pt x="37" y="444"/>
                    <a:pt x="37" y="427"/>
                  </a:cubicBezTo>
                  <a:lnTo>
                    <a:pt x="37" y="278"/>
                  </a:lnTo>
                  <a:cubicBezTo>
                    <a:pt x="37" y="193"/>
                    <a:pt x="53" y="108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0">
              <a:extLst>
                <a:ext uri="{FF2B5EF4-FFF2-40B4-BE49-F238E27FC236}">
                  <a16:creationId xmlns:a16="http://schemas.microsoft.com/office/drawing/2014/main" id="{E70707C6-5787-2D79-D3AC-5C177D5D6AD4}"/>
                </a:ext>
              </a:extLst>
            </p:cNvPr>
            <p:cNvSpPr/>
            <p:nvPr/>
          </p:nvSpPr>
          <p:spPr>
            <a:xfrm>
              <a:off x="852932" y="2094462"/>
              <a:ext cx="361245" cy="284169"/>
            </a:xfrm>
            <a:custGeom>
              <a:avLst/>
              <a:gdLst/>
              <a:ahLst/>
              <a:cxnLst/>
              <a:rect l="l" t="t" r="r" b="b"/>
              <a:pathLst>
                <a:path w="3637" h="2861" extrusionOk="0">
                  <a:moveTo>
                    <a:pt x="3572" y="0"/>
                  </a:moveTo>
                  <a:lnTo>
                    <a:pt x="3572" y="17"/>
                  </a:lnTo>
                  <a:cubicBezTo>
                    <a:pt x="3604" y="85"/>
                    <a:pt x="3604" y="150"/>
                    <a:pt x="3588" y="235"/>
                  </a:cubicBezTo>
                  <a:lnTo>
                    <a:pt x="3588" y="352"/>
                  </a:lnTo>
                  <a:cubicBezTo>
                    <a:pt x="3604" y="538"/>
                    <a:pt x="3604" y="724"/>
                    <a:pt x="3604" y="893"/>
                  </a:cubicBezTo>
                  <a:cubicBezTo>
                    <a:pt x="3588" y="942"/>
                    <a:pt x="3588" y="994"/>
                    <a:pt x="3588" y="1043"/>
                  </a:cubicBezTo>
                  <a:cubicBezTo>
                    <a:pt x="3588" y="1111"/>
                    <a:pt x="3556" y="1144"/>
                    <a:pt x="3487" y="1160"/>
                  </a:cubicBezTo>
                  <a:cubicBezTo>
                    <a:pt x="3233" y="1281"/>
                    <a:pt x="2998" y="1398"/>
                    <a:pt x="2764" y="1515"/>
                  </a:cubicBezTo>
                  <a:cubicBezTo>
                    <a:pt x="2679" y="1548"/>
                    <a:pt x="2578" y="1600"/>
                    <a:pt x="2493" y="1633"/>
                  </a:cubicBezTo>
                  <a:cubicBezTo>
                    <a:pt x="2376" y="1701"/>
                    <a:pt x="2259" y="1750"/>
                    <a:pt x="2158" y="1802"/>
                  </a:cubicBezTo>
                  <a:cubicBezTo>
                    <a:pt x="1855" y="1952"/>
                    <a:pt x="1552" y="2089"/>
                    <a:pt x="1249" y="2238"/>
                  </a:cubicBezTo>
                  <a:cubicBezTo>
                    <a:pt x="1063" y="2323"/>
                    <a:pt x="878" y="2408"/>
                    <a:pt x="692" y="2493"/>
                  </a:cubicBezTo>
                  <a:cubicBezTo>
                    <a:pt x="542" y="2558"/>
                    <a:pt x="373" y="2642"/>
                    <a:pt x="223" y="2711"/>
                  </a:cubicBezTo>
                  <a:cubicBezTo>
                    <a:pt x="171" y="2727"/>
                    <a:pt x="122" y="2760"/>
                    <a:pt x="70" y="2796"/>
                  </a:cubicBezTo>
                  <a:cubicBezTo>
                    <a:pt x="54" y="2796"/>
                    <a:pt x="37" y="2812"/>
                    <a:pt x="1" y="2828"/>
                  </a:cubicBezTo>
                  <a:lnTo>
                    <a:pt x="1" y="2844"/>
                  </a:lnTo>
                  <a:lnTo>
                    <a:pt x="21" y="2861"/>
                  </a:lnTo>
                  <a:lnTo>
                    <a:pt x="21" y="2844"/>
                  </a:lnTo>
                  <a:cubicBezTo>
                    <a:pt x="37" y="2844"/>
                    <a:pt x="70" y="2828"/>
                    <a:pt x="86" y="2812"/>
                  </a:cubicBezTo>
                  <a:cubicBezTo>
                    <a:pt x="138" y="2776"/>
                    <a:pt x="187" y="2760"/>
                    <a:pt x="239" y="2727"/>
                  </a:cubicBezTo>
                  <a:cubicBezTo>
                    <a:pt x="389" y="2659"/>
                    <a:pt x="542" y="2594"/>
                    <a:pt x="708" y="2509"/>
                  </a:cubicBezTo>
                  <a:cubicBezTo>
                    <a:pt x="894" y="2424"/>
                    <a:pt x="1080" y="2339"/>
                    <a:pt x="1265" y="2255"/>
                  </a:cubicBezTo>
                  <a:cubicBezTo>
                    <a:pt x="1568" y="2121"/>
                    <a:pt x="1871" y="1968"/>
                    <a:pt x="2158" y="1835"/>
                  </a:cubicBezTo>
                  <a:cubicBezTo>
                    <a:pt x="2275" y="1766"/>
                    <a:pt x="2392" y="1717"/>
                    <a:pt x="2510" y="1665"/>
                  </a:cubicBezTo>
                  <a:cubicBezTo>
                    <a:pt x="2594" y="1616"/>
                    <a:pt x="2695" y="1584"/>
                    <a:pt x="2780" y="1532"/>
                  </a:cubicBezTo>
                  <a:cubicBezTo>
                    <a:pt x="3015" y="1414"/>
                    <a:pt x="3253" y="1297"/>
                    <a:pt x="3487" y="1196"/>
                  </a:cubicBezTo>
                  <a:cubicBezTo>
                    <a:pt x="3556" y="1160"/>
                    <a:pt x="3621" y="1128"/>
                    <a:pt x="3621" y="1043"/>
                  </a:cubicBezTo>
                  <a:lnTo>
                    <a:pt x="3621" y="893"/>
                  </a:lnTo>
                  <a:cubicBezTo>
                    <a:pt x="3621" y="724"/>
                    <a:pt x="3637" y="538"/>
                    <a:pt x="3621" y="352"/>
                  </a:cubicBezTo>
                  <a:cubicBezTo>
                    <a:pt x="3604" y="320"/>
                    <a:pt x="3621" y="271"/>
                    <a:pt x="3621" y="235"/>
                  </a:cubicBezTo>
                  <a:cubicBezTo>
                    <a:pt x="3621" y="170"/>
                    <a:pt x="3637" y="85"/>
                    <a:pt x="3588" y="17"/>
                  </a:cubicBezTo>
                  <a:cubicBezTo>
                    <a:pt x="3588" y="0"/>
                    <a:pt x="3588" y="0"/>
                    <a:pt x="3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0">
              <a:extLst>
                <a:ext uri="{FF2B5EF4-FFF2-40B4-BE49-F238E27FC236}">
                  <a16:creationId xmlns:a16="http://schemas.microsoft.com/office/drawing/2014/main" id="{4856ADD4-9955-1A6F-6AB9-C983D7C84784}"/>
                </a:ext>
              </a:extLst>
            </p:cNvPr>
            <p:cNvSpPr/>
            <p:nvPr/>
          </p:nvSpPr>
          <p:spPr>
            <a:xfrm>
              <a:off x="2096779" y="2998816"/>
              <a:ext cx="3774" cy="40227"/>
            </a:xfrm>
            <a:custGeom>
              <a:avLst/>
              <a:gdLst/>
              <a:ahLst/>
              <a:cxnLst/>
              <a:rect l="l" t="t" r="r" b="b"/>
              <a:pathLst>
                <a:path w="38" h="405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1" y="102"/>
                    <a:pt x="1" y="171"/>
                    <a:pt x="1" y="255"/>
                  </a:cubicBezTo>
                  <a:lnTo>
                    <a:pt x="1" y="389"/>
                  </a:lnTo>
                  <a:cubicBezTo>
                    <a:pt x="1" y="405"/>
                    <a:pt x="1" y="405"/>
                    <a:pt x="21" y="405"/>
                  </a:cubicBezTo>
                  <a:cubicBezTo>
                    <a:pt x="21" y="405"/>
                    <a:pt x="37" y="405"/>
                    <a:pt x="37" y="389"/>
                  </a:cubicBezTo>
                  <a:lnTo>
                    <a:pt x="37" y="255"/>
                  </a:lnTo>
                  <a:cubicBezTo>
                    <a:pt x="21" y="187"/>
                    <a:pt x="21" y="102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0">
              <a:extLst>
                <a:ext uri="{FF2B5EF4-FFF2-40B4-BE49-F238E27FC236}">
                  <a16:creationId xmlns:a16="http://schemas.microsoft.com/office/drawing/2014/main" id="{50F8139B-674E-9E7A-4CBA-756F36522B8E}"/>
                </a:ext>
              </a:extLst>
            </p:cNvPr>
            <p:cNvSpPr/>
            <p:nvPr/>
          </p:nvSpPr>
          <p:spPr>
            <a:xfrm>
              <a:off x="978578" y="3227959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73"/>
                  </a:cubicBezTo>
                  <a:lnTo>
                    <a:pt x="17" y="740"/>
                  </a:lnTo>
                  <a:lnTo>
                    <a:pt x="17" y="776"/>
                  </a:lnTo>
                  <a:cubicBezTo>
                    <a:pt x="17" y="809"/>
                    <a:pt x="17" y="857"/>
                    <a:pt x="33" y="893"/>
                  </a:cubicBezTo>
                  <a:lnTo>
                    <a:pt x="49" y="893"/>
                  </a:lnTo>
                  <a:cubicBezTo>
                    <a:pt x="49" y="893"/>
                    <a:pt x="69" y="893"/>
                    <a:pt x="49" y="877"/>
                  </a:cubicBezTo>
                  <a:lnTo>
                    <a:pt x="49" y="776"/>
                  </a:lnTo>
                  <a:lnTo>
                    <a:pt x="49" y="740"/>
                  </a:lnTo>
                  <a:lnTo>
                    <a:pt x="49" y="473"/>
                  </a:lnTo>
                  <a:cubicBezTo>
                    <a:pt x="49" y="320"/>
                    <a:pt x="49" y="170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0">
              <a:extLst>
                <a:ext uri="{FF2B5EF4-FFF2-40B4-BE49-F238E27FC236}">
                  <a16:creationId xmlns:a16="http://schemas.microsoft.com/office/drawing/2014/main" id="{F54B5B49-726A-93D5-6979-9632E17D8582}"/>
                </a:ext>
              </a:extLst>
            </p:cNvPr>
            <p:cNvSpPr/>
            <p:nvPr/>
          </p:nvSpPr>
          <p:spPr>
            <a:xfrm>
              <a:off x="2080390" y="3211074"/>
              <a:ext cx="105185" cy="244538"/>
            </a:xfrm>
            <a:custGeom>
              <a:avLst/>
              <a:gdLst/>
              <a:ahLst/>
              <a:cxnLst/>
              <a:rect l="l" t="t" r="r" b="b"/>
              <a:pathLst>
                <a:path w="1059" h="2462" extrusionOk="0">
                  <a:moveTo>
                    <a:pt x="65" y="1"/>
                  </a:moveTo>
                  <a:cubicBezTo>
                    <a:pt x="0" y="171"/>
                    <a:pt x="33" y="272"/>
                    <a:pt x="134" y="373"/>
                  </a:cubicBezTo>
                  <a:cubicBezTo>
                    <a:pt x="251" y="542"/>
                    <a:pt x="388" y="692"/>
                    <a:pt x="505" y="845"/>
                  </a:cubicBezTo>
                  <a:cubicBezTo>
                    <a:pt x="606" y="979"/>
                    <a:pt x="707" y="1112"/>
                    <a:pt x="808" y="1249"/>
                  </a:cubicBezTo>
                  <a:cubicBezTo>
                    <a:pt x="824" y="1265"/>
                    <a:pt x="824" y="1265"/>
                    <a:pt x="841" y="1281"/>
                  </a:cubicBezTo>
                  <a:cubicBezTo>
                    <a:pt x="873" y="1330"/>
                    <a:pt x="925" y="1399"/>
                    <a:pt x="974" y="1431"/>
                  </a:cubicBezTo>
                  <a:cubicBezTo>
                    <a:pt x="1026" y="1467"/>
                    <a:pt x="1043" y="1516"/>
                    <a:pt x="1026" y="1601"/>
                  </a:cubicBezTo>
                  <a:lnTo>
                    <a:pt x="1026" y="1770"/>
                  </a:lnTo>
                  <a:cubicBezTo>
                    <a:pt x="1026" y="1855"/>
                    <a:pt x="1026" y="1936"/>
                    <a:pt x="1010" y="2021"/>
                  </a:cubicBezTo>
                  <a:cubicBezTo>
                    <a:pt x="1010" y="2073"/>
                    <a:pt x="1010" y="2122"/>
                    <a:pt x="1026" y="2190"/>
                  </a:cubicBezTo>
                  <a:lnTo>
                    <a:pt x="1026" y="2291"/>
                  </a:lnTo>
                  <a:cubicBezTo>
                    <a:pt x="1026" y="2340"/>
                    <a:pt x="1026" y="2392"/>
                    <a:pt x="1010" y="2441"/>
                  </a:cubicBezTo>
                  <a:lnTo>
                    <a:pt x="1010" y="2461"/>
                  </a:lnTo>
                  <a:lnTo>
                    <a:pt x="1026" y="2461"/>
                  </a:lnTo>
                  <a:cubicBezTo>
                    <a:pt x="1059" y="2409"/>
                    <a:pt x="1059" y="2360"/>
                    <a:pt x="1059" y="2291"/>
                  </a:cubicBezTo>
                  <a:cubicBezTo>
                    <a:pt x="1059" y="2259"/>
                    <a:pt x="1059" y="2223"/>
                    <a:pt x="1043" y="2190"/>
                  </a:cubicBezTo>
                  <a:cubicBezTo>
                    <a:pt x="1043" y="2122"/>
                    <a:pt x="1026" y="2073"/>
                    <a:pt x="1043" y="2021"/>
                  </a:cubicBezTo>
                  <a:cubicBezTo>
                    <a:pt x="1059" y="1936"/>
                    <a:pt x="1059" y="1855"/>
                    <a:pt x="1059" y="1770"/>
                  </a:cubicBezTo>
                  <a:lnTo>
                    <a:pt x="1059" y="1601"/>
                  </a:lnTo>
                  <a:cubicBezTo>
                    <a:pt x="1059" y="1500"/>
                    <a:pt x="1043" y="1451"/>
                    <a:pt x="994" y="1415"/>
                  </a:cubicBezTo>
                  <a:cubicBezTo>
                    <a:pt x="942" y="1366"/>
                    <a:pt x="893" y="1314"/>
                    <a:pt x="857" y="1265"/>
                  </a:cubicBezTo>
                  <a:lnTo>
                    <a:pt x="824" y="1229"/>
                  </a:lnTo>
                  <a:cubicBezTo>
                    <a:pt x="723" y="1096"/>
                    <a:pt x="622" y="962"/>
                    <a:pt x="521" y="845"/>
                  </a:cubicBezTo>
                  <a:cubicBezTo>
                    <a:pt x="404" y="676"/>
                    <a:pt x="267" y="522"/>
                    <a:pt x="150" y="356"/>
                  </a:cubicBezTo>
                  <a:cubicBezTo>
                    <a:pt x="49" y="239"/>
                    <a:pt x="33" y="154"/>
                    <a:pt x="101" y="17"/>
                  </a:cubicBezTo>
                  <a:cubicBezTo>
                    <a:pt x="101" y="17"/>
                    <a:pt x="101" y="1"/>
                    <a:pt x="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0">
              <a:extLst>
                <a:ext uri="{FF2B5EF4-FFF2-40B4-BE49-F238E27FC236}">
                  <a16:creationId xmlns:a16="http://schemas.microsoft.com/office/drawing/2014/main" id="{1FECE43D-65CE-D57B-04CC-64E4A178580E}"/>
                </a:ext>
              </a:extLst>
            </p:cNvPr>
            <p:cNvSpPr/>
            <p:nvPr/>
          </p:nvSpPr>
          <p:spPr>
            <a:xfrm>
              <a:off x="1734143" y="3697071"/>
              <a:ext cx="48570" cy="37346"/>
            </a:xfrm>
            <a:custGeom>
              <a:avLst/>
              <a:gdLst/>
              <a:ahLst/>
              <a:cxnLst/>
              <a:rect l="l" t="t" r="r" b="b"/>
              <a:pathLst>
                <a:path w="489" h="376" extrusionOk="0">
                  <a:moveTo>
                    <a:pt x="22" y="1"/>
                  </a:moveTo>
                  <a:cubicBezTo>
                    <a:pt x="19" y="1"/>
                    <a:pt x="16" y="3"/>
                    <a:pt x="16" y="8"/>
                  </a:cubicBezTo>
                  <a:cubicBezTo>
                    <a:pt x="0" y="8"/>
                    <a:pt x="0" y="8"/>
                    <a:pt x="0" y="24"/>
                  </a:cubicBezTo>
                  <a:cubicBezTo>
                    <a:pt x="53" y="93"/>
                    <a:pt x="117" y="141"/>
                    <a:pt x="186" y="194"/>
                  </a:cubicBezTo>
                  <a:cubicBezTo>
                    <a:pt x="218" y="226"/>
                    <a:pt x="255" y="242"/>
                    <a:pt x="287" y="275"/>
                  </a:cubicBezTo>
                  <a:cubicBezTo>
                    <a:pt x="303" y="295"/>
                    <a:pt x="303" y="295"/>
                    <a:pt x="319" y="311"/>
                  </a:cubicBezTo>
                  <a:cubicBezTo>
                    <a:pt x="356" y="343"/>
                    <a:pt x="388" y="376"/>
                    <a:pt x="440" y="376"/>
                  </a:cubicBezTo>
                  <a:lnTo>
                    <a:pt x="489" y="376"/>
                  </a:lnTo>
                  <a:lnTo>
                    <a:pt x="489" y="359"/>
                  </a:lnTo>
                  <a:cubicBezTo>
                    <a:pt x="489" y="359"/>
                    <a:pt x="489" y="343"/>
                    <a:pt x="473" y="343"/>
                  </a:cubicBezTo>
                  <a:cubicBezTo>
                    <a:pt x="457" y="351"/>
                    <a:pt x="443" y="354"/>
                    <a:pt x="430" y="354"/>
                  </a:cubicBezTo>
                  <a:cubicBezTo>
                    <a:pt x="389" y="354"/>
                    <a:pt x="364" y="320"/>
                    <a:pt x="339" y="295"/>
                  </a:cubicBezTo>
                  <a:cubicBezTo>
                    <a:pt x="339" y="275"/>
                    <a:pt x="319" y="275"/>
                    <a:pt x="303" y="258"/>
                  </a:cubicBezTo>
                  <a:cubicBezTo>
                    <a:pt x="271" y="226"/>
                    <a:pt x="238" y="194"/>
                    <a:pt x="202" y="174"/>
                  </a:cubicBezTo>
                  <a:cubicBezTo>
                    <a:pt x="137" y="125"/>
                    <a:pt x="69" y="73"/>
                    <a:pt x="36" y="8"/>
                  </a:cubicBezTo>
                  <a:cubicBezTo>
                    <a:pt x="36" y="8"/>
                    <a:pt x="27" y="1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0">
              <a:extLst>
                <a:ext uri="{FF2B5EF4-FFF2-40B4-BE49-F238E27FC236}">
                  <a16:creationId xmlns:a16="http://schemas.microsoft.com/office/drawing/2014/main" id="{1C0554E5-B97B-750F-5FCA-DA0FB5395211}"/>
                </a:ext>
              </a:extLst>
            </p:cNvPr>
            <p:cNvSpPr/>
            <p:nvPr/>
          </p:nvSpPr>
          <p:spPr>
            <a:xfrm>
              <a:off x="478576" y="2559105"/>
              <a:ext cx="157430" cy="75487"/>
            </a:xfrm>
            <a:custGeom>
              <a:avLst/>
              <a:gdLst/>
              <a:ahLst/>
              <a:cxnLst/>
              <a:rect l="l" t="t" r="r" b="b"/>
              <a:pathLst>
                <a:path w="1585" h="760" extrusionOk="0">
                  <a:moveTo>
                    <a:pt x="1568" y="0"/>
                  </a:moveTo>
                  <a:cubicBezTo>
                    <a:pt x="1500" y="17"/>
                    <a:pt x="1431" y="53"/>
                    <a:pt x="1366" y="85"/>
                  </a:cubicBezTo>
                  <a:cubicBezTo>
                    <a:pt x="1346" y="85"/>
                    <a:pt x="1330" y="101"/>
                    <a:pt x="1298" y="101"/>
                  </a:cubicBezTo>
                  <a:cubicBezTo>
                    <a:pt x="1144" y="186"/>
                    <a:pt x="979" y="271"/>
                    <a:pt x="809" y="340"/>
                  </a:cubicBezTo>
                  <a:cubicBezTo>
                    <a:pt x="538" y="457"/>
                    <a:pt x="272" y="590"/>
                    <a:pt x="1" y="724"/>
                  </a:cubicBezTo>
                  <a:lnTo>
                    <a:pt x="1" y="744"/>
                  </a:lnTo>
                  <a:lnTo>
                    <a:pt x="17" y="760"/>
                  </a:lnTo>
                  <a:cubicBezTo>
                    <a:pt x="288" y="606"/>
                    <a:pt x="558" y="489"/>
                    <a:pt x="825" y="372"/>
                  </a:cubicBezTo>
                  <a:cubicBezTo>
                    <a:pt x="979" y="287"/>
                    <a:pt x="1144" y="219"/>
                    <a:pt x="1314" y="138"/>
                  </a:cubicBezTo>
                  <a:cubicBezTo>
                    <a:pt x="1330" y="118"/>
                    <a:pt x="1366" y="118"/>
                    <a:pt x="1383" y="101"/>
                  </a:cubicBezTo>
                  <a:cubicBezTo>
                    <a:pt x="1447" y="69"/>
                    <a:pt x="1500" y="37"/>
                    <a:pt x="1568" y="17"/>
                  </a:cubicBezTo>
                  <a:lnTo>
                    <a:pt x="1585" y="17"/>
                  </a:lnTo>
                  <a:cubicBezTo>
                    <a:pt x="1585" y="0"/>
                    <a:pt x="1568" y="0"/>
                    <a:pt x="1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0">
              <a:extLst>
                <a:ext uri="{FF2B5EF4-FFF2-40B4-BE49-F238E27FC236}">
                  <a16:creationId xmlns:a16="http://schemas.microsoft.com/office/drawing/2014/main" id="{8354450C-ADBB-1491-3BF7-FDD4F3423412}"/>
                </a:ext>
              </a:extLst>
            </p:cNvPr>
            <p:cNvSpPr/>
            <p:nvPr/>
          </p:nvSpPr>
          <p:spPr>
            <a:xfrm>
              <a:off x="851343" y="2288245"/>
              <a:ext cx="361245" cy="257748"/>
            </a:xfrm>
            <a:custGeom>
              <a:avLst/>
              <a:gdLst/>
              <a:ahLst/>
              <a:cxnLst/>
              <a:rect l="l" t="t" r="r" b="b"/>
              <a:pathLst>
                <a:path w="3637" h="2595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604" y="186"/>
                    <a:pt x="3604" y="356"/>
                    <a:pt x="3604" y="522"/>
                  </a:cubicBezTo>
                  <a:cubicBezTo>
                    <a:pt x="3604" y="623"/>
                    <a:pt x="3588" y="724"/>
                    <a:pt x="3604" y="845"/>
                  </a:cubicBezTo>
                  <a:cubicBezTo>
                    <a:pt x="3604" y="893"/>
                    <a:pt x="3552" y="910"/>
                    <a:pt x="3519" y="926"/>
                  </a:cubicBezTo>
                  <a:lnTo>
                    <a:pt x="3503" y="946"/>
                  </a:lnTo>
                  <a:lnTo>
                    <a:pt x="3386" y="994"/>
                  </a:lnTo>
                  <a:cubicBezTo>
                    <a:pt x="3200" y="1079"/>
                    <a:pt x="3014" y="1180"/>
                    <a:pt x="2812" y="1265"/>
                  </a:cubicBezTo>
                  <a:cubicBezTo>
                    <a:pt x="2679" y="1330"/>
                    <a:pt x="2542" y="1398"/>
                    <a:pt x="2408" y="1451"/>
                  </a:cubicBezTo>
                  <a:cubicBezTo>
                    <a:pt x="2275" y="1516"/>
                    <a:pt x="2158" y="1568"/>
                    <a:pt x="2037" y="1617"/>
                  </a:cubicBezTo>
                  <a:cubicBezTo>
                    <a:pt x="1584" y="1835"/>
                    <a:pt x="1112" y="2037"/>
                    <a:pt x="659" y="2259"/>
                  </a:cubicBezTo>
                  <a:cubicBezTo>
                    <a:pt x="522" y="2323"/>
                    <a:pt x="389" y="2376"/>
                    <a:pt x="255" y="2441"/>
                  </a:cubicBezTo>
                  <a:cubicBezTo>
                    <a:pt x="203" y="2477"/>
                    <a:pt x="138" y="2493"/>
                    <a:pt x="86" y="2525"/>
                  </a:cubicBezTo>
                  <a:cubicBezTo>
                    <a:pt x="70" y="2542"/>
                    <a:pt x="37" y="2562"/>
                    <a:pt x="17" y="2562"/>
                  </a:cubicBezTo>
                  <a:lnTo>
                    <a:pt x="1" y="2578"/>
                  </a:lnTo>
                  <a:lnTo>
                    <a:pt x="17" y="2594"/>
                  </a:lnTo>
                  <a:cubicBezTo>
                    <a:pt x="53" y="2578"/>
                    <a:pt x="70" y="2562"/>
                    <a:pt x="102" y="2542"/>
                  </a:cubicBezTo>
                  <a:cubicBezTo>
                    <a:pt x="154" y="2525"/>
                    <a:pt x="203" y="2493"/>
                    <a:pt x="271" y="2477"/>
                  </a:cubicBezTo>
                  <a:cubicBezTo>
                    <a:pt x="405" y="2408"/>
                    <a:pt x="542" y="2340"/>
                    <a:pt x="675" y="2275"/>
                  </a:cubicBezTo>
                  <a:cubicBezTo>
                    <a:pt x="1128" y="2073"/>
                    <a:pt x="1584" y="1855"/>
                    <a:pt x="2057" y="1653"/>
                  </a:cubicBezTo>
                  <a:cubicBezTo>
                    <a:pt x="2174" y="1584"/>
                    <a:pt x="2291" y="1532"/>
                    <a:pt x="2408" y="1483"/>
                  </a:cubicBezTo>
                  <a:cubicBezTo>
                    <a:pt x="2542" y="1415"/>
                    <a:pt x="2695" y="1350"/>
                    <a:pt x="2829" y="1281"/>
                  </a:cubicBezTo>
                  <a:cubicBezTo>
                    <a:pt x="3014" y="1196"/>
                    <a:pt x="3216" y="1112"/>
                    <a:pt x="3402" y="1011"/>
                  </a:cubicBezTo>
                  <a:lnTo>
                    <a:pt x="3519" y="962"/>
                  </a:lnTo>
                  <a:cubicBezTo>
                    <a:pt x="3572" y="946"/>
                    <a:pt x="3620" y="910"/>
                    <a:pt x="3620" y="825"/>
                  </a:cubicBezTo>
                  <a:lnTo>
                    <a:pt x="3620" y="522"/>
                  </a:lnTo>
                  <a:cubicBezTo>
                    <a:pt x="3620" y="356"/>
                    <a:pt x="3637" y="186"/>
                    <a:pt x="3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0">
              <a:extLst>
                <a:ext uri="{FF2B5EF4-FFF2-40B4-BE49-F238E27FC236}">
                  <a16:creationId xmlns:a16="http://schemas.microsoft.com/office/drawing/2014/main" id="{AC955E32-758B-874E-56A1-5B375EF18809}"/>
                </a:ext>
              </a:extLst>
            </p:cNvPr>
            <p:cNvSpPr/>
            <p:nvPr/>
          </p:nvSpPr>
          <p:spPr>
            <a:xfrm>
              <a:off x="1033505" y="2871680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21" y="0"/>
                  </a:moveTo>
                  <a:cubicBezTo>
                    <a:pt x="1" y="0"/>
                    <a:pt x="1" y="21"/>
                    <a:pt x="1" y="21"/>
                  </a:cubicBezTo>
                  <a:cubicBezTo>
                    <a:pt x="37" y="101"/>
                    <a:pt x="37" y="186"/>
                    <a:pt x="37" y="271"/>
                  </a:cubicBezTo>
                  <a:lnTo>
                    <a:pt x="37" y="340"/>
                  </a:lnTo>
                  <a:lnTo>
                    <a:pt x="37" y="760"/>
                  </a:lnTo>
                  <a:lnTo>
                    <a:pt x="37" y="946"/>
                  </a:lnTo>
                  <a:cubicBezTo>
                    <a:pt x="37" y="962"/>
                    <a:pt x="37" y="962"/>
                    <a:pt x="53" y="962"/>
                  </a:cubicBezTo>
                  <a:lnTo>
                    <a:pt x="53" y="946"/>
                  </a:lnTo>
                  <a:lnTo>
                    <a:pt x="53" y="760"/>
                  </a:lnTo>
                  <a:lnTo>
                    <a:pt x="53" y="340"/>
                  </a:lnTo>
                  <a:lnTo>
                    <a:pt x="53" y="271"/>
                  </a:lnTo>
                  <a:cubicBezTo>
                    <a:pt x="70" y="186"/>
                    <a:pt x="70" y="85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0">
              <a:extLst>
                <a:ext uri="{FF2B5EF4-FFF2-40B4-BE49-F238E27FC236}">
                  <a16:creationId xmlns:a16="http://schemas.microsoft.com/office/drawing/2014/main" id="{EFA03101-14A0-4A65-79F2-EDC479904D33}"/>
                </a:ext>
              </a:extLst>
            </p:cNvPr>
            <p:cNvSpPr/>
            <p:nvPr/>
          </p:nvSpPr>
          <p:spPr>
            <a:xfrm>
              <a:off x="746257" y="3159326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7"/>
                    <a:pt x="33" y="17"/>
                  </a:cubicBezTo>
                  <a:cubicBezTo>
                    <a:pt x="33" y="69"/>
                    <a:pt x="33" y="118"/>
                    <a:pt x="17" y="170"/>
                  </a:cubicBezTo>
                  <a:cubicBezTo>
                    <a:pt x="17" y="389"/>
                    <a:pt x="0" y="607"/>
                    <a:pt x="17" y="825"/>
                  </a:cubicBezTo>
                  <a:lnTo>
                    <a:pt x="49" y="825"/>
                  </a:lnTo>
                  <a:cubicBezTo>
                    <a:pt x="17" y="607"/>
                    <a:pt x="33" y="389"/>
                    <a:pt x="49" y="170"/>
                  </a:cubicBezTo>
                  <a:cubicBezTo>
                    <a:pt x="49" y="118"/>
                    <a:pt x="49" y="69"/>
                    <a:pt x="65" y="17"/>
                  </a:cubicBezTo>
                  <a:cubicBezTo>
                    <a:pt x="65" y="17"/>
                    <a:pt x="49" y="17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0">
              <a:extLst>
                <a:ext uri="{FF2B5EF4-FFF2-40B4-BE49-F238E27FC236}">
                  <a16:creationId xmlns:a16="http://schemas.microsoft.com/office/drawing/2014/main" id="{E9D5FE0E-1CBE-599B-A74B-40605EF1C1DF}"/>
                </a:ext>
              </a:extLst>
            </p:cNvPr>
            <p:cNvSpPr/>
            <p:nvPr/>
          </p:nvSpPr>
          <p:spPr>
            <a:xfrm>
              <a:off x="2120518" y="3547388"/>
              <a:ext cx="4867" cy="41816"/>
            </a:xfrm>
            <a:custGeom>
              <a:avLst/>
              <a:gdLst/>
              <a:ahLst/>
              <a:cxnLst/>
              <a:rect l="l" t="t" r="r" b="b"/>
              <a:pathLst>
                <a:path w="49" h="421" extrusionOk="0">
                  <a:moveTo>
                    <a:pt x="16" y="0"/>
                  </a:moveTo>
                  <a:cubicBezTo>
                    <a:pt x="0" y="85"/>
                    <a:pt x="0" y="186"/>
                    <a:pt x="0" y="267"/>
                  </a:cubicBezTo>
                  <a:cubicBezTo>
                    <a:pt x="16" y="303"/>
                    <a:pt x="16" y="368"/>
                    <a:pt x="0" y="404"/>
                  </a:cubicBezTo>
                  <a:cubicBezTo>
                    <a:pt x="0" y="420"/>
                    <a:pt x="16" y="420"/>
                    <a:pt x="16" y="420"/>
                  </a:cubicBezTo>
                  <a:lnTo>
                    <a:pt x="33" y="420"/>
                  </a:lnTo>
                  <a:lnTo>
                    <a:pt x="33" y="251"/>
                  </a:lnTo>
                  <a:cubicBezTo>
                    <a:pt x="33" y="186"/>
                    <a:pt x="33" y="101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0">
              <a:extLst>
                <a:ext uri="{FF2B5EF4-FFF2-40B4-BE49-F238E27FC236}">
                  <a16:creationId xmlns:a16="http://schemas.microsoft.com/office/drawing/2014/main" id="{62D991E2-941B-B8A3-12E2-2C7BA2B49479}"/>
                </a:ext>
              </a:extLst>
            </p:cNvPr>
            <p:cNvSpPr/>
            <p:nvPr/>
          </p:nvSpPr>
          <p:spPr>
            <a:xfrm>
              <a:off x="2153791" y="3206306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33" y="0"/>
                  </a:move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33" y="320"/>
                    <a:pt x="17" y="388"/>
                  </a:cubicBezTo>
                  <a:cubicBezTo>
                    <a:pt x="1" y="388"/>
                    <a:pt x="17" y="404"/>
                    <a:pt x="17" y="404"/>
                  </a:cubicBezTo>
                  <a:lnTo>
                    <a:pt x="33" y="388"/>
                  </a:lnTo>
                  <a:cubicBezTo>
                    <a:pt x="53" y="320"/>
                    <a:pt x="53" y="267"/>
                    <a:pt x="53" y="202"/>
                  </a:cubicBezTo>
                  <a:cubicBezTo>
                    <a:pt x="53" y="134"/>
                    <a:pt x="53" y="65"/>
                    <a:pt x="69" y="17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0">
              <a:extLst>
                <a:ext uri="{FF2B5EF4-FFF2-40B4-BE49-F238E27FC236}">
                  <a16:creationId xmlns:a16="http://schemas.microsoft.com/office/drawing/2014/main" id="{63A56F75-BFC6-05DE-6F18-B8C3F1A203E8}"/>
                </a:ext>
              </a:extLst>
            </p:cNvPr>
            <p:cNvSpPr/>
            <p:nvPr/>
          </p:nvSpPr>
          <p:spPr>
            <a:xfrm>
              <a:off x="1135809" y="2664588"/>
              <a:ext cx="6555" cy="86810"/>
            </a:xfrm>
            <a:custGeom>
              <a:avLst/>
              <a:gdLst/>
              <a:ahLst/>
              <a:cxnLst/>
              <a:rect l="l" t="t" r="r" b="b"/>
              <a:pathLst>
                <a:path w="66" h="874" extrusionOk="0">
                  <a:moveTo>
                    <a:pt x="1" y="1"/>
                  </a:moveTo>
                  <a:lnTo>
                    <a:pt x="1" y="187"/>
                  </a:lnTo>
                  <a:lnTo>
                    <a:pt x="1" y="692"/>
                  </a:lnTo>
                  <a:cubicBezTo>
                    <a:pt x="1" y="756"/>
                    <a:pt x="17" y="825"/>
                    <a:pt x="33" y="873"/>
                  </a:cubicBezTo>
                  <a:lnTo>
                    <a:pt x="49" y="873"/>
                  </a:lnTo>
                  <a:cubicBezTo>
                    <a:pt x="49" y="873"/>
                    <a:pt x="66" y="873"/>
                    <a:pt x="49" y="857"/>
                  </a:cubicBezTo>
                  <a:cubicBezTo>
                    <a:pt x="33" y="809"/>
                    <a:pt x="33" y="756"/>
                    <a:pt x="33" y="692"/>
                  </a:cubicBezTo>
                  <a:lnTo>
                    <a:pt x="33" y="187"/>
                  </a:ln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0">
              <a:extLst>
                <a:ext uri="{FF2B5EF4-FFF2-40B4-BE49-F238E27FC236}">
                  <a16:creationId xmlns:a16="http://schemas.microsoft.com/office/drawing/2014/main" id="{27CEE485-ADF1-384D-6092-ED82D1710F07}"/>
                </a:ext>
              </a:extLst>
            </p:cNvPr>
            <p:cNvSpPr/>
            <p:nvPr/>
          </p:nvSpPr>
          <p:spPr>
            <a:xfrm>
              <a:off x="856607" y="1720106"/>
              <a:ext cx="355981" cy="319131"/>
            </a:xfrm>
            <a:custGeom>
              <a:avLst/>
              <a:gdLst/>
              <a:ahLst/>
              <a:cxnLst/>
              <a:rect l="l" t="t" r="r" b="b"/>
              <a:pathLst>
                <a:path w="3584" h="3213" extrusionOk="0">
                  <a:moveTo>
                    <a:pt x="3535" y="0"/>
                  </a:moveTo>
                  <a:lnTo>
                    <a:pt x="3535" y="17"/>
                  </a:lnTo>
                  <a:cubicBezTo>
                    <a:pt x="3567" y="33"/>
                    <a:pt x="3551" y="65"/>
                    <a:pt x="3551" y="101"/>
                  </a:cubicBezTo>
                  <a:lnTo>
                    <a:pt x="3551" y="118"/>
                  </a:lnTo>
                  <a:lnTo>
                    <a:pt x="3551" y="437"/>
                  </a:lnTo>
                  <a:cubicBezTo>
                    <a:pt x="3551" y="687"/>
                    <a:pt x="3551" y="958"/>
                    <a:pt x="3567" y="1212"/>
                  </a:cubicBezTo>
                  <a:cubicBezTo>
                    <a:pt x="3567" y="1293"/>
                    <a:pt x="3535" y="1330"/>
                    <a:pt x="3466" y="1362"/>
                  </a:cubicBezTo>
                  <a:cubicBezTo>
                    <a:pt x="2913" y="1665"/>
                    <a:pt x="2339" y="1968"/>
                    <a:pt x="1851" y="2222"/>
                  </a:cubicBezTo>
                  <a:cubicBezTo>
                    <a:pt x="1531" y="2388"/>
                    <a:pt x="1228" y="2558"/>
                    <a:pt x="909" y="2707"/>
                  </a:cubicBezTo>
                  <a:lnTo>
                    <a:pt x="352" y="3010"/>
                  </a:lnTo>
                  <a:cubicBezTo>
                    <a:pt x="267" y="3063"/>
                    <a:pt x="202" y="3095"/>
                    <a:pt x="118" y="3131"/>
                  </a:cubicBezTo>
                  <a:lnTo>
                    <a:pt x="17" y="3196"/>
                  </a:lnTo>
                  <a:cubicBezTo>
                    <a:pt x="0" y="3196"/>
                    <a:pt x="0" y="3196"/>
                    <a:pt x="0" y="3212"/>
                  </a:cubicBezTo>
                  <a:lnTo>
                    <a:pt x="17" y="3212"/>
                  </a:lnTo>
                  <a:lnTo>
                    <a:pt x="134" y="3164"/>
                  </a:lnTo>
                  <a:cubicBezTo>
                    <a:pt x="202" y="3111"/>
                    <a:pt x="287" y="3079"/>
                    <a:pt x="368" y="3046"/>
                  </a:cubicBezTo>
                  <a:lnTo>
                    <a:pt x="925" y="2743"/>
                  </a:lnTo>
                  <a:cubicBezTo>
                    <a:pt x="1245" y="2574"/>
                    <a:pt x="1548" y="2404"/>
                    <a:pt x="1867" y="2238"/>
                  </a:cubicBezTo>
                  <a:cubicBezTo>
                    <a:pt x="2339" y="1984"/>
                    <a:pt x="2913" y="1681"/>
                    <a:pt x="3483" y="1394"/>
                  </a:cubicBezTo>
                  <a:cubicBezTo>
                    <a:pt x="3551" y="1362"/>
                    <a:pt x="3584" y="1313"/>
                    <a:pt x="3584" y="1212"/>
                  </a:cubicBezTo>
                  <a:lnTo>
                    <a:pt x="3584" y="437"/>
                  </a:lnTo>
                  <a:lnTo>
                    <a:pt x="3584" y="118"/>
                  </a:lnTo>
                  <a:lnTo>
                    <a:pt x="3584" y="101"/>
                  </a:lnTo>
                  <a:cubicBezTo>
                    <a:pt x="3584" y="65"/>
                    <a:pt x="3584" y="33"/>
                    <a:pt x="35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0">
              <a:extLst>
                <a:ext uri="{FF2B5EF4-FFF2-40B4-BE49-F238E27FC236}">
                  <a16:creationId xmlns:a16="http://schemas.microsoft.com/office/drawing/2014/main" id="{4C34FC2C-94B5-1F75-A251-398BAB4FDB02}"/>
                </a:ext>
              </a:extLst>
            </p:cNvPr>
            <p:cNvSpPr/>
            <p:nvPr/>
          </p:nvSpPr>
          <p:spPr>
            <a:xfrm>
              <a:off x="1582077" y="3425417"/>
              <a:ext cx="6853" cy="81943"/>
            </a:xfrm>
            <a:custGeom>
              <a:avLst/>
              <a:gdLst/>
              <a:ahLst/>
              <a:cxnLst/>
              <a:rect l="l" t="t" r="r" b="b"/>
              <a:pathLst>
                <a:path w="69" h="825" extrusionOk="0">
                  <a:moveTo>
                    <a:pt x="53" y="0"/>
                  </a:moveTo>
                  <a:lnTo>
                    <a:pt x="32" y="16"/>
                  </a:lnTo>
                  <a:cubicBezTo>
                    <a:pt x="16" y="150"/>
                    <a:pt x="16" y="283"/>
                    <a:pt x="16" y="404"/>
                  </a:cubicBezTo>
                  <a:cubicBezTo>
                    <a:pt x="16" y="485"/>
                    <a:pt x="32" y="570"/>
                    <a:pt x="16" y="655"/>
                  </a:cubicBezTo>
                  <a:lnTo>
                    <a:pt x="16" y="707"/>
                  </a:lnTo>
                  <a:cubicBezTo>
                    <a:pt x="32" y="739"/>
                    <a:pt x="32" y="772"/>
                    <a:pt x="16" y="788"/>
                  </a:cubicBezTo>
                  <a:cubicBezTo>
                    <a:pt x="0" y="808"/>
                    <a:pt x="16" y="808"/>
                    <a:pt x="16" y="808"/>
                  </a:cubicBezTo>
                  <a:lnTo>
                    <a:pt x="16" y="824"/>
                  </a:lnTo>
                  <a:lnTo>
                    <a:pt x="32" y="808"/>
                  </a:lnTo>
                  <a:cubicBezTo>
                    <a:pt x="53" y="772"/>
                    <a:pt x="53" y="739"/>
                    <a:pt x="53" y="707"/>
                  </a:cubicBezTo>
                  <a:lnTo>
                    <a:pt x="53" y="655"/>
                  </a:lnTo>
                  <a:lnTo>
                    <a:pt x="53" y="404"/>
                  </a:lnTo>
                  <a:cubicBezTo>
                    <a:pt x="53" y="283"/>
                    <a:pt x="53" y="150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0">
              <a:extLst>
                <a:ext uri="{FF2B5EF4-FFF2-40B4-BE49-F238E27FC236}">
                  <a16:creationId xmlns:a16="http://schemas.microsoft.com/office/drawing/2014/main" id="{6E3527E0-27D0-CA12-C8A0-43CDBE7D313D}"/>
                </a:ext>
              </a:extLst>
            </p:cNvPr>
            <p:cNvSpPr/>
            <p:nvPr/>
          </p:nvSpPr>
          <p:spPr>
            <a:xfrm>
              <a:off x="672458" y="2958689"/>
              <a:ext cx="147299" cy="152166"/>
            </a:xfrm>
            <a:custGeom>
              <a:avLst/>
              <a:gdLst/>
              <a:ahLst/>
              <a:cxnLst/>
              <a:rect l="l" t="t" r="r" b="b"/>
              <a:pathLst>
                <a:path w="1483" h="1532" extrusionOk="0">
                  <a:moveTo>
                    <a:pt x="1450" y="1"/>
                  </a:moveTo>
                  <a:lnTo>
                    <a:pt x="1434" y="17"/>
                  </a:lnTo>
                  <a:cubicBezTo>
                    <a:pt x="1467" y="203"/>
                    <a:pt x="1450" y="389"/>
                    <a:pt x="1450" y="575"/>
                  </a:cubicBezTo>
                  <a:lnTo>
                    <a:pt x="1450" y="910"/>
                  </a:lnTo>
                  <a:cubicBezTo>
                    <a:pt x="1450" y="962"/>
                    <a:pt x="1414" y="979"/>
                    <a:pt x="1366" y="995"/>
                  </a:cubicBezTo>
                  <a:lnTo>
                    <a:pt x="1349" y="995"/>
                  </a:lnTo>
                  <a:cubicBezTo>
                    <a:pt x="978" y="1144"/>
                    <a:pt x="606" y="1282"/>
                    <a:pt x="271" y="1431"/>
                  </a:cubicBezTo>
                  <a:cubicBezTo>
                    <a:pt x="255" y="1431"/>
                    <a:pt x="238" y="1447"/>
                    <a:pt x="222" y="1447"/>
                  </a:cubicBezTo>
                  <a:cubicBezTo>
                    <a:pt x="166" y="1477"/>
                    <a:pt x="110" y="1504"/>
                    <a:pt x="56" y="1504"/>
                  </a:cubicBezTo>
                  <a:cubicBezTo>
                    <a:pt x="44" y="1504"/>
                    <a:pt x="32" y="1503"/>
                    <a:pt x="20" y="1500"/>
                  </a:cubicBezTo>
                  <a:cubicBezTo>
                    <a:pt x="20" y="1500"/>
                    <a:pt x="0" y="1500"/>
                    <a:pt x="0" y="1516"/>
                  </a:cubicBezTo>
                  <a:lnTo>
                    <a:pt x="20" y="1532"/>
                  </a:lnTo>
                  <a:lnTo>
                    <a:pt x="37" y="1532"/>
                  </a:lnTo>
                  <a:cubicBezTo>
                    <a:pt x="121" y="1532"/>
                    <a:pt x="170" y="1500"/>
                    <a:pt x="238" y="1467"/>
                  </a:cubicBezTo>
                  <a:cubicBezTo>
                    <a:pt x="255" y="1467"/>
                    <a:pt x="271" y="1467"/>
                    <a:pt x="287" y="1447"/>
                  </a:cubicBezTo>
                  <a:cubicBezTo>
                    <a:pt x="626" y="1314"/>
                    <a:pt x="994" y="1164"/>
                    <a:pt x="1366" y="1027"/>
                  </a:cubicBezTo>
                  <a:lnTo>
                    <a:pt x="1382" y="1011"/>
                  </a:lnTo>
                  <a:cubicBezTo>
                    <a:pt x="1414" y="1011"/>
                    <a:pt x="1483" y="979"/>
                    <a:pt x="1483" y="910"/>
                  </a:cubicBezTo>
                  <a:lnTo>
                    <a:pt x="1483" y="575"/>
                  </a:lnTo>
                  <a:cubicBezTo>
                    <a:pt x="1483" y="389"/>
                    <a:pt x="1483" y="203"/>
                    <a:pt x="1467" y="17"/>
                  </a:cubicBezTo>
                  <a:cubicBezTo>
                    <a:pt x="1467" y="1"/>
                    <a:pt x="1467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0">
              <a:extLst>
                <a:ext uri="{FF2B5EF4-FFF2-40B4-BE49-F238E27FC236}">
                  <a16:creationId xmlns:a16="http://schemas.microsoft.com/office/drawing/2014/main" id="{AE64F2FC-182D-6700-EC0C-08EC1DED3AC1}"/>
                </a:ext>
              </a:extLst>
            </p:cNvPr>
            <p:cNvSpPr/>
            <p:nvPr/>
          </p:nvSpPr>
          <p:spPr>
            <a:xfrm>
              <a:off x="1740897" y="2305131"/>
              <a:ext cx="169051" cy="347935"/>
            </a:xfrm>
            <a:custGeom>
              <a:avLst/>
              <a:gdLst/>
              <a:ahLst/>
              <a:cxnLst/>
              <a:rect l="l" t="t" r="r" b="b"/>
              <a:pathLst>
                <a:path w="1702" h="3503" extrusionOk="0">
                  <a:moveTo>
                    <a:pt x="69" y="0"/>
                  </a:moveTo>
                  <a:cubicBezTo>
                    <a:pt x="49" y="0"/>
                    <a:pt x="49" y="0"/>
                    <a:pt x="49" y="16"/>
                  </a:cubicBezTo>
                  <a:cubicBezTo>
                    <a:pt x="1" y="117"/>
                    <a:pt x="17" y="218"/>
                    <a:pt x="102" y="303"/>
                  </a:cubicBezTo>
                  <a:cubicBezTo>
                    <a:pt x="187" y="404"/>
                    <a:pt x="251" y="505"/>
                    <a:pt x="320" y="622"/>
                  </a:cubicBezTo>
                  <a:cubicBezTo>
                    <a:pt x="352" y="675"/>
                    <a:pt x="389" y="723"/>
                    <a:pt x="421" y="776"/>
                  </a:cubicBezTo>
                  <a:cubicBezTo>
                    <a:pt x="639" y="1079"/>
                    <a:pt x="857" y="1398"/>
                    <a:pt x="1059" y="1717"/>
                  </a:cubicBezTo>
                  <a:cubicBezTo>
                    <a:pt x="1180" y="1887"/>
                    <a:pt x="1281" y="2052"/>
                    <a:pt x="1399" y="2222"/>
                  </a:cubicBezTo>
                  <a:cubicBezTo>
                    <a:pt x="1415" y="2254"/>
                    <a:pt x="1431" y="2291"/>
                    <a:pt x="1431" y="2307"/>
                  </a:cubicBezTo>
                  <a:lnTo>
                    <a:pt x="1431" y="2541"/>
                  </a:lnTo>
                  <a:cubicBezTo>
                    <a:pt x="1447" y="2675"/>
                    <a:pt x="1447" y="2828"/>
                    <a:pt x="1415" y="2961"/>
                  </a:cubicBezTo>
                  <a:cubicBezTo>
                    <a:pt x="1399" y="3062"/>
                    <a:pt x="1463" y="3147"/>
                    <a:pt x="1516" y="3216"/>
                  </a:cubicBezTo>
                  <a:cubicBezTo>
                    <a:pt x="1600" y="3301"/>
                    <a:pt x="1633" y="3402"/>
                    <a:pt x="1665" y="3483"/>
                  </a:cubicBezTo>
                  <a:lnTo>
                    <a:pt x="1685" y="3503"/>
                  </a:lnTo>
                  <a:lnTo>
                    <a:pt x="1701" y="3483"/>
                  </a:lnTo>
                  <a:cubicBezTo>
                    <a:pt x="1665" y="3382"/>
                    <a:pt x="1633" y="3281"/>
                    <a:pt x="1548" y="3200"/>
                  </a:cubicBezTo>
                  <a:cubicBezTo>
                    <a:pt x="1483" y="3131"/>
                    <a:pt x="1431" y="3062"/>
                    <a:pt x="1447" y="2961"/>
                  </a:cubicBezTo>
                  <a:cubicBezTo>
                    <a:pt x="1463" y="2828"/>
                    <a:pt x="1463" y="2675"/>
                    <a:pt x="1463" y="2541"/>
                  </a:cubicBezTo>
                  <a:lnTo>
                    <a:pt x="1463" y="2307"/>
                  </a:lnTo>
                  <a:cubicBezTo>
                    <a:pt x="1463" y="2271"/>
                    <a:pt x="1447" y="2238"/>
                    <a:pt x="1415" y="2206"/>
                  </a:cubicBezTo>
                  <a:cubicBezTo>
                    <a:pt x="1314" y="2036"/>
                    <a:pt x="1197" y="1867"/>
                    <a:pt x="1079" y="1701"/>
                  </a:cubicBezTo>
                  <a:cubicBezTo>
                    <a:pt x="877" y="1398"/>
                    <a:pt x="655" y="1059"/>
                    <a:pt x="437" y="756"/>
                  </a:cubicBezTo>
                  <a:cubicBezTo>
                    <a:pt x="405" y="707"/>
                    <a:pt x="372" y="655"/>
                    <a:pt x="352" y="606"/>
                  </a:cubicBezTo>
                  <a:cubicBezTo>
                    <a:pt x="288" y="489"/>
                    <a:pt x="219" y="388"/>
                    <a:pt x="118" y="287"/>
                  </a:cubicBezTo>
                  <a:cubicBezTo>
                    <a:pt x="33" y="202"/>
                    <a:pt x="17" y="117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0">
              <a:extLst>
                <a:ext uri="{FF2B5EF4-FFF2-40B4-BE49-F238E27FC236}">
                  <a16:creationId xmlns:a16="http://schemas.microsoft.com/office/drawing/2014/main" id="{4E2AC749-08ED-5764-1CFB-3374490C48DE}"/>
                </a:ext>
              </a:extLst>
            </p:cNvPr>
            <p:cNvSpPr/>
            <p:nvPr/>
          </p:nvSpPr>
          <p:spPr>
            <a:xfrm>
              <a:off x="1087339" y="1999011"/>
              <a:ext cx="4867" cy="95551"/>
            </a:xfrm>
            <a:custGeom>
              <a:avLst/>
              <a:gdLst/>
              <a:ahLst/>
              <a:cxnLst/>
              <a:rect l="l" t="t" r="r" b="b"/>
              <a:pathLst>
                <a:path w="49" h="962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37"/>
                    <a:pt x="16" y="255"/>
                    <a:pt x="0" y="372"/>
                  </a:cubicBezTo>
                  <a:lnTo>
                    <a:pt x="0" y="590"/>
                  </a:lnTo>
                  <a:cubicBezTo>
                    <a:pt x="16" y="626"/>
                    <a:pt x="0" y="675"/>
                    <a:pt x="0" y="707"/>
                  </a:cubicBezTo>
                  <a:cubicBezTo>
                    <a:pt x="0" y="792"/>
                    <a:pt x="0" y="877"/>
                    <a:pt x="16" y="961"/>
                  </a:cubicBezTo>
                  <a:lnTo>
                    <a:pt x="32" y="961"/>
                  </a:lnTo>
                  <a:cubicBezTo>
                    <a:pt x="49" y="961"/>
                    <a:pt x="49" y="961"/>
                    <a:pt x="49" y="945"/>
                  </a:cubicBezTo>
                  <a:cubicBezTo>
                    <a:pt x="32" y="877"/>
                    <a:pt x="32" y="792"/>
                    <a:pt x="32" y="707"/>
                  </a:cubicBezTo>
                  <a:lnTo>
                    <a:pt x="32" y="590"/>
                  </a:lnTo>
                  <a:lnTo>
                    <a:pt x="32" y="372"/>
                  </a:lnTo>
                  <a:cubicBezTo>
                    <a:pt x="32" y="255"/>
                    <a:pt x="32" y="137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0">
              <a:extLst>
                <a:ext uri="{FF2B5EF4-FFF2-40B4-BE49-F238E27FC236}">
                  <a16:creationId xmlns:a16="http://schemas.microsoft.com/office/drawing/2014/main" id="{5A468E74-1BBA-AD15-512E-E86EBA3268DA}"/>
                </a:ext>
              </a:extLst>
            </p:cNvPr>
            <p:cNvSpPr/>
            <p:nvPr/>
          </p:nvSpPr>
          <p:spPr>
            <a:xfrm>
              <a:off x="669181" y="3099135"/>
              <a:ext cx="153854" cy="175905"/>
            </a:xfrm>
            <a:custGeom>
              <a:avLst/>
              <a:gdLst/>
              <a:ahLst/>
              <a:cxnLst/>
              <a:rect l="l" t="t" r="r" b="b"/>
              <a:pathLst>
                <a:path w="1549" h="1771" extrusionOk="0">
                  <a:moveTo>
                    <a:pt x="1483" y="33"/>
                  </a:moveTo>
                  <a:cubicBezTo>
                    <a:pt x="1500" y="102"/>
                    <a:pt x="1500" y="187"/>
                    <a:pt x="1500" y="272"/>
                  </a:cubicBezTo>
                  <a:lnTo>
                    <a:pt x="1500" y="405"/>
                  </a:lnTo>
                  <a:lnTo>
                    <a:pt x="1500" y="675"/>
                  </a:lnTo>
                  <a:cubicBezTo>
                    <a:pt x="1500" y="793"/>
                    <a:pt x="1500" y="926"/>
                    <a:pt x="1516" y="1043"/>
                  </a:cubicBezTo>
                  <a:cubicBezTo>
                    <a:pt x="1532" y="1164"/>
                    <a:pt x="1500" y="1213"/>
                    <a:pt x="1382" y="1245"/>
                  </a:cubicBezTo>
                  <a:cubicBezTo>
                    <a:pt x="1265" y="1281"/>
                    <a:pt x="1144" y="1330"/>
                    <a:pt x="1027" y="1366"/>
                  </a:cubicBezTo>
                  <a:cubicBezTo>
                    <a:pt x="926" y="1415"/>
                    <a:pt x="825" y="1447"/>
                    <a:pt x="724" y="1483"/>
                  </a:cubicBezTo>
                  <a:cubicBezTo>
                    <a:pt x="639" y="1500"/>
                    <a:pt x="558" y="1532"/>
                    <a:pt x="490" y="1568"/>
                  </a:cubicBezTo>
                  <a:cubicBezTo>
                    <a:pt x="336" y="1617"/>
                    <a:pt x="203" y="1685"/>
                    <a:pt x="53" y="1718"/>
                  </a:cubicBezTo>
                  <a:cubicBezTo>
                    <a:pt x="53" y="1685"/>
                    <a:pt x="33" y="1669"/>
                    <a:pt x="33" y="1633"/>
                  </a:cubicBezTo>
                  <a:cubicBezTo>
                    <a:pt x="33" y="1617"/>
                    <a:pt x="17" y="1601"/>
                    <a:pt x="17" y="1568"/>
                  </a:cubicBezTo>
                  <a:cubicBezTo>
                    <a:pt x="33" y="1245"/>
                    <a:pt x="33" y="978"/>
                    <a:pt x="17" y="708"/>
                  </a:cubicBezTo>
                  <a:cubicBezTo>
                    <a:pt x="17" y="607"/>
                    <a:pt x="53" y="558"/>
                    <a:pt x="154" y="522"/>
                  </a:cubicBezTo>
                  <a:cubicBezTo>
                    <a:pt x="490" y="405"/>
                    <a:pt x="825" y="272"/>
                    <a:pt x="1164" y="154"/>
                  </a:cubicBezTo>
                  <a:lnTo>
                    <a:pt x="1483" y="33"/>
                  </a:lnTo>
                  <a:close/>
                  <a:moveTo>
                    <a:pt x="1483" y="1"/>
                  </a:moveTo>
                  <a:lnTo>
                    <a:pt x="1144" y="118"/>
                  </a:lnTo>
                  <a:cubicBezTo>
                    <a:pt x="809" y="255"/>
                    <a:pt x="473" y="372"/>
                    <a:pt x="134" y="490"/>
                  </a:cubicBezTo>
                  <a:cubicBezTo>
                    <a:pt x="33" y="538"/>
                    <a:pt x="1" y="591"/>
                    <a:pt x="1" y="708"/>
                  </a:cubicBezTo>
                  <a:lnTo>
                    <a:pt x="1" y="1568"/>
                  </a:lnTo>
                  <a:lnTo>
                    <a:pt x="1" y="1649"/>
                  </a:lnTo>
                  <a:cubicBezTo>
                    <a:pt x="17" y="1685"/>
                    <a:pt x="33" y="1718"/>
                    <a:pt x="1" y="1750"/>
                  </a:cubicBezTo>
                  <a:lnTo>
                    <a:pt x="1" y="1770"/>
                  </a:lnTo>
                  <a:lnTo>
                    <a:pt x="17" y="1770"/>
                  </a:lnTo>
                  <a:cubicBezTo>
                    <a:pt x="33" y="1750"/>
                    <a:pt x="33" y="1734"/>
                    <a:pt x="33" y="1734"/>
                  </a:cubicBezTo>
                  <a:lnTo>
                    <a:pt x="53" y="1734"/>
                  </a:lnTo>
                  <a:cubicBezTo>
                    <a:pt x="203" y="1702"/>
                    <a:pt x="356" y="1649"/>
                    <a:pt x="490" y="1601"/>
                  </a:cubicBezTo>
                  <a:cubicBezTo>
                    <a:pt x="574" y="1568"/>
                    <a:pt x="659" y="1532"/>
                    <a:pt x="724" y="1500"/>
                  </a:cubicBezTo>
                  <a:cubicBezTo>
                    <a:pt x="825" y="1467"/>
                    <a:pt x="926" y="1431"/>
                    <a:pt x="1027" y="1399"/>
                  </a:cubicBezTo>
                  <a:cubicBezTo>
                    <a:pt x="1144" y="1346"/>
                    <a:pt x="1281" y="1298"/>
                    <a:pt x="1399" y="1265"/>
                  </a:cubicBezTo>
                  <a:cubicBezTo>
                    <a:pt x="1516" y="1229"/>
                    <a:pt x="1548" y="1164"/>
                    <a:pt x="1532" y="1043"/>
                  </a:cubicBezTo>
                  <a:cubicBezTo>
                    <a:pt x="1516" y="926"/>
                    <a:pt x="1516" y="793"/>
                    <a:pt x="1532" y="675"/>
                  </a:cubicBezTo>
                  <a:lnTo>
                    <a:pt x="1532" y="405"/>
                  </a:lnTo>
                  <a:cubicBezTo>
                    <a:pt x="1516" y="356"/>
                    <a:pt x="1516" y="320"/>
                    <a:pt x="1532" y="272"/>
                  </a:cubicBezTo>
                  <a:cubicBezTo>
                    <a:pt x="1532" y="187"/>
                    <a:pt x="1532" y="102"/>
                    <a:pt x="1500" y="17"/>
                  </a:cubicBezTo>
                  <a:lnTo>
                    <a:pt x="15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0">
              <a:extLst>
                <a:ext uri="{FF2B5EF4-FFF2-40B4-BE49-F238E27FC236}">
                  <a16:creationId xmlns:a16="http://schemas.microsoft.com/office/drawing/2014/main" id="{19DB10D2-0E26-E690-B362-5AC000172E61}"/>
                </a:ext>
              </a:extLst>
            </p:cNvPr>
            <p:cNvSpPr/>
            <p:nvPr/>
          </p:nvSpPr>
          <p:spPr>
            <a:xfrm>
              <a:off x="2165412" y="2696372"/>
              <a:ext cx="5364" cy="40127"/>
            </a:xfrm>
            <a:custGeom>
              <a:avLst/>
              <a:gdLst/>
              <a:ahLst/>
              <a:cxnLst/>
              <a:rect l="l" t="t" r="r" b="b"/>
              <a:pathLst>
                <a:path w="54" h="404" extrusionOk="0">
                  <a:moveTo>
                    <a:pt x="37" y="0"/>
                  </a:moveTo>
                  <a:cubicBezTo>
                    <a:pt x="1" y="85"/>
                    <a:pt x="17" y="170"/>
                    <a:pt x="17" y="250"/>
                  </a:cubicBezTo>
                  <a:lnTo>
                    <a:pt x="17" y="388"/>
                  </a:lnTo>
                  <a:lnTo>
                    <a:pt x="17" y="404"/>
                  </a:lnTo>
                  <a:cubicBezTo>
                    <a:pt x="37" y="404"/>
                    <a:pt x="37" y="388"/>
                    <a:pt x="37" y="388"/>
                  </a:cubicBezTo>
                  <a:lnTo>
                    <a:pt x="37" y="250"/>
                  </a:lnTo>
                  <a:cubicBezTo>
                    <a:pt x="37" y="170"/>
                    <a:pt x="37" y="85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0">
              <a:extLst>
                <a:ext uri="{FF2B5EF4-FFF2-40B4-BE49-F238E27FC236}">
                  <a16:creationId xmlns:a16="http://schemas.microsoft.com/office/drawing/2014/main" id="{242F07F6-4ED8-18FC-67EC-A453AFAAB470}"/>
                </a:ext>
              </a:extLst>
            </p:cNvPr>
            <p:cNvSpPr/>
            <p:nvPr/>
          </p:nvSpPr>
          <p:spPr>
            <a:xfrm>
              <a:off x="1970040" y="2958689"/>
              <a:ext cx="4867" cy="43504"/>
            </a:xfrm>
            <a:custGeom>
              <a:avLst/>
              <a:gdLst/>
              <a:ahLst/>
              <a:cxnLst/>
              <a:rect l="l" t="t" r="r" b="b"/>
              <a:pathLst>
                <a:path w="49" h="438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0" y="86"/>
                    <a:pt x="0" y="154"/>
                    <a:pt x="17" y="219"/>
                  </a:cubicBezTo>
                  <a:cubicBezTo>
                    <a:pt x="17" y="288"/>
                    <a:pt x="17" y="356"/>
                    <a:pt x="0" y="421"/>
                  </a:cubicBezTo>
                  <a:lnTo>
                    <a:pt x="0" y="437"/>
                  </a:lnTo>
                  <a:lnTo>
                    <a:pt x="17" y="437"/>
                  </a:lnTo>
                  <a:lnTo>
                    <a:pt x="17" y="421"/>
                  </a:lnTo>
                  <a:cubicBezTo>
                    <a:pt x="33" y="356"/>
                    <a:pt x="33" y="288"/>
                    <a:pt x="33" y="219"/>
                  </a:cubicBezTo>
                  <a:cubicBezTo>
                    <a:pt x="33" y="154"/>
                    <a:pt x="33" y="86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0">
              <a:extLst>
                <a:ext uri="{FF2B5EF4-FFF2-40B4-BE49-F238E27FC236}">
                  <a16:creationId xmlns:a16="http://schemas.microsoft.com/office/drawing/2014/main" id="{5799A1AC-8F66-DCBF-B5FE-666E826EBAEB}"/>
                </a:ext>
              </a:extLst>
            </p:cNvPr>
            <p:cNvSpPr/>
            <p:nvPr/>
          </p:nvSpPr>
          <p:spPr>
            <a:xfrm>
              <a:off x="501917" y="3193791"/>
              <a:ext cx="132500" cy="51152"/>
            </a:xfrm>
            <a:custGeom>
              <a:avLst/>
              <a:gdLst/>
              <a:ahLst/>
              <a:cxnLst/>
              <a:rect l="l" t="t" r="r" b="b"/>
              <a:pathLst>
                <a:path w="1334" h="515" extrusionOk="0">
                  <a:moveTo>
                    <a:pt x="1318" y="0"/>
                  </a:moveTo>
                  <a:cubicBezTo>
                    <a:pt x="1315" y="0"/>
                    <a:pt x="1313" y="3"/>
                    <a:pt x="1313" y="9"/>
                  </a:cubicBezTo>
                  <a:cubicBezTo>
                    <a:pt x="861" y="159"/>
                    <a:pt x="424" y="312"/>
                    <a:pt x="20" y="494"/>
                  </a:cubicBezTo>
                  <a:cubicBezTo>
                    <a:pt x="0" y="494"/>
                    <a:pt x="0" y="494"/>
                    <a:pt x="0" y="514"/>
                  </a:cubicBezTo>
                  <a:lnTo>
                    <a:pt x="20" y="514"/>
                  </a:lnTo>
                  <a:cubicBezTo>
                    <a:pt x="441" y="345"/>
                    <a:pt x="877" y="175"/>
                    <a:pt x="1333" y="25"/>
                  </a:cubicBezTo>
                  <a:lnTo>
                    <a:pt x="1333" y="9"/>
                  </a:lnTo>
                  <a:cubicBezTo>
                    <a:pt x="1333" y="9"/>
                    <a:pt x="1324" y="0"/>
                    <a:pt x="1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0">
              <a:extLst>
                <a:ext uri="{FF2B5EF4-FFF2-40B4-BE49-F238E27FC236}">
                  <a16:creationId xmlns:a16="http://schemas.microsoft.com/office/drawing/2014/main" id="{D6C08449-E422-B7BA-3A57-24215038F850}"/>
                </a:ext>
              </a:extLst>
            </p:cNvPr>
            <p:cNvSpPr/>
            <p:nvPr/>
          </p:nvSpPr>
          <p:spPr>
            <a:xfrm>
              <a:off x="1246160" y="3232826"/>
              <a:ext cx="167065" cy="172627"/>
            </a:xfrm>
            <a:custGeom>
              <a:avLst/>
              <a:gdLst/>
              <a:ahLst/>
              <a:cxnLst/>
              <a:rect l="l" t="t" r="r" b="b"/>
              <a:pathLst>
                <a:path w="1682" h="1738" extrusionOk="0">
                  <a:moveTo>
                    <a:pt x="1649" y="0"/>
                  </a:moveTo>
                  <a:cubicBezTo>
                    <a:pt x="1532" y="36"/>
                    <a:pt x="1395" y="85"/>
                    <a:pt x="1277" y="121"/>
                  </a:cubicBezTo>
                  <a:cubicBezTo>
                    <a:pt x="910" y="238"/>
                    <a:pt x="506" y="372"/>
                    <a:pt x="118" y="489"/>
                  </a:cubicBezTo>
                  <a:cubicBezTo>
                    <a:pt x="49" y="525"/>
                    <a:pt x="33" y="541"/>
                    <a:pt x="33" y="606"/>
                  </a:cubicBezTo>
                  <a:cubicBezTo>
                    <a:pt x="17" y="808"/>
                    <a:pt x="17" y="1010"/>
                    <a:pt x="17" y="1212"/>
                  </a:cubicBezTo>
                  <a:cubicBezTo>
                    <a:pt x="17" y="1349"/>
                    <a:pt x="1" y="1483"/>
                    <a:pt x="1" y="1616"/>
                  </a:cubicBezTo>
                  <a:lnTo>
                    <a:pt x="1" y="1685"/>
                  </a:lnTo>
                  <a:cubicBezTo>
                    <a:pt x="1" y="1701"/>
                    <a:pt x="17" y="1717"/>
                    <a:pt x="17" y="1717"/>
                  </a:cubicBezTo>
                  <a:lnTo>
                    <a:pt x="17" y="1737"/>
                  </a:lnTo>
                  <a:lnTo>
                    <a:pt x="66" y="1737"/>
                  </a:lnTo>
                  <a:cubicBezTo>
                    <a:pt x="118" y="1737"/>
                    <a:pt x="166" y="1717"/>
                    <a:pt x="219" y="1701"/>
                  </a:cubicBezTo>
                  <a:cubicBezTo>
                    <a:pt x="235" y="1701"/>
                    <a:pt x="251" y="1685"/>
                    <a:pt x="267" y="1685"/>
                  </a:cubicBezTo>
                  <a:cubicBezTo>
                    <a:pt x="437" y="1636"/>
                    <a:pt x="607" y="1584"/>
                    <a:pt x="756" y="1535"/>
                  </a:cubicBezTo>
                  <a:cubicBezTo>
                    <a:pt x="1011" y="1466"/>
                    <a:pt x="1277" y="1382"/>
                    <a:pt x="1532" y="1297"/>
                  </a:cubicBezTo>
                  <a:cubicBezTo>
                    <a:pt x="1564" y="1281"/>
                    <a:pt x="1580" y="1281"/>
                    <a:pt x="1617" y="1281"/>
                  </a:cubicBezTo>
                  <a:lnTo>
                    <a:pt x="1665" y="1281"/>
                  </a:lnTo>
                  <a:cubicBezTo>
                    <a:pt x="1665" y="1281"/>
                    <a:pt x="1681" y="1281"/>
                    <a:pt x="1681" y="1264"/>
                  </a:cubicBezTo>
                  <a:lnTo>
                    <a:pt x="1665" y="1248"/>
                  </a:lnTo>
                  <a:cubicBezTo>
                    <a:pt x="1649" y="1264"/>
                    <a:pt x="1633" y="1264"/>
                    <a:pt x="1617" y="1264"/>
                  </a:cubicBezTo>
                  <a:lnTo>
                    <a:pt x="1532" y="1264"/>
                  </a:lnTo>
                  <a:cubicBezTo>
                    <a:pt x="1261" y="1365"/>
                    <a:pt x="1011" y="1434"/>
                    <a:pt x="740" y="1515"/>
                  </a:cubicBezTo>
                  <a:cubicBezTo>
                    <a:pt x="587" y="1567"/>
                    <a:pt x="421" y="1600"/>
                    <a:pt x="267" y="1652"/>
                  </a:cubicBezTo>
                  <a:cubicBezTo>
                    <a:pt x="251" y="1668"/>
                    <a:pt x="235" y="1668"/>
                    <a:pt x="203" y="1685"/>
                  </a:cubicBezTo>
                  <a:cubicBezTo>
                    <a:pt x="150" y="1701"/>
                    <a:pt x="102" y="1717"/>
                    <a:pt x="33" y="1717"/>
                  </a:cubicBezTo>
                  <a:lnTo>
                    <a:pt x="33" y="1685"/>
                  </a:lnTo>
                  <a:lnTo>
                    <a:pt x="33" y="1616"/>
                  </a:lnTo>
                  <a:lnTo>
                    <a:pt x="33" y="1212"/>
                  </a:lnTo>
                  <a:cubicBezTo>
                    <a:pt x="49" y="1010"/>
                    <a:pt x="49" y="808"/>
                    <a:pt x="49" y="606"/>
                  </a:cubicBezTo>
                  <a:cubicBezTo>
                    <a:pt x="49" y="558"/>
                    <a:pt x="66" y="541"/>
                    <a:pt x="118" y="525"/>
                  </a:cubicBezTo>
                  <a:cubicBezTo>
                    <a:pt x="522" y="404"/>
                    <a:pt x="910" y="271"/>
                    <a:pt x="1294" y="137"/>
                  </a:cubicBezTo>
                  <a:cubicBezTo>
                    <a:pt x="1415" y="101"/>
                    <a:pt x="1532" y="69"/>
                    <a:pt x="1649" y="20"/>
                  </a:cubicBezTo>
                  <a:cubicBezTo>
                    <a:pt x="1665" y="20"/>
                    <a:pt x="1665" y="20"/>
                    <a:pt x="16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0">
              <a:extLst>
                <a:ext uri="{FF2B5EF4-FFF2-40B4-BE49-F238E27FC236}">
                  <a16:creationId xmlns:a16="http://schemas.microsoft.com/office/drawing/2014/main" id="{EA7F9066-0E72-2C8F-2392-37B1F59FF34A}"/>
                </a:ext>
              </a:extLst>
            </p:cNvPr>
            <p:cNvSpPr/>
            <p:nvPr/>
          </p:nvSpPr>
          <p:spPr>
            <a:xfrm>
              <a:off x="1287876" y="260082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57"/>
                  </a:cubicBezTo>
                  <a:lnTo>
                    <a:pt x="17" y="728"/>
                  </a:lnTo>
                  <a:lnTo>
                    <a:pt x="17" y="776"/>
                  </a:lnTo>
                  <a:cubicBezTo>
                    <a:pt x="17" y="809"/>
                    <a:pt x="17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9"/>
                    <a:pt x="33" y="776"/>
                  </a:cubicBezTo>
                  <a:lnTo>
                    <a:pt x="33" y="728"/>
                  </a:lnTo>
                  <a:lnTo>
                    <a:pt x="33" y="457"/>
                  </a:lnTo>
                  <a:cubicBezTo>
                    <a:pt x="33" y="304"/>
                    <a:pt x="49" y="154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0">
              <a:extLst>
                <a:ext uri="{FF2B5EF4-FFF2-40B4-BE49-F238E27FC236}">
                  <a16:creationId xmlns:a16="http://schemas.microsoft.com/office/drawing/2014/main" id="{6DE22900-7069-165E-25B8-F3023A642134}"/>
                </a:ext>
              </a:extLst>
            </p:cNvPr>
            <p:cNvSpPr/>
            <p:nvPr/>
          </p:nvSpPr>
          <p:spPr>
            <a:xfrm>
              <a:off x="2070358" y="2246529"/>
              <a:ext cx="116806" cy="302643"/>
            </a:xfrm>
            <a:custGeom>
              <a:avLst/>
              <a:gdLst/>
              <a:ahLst/>
              <a:cxnLst/>
              <a:rect l="l" t="t" r="r" b="b"/>
              <a:pathLst>
                <a:path w="1176" h="3047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102"/>
                    <a:pt x="118" y="203"/>
                    <a:pt x="166" y="320"/>
                  </a:cubicBezTo>
                  <a:cubicBezTo>
                    <a:pt x="202" y="372"/>
                    <a:pt x="235" y="437"/>
                    <a:pt x="267" y="489"/>
                  </a:cubicBezTo>
                  <a:cubicBezTo>
                    <a:pt x="303" y="522"/>
                    <a:pt x="319" y="558"/>
                    <a:pt x="336" y="590"/>
                  </a:cubicBezTo>
                  <a:cubicBezTo>
                    <a:pt x="388" y="675"/>
                    <a:pt x="420" y="740"/>
                    <a:pt x="453" y="825"/>
                  </a:cubicBezTo>
                  <a:cubicBezTo>
                    <a:pt x="622" y="1144"/>
                    <a:pt x="808" y="1467"/>
                    <a:pt x="1010" y="1770"/>
                  </a:cubicBezTo>
                  <a:cubicBezTo>
                    <a:pt x="1160" y="1988"/>
                    <a:pt x="1144" y="2206"/>
                    <a:pt x="1127" y="2440"/>
                  </a:cubicBezTo>
                  <a:cubicBezTo>
                    <a:pt x="1127" y="2509"/>
                    <a:pt x="1111" y="2558"/>
                    <a:pt x="1111" y="2626"/>
                  </a:cubicBezTo>
                  <a:cubicBezTo>
                    <a:pt x="1111" y="2659"/>
                    <a:pt x="1111" y="2711"/>
                    <a:pt x="1127" y="2760"/>
                  </a:cubicBezTo>
                  <a:cubicBezTo>
                    <a:pt x="1144" y="2844"/>
                    <a:pt x="1144" y="2929"/>
                    <a:pt x="1111" y="3030"/>
                  </a:cubicBezTo>
                  <a:lnTo>
                    <a:pt x="1111" y="3046"/>
                  </a:lnTo>
                  <a:lnTo>
                    <a:pt x="1127" y="3046"/>
                  </a:lnTo>
                  <a:lnTo>
                    <a:pt x="1127" y="3030"/>
                  </a:lnTo>
                  <a:cubicBezTo>
                    <a:pt x="1176" y="2945"/>
                    <a:pt x="1160" y="2844"/>
                    <a:pt x="1144" y="2743"/>
                  </a:cubicBezTo>
                  <a:lnTo>
                    <a:pt x="1144" y="2626"/>
                  </a:lnTo>
                  <a:lnTo>
                    <a:pt x="1144" y="2457"/>
                  </a:lnTo>
                  <a:cubicBezTo>
                    <a:pt x="1160" y="2222"/>
                    <a:pt x="1176" y="1988"/>
                    <a:pt x="1026" y="1750"/>
                  </a:cubicBezTo>
                  <a:cubicBezTo>
                    <a:pt x="824" y="1447"/>
                    <a:pt x="655" y="1128"/>
                    <a:pt x="489" y="808"/>
                  </a:cubicBezTo>
                  <a:cubicBezTo>
                    <a:pt x="437" y="740"/>
                    <a:pt x="404" y="659"/>
                    <a:pt x="368" y="590"/>
                  </a:cubicBezTo>
                  <a:cubicBezTo>
                    <a:pt x="336" y="538"/>
                    <a:pt x="319" y="505"/>
                    <a:pt x="287" y="473"/>
                  </a:cubicBezTo>
                  <a:cubicBezTo>
                    <a:pt x="251" y="421"/>
                    <a:pt x="218" y="372"/>
                    <a:pt x="202" y="304"/>
                  </a:cubicBezTo>
                  <a:cubicBezTo>
                    <a:pt x="150" y="186"/>
                    <a:pt x="101" y="85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0">
              <a:extLst>
                <a:ext uri="{FF2B5EF4-FFF2-40B4-BE49-F238E27FC236}">
                  <a16:creationId xmlns:a16="http://schemas.microsoft.com/office/drawing/2014/main" id="{C97C5C92-39FF-E186-4203-E0FB7EE9C3DB}"/>
                </a:ext>
              </a:extLst>
            </p:cNvPr>
            <p:cNvSpPr/>
            <p:nvPr/>
          </p:nvSpPr>
          <p:spPr>
            <a:xfrm>
              <a:off x="744668" y="363082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0"/>
                  </a:moveTo>
                  <a:lnTo>
                    <a:pt x="0" y="17"/>
                  </a:lnTo>
                  <a:cubicBezTo>
                    <a:pt x="33" y="186"/>
                    <a:pt x="33" y="336"/>
                    <a:pt x="33" y="505"/>
                  </a:cubicBezTo>
                  <a:cubicBezTo>
                    <a:pt x="16" y="558"/>
                    <a:pt x="16" y="590"/>
                    <a:pt x="16" y="639"/>
                  </a:cubicBezTo>
                  <a:lnTo>
                    <a:pt x="16" y="707"/>
                  </a:lnTo>
                  <a:lnTo>
                    <a:pt x="16" y="1026"/>
                  </a:lnTo>
                  <a:lnTo>
                    <a:pt x="33" y="1026"/>
                  </a:lnTo>
                  <a:cubicBezTo>
                    <a:pt x="49" y="1026"/>
                    <a:pt x="49" y="1026"/>
                    <a:pt x="49" y="1010"/>
                  </a:cubicBezTo>
                  <a:cubicBezTo>
                    <a:pt x="33" y="909"/>
                    <a:pt x="33" y="808"/>
                    <a:pt x="49" y="707"/>
                  </a:cubicBezTo>
                  <a:lnTo>
                    <a:pt x="49" y="639"/>
                  </a:lnTo>
                  <a:lnTo>
                    <a:pt x="49" y="505"/>
                  </a:lnTo>
                  <a:cubicBezTo>
                    <a:pt x="65" y="336"/>
                    <a:pt x="65" y="17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0">
              <a:extLst>
                <a:ext uri="{FF2B5EF4-FFF2-40B4-BE49-F238E27FC236}">
                  <a16:creationId xmlns:a16="http://schemas.microsoft.com/office/drawing/2014/main" id="{0646730C-7B80-5B88-0552-0F91534CBA07}"/>
                </a:ext>
              </a:extLst>
            </p:cNvPr>
            <p:cNvSpPr/>
            <p:nvPr/>
          </p:nvSpPr>
          <p:spPr>
            <a:xfrm>
              <a:off x="1183982" y="2811490"/>
              <a:ext cx="5364" cy="95551"/>
            </a:xfrm>
            <a:custGeom>
              <a:avLst/>
              <a:gdLst/>
              <a:ahLst/>
              <a:cxnLst/>
              <a:rect l="l" t="t" r="r" b="b"/>
              <a:pathLst>
                <a:path w="54" h="962" extrusionOk="0">
                  <a:moveTo>
                    <a:pt x="21" y="0"/>
                  </a:moveTo>
                  <a:cubicBezTo>
                    <a:pt x="21" y="0"/>
                    <a:pt x="1" y="0"/>
                    <a:pt x="1" y="21"/>
                  </a:cubicBezTo>
                  <a:lnTo>
                    <a:pt x="1" y="223"/>
                  </a:lnTo>
                  <a:lnTo>
                    <a:pt x="1" y="792"/>
                  </a:lnTo>
                  <a:lnTo>
                    <a:pt x="1" y="808"/>
                  </a:lnTo>
                  <a:cubicBezTo>
                    <a:pt x="1" y="861"/>
                    <a:pt x="1" y="909"/>
                    <a:pt x="37" y="946"/>
                  </a:cubicBezTo>
                  <a:lnTo>
                    <a:pt x="53" y="962"/>
                  </a:lnTo>
                  <a:lnTo>
                    <a:pt x="53" y="946"/>
                  </a:lnTo>
                  <a:cubicBezTo>
                    <a:pt x="37" y="893"/>
                    <a:pt x="37" y="845"/>
                    <a:pt x="37" y="808"/>
                  </a:cubicBezTo>
                  <a:lnTo>
                    <a:pt x="37" y="792"/>
                  </a:lnTo>
                  <a:lnTo>
                    <a:pt x="37" y="223"/>
                  </a:lnTo>
                  <a:lnTo>
                    <a:pt x="37" y="21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0">
              <a:extLst>
                <a:ext uri="{FF2B5EF4-FFF2-40B4-BE49-F238E27FC236}">
                  <a16:creationId xmlns:a16="http://schemas.microsoft.com/office/drawing/2014/main" id="{471579E6-A1CD-1525-C788-6F93A59A666B}"/>
                </a:ext>
              </a:extLst>
            </p:cNvPr>
            <p:cNvSpPr/>
            <p:nvPr/>
          </p:nvSpPr>
          <p:spPr>
            <a:xfrm>
              <a:off x="1792646" y="1935542"/>
              <a:ext cx="5364" cy="41816"/>
            </a:xfrm>
            <a:custGeom>
              <a:avLst/>
              <a:gdLst/>
              <a:ahLst/>
              <a:cxnLst/>
              <a:rect l="l" t="t" r="r" b="b"/>
              <a:pathLst>
                <a:path w="54" h="421" extrusionOk="0">
                  <a:moveTo>
                    <a:pt x="33" y="1"/>
                  </a:moveTo>
                  <a:cubicBezTo>
                    <a:pt x="33" y="1"/>
                    <a:pt x="33" y="17"/>
                    <a:pt x="17" y="17"/>
                  </a:cubicBezTo>
                  <a:cubicBezTo>
                    <a:pt x="1" y="86"/>
                    <a:pt x="1" y="154"/>
                    <a:pt x="17" y="219"/>
                  </a:cubicBezTo>
                  <a:cubicBezTo>
                    <a:pt x="17" y="271"/>
                    <a:pt x="17" y="336"/>
                    <a:pt x="1" y="389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53" y="336"/>
                    <a:pt x="33" y="271"/>
                    <a:pt x="33" y="203"/>
                  </a:cubicBezTo>
                  <a:cubicBezTo>
                    <a:pt x="33" y="154"/>
                    <a:pt x="33" y="86"/>
                    <a:pt x="5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0">
              <a:extLst>
                <a:ext uri="{FF2B5EF4-FFF2-40B4-BE49-F238E27FC236}">
                  <a16:creationId xmlns:a16="http://schemas.microsoft.com/office/drawing/2014/main" id="{A1EC4696-94BD-C208-8A16-AB19708C80FD}"/>
                </a:ext>
              </a:extLst>
            </p:cNvPr>
            <p:cNvSpPr/>
            <p:nvPr/>
          </p:nvSpPr>
          <p:spPr>
            <a:xfrm>
              <a:off x="852932" y="3477166"/>
              <a:ext cx="353200" cy="223978"/>
            </a:xfrm>
            <a:custGeom>
              <a:avLst/>
              <a:gdLst/>
              <a:ahLst/>
              <a:cxnLst/>
              <a:rect l="l" t="t" r="r" b="b"/>
              <a:pathLst>
                <a:path w="3556" h="2255" extrusionOk="0">
                  <a:moveTo>
                    <a:pt x="3536" y="0"/>
                  </a:moveTo>
                  <a:cubicBezTo>
                    <a:pt x="3536" y="0"/>
                    <a:pt x="3520" y="0"/>
                    <a:pt x="3520" y="16"/>
                  </a:cubicBezTo>
                  <a:lnTo>
                    <a:pt x="3520" y="287"/>
                  </a:lnTo>
                  <a:lnTo>
                    <a:pt x="3520" y="1095"/>
                  </a:lnTo>
                  <a:cubicBezTo>
                    <a:pt x="3520" y="1160"/>
                    <a:pt x="3520" y="1176"/>
                    <a:pt x="3435" y="1212"/>
                  </a:cubicBezTo>
                  <a:cubicBezTo>
                    <a:pt x="3152" y="1297"/>
                    <a:pt x="2849" y="1378"/>
                    <a:pt x="2562" y="1479"/>
                  </a:cubicBezTo>
                  <a:cubicBezTo>
                    <a:pt x="2376" y="1531"/>
                    <a:pt x="2190" y="1580"/>
                    <a:pt x="1989" y="1648"/>
                  </a:cubicBezTo>
                  <a:lnTo>
                    <a:pt x="1972" y="1648"/>
                  </a:lnTo>
                  <a:cubicBezTo>
                    <a:pt x="1435" y="1818"/>
                    <a:pt x="878" y="1984"/>
                    <a:pt x="324" y="2137"/>
                  </a:cubicBezTo>
                  <a:cubicBezTo>
                    <a:pt x="288" y="2153"/>
                    <a:pt x="255" y="2170"/>
                    <a:pt x="223" y="2186"/>
                  </a:cubicBezTo>
                  <a:cubicBezTo>
                    <a:pt x="167" y="2202"/>
                    <a:pt x="112" y="2226"/>
                    <a:pt x="58" y="2226"/>
                  </a:cubicBezTo>
                  <a:cubicBezTo>
                    <a:pt x="46" y="2226"/>
                    <a:pt x="33" y="2225"/>
                    <a:pt x="21" y="2222"/>
                  </a:cubicBezTo>
                  <a:cubicBezTo>
                    <a:pt x="1" y="2222"/>
                    <a:pt x="1" y="2238"/>
                    <a:pt x="1" y="2238"/>
                  </a:cubicBezTo>
                  <a:cubicBezTo>
                    <a:pt x="1" y="2254"/>
                    <a:pt x="1" y="2254"/>
                    <a:pt x="21" y="2254"/>
                  </a:cubicBezTo>
                  <a:lnTo>
                    <a:pt x="37" y="2254"/>
                  </a:lnTo>
                  <a:cubicBezTo>
                    <a:pt x="102" y="2254"/>
                    <a:pt x="171" y="2222"/>
                    <a:pt x="239" y="2206"/>
                  </a:cubicBezTo>
                  <a:cubicBezTo>
                    <a:pt x="255" y="2186"/>
                    <a:pt x="288" y="2170"/>
                    <a:pt x="324" y="2170"/>
                  </a:cubicBezTo>
                  <a:cubicBezTo>
                    <a:pt x="878" y="2020"/>
                    <a:pt x="1435" y="1850"/>
                    <a:pt x="1972" y="1681"/>
                  </a:cubicBezTo>
                  <a:lnTo>
                    <a:pt x="2005" y="1665"/>
                  </a:lnTo>
                  <a:cubicBezTo>
                    <a:pt x="2190" y="1616"/>
                    <a:pt x="2376" y="1564"/>
                    <a:pt x="2562" y="1499"/>
                  </a:cubicBezTo>
                  <a:cubicBezTo>
                    <a:pt x="2849" y="1414"/>
                    <a:pt x="3152" y="1313"/>
                    <a:pt x="3455" y="1228"/>
                  </a:cubicBezTo>
                  <a:cubicBezTo>
                    <a:pt x="3536" y="1212"/>
                    <a:pt x="3556" y="1160"/>
                    <a:pt x="3556" y="1095"/>
                  </a:cubicBezTo>
                  <a:lnTo>
                    <a:pt x="3556" y="287"/>
                  </a:lnTo>
                  <a:lnTo>
                    <a:pt x="3556" y="16"/>
                  </a:lnTo>
                  <a:cubicBezTo>
                    <a:pt x="3556" y="0"/>
                    <a:pt x="3556" y="0"/>
                    <a:pt x="3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0">
              <a:extLst>
                <a:ext uri="{FF2B5EF4-FFF2-40B4-BE49-F238E27FC236}">
                  <a16:creationId xmlns:a16="http://schemas.microsoft.com/office/drawing/2014/main" id="{834C58D9-A807-B695-2CCA-0A78DC6371F8}"/>
                </a:ext>
              </a:extLst>
            </p:cNvPr>
            <p:cNvSpPr/>
            <p:nvPr/>
          </p:nvSpPr>
          <p:spPr>
            <a:xfrm>
              <a:off x="574127" y="2589200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17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7" y="154"/>
                    <a:pt x="17" y="287"/>
                    <a:pt x="17" y="404"/>
                  </a:cubicBezTo>
                  <a:lnTo>
                    <a:pt x="17" y="643"/>
                  </a:lnTo>
                  <a:lnTo>
                    <a:pt x="17" y="691"/>
                  </a:lnTo>
                  <a:cubicBezTo>
                    <a:pt x="17" y="724"/>
                    <a:pt x="17" y="776"/>
                    <a:pt x="33" y="808"/>
                  </a:cubicBezTo>
                  <a:lnTo>
                    <a:pt x="49" y="808"/>
                  </a:lnTo>
                  <a:lnTo>
                    <a:pt x="49" y="792"/>
                  </a:lnTo>
                  <a:cubicBezTo>
                    <a:pt x="33" y="760"/>
                    <a:pt x="33" y="724"/>
                    <a:pt x="33" y="691"/>
                  </a:cubicBezTo>
                  <a:lnTo>
                    <a:pt x="33" y="643"/>
                  </a:lnTo>
                  <a:lnTo>
                    <a:pt x="33" y="404"/>
                  </a:lnTo>
                  <a:cubicBezTo>
                    <a:pt x="33" y="287"/>
                    <a:pt x="49" y="154"/>
                    <a:pt x="33" y="17"/>
                  </a:cubicBezTo>
                  <a:cubicBezTo>
                    <a:pt x="17" y="17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0">
              <a:extLst>
                <a:ext uri="{FF2B5EF4-FFF2-40B4-BE49-F238E27FC236}">
                  <a16:creationId xmlns:a16="http://schemas.microsoft.com/office/drawing/2014/main" id="{44BA17F0-360F-49C6-13F7-2C67A59EA6CF}"/>
                </a:ext>
              </a:extLst>
            </p:cNvPr>
            <p:cNvSpPr/>
            <p:nvPr/>
          </p:nvSpPr>
          <p:spPr>
            <a:xfrm>
              <a:off x="871406" y="1748215"/>
              <a:ext cx="338003" cy="280990"/>
            </a:xfrm>
            <a:custGeom>
              <a:avLst/>
              <a:gdLst/>
              <a:ahLst/>
              <a:cxnLst/>
              <a:rect l="l" t="t" r="r" b="b"/>
              <a:pathLst>
                <a:path w="3403" h="2829" extrusionOk="0">
                  <a:moveTo>
                    <a:pt x="3370" y="0"/>
                  </a:moveTo>
                  <a:cubicBezTo>
                    <a:pt x="3301" y="53"/>
                    <a:pt x="3216" y="85"/>
                    <a:pt x="3132" y="138"/>
                  </a:cubicBezTo>
                  <a:cubicBezTo>
                    <a:pt x="2966" y="222"/>
                    <a:pt x="2780" y="323"/>
                    <a:pt x="2610" y="404"/>
                  </a:cubicBezTo>
                  <a:cubicBezTo>
                    <a:pt x="2392" y="525"/>
                    <a:pt x="2174" y="643"/>
                    <a:pt x="1972" y="760"/>
                  </a:cubicBezTo>
                  <a:cubicBezTo>
                    <a:pt x="1835" y="828"/>
                    <a:pt x="1702" y="909"/>
                    <a:pt x="1568" y="978"/>
                  </a:cubicBezTo>
                  <a:cubicBezTo>
                    <a:pt x="1197" y="1180"/>
                    <a:pt x="825" y="1382"/>
                    <a:pt x="473" y="1568"/>
                  </a:cubicBezTo>
                  <a:lnTo>
                    <a:pt x="17" y="1818"/>
                  </a:lnTo>
                  <a:lnTo>
                    <a:pt x="1" y="1838"/>
                  </a:lnTo>
                  <a:lnTo>
                    <a:pt x="1" y="2056"/>
                  </a:lnTo>
                  <a:lnTo>
                    <a:pt x="1" y="2646"/>
                  </a:lnTo>
                  <a:lnTo>
                    <a:pt x="1" y="2662"/>
                  </a:lnTo>
                  <a:cubicBezTo>
                    <a:pt x="1" y="2711"/>
                    <a:pt x="1" y="2780"/>
                    <a:pt x="37" y="2812"/>
                  </a:cubicBezTo>
                  <a:lnTo>
                    <a:pt x="53" y="2828"/>
                  </a:lnTo>
                  <a:lnTo>
                    <a:pt x="53" y="2812"/>
                  </a:lnTo>
                  <a:cubicBezTo>
                    <a:pt x="37" y="2763"/>
                    <a:pt x="37" y="2711"/>
                    <a:pt x="37" y="2662"/>
                  </a:cubicBezTo>
                  <a:lnTo>
                    <a:pt x="37" y="2646"/>
                  </a:lnTo>
                  <a:lnTo>
                    <a:pt x="37" y="2056"/>
                  </a:lnTo>
                  <a:lnTo>
                    <a:pt x="37" y="1838"/>
                  </a:lnTo>
                  <a:lnTo>
                    <a:pt x="473" y="1600"/>
                  </a:lnTo>
                  <a:cubicBezTo>
                    <a:pt x="845" y="1398"/>
                    <a:pt x="1213" y="1196"/>
                    <a:pt x="1584" y="994"/>
                  </a:cubicBezTo>
                  <a:cubicBezTo>
                    <a:pt x="1718" y="929"/>
                    <a:pt x="1835" y="861"/>
                    <a:pt x="1972" y="776"/>
                  </a:cubicBezTo>
                  <a:cubicBezTo>
                    <a:pt x="2190" y="675"/>
                    <a:pt x="2408" y="558"/>
                    <a:pt x="2610" y="441"/>
                  </a:cubicBezTo>
                  <a:cubicBezTo>
                    <a:pt x="2796" y="340"/>
                    <a:pt x="2982" y="239"/>
                    <a:pt x="3148" y="154"/>
                  </a:cubicBezTo>
                  <a:cubicBezTo>
                    <a:pt x="3233" y="101"/>
                    <a:pt x="3301" y="69"/>
                    <a:pt x="3386" y="37"/>
                  </a:cubicBezTo>
                  <a:cubicBezTo>
                    <a:pt x="3402" y="20"/>
                    <a:pt x="3402" y="20"/>
                    <a:pt x="3386" y="20"/>
                  </a:cubicBezTo>
                  <a:cubicBezTo>
                    <a:pt x="3386" y="0"/>
                    <a:pt x="3386" y="0"/>
                    <a:pt x="33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0">
              <a:extLst>
                <a:ext uri="{FF2B5EF4-FFF2-40B4-BE49-F238E27FC236}">
                  <a16:creationId xmlns:a16="http://schemas.microsoft.com/office/drawing/2014/main" id="{4C70E6A0-DF22-3244-7DAF-C09F1E0BB8FC}"/>
                </a:ext>
              </a:extLst>
            </p:cNvPr>
            <p:cNvSpPr/>
            <p:nvPr/>
          </p:nvSpPr>
          <p:spPr>
            <a:xfrm>
              <a:off x="2088833" y="2811490"/>
              <a:ext cx="98332" cy="266092"/>
            </a:xfrm>
            <a:custGeom>
              <a:avLst/>
              <a:gdLst/>
              <a:ahLst/>
              <a:cxnLst/>
              <a:rect l="l" t="t" r="r" b="b"/>
              <a:pathLst>
                <a:path w="990" h="2679" extrusionOk="0">
                  <a:moveTo>
                    <a:pt x="0" y="0"/>
                  </a:moveTo>
                  <a:lnTo>
                    <a:pt x="0" y="21"/>
                  </a:lnTo>
                  <a:cubicBezTo>
                    <a:pt x="81" y="101"/>
                    <a:pt x="150" y="186"/>
                    <a:pt x="202" y="287"/>
                  </a:cubicBezTo>
                  <a:cubicBezTo>
                    <a:pt x="234" y="340"/>
                    <a:pt x="251" y="388"/>
                    <a:pt x="283" y="425"/>
                  </a:cubicBezTo>
                  <a:cubicBezTo>
                    <a:pt x="368" y="542"/>
                    <a:pt x="453" y="659"/>
                    <a:pt x="521" y="760"/>
                  </a:cubicBezTo>
                  <a:cubicBezTo>
                    <a:pt x="622" y="930"/>
                    <a:pt x="739" y="1095"/>
                    <a:pt x="857" y="1249"/>
                  </a:cubicBezTo>
                  <a:cubicBezTo>
                    <a:pt x="925" y="1333"/>
                    <a:pt x="958" y="1414"/>
                    <a:pt x="941" y="1535"/>
                  </a:cubicBezTo>
                  <a:cubicBezTo>
                    <a:pt x="925" y="1552"/>
                    <a:pt x="925" y="1584"/>
                    <a:pt x="925" y="1600"/>
                  </a:cubicBezTo>
                  <a:cubicBezTo>
                    <a:pt x="958" y="1786"/>
                    <a:pt x="941" y="1956"/>
                    <a:pt x="941" y="2121"/>
                  </a:cubicBezTo>
                  <a:lnTo>
                    <a:pt x="941" y="2562"/>
                  </a:lnTo>
                  <a:cubicBezTo>
                    <a:pt x="958" y="2578"/>
                    <a:pt x="941" y="2610"/>
                    <a:pt x="925" y="2626"/>
                  </a:cubicBezTo>
                  <a:lnTo>
                    <a:pt x="925" y="2663"/>
                  </a:lnTo>
                  <a:lnTo>
                    <a:pt x="925" y="2679"/>
                  </a:lnTo>
                  <a:lnTo>
                    <a:pt x="941" y="2679"/>
                  </a:lnTo>
                  <a:lnTo>
                    <a:pt x="941" y="2663"/>
                  </a:lnTo>
                  <a:lnTo>
                    <a:pt x="958" y="2646"/>
                  </a:lnTo>
                  <a:cubicBezTo>
                    <a:pt x="958" y="2610"/>
                    <a:pt x="974" y="2594"/>
                    <a:pt x="974" y="2545"/>
                  </a:cubicBezTo>
                  <a:cubicBezTo>
                    <a:pt x="958" y="2408"/>
                    <a:pt x="958" y="2259"/>
                    <a:pt x="974" y="2121"/>
                  </a:cubicBezTo>
                  <a:cubicBezTo>
                    <a:pt x="974" y="1956"/>
                    <a:pt x="974" y="1770"/>
                    <a:pt x="958" y="1600"/>
                  </a:cubicBezTo>
                  <a:lnTo>
                    <a:pt x="958" y="1552"/>
                  </a:lnTo>
                  <a:cubicBezTo>
                    <a:pt x="990" y="1414"/>
                    <a:pt x="958" y="1333"/>
                    <a:pt x="873" y="1232"/>
                  </a:cubicBezTo>
                  <a:cubicBezTo>
                    <a:pt x="756" y="1079"/>
                    <a:pt x="655" y="909"/>
                    <a:pt x="537" y="744"/>
                  </a:cubicBezTo>
                  <a:cubicBezTo>
                    <a:pt x="469" y="643"/>
                    <a:pt x="384" y="526"/>
                    <a:pt x="303" y="404"/>
                  </a:cubicBezTo>
                  <a:cubicBezTo>
                    <a:pt x="283" y="372"/>
                    <a:pt x="251" y="324"/>
                    <a:pt x="218" y="271"/>
                  </a:cubicBezTo>
                  <a:cubicBezTo>
                    <a:pt x="166" y="186"/>
                    <a:pt x="101" y="8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0">
              <a:extLst>
                <a:ext uri="{FF2B5EF4-FFF2-40B4-BE49-F238E27FC236}">
                  <a16:creationId xmlns:a16="http://schemas.microsoft.com/office/drawing/2014/main" id="{1414CD40-55B8-7F36-75F8-4DB7EF5211EC}"/>
                </a:ext>
              </a:extLst>
            </p:cNvPr>
            <p:cNvSpPr/>
            <p:nvPr/>
          </p:nvSpPr>
          <p:spPr>
            <a:xfrm>
              <a:off x="2138992" y="3315961"/>
              <a:ext cx="4867" cy="40922"/>
            </a:xfrm>
            <a:custGeom>
              <a:avLst/>
              <a:gdLst/>
              <a:ahLst/>
              <a:cxnLst/>
              <a:rect l="l" t="t" r="r" b="b"/>
              <a:pathLst>
                <a:path w="49" h="412" extrusionOk="0">
                  <a:moveTo>
                    <a:pt x="32" y="0"/>
                  </a:moveTo>
                  <a:cubicBezTo>
                    <a:pt x="31" y="0"/>
                    <a:pt x="27" y="7"/>
                    <a:pt x="16" y="7"/>
                  </a:cubicBezTo>
                  <a:cubicBezTo>
                    <a:pt x="0" y="72"/>
                    <a:pt x="0" y="141"/>
                    <a:pt x="16" y="209"/>
                  </a:cubicBezTo>
                  <a:cubicBezTo>
                    <a:pt x="16" y="258"/>
                    <a:pt x="16" y="326"/>
                    <a:pt x="0" y="395"/>
                  </a:cubicBezTo>
                  <a:lnTo>
                    <a:pt x="0" y="411"/>
                  </a:lnTo>
                  <a:lnTo>
                    <a:pt x="16" y="411"/>
                  </a:lnTo>
                  <a:lnTo>
                    <a:pt x="16" y="395"/>
                  </a:lnTo>
                  <a:cubicBezTo>
                    <a:pt x="49" y="326"/>
                    <a:pt x="32" y="258"/>
                    <a:pt x="32" y="209"/>
                  </a:cubicBezTo>
                  <a:cubicBezTo>
                    <a:pt x="32" y="141"/>
                    <a:pt x="32" y="72"/>
                    <a:pt x="49" y="24"/>
                  </a:cubicBezTo>
                  <a:cubicBezTo>
                    <a:pt x="49" y="7"/>
                    <a:pt x="49" y="7"/>
                    <a:pt x="32" y="7"/>
                  </a:cubicBezTo>
                  <a:cubicBezTo>
                    <a:pt x="32" y="2"/>
                    <a:pt x="32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0">
              <a:extLst>
                <a:ext uri="{FF2B5EF4-FFF2-40B4-BE49-F238E27FC236}">
                  <a16:creationId xmlns:a16="http://schemas.microsoft.com/office/drawing/2014/main" id="{7153995D-E6E6-5CE9-3A99-DC12DDEE4493}"/>
                </a:ext>
              </a:extLst>
            </p:cNvPr>
            <p:cNvSpPr/>
            <p:nvPr/>
          </p:nvSpPr>
          <p:spPr>
            <a:xfrm>
              <a:off x="1732455" y="3533682"/>
              <a:ext cx="175905" cy="200736"/>
            </a:xfrm>
            <a:custGeom>
              <a:avLst/>
              <a:gdLst/>
              <a:ahLst/>
              <a:cxnLst/>
              <a:rect l="l" t="t" r="r" b="b"/>
              <a:pathLst>
                <a:path w="1771" h="2021" extrusionOk="0">
                  <a:moveTo>
                    <a:pt x="1" y="1"/>
                  </a:moveTo>
                  <a:lnTo>
                    <a:pt x="1" y="21"/>
                  </a:lnTo>
                  <a:cubicBezTo>
                    <a:pt x="53" y="86"/>
                    <a:pt x="118" y="154"/>
                    <a:pt x="203" y="239"/>
                  </a:cubicBezTo>
                  <a:cubicBezTo>
                    <a:pt x="356" y="389"/>
                    <a:pt x="522" y="542"/>
                    <a:pt x="692" y="708"/>
                  </a:cubicBezTo>
                  <a:cubicBezTo>
                    <a:pt x="962" y="962"/>
                    <a:pt x="1245" y="1249"/>
                    <a:pt x="1532" y="1500"/>
                  </a:cubicBezTo>
                  <a:cubicBezTo>
                    <a:pt x="1685" y="1637"/>
                    <a:pt x="1750" y="1786"/>
                    <a:pt x="1718" y="1988"/>
                  </a:cubicBezTo>
                  <a:lnTo>
                    <a:pt x="1718" y="2004"/>
                  </a:lnTo>
                  <a:cubicBezTo>
                    <a:pt x="1718" y="2021"/>
                    <a:pt x="1734" y="2021"/>
                    <a:pt x="1734" y="2021"/>
                  </a:cubicBezTo>
                  <a:cubicBezTo>
                    <a:pt x="1750" y="2021"/>
                    <a:pt x="1750" y="2021"/>
                    <a:pt x="1750" y="2004"/>
                  </a:cubicBezTo>
                  <a:lnTo>
                    <a:pt x="1750" y="1988"/>
                  </a:lnTo>
                  <a:cubicBezTo>
                    <a:pt x="1770" y="1770"/>
                    <a:pt x="1718" y="1637"/>
                    <a:pt x="1548" y="1483"/>
                  </a:cubicBezTo>
                  <a:cubicBezTo>
                    <a:pt x="1265" y="1213"/>
                    <a:pt x="979" y="946"/>
                    <a:pt x="708" y="675"/>
                  </a:cubicBezTo>
                  <a:cubicBezTo>
                    <a:pt x="538" y="526"/>
                    <a:pt x="389" y="372"/>
                    <a:pt x="219" y="223"/>
                  </a:cubicBezTo>
                  <a:cubicBezTo>
                    <a:pt x="134" y="138"/>
                    <a:pt x="70" y="69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0">
              <a:extLst>
                <a:ext uri="{FF2B5EF4-FFF2-40B4-BE49-F238E27FC236}">
                  <a16:creationId xmlns:a16="http://schemas.microsoft.com/office/drawing/2014/main" id="{B9A7B3BB-2950-441D-F5FF-0370315CD11B}"/>
                </a:ext>
              </a:extLst>
            </p:cNvPr>
            <p:cNvSpPr/>
            <p:nvPr/>
          </p:nvSpPr>
          <p:spPr>
            <a:xfrm>
              <a:off x="1338035" y="2228054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33" y="138"/>
                    <a:pt x="17" y="288"/>
                    <a:pt x="17" y="405"/>
                  </a:cubicBezTo>
                  <a:lnTo>
                    <a:pt x="17" y="643"/>
                  </a:lnTo>
                  <a:lnTo>
                    <a:pt x="17" y="809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9"/>
                  </a:lnTo>
                  <a:lnTo>
                    <a:pt x="49" y="643"/>
                  </a:lnTo>
                  <a:lnTo>
                    <a:pt x="49" y="405"/>
                  </a:lnTo>
                  <a:cubicBezTo>
                    <a:pt x="49" y="288"/>
                    <a:pt x="49" y="13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0">
              <a:extLst>
                <a:ext uri="{FF2B5EF4-FFF2-40B4-BE49-F238E27FC236}">
                  <a16:creationId xmlns:a16="http://schemas.microsoft.com/office/drawing/2014/main" id="{1000F501-80DE-8AFC-4A78-8FB9447AA70D}"/>
                </a:ext>
              </a:extLst>
            </p:cNvPr>
            <p:cNvSpPr/>
            <p:nvPr/>
          </p:nvSpPr>
          <p:spPr>
            <a:xfrm>
              <a:off x="2081979" y="3630821"/>
              <a:ext cx="50258" cy="103596"/>
            </a:xfrm>
            <a:custGeom>
              <a:avLst/>
              <a:gdLst/>
              <a:ahLst/>
              <a:cxnLst/>
              <a:rect l="l" t="t" r="r" b="b"/>
              <a:pathLst>
                <a:path w="506" h="1043" extrusionOk="0">
                  <a:moveTo>
                    <a:pt x="69" y="0"/>
                  </a:moveTo>
                  <a:cubicBezTo>
                    <a:pt x="49" y="0"/>
                    <a:pt x="49" y="0"/>
                    <a:pt x="49" y="17"/>
                  </a:cubicBezTo>
                  <a:cubicBezTo>
                    <a:pt x="1" y="134"/>
                    <a:pt x="17" y="255"/>
                    <a:pt x="17" y="388"/>
                  </a:cubicBezTo>
                  <a:lnTo>
                    <a:pt x="17" y="590"/>
                  </a:lnTo>
                  <a:lnTo>
                    <a:pt x="17" y="606"/>
                  </a:lnTo>
                  <a:cubicBezTo>
                    <a:pt x="85" y="659"/>
                    <a:pt x="134" y="724"/>
                    <a:pt x="186" y="776"/>
                  </a:cubicBezTo>
                  <a:cubicBezTo>
                    <a:pt x="271" y="877"/>
                    <a:pt x="372" y="978"/>
                    <a:pt x="489" y="1043"/>
                  </a:cubicBezTo>
                  <a:lnTo>
                    <a:pt x="505" y="1026"/>
                  </a:lnTo>
                  <a:cubicBezTo>
                    <a:pt x="505" y="1026"/>
                    <a:pt x="505" y="1010"/>
                    <a:pt x="489" y="1010"/>
                  </a:cubicBezTo>
                  <a:cubicBezTo>
                    <a:pt x="388" y="942"/>
                    <a:pt x="287" y="861"/>
                    <a:pt x="202" y="760"/>
                  </a:cubicBezTo>
                  <a:cubicBezTo>
                    <a:pt x="150" y="707"/>
                    <a:pt x="101" y="639"/>
                    <a:pt x="49" y="590"/>
                  </a:cubicBezTo>
                  <a:lnTo>
                    <a:pt x="49" y="372"/>
                  </a:lnTo>
                  <a:cubicBezTo>
                    <a:pt x="33" y="255"/>
                    <a:pt x="33" y="134"/>
                    <a:pt x="69" y="17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0">
              <a:extLst>
                <a:ext uri="{FF2B5EF4-FFF2-40B4-BE49-F238E27FC236}">
                  <a16:creationId xmlns:a16="http://schemas.microsoft.com/office/drawing/2014/main" id="{D07E4D0C-C56D-036D-3870-18FC7DA0ACE2}"/>
                </a:ext>
              </a:extLst>
            </p:cNvPr>
            <p:cNvSpPr/>
            <p:nvPr/>
          </p:nvSpPr>
          <p:spPr>
            <a:xfrm>
              <a:off x="787973" y="3137673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70"/>
                    <a:pt x="17" y="304"/>
                    <a:pt x="17" y="453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49" y="893"/>
                    <a:pt x="69" y="877"/>
                    <a:pt x="49" y="877"/>
                  </a:cubicBezTo>
                  <a:lnTo>
                    <a:pt x="49" y="776"/>
                  </a:lnTo>
                  <a:lnTo>
                    <a:pt x="49" y="724"/>
                  </a:lnTo>
                  <a:lnTo>
                    <a:pt x="49" y="453"/>
                  </a:lnTo>
                  <a:cubicBezTo>
                    <a:pt x="49" y="304"/>
                    <a:pt x="49" y="15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0">
              <a:extLst>
                <a:ext uri="{FF2B5EF4-FFF2-40B4-BE49-F238E27FC236}">
                  <a16:creationId xmlns:a16="http://schemas.microsoft.com/office/drawing/2014/main" id="{4C2591C6-FD01-452C-48EC-595E19645AFF}"/>
                </a:ext>
              </a:extLst>
            </p:cNvPr>
            <p:cNvSpPr/>
            <p:nvPr/>
          </p:nvSpPr>
          <p:spPr>
            <a:xfrm>
              <a:off x="852932" y="3295004"/>
              <a:ext cx="356477" cy="232421"/>
            </a:xfrm>
            <a:custGeom>
              <a:avLst/>
              <a:gdLst/>
              <a:ahLst/>
              <a:cxnLst/>
              <a:rect l="l" t="t" r="r" b="b"/>
              <a:pathLst>
                <a:path w="3589" h="2340" extrusionOk="0">
                  <a:moveTo>
                    <a:pt x="3536" y="0"/>
                  </a:moveTo>
                  <a:cubicBezTo>
                    <a:pt x="3503" y="65"/>
                    <a:pt x="3520" y="134"/>
                    <a:pt x="3520" y="218"/>
                  </a:cubicBezTo>
                  <a:cubicBezTo>
                    <a:pt x="3520" y="235"/>
                    <a:pt x="3536" y="267"/>
                    <a:pt x="3536" y="283"/>
                  </a:cubicBezTo>
                  <a:lnTo>
                    <a:pt x="3536" y="586"/>
                  </a:lnTo>
                  <a:cubicBezTo>
                    <a:pt x="3520" y="739"/>
                    <a:pt x="3520" y="909"/>
                    <a:pt x="3536" y="1059"/>
                  </a:cubicBezTo>
                  <a:cubicBezTo>
                    <a:pt x="3556" y="1244"/>
                    <a:pt x="3471" y="1277"/>
                    <a:pt x="3334" y="1313"/>
                  </a:cubicBezTo>
                  <a:lnTo>
                    <a:pt x="3318" y="1313"/>
                  </a:lnTo>
                  <a:cubicBezTo>
                    <a:pt x="3067" y="1394"/>
                    <a:pt x="2796" y="1479"/>
                    <a:pt x="2546" y="1547"/>
                  </a:cubicBezTo>
                  <a:cubicBezTo>
                    <a:pt x="1940" y="1733"/>
                    <a:pt x="1314" y="1935"/>
                    <a:pt x="692" y="2121"/>
                  </a:cubicBezTo>
                  <a:lnTo>
                    <a:pt x="607" y="2153"/>
                  </a:lnTo>
                  <a:cubicBezTo>
                    <a:pt x="425" y="2222"/>
                    <a:pt x="223" y="2271"/>
                    <a:pt x="21" y="2323"/>
                  </a:cubicBezTo>
                  <a:cubicBezTo>
                    <a:pt x="1" y="2323"/>
                    <a:pt x="1" y="2323"/>
                    <a:pt x="1" y="2339"/>
                  </a:cubicBezTo>
                  <a:lnTo>
                    <a:pt x="21" y="2339"/>
                  </a:lnTo>
                  <a:cubicBezTo>
                    <a:pt x="223" y="2303"/>
                    <a:pt x="425" y="2238"/>
                    <a:pt x="627" y="2170"/>
                  </a:cubicBezTo>
                  <a:lnTo>
                    <a:pt x="708" y="2153"/>
                  </a:lnTo>
                  <a:cubicBezTo>
                    <a:pt x="1314" y="1951"/>
                    <a:pt x="1940" y="1766"/>
                    <a:pt x="2546" y="1580"/>
                  </a:cubicBezTo>
                  <a:cubicBezTo>
                    <a:pt x="2813" y="1495"/>
                    <a:pt x="3067" y="1430"/>
                    <a:pt x="3334" y="1345"/>
                  </a:cubicBezTo>
                  <a:lnTo>
                    <a:pt x="3354" y="1345"/>
                  </a:lnTo>
                  <a:cubicBezTo>
                    <a:pt x="3471" y="1293"/>
                    <a:pt x="3588" y="1261"/>
                    <a:pt x="3572" y="1059"/>
                  </a:cubicBezTo>
                  <a:cubicBezTo>
                    <a:pt x="3556" y="909"/>
                    <a:pt x="3556" y="739"/>
                    <a:pt x="3556" y="586"/>
                  </a:cubicBezTo>
                  <a:lnTo>
                    <a:pt x="3556" y="283"/>
                  </a:lnTo>
                  <a:lnTo>
                    <a:pt x="3556" y="202"/>
                  </a:lnTo>
                  <a:cubicBezTo>
                    <a:pt x="3536" y="134"/>
                    <a:pt x="3536" y="81"/>
                    <a:pt x="3572" y="16"/>
                  </a:cubicBezTo>
                  <a:cubicBezTo>
                    <a:pt x="3572" y="16"/>
                    <a:pt x="3572" y="0"/>
                    <a:pt x="35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0">
              <a:extLst>
                <a:ext uri="{FF2B5EF4-FFF2-40B4-BE49-F238E27FC236}">
                  <a16:creationId xmlns:a16="http://schemas.microsoft.com/office/drawing/2014/main" id="{2260F9DD-2D62-26A4-5E7D-415A436DF149}"/>
                </a:ext>
              </a:extLst>
            </p:cNvPr>
            <p:cNvSpPr/>
            <p:nvPr/>
          </p:nvSpPr>
          <p:spPr>
            <a:xfrm>
              <a:off x="1189246" y="1572807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72"/>
                    <a:pt x="0" y="389"/>
                  </a:cubicBezTo>
                  <a:lnTo>
                    <a:pt x="0" y="639"/>
                  </a:lnTo>
                  <a:lnTo>
                    <a:pt x="0" y="756"/>
                  </a:lnTo>
                  <a:cubicBezTo>
                    <a:pt x="0" y="841"/>
                    <a:pt x="0" y="926"/>
                    <a:pt x="16" y="1011"/>
                  </a:cubicBezTo>
                  <a:cubicBezTo>
                    <a:pt x="16" y="1027"/>
                    <a:pt x="33" y="1027"/>
                    <a:pt x="33" y="1027"/>
                  </a:cubicBezTo>
                  <a:cubicBezTo>
                    <a:pt x="49" y="1027"/>
                    <a:pt x="49" y="1011"/>
                    <a:pt x="49" y="1011"/>
                  </a:cubicBezTo>
                  <a:cubicBezTo>
                    <a:pt x="33" y="926"/>
                    <a:pt x="33" y="841"/>
                    <a:pt x="33" y="756"/>
                  </a:cubicBezTo>
                  <a:lnTo>
                    <a:pt x="33" y="639"/>
                  </a:lnTo>
                  <a:lnTo>
                    <a:pt x="33" y="389"/>
                  </a:lnTo>
                  <a:cubicBezTo>
                    <a:pt x="33" y="272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0">
              <a:extLst>
                <a:ext uri="{FF2B5EF4-FFF2-40B4-BE49-F238E27FC236}">
                  <a16:creationId xmlns:a16="http://schemas.microsoft.com/office/drawing/2014/main" id="{AB5DC6BE-5F96-5648-BE49-4E044B56B910}"/>
                </a:ext>
              </a:extLst>
            </p:cNvPr>
            <p:cNvSpPr/>
            <p:nvPr/>
          </p:nvSpPr>
          <p:spPr>
            <a:xfrm>
              <a:off x="1033505" y="3376847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49"/>
                    <a:pt x="37" y="101"/>
                    <a:pt x="37" y="150"/>
                  </a:cubicBezTo>
                  <a:lnTo>
                    <a:pt x="37" y="740"/>
                  </a:lnTo>
                  <a:lnTo>
                    <a:pt x="37" y="942"/>
                  </a:lnTo>
                  <a:cubicBezTo>
                    <a:pt x="37" y="942"/>
                    <a:pt x="37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1"/>
                    <a:pt x="53" y="49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0">
              <a:extLst>
                <a:ext uri="{FF2B5EF4-FFF2-40B4-BE49-F238E27FC236}">
                  <a16:creationId xmlns:a16="http://schemas.microsoft.com/office/drawing/2014/main" id="{0D44B0A5-6839-4A7D-2DA2-84106FFC4D76}"/>
                </a:ext>
              </a:extLst>
            </p:cNvPr>
            <p:cNvSpPr/>
            <p:nvPr/>
          </p:nvSpPr>
          <p:spPr>
            <a:xfrm>
              <a:off x="475398" y="1555326"/>
              <a:ext cx="163787" cy="206596"/>
            </a:xfrm>
            <a:custGeom>
              <a:avLst/>
              <a:gdLst/>
              <a:ahLst/>
              <a:cxnLst/>
              <a:rect l="l" t="t" r="r" b="b"/>
              <a:pathLst>
                <a:path w="1649" h="2080" extrusionOk="0">
                  <a:moveTo>
                    <a:pt x="1645" y="0"/>
                  </a:moveTo>
                  <a:cubicBezTo>
                    <a:pt x="1640" y="0"/>
                    <a:pt x="1633" y="7"/>
                    <a:pt x="1633" y="7"/>
                  </a:cubicBezTo>
                  <a:cubicBezTo>
                    <a:pt x="1580" y="76"/>
                    <a:pt x="1600" y="161"/>
                    <a:pt x="1617" y="225"/>
                  </a:cubicBezTo>
                  <a:lnTo>
                    <a:pt x="1617" y="294"/>
                  </a:lnTo>
                  <a:cubicBezTo>
                    <a:pt x="1633" y="448"/>
                    <a:pt x="1633" y="581"/>
                    <a:pt x="1633" y="714"/>
                  </a:cubicBezTo>
                  <a:cubicBezTo>
                    <a:pt x="1633" y="815"/>
                    <a:pt x="1617" y="916"/>
                    <a:pt x="1633" y="1033"/>
                  </a:cubicBezTo>
                  <a:cubicBezTo>
                    <a:pt x="1633" y="1070"/>
                    <a:pt x="1617" y="1086"/>
                    <a:pt x="1564" y="1118"/>
                  </a:cubicBezTo>
                  <a:cubicBezTo>
                    <a:pt x="1160" y="1357"/>
                    <a:pt x="740" y="1607"/>
                    <a:pt x="352" y="1861"/>
                  </a:cubicBezTo>
                  <a:cubicBezTo>
                    <a:pt x="235" y="1926"/>
                    <a:pt x="118" y="1995"/>
                    <a:pt x="17" y="2063"/>
                  </a:cubicBezTo>
                  <a:cubicBezTo>
                    <a:pt x="1" y="2063"/>
                    <a:pt x="1" y="2063"/>
                    <a:pt x="1" y="2080"/>
                  </a:cubicBezTo>
                  <a:lnTo>
                    <a:pt x="33" y="2080"/>
                  </a:lnTo>
                  <a:cubicBezTo>
                    <a:pt x="134" y="2011"/>
                    <a:pt x="251" y="1942"/>
                    <a:pt x="352" y="1878"/>
                  </a:cubicBezTo>
                  <a:cubicBezTo>
                    <a:pt x="756" y="1623"/>
                    <a:pt x="1176" y="1373"/>
                    <a:pt x="1580" y="1134"/>
                  </a:cubicBezTo>
                  <a:cubicBezTo>
                    <a:pt x="1633" y="1102"/>
                    <a:pt x="1649" y="1086"/>
                    <a:pt x="1649" y="1017"/>
                  </a:cubicBezTo>
                  <a:lnTo>
                    <a:pt x="1649" y="714"/>
                  </a:lnTo>
                  <a:lnTo>
                    <a:pt x="1649" y="294"/>
                  </a:lnTo>
                  <a:cubicBezTo>
                    <a:pt x="1649" y="278"/>
                    <a:pt x="1633" y="246"/>
                    <a:pt x="1633" y="225"/>
                  </a:cubicBezTo>
                  <a:cubicBezTo>
                    <a:pt x="1617" y="161"/>
                    <a:pt x="1617" y="92"/>
                    <a:pt x="1649" y="23"/>
                  </a:cubicBezTo>
                  <a:lnTo>
                    <a:pt x="1649" y="7"/>
                  </a:lnTo>
                  <a:cubicBezTo>
                    <a:pt x="1649" y="2"/>
                    <a:pt x="1647" y="0"/>
                    <a:pt x="1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0">
              <a:extLst>
                <a:ext uri="{FF2B5EF4-FFF2-40B4-BE49-F238E27FC236}">
                  <a16:creationId xmlns:a16="http://schemas.microsoft.com/office/drawing/2014/main" id="{4A99C09B-EB69-ED66-E309-DB08B973A6FE}"/>
                </a:ext>
              </a:extLst>
            </p:cNvPr>
            <p:cNvSpPr/>
            <p:nvPr/>
          </p:nvSpPr>
          <p:spPr>
            <a:xfrm>
              <a:off x="1518608" y="2831553"/>
              <a:ext cx="182261" cy="299366"/>
            </a:xfrm>
            <a:custGeom>
              <a:avLst/>
              <a:gdLst/>
              <a:ahLst/>
              <a:cxnLst/>
              <a:rect l="l" t="t" r="r" b="b"/>
              <a:pathLst>
                <a:path w="1835" h="3014" extrusionOk="0">
                  <a:moveTo>
                    <a:pt x="65" y="0"/>
                  </a:moveTo>
                  <a:cubicBezTo>
                    <a:pt x="1" y="170"/>
                    <a:pt x="65" y="271"/>
                    <a:pt x="187" y="388"/>
                  </a:cubicBezTo>
                  <a:cubicBezTo>
                    <a:pt x="352" y="558"/>
                    <a:pt x="506" y="744"/>
                    <a:pt x="655" y="930"/>
                  </a:cubicBezTo>
                  <a:cubicBezTo>
                    <a:pt x="724" y="1010"/>
                    <a:pt x="793" y="1095"/>
                    <a:pt x="873" y="1164"/>
                  </a:cubicBezTo>
                  <a:cubicBezTo>
                    <a:pt x="926" y="1249"/>
                    <a:pt x="995" y="1313"/>
                    <a:pt x="1059" y="1398"/>
                  </a:cubicBezTo>
                  <a:cubicBezTo>
                    <a:pt x="1261" y="1636"/>
                    <a:pt x="1479" y="1871"/>
                    <a:pt x="1702" y="2105"/>
                  </a:cubicBezTo>
                  <a:cubicBezTo>
                    <a:pt x="1782" y="2206"/>
                    <a:pt x="1819" y="2291"/>
                    <a:pt x="1819" y="2408"/>
                  </a:cubicBezTo>
                  <a:cubicBezTo>
                    <a:pt x="1802" y="2493"/>
                    <a:pt x="1802" y="2594"/>
                    <a:pt x="1819" y="2695"/>
                  </a:cubicBezTo>
                  <a:lnTo>
                    <a:pt x="1819" y="2865"/>
                  </a:lnTo>
                  <a:lnTo>
                    <a:pt x="1819" y="2897"/>
                  </a:lnTo>
                  <a:cubicBezTo>
                    <a:pt x="1819" y="2929"/>
                    <a:pt x="1819" y="2966"/>
                    <a:pt x="1782" y="2982"/>
                  </a:cubicBezTo>
                  <a:lnTo>
                    <a:pt x="1782" y="3014"/>
                  </a:lnTo>
                  <a:lnTo>
                    <a:pt x="1802" y="3014"/>
                  </a:lnTo>
                  <a:cubicBezTo>
                    <a:pt x="1835" y="2966"/>
                    <a:pt x="1835" y="2929"/>
                    <a:pt x="1835" y="2897"/>
                  </a:cubicBezTo>
                  <a:lnTo>
                    <a:pt x="1835" y="2865"/>
                  </a:lnTo>
                  <a:lnTo>
                    <a:pt x="1835" y="2695"/>
                  </a:lnTo>
                  <a:lnTo>
                    <a:pt x="1835" y="2408"/>
                  </a:lnTo>
                  <a:cubicBezTo>
                    <a:pt x="1835" y="2291"/>
                    <a:pt x="1802" y="2190"/>
                    <a:pt x="1718" y="2089"/>
                  </a:cubicBezTo>
                  <a:cubicBezTo>
                    <a:pt x="1500" y="1855"/>
                    <a:pt x="1298" y="1616"/>
                    <a:pt x="1075" y="1382"/>
                  </a:cubicBezTo>
                  <a:cubicBezTo>
                    <a:pt x="1027" y="1297"/>
                    <a:pt x="958" y="1232"/>
                    <a:pt x="894" y="1148"/>
                  </a:cubicBezTo>
                  <a:cubicBezTo>
                    <a:pt x="825" y="1079"/>
                    <a:pt x="756" y="994"/>
                    <a:pt x="692" y="909"/>
                  </a:cubicBezTo>
                  <a:cubicBezTo>
                    <a:pt x="538" y="728"/>
                    <a:pt x="368" y="542"/>
                    <a:pt x="203" y="372"/>
                  </a:cubicBezTo>
                  <a:cubicBezTo>
                    <a:pt x="102" y="271"/>
                    <a:pt x="17" y="170"/>
                    <a:pt x="102" y="21"/>
                  </a:cubicBezTo>
                  <a:cubicBezTo>
                    <a:pt x="102" y="21"/>
                    <a:pt x="102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0">
              <a:extLst>
                <a:ext uri="{FF2B5EF4-FFF2-40B4-BE49-F238E27FC236}">
                  <a16:creationId xmlns:a16="http://schemas.microsoft.com/office/drawing/2014/main" id="{1C98FDC5-969D-7E25-7054-02EB3E96C6BF}"/>
                </a:ext>
              </a:extLst>
            </p:cNvPr>
            <p:cNvSpPr/>
            <p:nvPr/>
          </p:nvSpPr>
          <p:spPr>
            <a:xfrm>
              <a:off x="1991693" y="2985606"/>
              <a:ext cx="4966" cy="40227"/>
            </a:xfrm>
            <a:custGeom>
              <a:avLst/>
              <a:gdLst/>
              <a:ahLst/>
              <a:cxnLst/>
              <a:rect l="l" t="t" r="r" b="b"/>
              <a:pathLst>
                <a:path w="50" h="405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02"/>
                    <a:pt x="1" y="166"/>
                    <a:pt x="1" y="251"/>
                  </a:cubicBezTo>
                  <a:cubicBezTo>
                    <a:pt x="1" y="304"/>
                    <a:pt x="17" y="352"/>
                    <a:pt x="1" y="388"/>
                  </a:cubicBezTo>
                  <a:cubicBezTo>
                    <a:pt x="1" y="405"/>
                    <a:pt x="17" y="405"/>
                    <a:pt x="17" y="405"/>
                  </a:cubicBezTo>
                  <a:cubicBezTo>
                    <a:pt x="33" y="405"/>
                    <a:pt x="33" y="405"/>
                    <a:pt x="33" y="388"/>
                  </a:cubicBezTo>
                  <a:lnTo>
                    <a:pt x="33" y="251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0">
              <a:extLst>
                <a:ext uri="{FF2B5EF4-FFF2-40B4-BE49-F238E27FC236}">
                  <a16:creationId xmlns:a16="http://schemas.microsoft.com/office/drawing/2014/main" id="{8C4BCEF5-2178-5C70-9CC3-BA64D0C7550A}"/>
                </a:ext>
              </a:extLst>
            </p:cNvPr>
            <p:cNvSpPr/>
            <p:nvPr/>
          </p:nvSpPr>
          <p:spPr>
            <a:xfrm>
              <a:off x="1416701" y="3590694"/>
              <a:ext cx="85221" cy="143723"/>
            </a:xfrm>
            <a:custGeom>
              <a:avLst/>
              <a:gdLst/>
              <a:ahLst/>
              <a:cxnLst/>
              <a:rect l="l" t="t" r="r" b="b"/>
              <a:pathLst>
                <a:path w="858" h="1447" extrusionOk="0">
                  <a:moveTo>
                    <a:pt x="1" y="0"/>
                  </a:moveTo>
                  <a:lnTo>
                    <a:pt x="1" y="33"/>
                  </a:lnTo>
                  <a:cubicBezTo>
                    <a:pt x="65" y="85"/>
                    <a:pt x="134" y="134"/>
                    <a:pt x="203" y="202"/>
                  </a:cubicBezTo>
                  <a:cubicBezTo>
                    <a:pt x="384" y="356"/>
                    <a:pt x="570" y="505"/>
                    <a:pt x="756" y="659"/>
                  </a:cubicBezTo>
                  <a:cubicBezTo>
                    <a:pt x="825" y="707"/>
                    <a:pt x="825" y="740"/>
                    <a:pt x="825" y="792"/>
                  </a:cubicBezTo>
                  <a:lnTo>
                    <a:pt x="825" y="1265"/>
                  </a:lnTo>
                  <a:lnTo>
                    <a:pt x="825" y="1430"/>
                  </a:lnTo>
                  <a:cubicBezTo>
                    <a:pt x="825" y="1447"/>
                    <a:pt x="825" y="1447"/>
                    <a:pt x="841" y="1447"/>
                  </a:cubicBezTo>
                  <a:cubicBezTo>
                    <a:pt x="841" y="1447"/>
                    <a:pt x="857" y="1447"/>
                    <a:pt x="857" y="1430"/>
                  </a:cubicBezTo>
                  <a:lnTo>
                    <a:pt x="857" y="1265"/>
                  </a:lnTo>
                  <a:lnTo>
                    <a:pt x="857" y="792"/>
                  </a:lnTo>
                  <a:cubicBezTo>
                    <a:pt x="857" y="740"/>
                    <a:pt x="841" y="691"/>
                    <a:pt x="772" y="639"/>
                  </a:cubicBezTo>
                  <a:cubicBezTo>
                    <a:pt x="586" y="489"/>
                    <a:pt x="405" y="336"/>
                    <a:pt x="219" y="170"/>
                  </a:cubicBezTo>
                  <a:cubicBezTo>
                    <a:pt x="150" y="118"/>
                    <a:pt x="82" y="69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0">
              <a:extLst>
                <a:ext uri="{FF2B5EF4-FFF2-40B4-BE49-F238E27FC236}">
                  <a16:creationId xmlns:a16="http://schemas.microsoft.com/office/drawing/2014/main" id="{688A2FF8-535C-8A92-A203-E845F2F2378A}"/>
                </a:ext>
              </a:extLst>
            </p:cNvPr>
            <p:cNvSpPr/>
            <p:nvPr/>
          </p:nvSpPr>
          <p:spPr>
            <a:xfrm>
              <a:off x="1087339" y="1629820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25"/>
                  </a:lnTo>
                  <a:lnTo>
                    <a:pt x="0" y="857"/>
                  </a:lnTo>
                  <a:cubicBezTo>
                    <a:pt x="0" y="909"/>
                    <a:pt x="0" y="958"/>
                    <a:pt x="32" y="1010"/>
                  </a:cubicBezTo>
                  <a:lnTo>
                    <a:pt x="49" y="1027"/>
                  </a:lnTo>
                  <a:lnTo>
                    <a:pt x="49" y="1010"/>
                  </a:lnTo>
                  <a:cubicBezTo>
                    <a:pt x="65" y="1010"/>
                    <a:pt x="65" y="1010"/>
                    <a:pt x="49" y="990"/>
                  </a:cubicBezTo>
                  <a:cubicBezTo>
                    <a:pt x="32" y="958"/>
                    <a:pt x="32" y="909"/>
                    <a:pt x="32" y="857"/>
                  </a:cubicBezTo>
                  <a:lnTo>
                    <a:pt x="32" y="825"/>
                  </a:lnTo>
                  <a:lnTo>
                    <a:pt x="32" y="522"/>
                  </a:lnTo>
                  <a:cubicBezTo>
                    <a:pt x="32" y="352"/>
                    <a:pt x="32" y="182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0">
              <a:extLst>
                <a:ext uri="{FF2B5EF4-FFF2-40B4-BE49-F238E27FC236}">
                  <a16:creationId xmlns:a16="http://schemas.microsoft.com/office/drawing/2014/main" id="{138F5D92-D5B9-05A3-3120-161464407D28}"/>
                </a:ext>
              </a:extLst>
            </p:cNvPr>
            <p:cNvSpPr/>
            <p:nvPr/>
          </p:nvSpPr>
          <p:spPr>
            <a:xfrm>
              <a:off x="933186" y="2751299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21" y="0"/>
                  </a:moveTo>
                  <a:cubicBezTo>
                    <a:pt x="1" y="0"/>
                    <a:pt x="1" y="0"/>
                    <a:pt x="1" y="21"/>
                  </a:cubicBezTo>
                  <a:cubicBezTo>
                    <a:pt x="21" y="138"/>
                    <a:pt x="21" y="271"/>
                    <a:pt x="21" y="404"/>
                  </a:cubicBezTo>
                  <a:lnTo>
                    <a:pt x="21" y="643"/>
                  </a:lnTo>
                  <a:lnTo>
                    <a:pt x="21" y="691"/>
                  </a:lnTo>
                  <a:cubicBezTo>
                    <a:pt x="21" y="728"/>
                    <a:pt x="21" y="760"/>
                    <a:pt x="37" y="792"/>
                  </a:cubicBezTo>
                  <a:lnTo>
                    <a:pt x="37" y="808"/>
                  </a:lnTo>
                  <a:lnTo>
                    <a:pt x="53" y="808"/>
                  </a:lnTo>
                  <a:lnTo>
                    <a:pt x="53" y="792"/>
                  </a:lnTo>
                  <a:cubicBezTo>
                    <a:pt x="37" y="760"/>
                    <a:pt x="37" y="728"/>
                    <a:pt x="37" y="691"/>
                  </a:cubicBezTo>
                  <a:lnTo>
                    <a:pt x="37" y="643"/>
                  </a:lnTo>
                  <a:lnTo>
                    <a:pt x="37" y="404"/>
                  </a:lnTo>
                  <a:cubicBezTo>
                    <a:pt x="53" y="271"/>
                    <a:pt x="53" y="138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0">
              <a:extLst>
                <a:ext uri="{FF2B5EF4-FFF2-40B4-BE49-F238E27FC236}">
                  <a16:creationId xmlns:a16="http://schemas.microsoft.com/office/drawing/2014/main" id="{FD9910D6-378A-5E17-C3E8-9EDB6FEBB024}"/>
                </a:ext>
              </a:extLst>
            </p:cNvPr>
            <p:cNvSpPr/>
            <p:nvPr/>
          </p:nvSpPr>
          <p:spPr>
            <a:xfrm>
              <a:off x="1336446" y="2579168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lnTo>
                    <a:pt x="17" y="17"/>
                  </a:lnTo>
                  <a:lnTo>
                    <a:pt x="17" y="202"/>
                  </a:lnTo>
                  <a:lnTo>
                    <a:pt x="17" y="744"/>
                  </a:lnTo>
                  <a:lnTo>
                    <a:pt x="17" y="776"/>
                  </a:lnTo>
                  <a:cubicBezTo>
                    <a:pt x="17" y="808"/>
                    <a:pt x="1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8"/>
                    <a:pt x="33" y="776"/>
                  </a:cubicBezTo>
                  <a:lnTo>
                    <a:pt x="33" y="744"/>
                  </a:lnTo>
                  <a:lnTo>
                    <a:pt x="33" y="202"/>
                  </a:ln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0">
              <a:extLst>
                <a:ext uri="{FF2B5EF4-FFF2-40B4-BE49-F238E27FC236}">
                  <a16:creationId xmlns:a16="http://schemas.microsoft.com/office/drawing/2014/main" id="{B446692B-C863-F09F-8AD0-CEB141C4225F}"/>
                </a:ext>
              </a:extLst>
            </p:cNvPr>
            <p:cNvSpPr/>
            <p:nvPr/>
          </p:nvSpPr>
          <p:spPr>
            <a:xfrm>
              <a:off x="730961" y="3589105"/>
              <a:ext cx="92074" cy="147299"/>
            </a:xfrm>
            <a:custGeom>
              <a:avLst/>
              <a:gdLst/>
              <a:ahLst/>
              <a:cxnLst/>
              <a:rect l="l" t="t" r="r" b="b"/>
              <a:pathLst>
                <a:path w="927" h="1483" extrusionOk="0">
                  <a:moveTo>
                    <a:pt x="910" y="0"/>
                  </a:moveTo>
                  <a:cubicBezTo>
                    <a:pt x="894" y="0"/>
                    <a:pt x="894" y="16"/>
                    <a:pt x="894" y="16"/>
                  </a:cubicBezTo>
                  <a:lnTo>
                    <a:pt x="894" y="675"/>
                  </a:lnTo>
                  <a:lnTo>
                    <a:pt x="894" y="792"/>
                  </a:lnTo>
                  <a:lnTo>
                    <a:pt x="894" y="1095"/>
                  </a:lnTo>
                  <a:cubicBezTo>
                    <a:pt x="894" y="1196"/>
                    <a:pt x="878" y="1228"/>
                    <a:pt x="760" y="1261"/>
                  </a:cubicBezTo>
                  <a:cubicBezTo>
                    <a:pt x="724" y="1281"/>
                    <a:pt x="676" y="1297"/>
                    <a:pt x="643" y="1297"/>
                  </a:cubicBezTo>
                  <a:cubicBezTo>
                    <a:pt x="506" y="1329"/>
                    <a:pt x="373" y="1362"/>
                    <a:pt x="255" y="1430"/>
                  </a:cubicBezTo>
                  <a:cubicBezTo>
                    <a:pt x="237" y="1446"/>
                    <a:pt x="212" y="1451"/>
                    <a:pt x="185" y="1451"/>
                  </a:cubicBezTo>
                  <a:cubicBezTo>
                    <a:pt x="157" y="1451"/>
                    <a:pt x="128" y="1446"/>
                    <a:pt x="102" y="1446"/>
                  </a:cubicBezTo>
                  <a:cubicBezTo>
                    <a:pt x="70" y="1446"/>
                    <a:pt x="37" y="1430"/>
                    <a:pt x="17" y="1430"/>
                  </a:cubicBezTo>
                  <a:cubicBezTo>
                    <a:pt x="1" y="1430"/>
                    <a:pt x="1" y="1446"/>
                    <a:pt x="1" y="1446"/>
                  </a:cubicBezTo>
                  <a:cubicBezTo>
                    <a:pt x="1" y="1463"/>
                    <a:pt x="1" y="1463"/>
                    <a:pt x="17" y="1463"/>
                  </a:cubicBezTo>
                  <a:lnTo>
                    <a:pt x="102" y="1463"/>
                  </a:lnTo>
                  <a:cubicBezTo>
                    <a:pt x="118" y="1483"/>
                    <a:pt x="154" y="1483"/>
                    <a:pt x="187" y="1483"/>
                  </a:cubicBezTo>
                  <a:cubicBezTo>
                    <a:pt x="219" y="1483"/>
                    <a:pt x="239" y="1463"/>
                    <a:pt x="272" y="1463"/>
                  </a:cubicBezTo>
                  <a:cubicBezTo>
                    <a:pt x="389" y="1398"/>
                    <a:pt x="522" y="1362"/>
                    <a:pt x="643" y="1329"/>
                  </a:cubicBezTo>
                  <a:cubicBezTo>
                    <a:pt x="692" y="1313"/>
                    <a:pt x="724" y="1297"/>
                    <a:pt x="777" y="1297"/>
                  </a:cubicBezTo>
                  <a:cubicBezTo>
                    <a:pt x="894" y="1261"/>
                    <a:pt x="926" y="1196"/>
                    <a:pt x="926" y="1079"/>
                  </a:cubicBezTo>
                  <a:cubicBezTo>
                    <a:pt x="910" y="994"/>
                    <a:pt x="910" y="893"/>
                    <a:pt x="910" y="792"/>
                  </a:cubicBezTo>
                  <a:lnTo>
                    <a:pt x="910" y="675"/>
                  </a:lnTo>
                  <a:lnTo>
                    <a:pt x="910" y="16"/>
                  </a:lnTo>
                  <a:lnTo>
                    <a:pt x="9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0">
              <a:extLst>
                <a:ext uri="{FF2B5EF4-FFF2-40B4-BE49-F238E27FC236}">
                  <a16:creationId xmlns:a16="http://schemas.microsoft.com/office/drawing/2014/main" id="{931AD142-A6DA-E1F9-B8A4-21224DED7429}"/>
                </a:ext>
              </a:extLst>
            </p:cNvPr>
            <p:cNvSpPr/>
            <p:nvPr/>
          </p:nvSpPr>
          <p:spPr>
            <a:xfrm>
              <a:off x="1745764" y="2000998"/>
              <a:ext cx="157331" cy="321018"/>
            </a:xfrm>
            <a:custGeom>
              <a:avLst/>
              <a:gdLst/>
              <a:ahLst/>
              <a:cxnLst/>
              <a:rect l="l" t="t" r="r" b="b"/>
              <a:pathLst>
                <a:path w="1584" h="3232" extrusionOk="0">
                  <a:moveTo>
                    <a:pt x="20" y="0"/>
                  </a:moveTo>
                  <a:cubicBezTo>
                    <a:pt x="0" y="16"/>
                    <a:pt x="0" y="16"/>
                    <a:pt x="20" y="16"/>
                  </a:cubicBezTo>
                  <a:cubicBezTo>
                    <a:pt x="53" y="49"/>
                    <a:pt x="85" y="81"/>
                    <a:pt x="121" y="134"/>
                  </a:cubicBezTo>
                  <a:cubicBezTo>
                    <a:pt x="255" y="352"/>
                    <a:pt x="388" y="586"/>
                    <a:pt x="525" y="808"/>
                  </a:cubicBezTo>
                  <a:cubicBezTo>
                    <a:pt x="606" y="941"/>
                    <a:pt x="675" y="1075"/>
                    <a:pt x="760" y="1212"/>
                  </a:cubicBezTo>
                  <a:cubicBezTo>
                    <a:pt x="946" y="1515"/>
                    <a:pt x="1148" y="1834"/>
                    <a:pt x="1333" y="2137"/>
                  </a:cubicBezTo>
                  <a:cubicBezTo>
                    <a:pt x="1366" y="2186"/>
                    <a:pt x="1382" y="2222"/>
                    <a:pt x="1382" y="2271"/>
                  </a:cubicBezTo>
                  <a:cubicBezTo>
                    <a:pt x="1382" y="2303"/>
                    <a:pt x="1382" y="2339"/>
                    <a:pt x="1398" y="2388"/>
                  </a:cubicBezTo>
                  <a:cubicBezTo>
                    <a:pt x="1398" y="2505"/>
                    <a:pt x="1398" y="2658"/>
                    <a:pt x="1382" y="2776"/>
                  </a:cubicBezTo>
                  <a:cubicBezTo>
                    <a:pt x="1350" y="2961"/>
                    <a:pt x="1414" y="3095"/>
                    <a:pt x="1568" y="3232"/>
                  </a:cubicBezTo>
                  <a:lnTo>
                    <a:pt x="1584" y="3232"/>
                  </a:lnTo>
                  <a:lnTo>
                    <a:pt x="1584" y="3212"/>
                  </a:lnTo>
                  <a:lnTo>
                    <a:pt x="1584" y="3196"/>
                  </a:lnTo>
                  <a:cubicBezTo>
                    <a:pt x="1434" y="3078"/>
                    <a:pt x="1382" y="2961"/>
                    <a:pt x="1414" y="2776"/>
                  </a:cubicBezTo>
                  <a:cubicBezTo>
                    <a:pt x="1434" y="2658"/>
                    <a:pt x="1414" y="2505"/>
                    <a:pt x="1414" y="2388"/>
                  </a:cubicBezTo>
                  <a:lnTo>
                    <a:pt x="1414" y="2271"/>
                  </a:lnTo>
                  <a:cubicBezTo>
                    <a:pt x="1414" y="2222"/>
                    <a:pt x="1398" y="2170"/>
                    <a:pt x="1366" y="2121"/>
                  </a:cubicBezTo>
                  <a:cubicBezTo>
                    <a:pt x="1164" y="1818"/>
                    <a:pt x="978" y="1515"/>
                    <a:pt x="776" y="1192"/>
                  </a:cubicBezTo>
                  <a:cubicBezTo>
                    <a:pt x="707" y="1059"/>
                    <a:pt x="626" y="925"/>
                    <a:pt x="542" y="788"/>
                  </a:cubicBezTo>
                  <a:cubicBezTo>
                    <a:pt x="424" y="570"/>
                    <a:pt x="287" y="352"/>
                    <a:pt x="154" y="117"/>
                  </a:cubicBezTo>
                  <a:cubicBezTo>
                    <a:pt x="101" y="65"/>
                    <a:pt x="69" y="3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0">
              <a:extLst>
                <a:ext uri="{FF2B5EF4-FFF2-40B4-BE49-F238E27FC236}">
                  <a16:creationId xmlns:a16="http://schemas.microsoft.com/office/drawing/2014/main" id="{AD46AD39-395B-701D-2FE3-A320003A4403}"/>
                </a:ext>
              </a:extLst>
            </p:cNvPr>
            <p:cNvSpPr/>
            <p:nvPr/>
          </p:nvSpPr>
          <p:spPr>
            <a:xfrm>
              <a:off x="1386605" y="1464146"/>
              <a:ext cx="4966" cy="93564"/>
            </a:xfrm>
            <a:custGeom>
              <a:avLst/>
              <a:gdLst/>
              <a:ahLst/>
              <a:cxnLst/>
              <a:rect l="l" t="t" r="r" b="b"/>
              <a:pathLst>
                <a:path w="50" h="942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7" y="202"/>
                    <a:pt x="17" y="404"/>
                    <a:pt x="17" y="590"/>
                  </a:cubicBezTo>
                  <a:lnTo>
                    <a:pt x="17" y="925"/>
                  </a:lnTo>
                  <a:cubicBezTo>
                    <a:pt x="17" y="941"/>
                    <a:pt x="33" y="941"/>
                    <a:pt x="33" y="941"/>
                  </a:cubicBezTo>
                  <a:cubicBezTo>
                    <a:pt x="33" y="941"/>
                    <a:pt x="49" y="941"/>
                    <a:pt x="49" y="925"/>
                  </a:cubicBezTo>
                  <a:lnTo>
                    <a:pt x="49" y="590"/>
                  </a:ln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0">
              <a:extLst>
                <a:ext uri="{FF2B5EF4-FFF2-40B4-BE49-F238E27FC236}">
                  <a16:creationId xmlns:a16="http://schemas.microsoft.com/office/drawing/2014/main" id="{ABC46911-CD61-5386-D323-2ACAC096B345}"/>
                </a:ext>
              </a:extLst>
            </p:cNvPr>
            <p:cNvSpPr/>
            <p:nvPr/>
          </p:nvSpPr>
          <p:spPr>
            <a:xfrm>
              <a:off x="1414714" y="1806817"/>
              <a:ext cx="88797" cy="260827"/>
            </a:xfrm>
            <a:custGeom>
              <a:avLst/>
              <a:gdLst/>
              <a:ahLst/>
              <a:cxnLst/>
              <a:rect l="l" t="t" r="r" b="b"/>
              <a:pathLst>
                <a:path w="894" h="2626" extrusionOk="0">
                  <a:moveTo>
                    <a:pt x="21" y="0"/>
                  </a:moveTo>
                  <a:lnTo>
                    <a:pt x="1" y="16"/>
                  </a:lnTo>
                  <a:cubicBezTo>
                    <a:pt x="1" y="16"/>
                    <a:pt x="1" y="36"/>
                    <a:pt x="21" y="36"/>
                  </a:cubicBezTo>
                  <a:cubicBezTo>
                    <a:pt x="69" y="53"/>
                    <a:pt x="85" y="85"/>
                    <a:pt x="122" y="137"/>
                  </a:cubicBezTo>
                  <a:cubicBezTo>
                    <a:pt x="122" y="154"/>
                    <a:pt x="138" y="154"/>
                    <a:pt x="138" y="170"/>
                  </a:cubicBezTo>
                  <a:cubicBezTo>
                    <a:pt x="271" y="372"/>
                    <a:pt x="425" y="574"/>
                    <a:pt x="542" y="776"/>
                  </a:cubicBezTo>
                  <a:cubicBezTo>
                    <a:pt x="627" y="893"/>
                    <a:pt x="691" y="994"/>
                    <a:pt x="760" y="1111"/>
                  </a:cubicBezTo>
                  <a:cubicBezTo>
                    <a:pt x="808" y="1180"/>
                    <a:pt x="829" y="1228"/>
                    <a:pt x="829" y="1297"/>
                  </a:cubicBezTo>
                  <a:lnTo>
                    <a:pt x="829" y="1584"/>
                  </a:lnTo>
                  <a:cubicBezTo>
                    <a:pt x="829" y="1818"/>
                    <a:pt x="829" y="2036"/>
                    <a:pt x="845" y="2258"/>
                  </a:cubicBezTo>
                  <a:lnTo>
                    <a:pt x="845" y="2339"/>
                  </a:lnTo>
                  <a:cubicBezTo>
                    <a:pt x="845" y="2424"/>
                    <a:pt x="845" y="2525"/>
                    <a:pt x="877" y="2626"/>
                  </a:cubicBezTo>
                  <a:lnTo>
                    <a:pt x="893" y="2626"/>
                  </a:lnTo>
                  <a:lnTo>
                    <a:pt x="893" y="2610"/>
                  </a:lnTo>
                  <a:cubicBezTo>
                    <a:pt x="861" y="2525"/>
                    <a:pt x="861" y="2440"/>
                    <a:pt x="861" y="2339"/>
                  </a:cubicBezTo>
                  <a:lnTo>
                    <a:pt x="861" y="2258"/>
                  </a:lnTo>
                  <a:lnTo>
                    <a:pt x="861" y="1584"/>
                  </a:lnTo>
                  <a:lnTo>
                    <a:pt x="861" y="1297"/>
                  </a:lnTo>
                  <a:cubicBezTo>
                    <a:pt x="861" y="1228"/>
                    <a:pt x="829" y="1163"/>
                    <a:pt x="792" y="1095"/>
                  </a:cubicBezTo>
                  <a:cubicBezTo>
                    <a:pt x="707" y="978"/>
                    <a:pt x="643" y="877"/>
                    <a:pt x="574" y="760"/>
                  </a:cubicBezTo>
                  <a:cubicBezTo>
                    <a:pt x="441" y="558"/>
                    <a:pt x="304" y="356"/>
                    <a:pt x="170" y="154"/>
                  </a:cubicBezTo>
                  <a:cubicBezTo>
                    <a:pt x="154" y="137"/>
                    <a:pt x="154" y="137"/>
                    <a:pt x="138" y="117"/>
                  </a:cubicBezTo>
                  <a:cubicBezTo>
                    <a:pt x="122" y="69"/>
                    <a:pt x="85" y="1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0">
              <a:extLst>
                <a:ext uri="{FF2B5EF4-FFF2-40B4-BE49-F238E27FC236}">
                  <a16:creationId xmlns:a16="http://schemas.microsoft.com/office/drawing/2014/main" id="{BCA5305D-48EA-FA76-79AE-4BBEE46B524F}"/>
                </a:ext>
              </a:extLst>
            </p:cNvPr>
            <p:cNvSpPr/>
            <p:nvPr/>
          </p:nvSpPr>
          <p:spPr>
            <a:xfrm>
              <a:off x="2095190" y="3264908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17" y="336"/>
                    <a:pt x="1" y="384"/>
                  </a:cubicBezTo>
                  <a:cubicBezTo>
                    <a:pt x="1" y="404"/>
                    <a:pt x="1" y="404"/>
                    <a:pt x="17" y="404"/>
                  </a:cubicBezTo>
                  <a:lnTo>
                    <a:pt x="37" y="404"/>
                  </a:lnTo>
                  <a:cubicBezTo>
                    <a:pt x="53" y="336"/>
                    <a:pt x="53" y="267"/>
                    <a:pt x="53" y="202"/>
                  </a:cubicBezTo>
                  <a:cubicBezTo>
                    <a:pt x="37" y="134"/>
                    <a:pt x="37" y="8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0">
              <a:extLst>
                <a:ext uri="{FF2B5EF4-FFF2-40B4-BE49-F238E27FC236}">
                  <a16:creationId xmlns:a16="http://schemas.microsoft.com/office/drawing/2014/main" id="{AF0F0534-04B9-E40F-286A-4874F9E9B5FC}"/>
                </a:ext>
              </a:extLst>
            </p:cNvPr>
            <p:cNvSpPr/>
            <p:nvPr/>
          </p:nvSpPr>
          <p:spPr>
            <a:xfrm>
              <a:off x="1271090" y="1276024"/>
              <a:ext cx="140545" cy="163290"/>
            </a:xfrm>
            <a:custGeom>
              <a:avLst/>
              <a:gdLst/>
              <a:ahLst/>
              <a:cxnLst/>
              <a:rect l="l" t="t" r="r" b="b"/>
              <a:pathLst>
                <a:path w="1415" h="1644" extrusionOk="0">
                  <a:moveTo>
                    <a:pt x="1399" y="0"/>
                  </a:moveTo>
                  <a:cubicBezTo>
                    <a:pt x="1398" y="0"/>
                    <a:pt x="1398" y="2"/>
                    <a:pt x="1398" y="8"/>
                  </a:cubicBezTo>
                  <a:cubicBezTo>
                    <a:pt x="1281" y="76"/>
                    <a:pt x="1164" y="129"/>
                    <a:pt x="1043" y="193"/>
                  </a:cubicBezTo>
                  <a:cubicBezTo>
                    <a:pt x="776" y="363"/>
                    <a:pt x="489" y="513"/>
                    <a:pt x="218" y="682"/>
                  </a:cubicBezTo>
                  <a:cubicBezTo>
                    <a:pt x="0" y="799"/>
                    <a:pt x="0" y="816"/>
                    <a:pt x="0" y="1070"/>
                  </a:cubicBezTo>
                  <a:lnTo>
                    <a:pt x="0" y="1240"/>
                  </a:lnTo>
                  <a:cubicBezTo>
                    <a:pt x="0" y="1373"/>
                    <a:pt x="0" y="1490"/>
                    <a:pt x="16" y="1624"/>
                  </a:cubicBezTo>
                  <a:lnTo>
                    <a:pt x="33" y="1644"/>
                  </a:lnTo>
                  <a:lnTo>
                    <a:pt x="53" y="1624"/>
                  </a:lnTo>
                  <a:cubicBezTo>
                    <a:pt x="33" y="1490"/>
                    <a:pt x="33" y="1357"/>
                    <a:pt x="33" y="1240"/>
                  </a:cubicBezTo>
                  <a:lnTo>
                    <a:pt x="33" y="1070"/>
                  </a:lnTo>
                  <a:cubicBezTo>
                    <a:pt x="33" y="816"/>
                    <a:pt x="33" y="816"/>
                    <a:pt x="235" y="698"/>
                  </a:cubicBezTo>
                  <a:cubicBezTo>
                    <a:pt x="505" y="549"/>
                    <a:pt x="792" y="379"/>
                    <a:pt x="1063" y="230"/>
                  </a:cubicBezTo>
                  <a:cubicBezTo>
                    <a:pt x="1180" y="161"/>
                    <a:pt x="1297" y="92"/>
                    <a:pt x="1398" y="28"/>
                  </a:cubicBezTo>
                  <a:cubicBezTo>
                    <a:pt x="1414" y="28"/>
                    <a:pt x="1414" y="8"/>
                    <a:pt x="1414" y="8"/>
                  </a:cubicBezTo>
                  <a:cubicBezTo>
                    <a:pt x="1403" y="8"/>
                    <a:pt x="1400" y="0"/>
                    <a:pt x="13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0">
              <a:extLst>
                <a:ext uri="{FF2B5EF4-FFF2-40B4-BE49-F238E27FC236}">
                  <a16:creationId xmlns:a16="http://schemas.microsoft.com/office/drawing/2014/main" id="{AB524952-9A3F-0E75-55EF-03C765BA9A79}"/>
                </a:ext>
              </a:extLst>
            </p:cNvPr>
            <p:cNvSpPr/>
            <p:nvPr/>
          </p:nvSpPr>
          <p:spPr>
            <a:xfrm>
              <a:off x="1378162" y="3085924"/>
              <a:ext cx="4966" cy="102007"/>
            </a:xfrm>
            <a:custGeom>
              <a:avLst/>
              <a:gdLst/>
              <a:ahLst/>
              <a:cxnLst/>
              <a:rect l="l" t="t" r="r" b="b"/>
              <a:pathLst>
                <a:path w="50" h="1027" extrusionOk="0">
                  <a:moveTo>
                    <a:pt x="17" y="1"/>
                  </a:moveTo>
                  <a:cubicBezTo>
                    <a:pt x="17" y="1"/>
                    <a:pt x="1" y="17"/>
                    <a:pt x="17" y="17"/>
                  </a:cubicBezTo>
                  <a:cubicBezTo>
                    <a:pt x="33" y="134"/>
                    <a:pt x="33" y="251"/>
                    <a:pt x="17" y="352"/>
                  </a:cubicBezTo>
                  <a:lnTo>
                    <a:pt x="17" y="522"/>
                  </a:lnTo>
                  <a:lnTo>
                    <a:pt x="17" y="857"/>
                  </a:lnTo>
                  <a:lnTo>
                    <a:pt x="17" y="1027"/>
                  </a:lnTo>
                  <a:lnTo>
                    <a:pt x="49" y="1027"/>
                  </a:lnTo>
                  <a:lnTo>
                    <a:pt x="49" y="857"/>
                  </a:lnTo>
                  <a:lnTo>
                    <a:pt x="49" y="522"/>
                  </a:lnTo>
                  <a:lnTo>
                    <a:pt x="49" y="352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0">
              <a:extLst>
                <a:ext uri="{FF2B5EF4-FFF2-40B4-BE49-F238E27FC236}">
                  <a16:creationId xmlns:a16="http://schemas.microsoft.com/office/drawing/2014/main" id="{E61023EC-4C9F-7354-D017-2507A98E9123}"/>
                </a:ext>
              </a:extLst>
            </p:cNvPr>
            <p:cNvSpPr/>
            <p:nvPr/>
          </p:nvSpPr>
          <p:spPr>
            <a:xfrm>
              <a:off x="1252616" y="2111348"/>
              <a:ext cx="160609" cy="80354"/>
            </a:xfrm>
            <a:custGeom>
              <a:avLst/>
              <a:gdLst/>
              <a:ahLst/>
              <a:cxnLst/>
              <a:rect l="l" t="t" r="r" b="b"/>
              <a:pathLst>
                <a:path w="1617" h="809" extrusionOk="0">
                  <a:moveTo>
                    <a:pt x="1584" y="0"/>
                  </a:moveTo>
                  <a:lnTo>
                    <a:pt x="1382" y="101"/>
                  </a:lnTo>
                  <a:cubicBezTo>
                    <a:pt x="1229" y="166"/>
                    <a:pt x="1079" y="234"/>
                    <a:pt x="926" y="303"/>
                  </a:cubicBezTo>
                  <a:lnTo>
                    <a:pt x="760" y="384"/>
                  </a:lnTo>
                  <a:cubicBezTo>
                    <a:pt x="542" y="485"/>
                    <a:pt x="320" y="586"/>
                    <a:pt x="85" y="707"/>
                  </a:cubicBezTo>
                  <a:cubicBezTo>
                    <a:pt x="53" y="723"/>
                    <a:pt x="17" y="739"/>
                    <a:pt x="1" y="788"/>
                  </a:cubicBezTo>
                  <a:cubicBezTo>
                    <a:pt x="1" y="788"/>
                    <a:pt x="1" y="808"/>
                    <a:pt x="17" y="808"/>
                  </a:cubicBezTo>
                  <a:cubicBezTo>
                    <a:pt x="17" y="808"/>
                    <a:pt x="37" y="808"/>
                    <a:pt x="37" y="788"/>
                  </a:cubicBezTo>
                  <a:cubicBezTo>
                    <a:pt x="37" y="756"/>
                    <a:pt x="53" y="739"/>
                    <a:pt x="101" y="723"/>
                  </a:cubicBezTo>
                  <a:cubicBezTo>
                    <a:pt x="320" y="622"/>
                    <a:pt x="558" y="521"/>
                    <a:pt x="776" y="420"/>
                  </a:cubicBezTo>
                  <a:lnTo>
                    <a:pt x="946" y="335"/>
                  </a:lnTo>
                  <a:cubicBezTo>
                    <a:pt x="1095" y="267"/>
                    <a:pt x="1249" y="182"/>
                    <a:pt x="1382" y="117"/>
                  </a:cubicBezTo>
                  <a:lnTo>
                    <a:pt x="1600" y="16"/>
                  </a:lnTo>
                  <a:cubicBezTo>
                    <a:pt x="1616" y="16"/>
                    <a:pt x="1616" y="16"/>
                    <a:pt x="1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0">
              <a:extLst>
                <a:ext uri="{FF2B5EF4-FFF2-40B4-BE49-F238E27FC236}">
                  <a16:creationId xmlns:a16="http://schemas.microsoft.com/office/drawing/2014/main" id="{B2618A22-6AF6-74B0-F3EF-F80491FAC054}"/>
                </a:ext>
              </a:extLst>
            </p:cNvPr>
            <p:cNvSpPr/>
            <p:nvPr/>
          </p:nvSpPr>
          <p:spPr>
            <a:xfrm>
              <a:off x="931597" y="3244844"/>
              <a:ext cx="5364" cy="88300"/>
            </a:xfrm>
            <a:custGeom>
              <a:avLst/>
              <a:gdLst/>
              <a:ahLst/>
              <a:cxnLst/>
              <a:rect l="l" t="t" r="r" b="b"/>
              <a:pathLst>
                <a:path w="54" h="889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02"/>
                  </a:lnTo>
                  <a:lnTo>
                    <a:pt x="1" y="740"/>
                  </a:lnTo>
                  <a:lnTo>
                    <a:pt x="1" y="772"/>
                  </a:lnTo>
                  <a:cubicBezTo>
                    <a:pt x="1" y="808"/>
                    <a:pt x="1" y="840"/>
                    <a:pt x="17" y="889"/>
                  </a:cubicBezTo>
                  <a:lnTo>
                    <a:pt x="37" y="889"/>
                  </a:lnTo>
                  <a:cubicBezTo>
                    <a:pt x="53" y="889"/>
                    <a:pt x="53" y="873"/>
                    <a:pt x="53" y="873"/>
                  </a:cubicBezTo>
                  <a:cubicBezTo>
                    <a:pt x="37" y="840"/>
                    <a:pt x="37" y="808"/>
                    <a:pt x="37" y="772"/>
                  </a:cubicBezTo>
                  <a:lnTo>
                    <a:pt x="37" y="740"/>
                  </a:lnTo>
                  <a:lnTo>
                    <a:pt x="37" y="202"/>
                  </a:lnTo>
                  <a:lnTo>
                    <a:pt x="37" y="16"/>
                  </a:ln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0">
              <a:extLst>
                <a:ext uri="{FF2B5EF4-FFF2-40B4-BE49-F238E27FC236}">
                  <a16:creationId xmlns:a16="http://schemas.microsoft.com/office/drawing/2014/main" id="{F3ED6BD6-49C9-311B-9B46-58DBD41B0987}"/>
                </a:ext>
              </a:extLst>
            </p:cNvPr>
            <p:cNvSpPr/>
            <p:nvPr/>
          </p:nvSpPr>
          <p:spPr>
            <a:xfrm>
              <a:off x="791152" y="2649391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70"/>
                    <a:pt x="17" y="340"/>
                    <a:pt x="17" y="505"/>
                  </a:cubicBezTo>
                  <a:lnTo>
                    <a:pt x="17" y="792"/>
                  </a:lnTo>
                  <a:cubicBezTo>
                    <a:pt x="17" y="792"/>
                    <a:pt x="17" y="808"/>
                    <a:pt x="37" y="808"/>
                  </a:cubicBezTo>
                  <a:lnTo>
                    <a:pt x="37" y="792"/>
                  </a:lnTo>
                  <a:lnTo>
                    <a:pt x="37" y="505"/>
                  </a:lnTo>
                  <a:cubicBezTo>
                    <a:pt x="53" y="340"/>
                    <a:pt x="53" y="17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0">
              <a:extLst>
                <a:ext uri="{FF2B5EF4-FFF2-40B4-BE49-F238E27FC236}">
                  <a16:creationId xmlns:a16="http://schemas.microsoft.com/office/drawing/2014/main" id="{A27901CA-748B-1CA7-BD83-D0CD6E7EA8B9}"/>
                </a:ext>
              </a:extLst>
            </p:cNvPr>
            <p:cNvSpPr/>
            <p:nvPr/>
          </p:nvSpPr>
          <p:spPr>
            <a:xfrm>
              <a:off x="672458" y="1604591"/>
              <a:ext cx="145710" cy="192293"/>
            </a:xfrm>
            <a:custGeom>
              <a:avLst/>
              <a:gdLst/>
              <a:ahLst/>
              <a:cxnLst/>
              <a:rect l="l" t="t" r="r" b="b"/>
              <a:pathLst>
                <a:path w="1467" h="1936" extrusionOk="0">
                  <a:moveTo>
                    <a:pt x="1398" y="0"/>
                  </a:moveTo>
                  <a:lnTo>
                    <a:pt x="1398" y="16"/>
                  </a:lnTo>
                  <a:cubicBezTo>
                    <a:pt x="1434" y="101"/>
                    <a:pt x="1434" y="170"/>
                    <a:pt x="1434" y="255"/>
                  </a:cubicBezTo>
                  <a:cubicBezTo>
                    <a:pt x="1414" y="303"/>
                    <a:pt x="1414" y="356"/>
                    <a:pt x="1414" y="404"/>
                  </a:cubicBezTo>
                  <a:cubicBezTo>
                    <a:pt x="1434" y="489"/>
                    <a:pt x="1434" y="590"/>
                    <a:pt x="1434" y="691"/>
                  </a:cubicBezTo>
                  <a:cubicBezTo>
                    <a:pt x="1434" y="776"/>
                    <a:pt x="1414" y="861"/>
                    <a:pt x="1434" y="941"/>
                  </a:cubicBezTo>
                  <a:cubicBezTo>
                    <a:pt x="1434" y="1026"/>
                    <a:pt x="1398" y="1079"/>
                    <a:pt x="1333" y="1127"/>
                  </a:cubicBezTo>
                  <a:cubicBezTo>
                    <a:pt x="1063" y="1264"/>
                    <a:pt x="828" y="1414"/>
                    <a:pt x="574" y="1547"/>
                  </a:cubicBezTo>
                  <a:cubicBezTo>
                    <a:pt x="473" y="1616"/>
                    <a:pt x="388" y="1668"/>
                    <a:pt x="287" y="1733"/>
                  </a:cubicBezTo>
                  <a:cubicBezTo>
                    <a:pt x="255" y="1749"/>
                    <a:pt x="238" y="1749"/>
                    <a:pt x="222" y="1769"/>
                  </a:cubicBezTo>
                  <a:cubicBezTo>
                    <a:pt x="154" y="1802"/>
                    <a:pt x="69" y="1850"/>
                    <a:pt x="0" y="1919"/>
                  </a:cubicBezTo>
                  <a:lnTo>
                    <a:pt x="0" y="1935"/>
                  </a:lnTo>
                  <a:lnTo>
                    <a:pt x="20" y="1935"/>
                  </a:lnTo>
                  <a:cubicBezTo>
                    <a:pt x="85" y="1870"/>
                    <a:pt x="154" y="1834"/>
                    <a:pt x="238" y="1786"/>
                  </a:cubicBezTo>
                  <a:cubicBezTo>
                    <a:pt x="255" y="1786"/>
                    <a:pt x="271" y="1769"/>
                    <a:pt x="287" y="1749"/>
                  </a:cubicBezTo>
                  <a:cubicBezTo>
                    <a:pt x="388" y="1701"/>
                    <a:pt x="489" y="1632"/>
                    <a:pt x="590" y="1584"/>
                  </a:cubicBezTo>
                  <a:cubicBezTo>
                    <a:pt x="828" y="1430"/>
                    <a:pt x="1079" y="1281"/>
                    <a:pt x="1333" y="1143"/>
                  </a:cubicBezTo>
                  <a:cubicBezTo>
                    <a:pt x="1434" y="1095"/>
                    <a:pt x="1467" y="1026"/>
                    <a:pt x="1450" y="941"/>
                  </a:cubicBezTo>
                  <a:lnTo>
                    <a:pt x="1450" y="691"/>
                  </a:lnTo>
                  <a:lnTo>
                    <a:pt x="1450" y="388"/>
                  </a:lnTo>
                  <a:lnTo>
                    <a:pt x="1450" y="255"/>
                  </a:lnTo>
                  <a:cubicBezTo>
                    <a:pt x="1467" y="186"/>
                    <a:pt x="1467" y="85"/>
                    <a:pt x="1414" y="16"/>
                  </a:cubicBezTo>
                  <a:cubicBezTo>
                    <a:pt x="1414" y="0"/>
                    <a:pt x="1414" y="0"/>
                    <a:pt x="13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0">
              <a:extLst>
                <a:ext uri="{FF2B5EF4-FFF2-40B4-BE49-F238E27FC236}">
                  <a16:creationId xmlns:a16="http://schemas.microsoft.com/office/drawing/2014/main" id="{AEB9CC24-F531-24B0-8D0B-1A20F638897C}"/>
                </a:ext>
              </a:extLst>
            </p:cNvPr>
            <p:cNvSpPr/>
            <p:nvPr/>
          </p:nvSpPr>
          <p:spPr>
            <a:xfrm>
              <a:off x="1256191" y="2643332"/>
              <a:ext cx="162198" cy="230434"/>
            </a:xfrm>
            <a:custGeom>
              <a:avLst/>
              <a:gdLst/>
              <a:ahLst/>
              <a:cxnLst/>
              <a:rect l="l" t="t" r="r" b="b"/>
              <a:pathLst>
                <a:path w="1633" h="2320" extrusionOk="0">
                  <a:moveTo>
                    <a:pt x="1539" y="1"/>
                  </a:moveTo>
                  <a:cubicBezTo>
                    <a:pt x="1519" y="1"/>
                    <a:pt x="1498" y="5"/>
                    <a:pt x="1479" y="13"/>
                  </a:cubicBezTo>
                  <a:cubicBezTo>
                    <a:pt x="1294" y="78"/>
                    <a:pt x="1128" y="162"/>
                    <a:pt x="958" y="231"/>
                  </a:cubicBezTo>
                  <a:lnTo>
                    <a:pt x="809" y="280"/>
                  </a:lnTo>
                  <a:cubicBezTo>
                    <a:pt x="724" y="316"/>
                    <a:pt x="655" y="348"/>
                    <a:pt x="570" y="381"/>
                  </a:cubicBezTo>
                  <a:cubicBezTo>
                    <a:pt x="385" y="465"/>
                    <a:pt x="203" y="534"/>
                    <a:pt x="1" y="603"/>
                  </a:cubicBezTo>
                  <a:lnTo>
                    <a:pt x="1" y="619"/>
                  </a:lnTo>
                  <a:lnTo>
                    <a:pt x="17" y="619"/>
                  </a:lnTo>
                  <a:cubicBezTo>
                    <a:pt x="203" y="566"/>
                    <a:pt x="405" y="481"/>
                    <a:pt x="587" y="401"/>
                  </a:cubicBezTo>
                  <a:cubicBezTo>
                    <a:pt x="655" y="381"/>
                    <a:pt x="740" y="348"/>
                    <a:pt x="809" y="316"/>
                  </a:cubicBezTo>
                  <a:lnTo>
                    <a:pt x="974" y="247"/>
                  </a:lnTo>
                  <a:cubicBezTo>
                    <a:pt x="1144" y="179"/>
                    <a:pt x="1314" y="114"/>
                    <a:pt x="1479" y="45"/>
                  </a:cubicBezTo>
                  <a:cubicBezTo>
                    <a:pt x="1506" y="37"/>
                    <a:pt x="1523" y="33"/>
                    <a:pt x="1537" y="33"/>
                  </a:cubicBezTo>
                  <a:cubicBezTo>
                    <a:pt x="1552" y="33"/>
                    <a:pt x="1564" y="37"/>
                    <a:pt x="1580" y="45"/>
                  </a:cubicBezTo>
                  <a:cubicBezTo>
                    <a:pt x="1597" y="61"/>
                    <a:pt x="1597" y="78"/>
                    <a:pt x="1597" y="114"/>
                  </a:cubicBezTo>
                  <a:cubicBezTo>
                    <a:pt x="1597" y="231"/>
                    <a:pt x="1597" y="364"/>
                    <a:pt x="1580" y="481"/>
                  </a:cubicBezTo>
                  <a:lnTo>
                    <a:pt x="1580" y="720"/>
                  </a:lnTo>
                  <a:cubicBezTo>
                    <a:pt x="1580" y="768"/>
                    <a:pt x="1564" y="784"/>
                    <a:pt x="1496" y="805"/>
                  </a:cubicBezTo>
                  <a:cubicBezTo>
                    <a:pt x="1261" y="885"/>
                    <a:pt x="1027" y="986"/>
                    <a:pt x="809" y="1071"/>
                  </a:cubicBezTo>
                  <a:cubicBezTo>
                    <a:pt x="607" y="1156"/>
                    <a:pt x="405" y="1241"/>
                    <a:pt x="203" y="1310"/>
                  </a:cubicBezTo>
                  <a:cubicBezTo>
                    <a:pt x="134" y="1342"/>
                    <a:pt x="102" y="1374"/>
                    <a:pt x="102" y="1443"/>
                  </a:cubicBezTo>
                  <a:lnTo>
                    <a:pt x="102" y="1714"/>
                  </a:lnTo>
                  <a:cubicBezTo>
                    <a:pt x="102" y="1916"/>
                    <a:pt x="102" y="2118"/>
                    <a:pt x="118" y="2320"/>
                  </a:cubicBezTo>
                  <a:lnTo>
                    <a:pt x="134" y="2320"/>
                  </a:lnTo>
                  <a:cubicBezTo>
                    <a:pt x="118" y="2118"/>
                    <a:pt x="134" y="1916"/>
                    <a:pt x="134" y="1714"/>
                  </a:cubicBezTo>
                  <a:lnTo>
                    <a:pt x="134" y="1443"/>
                  </a:lnTo>
                  <a:cubicBezTo>
                    <a:pt x="134" y="1374"/>
                    <a:pt x="166" y="1358"/>
                    <a:pt x="219" y="1342"/>
                  </a:cubicBezTo>
                  <a:cubicBezTo>
                    <a:pt x="421" y="1257"/>
                    <a:pt x="623" y="1172"/>
                    <a:pt x="809" y="1108"/>
                  </a:cubicBezTo>
                  <a:cubicBezTo>
                    <a:pt x="1043" y="1007"/>
                    <a:pt x="1277" y="922"/>
                    <a:pt x="1516" y="837"/>
                  </a:cubicBezTo>
                  <a:cubicBezTo>
                    <a:pt x="1564" y="805"/>
                    <a:pt x="1597" y="784"/>
                    <a:pt x="1597" y="720"/>
                  </a:cubicBezTo>
                  <a:cubicBezTo>
                    <a:pt x="1597" y="635"/>
                    <a:pt x="1617" y="566"/>
                    <a:pt x="1617" y="481"/>
                  </a:cubicBezTo>
                  <a:cubicBezTo>
                    <a:pt x="1617" y="364"/>
                    <a:pt x="1633" y="231"/>
                    <a:pt x="1633" y="114"/>
                  </a:cubicBezTo>
                  <a:cubicBezTo>
                    <a:pt x="1633" y="61"/>
                    <a:pt x="1617" y="29"/>
                    <a:pt x="1597" y="13"/>
                  </a:cubicBezTo>
                  <a:cubicBezTo>
                    <a:pt x="1580" y="5"/>
                    <a:pt x="1560" y="1"/>
                    <a:pt x="15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0">
              <a:extLst>
                <a:ext uri="{FF2B5EF4-FFF2-40B4-BE49-F238E27FC236}">
                  <a16:creationId xmlns:a16="http://schemas.microsoft.com/office/drawing/2014/main" id="{A4AA7854-B6E4-499C-18E6-4039AEF6D707}"/>
                </a:ext>
              </a:extLst>
            </p:cNvPr>
            <p:cNvSpPr/>
            <p:nvPr/>
          </p:nvSpPr>
          <p:spPr>
            <a:xfrm>
              <a:off x="2167002" y="3353109"/>
              <a:ext cx="6953" cy="38637"/>
            </a:xfrm>
            <a:custGeom>
              <a:avLst/>
              <a:gdLst/>
              <a:ahLst/>
              <a:cxnLst/>
              <a:rect l="l" t="t" r="r" b="b"/>
              <a:pathLst>
                <a:path w="70" h="389" extrusionOk="0">
                  <a:moveTo>
                    <a:pt x="53" y="1"/>
                  </a:moveTo>
                  <a:cubicBezTo>
                    <a:pt x="53" y="1"/>
                    <a:pt x="37" y="1"/>
                    <a:pt x="37" y="21"/>
                  </a:cubicBezTo>
                  <a:cubicBezTo>
                    <a:pt x="21" y="70"/>
                    <a:pt x="21" y="138"/>
                    <a:pt x="21" y="203"/>
                  </a:cubicBezTo>
                  <a:cubicBezTo>
                    <a:pt x="21" y="255"/>
                    <a:pt x="37" y="324"/>
                    <a:pt x="21" y="373"/>
                  </a:cubicBezTo>
                  <a:cubicBezTo>
                    <a:pt x="1" y="389"/>
                    <a:pt x="21" y="389"/>
                    <a:pt x="21" y="389"/>
                  </a:cubicBezTo>
                  <a:lnTo>
                    <a:pt x="37" y="389"/>
                  </a:lnTo>
                  <a:cubicBezTo>
                    <a:pt x="53" y="324"/>
                    <a:pt x="53" y="255"/>
                    <a:pt x="53" y="203"/>
                  </a:cubicBezTo>
                  <a:cubicBezTo>
                    <a:pt x="53" y="138"/>
                    <a:pt x="53" y="86"/>
                    <a:pt x="70" y="21"/>
                  </a:cubicBezTo>
                  <a:cubicBezTo>
                    <a:pt x="70" y="21"/>
                    <a:pt x="70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0">
              <a:extLst>
                <a:ext uri="{FF2B5EF4-FFF2-40B4-BE49-F238E27FC236}">
                  <a16:creationId xmlns:a16="http://schemas.microsoft.com/office/drawing/2014/main" id="{3142B458-2FC5-EA18-21C8-840ACA6D9523}"/>
                </a:ext>
              </a:extLst>
            </p:cNvPr>
            <p:cNvSpPr/>
            <p:nvPr/>
          </p:nvSpPr>
          <p:spPr>
            <a:xfrm>
              <a:off x="1740897" y="2459184"/>
              <a:ext cx="142134" cy="290625"/>
            </a:xfrm>
            <a:custGeom>
              <a:avLst/>
              <a:gdLst/>
              <a:ahLst/>
              <a:cxnLst/>
              <a:rect l="l" t="t" r="r" b="b"/>
              <a:pathLst>
                <a:path w="1431" h="2926" extrusionOk="0">
                  <a:moveTo>
                    <a:pt x="41" y="1"/>
                  </a:moveTo>
                  <a:cubicBezTo>
                    <a:pt x="37" y="1"/>
                    <a:pt x="33" y="5"/>
                    <a:pt x="33" y="13"/>
                  </a:cubicBezTo>
                  <a:cubicBezTo>
                    <a:pt x="1" y="65"/>
                    <a:pt x="1" y="114"/>
                    <a:pt x="1" y="166"/>
                  </a:cubicBezTo>
                  <a:lnTo>
                    <a:pt x="1" y="336"/>
                  </a:lnTo>
                  <a:lnTo>
                    <a:pt x="1" y="922"/>
                  </a:lnTo>
                  <a:cubicBezTo>
                    <a:pt x="1" y="1006"/>
                    <a:pt x="17" y="1059"/>
                    <a:pt x="69" y="1124"/>
                  </a:cubicBezTo>
                  <a:cubicBezTo>
                    <a:pt x="271" y="1378"/>
                    <a:pt x="453" y="1649"/>
                    <a:pt x="639" y="1915"/>
                  </a:cubicBezTo>
                  <a:cubicBezTo>
                    <a:pt x="793" y="2134"/>
                    <a:pt x="958" y="2356"/>
                    <a:pt x="1112" y="2574"/>
                  </a:cubicBezTo>
                  <a:cubicBezTo>
                    <a:pt x="1144" y="2606"/>
                    <a:pt x="1180" y="2638"/>
                    <a:pt x="1197" y="2675"/>
                  </a:cubicBezTo>
                  <a:cubicBezTo>
                    <a:pt x="1245" y="2776"/>
                    <a:pt x="1314" y="2861"/>
                    <a:pt x="1399" y="2925"/>
                  </a:cubicBezTo>
                  <a:lnTo>
                    <a:pt x="1415" y="2925"/>
                  </a:lnTo>
                  <a:lnTo>
                    <a:pt x="1415" y="2909"/>
                  </a:lnTo>
                  <a:cubicBezTo>
                    <a:pt x="1431" y="2909"/>
                    <a:pt x="1431" y="2909"/>
                    <a:pt x="1415" y="2893"/>
                  </a:cubicBezTo>
                  <a:cubicBezTo>
                    <a:pt x="1330" y="2840"/>
                    <a:pt x="1261" y="2760"/>
                    <a:pt x="1213" y="2675"/>
                  </a:cubicBezTo>
                  <a:cubicBezTo>
                    <a:pt x="1197" y="2622"/>
                    <a:pt x="1160" y="2590"/>
                    <a:pt x="1144" y="2558"/>
                  </a:cubicBezTo>
                  <a:cubicBezTo>
                    <a:pt x="978" y="2335"/>
                    <a:pt x="825" y="2117"/>
                    <a:pt x="675" y="1899"/>
                  </a:cubicBezTo>
                  <a:cubicBezTo>
                    <a:pt x="490" y="1629"/>
                    <a:pt x="288" y="1362"/>
                    <a:pt x="86" y="1107"/>
                  </a:cubicBezTo>
                  <a:cubicBezTo>
                    <a:pt x="49" y="1059"/>
                    <a:pt x="33" y="990"/>
                    <a:pt x="33" y="922"/>
                  </a:cubicBezTo>
                  <a:lnTo>
                    <a:pt x="33" y="336"/>
                  </a:lnTo>
                  <a:lnTo>
                    <a:pt x="33" y="166"/>
                  </a:lnTo>
                  <a:cubicBezTo>
                    <a:pt x="33" y="114"/>
                    <a:pt x="33" y="65"/>
                    <a:pt x="49" y="33"/>
                  </a:cubicBezTo>
                  <a:cubicBezTo>
                    <a:pt x="69" y="13"/>
                    <a:pt x="49" y="13"/>
                    <a:pt x="49" y="13"/>
                  </a:cubicBezTo>
                  <a:cubicBezTo>
                    <a:pt x="49" y="5"/>
                    <a:pt x="45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0">
              <a:extLst>
                <a:ext uri="{FF2B5EF4-FFF2-40B4-BE49-F238E27FC236}">
                  <a16:creationId xmlns:a16="http://schemas.microsoft.com/office/drawing/2014/main" id="{02AF4B40-B438-33EF-A17F-592AD6212876}"/>
                </a:ext>
              </a:extLst>
            </p:cNvPr>
            <p:cNvSpPr/>
            <p:nvPr/>
          </p:nvSpPr>
          <p:spPr>
            <a:xfrm>
              <a:off x="672458" y="1758247"/>
              <a:ext cx="145710" cy="204312"/>
            </a:xfrm>
            <a:custGeom>
              <a:avLst/>
              <a:gdLst/>
              <a:ahLst/>
              <a:cxnLst/>
              <a:rect l="l" t="t" r="r" b="b"/>
              <a:pathLst>
                <a:path w="1467" h="2057" extrusionOk="0">
                  <a:moveTo>
                    <a:pt x="1398" y="0"/>
                  </a:moveTo>
                  <a:lnTo>
                    <a:pt x="1398" y="20"/>
                  </a:lnTo>
                  <a:cubicBezTo>
                    <a:pt x="1450" y="101"/>
                    <a:pt x="1434" y="186"/>
                    <a:pt x="1434" y="271"/>
                  </a:cubicBezTo>
                  <a:cubicBezTo>
                    <a:pt x="1414" y="323"/>
                    <a:pt x="1414" y="372"/>
                    <a:pt x="1414" y="424"/>
                  </a:cubicBezTo>
                  <a:cubicBezTo>
                    <a:pt x="1434" y="558"/>
                    <a:pt x="1434" y="707"/>
                    <a:pt x="1434" y="845"/>
                  </a:cubicBezTo>
                  <a:lnTo>
                    <a:pt x="1434" y="1148"/>
                  </a:lnTo>
                  <a:cubicBezTo>
                    <a:pt x="1434" y="1232"/>
                    <a:pt x="1398" y="1265"/>
                    <a:pt x="1333" y="1313"/>
                  </a:cubicBezTo>
                  <a:cubicBezTo>
                    <a:pt x="978" y="1499"/>
                    <a:pt x="626" y="1685"/>
                    <a:pt x="287" y="1871"/>
                  </a:cubicBezTo>
                  <a:lnTo>
                    <a:pt x="20" y="2020"/>
                  </a:lnTo>
                  <a:lnTo>
                    <a:pt x="0" y="2040"/>
                  </a:lnTo>
                  <a:lnTo>
                    <a:pt x="0" y="2056"/>
                  </a:lnTo>
                  <a:lnTo>
                    <a:pt x="37" y="2056"/>
                  </a:lnTo>
                  <a:lnTo>
                    <a:pt x="303" y="1903"/>
                  </a:lnTo>
                  <a:cubicBezTo>
                    <a:pt x="642" y="1717"/>
                    <a:pt x="994" y="1515"/>
                    <a:pt x="1333" y="1333"/>
                  </a:cubicBezTo>
                  <a:cubicBezTo>
                    <a:pt x="1414" y="1297"/>
                    <a:pt x="1467" y="1249"/>
                    <a:pt x="1450" y="1148"/>
                  </a:cubicBezTo>
                  <a:lnTo>
                    <a:pt x="1450" y="845"/>
                  </a:lnTo>
                  <a:lnTo>
                    <a:pt x="1450" y="424"/>
                  </a:lnTo>
                  <a:lnTo>
                    <a:pt x="1450" y="271"/>
                  </a:lnTo>
                  <a:cubicBezTo>
                    <a:pt x="1467" y="186"/>
                    <a:pt x="1467" y="85"/>
                    <a:pt x="14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0">
              <a:extLst>
                <a:ext uri="{FF2B5EF4-FFF2-40B4-BE49-F238E27FC236}">
                  <a16:creationId xmlns:a16="http://schemas.microsoft.com/office/drawing/2014/main" id="{8B7A73AE-BA43-9614-BC4E-592EB39E89B7}"/>
                </a:ext>
              </a:extLst>
            </p:cNvPr>
            <p:cNvSpPr/>
            <p:nvPr/>
          </p:nvSpPr>
          <p:spPr>
            <a:xfrm>
              <a:off x="869817" y="3147009"/>
              <a:ext cx="336314" cy="208285"/>
            </a:xfrm>
            <a:custGeom>
              <a:avLst/>
              <a:gdLst/>
              <a:ahLst/>
              <a:cxnLst/>
              <a:rect l="l" t="t" r="r" b="b"/>
              <a:pathLst>
                <a:path w="3386" h="2097" extrusionOk="0">
                  <a:moveTo>
                    <a:pt x="3371" y="0"/>
                  </a:moveTo>
                  <a:cubicBezTo>
                    <a:pt x="3368" y="0"/>
                    <a:pt x="3366" y="2"/>
                    <a:pt x="3366" y="8"/>
                  </a:cubicBezTo>
                  <a:cubicBezTo>
                    <a:pt x="3184" y="56"/>
                    <a:pt x="2998" y="125"/>
                    <a:pt x="2812" y="193"/>
                  </a:cubicBezTo>
                  <a:cubicBezTo>
                    <a:pt x="2610" y="278"/>
                    <a:pt x="2408" y="343"/>
                    <a:pt x="2222" y="412"/>
                  </a:cubicBezTo>
                  <a:cubicBezTo>
                    <a:pt x="2073" y="460"/>
                    <a:pt x="1936" y="513"/>
                    <a:pt x="1786" y="561"/>
                  </a:cubicBezTo>
                  <a:cubicBezTo>
                    <a:pt x="1483" y="682"/>
                    <a:pt x="1164" y="783"/>
                    <a:pt x="841" y="900"/>
                  </a:cubicBezTo>
                  <a:cubicBezTo>
                    <a:pt x="708" y="933"/>
                    <a:pt x="590" y="985"/>
                    <a:pt x="457" y="1034"/>
                  </a:cubicBezTo>
                  <a:cubicBezTo>
                    <a:pt x="356" y="1066"/>
                    <a:pt x="235" y="1102"/>
                    <a:pt x="118" y="1151"/>
                  </a:cubicBezTo>
                  <a:cubicBezTo>
                    <a:pt x="33" y="1167"/>
                    <a:pt x="1" y="1220"/>
                    <a:pt x="1" y="1321"/>
                  </a:cubicBezTo>
                  <a:lnTo>
                    <a:pt x="1" y="1741"/>
                  </a:lnTo>
                  <a:lnTo>
                    <a:pt x="1" y="1943"/>
                  </a:lnTo>
                  <a:lnTo>
                    <a:pt x="1" y="1975"/>
                  </a:lnTo>
                  <a:cubicBezTo>
                    <a:pt x="1" y="2011"/>
                    <a:pt x="1" y="2060"/>
                    <a:pt x="33" y="2096"/>
                  </a:cubicBezTo>
                  <a:lnTo>
                    <a:pt x="53" y="2096"/>
                  </a:lnTo>
                  <a:lnTo>
                    <a:pt x="53" y="2060"/>
                  </a:lnTo>
                  <a:cubicBezTo>
                    <a:pt x="33" y="2044"/>
                    <a:pt x="33" y="2011"/>
                    <a:pt x="33" y="1975"/>
                  </a:cubicBezTo>
                  <a:lnTo>
                    <a:pt x="33" y="1943"/>
                  </a:lnTo>
                  <a:lnTo>
                    <a:pt x="33" y="1741"/>
                  </a:lnTo>
                  <a:lnTo>
                    <a:pt x="33" y="1321"/>
                  </a:lnTo>
                  <a:cubicBezTo>
                    <a:pt x="33" y="1236"/>
                    <a:pt x="53" y="1203"/>
                    <a:pt x="134" y="1167"/>
                  </a:cubicBezTo>
                  <a:cubicBezTo>
                    <a:pt x="235" y="1135"/>
                    <a:pt x="356" y="1086"/>
                    <a:pt x="473" y="1050"/>
                  </a:cubicBezTo>
                  <a:cubicBezTo>
                    <a:pt x="590" y="1001"/>
                    <a:pt x="724" y="965"/>
                    <a:pt x="841" y="917"/>
                  </a:cubicBezTo>
                  <a:cubicBezTo>
                    <a:pt x="1164" y="816"/>
                    <a:pt x="1483" y="698"/>
                    <a:pt x="1802" y="581"/>
                  </a:cubicBezTo>
                  <a:cubicBezTo>
                    <a:pt x="1936" y="529"/>
                    <a:pt x="2089" y="480"/>
                    <a:pt x="2222" y="444"/>
                  </a:cubicBezTo>
                  <a:cubicBezTo>
                    <a:pt x="2424" y="359"/>
                    <a:pt x="2626" y="294"/>
                    <a:pt x="2812" y="226"/>
                  </a:cubicBezTo>
                  <a:cubicBezTo>
                    <a:pt x="2998" y="157"/>
                    <a:pt x="3184" y="92"/>
                    <a:pt x="3366" y="24"/>
                  </a:cubicBezTo>
                  <a:cubicBezTo>
                    <a:pt x="3386" y="24"/>
                    <a:pt x="3386" y="8"/>
                    <a:pt x="3386" y="8"/>
                  </a:cubicBezTo>
                  <a:cubicBezTo>
                    <a:pt x="3386" y="8"/>
                    <a:pt x="3377" y="0"/>
                    <a:pt x="3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0">
              <a:extLst>
                <a:ext uri="{FF2B5EF4-FFF2-40B4-BE49-F238E27FC236}">
                  <a16:creationId xmlns:a16="http://schemas.microsoft.com/office/drawing/2014/main" id="{C847FC45-E071-50E6-51DA-E3833A992684}"/>
                </a:ext>
              </a:extLst>
            </p:cNvPr>
            <p:cNvSpPr/>
            <p:nvPr/>
          </p:nvSpPr>
          <p:spPr>
            <a:xfrm>
              <a:off x="1334459" y="3276529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lnTo>
                    <a:pt x="1" y="235"/>
                  </a:lnTo>
                  <a:lnTo>
                    <a:pt x="1" y="873"/>
                  </a:lnTo>
                  <a:lnTo>
                    <a:pt x="1" y="909"/>
                  </a:lnTo>
                  <a:cubicBezTo>
                    <a:pt x="1" y="942"/>
                    <a:pt x="1" y="994"/>
                    <a:pt x="21" y="1026"/>
                  </a:cubicBezTo>
                  <a:lnTo>
                    <a:pt x="37" y="1026"/>
                  </a:lnTo>
                  <a:cubicBezTo>
                    <a:pt x="37" y="1026"/>
                    <a:pt x="53" y="1026"/>
                    <a:pt x="37" y="1010"/>
                  </a:cubicBezTo>
                  <a:cubicBezTo>
                    <a:pt x="21" y="974"/>
                    <a:pt x="37" y="942"/>
                    <a:pt x="37" y="909"/>
                  </a:cubicBezTo>
                  <a:lnTo>
                    <a:pt x="37" y="873"/>
                  </a:lnTo>
                  <a:lnTo>
                    <a:pt x="37" y="235"/>
                  </a:lnTo>
                  <a:lnTo>
                    <a:pt x="37" y="17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0">
              <a:extLst>
                <a:ext uri="{FF2B5EF4-FFF2-40B4-BE49-F238E27FC236}">
                  <a16:creationId xmlns:a16="http://schemas.microsoft.com/office/drawing/2014/main" id="{BA429BE5-E4A1-B976-CF13-E8AAB7C31B73}"/>
                </a:ext>
              </a:extLst>
            </p:cNvPr>
            <p:cNvSpPr/>
            <p:nvPr/>
          </p:nvSpPr>
          <p:spPr>
            <a:xfrm>
              <a:off x="1414714" y="3420153"/>
              <a:ext cx="87207" cy="180672"/>
            </a:xfrm>
            <a:custGeom>
              <a:avLst/>
              <a:gdLst/>
              <a:ahLst/>
              <a:cxnLst/>
              <a:rect l="l" t="t" r="r" b="b"/>
              <a:pathLst>
                <a:path w="878" h="1819" extrusionOk="0">
                  <a:moveTo>
                    <a:pt x="1" y="1"/>
                  </a:moveTo>
                  <a:lnTo>
                    <a:pt x="1" y="17"/>
                  </a:lnTo>
                  <a:cubicBezTo>
                    <a:pt x="170" y="134"/>
                    <a:pt x="324" y="271"/>
                    <a:pt x="473" y="405"/>
                  </a:cubicBezTo>
                  <a:cubicBezTo>
                    <a:pt x="558" y="506"/>
                    <a:pt x="659" y="590"/>
                    <a:pt x="776" y="675"/>
                  </a:cubicBezTo>
                  <a:cubicBezTo>
                    <a:pt x="829" y="724"/>
                    <a:pt x="845" y="792"/>
                    <a:pt x="845" y="877"/>
                  </a:cubicBezTo>
                  <a:lnTo>
                    <a:pt x="845" y="1499"/>
                  </a:lnTo>
                  <a:lnTo>
                    <a:pt x="845" y="1669"/>
                  </a:lnTo>
                  <a:cubicBezTo>
                    <a:pt x="845" y="1701"/>
                    <a:pt x="845" y="1750"/>
                    <a:pt x="808" y="1802"/>
                  </a:cubicBezTo>
                  <a:lnTo>
                    <a:pt x="829" y="1818"/>
                  </a:lnTo>
                  <a:lnTo>
                    <a:pt x="845" y="1802"/>
                  </a:lnTo>
                  <a:cubicBezTo>
                    <a:pt x="877" y="1770"/>
                    <a:pt x="877" y="1717"/>
                    <a:pt x="877" y="1669"/>
                  </a:cubicBezTo>
                  <a:lnTo>
                    <a:pt x="877" y="1499"/>
                  </a:lnTo>
                  <a:cubicBezTo>
                    <a:pt x="877" y="1297"/>
                    <a:pt x="861" y="1079"/>
                    <a:pt x="877" y="877"/>
                  </a:cubicBezTo>
                  <a:cubicBezTo>
                    <a:pt x="877" y="792"/>
                    <a:pt x="861" y="708"/>
                    <a:pt x="792" y="659"/>
                  </a:cubicBezTo>
                  <a:cubicBezTo>
                    <a:pt x="675" y="574"/>
                    <a:pt x="574" y="473"/>
                    <a:pt x="489" y="388"/>
                  </a:cubicBezTo>
                  <a:cubicBezTo>
                    <a:pt x="340" y="255"/>
                    <a:pt x="170" y="118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0">
              <a:extLst>
                <a:ext uri="{FF2B5EF4-FFF2-40B4-BE49-F238E27FC236}">
                  <a16:creationId xmlns:a16="http://schemas.microsoft.com/office/drawing/2014/main" id="{A9ECC62B-D247-FC29-AE43-2FF341BF64ED}"/>
                </a:ext>
              </a:extLst>
            </p:cNvPr>
            <p:cNvSpPr/>
            <p:nvPr/>
          </p:nvSpPr>
          <p:spPr>
            <a:xfrm>
              <a:off x="1182393" y="3156147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66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792"/>
                  </a:lnTo>
                  <a:cubicBezTo>
                    <a:pt x="17" y="841"/>
                    <a:pt x="17" y="893"/>
                    <a:pt x="37" y="942"/>
                  </a:cubicBezTo>
                  <a:lnTo>
                    <a:pt x="53" y="942"/>
                  </a:lnTo>
                  <a:cubicBezTo>
                    <a:pt x="53" y="942"/>
                    <a:pt x="69" y="942"/>
                    <a:pt x="53" y="926"/>
                  </a:cubicBezTo>
                  <a:cubicBezTo>
                    <a:pt x="37" y="893"/>
                    <a:pt x="53" y="841"/>
                    <a:pt x="53" y="792"/>
                  </a:cubicBezTo>
                  <a:lnTo>
                    <a:pt x="53" y="724"/>
                  </a:lnTo>
                  <a:lnTo>
                    <a:pt x="53" y="453"/>
                  </a:lnTo>
                  <a:cubicBezTo>
                    <a:pt x="53" y="320"/>
                    <a:pt x="53" y="166"/>
                    <a:pt x="37" y="17"/>
                  </a:cubicBez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0">
              <a:extLst>
                <a:ext uri="{FF2B5EF4-FFF2-40B4-BE49-F238E27FC236}">
                  <a16:creationId xmlns:a16="http://schemas.microsoft.com/office/drawing/2014/main" id="{03F8FDB8-79B2-32D8-B859-A39A8EEA99BB}"/>
                </a:ext>
              </a:extLst>
            </p:cNvPr>
            <p:cNvSpPr/>
            <p:nvPr/>
          </p:nvSpPr>
          <p:spPr>
            <a:xfrm>
              <a:off x="746257" y="3311392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0" y="405"/>
                  </a:cubicBezTo>
                  <a:lnTo>
                    <a:pt x="0" y="659"/>
                  </a:lnTo>
                  <a:cubicBezTo>
                    <a:pt x="17" y="675"/>
                    <a:pt x="0" y="675"/>
                    <a:pt x="0" y="692"/>
                  </a:cubicBezTo>
                  <a:cubicBezTo>
                    <a:pt x="0" y="724"/>
                    <a:pt x="0" y="776"/>
                    <a:pt x="17" y="809"/>
                  </a:cubicBezTo>
                  <a:lnTo>
                    <a:pt x="33" y="809"/>
                  </a:lnTo>
                  <a:cubicBezTo>
                    <a:pt x="49" y="809"/>
                    <a:pt x="49" y="809"/>
                    <a:pt x="49" y="793"/>
                  </a:cubicBezTo>
                  <a:cubicBezTo>
                    <a:pt x="33" y="760"/>
                    <a:pt x="33" y="724"/>
                    <a:pt x="33" y="692"/>
                  </a:cubicBezTo>
                  <a:lnTo>
                    <a:pt x="33" y="659"/>
                  </a:lnTo>
                  <a:lnTo>
                    <a:pt x="33" y="405"/>
                  </a:lnTo>
                  <a:cubicBezTo>
                    <a:pt x="33" y="288"/>
                    <a:pt x="33" y="154"/>
                    <a:pt x="17" y="17"/>
                  </a:cubicBezTo>
                  <a:cubicBezTo>
                    <a:pt x="17" y="1"/>
                    <a:pt x="17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0">
              <a:extLst>
                <a:ext uri="{FF2B5EF4-FFF2-40B4-BE49-F238E27FC236}">
                  <a16:creationId xmlns:a16="http://schemas.microsoft.com/office/drawing/2014/main" id="{CAFC2423-66CD-9701-36F0-29DE51D23930}"/>
                </a:ext>
              </a:extLst>
            </p:cNvPr>
            <p:cNvSpPr/>
            <p:nvPr/>
          </p:nvSpPr>
          <p:spPr>
            <a:xfrm>
              <a:off x="1135809" y="2494146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cubicBezTo>
                    <a:pt x="33" y="202"/>
                    <a:pt x="17" y="404"/>
                    <a:pt x="17" y="606"/>
                  </a:cubicBezTo>
                  <a:lnTo>
                    <a:pt x="17" y="707"/>
                  </a:lnTo>
                  <a:lnTo>
                    <a:pt x="17" y="792"/>
                  </a:lnTo>
                  <a:cubicBezTo>
                    <a:pt x="33" y="808"/>
                    <a:pt x="33" y="840"/>
                    <a:pt x="33" y="856"/>
                  </a:cubicBezTo>
                  <a:cubicBezTo>
                    <a:pt x="33" y="856"/>
                    <a:pt x="33" y="873"/>
                    <a:pt x="49" y="873"/>
                  </a:cubicBezTo>
                  <a:lnTo>
                    <a:pt x="49" y="856"/>
                  </a:lnTo>
                  <a:lnTo>
                    <a:pt x="49" y="792"/>
                  </a:lnTo>
                  <a:cubicBezTo>
                    <a:pt x="49" y="755"/>
                    <a:pt x="33" y="739"/>
                    <a:pt x="33" y="707"/>
                  </a:cubicBezTo>
                  <a:lnTo>
                    <a:pt x="33" y="606"/>
                  </a:lnTo>
                  <a:cubicBezTo>
                    <a:pt x="49" y="404"/>
                    <a:pt x="49" y="202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0">
              <a:extLst>
                <a:ext uri="{FF2B5EF4-FFF2-40B4-BE49-F238E27FC236}">
                  <a16:creationId xmlns:a16="http://schemas.microsoft.com/office/drawing/2014/main" id="{377920A6-DC64-68C1-E570-10E372C5D8F5}"/>
                </a:ext>
              </a:extLst>
            </p:cNvPr>
            <p:cNvSpPr/>
            <p:nvPr/>
          </p:nvSpPr>
          <p:spPr>
            <a:xfrm>
              <a:off x="2081979" y="3463459"/>
              <a:ext cx="100418" cy="117303"/>
            </a:xfrm>
            <a:custGeom>
              <a:avLst/>
              <a:gdLst/>
              <a:ahLst/>
              <a:cxnLst/>
              <a:rect l="l" t="t" r="r" b="b"/>
              <a:pathLst>
                <a:path w="1011" h="1181" extrusionOk="0">
                  <a:moveTo>
                    <a:pt x="17" y="1"/>
                  </a:moveTo>
                  <a:cubicBezTo>
                    <a:pt x="17" y="1"/>
                    <a:pt x="1" y="1"/>
                    <a:pt x="1" y="21"/>
                  </a:cubicBezTo>
                  <a:cubicBezTo>
                    <a:pt x="1" y="122"/>
                    <a:pt x="69" y="171"/>
                    <a:pt x="134" y="239"/>
                  </a:cubicBezTo>
                  <a:cubicBezTo>
                    <a:pt x="150" y="255"/>
                    <a:pt x="186" y="272"/>
                    <a:pt x="202" y="304"/>
                  </a:cubicBezTo>
                  <a:cubicBezTo>
                    <a:pt x="404" y="558"/>
                    <a:pt x="639" y="809"/>
                    <a:pt x="841" y="1063"/>
                  </a:cubicBezTo>
                  <a:lnTo>
                    <a:pt x="857" y="1079"/>
                  </a:lnTo>
                  <a:lnTo>
                    <a:pt x="877" y="1096"/>
                  </a:lnTo>
                  <a:cubicBezTo>
                    <a:pt x="909" y="1132"/>
                    <a:pt x="942" y="1180"/>
                    <a:pt x="994" y="1180"/>
                  </a:cubicBezTo>
                  <a:lnTo>
                    <a:pt x="1010" y="1180"/>
                  </a:lnTo>
                  <a:lnTo>
                    <a:pt x="1010" y="1164"/>
                  </a:lnTo>
                  <a:cubicBezTo>
                    <a:pt x="1010" y="1148"/>
                    <a:pt x="1010" y="1148"/>
                    <a:pt x="994" y="1148"/>
                  </a:cubicBezTo>
                  <a:cubicBezTo>
                    <a:pt x="958" y="1148"/>
                    <a:pt x="926" y="1112"/>
                    <a:pt x="893" y="1079"/>
                  </a:cubicBezTo>
                  <a:cubicBezTo>
                    <a:pt x="893" y="1079"/>
                    <a:pt x="893" y="1063"/>
                    <a:pt x="877" y="1063"/>
                  </a:cubicBezTo>
                  <a:lnTo>
                    <a:pt x="877" y="1047"/>
                  </a:lnTo>
                  <a:cubicBezTo>
                    <a:pt x="655" y="793"/>
                    <a:pt x="421" y="542"/>
                    <a:pt x="219" y="288"/>
                  </a:cubicBezTo>
                  <a:cubicBezTo>
                    <a:pt x="202" y="255"/>
                    <a:pt x="170" y="239"/>
                    <a:pt x="150" y="223"/>
                  </a:cubicBezTo>
                  <a:cubicBezTo>
                    <a:pt x="85" y="154"/>
                    <a:pt x="17" y="102"/>
                    <a:pt x="33" y="21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0">
              <a:extLst>
                <a:ext uri="{FF2B5EF4-FFF2-40B4-BE49-F238E27FC236}">
                  <a16:creationId xmlns:a16="http://schemas.microsoft.com/office/drawing/2014/main" id="{3B4EC1EF-ED09-DD0A-B643-8AB561439A75}"/>
                </a:ext>
              </a:extLst>
            </p:cNvPr>
            <p:cNvSpPr/>
            <p:nvPr/>
          </p:nvSpPr>
          <p:spPr>
            <a:xfrm>
              <a:off x="754699" y="1703221"/>
              <a:ext cx="4867" cy="38637"/>
            </a:xfrm>
            <a:custGeom>
              <a:avLst/>
              <a:gdLst/>
              <a:ahLst/>
              <a:cxnLst/>
              <a:rect l="l" t="t" r="r" b="b"/>
              <a:pathLst>
                <a:path w="49" h="389" extrusionOk="0">
                  <a:moveTo>
                    <a:pt x="16" y="1"/>
                  </a:moveTo>
                  <a:cubicBezTo>
                    <a:pt x="16" y="1"/>
                    <a:pt x="0" y="1"/>
                    <a:pt x="0" y="17"/>
                  </a:cubicBezTo>
                  <a:lnTo>
                    <a:pt x="0" y="150"/>
                  </a:lnTo>
                  <a:cubicBezTo>
                    <a:pt x="0" y="219"/>
                    <a:pt x="0" y="304"/>
                    <a:pt x="16" y="372"/>
                  </a:cubicBezTo>
                  <a:cubicBezTo>
                    <a:pt x="16" y="389"/>
                    <a:pt x="33" y="389"/>
                    <a:pt x="33" y="389"/>
                  </a:cubicBezTo>
                  <a:lnTo>
                    <a:pt x="49" y="372"/>
                  </a:lnTo>
                  <a:cubicBezTo>
                    <a:pt x="33" y="304"/>
                    <a:pt x="33" y="219"/>
                    <a:pt x="33" y="150"/>
                  </a:cubicBezTo>
                  <a:lnTo>
                    <a:pt x="33" y="17"/>
                  </a:ln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0">
              <a:extLst>
                <a:ext uri="{FF2B5EF4-FFF2-40B4-BE49-F238E27FC236}">
                  <a16:creationId xmlns:a16="http://schemas.microsoft.com/office/drawing/2014/main" id="{39E0BA25-1CEA-8F35-6FBB-1C1FF6E2BACB}"/>
                </a:ext>
              </a:extLst>
            </p:cNvPr>
            <p:cNvSpPr/>
            <p:nvPr/>
          </p:nvSpPr>
          <p:spPr>
            <a:xfrm>
              <a:off x="1747751" y="1855288"/>
              <a:ext cx="155344" cy="306318"/>
            </a:xfrm>
            <a:custGeom>
              <a:avLst/>
              <a:gdLst/>
              <a:ahLst/>
              <a:cxnLst/>
              <a:rect l="l" t="t" r="r" b="b"/>
              <a:pathLst>
                <a:path w="1564" h="3084" extrusionOk="0">
                  <a:moveTo>
                    <a:pt x="17" y="1"/>
                  </a:moveTo>
                  <a:lnTo>
                    <a:pt x="0" y="17"/>
                  </a:lnTo>
                  <a:lnTo>
                    <a:pt x="17" y="33"/>
                  </a:lnTo>
                  <a:cubicBezTo>
                    <a:pt x="49" y="33"/>
                    <a:pt x="65" y="70"/>
                    <a:pt x="81" y="102"/>
                  </a:cubicBezTo>
                  <a:lnTo>
                    <a:pt x="101" y="118"/>
                  </a:lnTo>
                  <a:cubicBezTo>
                    <a:pt x="202" y="288"/>
                    <a:pt x="303" y="457"/>
                    <a:pt x="404" y="623"/>
                  </a:cubicBezTo>
                  <a:cubicBezTo>
                    <a:pt x="671" y="1096"/>
                    <a:pt x="974" y="1584"/>
                    <a:pt x="1261" y="2089"/>
                  </a:cubicBezTo>
                  <a:cubicBezTo>
                    <a:pt x="1277" y="2106"/>
                    <a:pt x="1277" y="2122"/>
                    <a:pt x="1293" y="2138"/>
                  </a:cubicBezTo>
                  <a:cubicBezTo>
                    <a:pt x="1330" y="2190"/>
                    <a:pt x="1378" y="2239"/>
                    <a:pt x="1362" y="2308"/>
                  </a:cubicBezTo>
                  <a:lnTo>
                    <a:pt x="1362" y="2526"/>
                  </a:lnTo>
                  <a:lnTo>
                    <a:pt x="1362" y="2679"/>
                  </a:lnTo>
                  <a:cubicBezTo>
                    <a:pt x="1346" y="2845"/>
                    <a:pt x="1414" y="2998"/>
                    <a:pt x="1548" y="3083"/>
                  </a:cubicBezTo>
                  <a:lnTo>
                    <a:pt x="1564" y="3083"/>
                  </a:lnTo>
                  <a:lnTo>
                    <a:pt x="1564" y="3063"/>
                  </a:lnTo>
                  <a:cubicBezTo>
                    <a:pt x="1431" y="2962"/>
                    <a:pt x="1362" y="2845"/>
                    <a:pt x="1378" y="2679"/>
                  </a:cubicBezTo>
                  <a:lnTo>
                    <a:pt x="1378" y="2509"/>
                  </a:lnTo>
                  <a:cubicBezTo>
                    <a:pt x="1378" y="2441"/>
                    <a:pt x="1378" y="2376"/>
                    <a:pt x="1394" y="2308"/>
                  </a:cubicBezTo>
                  <a:cubicBezTo>
                    <a:pt x="1394" y="2239"/>
                    <a:pt x="1362" y="2174"/>
                    <a:pt x="1313" y="2122"/>
                  </a:cubicBezTo>
                  <a:cubicBezTo>
                    <a:pt x="1313" y="2106"/>
                    <a:pt x="1293" y="2089"/>
                    <a:pt x="1277" y="2073"/>
                  </a:cubicBezTo>
                  <a:cubicBezTo>
                    <a:pt x="990" y="1584"/>
                    <a:pt x="707" y="1079"/>
                    <a:pt x="421" y="607"/>
                  </a:cubicBezTo>
                  <a:cubicBezTo>
                    <a:pt x="320" y="437"/>
                    <a:pt x="219" y="272"/>
                    <a:pt x="118" y="102"/>
                  </a:cubicBezTo>
                  <a:lnTo>
                    <a:pt x="118" y="86"/>
                  </a:lnTo>
                  <a:cubicBezTo>
                    <a:pt x="101" y="53"/>
                    <a:pt x="65" y="17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0">
              <a:extLst>
                <a:ext uri="{FF2B5EF4-FFF2-40B4-BE49-F238E27FC236}">
                  <a16:creationId xmlns:a16="http://schemas.microsoft.com/office/drawing/2014/main" id="{7E054F77-E801-F7CB-58C7-F1D1D259AF64}"/>
                </a:ext>
              </a:extLst>
            </p:cNvPr>
            <p:cNvSpPr/>
            <p:nvPr/>
          </p:nvSpPr>
          <p:spPr>
            <a:xfrm>
              <a:off x="1517019" y="3329867"/>
              <a:ext cx="200736" cy="302643"/>
            </a:xfrm>
            <a:custGeom>
              <a:avLst/>
              <a:gdLst/>
              <a:ahLst/>
              <a:cxnLst/>
              <a:rect l="l" t="t" r="r" b="b"/>
              <a:pathLst>
                <a:path w="2021" h="3047" extrusionOk="0">
                  <a:moveTo>
                    <a:pt x="1" y="1"/>
                  </a:moveTo>
                  <a:lnTo>
                    <a:pt x="1" y="17"/>
                  </a:lnTo>
                  <a:cubicBezTo>
                    <a:pt x="81" y="102"/>
                    <a:pt x="166" y="170"/>
                    <a:pt x="235" y="255"/>
                  </a:cubicBezTo>
                  <a:cubicBezTo>
                    <a:pt x="405" y="421"/>
                    <a:pt x="586" y="590"/>
                    <a:pt x="772" y="760"/>
                  </a:cubicBezTo>
                  <a:cubicBezTo>
                    <a:pt x="942" y="910"/>
                    <a:pt x="1112" y="1079"/>
                    <a:pt x="1261" y="1229"/>
                  </a:cubicBezTo>
                  <a:cubicBezTo>
                    <a:pt x="1431" y="1382"/>
                    <a:pt x="1580" y="1548"/>
                    <a:pt x="1750" y="1701"/>
                  </a:cubicBezTo>
                  <a:cubicBezTo>
                    <a:pt x="1766" y="1701"/>
                    <a:pt x="1766" y="1718"/>
                    <a:pt x="1782" y="1718"/>
                  </a:cubicBezTo>
                  <a:cubicBezTo>
                    <a:pt x="1798" y="1734"/>
                    <a:pt x="1818" y="1770"/>
                    <a:pt x="1835" y="1770"/>
                  </a:cubicBezTo>
                  <a:cubicBezTo>
                    <a:pt x="1968" y="1851"/>
                    <a:pt x="1984" y="1952"/>
                    <a:pt x="1984" y="2121"/>
                  </a:cubicBezTo>
                  <a:cubicBezTo>
                    <a:pt x="1968" y="2239"/>
                    <a:pt x="1968" y="2356"/>
                    <a:pt x="1968" y="2493"/>
                  </a:cubicBezTo>
                  <a:cubicBezTo>
                    <a:pt x="1968" y="2643"/>
                    <a:pt x="1984" y="2796"/>
                    <a:pt x="1968" y="2946"/>
                  </a:cubicBezTo>
                  <a:cubicBezTo>
                    <a:pt x="1968" y="2982"/>
                    <a:pt x="1968" y="2998"/>
                    <a:pt x="1984" y="3014"/>
                  </a:cubicBezTo>
                  <a:lnTo>
                    <a:pt x="1984" y="3030"/>
                  </a:lnTo>
                  <a:lnTo>
                    <a:pt x="2000" y="3047"/>
                  </a:lnTo>
                  <a:cubicBezTo>
                    <a:pt x="2020" y="3047"/>
                    <a:pt x="2020" y="3030"/>
                    <a:pt x="2020" y="3030"/>
                  </a:cubicBezTo>
                  <a:cubicBezTo>
                    <a:pt x="2020" y="3014"/>
                    <a:pt x="2000" y="3014"/>
                    <a:pt x="2000" y="2998"/>
                  </a:cubicBezTo>
                  <a:cubicBezTo>
                    <a:pt x="2000" y="2982"/>
                    <a:pt x="1984" y="2962"/>
                    <a:pt x="1984" y="2946"/>
                  </a:cubicBezTo>
                  <a:cubicBezTo>
                    <a:pt x="2000" y="2796"/>
                    <a:pt x="2000" y="2643"/>
                    <a:pt x="2000" y="2493"/>
                  </a:cubicBezTo>
                  <a:lnTo>
                    <a:pt x="2000" y="2121"/>
                  </a:lnTo>
                  <a:cubicBezTo>
                    <a:pt x="2020" y="1988"/>
                    <a:pt x="2000" y="1835"/>
                    <a:pt x="1851" y="1750"/>
                  </a:cubicBezTo>
                  <a:cubicBezTo>
                    <a:pt x="1835" y="1734"/>
                    <a:pt x="1818" y="1718"/>
                    <a:pt x="1798" y="1701"/>
                  </a:cubicBezTo>
                  <a:cubicBezTo>
                    <a:pt x="1782" y="1701"/>
                    <a:pt x="1782" y="1685"/>
                    <a:pt x="1766" y="1669"/>
                  </a:cubicBezTo>
                  <a:cubicBezTo>
                    <a:pt x="1596" y="1532"/>
                    <a:pt x="1447" y="1366"/>
                    <a:pt x="1293" y="1213"/>
                  </a:cubicBezTo>
                  <a:cubicBezTo>
                    <a:pt x="1128" y="1063"/>
                    <a:pt x="958" y="893"/>
                    <a:pt x="788" y="740"/>
                  </a:cubicBezTo>
                  <a:cubicBezTo>
                    <a:pt x="607" y="574"/>
                    <a:pt x="421" y="405"/>
                    <a:pt x="251" y="235"/>
                  </a:cubicBezTo>
                  <a:cubicBezTo>
                    <a:pt x="182" y="154"/>
                    <a:pt x="102" y="6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0">
              <a:extLst>
                <a:ext uri="{FF2B5EF4-FFF2-40B4-BE49-F238E27FC236}">
                  <a16:creationId xmlns:a16="http://schemas.microsoft.com/office/drawing/2014/main" id="{F0CA489C-F584-E191-1DB3-6383DB7519C7}"/>
                </a:ext>
              </a:extLst>
            </p:cNvPr>
            <p:cNvSpPr/>
            <p:nvPr/>
          </p:nvSpPr>
          <p:spPr>
            <a:xfrm>
              <a:off x="1376573" y="3620790"/>
              <a:ext cx="4966" cy="113628"/>
            </a:xfrm>
            <a:custGeom>
              <a:avLst/>
              <a:gdLst/>
              <a:ahLst/>
              <a:cxnLst/>
              <a:rect l="l" t="t" r="r" b="b"/>
              <a:pathLst>
                <a:path w="50" h="1144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01"/>
                    <a:pt x="17" y="186"/>
                    <a:pt x="17" y="271"/>
                  </a:cubicBezTo>
                  <a:lnTo>
                    <a:pt x="17" y="388"/>
                  </a:lnTo>
                  <a:lnTo>
                    <a:pt x="17" y="909"/>
                  </a:lnTo>
                  <a:lnTo>
                    <a:pt x="17" y="1127"/>
                  </a:lnTo>
                  <a:cubicBezTo>
                    <a:pt x="17" y="1144"/>
                    <a:pt x="17" y="1144"/>
                    <a:pt x="33" y="1144"/>
                  </a:cubicBezTo>
                  <a:lnTo>
                    <a:pt x="33" y="1127"/>
                  </a:lnTo>
                  <a:lnTo>
                    <a:pt x="33" y="909"/>
                  </a:lnTo>
                  <a:lnTo>
                    <a:pt x="33" y="388"/>
                  </a:lnTo>
                  <a:lnTo>
                    <a:pt x="33" y="271"/>
                  </a:lnTo>
                  <a:cubicBezTo>
                    <a:pt x="49" y="186"/>
                    <a:pt x="49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0">
              <a:extLst>
                <a:ext uri="{FF2B5EF4-FFF2-40B4-BE49-F238E27FC236}">
                  <a16:creationId xmlns:a16="http://schemas.microsoft.com/office/drawing/2014/main" id="{C9130DD2-93F0-9F7C-A77D-5AE686EE7821}"/>
                </a:ext>
              </a:extLst>
            </p:cNvPr>
            <p:cNvSpPr/>
            <p:nvPr/>
          </p:nvSpPr>
          <p:spPr>
            <a:xfrm>
              <a:off x="1923059" y="2102905"/>
              <a:ext cx="140545" cy="327475"/>
            </a:xfrm>
            <a:custGeom>
              <a:avLst/>
              <a:gdLst/>
              <a:ahLst/>
              <a:cxnLst/>
              <a:rect l="l" t="t" r="r" b="b"/>
              <a:pathLst>
                <a:path w="1415" h="3297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101"/>
                    <a:pt x="33" y="202"/>
                    <a:pt x="17" y="303"/>
                  </a:cubicBezTo>
                  <a:lnTo>
                    <a:pt x="17" y="469"/>
                  </a:lnTo>
                  <a:lnTo>
                    <a:pt x="17" y="489"/>
                  </a:lnTo>
                  <a:cubicBezTo>
                    <a:pt x="33" y="538"/>
                    <a:pt x="33" y="570"/>
                    <a:pt x="69" y="622"/>
                  </a:cubicBezTo>
                  <a:cubicBezTo>
                    <a:pt x="187" y="740"/>
                    <a:pt x="255" y="873"/>
                    <a:pt x="320" y="1010"/>
                  </a:cubicBezTo>
                  <a:cubicBezTo>
                    <a:pt x="356" y="1059"/>
                    <a:pt x="389" y="1127"/>
                    <a:pt x="421" y="1176"/>
                  </a:cubicBezTo>
                  <a:cubicBezTo>
                    <a:pt x="538" y="1378"/>
                    <a:pt x="659" y="1564"/>
                    <a:pt x="760" y="1750"/>
                  </a:cubicBezTo>
                  <a:cubicBezTo>
                    <a:pt x="894" y="2004"/>
                    <a:pt x="1043" y="2238"/>
                    <a:pt x="1197" y="2473"/>
                  </a:cubicBezTo>
                  <a:cubicBezTo>
                    <a:pt x="1281" y="2626"/>
                    <a:pt x="1265" y="2776"/>
                    <a:pt x="1245" y="2913"/>
                  </a:cubicBezTo>
                  <a:cubicBezTo>
                    <a:pt x="1213" y="3095"/>
                    <a:pt x="1298" y="3196"/>
                    <a:pt x="1399" y="3297"/>
                  </a:cubicBezTo>
                  <a:lnTo>
                    <a:pt x="1415" y="3297"/>
                  </a:lnTo>
                  <a:lnTo>
                    <a:pt x="1415" y="3264"/>
                  </a:lnTo>
                  <a:cubicBezTo>
                    <a:pt x="1298" y="3163"/>
                    <a:pt x="1245" y="3079"/>
                    <a:pt x="1265" y="2913"/>
                  </a:cubicBezTo>
                  <a:cubicBezTo>
                    <a:pt x="1298" y="2776"/>
                    <a:pt x="1314" y="2626"/>
                    <a:pt x="1213" y="2456"/>
                  </a:cubicBezTo>
                  <a:cubicBezTo>
                    <a:pt x="1063" y="2222"/>
                    <a:pt x="926" y="1984"/>
                    <a:pt x="793" y="1750"/>
                  </a:cubicBezTo>
                  <a:cubicBezTo>
                    <a:pt x="675" y="1548"/>
                    <a:pt x="558" y="1362"/>
                    <a:pt x="457" y="1160"/>
                  </a:cubicBezTo>
                  <a:cubicBezTo>
                    <a:pt x="421" y="1111"/>
                    <a:pt x="389" y="1043"/>
                    <a:pt x="356" y="994"/>
                  </a:cubicBezTo>
                  <a:cubicBezTo>
                    <a:pt x="271" y="857"/>
                    <a:pt x="203" y="723"/>
                    <a:pt x="102" y="606"/>
                  </a:cubicBezTo>
                  <a:cubicBezTo>
                    <a:pt x="53" y="554"/>
                    <a:pt x="53" y="521"/>
                    <a:pt x="53" y="489"/>
                  </a:cubicBezTo>
                  <a:lnTo>
                    <a:pt x="53" y="469"/>
                  </a:lnTo>
                  <a:cubicBezTo>
                    <a:pt x="33" y="420"/>
                    <a:pt x="53" y="352"/>
                    <a:pt x="53" y="303"/>
                  </a:cubicBezTo>
                  <a:cubicBezTo>
                    <a:pt x="53" y="202"/>
                    <a:pt x="69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0">
              <a:extLst>
                <a:ext uri="{FF2B5EF4-FFF2-40B4-BE49-F238E27FC236}">
                  <a16:creationId xmlns:a16="http://schemas.microsoft.com/office/drawing/2014/main" id="{BCAECE80-8479-AA2F-44B6-919FDB5A4972}"/>
                </a:ext>
              </a:extLst>
            </p:cNvPr>
            <p:cNvSpPr/>
            <p:nvPr/>
          </p:nvSpPr>
          <p:spPr>
            <a:xfrm>
              <a:off x="791152" y="2813476"/>
              <a:ext cx="5364" cy="78367"/>
            </a:xfrm>
            <a:custGeom>
              <a:avLst/>
              <a:gdLst/>
              <a:ahLst/>
              <a:cxnLst/>
              <a:rect l="l" t="t" r="r" b="b"/>
              <a:pathLst>
                <a:path w="54" h="789" extrusionOk="0">
                  <a:moveTo>
                    <a:pt x="1" y="1"/>
                  </a:moveTo>
                  <a:cubicBezTo>
                    <a:pt x="17" y="166"/>
                    <a:pt x="17" y="336"/>
                    <a:pt x="17" y="485"/>
                  </a:cubicBezTo>
                  <a:lnTo>
                    <a:pt x="17" y="772"/>
                  </a:lnTo>
                  <a:cubicBezTo>
                    <a:pt x="17" y="788"/>
                    <a:pt x="17" y="788"/>
                    <a:pt x="37" y="788"/>
                  </a:cubicBezTo>
                  <a:lnTo>
                    <a:pt x="37" y="772"/>
                  </a:lnTo>
                  <a:lnTo>
                    <a:pt x="37" y="485"/>
                  </a:lnTo>
                  <a:cubicBezTo>
                    <a:pt x="53" y="320"/>
                    <a:pt x="53" y="166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0">
              <a:extLst>
                <a:ext uri="{FF2B5EF4-FFF2-40B4-BE49-F238E27FC236}">
                  <a16:creationId xmlns:a16="http://schemas.microsoft.com/office/drawing/2014/main" id="{D0D38DAC-D6DF-5A29-14EC-747D549847C9}"/>
                </a:ext>
              </a:extLst>
            </p:cNvPr>
            <p:cNvSpPr/>
            <p:nvPr/>
          </p:nvSpPr>
          <p:spPr>
            <a:xfrm>
              <a:off x="500328" y="3485608"/>
              <a:ext cx="140545" cy="68236"/>
            </a:xfrm>
            <a:custGeom>
              <a:avLst/>
              <a:gdLst/>
              <a:ahLst/>
              <a:cxnLst/>
              <a:rect l="l" t="t" r="r" b="b"/>
              <a:pathLst>
                <a:path w="1415" h="687" extrusionOk="0">
                  <a:moveTo>
                    <a:pt x="1329" y="0"/>
                  </a:moveTo>
                  <a:lnTo>
                    <a:pt x="1111" y="81"/>
                  </a:lnTo>
                  <a:cubicBezTo>
                    <a:pt x="877" y="150"/>
                    <a:pt x="622" y="234"/>
                    <a:pt x="388" y="319"/>
                  </a:cubicBezTo>
                  <a:cubicBezTo>
                    <a:pt x="372" y="335"/>
                    <a:pt x="356" y="335"/>
                    <a:pt x="319" y="335"/>
                  </a:cubicBezTo>
                  <a:lnTo>
                    <a:pt x="271" y="335"/>
                  </a:lnTo>
                  <a:lnTo>
                    <a:pt x="271" y="352"/>
                  </a:lnTo>
                  <a:lnTo>
                    <a:pt x="388" y="352"/>
                  </a:lnTo>
                  <a:cubicBezTo>
                    <a:pt x="642" y="267"/>
                    <a:pt x="877" y="182"/>
                    <a:pt x="1111" y="101"/>
                  </a:cubicBezTo>
                  <a:lnTo>
                    <a:pt x="1329" y="32"/>
                  </a:lnTo>
                  <a:cubicBezTo>
                    <a:pt x="1382" y="117"/>
                    <a:pt x="1382" y="117"/>
                    <a:pt x="1349" y="218"/>
                  </a:cubicBezTo>
                  <a:cubicBezTo>
                    <a:pt x="1095" y="283"/>
                    <a:pt x="844" y="368"/>
                    <a:pt x="606" y="452"/>
                  </a:cubicBezTo>
                  <a:cubicBezTo>
                    <a:pt x="404" y="521"/>
                    <a:pt x="202" y="606"/>
                    <a:pt x="0" y="654"/>
                  </a:cubicBezTo>
                  <a:lnTo>
                    <a:pt x="0" y="671"/>
                  </a:lnTo>
                  <a:lnTo>
                    <a:pt x="16" y="687"/>
                  </a:lnTo>
                  <a:cubicBezTo>
                    <a:pt x="218" y="622"/>
                    <a:pt x="420" y="553"/>
                    <a:pt x="622" y="485"/>
                  </a:cubicBezTo>
                  <a:cubicBezTo>
                    <a:pt x="861" y="404"/>
                    <a:pt x="1111" y="319"/>
                    <a:pt x="1366" y="251"/>
                  </a:cubicBezTo>
                  <a:lnTo>
                    <a:pt x="1382" y="234"/>
                  </a:lnTo>
                  <a:cubicBezTo>
                    <a:pt x="1414" y="101"/>
                    <a:pt x="1414" y="101"/>
                    <a:pt x="1349" y="16"/>
                  </a:cubicBezTo>
                  <a:lnTo>
                    <a:pt x="13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0">
              <a:extLst>
                <a:ext uri="{FF2B5EF4-FFF2-40B4-BE49-F238E27FC236}">
                  <a16:creationId xmlns:a16="http://schemas.microsoft.com/office/drawing/2014/main" id="{6C711B56-B025-FC7A-F7D0-58D8B587BA6D}"/>
                </a:ext>
              </a:extLst>
            </p:cNvPr>
            <p:cNvSpPr/>
            <p:nvPr/>
          </p:nvSpPr>
          <p:spPr>
            <a:xfrm>
              <a:off x="670770" y="2137768"/>
              <a:ext cx="147398" cy="172230"/>
            </a:xfrm>
            <a:custGeom>
              <a:avLst/>
              <a:gdLst/>
              <a:ahLst/>
              <a:cxnLst/>
              <a:rect l="l" t="t" r="r" b="b"/>
              <a:pathLst>
                <a:path w="1484" h="1734" extrusionOk="0">
                  <a:moveTo>
                    <a:pt x="1451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51" y="187"/>
                    <a:pt x="1451" y="356"/>
                    <a:pt x="1451" y="506"/>
                  </a:cubicBezTo>
                  <a:cubicBezTo>
                    <a:pt x="1451" y="607"/>
                    <a:pt x="1431" y="708"/>
                    <a:pt x="1451" y="809"/>
                  </a:cubicBezTo>
                  <a:lnTo>
                    <a:pt x="1451" y="845"/>
                  </a:lnTo>
                  <a:cubicBezTo>
                    <a:pt x="1451" y="894"/>
                    <a:pt x="1451" y="926"/>
                    <a:pt x="1467" y="978"/>
                  </a:cubicBezTo>
                  <a:lnTo>
                    <a:pt x="17" y="1701"/>
                  </a:lnTo>
                  <a:cubicBezTo>
                    <a:pt x="17" y="1701"/>
                    <a:pt x="1" y="1718"/>
                    <a:pt x="17" y="1718"/>
                  </a:cubicBezTo>
                  <a:lnTo>
                    <a:pt x="17" y="1734"/>
                  </a:lnTo>
                  <a:lnTo>
                    <a:pt x="37" y="1718"/>
                  </a:lnTo>
                  <a:lnTo>
                    <a:pt x="1484" y="995"/>
                  </a:lnTo>
                  <a:lnTo>
                    <a:pt x="1484" y="978"/>
                  </a:lnTo>
                  <a:cubicBezTo>
                    <a:pt x="1467" y="926"/>
                    <a:pt x="1467" y="894"/>
                    <a:pt x="1467" y="845"/>
                  </a:cubicBezTo>
                  <a:lnTo>
                    <a:pt x="1467" y="809"/>
                  </a:lnTo>
                  <a:lnTo>
                    <a:pt x="1467" y="506"/>
                  </a:lnTo>
                  <a:cubicBezTo>
                    <a:pt x="1467" y="356"/>
                    <a:pt x="1484" y="187"/>
                    <a:pt x="1451" y="17"/>
                  </a:cubicBezTo>
                  <a:lnTo>
                    <a:pt x="14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0">
              <a:extLst>
                <a:ext uri="{FF2B5EF4-FFF2-40B4-BE49-F238E27FC236}">
                  <a16:creationId xmlns:a16="http://schemas.microsoft.com/office/drawing/2014/main" id="{69303D21-C9E6-B015-8A52-3FBBCBD511F9}"/>
                </a:ext>
              </a:extLst>
            </p:cNvPr>
            <p:cNvSpPr/>
            <p:nvPr/>
          </p:nvSpPr>
          <p:spPr>
            <a:xfrm>
              <a:off x="889881" y="1922332"/>
              <a:ext cx="5364" cy="86810"/>
            </a:xfrm>
            <a:custGeom>
              <a:avLst/>
              <a:gdLst/>
              <a:ahLst/>
              <a:cxnLst/>
              <a:rect l="l" t="t" r="r" b="b"/>
              <a:pathLst>
                <a:path w="54" h="874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3" y="150"/>
                    <a:pt x="17" y="287"/>
                    <a:pt x="17" y="421"/>
                  </a:cubicBezTo>
                  <a:lnTo>
                    <a:pt x="17" y="655"/>
                  </a:lnTo>
                  <a:lnTo>
                    <a:pt x="17" y="792"/>
                  </a:lnTo>
                  <a:lnTo>
                    <a:pt x="17" y="857"/>
                  </a:lnTo>
                  <a:lnTo>
                    <a:pt x="33" y="873"/>
                  </a:lnTo>
                  <a:lnTo>
                    <a:pt x="53" y="857"/>
                  </a:lnTo>
                  <a:lnTo>
                    <a:pt x="53" y="792"/>
                  </a:lnTo>
                  <a:lnTo>
                    <a:pt x="53" y="655"/>
                  </a:lnTo>
                  <a:lnTo>
                    <a:pt x="53" y="421"/>
                  </a:lnTo>
                  <a:cubicBezTo>
                    <a:pt x="53" y="287"/>
                    <a:pt x="53" y="134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0">
              <a:extLst>
                <a:ext uri="{FF2B5EF4-FFF2-40B4-BE49-F238E27FC236}">
                  <a16:creationId xmlns:a16="http://schemas.microsoft.com/office/drawing/2014/main" id="{DA8ECE5B-3176-2B1E-FCBD-9D5A5403989D}"/>
                </a:ext>
              </a:extLst>
            </p:cNvPr>
            <p:cNvSpPr/>
            <p:nvPr/>
          </p:nvSpPr>
          <p:spPr>
            <a:xfrm>
              <a:off x="2081979" y="3592283"/>
              <a:ext cx="102007" cy="110449"/>
            </a:xfrm>
            <a:custGeom>
              <a:avLst/>
              <a:gdLst/>
              <a:ahLst/>
              <a:cxnLst/>
              <a:rect l="l" t="t" r="r" b="b"/>
              <a:pathLst>
                <a:path w="1027" h="111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85"/>
                    <a:pt x="69" y="138"/>
                    <a:pt x="101" y="186"/>
                  </a:cubicBezTo>
                  <a:lnTo>
                    <a:pt x="118" y="203"/>
                  </a:lnTo>
                  <a:cubicBezTo>
                    <a:pt x="235" y="320"/>
                    <a:pt x="336" y="441"/>
                    <a:pt x="453" y="558"/>
                  </a:cubicBezTo>
                  <a:cubicBezTo>
                    <a:pt x="590" y="708"/>
                    <a:pt x="740" y="861"/>
                    <a:pt x="877" y="1011"/>
                  </a:cubicBezTo>
                  <a:lnTo>
                    <a:pt x="893" y="1027"/>
                  </a:lnTo>
                  <a:cubicBezTo>
                    <a:pt x="926" y="1063"/>
                    <a:pt x="958" y="1112"/>
                    <a:pt x="1010" y="1112"/>
                  </a:cubicBezTo>
                  <a:cubicBezTo>
                    <a:pt x="1027" y="1112"/>
                    <a:pt x="1027" y="1095"/>
                    <a:pt x="1027" y="1095"/>
                  </a:cubicBezTo>
                  <a:cubicBezTo>
                    <a:pt x="1027" y="1095"/>
                    <a:pt x="1027" y="1079"/>
                    <a:pt x="1010" y="1079"/>
                  </a:cubicBezTo>
                  <a:cubicBezTo>
                    <a:pt x="978" y="1079"/>
                    <a:pt x="942" y="1047"/>
                    <a:pt x="909" y="1011"/>
                  </a:cubicBezTo>
                  <a:lnTo>
                    <a:pt x="893" y="994"/>
                  </a:lnTo>
                  <a:cubicBezTo>
                    <a:pt x="756" y="845"/>
                    <a:pt x="606" y="691"/>
                    <a:pt x="473" y="542"/>
                  </a:cubicBezTo>
                  <a:cubicBezTo>
                    <a:pt x="352" y="421"/>
                    <a:pt x="251" y="304"/>
                    <a:pt x="134" y="186"/>
                  </a:cubicBezTo>
                  <a:lnTo>
                    <a:pt x="118" y="170"/>
                  </a:lnTo>
                  <a:cubicBezTo>
                    <a:pt x="85" y="118"/>
                    <a:pt x="33" y="85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0">
              <a:extLst>
                <a:ext uri="{FF2B5EF4-FFF2-40B4-BE49-F238E27FC236}">
                  <a16:creationId xmlns:a16="http://schemas.microsoft.com/office/drawing/2014/main" id="{2EF858F2-539C-5673-305C-D0F310BD37CC}"/>
                </a:ext>
              </a:extLst>
            </p:cNvPr>
            <p:cNvSpPr/>
            <p:nvPr/>
          </p:nvSpPr>
          <p:spPr>
            <a:xfrm>
              <a:off x="1384619" y="1651473"/>
              <a:ext cx="5364" cy="38637"/>
            </a:xfrm>
            <a:custGeom>
              <a:avLst/>
              <a:gdLst/>
              <a:ahLst/>
              <a:cxnLst/>
              <a:rect l="l" t="t" r="r" b="b"/>
              <a:pathLst>
                <a:path w="54" h="389" extrusionOk="0">
                  <a:moveTo>
                    <a:pt x="21" y="1"/>
                  </a:moveTo>
                  <a:cubicBezTo>
                    <a:pt x="21" y="1"/>
                    <a:pt x="1" y="17"/>
                    <a:pt x="21" y="17"/>
                  </a:cubicBezTo>
                  <a:cubicBezTo>
                    <a:pt x="37" y="150"/>
                    <a:pt x="37" y="267"/>
                    <a:pt x="21" y="368"/>
                  </a:cubicBezTo>
                  <a:cubicBezTo>
                    <a:pt x="1" y="368"/>
                    <a:pt x="21" y="389"/>
                    <a:pt x="21" y="389"/>
                  </a:cubicBezTo>
                  <a:cubicBezTo>
                    <a:pt x="37" y="389"/>
                    <a:pt x="37" y="368"/>
                    <a:pt x="37" y="368"/>
                  </a:cubicBezTo>
                  <a:cubicBezTo>
                    <a:pt x="53" y="267"/>
                    <a:pt x="53" y="150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0">
              <a:extLst>
                <a:ext uri="{FF2B5EF4-FFF2-40B4-BE49-F238E27FC236}">
                  <a16:creationId xmlns:a16="http://schemas.microsoft.com/office/drawing/2014/main" id="{14F075DA-DAFE-4892-2A0F-93C0A19C3763}"/>
                </a:ext>
              </a:extLst>
            </p:cNvPr>
            <p:cNvSpPr/>
            <p:nvPr/>
          </p:nvSpPr>
          <p:spPr>
            <a:xfrm>
              <a:off x="1409946" y="1994144"/>
              <a:ext cx="8443" cy="172230"/>
            </a:xfrm>
            <a:custGeom>
              <a:avLst/>
              <a:gdLst/>
              <a:ahLst/>
              <a:cxnLst/>
              <a:rect l="l" t="t" r="r" b="b"/>
              <a:pathLst>
                <a:path w="85" h="1734" extrusionOk="0">
                  <a:moveTo>
                    <a:pt x="32" y="1"/>
                  </a:moveTo>
                  <a:lnTo>
                    <a:pt x="32" y="17"/>
                  </a:lnTo>
                  <a:cubicBezTo>
                    <a:pt x="49" y="85"/>
                    <a:pt x="32" y="150"/>
                    <a:pt x="32" y="219"/>
                  </a:cubicBezTo>
                  <a:cubicBezTo>
                    <a:pt x="16" y="251"/>
                    <a:pt x="16" y="304"/>
                    <a:pt x="16" y="336"/>
                  </a:cubicBezTo>
                  <a:lnTo>
                    <a:pt x="16" y="538"/>
                  </a:lnTo>
                  <a:cubicBezTo>
                    <a:pt x="0" y="724"/>
                    <a:pt x="0" y="926"/>
                    <a:pt x="16" y="1128"/>
                  </a:cubicBezTo>
                  <a:cubicBezTo>
                    <a:pt x="32" y="1212"/>
                    <a:pt x="32" y="1297"/>
                    <a:pt x="32" y="1382"/>
                  </a:cubicBezTo>
                  <a:cubicBezTo>
                    <a:pt x="32" y="1499"/>
                    <a:pt x="32" y="1600"/>
                    <a:pt x="49" y="1717"/>
                  </a:cubicBezTo>
                  <a:lnTo>
                    <a:pt x="69" y="1734"/>
                  </a:lnTo>
                  <a:cubicBezTo>
                    <a:pt x="85" y="1734"/>
                    <a:pt x="85" y="1717"/>
                    <a:pt x="85" y="1717"/>
                  </a:cubicBezTo>
                  <a:cubicBezTo>
                    <a:pt x="49" y="1600"/>
                    <a:pt x="49" y="1483"/>
                    <a:pt x="49" y="1382"/>
                  </a:cubicBezTo>
                  <a:lnTo>
                    <a:pt x="49" y="1111"/>
                  </a:lnTo>
                  <a:cubicBezTo>
                    <a:pt x="16" y="926"/>
                    <a:pt x="32" y="724"/>
                    <a:pt x="32" y="538"/>
                  </a:cubicBezTo>
                  <a:lnTo>
                    <a:pt x="32" y="336"/>
                  </a:lnTo>
                  <a:cubicBezTo>
                    <a:pt x="32" y="304"/>
                    <a:pt x="49" y="271"/>
                    <a:pt x="49" y="219"/>
                  </a:cubicBezTo>
                  <a:cubicBezTo>
                    <a:pt x="69" y="150"/>
                    <a:pt x="85" y="85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0">
              <a:extLst>
                <a:ext uri="{FF2B5EF4-FFF2-40B4-BE49-F238E27FC236}">
                  <a16:creationId xmlns:a16="http://schemas.microsoft.com/office/drawing/2014/main" id="{D2341BC9-D667-486A-B250-3EA7676B45B3}"/>
                </a:ext>
              </a:extLst>
            </p:cNvPr>
            <p:cNvSpPr/>
            <p:nvPr/>
          </p:nvSpPr>
          <p:spPr>
            <a:xfrm>
              <a:off x="2081979" y="2430280"/>
              <a:ext cx="100418" cy="195968"/>
            </a:xfrm>
            <a:custGeom>
              <a:avLst/>
              <a:gdLst/>
              <a:ahLst/>
              <a:cxnLst/>
              <a:rect l="l" t="t" r="r" b="b"/>
              <a:pathLst>
                <a:path w="1011" h="1973" extrusionOk="0">
                  <a:moveTo>
                    <a:pt x="49" y="1"/>
                  </a:moveTo>
                  <a:cubicBezTo>
                    <a:pt x="33" y="1"/>
                    <a:pt x="33" y="1"/>
                    <a:pt x="33" y="21"/>
                  </a:cubicBezTo>
                  <a:cubicBezTo>
                    <a:pt x="1" y="203"/>
                    <a:pt x="1" y="425"/>
                    <a:pt x="134" y="643"/>
                  </a:cubicBezTo>
                  <a:cubicBezTo>
                    <a:pt x="303" y="910"/>
                    <a:pt x="473" y="1180"/>
                    <a:pt x="623" y="1451"/>
                  </a:cubicBezTo>
                  <a:cubicBezTo>
                    <a:pt x="707" y="1584"/>
                    <a:pt x="792" y="1738"/>
                    <a:pt x="877" y="1871"/>
                  </a:cubicBezTo>
                  <a:cubicBezTo>
                    <a:pt x="893" y="1871"/>
                    <a:pt x="893" y="1887"/>
                    <a:pt x="893" y="1903"/>
                  </a:cubicBezTo>
                  <a:cubicBezTo>
                    <a:pt x="909" y="1920"/>
                    <a:pt x="926" y="1972"/>
                    <a:pt x="994" y="1972"/>
                  </a:cubicBezTo>
                  <a:cubicBezTo>
                    <a:pt x="994" y="1972"/>
                    <a:pt x="1010" y="1972"/>
                    <a:pt x="1010" y="1956"/>
                  </a:cubicBezTo>
                  <a:lnTo>
                    <a:pt x="994" y="1940"/>
                  </a:lnTo>
                  <a:cubicBezTo>
                    <a:pt x="942" y="1940"/>
                    <a:pt x="942" y="1920"/>
                    <a:pt x="926" y="1887"/>
                  </a:cubicBezTo>
                  <a:cubicBezTo>
                    <a:pt x="909" y="1871"/>
                    <a:pt x="909" y="1871"/>
                    <a:pt x="909" y="1855"/>
                  </a:cubicBezTo>
                  <a:cubicBezTo>
                    <a:pt x="825" y="1718"/>
                    <a:pt x="740" y="1568"/>
                    <a:pt x="655" y="1435"/>
                  </a:cubicBezTo>
                  <a:cubicBezTo>
                    <a:pt x="489" y="1164"/>
                    <a:pt x="320" y="893"/>
                    <a:pt x="150" y="627"/>
                  </a:cubicBezTo>
                  <a:cubicBezTo>
                    <a:pt x="49" y="457"/>
                    <a:pt x="17" y="271"/>
                    <a:pt x="49" y="21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0">
              <a:extLst>
                <a:ext uri="{FF2B5EF4-FFF2-40B4-BE49-F238E27FC236}">
                  <a16:creationId xmlns:a16="http://schemas.microsoft.com/office/drawing/2014/main" id="{F3578A24-1C46-7E8C-023B-4A3C3A5352F5}"/>
                </a:ext>
              </a:extLst>
            </p:cNvPr>
            <p:cNvSpPr/>
            <p:nvPr/>
          </p:nvSpPr>
          <p:spPr>
            <a:xfrm>
              <a:off x="1745764" y="2492458"/>
              <a:ext cx="155742" cy="284169"/>
            </a:xfrm>
            <a:custGeom>
              <a:avLst/>
              <a:gdLst/>
              <a:ahLst/>
              <a:cxnLst/>
              <a:rect l="l" t="t" r="r" b="b"/>
              <a:pathLst>
                <a:path w="1568" h="2861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49"/>
                    <a:pt x="101" y="102"/>
                    <a:pt x="154" y="166"/>
                  </a:cubicBezTo>
                  <a:cubicBezTo>
                    <a:pt x="154" y="183"/>
                    <a:pt x="170" y="219"/>
                    <a:pt x="186" y="235"/>
                  </a:cubicBezTo>
                  <a:cubicBezTo>
                    <a:pt x="441" y="587"/>
                    <a:pt x="707" y="958"/>
                    <a:pt x="962" y="1314"/>
                  </a:cubicBezTo>
                  <a:lnTo>
                    <a:pt x="1164" y="1617"/>
                  </a:lnTo>
                  <a:cubicBezTo>
                    <a:pt x="1180" y="1633"/>
                    <a:pt x="1196" y="1649"/>
                    <a:pt x="1196" y="1665"/>
                  </a:cubicBezTo>
                  <a:cubicBezTo>
                    <a:pt x="1232" y="1734"/>
                    <a:pt x="1281" y="1782"/>
                    <a:pt x="1313" y="1835"/>
                  </a:cubicBezTo>
                  <a:cubicBezTo>
                    <a:pt x="1382" y="1900"/>
                    <a:pt x="1414" y="1984"/>
                    <a:pt x="1398" y="2085"/>
                  </a:cubicBezTo>
                  <a:lnTo>
                    <a:pt x="1398" y="2287"/>
                  </a:lnTo>
                  <a:cubicBezTo>
                    <a:pt x="1398" y="2388"/>
                    <a:pt x="1414" y="2489"/>
                    <a:pt x="1366" y="2590"/>
                  </a:cubicBezTo>
                  <a:cubicBezTo>
                    <a:pt x="1366" y="2627"/>
                    <a:pt x="1398" y="2691"/>
                    <a:pt x="1414" y="2728"/>
                  </a:cubicBezTo>
                  <a:cubicBezTo>
                    <a:pt x="1451" y="2760"/>
                    <a:pt x="1467" y="2792"/>
                    <a:pt x="1499" y="2829"/>
                  </a:cubicBezTo>
                  <a:cubicBezTo>
                    <a:pt x="1515" y="2829"/>
                    <a:pt x="1535" y="2845"/>
                    <a:pt x="1535" y="2861"/>
                  </a:cubicBezTo>
                  <a:lnTo>
                    <a:pt x="1568" y="2861"/>
                  </a:lnTo>
                  <a:lnTo>
                    <a:pt x="1568" y="2845"/>
                  </a:lnTo>
                  <a:cubicBezTo>
                    <a:pt x="1551" y="2829"/>
                    <a:pt x="1535" y="2808"/>
                    <a:pt x="1515" y="2792"/>
                  </a:cubicBezTo>
                  <a:cubicBezTo>
                    <a:pt x="1499" y="2776"/>
                    <a:pt x="1467" y="2744"/>
                    <a:pt x="1451" y="2707"/>
                  </a:cubicBezTo>
                  <a:cubicBezTo>
                    <a:pt x="1398" y="2659"/>
                    <a:pt x="1382" y="2627"/>
                    <a:pt x="1398" y="2590"/>
                  </a:cubicBezTo>
                  <a:cubicBezTo>
                    <a:pt x="1434" y="2489"/>
                    <a:pt x="1434" y="2388"/>
                    <a:pt x="1434" y="2287"/>
                  </a:cubicBezTo>
                  <a:cubicBezTo>
                    <a:pt x="1414" y="2223"/>
                    <a:pt x="1414" y="2154"/>
                    <a:pt x="1434" y="2085"/>
                  </a:cubicBezTo>
                  <a:cubicBezTo>
                    <a:pt x="1451" y="1984"/>
                    <a:pt x="1414" y="1883"/>
                    <a:pt x="1350" y="1819"/>
                  </a:cubicBezTo>
                  <a:cubicBezTo>
                    <a:pt x="1297" y="1766"/>
                    <a:pt x="1265" y="1718"/>
                    <a:pt x="1232" y="1665"/>
                  </a:cubicBezTo>
                  <a:cubicBezTo>
                    <a:pt x="1212" y="1633"/>
                    <a:pt x="1196" y="1617"/>
                    <a:pt x="1180" y="1597"/>
                  </a:cubicBezTo>
                  <a:lnTo>
                    <a:pt x="978" y="1314"/>
                  </a:lnTo>
                  <a:cubicBezTo>
                    <a:pt x="727" y="942"/>
                    <a:pt x="473" y="570"/>
                    <a:pt x="202" y="219"/>
                  </a:cubicBezTo>
                  <a:cubicBezTo>
                    <a:pt x="186" y="203"/>
                    <a:pt x="186" y="166"/>
                    <a:pt x="170" y="150"/>
                  </a:cubicBezTo>
                  <a:cubicBezTo>
                    <a:pt x="138" y="82"/>
                    <a:pt x="101" y="17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0">
              <a:extLst>
                <a:ext uri="{FF2B5EF4-FFF2-40B4-BE49-F238E27FC236}">
                  <a16:creationId xmlns:a16="http://schemas.microsoft.com/office/drawing/2014/main" id="{21D571BE-CD85-4D55-D14C-1619B5AA75FA}"/>
                </a:ext>
              </a:extLst>
            </p:cNvPr>
            <p:cNvSpPr/>
            <p:nvPr/>
          </p:nvSpPr>
          <p:spPr>
            <a:xfrm>
              <a:off x="1341313" y="1487388"/>
              <a:ext cx="6853" cy="105582"/>
            </a:xfrm>
            <a:custGeom>
              <a:avLst/>
              <a:gdLst/>
              <a:ahLst/>
              <a:cxnLst/>
              <a:rect l="l" t="t" r="r" b="b"/>
              <a:pathLst>
                <a:path w="69" h="1063" extrusionOk="0">
                  <a:moveTo>
                    <a:pt x="0" y="0"/>
                  </a:moveTo>
                  <a:cubicBezTo>
                    <a:pt x="16" y="154"/>
                    <a:pt x="16" y="324"/>
                    <a:pt x="16" y="473"/>
                  </a:cubicBezTo>
                  <a:lnTo>
                    <a:pt x="16" y="776"/>
                  </a:lnTo>
                  <a:lnTo>
                    <a:pt x="16" y="861"/>
                  </a:lnTo>
                  <a:cubicBezTo>
                    <a:pt x="16" y="930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7"/>
                  </a:lnTo>
                  <a:cubicBezTo>
                    <a:pt x="33" y="978"/>
                    <a:pt x="33" y="930"/>
                    <a:pt x="33" y="861"/>
                  </a:cubicBezTo>
                  <a:cubicBezTo>
                    <a:pt x="33" y="829"/>
                    <a:pt x="53" y="808"/>
                    <a:pt x="53" y="776"/>
                  </a:cubicBezTo>
                  <a:cubicBezTo>
                    <a:pt x="33" y="675"/>
                    <a:pt x="33" y="574"/>
                    <a:pt x="33" y="473"/>
                  </a:cubicBezTo>
                  <a:cubicBezTo>
                    <a:pt x="53" y="324"/>
                    <a:pt x="53" y="154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0">
              <a:extLst>
                <a:ext uri="{FF2B5EF4-FFF2-40B4-BE49-F238E27FC236}">
                  <a16:creationId xmlns:a16="http://schemas.microsoft.com/office/drawing/2014/main" id="{29BDC407-7E79-FFC3-BF03-507EF06002A0}"/>
                </a:ext>
              </a:extLst>
            </p:cNvPr>
            <p:cNvSpPr/>
            <p:nvPr/>
          </p:nvSpPr>
          <p:spPr>
            <a:xfrm>
              <a:off x="1284300" y="3647707"/>
              <a:ext cx="5364" cy="86711"/>
            </a:xfrm>
            <a:custGeom>
              <a:avLst/>
              <a:gdLst/>
              <a:ahLst/>
              <a:cxnLst/>
              <a:rect l="l" t="t" r="r" b="b"/>
              <a:pathLst>
                <a:path w="54" h="873" extrusionOk="0">
                  <a:moveTo>
                    <a:pt x="21" y="0"/>
                  </a:moveTo>
                  <a:cubicBezTo>
                    <a:pt x="21" y="0"/>
                    <a:pt x="1" y="0"/>
                    <a:pt x="1" y="16"/>
                  </a:cubicBezTo>
                  <a:cubicBezTo>
                    <a:pt x="37" y="150"/>
                    <a:pt x="21" y="287"/>
                    <a:pt x="21" y="420"/>
                  </a:cubicBezTo>
                  <a:lnTo>
                    <a:pt x="21" y="655"/>
                  </a:lnTo>
                  <a:lnTo>
                    <a:pt x="21" y="792"/>
                  </a:lnTo>
                  <a:lnTo>
                    <a:pt x="21" y="856"/>
                  </a:lnTo>
                  <a:cubicBezTo>
                    <a:pt x="21" y="873"/>
                    <a:pt x="37" y="873"/>
                    <a:pt x="37" y="873"/>
                  </a:cubicBezTo>
                  <a:cubicBezTo>
                    <a:pt x="37" y="873"/>
                    <a:pt x="53" y="873"/>
                    <a:pt x="53" y="856"/>
                  </a:cubicBezTo>
                  <a:lnTo>
                    <a:pt x="53" y="792"/>
                  </a:lnTo>
                  <a:lnTo>
                    <a:pt x="53" y="655"/>
                  </a:lnTo>
                  <a:lnTo>
                    <a:pt x="53" y="420"/>
                  </a:lnTo>
                  <a:cubicBezTo>
                    <a:pt x="53" y="287"/>
                    <a:pt x="53" y="150"/>
                    <a:pt x="37" y="16"/>
                  </a:cubicBez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0">
              <a:extLst>
                <a:ext uri="{FF2B5EF4-FFF2-40B4-BE49-F238E27FC236}">
                  <a16:creationId xmlns:a16="http://schemas.microsoft.com/office/drawing/2014/main" id="{63816371-9D2B-C82E-51FB-C65AC5DFBF23}"/>
                </a:ext>
              </a:extLst>
            </p:cNvPr>
            <p:cNvSpPr/>
            <p:nvPr/>
          </p:nvSpPr>
          <p:spPr>
            <a:xfrm>
              <a:off x="687655" y="2306720"/>
              <a:ext cx="127335" cy="145710"/>
            </a:xfrm>
            <a:custGeom>
              <a:avLst/>
              <a:gdLst/>
              <a:ahLst/>
              <a:cxnLst/>
              <a:rect l="l" t="t" r="r" b="b"/>
              <a:pathLst>
                <a:path w="1282" h="1467" extrusionOk="0">
                  <a:moveTo>
                    <a:pt x="1261" y="0"/>
                  </a:moveTo>
                  <a:cubicBezTo>
                    <a:pt x="1180" y="17"/>
                    <a:pt x="1112" y="53"/>
                    <a:pt x="1027" y="101"/>
                  </a:cubicBezTo>
                  <a:cubicBezTo>
                    <a:pt x="994" y="118"/>
                    <a:pt x="958" y="134"/>
                    <a:pt x="910" y="154"/>
                  </a:cubicBezTo>
                  <a:cubicBezTo>
                    <a:pt x="655" y="271"/>
                    <a:pt x="388" y="404"/>
                    <a:pt x="134" y="522"/>
                  </a:cubicBezTo>
                  <a:lnTo>
                    <a:pt x="85" y="538"/>
                  </a:lnTo>
                  <a:cubicBezTo>
                    <a:pt x="49" y="574"/>
                    <a:pt x="1" y="606"/>
                    <a:pt x="1" y="675"/>
                  </a:cubicBezTo>
                  <a:lnTo>
                    <a:pt x="1" y="1128"/>
                  </a:lnTo>
                  <a:lnTo>
                    <a:pt x="1" y="1398"/>
                  </a:lnTo>
                  <a:cubicBezTo>
                    <a:pt x="1" y="1414"/>
                    <a:pt x="17" y="1431"/>
                    <a:pt x="17" y="1447"/>
                  </a:cubicBezTo>
                  <a:lnTo>
                    <a:pt x="33" y="1467"/>
                  </a:lnTo>
                  <a:lnTo>
                    <a:pt x="49" y="1467"/>
                  </a:lnTo>
                  <a:lnTo>
                    <a:pt x="49" y="1447"/>
                  </a:lnTo>
                  <a:lnTo>
                    <a:pt x="49" y="1431"/>
                  </a:lnTo>
                  <a:cubicBezTo>
                    <a:pt x="33" y="1414"/>
                    <a:pt x="33" y="1398"/>
                    <a:pt x="33" y="1398"/>
                  </a:cubicBezTo>
                  <a:lnTo>
                    <a:pt x="33" y="1128"/>
                  </a:lnTo>
                  <a:lnTo>
                    <a:pt x="33" y="675"/>
                  </a:lnTo>
                  <a:cubicBezTo>
                    <a:pt x="33" y="606"/>
                    <a:pt x="69" y="590"/>
                    <a:pt x="102" y="574"/>
                  </a:cubicBezTo>
                  <a:lnTo>
                    <a:pt x="150" y="538"/>
                  </a:lnTo>
                  <a:cubicBezTo>
                    <a:pt x="405" y="421"/>
                    <a:pt x="675" y="287"/>
                    <a:pt x="926" y="170"/>
                  </a:cubicBezTo>
                  <a:cubicBezTo>
                    <a:pt x="958" y="154"/>
                    <a:pt x="1011" y="134"/>
                    <a:pt x="1043" y="118"/>
                  </a:cubicBezTo>
                  <a:cubicBezTo>
                    <a:pt x="1112" y="85"/>
                    <a:pt x="1196" y="33"/>
                    <a:pt x="1281" y="33"/>
                  </a:cubicBezTo>
                  <a:lnTo>
                    <a:pt x="1281" y="17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0">
              <a:extLst>
                <a:ext uri="{FF2B5EF4-FFF2-40B4-BE49-F238E27FC236}">
                  <a16:creationId xmlns:a16="http://schemas.microsoft.com/office/drawing/2014/main" id="{E709DA2D-B876-5BE9-6DC6-6FFA35E4F9EC}"/>
                </a:ext>
              </a:extLst>
            </p:cNvPr>
            <p:cNvSpPr/>
            <p:nvPr/>
          </p:nvSpPr>
          <p:spPr>
            <a:xfrm>
              <a:off x="1673952" y="3510440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6" y="134"/>
                    <a:pt x="16" y="255"/>
                    <a:pt x="16" y="372"/>
                  </a:cubicBezTo>
                  <a:lnTo>
                    <a:pt x="16" y="574"/>
                  </a:lnTo>
                  <a:lnTo>
                    <a:pt x="16" y="639"/>
                  </a:lnTo>
                  <a:cubicBezTo>
                    <a:pt x="16" y="691"/>
                    <a:pt x="16" y="740"/>
                    <a:pt x="0" y="776"/>
                  </a:cubicBezTo>
                  <a:cubicBezTo>
                    <a:pt x="0" y="792"/>
                    <a:pt x="0" y="792"/>
                    <a:pt x="16" y="792"/>
                  </a:cubicBezTo>
                  <a:lnTo>
                    <a:pt x="37" y="792"/>
                  </a:lnTo>
                  <a:cubicBezTo>
                    <a:pt x="53" y="740"/>
                    <a:pt x="53" y="691"/>
                    <a:pt x="53" y="639"/>
                  </a:cubicBezTo>
                  <a:cubicBezTo>
                    <a:pt x="37" y="623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72"/>
                  </a:cubicBezTo>
                  <a:cubicBezTo>
                    <a:pt x="37" y="255"/>
                    <a:pt x="37" y="134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0">
              <a:extLst>
                <a:ext uri="{FF2B5EF4-FFF2-40B4-BE49-F238E27FC236}">
                  <a16:creationId xmlns:a16="http://schemas.microsoft.com/office/drawing/2014/main" id="{F923B963-4AE1-4D3F-ADA5-B8BFCD965153}"/>
                </a:ext>
              </a:extLst>
            </p:cNvPr>
            <p:cNvSpPr/>
            <p:nvPr/>
          </p:nvSpPr>
          <p:spPr>
            <a:xfrm>
              <a:off x="1923059" y="2577579"/>
              <a:ext cx="128924" cy="264105"/>
            </a:xfrm>
            <a:custGeom>
              <a:avLst/>
              <a:gdLst/>
              <a:ahLst/>
              <a:cxnLst/>
              <a:rect l="l" t="t" r="r" b="b"/>
              <a:pathLst>
                <a:path w="1298" h="2659" extrusionOk="0">
                  <a:moveTo>
                    <a:pt x="53" y="0"/>
                  </a:moveTo>
                  <a:cubicBezTo>
                    <a:pt x="53" y="0"/>
                    <a:pt x="33" y="0"/>
                    <a:pt x="33" y="16"/>
                  </a:cubicBezTo>
                  <a:cubicBezTo>
                    <a:pt x="1" y="117"/>
                    <a:pt x="33" y="202"/>
                    <a:pt x="102" y="303"/>
                  </a:cubicBezTo>
                  <a:cubicBezTo>
                    <a:pt x="203" y="420"/>
                    <a:pt x="288" y="538"/>
                    <a:pt x="372" y="675"/>
                  </a:cubicBezTo>
                  <a:cubicBezTo>
                    <a:pt x="389" y="707"/>
                    <a:pt x="421" y="740"/>
                    <a:pt x="437" y="776"/>
                  </a:cubicBezTo>
                  <a:cubicBezTo>
                    <a:pt x="538" y="909"/>
                    <a:pt x="623" y="1043"/>
                    <a:pt x="708" y="1180"/>
                  </a:cubicBezTo>
                  <a:cubicBezTo>
                    <a:pt x="877" y="1414"/>
                    <a:pt x="1027" y="1669"/>
                    <a:pt x="1197" y="1919"/>
                  </a:cubicBezTo>
                  <a:cubicBezTo>
                    <a:pt x="1245" y="1988"/>
                    <a:pt x="1265" y="2036"/>
                    <a:pt x="1265" y="2121"/>
                  </a:cubicBezTo>
                  <a:lnTo>
                    <a:pt x="1265" y="2509"/>
                  </a:lnTo>
                  <a:cubicBezTo>
                    <a:pt x="1265" y="2557"/>
                    <a:pt x="1245" y="2610"/>
                    <a:pt x="1229" y="2642"/>
                  </a:cubicBezTo>
                  <a:lnTo>
                    <a:pt x="1229" y="2658"/>
                  </a:lnTo>
                  <a:lnTo>
                    <a:pt x="1245" y="2658"/>
                  </a:lnTo>
                  <a:cubicBezTo>
                    <a:pt x="1281" y="2610"/>
                    <a:pt x="1298" y="2557"/>
                    <a:pt x="1298" y="2509"/>
                  </a:cubicBezTo>
                  <a:lnTo>
                    <a:pt x="1298" y="2121"/>
                  </a:lnTo>
                  <a:cubicBezTo>
                    <a:pt x="1298" y="2036"/>
                    <a:pt x="1281" y="1972"/>
                    <a:pt x="1229" y="1903"/>
                  </a:cubicBezTo>
                  <a:cubicBezTo>
                    <a:pt x="1063" y="1648"/>
                    <a:pt x="894" y="1398"/>
                    <a:pt x="724" y="1164"/>
                  </a:cubicBezTo>
                  <a:cubicBezTo>
                    <a:pt x="639" y="1026"/>
                    <a:pt x="558" y="893"/>
                    <a:pt x="473" y="760"/>
                  </a:cubicBezTo>
                  <a:cubicBezTo>
                    <a:pt x="437" y="723"/>
                    <a:pt x="421" y="691"/>
                    <a:pt x="389" y="659"/>
                  </a:cubicBezTo>
                  <a:cubicBezTo>
                    <a:pt x="304" y="521"/>
                    <a:pt x="219" y="404"/>
                    <a:pt x="118" y="287"/>
                  </a:cubicBezTo>
                  <a:cubicBezTo>
                    <a:pt x="53" y="202"/>
                    <a:pt x="33" y="117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0">
              <a:extLst>
                <a:ext uri="{FF2B5EF4-FFF2-40B4-BE49-F238E27FC236}">
                  <a16:creationId xmlns:a16="http://schemas.microsoft.com/office/drawing/2014/main" id="{3D054FF5-91C9-56F8-CAF6-2C2E94D1D72C}"/>
                </a:ext>
              </a:extLst>
            </p:cNvPr>
            <p:cNvSpPr/>
            <p:nvPr/>
          </p:nvSpPr>
          <p:spPr>
            <a:xfrm>
              <a:off x="491885" y="1883794"/>
              <a:ext cx="144121" cy="78765"/>
            </a:xfrm>
            <a:custGeom>
              <a:avLst/>
              <a:gdLst/>
              <a:ahLst/>
              <a:cxnLst/>
              <a:rect l="l" t="t" r="r" b="b"/>
              <a:pathLst>
                <a:path w="1451" h="793" extrusionOk="0">
                  <a:moveTo>
                    <a:pt x="1434" y="1"/>
                  </a:moveTo>
                  <a:cubicBezTo>
                    <a:pt x="1350" y="49"/>
                    <a:pt x="1265" y="102"/>
                    <a:pt x="1164" y="150"/>
                  </a:cubicBezTo>
                  <a:cubicBezTo>
                    <a:pt x="978" y="271"/>
                    <a:pt x="760" y="388"/>
                    <a:pt x="558" y="489"/>
                  </a:cubicBezTo>
                  <a:cubicBezTo>
                    <a:pt x="505" y="522"/>
                    <a:pt x="457" y="554"/>
                    <a:pt x="388" y="590"/>
                  </a:cubicBezTo>
                  <a:cubicBezTo>
                    <a:pt x="271" y="655"/>
                    <a:pt x="154" y="740"/>
                    <a:pt x="20" y="776"/>
                  </a:cubicBezTo>
                  <a:cubicBezTo>
                    <a:pt x="0" y="776"/>
                    <a:pt x="0" y="776"/>
                    <a:pt x="0" y="792"/>
                  </a:cubicBezTo>
                  <a:lnTo>
                    <a:pt x="20" y="792"/>
                  </a:lnTo>
                  <a:cubicBezTo>
                    <a:pt x="170" y="756"/>
                    <a:pt x="287" y="691"/>
                    <a:pt x="404" y="607"/>
                  </a:cubicBezTo>
                  <a:cubicBezTo>
                    <a:pt x="457" y="574"/>
                    <a:pt x="525" y="538"/>
                    <a:pt x="574" y="506"/>
                  </a:cubicBezTo>
                  <a:cubicBezTo>
                    <a:pt x="776" y="405"/>
                    <a:pt x="978" y="287"/>
                    <a:pt x="1180" y="170"/>
                  </a:cubicBezTo>
                  <a:cubicBezTo>
                    <a:pt x="1265" y="118"/>
                    <a:pt x="1350" y="69"/>
                    <a:pt x="1434" y="33"/>
                  </a:cubicBezTo>
                  <a:lnTo>
                    <a:pt x="1451" y="17"/>
                  </a:ln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0">
              <a:extLst>
                <a:ext uri="{FF2B5EF4-FFF2-40B4-BE49-F238E27FC236}">
                  <a16:creationId xmlns:a16="http://schemas.microsoft.com/office/drawing/2014/main" id="{1C64A525-00F2-4648-6E02-C970A261F0CE}"/>
                </a:ext>
              </a:extLst>
            </p:cNvPr>
            <p:cNvSpPr/>
            <p:nvPr/>
          </p:nvSpPr>
          <p:spPr>
            <a:xfrm>
              <a:off x="1735732" y="3064272"/>
              <a:ext cx="170640" cy="295790"/>
            </a:xfrm>
            <a:custGeom>
              <a:avLst/>
              <a:gdLst/>
              <a:ahLst/>
              <a:cxnLst/>
              <a:rect l="l" t="t" r="r" b="b"/>
              <a:pathLst>
                <a:path w="1718" h="2978" extrusionOk="0">
                  <a:moveTo>
                    <a:pt x="20" y="0"/>
                  </a:moveTo>
                  <a:cubicBezTo>
                    <a:pt x="0" y="0"/>
                    <a:pt x="0" y="0"/>
                    <a:pt x="0" y="17"/>
                  </a:cubicBezTo>
                  <a:cubicBezTo>
                    <a:pt x="0" y="134"/>
                    <a:pt x="85" y="202"/>
                    <a:pt x="170" y="267"/>
                  </a:cubicBezTo>
                  <a:cubicBezTo>
                    <a:pt x="202" y="283"/>
                    <a:pt x="222" y="320"/>
                    <a:pt x="255" y="352"/>
                  </a:cubicBezTo>
                  <a:cubicBezTo>
                    <a:pt x="542" y="707"/>
                    <a:pt x="845" y="1043"/>
                    <a:pt x="1131" y="1378"/>
                  </a:cubicBezTo>
                  <a:cubicBezTo>
                    <a:pt x="1212" y="1479"/>
                    <a:pt x="1313" y="1580"/>
                    <a:pt x="1398" y="1697"/>
                  </a:cubicBezTo>
                  <a:cubicBezTo>
                    <a:pt x="1414" y="1717"/>
                    <a:pt x="1434" y="1733"/>
                    <a:pt x="1451" y="1750"/>
                  </a:cubicBezTo>
                  <a:cubicBezTo>
                    <a:pt x="1499" y="1818"/>
                    <a:pt x="1568" y="1883"/>
                    <a:pt x="1636" y="1952"/>
                  </a:cubicBezTo>
                  <a:cubicBezTo>
                    <a:pt x="1685" y="2000"/>
                    <a:pt x="1685" y="2053"/>
                    <a:pt x="1685" y="2121"/>
                  </a:cubicBezTo>
                  <a:lnTo>
                    <a:pt x="1685" y="2525"/>
                  </a:lnTo>
                  <a:lnTo>
                    <a:pt x="1685" y="2828"/>
                  </a:lnTo>
                  <a:lnTo>
                    <a:pt x="1685" y="2860"/>
                  </a:lnTo>
                  <a:cubicBezTo>
                    <a:pt x="1701" y="2893"/>
                    <a:pt x="1701" y="2929"/>
                    <a:pt x="1669" y="2961"/>
                  </a:cubicBezTo>
                  <a:lnTo>
                    <a:pt x="1669" y="2978"/>
                  </a:lnTo>
                  <a:lnTo>
                    <a:pt x="1685" y="2978"/>
                  </a:lnTo>
                  <a:cubicBezTo>
                    <a:pt x="1717" y="2945"/>
                    <a:pt x="1717" y="2893"/>
                    <a:pt x="1717" y="2860"/>
                  </a:cubicBezTo>
                  <a:lnTo>
                    <a:pt x="1717" y="2828"/>
                  </a:lnTo>
                  <a:lnTo>
                    <a:pt x="1717" y="2525"/>
                  </a:lnTo>
                  <a:lnTo>
                    <a:pt x="1717" y="2121"/>
                  </a:lnTo>
                  <a:cubicBezTo>
                    <a:pt x="1717" y="2053"/>
                    <a:pt x="1717" y="1984"/>
                    <a:pt x="1652" y="1935"/>
                  </a:cubicBezTo>
                  <a:cubicBezTo>
                    <a:pt x="1584" y="1867"/>
                    <a:pt x="1515" y="1798"/>
                    <a:pt x="1467" y="1733"/>
                  </a:cubicBezTo>
                  <a:cubicBezTo>
                    <a:pt x="1451" y="1717"/>
                    <a:pt x="1434" y="1697"/>
                    <a:pt x="1414" y="1665"/>
                  </a:cubicBezTo>
                  <a:cubicBezTo>
                    <a:pt x="1333" y="1564"/>
                    <a:pt x="1232" y="1463"/>
                    <a:pt x="1148" y="1362"/>
                  </a:cubicBezTo>
                  <a:cubicBezTo>
                    <a:pt x="861" y="1026"/>
                    <a:pt x="558" y="671"/>
                    <a:pt x="271" y="336"/>
                  </a:cubicBezTo>
                  <a:cubicBezTo>
                    <a:pt x="239" y="303"/>
                    <a:pt x="222" y="267"/>
                    <a:pt x="186" y="251"/>
                  </a:cubicBezTo>
                  <a:cubicBezTo>
                    <a:pt x="101" y="182"/>
                    <a:pt x="37" y="118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0">
              <a:extLst>
                <a:ext uri="{FF2B5EF4-FFF2-40B4-BE49-F238E27FC236}">
                  <a16:creationId xmlns:a16="http://schemas.microsoft.com/office/drawing/2014/main" id="{17C496B4-7113-20B3-81BA-6D2D4092D0CB}"/>
                </a:ext>
              </a:extLst>
            </p:cNvPr>
            <p:cNvSpPr/>
            <p:nvPr/>
          </p:nvSpPr>
          <p:spPr>
            <a:xfrm>
              <a:off x="1970040" y="3100823"/>
              <a:ext cx="4867" cy="38538"/>
            </a:xfrm>
            <a:custGeom>
              <a:avLst/>
              <a:gdLst/>
              <a:ahLst/>
              <a:cxnLst/>
              <a:rect l="l" t="t" r="r" b="b"/>
              <a:pathLst>
                <a:path w="49" h="388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0" y="85"/>
                    <a:pt x="0" y="170"/>
                    <a:pt x="17" y="238"/>
                  </a:cubicBezTo>
                  <a:lnTo>
                    <a:pt x="17" y="372"/>
                  </a:lnTo>
                  <a:cubicBezTo>
                    <a:pt x="0" y="372"/>
                    <a:pt x="17" y="388"/>
                    <a:pt x="17" y="388"/>
                  </a:cubicBezTo>
                  <a:cubicBezTo>
                    <a:pt x="33" y="388"/>
                    <a:pt x="33" y="372"/>
                    <a:pt x="33" y="372"/>
                  </a:cubicBezTo>
                  <a:lnTo>
                    <a:pt x="33" y="238"/>
                  </a:lnTo>
                  <a:cubicBezTo>
                    <a:pt x="33" y="170"/>
                    <a:pt x="33" y="85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0">
              <a:extLst>
                <a:ext uri="{FF2B5EF4-FFF2-40B4-BE49-F238E27FC236}">
                  <a16:creationId xmlns:a16="http://schemas.microsoft.com/office/drawing/2014/main" id="{F623D747-50B6-599E-387A-6260D118F59C}"/>
                </a:ext>
              </a:extLst>
            </p:cNvPr>
            <p:cNvSpPr/>
            <p:nvPr/>
          </p:nvSpPr>
          <p:spPr>
            <a:xfrm>
              <a:off x="1182393" y="3500408"/>
              <a:ext cx="5364" cy="100418"/>
            </a:xfrm>
            <a:custGeom>
              <a:avLst/>
              <a:gdLst/>
              <a:ahLst/>
              <a:cxnLst/>
              <a:rect l="l" t="t" r="r" b="b"/>
              <a:pathLst>
                <a:path w="54" h="1011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53"/>
                    <a:pt x="17" y="69"/>
                    <a:pt x="17" y="102"/>
                  </a:cubicBezTo>
                  <a:cubicBezTo>
                    <a:pt x="1" y="118"/>
                    <a:pt x="1" y="134"/>
                    <a:pt x="1" y="134"/>
                  </a:cubicBezTo>
                  <a:lnTo>
                    <a:pt x="1" y="437"/>
                  </a:lnTo>
                  <a:cubicBezTo>
                    <a:pt x="17" y="590"/>
                    <a:pt x="17" y="760"/>
                    <a:pt x="1" y="909"/>
                  </a:cubicBezTo>
                  <a:cubicBezTo>
                    <a:pt x="1" y="926"/>
                    <a:pt x="1" y="962"/>
                    <a:pt x="17" y="978"/>
                  </a:cubicBezTo>
                  <a:lnTo>
                    <a:pt x="17" y="994"/>
                  </a:lnTo>
                  <a:lnTo>
                    <a:pt x="37" y="1010"/>
                  </a:lnTo>
                  <a:cubicBezTo>
                    <a:pt x="53" y="1010"/>
                    <a:pt x="53" y="994"/>
                    <a:pt x="53" y="994"/>
                  </a:cubicBezTo>
                  <a:cubicBezTo>
                    <a:pt x="53" y="978"/>
                    <a:pt x="37" y="978"/>
                    <a:pt x="37" y="962"/>
                  </a:cubicBezTo>
                  <a:cubicBezTo>
                    <a:pt x="37" y="942"/>
                    <a:pt x="17" y="926"/>
                    <a:pt x="17" y="909"/>
                  </a:cubicBezTo>
                  <a:cubicBezTo>
                    <a:pt x="37" y="760"/>
                    <a:pt x="37" y="590"/>
                    <a:pt x="37" y="437"/>
                  </a:cubicBezTo>
                  <a:lnTo>
                    <a:pt x="37" y="134"/>
                  </a:lnTo>
                  <a:lnTo>
                    <a:pt x="37" y="118"/>
                  </a:lnTo>
                  <a:cubicBezTo>
                    <a:pt x="37" y="69"/>
                    <a:pt x="53" y="33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0">
              <a:extLst>
                <a:ext uri="{FF2B5EF4-FFF2-40B4-BE49-F238E27FC236}">
                  <a16:creationId xmlns:a16="http://schemas.microsoft.com/office/drawing/2014/main" id="{242B3CE4-523B-01EF-CC3D-BEE6B1FB89DA}"/>
                </a:ext>
              </a:extLst>
            </p:cNvPr>
            <p:cNvSpPr/>
            <p:nvPr/>
          </p:nvSpPr>
          <p:spPr>
            <a:xfrm>
              <a:off x="794827" y="1976564"/>
              <a:ext cx="4867" cy="94756"/>
            </a:xfrm>
            <a:custGeom>
              <a:avLst/>
              <a:gdLst/>
              <a:ahLst/>
              <a:cxnLst/>
              <a:rect l="l" t="t" r="r" b="b"/>
              <a:pathLst>
                <a:path w="49" h="954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6" y="178"/>
                    <a:pt x="16" y="327"/>
                    <a:pt x="0" y="481"/>
                  </a:cubicBezTo>
                  <a:lnTo>
                    <a:pt x="0" y="784"/>
                  </a:lnTo>
                  <a:lnTo>
                    <a:pt x="0" y="816"/>
                  </a:lnTo>
                  <a:cubicBezTo>
                    <a:pt x="0" y="868"/>
                    <a:pt x="0" y="901"/>
                    <a:pt x="33" y="933"/>
                  </a:cubicBezTo>
                  <a:lnTo>
                    <a:pt x="49" y="953"/>
                  </a:lnTo>
                  <a:lnTo>
                    <a:pt x="49" y="933"/>
                  </a:lnTo>
                  <a:lnTo>
                    <a:pt x="49" y="917"/>
                  </a:lnTo>
                  <a:cubicBezTo>
                    <a:pt x="33" y="901"/>
                    <a:pt x="33" y="868"/>
                    <a:pt x="33" y="816"/>
                  </a:cubicBezTo>
                  <a:lnTo>
                    <a:pt x="33" y="784"/>
                  </a:lnTo>
                  <a:lnTo>
                    <a:pt x="33" y="481"/>
                  </a:lnTo>
                  <a:cubicBezTo>
                    <a:pt x="33" y="327"/>
                    <a:pt x="33" y="178"/>
                    <a:pt x="16" y="8"/>
                  </a:cubicBezTo>
                  <a:cubicBezTo>
                    <a:pt x="16" y="8"/>
                    <a:pt x="16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0">
              <a:extLst>
                <a:ext uri="{FF2B5EF4-FFF2-40B4-BE49-F238E27FC236}">
                  <a16:creationId xmlns:a16="http://schemas.microsoft.com/office/drawing/2014/main" id="{EDDA0A7D-708A-0CB6-50C4-614BA768CAAC}"/>
                </a:ext>
              </a:extLst>
            </p:cNvPr>
            <p:cNvSpPr/>
            <p:nvPr/>
          </p:nvSpPr>
          <p:spPr>
            <a:xfrm>
              <a:off x="2081979" y="3085924"/>
              <a:ext cx="105185" cy="197160"/>
            </a:xfrm>
            <a:custGeom>
              <a:avLst/>
              <a:gdLst/>
              <a:ahLst/>
              <a:cxnLst/>
              <a:rect l="l" t="t" r="r" b="b"/>
              <a:pathLst>
                <a:path w="1059" h="1985" extrusionOk="0">
                  <a:moveTo>
                    <a:pt x="69" y="1"/>
                  </a:moveTo>
                  <a:cubicBezTo>
                    <a:pt x="49" y="1"/>
                    <a:pt x="49" y="1"/>
                    <a:pt x="49" y="17"/>
                  </a:cubicBezTo>
                  <a:cubicBezTo>
                    <a:pt x="1" y="102"/>
                    <a:pt x="1" y="166"/>
                    <a:pt x="69" y="235"/>
                  </a:cubicBezTo>
                  <a:cubicBezTo>
                    <a:pt x="69" y="235"/>
                    <a:pt x="85" y="251"/>
                    <a:pt x="101" y="267"/>
                  </a:cubicBezTo>
                  <a:cubicBezTo>
                    <a:pt x="118" y="287"/>
                    <a:pt x="134" y="304"/>
                    <a:pt x="150" y="320"/>
                  </a:cubicBezTo>
                  <a:cubicBezTo>
                    <a:pt x="320" y="570"/>
                    <a:pt x="505" y="825"/>
                    <a:pt x="691" y="1059"/>
                  </a:cubicBezTo>
                  <a:cubicBezTo>
                    <a:pt x="740" y="1128"/>
                    <a:pt x="792" y="1196"/>
                    <a:pt x="841" y="1261"/>
                  </a:cubicBezTo>
                  <a:cubicBezTo>
                    <a:pt x="857" y="1277"/>
                    <a:pt x="877" y="1313"/>
                    <a:pt x="909" y="1330"/>
                  </a:cubicBezTo>
                  <a:cubicBezTo>
                    <a:pt x="942" y="1362"/>
                    <a:pt x="994" y="1414"/>
                    <a:pt x="994" y="1463"/>
                  </a:cubicBezTo>
                  <a:cubicBezTo>
                    <a:pt x="1027" y="1616"/>
                    <a:pt x="1043" y="1802"/>
                    <a:pt x="994" y="1968"/>
                  </a:cubicBezTo>
                  <a:lnTo>
                    <a:pt x="994" y="1984"/>
                  </a:lnTo>
                  <a:lnTo>
                    <a:pt x="1010" y="1984"/>
                  </a:lnTo>
                  <a:cubicBezTo>
                    <a:pt x="1059" y="1802"/>
                    <a:pt x="1043" y="1616"/>
                    <a:pt x="1027" y="1463"/>
                  </a:cubicBezTo>
                  <a:cubicBezTo>
                    <a:pt x="1010" y="1398"/>
                    <a:pt x="978" y="1346"/>
                    <a:pt x="926" y="1313"/>
                  </a:cubicBezTo>
                  <a:cubicBezTo>
                    <a:pt x="909" y="1297"/>
                    <a:pt x="877" y="1261"/>
                    <a:pt x="857" y="1245"/>
                  </a:cubicBezTo>
                  <a:cubicBezTo>
                    <a:pt x="808" y="1176"/>
                    <a:pt x="756" y="1111"/>
                    <a:pt x="707" y="1043"/>
                  </a:cubicBezTo>
                  <a:cubicBezTo>
                    <a:pt x="522" y="808"/>
                    <a:pt x="352" y="554"/>
                    <a:pt x="170" y="304"/>
                  </a:cubicBezTo>
                  <a:cubicBezTo>
                    <a:pt x="150" y="287"/>
                    <a:pt x="134" y="267"/>
                    <a:pt x="118" y="235"/>
                  </a:cubicBezTo>
                  <a:cubicBezTo>
                    <a:pt x="101" y="235"/>
                    <a:pt x="85" y="219"/>
                    <a:pt x="85" y="219"/>
                  </a:cubicBezTo>
                  <a:cubicBezTo>
                    <a:pt x="33" y="166"/>
                    <a:pt x="17" y="102"/>
                    <a:pt x="69" y="33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0">
              <a:extLst>
                <a:ext uri="{FF2B5EF4-FFF2-40B4-BE49-F238E27FC236}">
                  <a16:creationId xmlns:a16="http://schemas.microsoft.com/office/drawing/2014/main" id="{125B0D66-E4F7-97C5-5C42-1F1568B89FA0}"/>
                </a:ext>
              </a:extLst>
            </p:cNvPr>
            <p:cNvSpPr/>
            <p:nvPr/>
          </p:nvSpPr>
          <p:spPr>
            <a:xfrm>
              <a:off x="1841216" y="2022650"/>
              <a:ext cx="3377" cy="36651"/>
            </a:xfrm>
            <a:custGeom>
              <a:avLst/>
              <a:gdLst/>
              <a:ahLst/>
              <a:cxnLst/>
              <a:rect l="l" t="t" r="r" b="b"/>
              <a:pathLst>
                <a:path w="34" h="36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50"/>
                  </a:lnTo>
                  <a:cubicBezTo>
                    <a:pt x="17" y="219"/>
                    <a:pt x="17" y="287"/>
                    <a:pt x="1" y="352"/>
                  </a:cubicBezTo>
                  <a:lnTo>
                    <a:pt x="1" y="368"/>
                  </a:lnTo>
                  <a:lnTo>
                    <a:pt x="17" y="368"/>
                  </a:lnTo>
                  <a:cubicBezTo>
                    <a:pt x="33" y="287"/>
                    <a:pt x="33" y="219"/>
                    <a:pt x="33" y="134"/>
                  </a:cubicBez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0">
              <a:extLst>
                <a:ext uri="{FF2B5EF4-FFF2-40B4-BE49-F238E27FC236}">
                  <a16:creationId xmlns:a16="http://schemas.microsoft.com/office/drawing/2014/main" id="{FBC9A653-3F56-3226-F27F-8431301DE57D}"/>
                </a:ext>
              </a:extLst>
            </p:cNvPr>
            <p:cNvSpPr/>
            <p:nvPr/>
          </p:nvSpPr>
          <p:spPr>
            <a:xfrm>
              <a:off x="505493" y="3664095"/>
              <a:ext cx="130513" cy="38637"/>
            </a:xfrm>
            <a:custGeom>
              <a:avLst/>
              <a:gdLst/>
              <a:ahLst/>
              <a:cxnLst/>
              <a:rect l="l" t="t" r="r" b="b"/>
              <a:pathLst>
                <a:path w="1314" h="389" extrusionOk="0">
                  <a:moveTo>
                    <a:pt x="1297" y="1"/>
                  </a:moveTo>
                  <a:cubicBezTo>
                    <a:pt x="1160" y="21"/>
                    <a:pt x="1043" y="53"/>
                    <a:pt x="926" y="102"/>
                  </a:cubicBezTo>
                  <a:cubicBezTo>
                    <a:pt x="873" y="122"/>
                    <a:pt x="809" y="138"/>
                    <a:pt x="740" y="154"/>
                  </a:cubicBezTo>
                  <a:cubicBezTo>
                    <a:pt x="639" y="187"/>
                    <a:pt x="554" y="203"/>
                    <a:pt x="469" y="239"/>
                  </a:cubicBezTo>
                  <a:cubicBezTo>
                    <a:pt x="320" y="288"/>
                    <a:pt x="166" y="340"/>
                    <a:pt x="17" y="356"/>
                  </a:cubicBezTo>
                  <a:cubicBezTo>
                    <a:pt x="1" y="356"/>
                    <a:pt x="1" y="372"/>
                    <a:pt x="1" y="372"/>
                  </a:cubicBezTo>
                  <a:cubicBezTo>
                    <a:pt x="1" y="372"/>
                    <a:pt x="1" y="389"/>
                    <a:pt x="17" y="389"/>
                  </a:cubicBezTo>
                  <a:cubicBezTo>
                    <a:pt x="166" y="356"/>
                    <a:pt x="320" y="304"/>
                    <a:pt x="469" y="271"/>
                  </a:cubicBezTo>
                  <a:cubicBezTo>
                    <a:pt x="554" y="239"/>
                    <a:pt x="655" y="203"/>
                    <a:pt x="740" y="187"/>
                  </a:cubicBezTo>
                  <a:cubicBezTo>
                    <a:pt x="809" y="170"/>
                    <a:pt x="873" y="138"/>
                    <a:pt x="942" y="122"/>
                  </a:cubicBezTo>
                  <a:cubicBezTo>
                    <a:pt x="1059" y="86"/>
                    <a:pt x="1176" y="53"/>
                    <a:pt x="1297" y="37"/>
                  </a:cubicBezTo>
                  <a:cubicBezTo>
                    <a:pt x="1314" y="37"/>
                    <a:pt x="1314" y="21"/>
                    <a:pt x="1314" y="21"/>
                  </a:cubicBezTo>
                  <a:lnTo>
                    <a:pt x="12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0">
              <a:extLst>
                <a:ext uri="{FF2B5EF4-FFF2-40B4-BE49-F238E27FC236}">
                  <a16:creationId xmlns:a16="http://schemas.microsoft.com/office/drawing/2014/main" id="{1E55A589-D8C6-B4F2-F69D-CD973F7D4E8C}"/>
                </a:ext>
              </a:extLst>
            </p:cNvPr>
            <p:cNvSpPr/>
            <p:nvPr/>
          </p:nvSpPr>
          <p:spPr>
            <a:xfrm>
              <a:off x="1087339" y="2514110"/>
              <a:ext cx="6456" cy="88797"/>
            </a:xfrm>
            <a:custGeom>
              <a:avLst/>
              <a:gdLst/>
              <a:ahLst/>
              <a:cxnLst/>
              <a:rect l="l" t="t" r="r" b="b"/>
              <a:pathLst>
                <a:path w="65" h="894" extrusionOk="0">
                  <a:moveTo>
                    <a:pt x="16" y="1"/>
                  </a:moveTo>
                  <a:lnTo>
                    <a:pt x="0" y="17"/>
                  </a:lnTo>
                  <a:cubicBezTo>
                    <a:pt x="32" y="219"/>
                    <a:pt x="16" y="421"/>
                    <a:pt x="16" y="623"/>
                  </a:cubicBezTo>
                  <a:lnTo>
                    <a:pt x="16" y="740"/>
                  </a:lnTo>
                  <a:lnTo>
                    <a:pt x="16" y="809"/>
                  </a:lnTo>
                  <a:cubicBezTo>
                    <a:pt x="32" y="825"/>
                    <a:pt x="32" y="857"/>
                    <a:pt x="32" y="874"/>
                  </a:cubicBezTo>
                  <a:cubicBezTo>
                    <a:pt x="32" y="874"/>
                    <a:pt x="32" y="894"/>
                    <a:pt x="49" y="894"/>
                  </a:cubicBezTo>
                  <a:lnTo>
                    <a:pt x="65" y="874"/>
                  </a:lnTo>
                  <a:cubicBezTo>
                    <a:pt x="65" y="841"/>
                    <a:pt x="49" y="825"/>
                    <a:pt x="49" y="809"/>
                  </a:cubicBezTo>
                  <a:cubicBezTo>
                    <a:pt x="49" y="793"/>
                    <a:pt x="32" y="756"/>
                    <a:pt x="32" y="740"/>
                  </a:cubicBezTo>
                  <a:cubicBezTo>
                    <a:pt x="32" y="692"/>
                    <a:pt x="49" y="655"/>
                    <a:pt x="49" y="623"/>
                  </a:cubicBezTo>
                  <a:cubicBezTo>
                    <a:pt x="49" y="421"/>
                    <a:pt x="49" y="219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0">
              <a:extLst>
                <a:ext uri="{FF2B5EF4-FFF2-40B4-BE49-F238E27FC236}">
                  <a16:creationId xmlns:a16="http://schemas.microsoft.com/office/drawing/2014/main" id="{E6AEA095-DDD9-2875-A44C-D8B704986787}"/>
                </a:ext>
              </a:extLst>
            </p:cNvPr>
            <p:cNvSpPr/>
            <p:nvPr/>
          </p:nvSpPr>
          <p:spPr>
            <a:xfrm>
              <a:off x="2167002" y="3224781"/>
              <a:ext cx="6953" cy="36552"/>
            </a:xfrm>
            <a:custGeom>
              <a:avLst/>
              <a:gdLst/>
              <a:ahLst/>
              <a:cxnLst/>
              <a:rect l="l" t="t" r="r" b="b"/>
              <a:pathLst>
                <a:path w="70" h="368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65"/>
                    <a:pt x="21" y="134"/>
                    <a:pt x="21" y="182"/>
                  </a:cubicBezTo>
                  <a:cubicBezTo>
                    <a:pt x="21" y="251"/>
                    <a:pt x="37" y="303"/>
                    <a:pt x="21" y="352"/>
                  </a:cubicBezTo>
                  <a:cubicBezTo>
                    <a:pt x="1" y="368"/>
                    <a:pt x="21" y="368"/>
                    <a:pt x="21" y="368"/>
                  </a:cubicBezTo>
                  <a:lnTo>
                    <a:pt x="37" y="368"/>
                  </a:lnTo>
                  <a:cubicBezTo>
                    <a:pt x="53" y="303"/>
                    <a:pt x="53" y="251"/>
                    <a:pt x="53" y="182"/>
                  </a:cubicBezTo>
                  <a:cubicBezTo>
                    <a:pt x="53" y="134"/>
                    <a:pt x="53" y="65"/>
                    <a:pt x="70" y="16"/>
                  </a:cubicBezTo>
                  <a:cubicBezTo>
                    <a:pt x="70" y="16"/>
                    <a:pt x="70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0">
              <a:extLst>
                <a:ext uri="{FF2B5EF4-FFF2-40B4-BE49-F238E27FC236}">
                  <a16:creationId xmlns:a16="http://schemas.microsoft.com/office/drawing/2014/main" id="{A6C32CB1-AE6E-E9A5-C154-B7B00FD5FEDC}"/>
                </a:ext>
              </a:extLst>
            </p:cNvPr>
            <p:cNvSpPr/>
            <p:nvPr/>
          </p:nvSpPr>
          <p:spPr>
            <a:xfrm>
              <a:off x="700865" y="3179389"/>
              <a:ext cx="5364" cy="78765"/>
            </a:xfrm>
            <a:custGeom>
              <a:avLst/>
              <a:gdLst/>
              <a:ahLst/>
              <a:cxnLst/>
              <a:rect l="l" t="t" r="r" b="b"/>
              <a:pathLst>
                <a:path w="54" h="793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lnTo>
                    <a:pt x="1" y="304"/>
                  </a:lnTo>
                  <a:cubicBezTo>
                    <a:pt x="1" y="457"/>
                    <a:pt x="1" y="623"/>
                    <a:pt x="17" y="776"/>
                  </a:cubicBezTo>
                  <a:cubicBezTo>
                    <a:pt x="17" y="793"/>
                    <a:pt x="17" y="793"/>
                    <a:pt x="37" y="793"/>
                  </a:cubicBezTo>
                  <a:cubicBezTo>
                    <a:pt x="37" y="793"/>
                    <a:pt x="53" y="793"/>
                    <a:pt x="53" y="776"/>
                  </a:cubicBezTo>
                  <a:cubicBezTo>
                    <a:pt x="17" y="623"/>
                    <a:pt x="37" y="457"/>
                    <a:pt x="37" y="304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0">
              <a:extLst>
                <a:ext uri="{FF2B5EF4-FFF2-40B4-BE49-F238E27FC236}">
                  <a16:creationId xmlns:a16="http://schemas.microsoft.com/office/drawing/2014/main" id="{D0CCFA1A-BC6A-BE81-F63B-C9F07013667D}"/>
                </a:ext>
              </a:extLst>
            </p:cNvPr>
            <p:cNvSpPr/>
            <p:nvPr/>
          </p:nvSpPr>
          <p:spPr>
            <a:xfrm>
              <a:off x="670770" y="2114526"/>
              <a:ext cx="142233" cy="192293"/>
            </a:xfrm>
            <a:custGeom>
              <a:avLst/>
              <a:gdLst/>
              <a:ahLst/>
              <a:cxnLst/>
              <a:rect l="l" t="t" r="r" b="b"/>
              <a:pathLst>
                <a:path w="1432" h="1936" extrusionOk="0">
                  <a:moveTo>
                    <a:pt x="1415" y="0"/>
                  </a:moveTo>
                  <a:cubicBezTo>
                    <a:pt x="1249" y="69"/>
                    <a:pt x="1096" y="150"/>
                    <a:pt x="946" y="219"/>
                  </a:cubicBezTo>
                  <a:cubicBezTo>
                    <a:pt x="861" y="271"/>
                    <a:pt x="760" y="320"/>
                    <a:pt x="676" y="372"/>
                  </a:cubicBezTo>
                  <a:cubicBezTo>
                    <a:pt x="542" y="437"/>
                    <a:pt x="421" y="505"/>
                    <a:pt x="304" y="554"/>
                  </a:cubicBezTo>
                  <a:cubicBezTo>
                    <a:pt x="239" y="606"/>
                    <a:pt x="154" y="639"/>
                    <a:pt x="86" y="675"/>
                  </a:cubicBezTo>
                  <a:cubicBezTo>
                    <a:pt x="37" y="707"/>
                    <a:pt x="1" y="724"/>
                    <a:pt x="1" y="792"/>
                  </a:cubicBezTo>
                  <a:cubicBezTo>
                    <a:pt x="17" y="1027"/>
                    <a:pt x="17" y="1281"/>
                    <a:pt x="17" y="1515"/>
                  </a:cubicBezTo>
                  <a:lnTo>
                    <a:pt x="17" y="1887"/>
                  </a:lnTo>
                  <a:lnTo>
                    <a:pt x="17" y="1919"/>
                  </a:lnTo>
                  <a:lnTo>
                    <a:pt x="37" y="1935"/>
                  </a:lnTo>
                  <a:cubicBezTo>
                    <a:pt x="54" y="1935"/>
                    <a:pt x="54" y="1919"/>
                    <a:pt x="54" y="1919"/>
                  </a:cubicBezTo>
                  <a:lnTo>
                    <a:pt x="54" y="1903"/>
                  </a:lnTo>
                  <a:cubicBezTo>
                    <a:pt x="37" y="1903"/>
                    <a:pt x="37" y="1887"/>
                    <a:pt x="37" y="1887"/>
                  </a:cubicBezTo>
                  <a:lnTo>
                    <a:pt x="37" y="1515"/>
                  </a:lnTo>
                  <a:lnTo>
                    <a:pt x="37" y="792"/>
                  </a:lnTo>
                  <a:cubicBezTo>
                    <a:pt x="37" y="740"/>
                    <a:pt x="54" y="724"/>
                    <a:pt x="102" y="707"/>
                  </a:cubicBezTo>
                  <a:cubicBezTo>
                    <a:pt x="171" y="675"/>
                    <a:pt x="239" y="623"/>
                    <a:pt x="304" y="590"/>
                  </a:cubicBezTo>
                  <a:cubicBezTo>
                    <a:pt x="441" y="522"/>
                    <a:pt x="558" y="453"/>
                    <a:pt x="676" y="404"/>
                  </a:cubicBezTo>
                  <a:cubicBezTo>
                    <a:pt x="777" y="352"/>
                    <a:pt x="878" y="303"/>
                    <a:pt x="962" y="251"/>
                  </a:cubicBezTo>
                  <a:cubicBezTo>
                    <a:pt x="1112" y="170"/>
                    <a:pt x="1265" y="85"/>
                    <a:pt x="1415" y="33"/>
                  </a:cubicBezTo>
                  <a:cubicBezTo>
                    <a:pt x="1431" y="33"/>
                    <a:pt x="1431" y="17"/>
                    <a:pt x="1431" y="17"/>
                  </a:cubicBezTo>
                  <a:cubicBezTo>
                    <a:pt x="1431" y="0"/>
                    <a:pt x="1415" y="0"/>
                    <a:pt x="14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0">
              <a:extLst>
                <a:ext uri="{FF2B5EF4-FFF2-40B4-BE49-F238E27FC236}">
                  <a16:creationId xmlns:a16="http://schemas.microsoft.com/office/drawing/2014/main" id="{F1D894F0-D455-C2EE-D9BD-7BC3069C9A72}"/>
                </a:ext>
              </a:extLst>
            </p:cNvPr>
            <p:cNvSpPr/>
            <p:nvPr/>
          </p:nvSpPr>
          <p:spPr>
            <a:xfrm>
              <a:off x="1088928" y="3359962"/>
              <a:ext cx="4867" cy="93564"/>
            </a:xfrm>
            <a:custGeom>
              <a:avLst/>
              <a:gdLst/>
              <a:ahLst/>
              <a:cxnLst/>
              <a:rect l="l" t="t" r="r" b="b"/>
              <a:pathLst>
                <a:path w="49" h="942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590"/>
                  </a:lnTo>
                  <a:lnTo>
                    <a:pt x="16" y="825"/>
                  </a:lnTo>
                  <a:lnTo>
                    <a:pt x="16" y="926"/>
                  </a:lnTo>
                  <a:cubicBezTo>
                    <a:pt x="16" y="942"/>
                    <a:pt x="16" y="942"/>
                    <a:pt x="33" y="942"/>
                  </a:cubicBezTo>
                  <a:cubicBezTo>
                    <a:pt x="33" y="942"/>
                    <a:pt x="49" y="942"/>
                    <a:pt x="49" y="926"/>
                  </a:cubicBezTo>
                  <a:lnTo>
                    <a:pt x="49" y="825"/>
                  </a:lnTo>
                  <a:lnTo>
                    <a:pt x="49" y="590"/>
                  </a:lnTo>
                  <a:cubicBezTo>
                    <a:pt x="33" y="522"/>
                    <a:pt x="33" y="457"/>
                    <a:pt x="49" y="388"/>
                  </a:cubicBez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0">
              <a:extLst>
                <a:ext uri="{FF2B5EF4-FFF2-40B4-BE49-F238E27FC236}">
                  <a16:creationId xmlns:a16="http://schemas.microsoft.com/office/drawing/2014/main" id="{9F63F386-C3C1-BF14-2C63-188D15CCF25E}"/>
                </a:ext>
              </a:extLst>
            </p:cNvPr>
            <p:cNvSpPr/>
            <p:nvPr/>
          </p:nvSpPr>
          <p:spPr>
            <a:xfrm>
              <a:off x="1921470" y="3600726"/>
              <a:ext cx="78765" cy="133691"/>
            </a:xfrm>
            <a:custGeom>
              <a:avLst/>
              <a:gdLst/>
              <a:ahLst/>
              <a:cxnLst/>
              <a:rect l="l" t="t" r="r" b="b"/>
              <a:pathLst>
                <a:path w="793" h="1346" extrusionOk="0">
                  <a:moveTo>
                    <a:pt x="49" y="0"/>
                  </a:moveTo>
                  <a:cubicBezTo>
                    <a:pt x="17" y="85"/>
                    <a:pt x="17" y="186"/>
                    <a:pt x="17" y="271"/>
                  </a:cubicBezTo>
                  <a:cubicBezTo>
                    <a:pt x="33" y="320"/>
                    <a:pt x="33" y="372"/>
                    <a:pt x="17" y="421"/>
                  </a:cubicBezTo>
                  <a:cubicBezTo>
                    <a:pt x="1" y="623"/>
                    <a:pt x="69" y="760"/>
                    <a:pt x="219" y="877"/>
                  </a:cubicBezTo>
                  <a:cubicBezTo>
                    <a:pt x="336" y="962"/>
                    <a:pt x="453" y="1079"/>
                    <a:pt x="554" y="1196"/>
                  </a:cubicBezTo>
                  <a:cubicBezTo>
                    <a:pt x="590" y="1228"/>
                    <a:pt x="623" y="1265"/>
                    <a:pt x="655" y="1297"/>
                  </a:cubicBezTo>
                  <a:cubicBezTo>
                    <a:pt x="691" y="1329"/>
                    <a:pt x="724" y="1346"/>
                    <a:pt x="756" y="1346"/>
                  </a:cubicBezTo>
                  <a:lnTo>
                    <a:pt x="776" y="1346"/>
                  </a:lnTo>
                  <a:cubicBezTo>
                    <a:pt x="792" y="1346"/>
                    <a:pt x="792" y="1346"/>
                    <a:pt x="792" y="1329"/>
                  </a:cubicBezTo>
                  <a:cubicBezTo>
                    <a:pt x="792" y="1329"/>
                    <a:pt x="792" y="1313"/>
                    <a:pt x="776" y="1313"/>
                  </a:cubicBezTo>
                  <a:cubicBezTo>
                    <a:pt x="767" y="1318"/>
                    <a:pt x="757" y="1320"/>
                    <a:pt x="748" y="1320"/>
                  </a:cubicBezTo>
                  <a:cubicBezTo>
                    <a:pt x="723" y="1320"/>
                    <a:pt x="699" y="1305"/>
                    <a:pt x="675" y="1281"/>
                  </a:cubicBezTo>
                  <a:cubicBezTo>
                    <a:pt x="639" y="1245"/>
                    <a:pt x="607" y="1212"/>
                    <a:pt x="574" y="1180"/>
                  </a:cubicBezTo>
                  <a:cubicBezTo>
                    <a:pt x="473" y="1063"/>
                    <a:pt x="352" y="942"/>
                    <a:pt x="235" y="861"/>
                  </a:cubicBezTo>
                  <a:cubicBezTo>
                    <a:pt x="85" y="740"/>
                    <a:pt x="33" y="606"/>
                    <a:pt x="49" y="421"/>
                  </a:cubicBezTo>
                  <a:lnTo>
                    <a:pt x="49" y="271"/>
                  </a:lnTo>
                  <a:cubicBezTo>
                    <a:pt x="49" y="186"/>
                    <a:pt x="49" y="101"/>
                    <a:pt x="85" y="17"/>
                  </a:cubicBezTo>
                  <a:cubicBezTo>
                    <a:pt x="85" y="0"/>
                    <a:pt x="85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0">
              <a:extLst>
                <a:ext uri="{FF2B5EF4-FFF2-40B4-BE49-F238E27FC236}">
                  <a16:creationId xmlns:a16="http://schemas.microsoft.com/office/drawing/2014/main" id="{BF34EFC4-727A-5293-9762-F2A1801746BE}"/>
                </a:ext>
              </a:extLst>
            </p:cNvPr>
            <p:cNvSpPr/>
            <p:nvPr/>
          </p:nvSpPr>
          <p:spPr>
            <a:xfrm>
              <a:off x="869817" y="3492859"/>
              <a:ext cx="332739" cy="199842"/>
            </a:xfrm>
            <a:custGeom>
              <a:avLst/>
              <a:gdLst/>
              <a:ahLst/>
              <a:cxnLst/>
              <a:rect l="l" t="t" r="r" b="b"/>
              <a:pathLst>
                <a:path w="3350" h="2012" extrusionOk="0">
                  <a:moveTo>
                    <a:pt x="3345" y="1"/>
                  </a:moveTo>
                  <a:cubicBezTo>
                    <a:pt x="3342" y="1"/>
                    <a:pt x="3339" y="2"/>
                    <a:pt x="3333" y="8"/>
                  </a:cubicBezTo>
                  <a:cubicBezTo>
                    <a:pt x="3184" y="44"/>
                    <a:pt x="3014" y="93"/>
                    <a:pt x="2861" y="145"/>
                  </a:cubicBezTo>
                  <a:cubicBezTo>
                    <a:pt x="2509" y="246"/>
                    <a:pt x="2138" y="347"/>
                    <a:pt x="1770" y="464"/>
                  </a:cubicBezTo>
                  <a:lnTo>
                    <a:pt x="1718" y="480"/>
                  </a:lnTo>
                  <a:cubicBezTo>
                    <a:pt x="1265" y="614"/>
                    <a:pt x="792" y="767"/>
                    <a:pt x="320" y="901"/>
                  </a:cubicBezTo>
                  <a:lnTo>
                    <a:pt x="304" y="901"/>
                  </a:lnTo>
                  <a:cubicBezTo>
                    <a:pt x="287" y="917"/>
                    <a:pt x="271" y="917"/>
                    <a:pt x="255" y="917"/>
                  </a:cubicBezTo>
                  <a:cubicBezTo>
                    <a:pt x="33" y="953"/>
                    <a:pt x="1" y="985"/>
                    <a:pt x="1" y="1204"/>
                  </a:cubicBezTo>
                  <a:lnTo>
                    <a:pt x="1" y="1373"/>
                  </a:lnTo>
                  <a:lnTo>
                    <a:pt x="1" y="1862"/>
                  </a:lnTo>
                  <a:lnTo>
                    <a:pt x="1" y="1894"/>
                  </a:lnTo>
                  <a:cubicBezTo>
                    <a:pt x="1" y="1927"/>
                    <a:pt x="1" y="1979"/>
                    <a:pt x="33" y="2012"/>
                  </a:cubicBezTo>
                  <a:lnTo>
                    <a:pt x="53" y="2012"/>
                  </a:lnTo>
                  <a:lnTo>
                    <a:pt x="53" y="1995"/>
                  </a:lnTo>
                  <a:cubicBezTo>
                    <a:pt x="33" y="1963"/>
                    <a:pt x="33" y="1927"/>
                    <a:pt x="33" y="1894"/>
                  </a:cubicBezTo>
                  <a:lnTo>
                    <a:pt x="33" y="1862"/>
                  </a:lnTo>
                  <a:lnTo>
                    <a:pt x="33" y="1373"/>
                  </a:lnTo>
                  <a:lnTo>
                    <a:pt x="33" y="1204"/>
                  </a:lnTo>
                  <a:cubicBezTo>
                    <a:pt x="33" y="1002"/>
                    <a:pt x="53" y="985"/>
                    <a:pt x="255" y="953"/>
                  </a:cubicBezTo>
                  <a:cubicBezTo>
                    <a:pt x="271" y="953"/>
                    <a:pt x="287" y="937"/>
                    <a:pt x="304" y="937"/>
                  </a:cubicBezTo>
                  <a:cubicBezTo>
                    <a:pt x="320" y="937"/>
                    <a:pt x="320" y="917"/>
                    <a:pt x="336" y="917"/>
                  </a:cubicBezTo>
                  <a:cubicBezTo>
                    <a:pt x="809" y="800"/>
                    <a:pt x="1281" y="650"/>
                    <a:pt x="1734" y="497"/>
                  </a:cubicBezTo>
                  <a:lnTo>
                    <a:pt x="1786" y="480"/>
                  </a:lnTo>
                  <a:cubicBezTo>
                    <a:pt x="2138" y="379"/>
                    <a:pt x="2509" y="262"/>
                    <a:pt x="2861" y="161"/>
                  </a:cubicBezTo>
                  <a:cubicBezTo>
                    <a:pt x="3030" y="129"/>
                    <a:pt x="3184" y="77"/>
                    <a:pt x="3350" y="28"/>
                  </a:cubicBezTo>
                  <a:lnTo>
                    <a:pt x="3350" y="8"/>
                  </a:lnTo>
                  <a:cubicBezTo>
                    <a:pt x="3350" y="8"/>
                    <a:pt x="3350" y="1"/>
                    <a:pt x="33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0">
              <a:extLst>
                <a:ext uri="{FF2B5EF4-FFF2-40B4-BE49-F238E27FC236}">
                  <a16:creationId xmlns:a16="http://schemas.microsoft.com/office/drawing/2014/main" id="{42E4CBE3-A6B9-932A-A9AD-946A1855996B}"/>
                </a:ext>
              </a:extLst>
            </p:cNvPr>
            <p:cNvSpPr/>
            <p:nvPr/>
          </p:nvSpPr>
          <p:spPr>
            <a:xfrm>
              <a:off x="669181" y="2616117"/>
              <a:ext cx="150577" cy="168952"/>
            </a:xfrm>
            <a:custGeom>
              <a:avLst/>
              <a:gdLst/>
              <a:ahLst/>
              <a:cxnLst/>
              <a:rect l="l" t="t" r="r" b="b"/>
              <a:pathLst>
                <a:path w="1516" h="1701" extrusionOk="0">
                  <a:moveTo>
                    <a:pt x="1467" y="0"/>
                  </a:moveTo>
                  <a:cubicBezTo>
                    <a:pt x="1366" y="49"/>
                    <a:pt x="1265" y="85"/>
                    <a:pt x="1180" y="133"/>
                  </a:cubicBezTo>
                  <a:cubicBezTo>
                    <a:pt x="926" y="234"/>
                    <a:pt x="659" y="352"/>
                    <a:pt x="405" y="489"/>
                  </a:cubicBezTo>
                  <a:cubicBezTo>
                    <a:pt x="372" y="505"/>
                    <a:pt x="320" y="521"/>
                    <a:pt x="288" y="537"/>
                  </a:cubicBezTo>
                  <a:cubicBezTo>
                    <a:pt x="235" y="554"/>
                    <a:pt x="187" y="590"/>
                    <a:pt x="118" y="606"/>
                  </a:cubicBezTo>
                  <a:cubicBezTo>
                    <a:pt x="33" y="655"/>
                    <a:pt x="1" y="707"/>
                    <a:pt x="1" y="824"/>
                  </a:cubicBezTo>
                  <a:cubicBezTo>
                    <a:pt x="17" y="957"/>
                    <a:pt x="17" y="1111"/>
                    <a:pt x="1" y="1244"/>
                  </a:cubicBezTo>
                  <a:lnTo>
                    <a:pt x="1" y="1414"/>
                  </a:lnTo>
                  <a:cubicBezTo>
                    <a:pt x="1" y="1499"/>
                    <a:pt x="1" y="1600"/>
                    <a:pt x="33" y="1685"/>
                  </a:cubicBezTo>
                  <a:lnTo>
                    <a:pt x="33" y="1701"/>
                  </a:lnTo>
                  <a:lnTo>
                    <a:pt x="53" y="1701"/>
                  </a:lnTo>
                  <a:lnTo>
                    <a:pt x="53" y="1685"/>
                  </a:lnTo>
                  <a:cubicBezTo>
                    <a:pt x="17" y="1584"/>
                    <a:pt x="17" y="1499"/>
                    <a:pt x="17" y="1414"/>
                  </a:cubicBezTo>
                  <a:cubicBezTo>
                    <a:pt x="33" y="1361"/>
                    <a:pt x="33" y="1313"/>
                    <a:pt x="33" y="1260"/>
                  </a:cubicBezTo>
                  <a:cubicBezTo>
                    <a:pt x="33" y="1111"/>
                    <a:pt x="53" y="957"/>
                    <a:pt x="33" y="824"/>
                  </a:cubicBezTo>
                  <a:cubicBezTo>
                    <a:pt x="33" y="707"/>
                    <a:pt x="53" y="675"/>
                    <a:pt x="134" y="638"/>
                  </a:cubicBezTo>
                  <a:cubicBezTo>
                    <a:pt x="187" y="606"/>
                    <a:pt x="255" y="590"/>
                    <a:pt x="304" y="554"/>
                  </a:cubicBezTo>
                  <a:cubicBezTo>
                    <a:pt x="336" y="537"/>
                    <a:pt x="372" y="521"/>
                    <a:pt x="405" y="505"/>
                  </a:cubicBezTo>
                  <a:cubicBezTo>
                    <a:pt x="675" y="388"/>
                    <a:pt x="926" y="271"/>
                    <a:pt x="1180" y="150"/>
                  </a:cubicBezTo>
                  <a:cubicBezTo>
                    <a:pt x="1281" y="117"/>
                    <a:pt x="1366" y="69"/>
                    <a:pt x="1467" y="32"/>
                  </a:cubicBezTo>
                  <a:cubicBezTo>
                    <a:pt x="1483" y="49"/>
                    <a:pt x="1483" y="69"/>
                    <a:pt x="1483" y="101"/>
                  </a:cubicBezTo>
                  <a:lnTo>
                    <a:pt x="1483" y="117"/>
                  </a:lnTo>
                  <a:lnTo>
                    <a:pt x="1483" y="352"/>
                  </a:lnTo>
                  <a:lnTo>
                    <a:pt x="1483" y="941"/>
                  </a:lnTo>
                  <a:cubicBezTo>
                    <a:pt x="1483" y="1010"/>
                    <a:pt x="1467" y="1042"/>
                    <a:pt x="1399" y="1079"/>
                  </a:cubicBezTo>
                  <a:cubicBezTo>
                    <a:pt x="1180" y="1159"/>
                    <a:pt x="978" y="1244"/>
                    <a:pt x="760" y="1345"/>
                  </a:cubicBezTo>
                  <a:lnTo>
                    <a:pt x="724" y="1361"/>
                  </a:lnTo>
                  <a:cubicBezTo>
                    <a:pt x="675" y="1382"/>
                    <a:pt x="607" y="1414"/>
                    <a:pt x="558" y="1430"/>
                  </a:cubicBezTo>
                  <a:cubicBezTo>
                    <a:pt x="389" y="1515"/>
                    <a:pt x="235" y="1584"/>
                    <a:pt x="70" y="1632"/>
                  </a:cubicBezTo>
                  <a:cubicBezTo>
                    <a:pt x="53" y="1632"/>
                    <a:pt x="53" y="1632"/>
                    <a:pt x="53" y="1648"/>
                  </a:cubicBezTo>
                  <a:lnTo>
                    <a:pt x="70" y="1648"/>
                  </a:lnTo>
                  <a:cubicBezTo>
                    <a:pt x="235" y="1600"/>
                    <a:pt x="405" y="1531"/>
                    <a:pt x="558" y="1462"/>
                  </a:cubicBezTo>
                  <a:cubicBezTo>
                    <a:pt x="623" y="1430"/>
                    <a:pt x="675" y="1414"/>
                    <a:pt x="740" y="1382"/>
                  </a:cubicBezTo>
                  <a:lnTo>
                    <a:pt x="776" y="1361"/>
                  </a:lnTo>
                  <a:cubicBezTo>
                    <a:pt x="978" y="1281"/>
                    <a:pt x="1197" y="1180"/>
                    <a:pt x="1415" y="1095"/>
                  </a:cubicBezTo>
                  <a:cubicBezTo>
                    <a:pt x="1500" y="1058"/>
                    <a:pt x="1516" y="1010"/>
                    <a:pt x="1516" y="941"/>
                  </a:cubicBezTo>
                  <a:lnTo>
                    <a:pt x="1516" y="352"/>
                  </a:lnTo>
                  <a:lnTo>
                    <a:pt x="1516" y="117"/>
                  </a:lnTo>
                  <a:lnTo>
                    <a:pt x="1516" y="101"/>
                  </a:lnTo>
                  <a:cubicBezTo>
                    <a:pt x="1516" y="69"/>
                    <a:pt x="1516" y="32"/>
                    <a:pt x="14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0">
              <a:extLst>
                <a:ext uri="{FF2B5EF4-FFF2-40B4-BE49-F238E27FC236}">
                  <a16:creationId xmlns:a16="http://schemas.microsoft.com/office/drawing/2014/main" id="{3C578244-DC69-5551-0318-3829940B4766}"/>
                </a:ext>
              </a:extLst>
            </p:cNvPr>
            <p:cNvSpPr/>
            <p:nvPr/>
          </p:nvSpPr>
          <p:spPr>
            <a:xfrm>
              <a:off x="2028642" y="2336815"/>
              <a:ext cx="4867" cy="33373"/>
            </a:xfrm>
            <a:custGeom>
              <a:avLst/>
              <a:gdLst/>
              <a:ahLst/>
              <a:cxnLst/>
              <a:rect l="l" t="t" r="r" b="b"/>
              <a:pathLst>
                <a:path w="49" h="336" extrusionOk="0">
                  <a:moveTo>
                    <a:pt x="33" y="0"/>
                  </a:moveTo>
                  <a:cubicBezTo>
                    <a:pt x="0" y="53"/>
                    <a:pt x="16" y="118"/>
                    <a:pt x="16" y="170"/>
                  </a:cubicBezTo>
                  <a:cubicBezTo>
                    <a:pt x="16" y="219"/>
                    <a:pt x="16" y="271"/>
                    <a:pt x="0" y="320"/>
                  </a:cubicBezTo>
                  <a:cubicBezTo>
                    <a:pt x="0" y="336"/>
                    <a:pt x="0" y="336"/>
                    <a:pt x="16" y="336"/>
                  </a:cubicBezTo>
                  <a:lnTo>
                    <a:pt x="33" y="336"/>
                  </a:lnTo>
                  <a:cubicBezTo>
                    <a:pt x="49" y="287"/>
                    <a:pt x="49" y="219"/>
                    <a:pt x="33" y="170"/>
                  </a:cubicBezTo>
                  <a:cubicBezTo>
                    <a:pt x="33" y="118"/>
                    <a:pt x="33" y="69"/>
                    <a:pt x="49" y="17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0">
              <a:extLst>
                <a:ext uri="{FF2B5EF4-FFF2-40B4-BE49-F238E27FC236}">
                  <a16:creationId xmlns:a16="http://schemas.microsoft.com/office/drawing/2014/main" id="{A8D4BD26-5D09-B3C6-9E18-75E76E92EB05}"/>
                </a:ext>
              </a:extLst>
            </p:cNvPr>
            <p:cNvSpPr/>
            <p:nvPr/>
          </p:nvSpPr>
          <p:spPr>
            <a:xfrm>
              <a:off x="2088833" y="2397006"/>
              <a:ext cx="96743" cy="270959"/>
            </a:xfrm>
            <a:custGeom>
              <a:avLst/>
              <a:gdLst/>
              <a:ahLst/>
              <a:cxnLst/>
              <a:rect l="l" t="t" r="r" b="b"/>
              <a:pathLst>
                <a:path w="974" h="2728" extrusionOk="0">
                  <a:moveTo>
                    <a:pt x="0" y="0"/>
                  </a:moveTo>
                  <a:lnTo>
                    <a:pt x="0" y="17"/>
                  </a:lnTo>
                  <a:cubicBezTo>
                    <a:pt x="81" y="101"/>
                    <a:pt x="150" y="219"/>
                    <a:pt x="218" y="336"/>
                  </a:cubicBezTo>
                  <a:cubicBezTo>
                    <a:pt x="234" y="388"/>
                    <a:pt x="267" y="437"/>
                    <a:pt x="303" y="489"/>
                  </a:cubicBezTo>
                  <a:cubicBezTo>
                    <a:pt x="384" y="623"/>
                    <a:pt x="453" y="760"/>
                    <a:pt x="537" y="893"/>
                  </a:cubicBezTo>
                  <a:cubicBezTo>
                    <a:pt x="655" y="1111"/>
                    <a:pt x="772" y="1329"/>
                    <a:pt x="925" y="1531"/>
                  </a:cubicBezTo>
                  <a:cubicBezTo>
                    <a:pt x="941" y="1568"/>
                    <a:pt x="958" y="1616"/>
                    <a:pt x="941" y="1685"/>
                  </a:cubicBezTo>
                  <a:lnTo>
                    <a:pt x="941" y="1952"/>
                  </a:lnTo>
                  <a:cubicBezTo>
                    <a:pt x="941" y="2073"/>
                    <a:pt x="958" y="2190"/>
                    <a:pt x="925" y="2323"/>
                  </a:cubicBezTo>
                  <a:cubicBezTo>
                    <a:pt x="925" y="2356"/>
                    <a:pt x="925" y="2408"/>
                    <a:pt x="941" y="2457"/>
                  </a:cubicBezTo>
                  <a:lnTo>
                    <a:pt x="941" y="2558"/>
                  </a:lnTo>
                  <a:cubicBezTo>
                    <a:pt x="941" y="2626"/>
                    <a:pt x="941" y="2659"/>
                    <a:pt x="909" y="2711"/>
                  </a:cubicBezTo>
                  <a:lnTo>
                    <a:pt x="909" y="2727"/>
                  </a:lnTo>
                  <a:lnTo>
                    <a:pt x="925" y="2727"/>
                  </a:lnTo>
                  <a:cubicBezTo>
                    <a:pt x="958" y="2679"/>
                    <a:pt x="974" y="2626"/>
                    <a:pt x="974" y="2558"/>
                  </a:cubicBezTo>
                  <a:cubicBezTo>
                    <a:pt x="974" y="2525"/>
                    <a:pt x="974" y="2493"/>
                    <a:pt x="958" y="2457"/>
                  </a:cubicBezTo>
                  <a:cubicBezTo>
                    <a:pt x="958" y="2408"/>
                    <a:pt x="941" y="2356"/>
                    <a:pt x="958" y="2323"/>
                  </a:cubicBezTo>
                  <a:cubicBezTo>
                    <a:pt x="974" y="2206"/>
                    <a:pt x="974" y="2073"/>
                    <a:pt x="974" y="1952"/>
                  </a:cubicBezTo>
                  <a:cubicBezTo>
                    <a:pt x="974" y="1871"/>
                    <a:pt x="958" y="1770"/>
                    <a:pt x="974" y="1685"/>
                  </a:cubicBezTo>
                  <a:cubicBezTo>
                    <a:pt x="974" y="1632"/>
                    <a:pt x="974" y="1568"/>
                    <a:pt x="941" y="1515"/>
                  </a:cubicBezTo>
                  <a:cubicBezTo>
                    <a:pt x="788" y="1313"/>
                    <a:pt x="671" y="1095"/>
                    <a:pt x="554" y="877"/>
                  </a:cubicBezTo>
                  <a:cubicBezTo>
                    <a:pt x="485" y="740"/>
                    <a:pt x="404" y="606"/>
                    <a:pt x="319" y="473"/>
                  </a:cubicBezTo>
                  <a:cubicBezTo>
                    <a:pt x="283" y="421"/>
                    <a:pt x="267" y="372"/>
                    <a:pt x="234" y="320"/>
                  </a:cubicBezTo>
                  <a:cubicBezTo>
                    <a:pt x="166" y="202"/>
                    <a:pt x="117" y="8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0">
              <a:extLst>
                <a:ext uri="{FF2B5EF4-FFF2-40B4-BE49-F238E27FC236}">
                  <a16:creationId xmlns:a16="http://schemas.microsoft.com/office/drawing/2014/main" id="{61C635A5-D800-AC08-39EC-117AE0A2049F}"/>
                </a:ext>
              </a:extLst>
            </p:cNvPr>
            <p:cNvSpPr/>
            <p:nvPr/>
          </p:nvSpPr>
          <p:spPr>
            <a:xfrm>
              <a:off x="1087339" y="181357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1"/>
                  </a:moveTo>
                  <a:lnTo>
                    <a:pt x="0" y="17"/>
                  </a:lnTo>
                  <a:lnTo>
                    <a:pt x="0" y="235"/>
                  </a:lnTo>
                  <a:lnTo>
                    <a:pt x="0" y="825"/>
                  </a:lnTo>
                  <a:cubicBezTo>
                    <a:pt x="0" y="893"/>
                    <a:pt x="16" y="958"/>
                    <a:pt x="32" y="1011"/>
                  </a:cubicBezTo>
                  <a:lnTo>
                    <a:pt x="49" y="1027"/>
                  </a:lnTo>
                  <a:cubicBezTo>
                    <a:pt x="49" y="1011"/>
                    <a:pt x="65" y="1011"/>
                    <a:pt x="49" y="1011"/>
                  </a:cubicBezTo>
                  <a:cubicBezTo>
                    <a:pt x="32" y="958"/>
                    <a:pt x="32" y="893"/>
                    <a:pt x="32" y="825"/>
                  </a:cubicBezTo>
                  <a:lnTo>
                    <a:pt x="32" y="235"/>
                  </a:lnTo>
                  <a:lnTo>
                    <a:pt x="32" y="17"/>
                  </a:ln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0">
              <a:extLst>
                <a:ext uri="{FF2B5EF4-FFF2-40B4-BE49-F238E27FC236}">
                  <a16:creationId xmlns:a16="http://schemas.microsoft.com/office/drawing/2014/main" id="{D0D23792-6D2D-DE3B-9873-77B9543D7363}"/>
                </a:ext>
              </a:extLst>
            </p:cNvPr>
            <p:cNvSpPr/>
            <p:nvPr/>
          </p:nvSpPr>
          <p:spPr>
            <a:xfrm>
              <a:off x="1256191" y="1418854"/>
              <a:ext cx="244042" cy="251193"/>
            </a:xfrm>
            <a:custGeom>
              <a:avLst/>
              <a:gdLst/>
              <a:ahLst/>
              <a:cxnLst/>
              <a:rect l="l" t="t" r="r" b="b"/>
              <a:pathLst>
                <a:path w="2457" h="2529" extrusionOk="0">
                  <a:moveTo>
                    <a:pt x="1587" y="0"/>
                  </a:moveTo>
                  <a:cubicBezTo>
                    <a:pt x="1538" y="0"/>
                    <a:pt x="1482" y="18"/>
                    <a:pt x="1415" y="52"/>
                  </a:cubicBezTo>
                  <a:cubicBezTo>
                    <a:pt x="1011" y="287"/>
                    <a:pt x="587" y="525"/>
                    <a:pt x="102" y="791"/>
                  </a:cubicBezTo>
                  <a:cubicBezTo>
                    <a:pt x="33" y="828"/>
                    <a:pt x="1" y="860"/>
                    <a:pt x="1" y="929"/>
                  </a:cubicBezTo>
                  <a:cubicBezTo>
                    <a:pt x="17" y="1163"/>
                    <a:pt x="17" y="1418"/>
                    <a:pt x="17" y="1652"/>
                  </a:cubicBezTo>
                  <a:lnTo>
                    <a:pt x="17" y="2125"/>
                  </a:lnTo>
                  <a:lnTo>
                    <a:pt x="17" y="2189"/>
                  </a:lnTo>
                  <a:lnTo>
                    <a:pt x="33" y="2205"/>
                  </a:lnTo>
                  <a:cubicBezTo>
                    <a:pt x="33" y="2226"/>
                    <a:pt x="33" y="2226"/>
                    <a:pt x="49" y="2226"/>
                  </a:cubicBezTo>
                  <a:lnTo>
                    <a:pt x="49" y="2205"/>
                  </a:lnTo>
                  <a:lnTo>
                    <a:pt x="49" y="2173"/>
                  </a:lnTo>
                  <a:cubicBezTo>
                    <a:pt x="33" y="2157"/>
                    <a:pt x="33" y="2141"/>
                    <a:pt x="33" y="2125"/>
                  </a:cubicBezTo>
                  <a:lnTo>
                    <a:pt x="33" y="1652"/>
                  </a:lnTo>
                  <a:lnTo>
                    <a:pt x="33" y="929"/>
                  </a:lnTo>
                  <a:cubicBezTo>
                    <a:pt x="33" y="876"/>
                    <a:pt x="49" y="844"/>
                    <a:pt x="102" y="812"/>
                  </a:cubicBezTo>
                  <a:cubicBezTo>
                    <a:pt x="587" y="541"/>
                    <a:pt x="1027" y="307"/>
                    <a:pt x="1431" y="68"/>
                  </a:cubicBezTo>
                  <a:cubicBezTo>
                    <a:pt x="1490" y="35"/>
                    <a:pt x="1540" y="17"/>
                    <a:pt x="1582" y="17"/>
                  </a:cubicBezTo>
                  <a:cubicBezTo>
                    <a:pt x="1645" y="17"/>
                    <a:pt x="1693" y="57"/>
                    <a:pt x="1734" y="137"/>
                  </a:cubicBezTo>
                  <a:cubicBezTo>
                    <a:pt x="1936" y="472"/>
                    <a:pt x="2101" y="775"/>
                    <a:pt x="2303" y="1062"/>
                  </a:cubicBezTo>
                  <a:cubicBezTo>
                    <a:pt x="2388" y="1195"/>
                    <a:pt x="2425" y="1333"/>
                    <a:pt x="2425" y="1482"/>
                  </a:cubicBezTo>
                  <a:cubicBezTo>
                    <a:pt x="2404" y="1700"/>
                    <a:pt x="2404" y="1923"/>
                    <a:pt x="2404" y="2125"/>
                  </a:cubicBezTo>
                  <a:lnTo>
                    <a:pt x="2404" y="2375"/>
                  </a:lnTo>
                  <a:cubicBezTo>
                    <a:pt x="2404" y="2428"/>
                    <a:pt x="2404" y="2476"/>
                    <a:pt x="2388" y="2508"/>
                  </a:cubicBezTo>
                  <a:lnTo>
                    <a:pt x="2388" y="2529"/>
                  </a:lnTo>
                  <a:lnTo>
                    <a:pt x="2404" y="2529"/>
                  </a:lnTo>
                  <a:cubicBezTo>
                    <a:pt x="2441" y="2476"/>
                    <a:pt x="2441" y="2428"/>
                    <a:pt x="2441" y="2375"/>
                  </a:cubicBezTo>
                  <a:lnTo>
                    <a:pt x="2441" y="2125"/>
                  </a:lnTo>
                  <a:lnTo>
                    <a:pt x="2441" y="1482"/>
                  </a:lnTo>
                  <a:cubicBezTo>
                    <a:pt x="2457" y="1333"/>
                    <a:pt x="2404" y="1179"/>
                    <a:pt x="2324" y="1062"/>
                  </a:cubicBezTo>
                  <a:cubicBezTo>
                    <a:pt x="2138" y="759"/>
                    <a:pt x="1952" y="456"/>
                    <a:pt x="1766" y="121"/>
                  </a:cubicBezTo>
                  <a:cubicBezTo>
                    <a:pt x="1716" y="39"/>
                    <a:pt x="1659" y="0"/>
                    <a:pt x="15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0">
              <a:extLst>
                <a:ext uri="{FF2B5EF4-FFF2-40B4-BE49-F238E27FC236}">
                  <a16:creationId xmlns:a16="http://schemas.microsoft.com/office/drawing/2014/main" id="{F95C0E43-F131-6F72-C445-2DBF984745F0}"/>
                </a:ext>
              </a:extLst>
            </p:cNvPr>
            <p:cNvSpPr/>
            <p:nvPr/>
          </p:nvSpPr>
          <p:spPr>
            <a:xfrm>
              <a:off x="1135809" y="2323605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49"/>
                    <a:pt x="17" y="85"/>
                    <a:pt x="17" y="117"/>
                  </a:cubicBezTo>
                  <a:lnTo>
                    <a:pt x="17" y="150"/>
                  </a:lnTo>
                  <a:lnTo>
                    <a:pt x="17" y="420"/>
                  </a:lnTo>
                  <a:cubicBezTo>
                    <a:pt x="17" y="554"/>
                    <a:pt x="17" y="707"/>
                    <a:pt x="33" y="857"/>
                  </a:cubicBezTo>
                  <a:cubicBezTo>
                    <a:pt x="33" y="857"/>
                    <a:pt x="33" y="873"/>
                    <a:pt x="49" y="873"/>
                  </a:cubicBezTo>
                  <a:lnTo>
                    <a:pt x="49" y="857"/>
                  </a:lnTo>
                  <a:cubicBezTo>
                    <a:pt x="33" y="707"/>
                    <a:pt x="49" y="554"/>
                    <a:pt x="49" y="420"/>
                  </a:cubicBezTo>
                  <a:lnTo>
                    <a:pt x="49" y="150"/>
                  </a:lnTo>
                  <a:lnTo>
                    <a:pt x="49" y="117"/>
                  </a:lnTo>
                  <a:cubicBezTo>
                    <a:pt x="49" y="85"/>
                    <a:pt x="49" y="32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0">
              <a:extLst>
                <a:ext uri="{FF2B5EF4-FFF2-40B4-BE49-F238E27FC236}">
                  <a16:creationId xmlns:a16="http://schemas.microsoft.com/office/drawing/2014/main" id="{36CD8AAC-9246-89EA-7FA5-80C67B5E78BE}"/>
                </a:ext>
              </a:extLst>
            </p:cNvPr>
            <p:cNvSpPr/>
            <p:nvPr/>
          </p:nvSpPr>
          <p:spPr>
            <a:xfrm>
              <a:off x="1087339" y="2851617"/>
              <a:ext cx="6456" cy="93961"/>
            </a:xfrm>
            <a:custGeom>
              <a:avLst/>
              <a:gdLst/>
              <a:ahLst/>
              <a:cxnLst/>
              <a:rect l="l" t="t" r="r" b="b"/>
              <a:pathLst>
                <a:path w="65" h="946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53"/>
                    <a:pt x="16" y="85"/>
                    <a:pt x="16" y="122"/>
                  </a:cubicBezTo>
                  <a:lnTo>
                    <a:pt x="16" y="170"/>
                  </a:lnTo>
                  <a:lnTo>
                    <a:pt x="16" y="457"/>
                  </a:lnTo>
                  <a:cubicBezTo>
                    <a:pt x="16" y="606"/>
                    <a:pt x="16" y="776"/>
                    <a:pt x="32" y="929"/>
                  </a:cubicBezTo>
                  <a:cubicBezTo>
                    <a:pt x="32" y="946"/>
                    <a:pt x="32" y="946"/>
                    <a:pt x="49" y="946"/>
                  </a:cubicBezTo>
                  <a:cubicBezTo>
                    <a:pt x="49" y="946"/>
                    <a:pt x="65" y="946"/>
                    <a:pt x="65" y="929"/>
                  </a:cubicBezTo>
                  <a:cubicBezTo>
                    <a:pt x="32" y="776"/>
                    <a:pt x="49" y="606"/>
                    <a:pt x="49" y="457"/>
                  </a:cubicBezTo>
                  <a:lnTo>
                    <a:pt x="49" y="154"/>
                  </a:lnTo>
                  <a:lnTo>
                    <a:pt x="49" y="122"/>
                  </a:lnTo>
                  <a:cubicBezTo>
                    <a:pt x="49" y="85"/>
                    <a:pt x="49" y="3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0">
              <a:extLst>
                <a:ext uri="{FF2B5EF4-FFF2-40B4-BE49-F238E27FC236}">
                  <a16:creationId xmlns:a16="http://schemas.microsoft.com/office/drawing/2014/main" id="{B5C1C94D-334A-99BC-7588-8C2D93DB0259}"/>
                </a:ext>
              </a:extLst>
            </p:cNvPr>
            <p:cNvSpPr/>
            <p:nvPr/>
          </p:nvSpPr>
          <p:spPr>
            <a:xfrm>
              <a:off x="1414714" y="1449247"/>
              <a:ext cx="85519" cy="240863"/>
            </a:xfrm>
            <a:custGeom>
              <a:avLst/>
              <a:gdLst/>
              <a:ahLst/>
              <a:cxnLst/>
              <a:rect l="l" t="t" r="r" b="b"/>
              <a:pathLst>
                <a:path w="861" h="2425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18"/>
                    <a:pt x="154" y="235"/>
                    <a:pt x="223" y="352"/>
                  </a:cubicBezTo>
                  <a:cubicBezTo>
                    <a:pt x="255" y="405"/>
                    <a:pt x="287" y="469"/>
                    <a:pt x="340" y="538"/>
                  </a:cubicBezTo>
                  <a:cubicBezTo>
                    <a:pt x="356" y="586"/>
                    <a:pt x="388" y="639"/>
                    <a:pt x="425" y="687"/>
                  </a:cubicBezTo>
                  <a:cubicBezTo>
                    <a:pt x="457" y="756"/>
                    <a:pt x="489" y="825"/>
                    <a:pt x="542" y="889"/>
                  </a:cubicBezTo>
                  <a:cubicBezTo>
                    <a:pt x="606" y="974"/>
                    <a:pt x="643" y="1075"/>
                    <a:pt x="627" y="1192"/>
                  </a:cubicBezTo>
                  <a:lnTo>
                    <a:pt x="627" y="1479"/>
                  </a:lnTo>
                  <a:cubicBezTo>
                    <a:pt x="627" y="1617"/>
                    <a:pt x="627" y="1766"/>
                    <a:pt x="606" y="1899"/>
                  </a:cubicBezTo>
                  <a:cubicBezTo>
                    <a:pt x="590" y="2000"/>
                    <a:pt x="659" y="2085"/>
                    <a:pt x="728" y="2170"/>
                  </a:cubicBezTo>
                  <a:cubicBezTo>
                    <a:pt x="792" y="2239"/>
                    <a:pt x="829" y="2324"/>
                    <a:pt x="829" y="2404"/>
                  </a:cubicBezTo>
                  <a:lnTo>
                    <a:pt x="845" y="2425"/>
                  </a:lnTo>
                  <a:lnTo>
                    <a:pt x="861" y="2404"/>
                  </a:lnTo>
                  <a:cubicBezTo>
                    <a:pt x="861" y="2303"/>
                    <a:pt x="808" y="2223"/>
                    <a:pt x="744" y="2154"/>
                  </a:cubicBezTo>
                  <a:cubicBezTo>
                    <a:pt x="675" y="2085"/>
                    <a:pt x="606" y="2000"/>
                    <a:pt x="627" y="1899"/>
                  </a:cubicBezTo>
                  <a:cubicBezTo>
                    <a:pt x="659" y="1766"/>
                    <a:pt x="659" y="1617"/>
                    <a:pt x="659" y="1479"/>
                  </a:cubicBezTo>
                  <a:cubicBezTo>
                    <a:pt x="643" y="1378"/>
                    <a:pt x="643" y="1293"/>
                    <a:pt x="659" y="1213"/>
                  </a:cubicBezTo>
                  <a:cubicBezTo>
                    <a:pt x="659" y="1059"/>
                    <a:pt x="643" y="958"/>
                    <a:pt x="558" y="873"/>
                  </a:cubicBezTo>
                  <a:cubicBezTo>
                    <a:pt x="505" y="809"/>
                    <a:pt x="473" y="740"/>
                    <a:pt x="441" y="671"/>
                  </a:cubicBezTo>
                  <a:cubicBezTo>
                    <a:pt x="404" y="623"/>
                    <a:pt x="388" y="570"/>
                    <a:pt x="356" y="522"/>
                  </a:cubicBezTo>
                  <a:cubicBezTo>
                    <a:pt x="304" y="453"/>
                    <a:pt x="271" y="405"/>
                    <a:pt x="239" y="336"/>
                  </a:cubicBezTo>
                  <a:cubicBezTo>
                    <a:pt x="170" y="219"/>
                    <a:pt x="102" y="10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0">
              <a:extLst>
                <a:ext uri="{FF2B5EF4-FFF2-40B4-BE49-F238E27FC236}">
                  <a16:creationId xmlns:a16="http://schemas.microsoft.com/office/drawing/2014/main" id="{BE3BBBFD-5479-8EDF-239B-A5D13509A106}"/>
                </a:ext>
              </a:extLst>
            </p:cNvPr>
            <p:cNvSpPr/>
            <p:nvPr/>
          </p:nvSpPr>
          <p:spPr>
            <a:xfrm>
              <a:off x="2010167" y="3302950"/>
              <a:ext cx="3278" cy="33870"/>
            </a:xfrm>
            <a:custGeom>
              <a:avLst/>
              <a:gdLst/>
              <a:ahLst/>
              <a:cxnLst/>
              <a:rect l="l" t="t" r="r" b="b"/>
              <a:pathLst>
                <a:path w="33" h="341" extrusionOk="0">
                  <a:moveTo>
                    <a:pt x="17" y="1"/>
                  </a:moveTo>
                  <a:cubicBezTo>
                    <a:pt x="0" y="54"/>
                    <a:pt x="17" y="86"/>
                    <a:pt x="17" y="138"/>
                  </a:cubicBezTo>
                  <a:cubicBezTo>
                    <a:pt x="17" y="203"/>
                    <a:pt x="17" y="272"/>
                    <a:pt x="0" y="324"/>
                  </a:cubicBezTo>
                  <a:lnTo>
                    <a:pt x="0" y="340"/>
                  </a:lnTo>
                  <a:lnTo>
                    <a:pt x="17" y="340"/>
                  </a:lnTo>
                  <a:cubicBezTo>
                    <a:pt x="33" y="272"/>
                    <a:pt x="33" y="203"/>
                    <a:pt x="33" y="138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0">
              <a:extLst>
                <a:ext uri="{FF2B5EF4-FFF2-40B4-BE49-F238E27FC236}">
                  <a16:creationId xmlns:a16="http://schemas.microsoft.com/office/drawing/2014/main" id="{315BB05E-B1BE-3209-ED70-E2CF7B8D83A1}"/>
                </a:ext>
              </a:extLst>
            </p:cNvPr>
            <p:cNvSpPr/>
            <p:nvPr/>
          </p:nvSpPr>
          <p:spPr>
            <a:xfrm>
              <a:off x="1416701" y="1754969"/>
              <a:ext cx="83532" cy="122070"/>
            </a:xfrm>
            <a:custGeom>
              <a:avLst/>
              <a:gdLst/>
              <a:ahLst/>
              <a:cxnLst/>
              <a:rect l="l" t="t" r="r" b="b"/>
              <a:pathLst>
                <a:path w="841" h="1229" extrusionOk="0">
                  <a:moveTo>
                    <a:pt x="1" y="1"/>
                  </a:moveTo>
                  <a:lnTo>
                    <a:pt x="1" y="33"/>
                  </a:lnTo>
                  <a:cubicBezTo>
                    <a:pt x="102" y="86"/>
                    <a:pt x="166" y="187"/>
                    <a:pt x="235" y="288"/>
                  </a:cubicBezTo>
                  <a:cubicBezTo>
                    <a:pt x="251" y="320"/>
                    <a:pt x="267" y="356"/>
                    <a:pt x="284" y="373"/>
                  </a:cubicBezTo>
                  <a:cubicBezTo>
                    <a:pt x="336" y="457"/>
                    <a:pt x="384" y="538"/>
                    <a:pt x="437" y="607"/>
                  </a:cubicBezTo>
                  <a:cubicBezTo>
                    <a:pt x="522" y="740"/>
                    <a:pt x="607" y="878"/>
                    <a:pt x="708" y="1011"/>
                  </a:cubicBezTo>
                  <a:cubicBezTo>
                    <a:pt x="724" y="1011"/>
                    <a:pt x="724" y="1027"/>
                    <a:pt x="724" y="1027"/>
                  </a:cubicBezTo>
                  <a:cubicBezTo>
                    <a:pt x="772" y="1096"/>
                    <a:pt x="809" y="1144"/>
                    <a:pt x="809" y="1213"/>
                  </a:cubicBezTo>
                  <a:cubicBezTo>
                    <a:pt x="809" y="1229"/>
                    <a:pt x="825" y="1229"/>
                    <a:pt x="825" y="1229"/>
                  </a:cubicBezTo>
                  <a:cubicBezTo>
                    <a:pt x="825" y="1229"/>
                    <a:pt x="841" y="1229"/>
                    <a:pt x="841" y="1213"/>
                  </a:cubicBezTo>
                  <a:cubicBezTo>
                    <a:pt x="841" y="1128"/>
                    <a:pt x="788" y="1080"/>
                    <a:pt x="740" y="1011"/>
                  </a:cubicBezTo>
                  <a:cubicBezTo>
                    <a:pt x="740" y="1011"/>
                    <a:pt x="740" y="995"/>
                    <a:pt x="724" y="995"/>
                  </a:cubicBezTo>
                  <a:cubicBezTo>
                    <a:pt x="639" y="861"/>
                    <a:pt x="554" y="724"/>
                    <a:pt x="453" y="591"/>
                  </a:cubicBezTo>
                  <a:cubicBezTo>
                    <a:pt x="405" y="522"/>
                    <a:pt x="352" y="437"/>
                    <a:pt x="304" y="356"/>
                  </a:cubicBezTo>
                  <a:cubicBezTo>
                    <a:pt x="284" y="336"/>
                    <a:pt x="267" y="304"/>
                    <a:pt x="251" y="272"/>
                  </a:cubicBezTo>
                  <a:cubicBezTo>
                    <a:pt x="183" y="171"/>
                    <a:pt x="134" y="7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0">
              <a:extLst>
                <a:ext uri="{FF2B5EF4-FFF2-40B4-BE49-F238E27FC236}">
                  <a16:creationId xmlns:a16="http://schemas.microsoft.com/office/drawing/2014/main" id="{A0D9388A-2703-2E2D-1E83-747F2B423310}"/>
                </a:ext>
              </a:extLst>
            </p:cNvPr>
            <p:cNvSpPr/>
            <p:nvPr/>
          </p:nvSpPr>
          <p:spPr>
            <a:xfrm>
              <a:off x="2081979" y="2931871"/>
              <a:ext cx="103596" cy="269270"/>
            </a:xfrm>
            <a:custGeom>
              <a:avLst/>
              <a:gdLst/>
              <a:ahLst/>
              <a:cxnLst/>
              <a:rect l="l" t="t" r="r" b="b"/>
              <a:pathLst>
                <a:path w="1043" h="271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7" y="121"/>
                    <a:pt x="69" y="186"/>
                    <a:pt x="118" y="255"/>
                  </a:cubicBezTo>
                  <a:cubicBezTo>
                    <a:pt x="134" y="271"/>
                    <a:pt x="134" y="287"/>
                    <a:pt x="150" y="303"/>
                  </a:cubicBezTo>
                  <a:cubicBezTo>
                    <a:pt x="320" y="525"/>
                    <a:pt x="489" y="776"/>
                    <a:pt x="639" y="1010"/>
                  </a:cubicBezTo>
                  <a:cubicBezTo>
                    <a:pt x="724" y="1111"/>
                    <a:pt x="792" y="1232"/>
                    <a:pt x="877" y="1333"/>
                  </a:cubicBezTo>
                  <a:cubicBezTo>
                    <a:pt x="877" y="1350"/>
                    <a:pt x="877" y="1350"/>
                    <a:pt x="893" y="1366"/>
                  </a:cubicBezTo>
                  <a:cubicBezTo>
                    <a:pt x="909" y="1398"/>
                    <a:pt x="926" y="1434"/>
                    <a:pt x="978" y="1451"/>
                  </a:cubicBezTo>
                  <a:cubicBezTo>
                    <a:pt x="1010" y="1467"/>
                    <a:pt x="1010" y="1515"/>
                    <a:pt x="1010" y="1568"/>
                  </a:cubicBezTo>
                  <a:lnTo>
                    <a:pt x="1010" y="1786"/>
                  </a:lnTo>
                  <a:cubicBezTo>
                    <a:pt x="1027" y="1919"/>
                    <a:pt x="1027" y="2056"/>
                    <a:pt x="1010" y="2174"/>
                  </a:cubicBezTo>
                  <a:lnTo>
                    <a:pt x="1010" y="2578"/>
                  </a:lnTo>
                  <a:lnTo>
                    <a:pt x="1010" y="2594"/>
                  </a:lnTo>
                  <a:cubicBezTo>
                    <a:pt x="1027" y="2626"/>
                    <a:pt x="1027" y="2662"/>
                    <a:pt x="994" y="2695"/>
                  </a:cubicBezTo>
                  <a:lnTo>
                    <a:pt x="994" y="2711"/>
                  </a:lnTo>
                  <a:lnTo>
                    <a:pt x="1010" y="2711"/>
                  </a:lnTo>
                  <a:cubicBezTo>
                    <a:pt x="1043" y="2679"/>
                    <a:pt x="1043" y="2626"/>
                    <a:pt x="1043" y="2578"/>
                  </a:cubicBezTo>
                  <a:lnTo>
                    <a:pt x="1043" y="2561"/>
                  </a:lnTo>
                  <a:cubicBezTo>
                    <a:pt x="1027" y="2444"/>
                    <a:pt x="1027" y="2307"/>
                    <a:pt x="1043" y="2174"/>
                  </a:cubicBezTo>
                  <a:lnTo>
                    <a:pt x="1043" y="1786"/>
                  </a:lnTo>
                  <a:lnTo>
                    <a:pt x="1043" y="1568"/>
                  </a:lnTo>
                  <a:cubicBezTo>
                    <a:pt x="1043" y="1515"/>
                    <a:pt x="1043" y="1451"/>
                    <a:pt x="978" y="1434"/>
                  </a:cubicBezTo>
                  <a:cubicBezTo>
                    <a:pt x="942" y="1414"/>
                    <a:pt x="926" y="1382"/>
                    <a:pt x="909" y="1350"/>
                  </a:cubicBezTo>
                  <a:cubicBezTo>
                    <a:pt x="909" y="1333"/>
                    <a:pt x="893" y="1333"/>
                    <a:pt x="893" y="1313"/>
                  </a:cubicBezTo>
                  <a:cubicBezTo>
                    <a:pt x="808" y="1212"/>
                    <a:pt x="740" y="1095"/>
                    <a:pt x="675" y="994"/>
                  </a:cubicBezTo>
                  <a:cubicBezTo>
                    <a:pt x="505" y="760"/>
                    <a:pt x="336" y="505"/>
                    <a:pt x="170" y="287"/>
                  </a:cubicBezTo>
                  <a:cubicBezTo>
                    <a:pt x="150" y="271"/>
                    <a:pt x="150" y="255"/>
                    <a:pt x="134" y="239"/>
                  </a:cubicBezTo>
                  <a:cubicBezTo>
                    <a:pt x="85" y="170"/>
                    <a:pt x="33" y="101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0">
              <a:extLst>
                <a:ext uri="{FF2B5EF4-FFF2-40B4-BE49-F238E27FC236}">
                  <a16:creationId xmlns:a16="http://schemas.microsoft.com/office/drawing/2014/main" id="{0DDB8EC3-20D9-A3F7-21BC-A3097E9FC97B}"/>
                </a:ext>
              </a:extLst>
            </p:cNvPr>
            <p:cNvSpPr/>
            <p:nvPr/>
          </p:nvSpPr>
          <p:spPr>
            <a:xfrm>
              <a:off x="1384619" y="1846944"/>
              <a:ext cx="5364" cy="100318"/>
            </a:xfrm>
            <a:custGeom>
              <a:avLst/>
              <a:gdLst/>
              <a:ahLst/>
              <a:cxnLst/>
              <a:rect l="l" t="t" r="r" b="b"/>
              <a:pathLst>
                <a:path w="54" h="1010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17"/>
                    <a:pt x="21" y="218"/>
                    <a:pt x="21" y="319"/>
                  </a:cubicBezTo>
                  <a:cubicBezTo>
                    <a:pt x="1" y="388"/>
                    <a:pt x="1" y="457"/>
                    <a:pt x="21" y="521"/>
                  </a:cubicBezTo>
                  <a:lnTo>
                    <a:pt x="21" y="691"/>
                  </a:lnTo>
                  <a:cubicBezTo>
                    <a:pt x="1" y="792"/>
                    <a:pt x="1" y="893"/>
                    <a:pt x="21" y="994"/>
                  </a:cubicBezTo>
                  <a:cubicBezTo>
                    <a:pt x="21" y="1010"/>
                    <a:pt x="37" y="1010"/>
                    <a:pt x="37" y="1010"/>
                  </a:cubicBezTo>
                  <a:cubicBezTo>
                    <a:pt x="53" y="1010"/>
                    <a:pt x="53" y="994"/>
                    <a:pt x="53" y="994"/>
                  </a:cubicBezTo>
                  <a:cubicBezTo>
                    <a:pt x="37" y="893"/>
                    <a:pt x="37" y="792"/>
                    <a:pt x="37" y="707"/>
                  </a:cubicBezTo>
                  <a:lnTo>
                    <a:pt x="37" y="521"/>
                  </a:lnTo>
                  <a:lnTo>
                    <a:pt x="37" y="319"/>
                  </a:lnTo>
                  <a:cubicBezTo>
                    <a:pt x="37" y="218"/>
                    <a:pt x="37" y="117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0">
              <a:extLst>
                <a:ext uri="{FF2B5EF4-FFF2-40B4-BE49-F238E27FC236}">
                  <a16:creationId xmlns:a16="http://schemas.microsoft.com/office/drawing/2014/main" id="{863DE86C-CDF1-8E07-6D67-C550084972DC}"/>
                </a:ext>
              </a:extLst>
            </p:cNvPr>
            <p:cNvSpPr/>
            <p:nvPr/>
          </p:nvSpPr>
          <p:spPr>
            <a:xfrm>
              <a:off x="1251026" y="2343669"/>
              <a:ext cx="162198" cy="187029"/>
            </a:xfrm>
            <a:custGeom>
              <a:avLst/>
              <a:gdLst/>
              <a:ahLst/>
              <a:cxnLst/>
              <a:rect l="l" t="t" r="r" b="b"/>
              <a:pathLst>
                <a:path w="1633" h="1883" extrusionOk="0">
                  <a:moveTo>
                    <a:pt x="1616" y="0"/>
                  </a:moveTo>
                  <a:cubicBezTo>
                    <a:pt x="1483" y="32"/>
                    <a:pt x="1346" y="101"/>
                    <a:pt x="1228" y="166"/>
                  </a:cubicBezTo>
                  <a:cubicBezTo>
                    <a:pt x="1164" y="202"/>
                    <a:pt x="1095" y="234"/>
                    <a:pt x="1026" y="251"/>
                  </a:cubicBezTo>
                  <a:cubicBezTo>
                    <a:pt x="841" y="335"/>
                    <a:pt x="659" y="420"/>
                    <a:pt x="473" y="521"/>
                  </a:cubicBezTo>
                  <a:cubicBezTo>
                    <a:pt x="356" y="570"/>
                    <a:pt x="235" y="622"/>
                    <a:pt x="117" y="691"/>
                  </a:cubicBezTo>
                  <a:cubicBezTo>
                    <a:pt x="69" y="707"/>
                    <a:pt x="17" y="723"/>
                    <a:pt x="17" y="808"/>
                  </a:cubicBezTo>
                  <a:lnTo>
                    <a:pt x="17" y="1297"/>
                  </a:lnTo>
                  <a:cubicBezTo>
                    <a:pt x="17" y="1462"/>
                    <a:pt x="0" y="1632"/>
                    <a:pt x="0" y="1802"/>
                  </a:cubicBezTo>
                  <a:cubicBezTo>
                    <a:pt x="0" y="1818"/>
                    <a:pt x="17" y="1834"/>
                    <a:pt x="17" y="1850"/>
                  </a:cubicBezTo>
                  <a:lnTo>
                    <a:pt x="17" y="1883"/>
                  </a:lnTo>
                  <a:lnTo>
                    <a:pt x="33" y="1883"/>
                  </a:lnTo>
                  <a:cubicBezTo>
                    <a:pt x="218" y="1818"/>
                    <a:pt x="404" y="1749"/>
                    <a:pt x="574" y="1664"/>
                  </a:cubicBezTo>
                  <a:cubicBezTo>
                    <a:pt x="659" y="1632"/>
                    <a:pt x="760" y="1600"/>
                    <a:pt x="841" y="1563"/>
                  </a:cubicBezTo>
                  <a:cubicBezTo>
                    <a:pt x="925" y="1531"/>
                    <a:pt x="1010" y="1499"/>
                    <a:pt x="1079" y="1446"/>
                  </a:cubicBezTo>
                  <a:cubicBezTo>
                    <a:pt x="1265" y="1378"/>
                    <a:pt x="1447" y="1297"/>
                    <a:pt x="1632" y="1228"/>
                  </a:cubicBezTo>
                  <a:lnTo>
                    <a:pt x="1632" y="1212"/>
                  </a:lnTo>
                  <a:lnTo>
                    <a:pt x="1616" y="1212"/>
                  </a:lnTo>
                  <a:cubicBezTo>
                    <a:pt x="1430" y="1277"/>
                    <a:pt x="1245" y="1345"/>
                    <a:pt x="1079" y="1430"/>
                  </a:cubicBezTo>
                  <a:cubicBezTo>
                    <a:pt x="994" y="1462"/>
                    <a:pt x="909" y="1499"/>
                    <a:pt x="824" y="1531"/>
                  </a:cubicBezTo>
                  <a:cubicBezTo>
                    <a:pt x="740" y="1563"/>
                    <a:pt x="659" y="1616"/>
                    <a:pt x="574" y="1648"/>
                  </a:cubicBezTo>
                  <a:cubicBezTo>
                    <a:pt x="404" y="1717"/>
                    <a:pt x="218" y="1802"/>
                    <a:pt x="53" y="1850"/>
                  </a:cubicBezTo>
                  <a:lnTo>
                    <a:pt x="33" y="1850"/>
                  </a:lnTo>
                  <a:lnTo>
                    <a:pt x="33" y="1802"/>
                  </a:lnTo>
                  <a:lnTo>
                    <a:pt x="33" y="1297"/>
                  </a:lnTo>
                  <a:cubicBezTo>
                    <a:pt x="33" y="1127"/>
                    <a:pt x="53" y="974"/>
                    <a:pt x="53" y="808"/>
                  </a:cubicBezTo>
                  <a:cubicBezTo>
                    <a:pt x="53" y="739"/>
                    <a:pt x="69" y="723"/>
                    <a:pt x="134" y="707"/>
                  </a:cubicBezTo>
                  <a:cubicBezTo>
                    <a:pt x="255" y="655"/>
                    <a:pt x="372" y="590"/>
                    <a:pt x="489" y="537"/>
                  </a:cubicBezTo>
                  <a:cubicBezTo>
                    <a:pt x="659" y="453"/>
                    <a:pt x="841" y="352"/>
                    <a:pt x="1043" y="287"/>
                  </a:cubicBezTo>
                  <a:cubicBezTo>
                    <a:pt x="1111" y="251"/>
                    <a:pt x="1180" y="218"/>
                    <a:pt x="1228" y="186"/>
                  </a:cubicBezTo>
                  <a:cubicBezTo>
                    <a:pt x="1366" y="133"/>
                    <a:pt x="1499" y="65"/>
                    <a:pt x="1632" y="32"/>
                  </a:cubicBezTo>
                  <a:lnTo>
                    <a:pt x="1632" y="16"/>
                  </a:lnTo>
                  <a:cubicBezTo>
                    <a:pt x="1632" y="16"/>
                    <a:pt x="1632" y="0"/>
                    <a:pt x="1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0">
              <a:extLst>
                <a:ext uri="{FF2B5EF4-FFF2-40B4-BE49-F238E27FC236}">
                  <a16:creationId xmlns:a16="http://schemas.microsoft.com/office/drawing/2014/main" id="{6A6451C4-F3D2-7459-71E9-71AF8F744562}"/>
                </a:ext>
              </a:extLst>
            </p:cNvPr>
            <p:cNvSpPr/>
            <p:nvPr/>
          </p:nvSpPr>
          <p:spPr>
            <a:xfrm>
              <a:off x="985431" y="2224876"/>
              <a:ext cx="4867" cy="87108"/>
            </a:xfrm>
            <a:custGeom>
              <a:avLst/>
              <a:gdLst/>
              <a:ahLst/>
              <a:cxnLst/>
              <a:rect l="l" t="t" r="r" b="b"/>
              <a:pathLst>
                <a:path w="49" h="877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0"/>
                    <a:pt x="16" y="303"/>
                    <a:pt x="0" y="453"/>
                  </a:cubicBezTo>
                  <a:lnTo>
                    <a:pt x="0" y="723"/>
                  </a:lnTo>
                  <a:lnTo>
                    <a:pt x="0" y="756"/>
                  </a:lnTo>
                  <a:cubicBezTo>
                    <a:pt x="0" y="792"/>
                    <a:pt x="0" y="841"/>
                    <a:pt x="32" y="877"/>
                  </a:cubicBezTo>
                  <a:lnTo>
                    <a:pt x="49" y="877"/>
                  </a:lnTo>
                  <a:lnTo>
                    <a:pt x="49" y="857"/>
                  </a:lnTo>
                  <a:cubicBezTo>
                    <a:pt x="32" y="824"/>
                    <a:pt x="32" y="792"/>
                    <a:pt x="32" y="756"/>
                  </a:cubicBezTo>
                  <a:lnTo>
                    <a:pt x="32" y="723"/>
                  </a:lnTo>
                  <a:lnTo>
                    <a:pt x="32" y="453"/>
                  </a:lnTo>
                  <a:cubicBezTo>
                    <a:pt x="32" y="303"/>
                    <a:pt x="32" y="15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0">
              <a:extLst>
                <a:ext uri="{FF2B5EF4-FFF2-40B4-BE49-F238E27FC236}">
                  <a16:creationId xmlns:a16="http://schemas.microsoft.com/office/drawing/2014/main" id="{4F1B23B2-5F8A-2F67-F28D-0F0D30FD9781}"/>
                </a:ext>
              </a:extLst>
            </p:cNvPr>
            <p:cNvSpPr/>
            <p:nvPr/>
          </p:nvSpPr>
          <p:spPr>
            <a:xfrm>
              <a:off x="2080390" y="3329867"/>
              <a:ext cx="108860" cy="148988"/>
            </a:xfrm>
            <a:custGeom>
              <a:avLst/>
              <a:gdLst/>
              <a:ahLst/>
              <a:cxnLst/>
              <a:rect l="l" t="t" r="r" b="b"/>
              <a:pathLst>
                <a:path w="1096" h="1500" extrusionOk="0">
                  <a:moveTo>
                    <a:pt x="0" y="1"/>
                  </a:moveTo>
                  <a:cubicBezTo>
                    <a:pt x="17" y="102"/>
                    <a:pt x="65" y="170"/>
                    <a:pt x="134" y="219"/>
                  </a:cubicBezTo>
                  <a:cubicBezTo>
                    <a:pt x="150" y="255"/>
                    <a:pt x="166" y="271"/>
                    <a:pt x="186" y="287"/>
                  </a:cubicBezTo>
                  <a:cubicBezTo>
                    <a:pt x="267" y="388"/>
                    <a:pt x="336" y="473"/>
                    <a:pt x="420" y="574"/>
                  </a:cubicBezTo>
                  <a:cubicBezTo>
                    <a:pt x="570" y="776"/>
                    <a:pt x="740" y="994"/>
                    <a:pt x="925" y="1196"/>
                  </a:cubicBezTo>
                  <a:cubicBezTo>
                    <a:pt x="1010" y="1297"/>
                    <a:pt x="1059" y="1366"/>
                    <a:pt x="1010" y="1483"/>
                  </a:cubicBezTo>
                  <a:lnTo>
                    <a:pt x="1010" y="1499"/>
                  </a:lnTo>
                  <a:lnTo>
                    <a:pt x="1026" y="1499"/>
                  </a:lnTo>
                  <a:cubicBezTo>
                    <a:pt x="1095" y="1366"/>
                    <a:pt x="1026" y="1265"/>
                    <a:pt x="942" y="1180"/>
                  </a:cubicBezTo>
                  <a:cubicBezTo>
                    <a:pt x="756" y="978"/>
                    <a:pt x="606" y="760"/>
                    <a:pt x="437" y="558"/>
                  </a:cubicBezTo>
                  <a:cubicBezTo>
                    <a:pt x="352" y="457"/>
                    <a:pt x="287" y="372"/>
                    <a:pt x="202" y="271"/>
                  </a:cubicBezTo>
                  <a:cubicBezTo>
                    <a:pt x="186" y="255"/>
                    <a:pt x="166" y="219"/>
                    <a:pt x="150" y="203"/>
                  </a:cubicBezTo>
                  <a:cubicBezTo>
                    <a:pt x="85" y="154"/>
                    <a:pt x="33" y="102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0">
              <a:extLst>
                <a:ext uri="{FF2B5EF4-FFF2-40B4-BE49-F238E27FC236}">
                  <a16:creationId xmlns:a16="http://schemas.microsoft.com/office/drawing/2014/main" id="{44639DA4-065C-686C-61CA-F343D88B7ADD}"/>
                </a:ext>
              </a:extLst>
            </p:cNvPr>
            <p:cNvSpPr/>
            <p:nvPr/>
          </p:nvSpPr>
          <p:spPr>
            <a:xfrm>
              <a:off x="1088928" y="3702633"/>
              <a:ext cx="4867" cy="31784"/>
            </a:xfrm>
            <a:custGeom>
              <a:avLst/>
              <a:gdLst/>
              <a:ahLst/>
              <a:cxnLst/>
              <a:rect l="l" t="t" r="r" b="b"/>
              <a:pathLst>
                <a:path w="49" h="32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85"/>
                    <a:pt x="16" y="154"/>
                    <a:pt x="16" y="202"/>
                  </a:cubicBezTo>
                  <a:lnTo>
                    <a:pt x="16" y="303"/>
                  </a:lnTo>
                  <a:cubicBezTo>
                    <a:pt x="16" y="320"/>
                    <a:pt x="16" y="320"/>
                    <a:pt x="33" y="320"/>
                  </a:cubicBezTo>
                  <a:cubicBezTo>
                    <a:pt x="33" y="320"/>
                    <a:pt x="49" y="320"/>
                    <a:pt x="49" y="303"/>
                  </a:cubicBezTo>
                  <a:cubicBezTo>
                    <a:pt x="33" y="271"/>
                    <a:pt x="49" y="239"/>
                    <a:pt x="49" y="202"/>
                  </a:cubicBezTo>
                  <a:cubicBezTo>
                    <a:pt x="49" y="138"/>
                    <a:pt x="49" y="6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0">
              <a:extLst>
                <a:ext uri="{FF2B5EF4-FFF2-40B4-BE49-F238E27FC236}">
                  <a16:creationId xmlns:a16="http://schemas.microsoft.com/office/drawing/2014/main" id="{02FAC61E-777F-BB56-ABB2-6B14C56F5F6A}"/>
                </a:ext>
              </a:extLst>
            </p:cNvPr>
            <p:cNvSpPr/>
            <p:nvPr/>
          </p:nvSpPr>
          <p:spPr>
            <a:xfrm>
              <a:off x="1411536" y="2723190"/>
              <a:ext cx="63469" cy="160609"/>
            </a:xfrm>
            <a:custGeom>
              <a:avLst/>
              <a:gdLst/>
              <a:ahLst/>
              <a:cxnLst/>
              <a:rect l="l" t="t" r="r" b="b"/>
              <a:pathLst>
                <a:path w="639" h="161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81"/>
                    <a:pt x="69" y="134"/>
                    <a:pt x="117" y="166"/>
                  </a:cubicBezTo>
                  <a:cubicBezTo>
                    <a:pt x="154" y="203"/>
                    <a:pt x="186" y="219"/>
                    <a:pt x="202" y="251"/>
                  </a:cubicBezTo>
                  <a:cubicBezTo>
                    <a:pt x="218" y="267"/>
                    <a:pt x="218" y="283"/>
                    <a:pt x="235" y="304"/>
                  </a:cubicBezTo>
                  <a:cubicBezTo>
                    <a:pt x="303" y="384"/>
                    <a:pt x="372" y="485"/>
                    <a:pt x="473" y="554"/>
                  </a:cubicBezTo>
                  <a:cubicBezTo>
                    <a:pt x="574" y="655"/>
                    <a:pt x="622" y="756"/>
                    <a:pt x="606" y="910"/>
                  </a:cubicBezTo>
                  <a:lnTo>
                    <a:pt x="606" y="1314"/>
                  </a:lnTo>
                  <a:lnTo>
                    <a:pt x="606" y="1447"/>
                  </a:lnTo>
                  <a:lnTo>
                    <a:pt x="606" y="1463"/>
                  </a:lnTo>
                  <a:cubicBezTo>
                    <a:pt x="606" y="1516"/>
                    <a:pt x="606" y="1548"/>
                    <a:pt x="574" y="1596"/>
                  </a:cubicBezTo>
                  <a:cubicBezTo>
                    <a:pt x="574" y="1596"/>
                    <a:pt x="574" y="1617"/>
                    <a:pt x="590" y="1617"/>
                  </a:cubicBezTo>
                  <a:lnTo>
                    <a:pt x="606" y="1617"/>
                  </a:lnTo>
                  <a:cubicBezTo>
                    <a:pt x="638" y="1564"/>
                    <a:pt x="638" y="1516"/>
                    <a:pt x="638" y="1463"/>
                  </a:cubicBezTo>
                  <a:lnTo>
                    <a:pt x="638" y="1447"/>
                  </a:lnTo>
                  <a:cubicBezTo>
                    <a:pt x="638" y="1415"/>
                    <a:pt x="622" y="1362"/>
                    <a:pt x="622" y="1314"/>
                  </a:cubicBezTo>
                  <a:cubicBezTo>
                    <a:pt x="622" y="1176"/>
                    <a:pt x="622" y="1043"/>
                    <a:pt x="638" y="910"/>
                  </a:cubicBezTo>
                  <a:cubicBezTo>
                    <a:pt x="638" y="756"/>
                    <a:pt x="590" y="639"/>
                    <a:pt x="489" y="538"/>
                  </a:cubicBezTo>
                  <a:cubicBezTo>
                    <a:pt x="404" y="453"/>
                    <a:pt x="319" y="368"/>
                    <a:pt x="255" y="283"/>
                  </a:cubicBezTo>
                  <a:cubicBezTo>
                    <a:pt x="255" y="267"/>
                    <a:pt x="235" y="251"/>
                    <a:pt x="218" y="235"/>
                  </a:cubicBezTo>
                  <a:cubicBezTo>
                    <a:pt x="202" y="203"/>
                    <a:pt x="170" y="166"/>
                    <a:pt x="134" y="150"/>
                  </a:cubicBezTo>
                  <a:cubicBezTo>
                    <a:pt x="85" y="118"/>
                    <a:pt x="33" y="65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0">
              <a:extLst>
                <a:ext uri="{FF2B5EF4-FFF2-40B4-BE49-F238E27FC236}">
                  <a16:creationId xmlns:a16="http://schemas.microsoft.com/office/drawing/2014/main" id="{86479932-798F-E77A-5A54-597D9AE323E4}"/>
                </a:ext>
              </a:extLst>
            </p:cNvPr>
            <p:cNvSpPr/>
            <p:nvPr/>
          </p:nvSpPr>
          <p:spPr>
            <a:xfrm>
              <a:off x="1719245" y="1631409"/>
              <a:ext cx="8542" cy="76778"/>
            </a:xfrm>
            <a:custGeom>
              <a:avLst/>
              <a:gdLst/>
              <a:ahLst/>
              <a:cxnLst/>
              <a:rect l="l" t="t" r="r" b="b"/>
              <a:pathLst>
                <a:path w="86" h="773" extrusionOk="0">
                  <a:moveTo>
                    <a:pt x="65" y="1"/>
                  </a:moveTo>
                  <a:cubicBezTo>
                    <a:pt x="17" y="33"/>
                    <a:pt x="17" y="65"/>
                    <a:pt x="17" y="118"/>
                  </a:cubicBezTo>
                  <a:lnTo>
                    <a:pt x="17" y="134"/>
                  </a:lnTo>
                  <a:lnTo>
                    <a:pt x="17" y="607"/>
                  </a:lnTo>
                  <a:lnTo>
                    <a:pt x="17" y="623"/>
                  </a:lnTo>
                  <a:cubicBezTo>
                    <a:pt x="17" y="671"/>
                    <a:pt x="17" y="708"/>
                    <a:pt x="1" y="756"/>
                  </a:cubicBezTo>
                  <a:lnTo>
                    <a:pt x="1" y="772"/>
                  </a:lnTo>
                  <a:lnTo>
                    <a:pt x="17" y="772"/>
                  </a:lnTo>
                  <a:cubicBezTo>
                    <a:pt x="49" y="724"/>
                    <a:pt x="49" y="671"/>
                    <a:pt x="49" y="623"/>
                  </a:cubicBezTo>
                  <a:lnTo>
                    <a:pt x="49" y="607"/>
                  </a:lnTo>
                  <a:lnTo>
                    <a:pt x="49" y="134"/>
                  </a:lnTo>
                  <a:lnTo>
                    <a:pt x="49" y="118"/>
                  </a:lnTo>
                  <a:cubicBezTo>
                    <a:pt x="49" y="65"/>
                    <a:pt x="49" y="49"/>
                    <a:pt x="85" y="33"/>
                  </a:cubicBezTo>
                  <a:lnTo>
                    <a:pt x="85" y="17"/>
                  </a:lnTo>
                  <a:cubicBezTo>
                    <a:pt x="85" y="1"/>
                    <a:pt x="85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0">
              <a:extLst>
                <a:ext uri="{FF2B5EF4-FFF2-40B4-BE49-F238E27FC236}">
                  <a16:creationId xmlns:a16="http://schemas.microsoft.com/office/drawing/2014/main" id="{2BC4192C-E28E-A254-05BD-6F2689726A3B}"/>
                </a:ext>
              </a:extLst>
            </p:cNvPr>
            <p:cNvSpPr/>
            <p:nvPr/>
          </p:nvSpPr>
          <p:spPr>
            <a:xfrm>
              <a:off x="1923059" y="2265003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69" y="0"/>
                  </a:moveTo>
                  <a:cubicBezTo>
                    <a:pt x="53" y="0"/>
                    <a:pt x="53" y="0"/>
                    <a:pt x="53" y="17"/>
                  </a:cubicBezTo>
                  <a:cubicBezTo>
                    <a:pt x="1" y="150"/>
                    <a:pt x="1" y="271"/>
                    <a:pt x="118" y="404"/>
                  </a:cubicBezTo>
                  <a:cubicBezTo>
                    <a:pt x="219" y="538"/>
                    <a:pt x="288" y="675"/>
                    <a:pt x="372" y="824"/>
                  </a:cubicBezTo>
                  <a:cubicBezTo>
                    <a:pt x="405" y="877"/>
                    <a:pt x="437" y="942"/>
                    <a:pt x="490" y="1010"/>
                  </a:cubicBezTo>
                  <a:cubicBezTo>
                    <a:pt x="659" y="1313"/>
                    <a:pt x="841" y="1600"/>
                    <a:pt x="1027" y="1903"/>
                  </a:cubicBezTo>
                  <a:lnTo>
                    <a:pt x="1043" y="1935"/>
                  </a:lnTo>
                  <a:cubicBezTo>
                    <a:pt x="1112" y="2036"/>
                    <a:pt x="1180" y="2154"/>
                    <a:pt x="1245" y="2254"/>
                  </a:cubicBezTo>
                  <a:cubicBezTo>
                    <a:pt x="1265" y="2271"/>
                    <a:pt x="1265" y="2291"/>
                    <a:pt x="1265" y="2307"/>
                  </a:cubicBezTo>
                  <a:lnTo>
                    <a:pt x="1265" y="2541"/>
                  </a:lnTo>
                  <a:cubicBezTo>
                    <a:pt x="1265" y="2658"/>
                    <a:pt x="1265" y="2759"/>
                    <a:pt x="1245" y="2877"/>
                  </a:cubicBezTo>
                  <a:cubicBezTo>
                    <a:pt x="1229" y="2978"/>
                    <a:pt x="1281" y="3079"/>
                    <a:pt x="1399" y="3147"/>
                  </a:cubicBezTo>
                  <a:lnTo>
                    <a:pt x="1415" y="3147"/>
                  </a:lnTo>
                  <a:cubicBezTo>
                    <a:pt x="1415" y="3131"/>
                    <a:pt x="1415" y="3131"/>
                    <a:pt x="1399" y="3131"/>
                  </a:cubicBezTo>
                  <a:cubicBezTo>
                    <a:pt x="1298" y="3062"/>
                    <a:pt x="1245" y="2961"/>
                    <a:pt x="1265" y="2877"/>
                  </a:cubicBezTo>
                  <a:cubicBezTo>
                    <a:pt x="1298" y="2759"/>
                    <a:pt x="1298" y="2658"/>
                    <a:pt x="1281" y="2541"/>
                  </a:cubicBezTo>
                  <a:cubicBezTo>
                    <a:pt x="1281" y="2473"/>
                    <a:pt x="1281" y="2392"/>
                    <a:pt x="1298" y="2307"/>
                  </a:cubicBezTo>
                  <a:cubicBezTo>
                    <a:pt x="1298" y="2291"/>
                    <a:pt x="1281" y="2254"/>
                    <a:pt x="1265" y="2238"/>
                  </a:cubicBezTo>
                  <a:cubicBezTo>
                    <a:pt x="1197" y="2137"/>
                    <a:pt x="1128" y="2036"/>
                    <a:pt x="1079" y="1919"/>
                  </a:cubicBezTo>
                  <a:lnTo>
                    <a:pt x="1043" y="1887"/>
                  </a:lnTo>
                  <a:cubicBezTo>
                    <a:pt x="861" y="1584"/>
                    <a:pt x="692" y="1297"/>
                    <a:pt x="506" y="994"/>
                  </a:cubicBezTo>
                  <a:cubicBezTo>
                    <a:pt x="473" y="925"/>
                    <a:pt x="437" y="877"/>
                    <a:pt x="389" y="808"/>
                  </a:cubicBezTo>
                  <a:cubicBezTo>
                    <a:pt x="320" y="655"/>
                    <a:pt x="235" y="521"/>
                    <a:pt x="134" y="388"/>
                  </a:cubicBezTo>
                  <a:cubicBezTo>
                    <a:pt x="33" y="271"/>
                    <a:pt x="33" y="150"/>
                    <a:pt x="69" y="17"/>
                  </a:cubicBezTo>
                  <a:cubicBezTo>
                    <a:pt x="86" y="17"/>
                    <a:pt x="69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0">
              <a:extLst>
                <a:ext uri="{FF2B5EF4-FFF2-40B4-BE49-F238E27FC236}">
                  <a16:creationId xmlns:a16="http://schemas.microsoft.com/office/drawing/2014/main" id="{FD1A0FB3-0B9B-E01C-EAEE-3A0D3589D5D1}"/>
                </a:ext>
              </a:extLst>
            </p:cNvPr>
            <p:cNvSpPr/>
            <p:nvPr/>
          </p:nvSpPr>
          <p:spPr>
            <a:xfrm>
              <a:off x="851343" y="2432267"/>
              <a:ext cx="358067" cy="274137"/>
            </a:xfrm>
            <a:custGeom>
              <a:avLst/>
              <a:gdLst/>
              <a:ahLst/>
              <a:cxnLst/>
              <a:rect l="l" t="t" r="r" b="b"/>
              <a:pathLst>
                <a:path w="3605" h="2760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lnTo>
                    <a:pt x="3588" y="639"/>
                  </a:lnTo>
                  <a:lnTo>
                    <a:pt x="3588" y="1092"/>
                  </a:lnTo>
                  <a:cubicBezTo>
                    <a:pt x="3588" y="1160"/>
                    <a:pt x="3588" y="1193"/>
                    <a:pt x="3487" y="1229"/>
                  </a:cubicBezTo>
                  <a:cubicBezTo>
                    <a:pt x="3301" y="1294"/>
                    <a:pt x="3115" y="1378"/>
                    <a:pt x="2946" y="1463"/>
                  </a:cubicBezTo>
                  <a:cubicBezTo>
                    <a:pt x="2845" y="1496"/>
                    <a:pt x="2764" y="1548"/>
                    <a:pt x="2663" y="1580"/>
                  </a:cubicBezTo>
                  <a:cubicBezTo>
                    <a:pt x="2376" y="1718"/>
                    <a:pt x="2089" y="1835"/>
                    <a:pt x="1803" y="1952"/>
                  </a:cubicBezTo>
                  <a:cubicBezTo>
                    <a:pt x="1516" y="2085"/>
                    <a:pt x="1213" y="2203"/>
                    <a:pt x="910" y="2340"/>
                  </a:cubicBezTo>
                  <a:cubicBezTo>
                    <a:pt x="659" y="2441"/>
                    <a:pt x="405" y="2558"/>
                    <a:pt x="154" y="2675"/>
                  </a:cubicBezTo>
                  <a:lnTo>
                    <a:pt x="102" y="2675"/>
                  </a:lnTo>
                  <a:cubicBezTo>
                    <a:pt x="70" y="2691"/>
                    <a:pt x="37" y="2691"/>
                    <a:pt x="1" y="2744"/>
                  </a:cubicBezTo>
                  <a:cubicBezTo>
                    <a:pt x="1" y="2744"/>
                    <a:pt x="1" y="2760"/>
                    <a:pt x="17" y="2760"/>
                  </a:cubicBezTo>
                  <a:lnTo>
                    <a:pt x="37" y="2760"/>
                  </a:lnTo>
                  <a:cubicBezTo>
                    <a:pt x="53" y="2728"/>
                    <a:pt x="70" y="2707"/>
                    <a:pt x="118" y="2707"/>
                  </a:cubicBezTo>
                  <a:cubicBezTo>
                    <a:pt x="138" y="2707"/>
                    <a:pt x="154" y="2707"/>
                    <a:pt x="171" y="2691"/>
                  </a:cubicBezTo>
                  <a:cubicBezTo>
                    <a:pt x="405" y="2590"/>
                    <a:pt x="659" y="2473"/>
                    <a:pt x="926" y="2356"/>
                  </a:cubicBezTo>
                  <a:cubicBezTo>
                    <a:pt x="1229" y="2223"/>
                    <a:pt x="1516" y="2102"/>
                    <a:pt x="1819" y="1984"/>
                  </a:cubicBezTo>
                  <a:cubicBezTo>
                    <a:pt x="2106" y="1851"/>
                    <a:pt x="2392" y="1734"/>
                    <a:pt x="2679" y="1617"/>
                  </a:cubicBezTo>
                  <a:cubicBezTo>
                    <a:pt x="2764" y="1564"/>
                    <a:pt x="2865" y="1532"/>
                    <a:pt x="2946" y="1479"/>
                  </a:cubicBezTo>
                  <a:cubicBezTo>
                    <a:pt x="3132" y="1415"/>
                    <a:pt x="3317" y="1330"/>
                    <a:pt x="3503" y="1261"/>
                  </a:cubicBezTo>
                  <a:cubicBezTo>
                    <a:pt x="3604" y="1213"/>
                    <a:pt x="3604" y="1160"/>
                    <a:pt x="3604" y="1092"/>
                  </a:cubicBezTo>
                  <a:lnTo>
                    <a:pt x="3604" y="639"/>
                  </a:lnTo>
                  <a:lnTo>
                    <a:pt x="3604" y="17"/>
                  </a:ln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0">
              <a:extLst>
                <a:ext uri="{FF2B5EF4-FFF2-40B4-BE49-F238E27FC236}">
                  <a16:creationId xmlns:a16="http://schemas.microsoft.com/office/drawing/2014/main" id="{5B2F4144-2114-4028-6DDE-4E9BDBD22A4B}"/>
                </a:ext>
              </a:extLst>
            </p:cNvPr>
            <p:cNvSpPr/>
            <p:nvPr/>
          </p:nvSpPr>
          <p:spPr>
            <a:xfrm>
              <a:off x="931597" y="3084335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37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17" y="202"/>
                  </a:lnTo>
                  <a:cubicBezTo>
                    <a:pt x="17" y="368"/>
                    <a:pt x="1" y="538"/>
                    <a:pt x="1" y="707"/>
                  </a:cubicBezTo>
                  <a:lnTo>
                    <a:pt x="1" y="756"/>
                  </a:lnTo>
                  <a:cubicBezTo>
                    <a:pt x="1" y="808"/>
                    <a:pt x="1" y="873"/>
                    <a:pt x="37" y="925"/>
                  </a:cubicBezTo>
                  <a:lnTo>
                    <a:pt x="53" y="925"/>
                  </a:lnTo>
                  <a:lnTo>
                    <a:pt x="53" y="909"/>
                  </a:lnTo>
                  <a:cubicBezTo>
                    <a:pt x="17" y="857"/>
                    <a:pt x="37" y="808"/>
                    <a:pt x="37" y="756"/>
                  </a:cubicBezTo>
                  <a:lnTo>
                    <a:pt x="37" y="707"/>
                  </a:lnTo>
                  <a:lnTo>
                    <a:pt x="37" y="202"/>
                  </a:lnTo>
                  <a:cubicBezTo>
                    <a:pt x="37" y="134"/>
                    <a:pt x="53" y="65"/>
                    <a:pt x="53" y="17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0">
              <a:extLst>
                <a:ext uri="{FF2B5EF4-FFF2-40B4-BE49-F238E27FC236}">
                  <a16:creationId xmlns:a16="http://schemas.microsoft.com/office/drawing/2014/main" id="{50D38687-33EB-C8AC-FEC7-3DA504E96334}"/>
                </a:ext>
              </a:extLst>
            </p:cNvPr>
            <p:cNvSpPr/>
            <p:nvPr/>
          </p:nvSpPr>
          <p:spPr>
            <a:xfrm>
              <a:off x="2080390" y="2649391"/>
              <a:ext cx="108860" cy="250895"/>
            </a:xfrm>
            <a:custGeom>
              <a:avLst/>
              <a:gdLst/>
              <a:ahLst/>
              <a:cxnLst/>
              <a:rect l="l" t="t" r="r" b="b"/>
              <a:pathLst>
                <a:path w="1096" h="2526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33" y="118"/>
                    <a:pt x="65" y="186"/>
                    <a:pt x="117" y="255"/>
                  </a:cubicBezTo>
                  <a:cubicBezTo>
                    <a:pt x="134" y="271"/>
                    <a:pt x="150" y="287"/>
                    <a:pt x="166" y="320"/>
                  </a:cubicBezTo>
                  <a:cubicBezTo>
                    <a:pt x="235" y="420"/>
                    <a:pt x="303" y="542"/>
                    <a:pt x="368" y="643"/>
                  </a:cubicBezTo>
                  <a:cubicBezTo>
                    <a:pt x="505" y="861"/>
                    <a:pt x="655" y="1079"/>
                    <a:pt x="792" y="1297"/>
                  </a:cubicBezTo>
                  <a:cubicBezTo>
                    <a:pt x="808" y="1350"/>
                    <a:pt x="841" y="1398"/>
                    <a:pt x="873" y="1430"/>
                  </a:cubicBezTo>
                  <a:cubicBezTo>
                    <a:pt x="974" y="1552"/>
                    <a:pt x="1075" y="1685"/>
                    <a:pt x="1026" y="1855"/>
                  </a:cubicBezTo>
                  <a:cubicBezTo>
                    <a:pt x="1010" y="1871"/>
                    <a:pt x="1026" y="1871"/>
                    <a:pt x="1026" y="1871"/>
                  </a:cubicBezTo>
                  <a:lnTo>
                    <a:pt x="1026" y="1903"/>
                  </a:lnTo>
                  <a:cubicBezTo>
                    <a:pt x="1043" y="2105"/>
                    <a:pt x="1059" y="2307"/>
                    <a:pt x="1010" y="2509"/>
                  </a:cubicBezTo>
                  <a:lnTo>
                    <a:pt x="1010" y="2525"/>
                  </a:lnTo>
                  <a:lnTo>
                    <a:pt x="1026" y="2525"/>
                  </a:lnTo>
                  <a:cubicBezTo>
                    <a:pt x="1075" y="2307"/>
                    <a:pt x="1059" y="2105"/>
                    <a:pt x="1043" y="1887"/>
                  </a:cubicBezTo>
                  <a:lnTo>
                    <a:pt x="1043" y="1871"/>
                  </a:lnTo>
                  <a:cubicBezTo>
                    <a:pt x="1095" y="1669"/>
                    <a:pt x="994" y="1552"/>
                    <a:pt x="909" y="1414"/>
                  </a:cubicBezTo>
                  <a:cubicBezTo>
                    <a:pt x="873" y="1382"/>
                    <a:pt x="841" y="1329"/>
                    <a:pt x="808" y="1297"/>
                  </a:cubicBezTo>
                  <a:cubicBezTo>
                    <a:pt x="671" y="1063"/>
                    <a:pt x="538" y="845"/>
                    <a:pt x="404" y="622"/>
                  </a:cubicBezTo>
                  <a:cubicBezTo>
                    <a:pt x="319" y="521"/>
                    <a:pt x="251" y="404"/>
                    <a:pt x="186" y="303"/>
                  </a:cubicBezTo>
                  <a:cubicBezTo>
                    <a:pt x="166" y="287"/>
                    <a:pt x="150" y="255"/>
                    <a:pt x="150" y="239"/>
                  </a:cubicBezTo>
                  <a:cubicBezTo>
                    <a:pt x="101" y="170"/>
                    <a:pt x="49" y="101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0">
              <a:extLst>
                <a:ext uri="{FF2B5EF4-FFF2-40B4-BE49-F238E27FC236}">
                  <a16:creationId xmlns:a16="http://schemas.microsoft.com/office/drawing/2014/main" id="{DB0D332A-26A6-E501-ABF7-C9B4F6B86204}"/>
                </a:ext>
              </a:extLst>
            </p:cNvPr>
            <p:cNvSpPr/>
            <p:nvPr/>
          </p:nvSpPr>
          <p:spPr>
            <a:xfrm>
              <a:off x="1737719" y="2771362"/>
              <a:ext cx="172230" cy="311086"/>
            </a:xfrm>
            <a:custGeom>
              <a:avLst/>
              <a:gdLst/>
              <a:ahLst/>
              <a:cxnLst/>
              <a:rect l="l" t="t" r="r" b="b"/>
              <a:pathLst>
                <a:path w="1734" h="3132" extrusionOk="0">
                  <a:moveTo>
                    <a:pt x="65" y="0"/>
                  </a:moveTo>
                  <a:cubicBezTo>
                    <a:pt x="0" y="101"/>
                    <a:pt x="0" y="202"/>
                    <a:pt x="81" y="303"/>
                  </a:cubicBezTo>
                  <a:cubicBezTo>
                    <a:pt x="182" y="425"/>
                    <a:pt x="283" y="558"/>
                    <a:pt x="384" y="675"/>
                  </a:cubicBezTo>
                  <a:cubicBezTo>
                    <a:pt x="437" y="760"/>
                    <a:pt x="505" y="845"/>
                    <a:pt x="570" y="909"/>
                  </a:cubicBezTo>
                  <a:cubicBezTo>
                    <a:pt x="707" y="1079"/>
                    <a:pt x="841" y="1265"/>
                    <a:pt x="974" y="1435"/>
                  </a:cubicBezTo>
                  <a:cubicBezTo>
                    <a:pt x="1111" y="1600"/>
                    <a:pt x="1229" y="1770"/>
                    <a:pt x="1362" y="1939"/>
                  </a:cubicBezTo>
                  <a:cubicBezTo>
                    <a:pt x="1431" y="2020"/>
                    <a:pt x="1495" y="2121"/>
                    <a:pt x="1479" y="2259"/>
                  </a:cubicBezTo>
                  <a:lnTo>
                    <a:pt x="1479" y="2444"/>
                  </a:lnTo>
                  <a:cubicBezTo>
                    <a:pt x="1479" y="2525"/>
                    <a:pt x="1479" y="2610"/>
                    <a:pt x="1463" y="2695"/>
                  </a:cubicBezTo>
                  <a:cubicBezTo>
                    <a:pt x="1447" y="2747"/>
                    <a:pt x="1479" y="2796"/>
                    <a:pt x="1515" y="2848"/>
                  </a:cubicBezTo>
                  <a:lnTo>
                    <a:pt x="1532" y="2848"/>
                  </a:lnTo>
                  <a:cubicBezTo>
                    <a:pt x="1548" y="2865"/>
                    <a:pt x="1564" y="2881"/>
                    <a:pt x="1580" y="2897"/>
                  </a:cubicBezTo>
                  <a:cubicBezTo>
                    <a:pt x="1632" y="2966"/>
                    <a:pt x="1697" y="3030"/>
                    <a:pt x="1697" y="3115"/>
                  </a:cubicBezTo>
                  <a:cubicBezTo>
                    <a:pt x="1697" y="3131"/>
                    <a:pt x="1697" y="3131"/>
                    <a:pt x="1717" y="3131"/>
                  </a:cubicBezTo>
                  <a:lnTo>
                    <a:pt x="1733" y="3115"/>
                  </a:lnTo>
                  <a:cubicBezTo>
                    <a:pt x="1717" y="3014"/>
                    <a:pt x="1649" y="2949"/>
                    <a:pt x="1596" y="2881"/>
                  </a:cubicBezTo>
                  <a:cubicBezTo>
                    <a:pt x="1580" y="2865"/>
                    <a:pt x="1564" y="2848"/>
                    <a:pt x="1548" y="2828"/>
                  </a:cubicBezTo>
                  <a:cubicBezTo>
                    <a:pt x="1515" y="2780"/>
                    <a:pt x="1479" y="2747"/>
                    <a:pt x="1479" y="2695"/>
                  </a:cubicBezTo>
                  <a:cubicBezTo>
                    <a:pt x="1515" y="2610"/>
                    <a:pt x="1515" y="2525"/>
                    <a:pt x="1515" y="2444"/>
                  </a:cubicBezTo>
                  <a:cubicBezTo>
                    <a:pt x="1515" y="2376"/>
                    <a:pt x="1495" y="2323"/>
                    <a:pt x="1515" y="2275"/>
                  </a:cubicBezTo>
                  <a:cubicBezTo>
                    <a:pt x="1532" y="2121"/>
                    <a:pt x="1463" y="2004"/>
                    <a:pt x="1378" y="1919"/>
                  </a:cubicBezTo>
                  <a:cubicBezTo>
                    <a:pt x="1261" y="1754"/>
                    <a:pt x="1128" y="1584"/>
                    <a:pt x="990" y="1414"/>
                  </a:cubicBezTo>
                  <a:cubicBezTo>
                    <a:pt x="857" y="1249"/>
                    <a:pt x="724" y="1063"/>
                    <a:pt x="586" y="893"/>
                  </a:cubicBezTo>
                  <a:cubicBezTo>
                    <a:pt x="522" y="829"/>
                    <a:pt x="469" y="744"/>
                    <a:pt x="404" y="659"/>
                  </a:cubicBezTo>
                  <a:cubicBezTo>
                    <a:pt x="320" y="542"/>
                    <a:pt x="219" y="404"/>
                    <a:pt x="101" y="287"/>
                  </a:cubicBezTo>
                  <a:cubicBezTo>
                    <a:pt x="33" y="202"/>
                    <a:pt x="17" y="101"/>
                    <a:pt x="81" y="21"/>
                  </a:cubicBezTo>
                  <a:lnTo>
                    <a:pt x="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0">
              <a:extLst>
                <a:ext uri="{FF2B5EF4-FFF2-40B4-BE49-F238E27FC236}">
                  <a16:creationId xmlns:a16="http://schemas.microsoft.com/office/drawing/2014/main" id="{EBB0765E-4BA3-9D79-0469-9B4E4B2A4FC2}"/>
                </a:ext>
              </a:extLst>
            </p:cNvPr>
            <p:cNvSpPr/>
            <p:nvPr/>
          </p:nvSpPr>
          <p:spPr>
            <a:xfrm>
              <a:off x="1189246" y="176023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41"/>
                  </a:lnTo>
                  <a:lnTo>
                    <a:pt x="0" y="889"/>
                  </a:lnTo>
                  <a:cubicBezTo>
                    <a:pt x="0" y="926"/>
                    <a:pt x="0" y="974"/>
                    <a:pt x="33" y="1010"/>
                  </a:cubicBezTo>
                  <a:lnTo>
                    <a:pt x="49" y="1010"/>
                  </a:lnTo>
                  <a:lnTo>
                    <a:pt x="49" y="990"/>
                  </a:lnTo>
                  <a:cubicBezTo>
                    <a:pt x="33" y="958"/>
                    <a:pt x="33" y="926"/>
                    <a:pt x="33" y="889"/>
                  </a:cubicBezTo>
                  <a:lnTo>
                    <a:pt x="33" y="841"/>
                  </a:lnTo>
                  <a:lnTo>
                    <a:pt x="33" y="522"/>
                  </a:lnTo>
                  <a:cubicBezTo>
                    <a:pt x="33" y="352"/>
                    <a:pt x="33" y="182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0">
              <a:extLst>
                <a:ext uri="{FF2B5EF4-FFF2-40B4-BE49-F238E27FC236}">
                  <a16:creationId xmlns:a16="http://schemas.microsoft.com/office/drawing/2014/main" id="{FF621815-B54B-E6A8-4537-80EA37A337D7}"/>
                </a:ext>
              </a:extLst>
            </p:cNvPr>
            <p:cNvSpPr/>
            <p:nvPr/>
          </p:nvSpPr>
          <p:spPr>
            <a:xfrm>
              <a:off x="851343" y="2948657"/>
              <a:ext cx="358067" cy="259338"/>
            </a:xfrm>
            <a:custGeom>
              <a:avLst/>
              <a:gdLst/>
              <a:ahLst/>
              <a:cxnLst/>
              <a:rect l="l" t="t" r="r" b="b"/>
              <a:pathLst>
                <a:path w="3605" h="2611" extrusionOk="0">
                  <a:moveTo>
                    <a:pt x="3588" y="1"/>
                  </a:moveTo>
                  <a:cubicBezTo>
                    <a:pt x="3552" y="86"/>
                    <a:pt x="3552" y="187"/>
                    <a:pt x="3552" y="272"/>
                  </a:cubicBezTo>
                  <a:cubicBezTo>
                    <a:pt x="3552" y="288"/>
                    <a:pt x="3572" y="304"/>
                    <a:pt x="3572" y="336"/>
                  </a:cubicBezTo>
                  <a:lnTo>
                    <a:pt x="3572" y="760"/>
                  </a:lnTo>
                  <a:lnTo>
                    <a:pt x="3572" y="1213"/>
                  </a:lnTo>
                  <a:cubicBezTo>
                    <a:pt x="3572" y="1282"/>
                    <a:pt x="3536" y="1298"/>
                    <a:pt x="3487" y="1314"/>
                  </a:cubicBezTo>
                  <a:cubicBezTo>
                    <a:pt x="3301" y="1383"/>
                    <a:pt x="3099" y="1447"/>
                    <a:pt x="2913" y="1516"/>
                  </a:cubicBezTo>
                  <a:cubicBezTo>
                    <a:pt x="2764" y="1585"/>
                    <a:pt x="2610" y="1633"/>
                    <a:pt x="2461" y="1686"/>
                  </a:cubicBezTo>
                  <a:cubicBezTo>
                    <a:pt x="2275" y="1750"/>
                    <a:pt x="2089" y="1819"/>
                    <a:pt x="1904" y="1887"/>
                  </a:cubicBezTo>
                  <a:cubicBezTo>
                    <a:pt x="1819" y="1920"/>
                    <a:pt x="1718" y="1952"/>
                    <a:pt x="1617" y="2005"/>
                  </a:cubicBezTo>
                  <a:cubicBezTo>
                    <a:pt x="1128" y="2174"/>
                    <a:pt x="643" y="2356"/>
                    <a:pt x="171" y="2542"/>
                  </a:cubicBezTo>
                  <a:lnTo>
                    <a:pt x="17" y="2594"/>
                  </a:lnTo>
                  <a:cubicBezTo>
                    <a:pt x="1" y="2594"/>
                    <a:pt x="1" y="2594"/>
                    <a:pt x="1" y="2611"/>
                  </a:cubicBezTo>
                  <a:lnTo>
                    <a:pt x="17" y="2611"/>
                  </a:lnTo>
                  <a:lnTo>
                    <a:pt x="171" y="2558"/>
                  </a:lnTo>
                  <a:cubicBezTo>
                    <a:pt x="659" y="2376"/>
                    <a:pt x="1148" y="2207"/>
                    <a:pt x="1633" y="2021"/>
                  </a:cubicBezTo>
                  <a:cubicBezTo>
                    <a:pt x="1718" y="1988"/>
                    <a:pt x="1819" y="1952"/>
                    <a:pt x="1920" y="1920"/>
                  </a:cubicBezTo>
                  <a:cubicBezTo>
                    <a:pt x="2106" y="1851"/>
                    <a:pt x="2291" y="1770"/>
                    <a:pt x="2461" y="1718"/>
                  </a:cubicBezTo>
                  <a:cubicBezTo>
                    <a:pt x="2627" y="1649"/>
                    <a:pt x="2780" y="1601"/>
                    <a:pt x="2930" y="1548"/>
                  </a:cubicBezTo>
                  <a:cubicBezTo>
                    <a:pt x="3115" y="1484"/>
                    <a:pt x="3301" y="1415"/>
                    <a:pt x="3487" y="1346"/>
                  </a:cubicBezTo>
                  <a:cubicBezTo>
                    <a:pt x="3536" y="1330"/>
                    <a:pt x="3604" y="1298"/>
                    <a:pt x="3604" y="1213"/>
                  </a:cubicBezTo>
                  <a:cubicBezTo>
                    <a:pt x="3588" y="1063"/>
                    <a:pt x="3588" y="910"/>
                    <a:pt x="3588" y="760"/>
                  </a:cubicBezTo>
                  <a:cubicBezTo>
                    <a:pt x="3588" y="623"/>
                    <a:pt x="3604" y="474"/>
                    <a:pt x="3588" y="336"/>
                  </a:cubicBezTo>
                  <a:lnTo>
                    <a:pt x="3588" y="272"/>
                  </a:lnTo>
                  <a:cubicBezTo>
                    <a:pt x="3588" y="187"/>
                    <a:pt x="3572" y="102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0">
              <a:extLst>
                <a:ext uri="{FF2B5EF4-FFF2-40B4-BE49-F238E27FC236}">
                  <a16:creationId xmlns:a16="http://schemas.microsoft.com/office/drawing/2014/main" id="{9CFC69C7-048F-D90C-4F41-98DF43D447C1}"/>
                </a:ext>
              </a:extLst>
            </p:cNvPr>
            <p:cNvSpPr/>
            <p:nvPr/>
          </p:nvSpPr>
          <p:spPr>
            <a:xfrm>
              <a:off x="746257" y="3472795"/>
              <a:ext cx="3278" cy="87903"/>
            </a:xfrm>
            <a:custGeom>
              <a:avLst/>
              <a:gdLst/>
              <a:ahLst/>
              <a:cxnLst/>
              <a:rect l="l" t="t" r="r" b="b"/>
              <a:pathLst>
                <a:path w="33" h="885" extrusionOk="0">
                  <a:moveTo>
                    <a:pt x="12" y="1"/>
                  </a:moveTo>
                  <a:cubicBezTo>
                    <a:pt x="9" y="1"/>
                    <a:pt x="6" y="2"/>
                    <a:pt x="0" y="8"/>
                  </a:cubicBezTo>
                  <a:cubicBezTo>
                    <a:pt x="17" y="145"/>
                    <a:pt x="17" y="295"/>
                    <a:pt x="17" y="432"/>
                  </a:cubicBezTo>
                  <a:cubicBezTo>
                    <a:pt x="0" y="497"/>
                    <a:pt x="0" y="581"/>
                    <a:pt x="0" y="666"/>
                  </a:cubicBezTo>
                  <a:cubicBezTo>
                    <a:pt x="17" y="715"/>
                    <a:pt x="17" y="751"/>
                    <a:pt x="17" y="800"/>
                  </a:cubicBezTo>
                  <a:cubicBezTo>
                    <a:pt x="0" y="816"/>
                    <a:pt x="0" y="852"/>
                    <a:pt x="0" y="868"/>
                  </a:cubicBezTo>
                  <a:lnTo>
                    <a:pt x="17" y="884"/>
                  </a:lnTo>
                  <a:cubicBezTo>
                    <a:pt x="33" y="884"/>
                    <a:pt x="33" y="868"/>
                    <a:pt x="33" y="868"/>
                  </a:cubicBezTo>
                  <a:lnTo>
                    <a:pt x="33" y="800"/>
                  </a:lnTo>
                  <a:lnTo>
                    <a:pt x="33" y="666"/>
                  </a:lnTo>
                  <a:lnTo>
                    <a:pt x="33" y="432"/>
                  </a:lnTo>
                  <a:cubicBezTo>
                    <a:pt x="33" y="295"/>
                    <a:pt x="33" y="14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0">
              <a:extLst>
                <a:ext uri="{FF2B5EF4-FFF2-40B4-BE49-F238E27FC236}">
                  <a16:creationId xmlns:a16="http://schemas.microsoft.com/office/drawing/2014/main" id="{CD311813-8C99-FA01-CEBA-D0203601C73A}"/>
                </a:ext>
              </a:extLst>
            </p:cNvPr>
            <p:cNvSpPr/>
            <p:nvPr/>
          </p:nvSpPr>
          <p:spPr>
            <a:xfrm>
              <a:off x="749435" y="2667866"/>
              <a:ext cx="3377" cy="77076"/>
            </a:xfrm>
            <a:custGeom>
              <a:avLst/>
              <a:gdLst/>
              <a:ahLst/>
              <a:cxnLst/>
              <a:rect l="l" t="t" r="r" b="b"/>
              <a:pathLst>
                <a:path w="34" h="776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303"/>
                  </a:lnTo>
                  <a:cubicBezTo>
                    <a:pt x="1" y="457"/>
                    <a:pt x="1" y="606"/>
                    <a:pt x="17" y="776"/>
                  </a:cubicBezTo>
                  <a:lnTo>
                    <a:pt x="33" y="776"/>
                  </a:lnTo>
                  <a:cubicBezTo>
                    <a:pt x="17" y="606"/>
                    <a:pt x="17" y="457"/>
                    <a:pt x="33" y="303"/>
                  </a:cubicBezTo>
                  <a:lnTo>
                    <a:pt x="3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0">
              <a:extLst>
                <a:ext uri="{FF2B5EF4-FFF2-40B4-BE49-F238E27FC236}">
                  <a16:creationId xmlns:a16="http://schemas.microsoft.com/office/drawing/2014/main" id="{BEED8855-B10C-1D87-F39B-CD0EB6557E04}"/>
                </a:ext>
              </a:extLst>
            </p:cNvPr>
            <p:cNvSpPr/>
            <p:nvPr/>
          </p:nvSpPr>
          <p:spPr>
            <a:xfrm>
              <a:off x="528735" y="2529009"/>
              <a:ext cx="110449" cy="55423"/>
            </a:xfrm>
            <a:custGeom>
              <a:avLst/>
              <a:gdLst/>
              <a:ahLst/>
              <a:cxnLst/>
              <a:rect l="l" t="t" r="r" b="b"/>
              <a:pathLst>
                <a:path w="1112" h="558" extrusionOk="0">
                  <a:moveTo>
                    <a:pt x="1096" y="0"/>
                  </a:moveTo>
                  <a:cubicBezTo>
                    <a:pt x="1043" y="53"/>
                    <a:pt x="995" y="69"/>
                    <a:pt x="942" y="101"/>
                  </a:cubicBezTo>
                  <a:cubicBezTo>
                    <a:pt x="910" y="101"/>
                    <a:pt x="894" y="118"/>
                    <a:pt x="861" y="118"/>
                  </a:cubicBezTo>
                  <a:lnTo>
                    <a:pt x="255" y="421"/>
                  </a:lnTo>
                  <a:cubicBezTo>
                    <a:pt x="171" y="457"/>
                    <a:pt x="102" y="489"/>
                    <a:pt x="17" y="542"/>
                  </a:cubicBezTo>
                  <a:cubicBezTo>
                    <a:pt x="17" y="542"/>
                    <a:pt x="1" y="542"/>
                    <a:pt x="17" y="558"/>
                  </a:cubicBezTo>
                  <a:lnTo>
                    <a:pt x="33" y="558"/>
                  </a:lnTo>
                  <a:cubicBezTo>
                    <a:pt x="102" y="522"/>
                    <a:pt x="187" y="489"/>
                    <a:pt x="255" y="441"/>
                  </a:cubicBezTo>
                  <a:cubicBezTo>
                    <a:pt x="457" y="356"/>
                    <a:pt x="676" y="255"/>
                    <a:pt x="878" y="154"/>
                  </a:cubicBezTo>
                  <a:cubicBezTo>
                    <a:pt x="910" y="138"/>
                    <a:pt x="926" y="138"/>
                    <a:pt x="962" y="118"/>
                  </a:cubicBezTo>
                  <a:cubicBezTo>
                    <a:pt x="1011" y="101"/>
                    <a:pt x="1063" y="69"/>
                    <a:pt x="1112" y="37"/>
                  </a:cubicBezTo>
                  <a:lnTo>
                    <a:pt x="1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0">
              <a:extLst>
                <a:ext uri="{FF2B5EF4-FFF2-40B4-BE49-F238E27FC236}">
                  <a16:creationId xmlns:a16="http://schemas.microsoft.com/office/drawing/2014/main" id="{3B8D018F-BEF6-E509-4EBF-440CE7AC7AE6}"/>
                </a:ext>
              </a:extLst>
            </p:cNvPr>
            <p:cNvSpPr/>
            <p:nvPr/>
          </p:nvSpPr>
          <p:spPr>
            <a:xfrm>
              <a:off x="528735" y="3030998"/>
              <a:ext cx="110449" cy="136870"/>
            </a:xfrm>
            <a:custGeom>
              <a:avLst/>
              <a:gdLst/>
              <a:ahLst/>
              <a:cxnLst/>
              <a:rect l="l" t="t" r="r" b="b"/>
              <a:pathLst>
                <a:path w="1112" h="1378" extrusionOk="0">
                  <a:moveTo>
                    <a:pt x="1080" y="0"/>
                  </a:moveTo>
                  <a:cubicBezTo>
                    <a:pt x="1075" y="0"/>
                    <a:pt x="1071" y="4"/>
                    <a:pt x="1063" y="12"/>
                  </a:cubicBezTo>
                  <a:lnTo>
                    <a:pt x="1063" y="32"/>
                  </a:lnTo>
                  <a:cubicBezTo>
                    <a:pt x="1096" y="65"/>
                    <a:pt x="1096" y="113"/>
                    <a:pt x="1096" y="150"/>
                  </a:cubicBezTo>
                  <a:lnTo>
                    <a:pt x="1096" y="234"/>
                  </a:lnTo>
                  <a:lnTo>
                    <a:pt x="1096" y="820"/>
                  </a:lnTo>
                  <a:cubicBezTo>
                    <a:pt x="1096" y="905"/>
                    <a:pt x="1063" y="958"/>
                    <a:pt x="1011" y="974"/>
                  </a:cubicBezTo>
                  <a:lnTo>
                    <a:pt x="894" y="1022"/>
                  </a:lnTo>
                  <a:cubicBezTo>
                    <a:pt x="623" y="1123"/>
                    <a:pt x="373" y="1224"/>
                    <a:pt x="102" y="1345"/>
                  </a:cubicBezTo>
                  <a:lnTo>
                    <a:pt x="17" y="1345"/>
                  </a:lnTo>
                  <a:cubicBezTo>
                    <a:pt x="17" y="1345"/>
                    <a:pt x="1" y="1345"/>
                    <a:pt x="1" y="1361"/>
                  </a:cubicBezTo>
                  <a:lnTo>
                    <a:pt x="17" y="1361"/>
                  </a:lnTo>
                  <a:cubicBezTo>
                    <a:pt x="33" y="1361"/>
                    <a:pt x="33" y="1378"/>
                    <a:pt x="53" y="1378"/>
                  </a:cubicBezTo>
                  <a:lnTo>
                    <a:pt x="86" y="1378"/>
                  </a:lnTo>
                  <a:cubicBezTo>
                    <a:pt x="102" y="1378"/>
                    <a:pt x="102" y="1378"/>
                    <a:pt x="118" y="1361"/>
                  </a:cubicBezTo>
                  <a:cubicBezTo>
                    <a:pt x="373" y="1244"/>
                    <a:pt x="639" y="1143"/>
                    <a:pt x="894" y="1042"/>
                  </a:cubicBezTo>
                  <a:lnTo>
                    <a:pt x="1011" y="1006"/>
                  </a:lnTo>
                  <a:cubicBezTo>
                    <a:pt x="1080" y="974"/>
                    <a:pt x="1112" y="921"/>
                    <a:pt x="1112" y="820"/>
                  </a:cubicBezTo>
                  <a:lnTo>
                    <a:pt x="1112" y="234"/>
                  </a:lnTo>
                  <a:lnTo>
                    <a:pt x="1112" y="150"/>
                  </a:lnTo>
                  <a:cubicBezTo>
                    <a:pt x="1112" y="97"/>
                    <a:pt x="1112" y="65"/>
                    <a:pt x="1096" y="12"/>
                  </a:cubicBezTo>
                  <a:cubicBezTo>
                    <a:pt x="1088" y="4"/>
                    <a:pt x="1084" y="0"/>
                    <a:pt x="1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0">
              <a:extLst>
                <a:ext uri="{FF2B5EF4-FFF2-40B4-BE49-F238E27FC236}">
                  <a16:creationId xmlns:a16="http://schemas.microsoft.com/office/drawing/2014/main" id="{C1BC7B75-85E0-3AA8-A770-5469CD62681A}"/>
                </a:ext>
              </a:extLst>
            </p:cNvPr>
            <p:cNvSpPr/>
            <p:nvPr/>
          </p:nvSpPr>
          <p:spPr>
            <a:xfrm>
              <a:off x="1521886" y="3684159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32" y="1"/>
                  </a:moveTo>
                  <a:cubicBezTo>
                    <a:pt x="16" y="1"/>
                    <a:pt x="16" y="21"/>
                    <a:pt x="16" y="21"/>
                  </a:cubicBezTo>
                  <a:cubicBezTo>
                    <a:pt x="0" y="138"/>
                    <a:pt x="0" y="255"/>
                    <a:pt x="0" y="372"/>
                  </a:cubicBezTo>
                  <a:lnTo>
                    <a:pt x="0" y="489"/>
                  </a:lnTo>
                  <a:lnTo>
                    <a:pt x="0" y="506"/>
                  </a:lnTo>
                  <a:cubicBezTo>
                    <a:pt x="16" y="506"/>
                    <a:pt x="16" y="506"/>
                    <a:pt x="16" y="489"/>
                  </a:cubicBezTo>
                  <a:lnTo>
                    <a:pt x="16" y="372"/>
                  </a:lnTo>
                  <a:cubicBezTo>
                    <a:pt x="16" y="255"/>
                    <a:pt x="16" y="138"/>
                    <a:pt x="32" y="21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0">
              <a:extLst>
                <a:ext uri="{FF2B5EF4-FFF2-40B4-BE49-F238E27FC236}">
                  <a16:creationId xmlns:a16="http://schemas.microsoft.com/office/drawing/2014/main" id="{628C428A-D95A-C9F2-78A4-6EFCF088AD80}"/>
                </a:ext>
              </a:extLst>
            </p:cNvPr>
            <p:cNvSpPr/>
            <p:nvPr/>
          </p:nvSpPr>
          <p:spPr>
            <a:xfrm>
              <a:off x="500328" y="3167768"/>
              <a:ext cx="138856" cy="155344"/>
            </a:xfrm>
            <a:custGeom>
              <a:avLst/>
              <a:gdLst/>
              <a:ahLst/>
              <a:cxnLst/>
              <a:rect l="l" t="t" r="r" b="b"/>
              <a:pathLst>
                <a:path w="1398" h="1564" extrusionOk="0">
                  <a:moveTo>
                    <a:pt x="1366" y="1"/>
                  </a:moveTo>
                  <a:lnTo>
                    <a:pt x="0" y="489"/>
                  </a:lnTo>
                  <a:lnTo>
                    <a:pt x="0" y="506"/>
                  </a:lnTo>
                  <a:cubicBezTo>
                    <a:pt x="0" y="522"/>
                    <a:pt x="0" y="522"/>
                    <a:pt x="16" y="522"/>
                  </a:cubicBezTo>
                  <a:lnTo>
                    <a:pt x="1366" y="17"/>
                  </a:lnTo>
                  <a:cubicBezTo>
                    <a:pt x="1382" y="304"/>
                    <a:pt x="1382" y="574"/>
                    <a:pt x="1382" y="825"/>
                  </a:cubicBezTo>
                  <a:lnTo>
                    <a:pt x="1382" y="1160"/>
                  </a:lnTo>
                  <a:lnTo>
                    <a:pt x="404" y="1532"/>
                  </a:lnTo>
                  <a:cubicBezTo>
                    <a:pt x="388" y="1532"/>
                    <a:pt x="388" y="1548"/>
                    <a:pt x="388" y="1548"/>
                  </a:cubicBezTo>
                  <a:lnTo>
                    <a:pt x="404" y="1564"/>
                  </a:lnTo>
                  <a:lnTo>
                    <a:pt x="1398" y="1196"/>
                  </a:lnTo>
                  <a:lnTo>
                    <a:pt x="1398" y="1180"/>
                  </a:lnTo>
                  <a:lnTo>
                    <a:pt x="1398" y="825"/>
                  </a:lnTo>
                  <a:cubicBezTo>
                    <a:pt x="1398" y="554"/>
                    <a:pt x="1398" y="287"/>
                    <a:pt x="1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0">
              <a:extLst>
                <a:ext uri="{FF2B5EF4-FFF2-40B4-BE49-F238E27FC236}">
                  <a16:creationId xmlns:a16="http://schemas.microsoft.com/office/drawing/2014/main" id="{E0A943C1-5032-03D4-7018-33D5F3F7BF0D}"/>
                </a:ext>
              </a:extLst>
            </p:cNvPr>
            <p:cNvSpPr/>
            <p:nvPr/>
          </p:nvSpPr>
          <p:spPr>
            <a:xfrm>
              <a:off x="791152" y="2970410"/>
              <a:ext cx="5364" cy="93961"/>
            </a:xfrm>
            <a:custGeom>
              <a:avLst/>
              <a:gdLst/>
              <a:ahLst/>
              <a:cxnLst/>
              <a:rect l="l" t="t" r="r" b="b"/>
              <a:pathLst>
                <a:path w="54" h="946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202"/>
                    <a:pt x="17" y="388"/>
                    <a:pt x="17" y="558"/>
                  </a:cubicBezTo>
                  <a:cubicBezTo>
                    <a:pt x="17" y="590"/>
                    <a:pt x="17" y="622"/>
                    <a:pt x="1" y="675"/>
                  </a:cubicBezTo>
                  <a:cubicBezTo>
                    <a:pt x="1" y="760"/>
                    <a:pt x="1" y="844"/>
                    <a:pt x="17" y="925"/>
                  </a:cubicBezTo>
                  <a:cubicBezTo>
                    <a:pt x="17" y="925"/>
                    <a:pt x="17" y="945"/>
                    <a:pt x="37" y="945"/>
                  </a:cubicBezTo>
                  <a:lnTo>
                    <a:pt x="37" y="925"/>
                  </a:lnTo>
                  <a:lnTo>
                    <a:pt x="37" y="675"/>
                  </a:lnTo>
                  <a:lnTo>
                    <a:pt x="37" y="558"/>
                  </a:lnTo>
                  <a:cubicBezTo>
                    <a:pt x="53" y="388"/>
                    <a:pt x="53" y="202"/>
                    <a:pt x="37" y="16"/>
                  </a:cubicBezTo>
                  <a:cubicBezTo>
                    <a:pt x="17" y="16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0">
              <a:extLst>
                <a:ext uri="{FF2B5EF4-FFF2-40B4-BE49-F238E27FC236}">
                  <a16:creationId xmlns:a16="http://schemas.microsoft.com/office/drawing/2014/main" id="{94C5CE88-DD5D-A783-3305-98063C5B867A}"/>
                </a:ext>
              </a:extLst>
            </p:cNvPr>
            <p:cNvSpPr/>
            <p:nvPr/>
          </p:nvSpPr>
          <p:spPr>
            <a:xfrm>
              <a:off x="1582077" y="3592283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8"/>
                    <a:pt x="16" y="271"/>
                    <a:pt x="16" y="388"/>
                  </a:cubicBezTo>
                  <a:cubicBezTo>
                    <a:pt x="16" y="473"/>
                    <a:pt x="32" y="558"/>
                    <a:pt x="16" y="643"/>
                  </a:cubicBezTo>
                  <a:lnTo>
                    <a:pt x="16" y="675"/>
                  </a:lnTo>
                  <a:cubicBezTo>
                    <a:pt x="32" y="708"/>
                    <a:pt x="32" y="744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4"/>
                    <a:pt x="53" y="708"/>
                    <a:pt x="53" y="675"/>
                  </a:cubicBezTo>
                  <a:lnTo>
                    <a:pt x="53" y="643"/>
                  </a:lnTo>
                  <a:lnTo>
                    <a:pt x="53" y="388"/>
                  </a:lnTo>
                  <a:cubicBezTo>
                    <a:pt x="53" y="271"/>
                    <a:pt x="53" y="13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0">
              <a:extLst>
                <a:ext uri="{FF2B5EF4-FFF2-40B4-BE49-F238E27FC236}">
                  <a16:creationId xmlns:a16="http://schemas.microsoft.com/office/drawing/2014/main" id="{728FEA35-7FDB-61A7-18AE-35188E63EC6D}"/>
                </a:ext>
              </a:extLst>
            </p:cNvPr>
            <p:cNvSpPr/>
            <p:nvPr/>
          </p:nvSpPr>
          <p:spPr>
            <a:xfrm>
              <a:off x="1037180" y="2378532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304"/>
                  </a:lnTo>
                  <a:cubicBezTo>
                    <a:pt x="0" y="457"/>
                    <a:pt x="0" y="623"/>
                    <a:pt x="16" y="776"/>
                  </a:cubicBezTo>
                  <a:lnTo>
                    <a:pt x="16" y="792"/>
                  </a:lnTo>
                  <a:lnTo>
                    <a:pt x="33" y="792"/>
                  </a:lnTo>
                  <a:lnTo>
                    <a:pt x="33" y="776"/>
                  </a:lnTo>
                  <a:cubicBezTo>
                    <a:pt x="16" y="623"/>
                    <a:pt x="16" y="457"/>
                    <a:pt x="16" y="304"/>
                  </a:cubicBezTo>
                  <a:cubicBezTo>
                    <a:pt x="33" y="203"/>
                    <a:pt x="33" y="118"/>
                    <a:pt x="16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0">
              <a:extLst>
                <a:ext uri="{FF2B5EF4-FFF2-40B4-BE49-F238E27FC236}">
                  <a16:creationId xmlns:a16="http://schemas.microsoft.com/office/drawing/2014/main" id="{65CFD251-4200-84CD-9487-DEE3D734D022}"/>
                </a:ext>
              </a:extLst>
            </p:cNvPr>
            <p:cNvSpPr/>
            <p:nvPr/>
          </p:nvSpPr>
          <p:spPr>
            <a:xfrm>
              <a:off x="1252616" y="2166274"/>
              <a:ext cx="160609" cy="189115"/>
            </a:xfrm>
            <a:custGeom>
              <a:avLst/>
              <a:gdLst/>
              <a:ahLst/>
              <a:cxnLst/>
              <a:rect l="l" t="t" r="r" b="b"/>
              <a:pathLst>
                <a:path w="1617" h="1904" extrusionOk="0">
                  <a:moveTo>
                    <a:pt x="1616" y="1"/>
                  </a:moveTo>
                  <a:cubicBezTo>
                    <a:pt x="1532" y="1"/>
                    <a:pt x="1451" y="33"/>
                    <a:pt x="1382" y="69"/>
                  </a:cubicBezTo>
                  <a:cubicBezTo>
                    <a:pt x="1382" y="85"/>
                    <a:pt x="1366" y="85"/>
                    <a:pt x="1350" y="102"/>
                  </a:cubicBezTo>
                  <a:cubicBezTo>
                    <a:pt x="1128" y="219"/>
                    <a:pt x="893" y="320"/>
                    <a:pt x="659" y="421"/>
                  </a:cubicBezTo>
                  <a:cubicBezTo>
                    <a:pt x="489" y="506"/>
                    <a:pt x="303" y="590"/>
                    <a:pt x="118" y="691"/>
                  </a:cubicBezTo>
                  <a:cubicBezTo>
                    <a:pt x="37" y="724"/>
                    <a:pt x="17" y="760"/>
                    <a:pt x="17" y="841"/>
                  </a:cubicBezTo>
                  <a:cubicBezTo>
                    <a:pt x="17" y="1043"/>
                    <a:pt x="17" y="1245"/>
                    <a:pt x="1" y="1431"/>
                  </a:cubicBezTo>
                  <a:lnTo>
                    <a:pt x="1" y="1734"/>
                  </a:lnTo>
                  <a:lnTo>
                    <a:pt x="1" y="1835"/>
                  </a:lnTo>
                  <a:cubicBezTo>
                    <a:pt x="1" y="1851"/>
                    <a:pt x="1" y="1871"/>
                    <a:pt x="17" y="1887"/>
                  </a:cubicBezTo>
                  <a:lnTo>
                    <a:pt x="17" y="1903"/>
                  </a:lnTo>
                  <a:lnTo>
                    <a:pt x="53" y="1903"/>
                  </a:lnTo>
                  <a:cubicBezTo>
                    <a:pt x="85" y="1887"/>
                    <a:pt x="118" y="1887"/>
                    <a:pt x="154" y="1871"/>
                  </a:cubicBezTo>
                  <a:cubicBezTo>
                    <a:pt x="421" y="1734"/>
                    <a:pt x="724" y="1600"/>
                    <a:pt x="994" y="1467"/>
                  </a:cubicBezTo>
                  <a:cubicBezTo>
                    <a:pt x="1180" y="1382"/>
                    <a:pt x="1366" y="1313"/>
                    <a:pt x="1532" y="1229"/>
                  </a:cubicBezTo>
                  <a:cubicBezTo>
                    <a:pt x="1552" y="1213"/>
                    <a:pt x="1568" y="1213"/>
                    <a:pt x="1568" y="1213"/>
                  </a:cubicBezTo>
                  <a:lnTo>
                    <a:pt x="1600" y="1213"/>
                  </a:lnTo>
                  <a:lnTo>
                    <a:pt x="1616" y="1196"/>
                  </a:lnTo>
                  <a:cubicBezTo>
                    <a:pt x="1600" y="1196"/>
                    <a:pt x="1600" y="1180"/>
                    <a:pt x="1600" y="1180"/>
                  </a:cubicBezTo>
                  <a:cubicBezTo>
                    <a:pt x="1584" y="1180"/>
                    <a:pt x="1584" y="1180"/>
                    <a:pt x="1568" y="1196"/>
                  </a:cubicBezTo>
                  <a:lnTo>
                    <a:pt x="1515" y="1196"/>
                  </a:lnTo>
                  <a:cubicBezTo>
                    <a:pt x="1350" y="1281"/>
                    <a:pt x="1164" y="1366"/>
                    <a:pt x="994" y="1447"/>
                  </a:cubicBezTo>
                  <a:cubicBezTo>
                    <a:pt x="707" y="1584"/>
                    <a:pt x="421" y="1717"/>
                    <a:pt x="138" y="1851"/>
                  </a:cubicBezTo>
                  <a:cubicBezTo>
                    <a:pt x="101" y="1871"/>
                    <a:pt x="85" y="1871"/>
                    <a:pt x="53" y="1871"/>
                  </a:cubicBezTo>
                  <a:lnTo>
                    <a:pt x="37" y="1871"/>
                  </a:lnTo>
                  <a:lnTo>
                    <a:pt x="37" y="1835"/>
                  </a:lnTo>
                  <a:lnTo>
                    <a:pt x="37" y="1734"/>
                  </a:lnTo>
                  <a:lnTo>
                    <a:pt x="37" y="1431"/>
                  </a:lnTo>
                  <a:lnTo>
                    <a:pt x="37" y="841"/>
                  </a:lnTo>
                  <a:cubicBezTo>
                    <a:pt x="37" y="776"/>
                    <a:pt x="69" y="740"/>
                    <a:pt x="138" y="708"/>
                  </a:cubicBezTo>
                  <a:cubicBezTo>
                    <a:pt x="303" y="623"/>
                    <a:pt x="489" y="538"/>
                    <a:pt x="675" y="457"/>
                  </a:cubicBezTo>
                  <a:cubicBezTo>
                    <a:pt x="909" y="336"/>
                    <a:pt x="1128" y="235"/>
                    <a:pt x="1366" y="118"/>
                  </a:cubicBezTo>
                  <a:cubicBezTo>
                    <a:pt x="1382" y="118"/>
                    <a:pt x="1382" y="102"/>
                    <a:pt x="1398" y="102"/>
                  </a:cubicBezTo>
                  <a:cubicBezTo>
                    <a:pt x="1467" y="69"/>
                    <a:pt x="1532" y="17"/>
                    <a:pt x="1616" y="17"/>
                  </a:cubicBezTo>
                  <a:lnTo>
                    <a:pt x="16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0">
              <a:extLst>
                <a:ext uri="{FF2B5EF4-FFF2-40B4-BE49-F238E27FC236}">
                  <a16:creationId xmlns:a16="http://schemas.microsoft.com/office/drawing/2014/main" id="{89D3B6BE-45AD-3DF1-3F85-622B01DB8E11}"/>
                </a:ext>
              </a:extLst>
            </p:cNvPr>
            <p:cNvSpPr/>
            <p:nvPr/>
          </p:nvSpPr>
          <p:spPr>
            <a:xfrm>
              <a:off x="2026655" y="3702633"/>
              <a:ext cx="5264" cy="31784"/>
            </a:xfrm>
            <a:custGeom>
              <a:avLst/>
              <a:gdLst/>
              <a:ahLst/>
              <a:cxnLst/>
              <a:rect l="l" t="t" r="r" b="b"/>
              <a:pathLst>
                <a:path w="53" h="320" extrusionOk="0">
                  <a:moveTo>
                    <a:pt x="20" y="1"/>
                  </a:moveTo>
                  <a:cubicBezTo>
                    <a:pt x="0" y="69"/>
                    <a:pt x="0" y="138"/>
                    <a:pt x="0" y="202"/>
                  </a:cubicBezTo>
                  <a:lnTo>
                    <a:pt x="0" y="303"/>
                  </a:lnTo>
                  <a:cubicBezTo>
                    <a:pt x="0" y="320"/>
                    <a:pt x="20" y="320"/>
                    <a:pt x="20" y="320"/>
                  </a:cubicBezTo>
                  <a:cubicBezTo>
                    <a:pt x="20" y="320"/>
                    <a:pt x="36" y="320"/>
                    <a:pt x="36" y="303"/>
                  </a:cubicBezTo>
                  <a:lnTo>
                    <a:pt x="36" y="186"/>
                  </a:lnTo>
                  <a:cubicBezTo>
                    <a:pt x="36" y="138"/>
                    <a:pt x="20" y="69"/>
                    <a:pt x="53" y="17"/>
                  </a:cubicBezTo>
                  <a:cubicBezTo>
                    <a:pt x="53" y="1"/>
                    <a:pt x="36" y="1"/>
                    <a:pt x="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0">
              <a:extLst>
                <a:ext uri="{FF2B5EF4-FFF2-40B4-BE49-F238E27FC236}">
                  <a16:creationId xmlns:a16="http://schemas.microsoft.com/office/drawing/2014/main" id="{F73B9290-B710-F95F-F9DD-B57AA545E068}"/>
                </a:ext>
              </a:extLst>
            </p:cNvPr>
            <p:cNvSpPr/>
            <p:nvPr/>
          </p:nvSpPr>
          <p:spPr>
            <a:xfrm>
              <a:off x="1254205" y="1607373"/>
              <a:ext cx="164184" cy="219608"/>
            </a:xfrm>
            <a:custGeom>
              <a:avLst/>
              <a:gdLst/>
              <a:ahLst/>
              <a:cxnLst/>
              <a:rect l="l" t="t" r="r" b="b"/>
              <a:pathLst>
                <a:path w="1653" h="2211" extrusionOk="0">
                  <a:moveTo>
                    <a:pt x="1574" y="0"/>
                  </a:moveTo>
                  <a:cubicBezTo>
                    <a:pt x="1542" y="0"/>
                    <a:pt x="1513" y="20"/>
                    <a:pt x="1483" y="41"/>
                  </a:cubicBezTo>
                  <a:lnTo>
                    <a:pt x="1467" y="41"/>
                  </a:lnTo>
                  <a:cubicBezTo>
                    <a:pt x="1213" y="174"/>
                    <a:pt x="962" y="307"/>
                    <a:pt x="728" y="445"/>
                  </a:cubicBezTo>
                  <a:cubicBezTo>
                    <a:pt x="659" y="493"/>
                    <a:pt x="574" y="530"/>
                    <a:pt x="506" y="578"/>
                  </a:cubicBezTo>
                  <a:cubicBezTo>
                    <a:pt x="473" y="594"/>
                    <a:pt x="425" y="610"/>
                    <a:pt x="388" y="647"/>
                  </a:cubicBezTo>
                  <a:cubicBezTo>
                    <a:pt x="304" y="695"/>
                    <a:pt x="203" y="748"/>
                    <a:pt x="122" y="780"/>
                  </a:cubicBezTo>
                  <a:cubicBezTo>
                    <a:pt x="53" y="812"/>
                    <a:pt x="21" y="865"/>
                    <a:pt x="21" y="934"/>
                  </a:cubicBezTo>
                  <a:lnTo>
                    <a:pt x="21" y="1200"/>
                  </a:lnTo>
                  <a:cubicBezTo>
                    <a:pt x="37" y="1471"/>
                    <a:pt x="37" y="1758"/>
                    <a:pt x="21" y="2024"/>
                  </a:cubicBezTo>
                  <a:cubicBezTo>
                    <a:pt x="1" y="2093"/>
                    <a:pt x="21" y="2145"/>
                    <a:pt x="37" y="2194"/>
                  </a:cubicBezTo>
                  <a:lnTo>
                    <a:pt x="53" y="2210"/>
                  </a:lnTo>
                  <a:cubicBezTo>
                    <a:pt x="69" y="2194"/>
                    <a:pt x="69" y="2194"/>
                    <a:pt x="69" y="2178"/>
                  </a:cubicBezTo>
                  <a:cubicBezTo>
                    <a:pt x="53" y="2145"/>
                    <a:pt x="37" y="2093"/>
                    <a:pt x="37" y="2024"/>
                  </a:cubicBezTo>
                  <a:cubicBezTo>
                    <a:pt x="53" y="1758"/>
                    <a:pt x="53" y="1471"/>
                    <a:pt x="53" y="1200"/>
                  </a:cubicBezTo>
                  <a:lnTo>
                    <a:pt x="53" y="934"/>
                  </a:lnTo>
                  <a:cubicBezTo>
                    <a:pt x="53" y="865"/>
                    <a:pt x="69" y="833"/>
                    <a:pt x="122" y="812"/>
                  </a:cubicBezTo>
                  <a:cubicBezTo>
                    <a:pt x="223" y="764"/>
                    <a:pt x="304" y="711"/>
                    <a:pt x="405" y="663"/>
                  </a:cubicBezTo>
                  <a:cubicBezTo>
                    <a:pt x="441" y="647"/>
                    <a:pt x="473" y="610"/>
                    <a:pt x="526" y="594"/>
                  </a:cubicBezTo>
                  <a:cubicBezTo>
                    <a:pt x="590" y="562"/>
                    <a:pt x="659" y="509"/>
                    <a:pt x="744" y="477"/>
                  </a:cubicBezTo>
                  <a:cubicBezTo>
                    <a:pt x="978" y="344"/>
                    <a:pt x="1233" y="206"/>
                    <a:pt x="1483" y="73"/>
                  </a:cubicBezTo>
                  <a:lnTo>
                    <a:pt x="1499" y="57"/>
                  </a:lnTo>
                  <a:cubicBezTo>
                    <a:pt x="1529" y="39"/>
                    <a:pt x="1552" y="25"/>
                    <a:pt x="1572" y="25"/>
                  </a:cubicBezTo>
                  <a:cubicBezTo>
                    <a:pt x="1588" y="25"/>
                    <a:pt x="1602" y="34"/>
                    <a:pt x="1617" y="57"/>
                  </a:cubicBezTo>
                  <a:cubicBezTo>
                    <a:pt x="1600" y="89"/>
                    <a:pt x="1584" y="142"/>
                    <a:pt x="1600" y="174"/>
                  </a:cubicBezTo>
                  <a:cubicBezTo>
                    <a:pt x="1600" y="275"/>
                    <a:pt x="1568" y="307"/>
                    <a:pt x="1483" y="360"/>
                  </a:cubicBezTo>
                  <a:cubicBezTo>
                    <a:pt x="1196" y="493"/>
                    <a:pt x="930" y="647"/>
                    <a:pt x="659" y="796"/>
                  </a:cubicBezTo>
                  <a:cubicBezTo>
                    <a:pt x="506" y="865"/>
                    <a:pt x="372" y="950"/>
                    <a:pt x="239" y="1014"/>
                  </a:cubicBezTo>
                  <a:cubicBezTo>
                    <a:pt x="170" y="1051"/>
                    <a:pt x="154" y="1099"/>
                    <a:pt x="154" y="1168"/>
                  </a:cubicBezTo>
                  <a:cubicBezTo>
                    <a:pt x="170" y="1285"/>
                    <a:pt x="170" y="1418"/>
                    <a:pt x="170" y="1539"/>
                  </a:cubicBezTo>
                  <a:lnTo>
                    <a:pt x="170" y="1907"/>
                  </a:lnTo>
                  <a:cubicBezTo>
                    <a:pt x="170" y="1923"/>
                    <a:pt x="154" y="1943"/>
                    <a:pt x="154" y="1960"/>
                  </a:cubicBezTo>
                  <a:cubicBezTo>
                    <a:pt x="154" y="2008"/>
                    <a:pt x="154" y="2061"/>
                    <a:pt x="170" y="2109"/>
                  </a:cubicBezTo>
                  <a:cubicBezTo>
                    <a:pt x="186" y="2125"/>
                    <a:pt x="186" y="2125"/>
                    <a:pt x="203" y="2125"/>
                  </a:cubicBezTo>
                  <a:lnTo>
                    <a:pt x="203" y="2109"/>
                  </a:lnTo>
                  <a:cubicBezTo>
                    <a:pt x="170" y="2061"/>
                    <a:pt x="186" y="2008"/>
                    <a:pt x="186" y="1976"/>
                  </a:cubicBezTo>
                  <a:lnTo>
                    <a:pt x="186" y="1907"/>
                  </a:lnTo>
                  <a:lnTo>
                    <a:pt x="186" y="1539"/>
                  </a:lnTo>
                  <a:lnTo>
                    <a:pt x="186" y="1168"/>
                  </a:lnTo>
                  <a:cubicBezTo>
                    <a:pt x="186" y="1099"/>
                    <a:pt x="203" y="1067"/>
                    <a:pt x="255" y="1034"/>
                  </a:cubicBezTo>
                  <a:cubicBezTo>
                    <a:pt x="388" y="966"/>
                    <a:pt x="526" y="897"/>
                    <a:pt x="659" y="812"/>
                  </a:cubicBezTo>
                  <a:cubicBezTo>
                    <a:pt x="930" y="679"/>
                    <a:pt x="1213" y="530"/>
                    <a:pt x="1499" y="376"/>
                  </a:cubicBezTo>
                  <a:cubicBezTo>
                    <a:pt x="1584" y="344"/>
                    <a:pt x="1637" y="291"/>
                    <a:pt x="1617" y="174"/>
                  </a:cubicBezTo>
                  <a:cubicBezTo>
                    <a:pt x="1617" y="126"/>
                    <a:pt x="1637" y="89"/>
                    <a:pt x="1653" y="57"/>
                  </a:cubicBezTo>
                  <a:lnTo>
                    <a:pt x="1653" y="41"/>
                  </a:lnTo>
                  <a:cubicBezTo>
                    <a:pt x="1624" y="11"/>
                    <a:pt x="1598" y="0"/>
                    <a:pt x="15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0">
              <a:extLst>
                <a:ext uri="{FF2B5EF4-FFF2-40B4-BE49-F238E27FC236}">
                  <a16:creationId xmlns:a16="http://schemas.microsoft.com/office/drawing/2014/main" id="{1A19E7D4-FA04-6D09-38F2-236983ED1EDD}"/>
                </a:ext>
              </a:extLst>
            </p:cNvPr>
            <p:cNvSpPr/>
            <p:nvPr/>
          </p:nvSpPr>
          <p:spPr>
            <a:xfrm>
              <a:off x="1286287" y="3293017"/>
              <a:ext cx="4966" cy="100318"/>
            </a:xfrm>
            <a:custGeom>
              <a:avLst/>
              <a:gdLst/>
              <a:ahLst/>
              <a:cxnLst/>
              <a:rect l="l" t="t" r="r" b="b"/>
              <a:pathLst>
                <a:path w="50" h="1010" extrusionOk="0">
                  <a:moveTo>
                    <a:pt x="17" y="0"/>
                  </a:moveTo>
                  <a:cubicBezTo>
                    <a:pt x="17" y="0"/>
                    <a:pt x="1" y="0"/>
                    <a:pt x="1" y="20"/>
                  </a:cubicBezTo>
                  <a:lnTo>
                    <a:pt x="1" y="222"/>
                  </a:lnTo>
                  <a:lnTo>
                    <a:pt x="1" y="860"/>
                  </a:lnTo>
                  <a:lnTo>
                    <a:pt x="1" y="893"/>
                  </a:lnTo>
                  <a:cubicBezTo>
                    <a:pt x="1" y="929"/>
                    <a:pt x="1" y="978"/>
                    <a:pt x="33" y="1010"/>
                  </a:cubicBezTo>
                  <a:lnTo>
                    <a:pt x="49" y="1010"/>
                  </a:lnTo>
                  <a:lnTo>
                    <a:pt x="49" y="994"/>
                  </a:lnTo>
                  <a:cubicBezTo>
                    <a:pt x="17" y="961"/>
                    <a:pt x="33" y="929"/>
                    <a:pt x="33" y="893"/>
                  </a:cubicBezTo>
                  <a:lnTo>
                    <a:pt x="33" y="860"/>
                  </a:lnTo>
                  <a:lnTo>
                    <a:pt x="33" y="222"/>
                  </a:lnTo>
                  <a:lnTo>
                    <a:pt x="33" y="20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0">
              <a:extLst>
                <a:ext uri="{FF2B5EF4-FFF2-40B4-BE49-F238E27FC236}">
                  <a16:creationId xmlns:a16="http://schemas.microsoft.com/office/drawing/2014/main" id="{019944CD-8739-CD75-E6F3-93BACEF9F9AC}"/>
                </a:ext>
              </a:extLst>
            </p:cNvPr>
            <p:cNvSpPr/>
            <p:nvPr/>
          </p:nvSpPr>
          <p:spPr>
            <a:xfrm>
              <a:off x="1292743" y="1514305"/>
              <a:ext cx="6953" cy="105582"/>
            </a:xfrm>
            <a:custGeom>
              <a:avLst/>
              <a:gdLst/>
              <a:ahLst/>
              <a:cxnLst/>
              <a:rect l="l" t="t" r="r" b="b"/>
              <a:pathLst>
                <a:path w="70" h="1063" extrusionOk="0">
                  <a:moveTo>
                    <a:pt x="0" y="0"/>
                  </a:moveTo>
                  <a:cubicBezTo>
                    <a:pt x="17" y="170"/>
                    <a:pt x="17" y="319"/>
                    <a:pt x="17" y="473"/>
                  </a:cubicBezTo>
                  <a:lnTo>
                    <a:pt x="17" y="776"/>
                  </a:lnTo>
                  <a:lnTo>
                    <a:pt x="17" y="861"/>
                  </a:lnTo>
                  <a:cubicBezTo>
                    <a:pt x="17" y="925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2"/>
                  </a:lnTo>
                  <a:cubicBezTo>
                    <a:pt x="37" y="978"/>
                    <a:pt x="37" y="925"/>
                    <a:pt x="37" y="861"/>
                  </a:cubicBezTo>
                  <a:cubicBezTo>
                    <a:pt x="53" y="824"/>
                    <a:pt x="53" y="808"/>
                    <a:pt x="53" y="776"/>
                  </a:cubicBezTo>
                  <a:cubicBezTo>
                    <a:pt x="37" y="675"/>
                    <a:pt x="37" y="574"/>
                    <a:pt x="53" y="473"/>
                  </a:cubicBezTo>
                  <a:cubicBezTo>
                    <a:pt x="53" y="319"/>
                    <a:pt x="53" y="154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0">
              <a:extLst>
                <a:ext uri="{FF2B5EF4-FFF2-40B4-BE49-F238E27FC236}">
                  <a16:creationId xmlns:a16="http://schemas.microsoft.com/office/drawing/2014/main" id="{127691CF-4DF5-FA6D-1BDF-D051CAF659F1}"/>
                </a:ext>
              </a:extLst>
            </p:cNvPr>
            <p:cNvSpPr/>
            <p:nvPr/>
          </p:nvSpPr>
          <p:spPr>
            <a:xfrm>
              <a:off x="940040" y="1903858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lnTo>
                    <a:pt x="1" y="203"/>
                  </a:lnTo>
                  <a:lnTo>
                    <a:pt x="1" y="740"/>
                  </a:lnTo>
                  <a:lnTo>
                    <a:pt x="1" y="756"/>
                  </a:lnTo>
                  <a:cubicBezTo>
                    <a:pt x="1" y="792"/>
                    <a:pt x="1" y="841"/>
                    <a:pt x="17" y="877"/>
                  </a:cubicBezTo>
                  <a:lnTo>
                    <a:pt x="33" y="877"/>
                  </a:lnTo>
                  <a:cubicBezTo>
                    <a:pt x="33" y="877"/>
                    <a:pt x="53" y="877"/>
                    <a:pt x="33" y="857"/>
                  </a:cubicBezTo>
                  <a:cubicBezTo>
                    <a:pt x="17" y="825"/>
                    <a:pt x="33" y="792"/>
                    <a:pt x="33" y="756"/>
                  </a:cubicBezTo>
                  <a:lnTo>
                    <a:pt x="33" y="740"/>
                  </a:lnTo>
                  <a:lnTo>
                    <a:pt x="33" y="203"/>
                  </a:lnTo>
                  <a:lnTo>
                    <a:pt x="33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0">
              <a:extLst>
                <a:ext uri="{FF2B5EF4-FFF2-40B4-BE49-F238E27FC236}">
                  <a16:creationId xmlns:a16="http://schemas.microsoft.com/office/drawing/2014/main" id="{7AE415FE-DC4B-84C1-A62E-586A150EB4FC}"/>
                </a:ext>
              </a:extLst>
            </p:cNvPr>
            <p:cNvSpPr/>
            <p:nvPr/>
          </p:nvSpPr>
          <p:spPr>
            <a:xfrm>
              <a:off x="1924649" y="2298277"/>
              <a:ext cx="122170" cy="256060"/>
            </a:xfrm>
            <a:custGeom>
              <a:avLst/>
              <a:gdLst/>
              <a:ahLst/>
              <a:cxnLst/>
              <a:rect l="l" t="t" r="r" b="b"/>
              <a:pathLst>
                <a:path w="1230" h="257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1" y="154"/>
                    <a:pt x="1" y="287"/>
                    <a:pt x="1" y="421"/>
                  </a:cubicBezTo>
                  <a:lnTo>
                    <a:pt x="1" y="659"/>
                  </a:lnTo>
                  <a:cubicBezTo>
                    <a:pt x="1" y="708"/>
                    <a:pt x="17" y="724"/>
                    <a:pt x="37" y="724"/>
                  </a:cubicBezTo>
                  <a:cubicBezTo>
                    <a:pt x="53" y="744"/>
                    <a:pt x="53" y="744"/>
                    <a:pt x="70" y="760"/>
                  </a:cubicBezTo>
                  <a:lnTo>
                    <a:pt x="304" y="1148"/>
                  </a:lnTo>
                  <a:cubicBezTo>
                    <a:pt x="575" y="1600"/>
                    <a:pt x="861" y="2057"/>
                    <a:pt x="1148" y="2509"/>
                  </a:cubicBezTo>
                  <a:lnTo>
                    <a:pt x="1197" y="2562"/>
                  </a:lnTo>
                  <a:lnTo>
                    <a:pt x="1213" y="2562"/>
                  </a:lnTo>
                  <a:lnTo>
                    <a:pt x="1213" y="2578"/>
                  </a:lnTo>
                  <a:lnTo>
                    <a:pt x="1229" y="2562"/>
                  </a:lnTo>
                  <a:lnTo>
                    <a:pt x="1229" y="2542"/>
                  </a:lnTo>
                  <a:cubicBezTo>
                    <a:pt x="1229" y="2542"/>
                    <a:pt x="1213" y="2542"/>
                    <a:pt x="1213" y="2525"/>
                  </a:cubicBezTo>
                  <a:cubicBezTo>
                    <a:pt x="1197" y="2525"/>
                    <a:pt x="1181" y="2509"/>
                    <a:pt x="1164" y="2493"/>
                  </a:cubicBezTo>
                  <a:cubicBezTo>
                    <a:pt x="878" y="2037"/>
                    <a:pt x="607" y="1584"/>
                    <a:pt x="320" y="1128"/>
                  </a:cubicBezTo>
                  <a:lnTo>
                    <a:pt x="86" y="744"/>
                  </a:lnTo>
                  <a:lnTo>
                    <a:pt x="53" y="708"/>
                  </a:lnTo>
                  <a:cubicBezTo>
                    <a:pt x="37" y="691"/>
                    <a:pt x="37" y="691"/>
                    <a:pt x="37" y="675"/>
                  </a:cubicBezTo>
                  <a:lnTo>
                    <a:pt x="37" y="405"/>
                  </a:lnTo>
                  <a:cubicBezTo>
                    <a:pt x="37" y="287"/>
                    <a:pt x="17" y="15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0">
              <a:extLst>
                <a:ext uri="{FF2B5EF4-FFF2-40B4-BE49-F238E27FC236}">
                  <a16:creationId xmlns:a16="http://schemas.microsoft.com/office/drawing/2014/main" id="{6495065B-065F-82C5-9329-4966F34111A6}"/>
                </a:ext>
              </a:extLst>
            </p:cNvPr>
            <p:cNvSpPr/>
            <p:nvPr/>
          </p:nvSpPr>
          <p:spPr>
            <a:xfrm>
              <a:off x="747846" y="2831553"/>
              <a:ext cx="4966" cy="77076"/>
            </a:xfrm>
            <a:custGeom>
              <a:avLst/>
              <a:gdLst/>
              <a:ahLst/>
              <a:cxnLst/>
              <a:rect l="l" t="t" r="r" b="b"/>
              <a:pathLst>
                <a:path w="50" h="776" extrusionOk="0">
                  <a:moveTo>
                    <a:pt x="17" y="0"/>
                  </a:moveTo>
                  <a:cubicBezTo>
                    <a:pt x="17" y="0"/>
                    <a:pt x="1" y="0"/>
                    <a:pt x="1" y="21"/>
                  </a:cubicBezTo>
                  <a:cubicBezTo>
                    <a:pt x="17" y="170"/>
                    <a:pt x="17" y="324"/>
                    <a:pt x="17" y="489"/>
                  </a:cubicBezTo>
                  <a:lnTo>
                    <a:pt x="17" y="776"/>
                  </a:lnTo>
                  <a:lnTo>
                    <a:pt x="49" y="776"/>
                  </a:lnTo>
                  <a:cubicBezTo>
                    <a:pt x="33" y="675"/>
                    <a:pt x="49" y="574"/>
                    <a:pt x="49" y="489"/>
                  </a:cubicBezTo>
                  <a:cubicBezTo>
                    <a:pt x="49" y="324"/>
                    <a:pt x="49" y="170"/>
                    <a:pt x="33" y="21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0">
              <a:extLst>
                <a:ext uri="{FF2B5EF4-FFF2-40B4-BE49-F238E27FC236}">
                  <a16:creationId xmlns:a16="http://schemas.microsoft.com/office/drawing/2014/main" id="{C1F01EC6-D879-A7DF-D9D5-CD740CAB4437}"/>
                </a:ext>
              </a:extLst>
            </p:cNvPr>
            <p:cNvSpPr/>
            <p:nvPr/>
          </p:nvSpPr>
          <p:spPr>
            <a:xfrm>
              <a:off x="1518608" y="3505672"/>
              <a:ext cx="205603" cy="228745"/>
            </a:xfrm>
            <a:custGeom>
              <a:avLst/>
              <a:gdLst/>
              <a:ahLst/>
              <a:cxnLst/>
              <a:rect l="l" t="t" r="r" b="b"/>
              <a:pathLst>
                <a:path w="2070" h="2303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32"/>
                    <a:pt x="49" y="49"/>
                    <a:pt x="65" y="81"/>
                  </a:cubicBezTo>
                  <a:cubicBezTo>
                    <a:pt x="65" y="117"/>
                    <a:pt x="86" y="133"/>
                    <a:pt x="118" y="150"/>
                  </a:cubicBezTo>
                  <a:cubicBezTo>
                    <a:pt x="320" y="335"/>
                    <a:pt x="522" y="521"/>
                    <a:pt x="724" y="707"/>
                  </a:cubicBezTo>
                  <a:cubicBezTo>
                    <a:pt x="841" y="788"/>
                    <a:pt x="942" y="889"/>
                    <a:pt x="1059" y="990"/>
                  </a:cubicBezTo>
                  <a:cubicBezTo>
                    <a:pt x="1176" y="1091"/>
                    <a:pt x="1314" y="1212"/>
                    <a:pt x="1447" y="1313"/>
                  </a:cubicBezTo>
                  <a:cubicBezTo>
                    <a:pt x="1479" y="1361"/>
                    <a:pt x="1532" y="1394"/>
                    <a:pt x="1580" y="1430"/>
                  </a:cubicBezTo>
                  <a:cubicBezTo>
                    <a:pt x="1601" y="1446"/>
                    <a:pt x="1617" y="1462"/>
                    <a:pt x="1633" y="1479"/>
                  </a:cubicBezTo>
                  <a:cubicBezTo>
                    <a:pt x="1835" y="1648"/>
                    <a:pt x="2037" y="1818"/>
                    <a:pt x="1952" y="2121"/>
                  </a:cubicBezTo>
                  <a:lnTo>
                    <a:pt x="1952" y="2238"/>
                  </a:lnTo>
                  <a:lnTo>
                    <a:pt x="1952" y="2286"/>
                  </a:lnTo>
                  <a:lnTo>
                    <a:pt x="1952" y="2303"/>
                  </a:lnTo>
                  <a:cubicBezTo>
                    <a:pt x="1968" y="2303"/>
                    <a:pt x="1968" y="2303"/>
                    <a:pt x="1968" y="2286"/>
                  </a:cubicBezTo>
                  <a:lnTo>
                    <a:pt x="1968" y="2238"/>
                  </a:lnTo>
                  <a:cubicBezTo>
                    <a:pt x="1968" y="2202"/>
                    <a:pt x="1984" y="2169"/>
                    <a:pt x="1984" y="2137"/>
                  </a:cubicBezTo>
                  <a:cubicBezTo>
                    <a:pt x="2069" y="1798"/>
                    <a:pt x="1851" y="1632"/>
                    <a:pt x="1649" y="1462"/>
                  </a:cubicBezTo>
                  <a:cubicBezTo>
                    <a:pt x="1633" y="1446"/>
                    <a:pt x="1617" y="1430"/>
                    <a:pt x="1601" y="1414"/>
                  </a:cubicBezTo>
                  <a:cubicBezTo>
                    <a:pt x="1548" y="1378"/>
                    <a:pt x="1500" y="1329"/>
                    <a:pt x="1463" y="1293"/>
                  </a:cubicBezTo>
                  <a:cubicBezTo>
                    <a:pt x="1330" y="1192"/>
                    <a:pt x="1197" y="1075"/>
                    <a:pt x="1075" y="974"/>
                  </a:cubicBezTo>
                  <a:cubicBezTo>
                    <a:pt x="958" y="873"/>
                    <a:pt x="857" y="772"/>
                    <a:pt x="740" y="671"/>
                  </a:cubicBezTo>
                  <a:cubicBezTo>
                    <a:pt x="538" y="505"/>
                    <a:pt x="336" y="319"/>
                    <a:pt x="134" y="133"/>
                  </a:cubicBezTo>
                  <a:cubicBezTo>
                    <a:pt x="102" y="117"/>
                    <a:pt x="102" y="101"/>
                    <a:pt x="86" y="65"/>
                  </a:cubicBezTo>
                  <a:cubicBezTo>
                    <a:pt x="65" y="49"/>
                    <a:pt x="49" y="16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0">
              <a:extLst>
                <a:ext uri="{FF2B5EF4-FFF2-40B4-BE49-F238E27FC236}">
                  <a16:creationId xmlns:a16="http://schemas.microsoft.com/office/drawing/2014/main" id="{275E01BF-5BDA-8D1F-5F70-6B8E36E4DD08}"/>
                </a:ext>
              </a:extLst>
            </p:cNvPr>
            <p:cNvSpPr/>
            <p:nvPr/>
          </p:nvSpPr>
          <p:spPr>
            <a:xfrm>
              <a:off x="480264" y="1705307"/>
              <a:ext cx="158920" cy="96743"/>
            </a:xfrm>
            <a:custGeom>
              <a:avLst/>
              <a:gdLst/>
              <a:ahLst/>
              <a:cxnLst/>
              <a:rect l="l" t="t" r="r" b="b"/>
              <a:pathLst>
                <a:path w="1600" h="974" extrusionOk="0">
                  <a:moveTo>
                    <a:pt x="1592" y="0"/>
                  </a:moveTo>
                  <a:cubicBezTo>
                    <a:pt x="1588" y="0"/>
                    <a:pt x="1584" y="4"/>
                    <a:pt x="1584" y="12"/>
                  </a:cubicBezTo>
                  <a:lnTo>
                    <a:pt x="1414" y="97"/>
                  </a:lnTo>
                  <a:cubicBezTo>
                    <a:pt x="1297" y="182"/>
                    <a:pt x="1164" y="250"/>
                    <a:pt x="1046" y="331"/>
                  </a:cubicBezTo>
                  <a:cubicBezTo>
                    <a:pt x="808" y="469"/>
                    <a:pt x="574" y="618"/>
                    <a:pt x="339" y="755"/>
                  </a:cubicBezTo>
                  <a:lnTo>
                    <a:pt x="16" y="957"/>
                  </a:lnTo>
                  <a:cubicBezTo>
                    <a:pt x="16" y="957"/>
                    <a:pt x="0" y="957"/>
                    <a:pt x="16" y="974"/>
                  </a:cubicBezTo>
                  <a:lnTo>
                    <a:pt x="37" y="974"/>
                  </a:lnTo>
                  <a:lnTo>
                    <a:pt x="356" y="788"/>
                  </a:lnTo>
                  <a:cubicBezTo>
                    <a:pt x="590" y="634"/>
                    <a:pt x="824" y="501"/>
                    <a:pt x="1063" y="351"/>
                  </a:cubicBezTo>
                  <a:cubicBezTo>
                    <a:pt x="1180" y="283"/>
                    <a:pt x="1313" y="198"/>
                    <a:pt x="1430" y="129"/>
                  </a:cubicBezTo>
                  <a:lnTo>
                    <a:pt x="1600" y="28"/>
                  </a:lnTo>
                  <a:lnTo>
                    <a:pt x="1600" y="12"/>
                  </a:lnTo>
                  <a:cubicBezTo>
                    <a:pt x="1600" y="4"/>
                    <a:pt x="1596" y="0"/>
                    <a:pt x="1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0">
              <a:extLst>
                <a:ext uri="{FF2B5EF4-FFF2-40B4-BE49-F238E27FC236}">
                  <a16:creationId xmlns:a16="http://schemas.microsoft.com/office/drawing/2014/main" id="{697CE6FD-B309-532F-28E0-A7435415673B}"/>
                </a:ext>
              </a:extLst>
            </p:cNvPr>
            <p:cNvSpPr/>
            <p:nvPr/>
          </p:nvSpPr>
          <p:spPr>
            <a:xfrm>
              <a:off x="1269501" y="1446565"/>
              <a:ext cx="142134" cy="184943"/>
            </a:xfrm>
            <a:custGeom>
              <a:avLst/>
              <a:gdLst/>
              <a:ahLst/>
              <a:cxnLst/>
              <a:rect l="l" t="t" r="r" b="b"/>
              <a:pathLst>
                <a:path w="1431" h="1862" extrusionOk="0">
                  <a:moveTo>
                    <a:pt x="1418" y="0"/>
                  </a:moveTo>
                  <a:cubicBezTo>
                    <a:pt x="1416" y="0"/>
                    <a:pt x="1414" y="2"/>
                    <a:pt x="1414" y="8"/>
                  </a:cubicBezTo>
                  <a:cubicBezTo>
                    <a:pt x="1297" y="28"/>
                    <a:pt x="1196" y="92"/>
                    <a:pt x="1095" y="161"/>
                  </a:cubicBezTo>
                  <a:cubicBezTo>
                    <a:pt x="1026" y="193"/>
                    <a:pt x="978" y="230"/>
                    <a:pt x="909" y="262"/>
                  </a:cubicBezTo>
                  <a:cubicBezTo>
                    <a:pt x="723" y="347"/>
                    <a:pt x="554" y="464"/>
                    <a:pt x="388" y="565"/>
                  </a:cubicBezTo>
                  <a:cubicBezTo>
                    <a:pt x="303" y="613"/>
                    <a:pt x="202" y="666"/>
                    <a:pt x="117" y="714"/>
                  </a:cubicBezTo>
                  <a:cubicBezTo>
                    <a:pt x="49" y="751"/>
                    <a:pt x="16" y="783"/>
                    <a:pt x="16" y="852"/>
                  </a:cubicBezTo>
                  <a:lnTo>
                    <a:pt x="16" y="1458"/>
                  </a:lnTo>
                  <a:lnTo>
                    <a:pt x="16" y="1745"/>
                  </a:lnTo>
                  <a:lnTo>
                    <a:pt x="16" y="1761"/>
                  </a:lnTo>
                  <a:cubicBezTo>
                    <a:pt x="0" y="1793"/>
                    <a:pt x="0" y="1825"/>
                    <a:pt x="32" y="1862"/>
                  </a:cubicBezTo>
                  <a:lnTo>
                    <a:pt x="69" y="1862"/>
                  </a:lnTo>
                  <a:lnTo>
                    <a:pt x="49" y="1846"/>
                  </a:lnTo>
                  <a:cubicBezTo>
                    <a:pt x="32" y="1825"/>
                    <a:pt x="32" y="1793"/>
                    <a:pt x="32" y="1761"/>
                  </a:cubicBezTo>
                  <a:lnTo>
                    <a:pt x="32" y="1745"/>
                  </a:lnTo>
                  <a:lnTo>
                    <a:pt x="32" y="1458"/>
                  </a:lnTo>
                  <a:cubicBezTo>
                    <a:pt x="49" y="1256"/>
                    <a:pt x="49" y="1054"/>
                    <a:pt x="49" y="852"/>
                  </a:cubicBezTo>
                  <a:cubicBezTo>
                    <a:pt x="49" y="799"/>
                    <a:pt x="69" y="767"/>
                    <a:pt x="117" y="735"/>
                  </a:cubicBezTo>
                  <a:cubicBezTo>
                    <a:pt x="218" y="682"/>
                    <a:pt x="303" y="634"/>
                    <a:pt x="404" y="581"/>
                  </a:cubicBezTo>
                  <a:cubicBezTo>
                    <a:pt x="574" y="480"/>
                    <a:pt x="739" y="379"/>
                    <a:pt x="925" y="278"/>
                  </a:cubicBezTo>
                  <a:cubicBezTo>
                    <a:pt x="978" y="262"/>
                    <a:pt x="1042" y="209"/>
                    <a:pt x="1095" y="177"/>
                  </a:cubicBezTo>
                  <a:cubicBezTo>
                    <a:pt x="1196" y="129"/>
                    <a:pt x="1297" y="60"/>
                    <a:pt x="1414" y="28"/>
                  </a:cubicBezTo>
                  <a:cubicBezTo>
                    <a:pt x="1430" y="28"/>
                    <a:pt x="1430" y="8"/>
                    <a:pt x="1430" y="8"/>
                  </a:cubicBezTo>
                  <a:cubicBezTo>
                    <a:pt x="1430" y="8"/>
                    <a:pt x="1423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0">
              <a:extLst>
                <a:ext uri="{FF2B5EF4-FFF2-40B4-BE49-F238E27FC236}">
                  <a16:creationId xmlns:a16="http://schemas.microsoft.com/office/drawing/2014/main" id="{4C00D575-F117-4F28-B3DF-3EFA64FEA89F}"/>
                </a:ext>
              </a:extLst>
            </p:cNvPr>
            <p:cNvSpPr/>
            <p:nvPr/>
          </p:nvSpPr>
          <p:spPr>
            <a:xfrm>
              <a:off x="2136906" y="3055829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21" y="1"/>
                  </a:moveTo>
                  <a:cubicBezTo>
                    <a:pt x="1" y="49"/>
                    <a:pt x="1" y="118"/>
                    <a:pt x="1" y="166"/>
                  </a:cubicBezTo>
                  <a:lnTo>
                    <a:pt x="1" y="251"/>
                  </a:lnTo>
                  <a:cubicBezTo>
                    <a:pt x="1" y="251"/>
                    <a:pt x="1" y="267"/>
                    <a:pt x="21" y="267"/>
                  </a:cubicBezTo>
                  <a:cubicBezTo>
                    <a:pt x="21" y="267"/>
                    <a:pt x="37" y="267"/>
                    <a:pt x="37" y="251"/>
                  </a:cubicBezTo>
                  <a:lnTo>
                    <a:pt x="37" y="166"/>
                  </a:lnTo>
                  <a:cubicBezTo>
                    <a:pt x="21" y="118"/>
                    <a:pt x="21" y="65"/>
                    <a:pt x="37" y="17"/>
                  </a:cubicBezTo>
                  <a:cubicBezTo>
                    <a:pt x="53" y="17"/>
                    <a:pt x="37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0">
              <a:extLst>
                <a:ext uri="{FF2B5EF4-FFF2-40B4-BE49-F238E27FC236}">
                  <a16:creationId xmlns:a16="http://schemas.microsoft.com/office/drawing/2014/main" id="{07821AE7-9F65-7CEF-EC00-88DCA1C97B65}"/>
                </a:ext>
              </a:extLst>
            </p:cNvPr>
            <p:cNvSpPr/>
            <p:nvPr/>
          </p:nvSpPr>
          <p:spPr>
            <a:xfrm>
              <a:off x="747846" y="298719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4"/>
                    <a:pt x="17" y="271"/>
                    <a:pt x="17" y="405"/>
                  </a:cubicBezTo>
                  <a:lnTo>
                    <a:pt x="17" y="607"/>
                  </a:lnTo>
                  <a:lnTo>
                    <a:pt x="17" y="825"/>
                  </a:lnTo>
                  <a:lnTo>
                    <a:pt x="17" y="926"/>
                  </a:lnTo>
                  <a:lnTo>
                    <a:pt x="49" y="926"/>
                  </a:lnTo>
                  <a:lnTo>
                    <a:pt x="49" y="825"/>
                  </a:lnTo>
                  <a:lnTo>
                    <a:pt x="49" y="607"/>
                  </a:lnTo>
                  <a:lnTo>
                    <a:pt x="49" y="405"/>
                  </a:ln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0">
              <a:extLst>
                <a:ext uri="{FF2B5EF4-FFF2-40B4-BE49-F238E27FC236}">
                  <a16:creationId xmlns:a16="http://schemas.microsoft.com/office/drawing/2014/main" id="{318C1227-4602-18BD-C375-DC9A83A91F55}"/>
                </a:ext>
              </a:extLst>
            </p:cNvPr>
            <p:cNvSpPr/>
            <p:nvPr/>
          </p:nvSpPr>
          <p:spPr>
            <a:xfrm>
              <a:off x="1339724" y="1677297"/>
              <a:ext cx="8443" cy="103099"/>
            </a:xfrm>
            <a:custGeom>
              <a:avLst/>
              <a:gdLst/>
              <a:ahLst/>
              <a:cxnLst/>
              <a:rect l="l" t="t" r="r" b="b"/>
              <a:pathLst>
                <a:path w="85" h="1038" extrusionOk="0">
                  <a:moveTo>
                    <a:pt x="20" y="0"/>
                  </a:moveTo>
                  <a:cubicBezTo>
                    <a:pt x="18" y="0"/>
                    <a:pt x="16" y="2"/>
                    <a:pt x="16" y="7"/>
                  </a:cubicBezTo>
                  <a:cubicBezTo>
                    <a:pt x="0" y="7"/>
                    <a:pt x="0" y="7"/>
                    <a:pt x="0" y="28"/>
                  </a:cubicBezTo>
                  <a:cubicBezTo>
                    <a:pt x="32" y="129"/>
                    <a:pt x="32" y="246"/>
                    <a:pt x="32" y="347"/>
                  </a:cubicBezTo>
                  <a:cubicBezTo>
                    <a:pt x="16" y="395"/>
                    <a:pt x="16" y="448"/>
                    <a:pt x="16" y="480"/>
                  </a:cubicBezTo>
                  <a:lnTo>
                    <a:pt x="16" y="633"/>
                  </a:lnTo>
                  <a:cubicBezTo>
                    <a:pt x="0" y="767"/>
                    <a:pt x="0" y="900"/>
                    <a:pt x="69" y="1037"/>
                  </a:cubicBezTo>
                  <a:lnTo>
                    <a:pt x="85" y="1037"/>
                  </a:lnTo>
                  <a:lnTo>
                    <a:pt x="85" y="1017"/>
                  </a:lnTo>
                  <a:cubicBezTo>
                    <a:pt x="32" y="900"/>
                    <a:pt x="32" y="767"/>
                    <a:pt x="49" y="633"/>
                  </a:cubicBezTo>
                  <a:lnTo>
                    <a:pt x="49" y="480"/>
                  </a:lnTo>
                  <a:lnTo>
                    <a:pt x="49" y="347"/>
                  </a:lnTo>
                  <a:cubicBezTo>
                    <a:pt x="69" y="246"/>
                    <a:pt x="69" y="129"/>
                    <a:pt x="32" y="7"/>
                  </a:cubicBezTo>
                  <a:cubicBezTo>
                    <a:pt x="3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0">
              <a:extLst>
                <a:ext uri="{FF2B5EF4-FFF2-40B4-BE49-F238E27FC236}">
                  <a16:creationId xmlns:a16="http://schemas.microsoft.com/office/drawing/2014/main" id="{D4A38D1B-5282-37E4-9337-CBC98337C047}"/>
                </a:ext>
              </a:extLst>
            </p:cNvPr>
            <p:cNvSpPr/>
            <p:nvPr/>
          </p:nvSpPr>
          <p:spPr>
            <a:xfrm>
              <a:off x="869817" y="2462362"/>
              <a:ext cx="336314" cy="232421"/>
            </a:xfrm>
            <a:custGeom>
              <a:avLst/>
              <a:gdLst/>
              <a:ahLst/>
              <a:cxnLst/>
              <a:rect l="l" t="t" r="r" b="b"/>
              <a:pathLst>
                <a:path w="3386" h="2340" extrusionOk="0">
                  <a:moveTo>
                    <a:pt x="3366" y="1"/>
                  </a:moveTo>
                  <a:cubicBezTo>
                    <a:pt x="3265" y="17"/>
                    <a:pt x="3184" y="49"/>
                    <a:pt x="3099" y="102"/>
                  </a:cubicBezTo>
                  <a:cubicBezTo>
                    <a:pt x="3063" y="118"/>
                    <a:pt x="3030" y="134"/>
                    <a:pt x="2982" y="150"/>
                  </a:cubicBezTo>
                  <a:cubicBezTo>
                    <a:pt x="2578" y="336"/>
                    <a:pt x="2174" y="522"/>
                    <a:pt x="1786" y="708"/>
                  </a:cubicBezTo>
                  <a:cubicBezTo>
                    <a:pt x="1584" y="789"/>
                    <a:pt x="1366" y="890"/>
                    <a:pt x="1164" y="991"/>
                  </a:cubicBezTo>
                  <a:lnTo>
                    <a:pt x="1043" y="1043"/>
                  </a:lnTo>
                  <a:cubicBezTo>
                    <a:pt x="760" y="1176"/>
                    <a:pt x="457" y="1314"/>
                    <a:pt x="170" y="1431"/>
                  </a:cubicBezTo>
                  <a:cubicBezTo>
                    <a:pt x="33" y="1479"/>
                    <a:pt x="1" y="1548"/>
                    <a:pt x="1" y="1665"/>
                  </a:cubicBezTo>
                  <a:cubicBezTo>
                    <a:pt x="17" y="1782"/>
                    <a:pt x="1" y="1900"/>
                    <a:pt x="1" y="2021"/>
                  </a:cubicBezTo>
                  <a:lnTo>
                    <a:pt x="1" y="2186"/>
                  </a:lnTo>
                  <a:lnTo>
                    <a:pt x="1" y="2223"/>
                  </a:lnTo>
                  <a:cubicBezTo>
                    <a:pt x="1" y="2255"/>
                    <a:pt x="1" y="2303"/>
                    <a:pt x="33" y="2340"/>
                  </a:cubicBezTo>
                  <a:lnTo>
                    <a:pt x="53" y="2340"/>
                  </a:lnTo>
                  <a:lnTo>
                    <a:pt x="53" y="2324"/>
                  </a:lnTo>
                  <a:cubicBezTo>
                    <a:pt x="33" y="2287"/>
                    <a:pt x="33" y="2255"/>
                    <a:pt x="33" y="2223"/>
                  </a:cubicBezTo>
                  <a:lnTo>
                    <a:pt x="33" y="2186"/>
                  </a:lnTo>
                  <a:lnTo>
                    <a:pt x="33" y="2021"/>
                  </a:lnTo>
                  <a:lnTo>
                    <a:pt x="33" y="1665"/>
                  </a:lnTo>
                  <a:cubicBezTo>
                    <a:pt x="17" y="1548"/>
                    <a:pt x="53" y="1496"/>
                    <a:pt x="170" y="1447"/>
                  </a:cubicBezTo>
                  <a:cubicBezTo>
                    <a:pt x="473" y="1330"/>
                    <a:pt x="776" y="1193"/>
                    <a:pt x="1063" y="1059"/>
                  </a:cubicBezTo>
                  <a:lnTo>
                    <a:pt x="1180" y="1011"/>
                  </a:lnTo>
                  <a:cubicBezTo>
                    <a:pt x="1382" y="926"/>
                    <a:pt x="1584" y="825"/>
                    <a:pt x="1786" y="724"/>
                  </a:cubicBezTo>
                  <a:cubicBezTo>
                    <a:pt x="2190" y="538"/>
                    <a:pt x="2594" y="352"/>
                    <a:pt x="2998" y="183"/>
                  </a:cubicBezTo>
                  <a:cubicBezTo>
                    <a:pt x="3030" y="167"/>
                    <a:pt x="3083" y="150"/>
                    <a:pt x="3115" y="118"/>
                  </a:cubicBezTo>
                  <a:cubicBezTo>
                    <a:pt x="3184" y="82"/>
                    <a:pt x="3285" y="33"/>
                    <a:pt x="3366" y="33"/>
                  </a:cubicBezTo>
                  <a:cubicBezTo>
                    <a:pt x="3386" y="33"/>
                    <a:pt x="3386" y="17"/>
                    <a:pt x="3386" y="17"/>
                  </a:cubicBezTo>
                  <a:cubicBezTo>
                    <a:pt x="3386" y="1"/>
                    <a:pt x="3386" y="1"/>
                    <a:pt x="33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0">
              <a:extLst>
                <a:ext uri="{FF2B5EF4-FFF2-40B4-BE49-F238E27FC236}">
                  <a16:creationId xmlns:a16="http://schemas.microsoft.com/office/drawing/2014/main" id="{1D4E770D-BDEF-06D7-594F-39168B9E59E3}"/>
                </a:ext>
              </a:extLst>
            </p:cNvPr>
            <p:cNvSpPr/>
            <p:nvPr/>
          </p:nvSpPr>
          <p:spPr>
            <a:xfrm>
              <a:off x="851343" y="2784970"/>
              <a:ext cx="361245" cy="257351"/>
            </a:xfrm>
            <a:custGeom>
              <a:avLst/>
              <a:gdLst/>
              <a:ahLst/>
              <a:cxnLst/>
              <a:rect l="l" t="t" r="r" b="b"/>
              <a:pathLst>
                <a:path w="3637" h="2591" extrusionOk="0">
                  <a:moveTo>
                    <a:pt x="3552" y="1"/>
                  </a:moveTo>
                  <a:lnTo>
                    <a:pt x="3552" y="17"/>
                  </a:lnTo>
                  <a:cubicBezTo>
                    <a:pt x="3604" y="65"/>
                    <a:pt x="3604" y="134"/>
                    <a:pt x="3588" y="203"/>
                  </a:cubicBezTo>
                  <a:cubicBezTo>
                    <a:pt x="3572" y="235"/>
                    <a:pt x="3572" y="267"/>
                    <a:pt x="3572" y="288"/>
                  </a:cubicBezTo>
                  <a:lnTo>
                    <a:pt x="3572" y="1043"/>
                  </a:lnTo>
                  <a:cubicBezTo>
                    <a:pt x="3572" y="1128"/>
                    <a:pt x="3552" y="1160"/>
                    <a:pt x="3487" y="1197"/>
                  </a:cubicBezTo>
                  <a:cubicBezTo>
                    <a:pt x="2897" y="1415"/>
                    <a:pt x="2340" y="1633"/>
                    <a:pt x="1871" y="1819"/>
                  </a:cubicBezTo>
                  <a:cubicBezTo>
                    <a:pt x="1601" y="1920"/>
                    <a:pt x="1350" y="2021"/>
                    <a:pt x="1096" y="2122"/>
                  </a:cubicBezTo>
                  <a:cubicBezTo>
                    <a:pt x="926" y="2186"/>
                    <a:pt x="760" y="2271"/>
                    <a:pt x="574" y="2340"/>
                  </a:cubicBezTo>
                  <a:cubicBezTo>
                    <a:pt x="522" y="2356"/>
                    <a:pt x="457" y="2372"/>
                    <a:pt x="405" y="2408"/>
                  </a:cubicBezTo>
                  <a:cubicBezTo>
                    <a:pt x="271" y="2441"/>
                    <a:pt x="138" y="2489"/>
                    <a:pt x="17" y="2558"/>
                  </a:cubicBezTo>
                  <a:lnTo>
                    <a:pt x="1" y="2574"/>
                  </a:lnTo>
                  <a:lnTo>
                    <a:pt x="17" y="2590"/>
                  </a:lnTo>
                  <a:cubicBezTo>
                    <a:pt x="154" y="2526"/>
                    <a:pt x="288" y="2473"/>
                    <a:pt x="405" y="2425"/>
                  </a:cubicBezTo>
                  <a:cubicBezTo>
                    <a:pt x="473" y="2408"/>
                    <a:pt x="522" y="2388"/>
                    <a:pt x="591" y="2356"/>
                  </a:cubicBezTo>
                  <a:cubicBezTo>
                    <a:pt x="760" y="2287"/>
                    <a:pt x="926" y="2223"/>
                    <a:pt x="1112" y="2154"/>
                  </a:cubicBezTo>
                  <a:lnTo>
                    <a:pt x="1871" y="1851"/>
                  </a:lnTo>
                  <a:cubicBezTo>
                    <a:pt x="2340" y="1649"/>
                    <a:pt x="2913" y="1431"/>
                    <a:pt x="3487" y="1213"/>
                  </a:cubicBezTo>
                  <a:cubicBezTo>
                    <a:pt x="3588" y="1176"/>
                    <a:pt x="3604" y="1128"/>
                    <a:pt x="3604" y="1043"/>
                  </a:cubicBezTo>
                  <a:lnTo>
                    <a:pt x="3604" y="288"/>
                  </a:lnTo>
                  <a:lnTo>
                    <a:pt x="3604" y="203"/>
                  </a:lnTo>
                  <a:cubicBezTo>
                    <a:pt x="3620" y="134"/>
                    <a:pt x="3637" y="65"/>
                    <a:pt x="35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0">
              <a:extLst>
                <a:ext uri="{FF2B5EF4-FFF2-40B4-BE49-F238E27FC236}">
                  <a16:creationId xmlns:a16="http://schemas.microsoft.com/office/drawing/2014/main" id="{A6CD515D-99E1-A709-B738-CA4581525D45}"/>
                </a:ext>
              </a:extLst>
            </p:cNvPr>
            <p:cNvSpPr/>
            <p:nvPr/>
          </p:nvSpPr>
          <p:spPr>
            <a:xfrm>
              <a:off x="697687" y="3552156"/>
              <a:ext cx="4966" cy="20163"/>
            </a:xfrm>
            <a:custGeom>
              <a:avLst/>
              <a:gdLst/>
              <a:ahLst/>
              <a:cxnLst/>
              <a:rect l="l" t="t" r="r" b="b"/>
              <a:pathLst>
                <a:path w="50" h="20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69"/>
                  </a:lnTo>
                  <a:cubicBezTo>
                    <a:pt x="1" y="118"/>
                    <a:pt x="1" y="154"/>
                    <a:pt x="17" y="186"/>
                  </a:cubicBezTo>
                  <a:lnTo>
                    <a:pt x="33" y="203"/>
                  </a:lnTo>
                  <a:lnTo>
                    <a:pt x="49" y="203"/>
                  </a:lnTo>
                  <a:lnTo>
                    <a:pt x="49" y="186"/>
                  </a:lnTo>
                  <a:cubicBezTo>
                    <a:pt x="33" y="154"/>
                    <a:pt x="33" y="118"/>
                    <a:pt x="33" y="69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0">
              <a:extLst>
                <a:ext uri="{FF2B5EF4-FFF2-40B4-BE49-F238E27FC236}">
                  <a16:creationId xmlns:a16="http://schemas.microsoft.com/office/drawing/2014/main" id="{8D229143-791D-37B9-FF28-A30405802023}"/>
                </a:ext>
              </a:extLst>
            </p:cNvPr>
            <p:cNvSpPr/>
            <p:nvPr/>
          </p:nvSpPr>
          <p:spPr>
            <a:xfrm>
              <a:off x="687655" y="2473288"/>
              <a:ext cx="128924" cy="146107"/>
            </a:xfrm>
            <a:custGeom>
              <a:avLst/>
              <a:gdLst/>
              <a:ahLst/>
              <a:cxnLst/>
              <a:rect l="l" t="t" r="r" b="b"/>
              <a:pathLst>
                <a:path w="1298" h="1471" extrusionOk="0">
                  <a:moveTo>
                    <a:pt x="1275" y="1"/>
                  </a:moveTo>
                  <a:cubicBezTo>
                    <a:pt x="1272" y="1"/>
                    <a:pt x="1268" y="3"/>
                    <a:pt x="1261" y="8"/>
                  </a:cubicBezTo>
                  <a:lnTo>
                    <a:pt x="1043" y="109"/>
                  </a:lnTo>
                  <a:cubicBezTo>
                    <a:pt x="857" y="194"/>
                    <a:pt x="675" y="258"/>
                    <a:pt x="506" y="343"/>
                  </a:cubicBezTo>
                  <a:cubicBezTo>
                    <a:pt x="421" y="396"/>
                    <a:pt x="336" y="428"/>
                    <a:pt x="251" y="460"/>
                  </a:cubicBezTo>
                  <a:cubicBezTo>
                    <a:pt x="203" y="497"/>
                    <a:pt x="150" y="513"/>
                    <a:pt x="102" y="545"/>
                  </a:cubicBezTo>
                  <a:cubicBezTo>
                    <a:pt x="49" y="561"/>
                    <a:pt x="1" y="598"/>
                    <a:pt x="1" y="662"/>
                  </a:cubicBezTo>
                  <a:lnTo>
                    <a:pt x="1" y="949"/>
                  </a:lnTo>
                  <a:cubicBezTo>
                    <a:pt x="1" y="1119"/>
                    <a:pt x="1" y="1285"/>
                    <a:pt x="17" y="1454"/>
                  </a:cubicBezTo>
                  <a:cubicBezTo>
                    <a:pt x="17" y="1470"/>
                    <a:pt x="17" y="1470"/>
                    <a:pt x="33" y="1470"/>
                  </a:cubicBezTo>
                  <a:cubicBezTo>
                    <a:pt x="33" y="1470"/>
                    <a:pt x="49" y="1470"/>
                    <a:pt x="49" y="1454"/>
                  </a:cubicBezTo>
                  <a:cubicBezTo>
                    <a:pt x="17" y="1285"/>
                    <a:pt x="33" y="1119"/>
                    <a:pt x="33" y="949"/>
                  </a:cubicBezTo>
                  <a:lnTo>
                    <a:pt x="33" y="662"/>
                  </a:lnTo>
                  <a:cubicBezTo>
                    <a:pt x="33" y="614"/>
                    <a:pt x="69" y="578"/>
                    <a:pt x="118" y="561"/>
                  </a:cubicBezTo>
                  <a:cubicBezTo>
                    <a:pt x="170" y="545"/>
                    <a:pt x="219" y="513"/>
                    <a:pt x="271" y="497"/>
                  </a:cubicBezTo>
                  <a:cubicBezTo>
                    <a:pt x="352" y="460"/>
                    <a:pt x="421" y="412"/>
                    <a:pt x="506" y="376"/>
                  </a:cubicBezTo>
                  <a:cubicBezTo>
                    <a:pt x="691" y="295"/>
                    <a:pt x="877" y="210"/>
                    <a:pt x="1059" y="125"/>
                  </a:cubicBezTo>
                  <a:lnTo>
                    <a:pt x="1281" y="24"/>
                  </a:lnTo>
                  <a:cubicBezTo>
                    <a:pt x="1281" y="24"/>
                    <a:pt x="1297" y="8"/>
                    <a:pt x="1281" y="8"/>
                  </a:cubicBezTo>
                  <a:cubicBezTo>
                    <a:pt x="1281" y="8"/>
                    <a:pt x="1281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0">
              <a:extLst>
                <a:ext uri="{FF2B5EF4-FFF2-40B4-BE49-F238E27FC236}">
                  <a16:creationId xmlns:a16="http://schemas.microsoft.com/office/drawing/2014/main" id="{1EFF7E68-855C-BD7C-8D7A-4DCC21DCCC21}"/>
                </a:ext>
              </a:extLst>
            </p:cNvPr>
            <p:cNvSpPr/>
            <p:nvPr/>
          </p:nvSpPr>
          <p:spPr>
            <a:xfrm>
              <a:off x="1923059" y="3712665"/>
              <a:ext cx="20163" cy="21752"/>
            </a:xfrm>
            <a:custGeom>
              <a:avLst/>
              <a:gdLst/>
              <a:ahLst/>
              <a:cxnLst/>
              <a:rect l="l" t="t" r="r" b="b"/>
              <a:pathLst>
                <a:path w="203" h="219" extrusionOk="0">
                  <a:moveTo>
                    <a:pt x="1" y="1"/>
                  </a:moveTo>
                  <a:lnTo>
                    <a:pt x="1" y="17"/>
                  </a:lnTo>
                  <a:lnTo>
                    <a:pt x="69" y="219"/>
                  </a:lnTo>
                  <a:lnTo>
                    <a:pt x="203" y="219"/>
                  </a:lnTo>
                  <a:lnTo>
                    <a:pt x="203" y="202"/>
                  </a:lnTo>
                  <a:lnTo>
                    <a:pt x="203" y="186"/>
                  </a:lnTo>
                  <a:lnTo>
                    <a:pt x="86" y="186"/>
                  </a:lnTo>
                  <a:lnTo>
                    <a:pt x="17" y="17"/>
                  </a:ln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0">
              <a:extLst>
                <a:ext uri="{FF2B5EF4-FFF2-40B4-BE49-F238E27FC236}">
                  <a16:creationId xmlns:a16="http://schemas.microsoft.com/office/drawing/2014/main" id="{9841F73F-06F7-ADA7-98B7-BEBE9B721B93}"/>
                </a:ext>
              </a:extLst>
            </p:cNvPr>
            <p:cNvSpPr/>
            <p:nvPr/>
          </p:nvSpPr>
          <p:spPr>
            <a:xfrm>
              <a:off x="505493" y="2875256"/>
              <a:ext cx="130513" cy="56715"/>
            </a:xfrm>
            <a:custGeom>
              <a:avLst/>
              <a:gdLst/>
              <a:ahLst/>
              <a:cxnLst/>
              <a:rect l="l" t="t" r="r" b="b"/>
              <a:pathLst>
                <a:path w="1314" h="571" extrusionOk="0">
                  <a:moveTo>
                    <a:pt x="1297" y="1"/>
                  </a:moveTo>
                  <a:lnTo>
                    <a:pt x="1043" y="102"/>
                  </a:lnTo>
                  <a:cubicBezTo>
                    <a:pt x="825" y="203"/>
                    <a:pt x="607" y="304"/>
                    <a:pt x="368" y="405"/>
                  </a:cubicBezTo>
                  <a:cubicBezTo>
                    <a:pt x="287" y="437"/>
                    <a:pt x="203" y="469"/>
                    <a:pt x="118" y="506"/>
                  </a:cubicBezTo>
                  <a:cubicBezTo>
                    <a:pt x="85" y="522"/>
                    <a:pt x="49" y="538"/>
                    <a:pt x="1" y="538"/>
                  </a:cubicBezTo>
                  <a:lnTo>
                    <a:pt x="1" y="570"/>
                  </a:lnTo>
                  <a:lnTo>
                    <a:pt x="17" y="570"/>
                  </a:lnTo>
                  <a:cubicBezTo>
                    <a:pt x="49" y="554"/>
                    <a:pt x="102" y="538"/>
                    <a:pt x="134" y="522"/>
                  </a:cubicBezTo>
                  <a:cubicBezTo>
                    <a:pt x="219" y="490"/>
                    <a:pt x="304" y="453"/>
                    <a:pt x="388" y="421"/>
                  </a:cubicBezTo>
                  <a:cubicBezTo>
                    <a:pt x="607" y="320"/>
                    <a:pt x="841" y="235"/>
                    <a:pt x="1059" y="134"/>
                  </a:cubicBezTo>
                  <a:lnTo>
                    <a:pt x="1297" y="33"/>
                  </a:lnTo>
                  <a:cubicBezTo>
                    <a:pt x="1314" y="33"/>
                    <a:pt x="1314" y="17"/>
                    <a:pt x="1314" y="17"/>
                  </a:cubicBezTo>
                  <a:cubicBezTo>
                    <a:pt x="1314" y="1"/>
                    <a:pt x="1297" y="1"/>
                    <a:pt x="12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0">
              <a:extLst>
                <a:ext uri="{FF2B5EF4-FFF2-40B4-BE49-F238E27FC236}">
                  <a16:creationId xmlns:a16="http://schemas.microsoft.com/office/drawing/2014/main" id="{AF942460-69C2-1B5A-C892-7A4F20B8A884}"/>
                </a:ext>
              </a:extLst>
            </p:cNvPr>
            <p:cNvSpPr/>
            <p:nvPr/>
          </p:nvSpPr>
          <p:spPr>
            <a:xfrm>
              <a:off x="787973" y="3619200"/>
              <a:ext cx="4966" cy="100418"/>
            </a:xfrm>
            <a:custGeom>
              <a:avLst/>
              <a:gdLst/>
              <a:ahLst/>
              <a:cxnLst/>
              <a:rect l="l" t="t" r="r" b="b"/>
              <a:pathLst>
                <a:path w="50" h="1011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33" y="218"/>
                    <a:pt x="17" y="404"/>
                    <a:pt x="17" y="606"/>
                  </a:cubicBezTo>
                  <a:lnTo>
                    <a:pt x="17" y="723"/>
                  </a:lnTo>
                  <a:lnTo>
                    <a:pt x="17" y="792"/>
                  </a:lnTo>
                  <a:cubicBezTo>
                    <a:pt x="17" y="857"/>
                    <a:pt x="17" y="925"/>
                    <a:pt x="1" y="994"/>
                  </a:cubicBezTo>
                  <a:cubicBezTo>
                    <a:pt x="1" y="1010"/>
                    <a:pt x="17" y="1010"/>
                    <a:pt x="17" y="1010"/>
                  </a:cubicBezTo>
                  <a:cubicBezTo>
                    <a:pt x="33" y="1010"/>
                    <a:pt x="33" y="1010"/>
                    <a:pt x="33" y="994"/>
                  </a:cubicBezTo>
                  <a:lnTo>
                    <a:pt x="33" y="792"/>
                  </a:lnTo>
                  <a:lnTo>
                    <a:pt x="33" y="723"/>
                  </a:lnTo>
                  <a:cubicBezTo>
                    <a:pt x="49" y="691"/>
                    <a:pt x="49" y="639"/>
                    <a:pt x="49" y="606"/>
                  </a:cubicBez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0">
              <a:extLst>
                <a:ext uri="{FF2B5EF4-FFF2-40B4-BE49-F238E27FC236}">
                  <a16:creationId xmlns:a16="http://schemas.microsoft.com/office/drawing/2014/main" id="{CE5B27F1-7885-95AA-F39E-61B2AC92EAA9}"/>
                </a:ext>
              </a:extLst>
            </p:cNvPr>
            <p:cNvSpPr/>
            <p:nvPr/>
          </p:nvSpPr>
          <p:spPr>
            <a:xfrm>
              <a:off x="487019" y="1711664"/>
              <a:ext cx="153854" cy="108860"/>
            </a:xfrm>
            <a:custGeom>
              <a:avLst/>
              <a:gdLst/>
              <a:ahLst/>
              <a:cxnLst/>
              <a:rect l="l" t="t" r="r" b="b"/>
              <a:pathLst>
                <a:path w="1549" h="1096" extrusionOk="0">
                  <a:moveTo>
                    <a:pt x="1516" y="1"/>
                  </a:moveTo>
                  <a:cubicBezTo>
                    <a:pt x="1500" y="1"/>
                    <a:pt x="1500" y="1"/>
                    <a:pt x="1500" y="17"/>
                  </a:cubicBezTo>
                  <a:cubicBezTo>
                    <a:pt x="1532" y="166"/>
                    <a:pt x="1532" y="166"/>
                    <a:pt x="1399" y="251"/>
                  </a:cubicBezTo>
                  <a:lnTo>
                    <a:pt x="1382" y="251"/>
                  </a:lnTo>
                  <a:cubicBezTo>
                    <a:pt x="1079" y="421"/>
                    <a:pt x="793" y="607"/>
                    <a:pt x="490" y="772"/>
                  </a:cubicBezTo>
                  <a:cubicBezTo>
                    <a:pt x="336" y="857"/>
                    <a:pt x="203" y="942"/>
                    <a:pt x="49" y="1043"/>
                  </a:cubicBezTo>
                  <a:cubicBezTo>
                    <a:pt x="49" y="1043"/>
                    <a:pt x="33" y="1043"/>
                    <a:pt x="17" y="1059"/>
                  </a:cubicBezTo>
                  <a:lnTo>
                    <a:pt x="1" y="1059"/>
                  </a:lnTo>
                  <a:lnTo>
                    <a:pt x="1" y="1075"/>
                  </a:lnTo>
                  <a:lnTo>
                    <a:pt x="17" y="1095"/>
                  </a:lnTo>
                  <a:lnTo>
                    <a:pt x="33" y="1075"/>
                  </a:lnTo>
                  <a:cubicBezTo>
                    <a:pt x="49" y="1075"/>
                    <a:pt x="49" y="1059"/>
                    <a:pt x="69" y="1059"/>
                  </a:cubicBezTo>
                  <a:cubicBezTo>
                    <a:pt x="219" y="974"/>
                    <a:pt x="352" y="893"/>
                    <a:pt x="506" y="809"/>
                  </a:cubicBezTo>
                  <a:cubicBezTo>
                    <a:pt x="793" y="623"/>
                    <a:pt x="1096" y="453"/>
                    <a:pt x="1399" y="267"/>
                  </a:cubicBezTo>
                  <a:cubicBezTo>
                    <a:pt x="1548" y="186"/>
                    <a:pt x="1548" y="166"/>
                    <a:pt x="15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0">
              <a:extLst>
                <a:ext uri="{FF2B5EF4-FFF2-40B4-BE49-F238E27FC236}">
                  <a16:creationId xmlns:a16="http://schemas.microsoft.com/office/drawing/2014/main" id="{FA869839-7706-DC91-36D6-F311F58FFC89}"/>
                </a:ext>
              </a:extLst>
            </p:cNvPr>
            <p:cNvSpPr/>
            <p:nvPr/>
          </p:nvSpPr>
          <p:spPr>
            <a:xfrm>
              <a:off x="1643857" y="3485608"/>
              <a:ext cx="6853" cy="76679"/>
            </a:xfrm>
            <a:custGeom>
              <a:avLst/>
              <a:gdLst/>
              <a:ahLst/>
              <a:cxnLst/>
              <a:rect l="l" t="t" r="r" b="b"/>
              <a:pathLst>
                <a:path w="69" h="772" extrusionOk="0">
                  <a:moveTo>
                    <a:pt x="37" y="0"/>
                  </a:moveTo>
                  <a:cubicBezTo>
                    <a:pt x="16" y="133"/>
                    <a:pt x="16" y="267"/>
                    <a:pt x="16" y="384"/>
                  </a:cubicBezTo>
                  <a:lnTo>
                    <a:pt x="16" y="622"/>
                  </a:lnTo>
                  <a:lnTo>
                    <a:pt x="16" y="671"/>
                  </a:lnTo>
                  <a:cubicBezTo>
                    <a:pt x="16" y="707"/>
                    <a:pt x="37" y="723"/>
                    <a:pt x="16" y="755"/>
                  </a:cubicBezTo>
                  <a:cubicBezTo>
                    <a:pt x="0" y="755"/>
                    <a:pt x="0" y="772"/>
                    <a:pt x="16" y="772"/>
                  </a:cubicBezTo>
                  <a:lnTo>
                    <a:pt x="37" y="772"/>
                  </a:lnTo>
                  <a:cubicBezTo>
                    <a:pt x="53" y="739"/>
                    <a:pt x="53" y="707"/>
                    <a:pt x="53" y="671"/>
                  </a:cubicBezTo>
                  <a:lnTo>
                    <a:pt x="53" y="622"/>
                  </a:lnTo>
                  <a:lnTo>
                    <a:pt x="53" y="384"/>
                  </a:lnTo>
                  <a:cubicBezTo>
                    <a:pt x="53" y="267"/>
                    <a:pt x="53" y="133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0">
              <a:extLst>
                <a:ext uri="{FF2B5EF4-FFF2-40B4-BE49-F238E27FC236}">
                  <a16:creationId xmlns:a16="http://schemas.microsoft.com/office/drawing/2014/main" id="{84180917-03B5-2F94-C07C-350AE7914ACB}"/>
                </a:ext>
              </a:extLst>
            </p:cNvPr>
            <p:cNvSpPr/>
            <p:nvPr/>
          </p:nvSpPr>
          <p:spPr>
            <a:xfrm>
              <a:off x="1737719" y="2907835"/>
              <a:ext cx="170640" cy="307014"/>
            </a:xfrm>
            <a:custGeom>
              <a:avLst/>
              <a:gdLst/>
              <a:ahLst/>
              <a:cxnLst/>
              <a:rect l="l" t="t" r="r" b="b"/>
              <a:pathLst>
                <a:path w="1718" h="3091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lnTo>
                    <a:pt x="0" y="24"/>
                  </a:lnTo>
                  <a:cubicBezTo>
                    <a:pt x="0" y="40"/>
                    <a:pt x="0" y="61"/>
                    <a:pt x="17" y="77"/>
                  </a:cubicBezTo>
                  <a:cubicBezTo>
                    <a:pt x="17" y="109"/>
                    <a:pt x="33" y="162"/>
                    <a:pt x="65" y="178"/>
                  </a:cubicBezTo>
                  <a:cubicBezTo>
                    <a:pt x="202" y="311"/>
                    <a:pt x="336" y="464"/>
                    <a:pt x="437" y="614"/>
                  </a:cubicBezTo>
                  <a:cubicBezTo>
                    <a:pt x="505" y="683"/>
                    <a:pt x="554" y="747"/>
                    <a:pt x="606" y="816"/>
                  </a:cubicBezTo>
                  <a:cubicBezTo>
                    <a:pt x="841" y="1103"/>
                    <a:pt x="1059" y="1390"/>
                    <a:pt x="1277" y="1656"/>
                  </a:cubicBezTo>
                  <a:cubicBezTo>
                    <a:pt x="1394" y="1810"/>
                    <a:pt x="1515" y="1943"/>
                    <a:pt x="1632" y="2097"/>
                  </a:cubicBezTo>
                  <a:cubicBezTo>
                    <a:pt x="1649" y="2097"/>
                    <a:pt x="1649" y="2097"/>
                    <a:pt x="1649" y="2113"/>
                  </a:cubicBezTo>
                  <a:cubicBezTo>
                    <a:pt x="1665" y="2129"/>
                    <a:pt x="1697" y="2145"/>
                    <a:pt x="1681" y="2198"/>
                  </a:cubicBezTo>
                  <a:cubicBezTo>
                    <a:pt x="1665" y="2347"/>
                    <a:pt x="1665" y="2517"/>
                    <a:pt x="1665" y="2666"/>
                  </a:cubicBezTo>
                  <a:cubicBezTo>
                    <a:pt x="1665" y="2751"/>
                    <a:pt x="1681" y="2852"/>
                    <a:pt x="1665" y="2937"/>
                  </a:cubicBezTo>
                  <a:cubicBezTo>
                    <a:pt x="1665" y="2969"/>
                    <a:pt x="1665" y="3022"/>
                    <a:pt x="1649" y="3054"/>
                  </a:cubicBezTo>
                  <a:lnTo>
                    <a:pt x="1649" y="3070"/>
                  </a:lnTo>
                  <a:lnTo>
                    <a:pt x="1665" y="3090"/>
                  </a:lnTo>
                  <a:lnTo>
                    <a:pt x="1665" y="3070"/>
                  </a:lnTo>
                  <a:cubicBezTo>
                    <a:pt x="1697" y="3038"/>
                    <a:pt x="1697" y="2989"/>
                    <a:pt x="1697" y="2937"/>
                  </a:cubicBezTo>
                  <a:lnTo>
                    <a:pt x="1697" y="2666"/>
                  </a:lnTo>
                  <a:cubicBezTo>
                    <a:pt x="1697" y="2517"/>
                    <a:pt x="1697" y="2347"/>
                    <a:pt x="1717" y="2198"/>
                  </a:cubicBezTo>
                  <a:cubicBezTo>
                    <a:pt x="1717" y="2145"/>
                    <a:pt x="1697" y="2113"/>
                    <a:pt x="1665" y="2097"/>
                  </a:cubicBezTo>
                  <a:cubicBezTo>
                    <a:pt x="1665" y="2080"/>
                    <a:pt x="1665" y="2080"/>
                    <a:pt x="1649" y="2080"/>
                  </a:cubicBezTo>
                  <a:cubicBezTo>
                    <a:pt x="1532" y="1927"/>
                    <a:pt x="1431" y="1794"/>
                    <a:pt x="1313" y="1640"/>
                  </a:cubicBezTo>
                  <a:cubicBezTo>
                    <a:pt x="1091" y="1373"/>
                    <a:pt x="857" y="1087"/>
                    <a:pt x="623" y="800"/>
                  </a:cubicBezTo>
                  <a:cubicBezTo>
                    <a:pt x="570" y="731"/>
                    <a:pt x="522" y="666"/>
                    <a:pt x="469" y="598"/>
                  </a:cubicBezTo>
                  <a:cubicBezTo>
                    <a:pt x="352" y="444"/>
                    <a:pt x="235" y="295"/>
                    <a:pt x="81" y="162"/>
                  </a:cubicBezTo>
                  <a:cubicBezTo>
                    <a:pt x="49" y="141"/>
                    <a:pt x="49" y="109"/>
                    <a:pt x="33" y="61"/>
                  </a:cubicBezTo>
                  <a:cubicBezTo>
                    <a:pt x="33" y="40"/>
                    <a:pt x="33" y="24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0">
              <a:extLst>
                <a:ext uri="{FF2B5EF4-FFF2-40B4-BE49-F238E27FC236}">
                  <a16:creationId xmlns:a16="http://schemas.microsoft.com/office/drawing/2014/main" id="{42C6ECC7-688E-AC8A-3688-4E59319A48C1}"/>
                </a:ext>
              </a:extLst>
            </p:cNvPr>
            <p:cNvSpPr/>
            <p:nvPr/>
          </p:nvSpPr>
          <p:spPr>
            <a:xfrm>
              <a:off x="2116842" y="3291329"/>
              <a:ext cx="5364" cy="27016"/>
            </a:xfrm>
            <a:custGeom>
              <a:avLst/>
              <a:gdLst/>
              <a:ahLst/>
              <a:cxnLst/>
              <a:rect l="l" t="t" r="r" b="b"/>
              <a:pathLst>
                <a:path w="54" h="272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" y="70"/>
                    <a:pt x="21" y="118"/>
                    <a:pt x="21" y="171"/>
                  </a:cubicBezTo>
                  <a:lnTo>
                    <a:pt x="21" y="255"/>
                  </a:lnTo>
                  <a:cubicBezTo>
                    <a:pt x="21" y="272"/>
                    <a:pt x="21" y="272"/>
                    <a:pt x="37" y="272"/>
                  </a:cubicBezTo>
                  <a:lnTo>
                    <a:pt x="37" y="255"/>
                  </a:lnTo>
                  <a:cubicBezTo>
                    <a:pt x="53" y="239"/>
                    <a:pt x="37" y="203"/>
                    <a:pt x="37" y="171"/>
                  </a:cubicBezTo>
                  <a:cubicBezTo>
                    <a:pt x="37" y="118"/>
                    <a:pt x="37" y="70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0">
              <a:extLst>
                <a:ext uri="{FF2B5EF4-FFF2-40B4-BE49-F238E27FC236}">
                  <a16:creationId xmlns:a16="http://schemas.microsoft.com/office/drawing/2014/main" id="{E6FD53E2-C58A-2708-64C5-9D9E2A8F5661}"/>
                </a:ext>
              </a:extLst>
            </p:cNvPr>
            <p:cNvSpPr/>
            <p:nvPr/>
          </p:nvSpPr>
          <p:spPr>
            <a:xfrm>
              <a:off x="2155381" y="3336720"/>
              <a:ext cx="5364" cy="33373"/>
            </a:xfrm>
            <a:custGeom>
              <a:avLst/>
              <a:gdLst/>
              <a:ahLst/>
              <a:cxnLst/>
              <a:rect l="l" t="t" r="r" b="b"/>
              <a:pathLst>
                <a:path w="54" h="336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85"/>
                    <a:pt x="1" y="150"/>
                    <a:pt x="1" y="202"/>
                  </a:cubicBezTo>
                  <a:lnTo>
                    <a:pt x="1" y="319"/>
                  </a:lnTo>
                  <a:lnTo>
                    <a:pt x="17" y="336"/>
                  </a:lnTo>
                  <a:lnTo>
                    <a:pt x="37" y="319"/>
                  </a:lnTo>
                  <a:lnTo>
                    <a:pt x="37" y="202"/>
                  </a:lnTo>
                  <a:cubicBezTo>
                    <a:pt x="37" y="134"/>
                    <a:pt x="37" y="85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0">
              <a:extLst>
                <a:ext uri="{FF2B5EF4-FFF2-40B4-BE49-F238E27FC236}">
                  <a16:creationId xmlns:a16="http://schemas.microsoft.com/office/drawing/2014/main" id="{29CFAD36-8F09-1843-C6FE-407EB524E66B}"/>
                </a:ext>
              </a:extLst>
            </p:cNvPr>
            <p:cNvSpPr/>
            <p:nvPr/>
          </p:nvSpPr>
          <p:spPr>
            <a:xfrm>
              <a:off x="1409946" y="1639852"/>
              <a:ext cx="71911" cy="190704"/>
            </a:xfrm>
            <a:custGeom>
              <a:avLst/>
              <a:gdLst/>
              <a:ahLst/>
              <a:cxnLst/>
              <a:rect l="l" t="t" r="r" b="b"/>
              <a:pathLst>
                <a:path w="724" h="1920" extrusionOk="0">
                  <a:moveTo>
                    <a:pt x="0" y="1"/>
                  </a:moveTo>
                  <a:lnTo>
                    <a:pt x="0" y="17"/>
                  </a:lnTo>
                  <a:cubicBezTo>
                    <a:pt x="117" y="134"/>
                    <a:pt x="186" y="267"/>
                    <a:pt x="271" y="384"/>
                  </a:cubicBezTo>
                  <a:cubicBezTo>
                    <a:pt x="303" y="437"/>
                    <a:pt x="319" y="485"/>
                    <a:pt x="352" y="522"/>
                  </a:cubicBezTo>
                  <a:cubicBezTo>
                    <a:pt x="372" y="554"/>
                    <a:pt x="404" y="586"/>
                    <a:pt x="420" y="639"/>
                  </a:cubicBezTo>
                  <a:cubicBezTo>
                    <a:pt x="473" y="724"/>
                    <a:pt x="537" y="808"/>
                    <a:pt x="606" y="889"/>
                  </a:cubicBezTo>
                  <a:cubicBezTo>
                    <a:pt x="691" y="1010"/>
                    <a:pt x="675" y="1144"/>
                    <a:pt x="675" y="1277"/>
                  </a:cubicBezTo>
                  <a:cubicBezTo>
                    <a:pt x="654" y="1293"/>
                    <a:pt x="654" y="1313"/>
                    <a:pt x="654" y="1330"/>
                  </a:cubicBezTo>
                  <a:cubicBezTo>
                    <a:pt x="638" y="1479"/>
                    <a:pt x="638" y="1633"/>
                    <a:pt x="654" y="1782"/>
                  </a:cubicBezTo>
                  <a:cubicBezTo>
                    <a:pt x="654" y="1818"/>
                    <a:pt x="638" y="1835"/>
                    <a:pt x="638" y="1867"/>
                  </a:cubicBezTo>
                  <a:cubicBezTo>
                    <a:pt x="638" y="1867"/>
                    <a:pt x="622" y="1883"/>
                    <a:pt x="622" y="1899"/>
                  </a:cubicBezTo>
                  <a:lnTo>
                    <a:pt x="622" y="1919"/>
                  </a:lnTo>
                  <a:lnTo>
                    <a:pt x="638" y="1919"/>
                  </a:lnTo>
                  <a:lnTo>
                    <a:pt x="638" y="1899"/>
                  </a:lnTo>
                  <a:cubicBezTo>
                    <a:pt x="654" y="1899"/>
                    <a:pt x="654" y="1883"/>
                    <a:pt x="654" y="1867"/>
                  </a:cubicBezTo>
                  <a:cubicBezTo>
                    <a:pt x="675" y="1851"/>
                    <a:pt x="691" y="1818"/>
                    <a:pt x="675" y="1782"/>
                  </a:cubicBezTo>
                  <a:cubicBezTo>
                    <a:pt x="675" y="1633"/>
                    <a:pt x="675" y="1479"/>
                    <a:pt x="691" y="1346"/>
                  </a:cubicBezTo>
                  <a:lnTo>
                    <a:pt x="691" y="1277"/>
                  </a:lnTo>
                  <a:cubicBezTo>
                    <a:pt x="707" y="1144"/>
                    <a:pt x="723" y="1010"/>
                    <a:pt x="622" y="873"/>
                  </a:cubicBezTo>
                  <a:cubicBezTo>
                    <a:pt x="553" y="808"/>
                    <a:pt x="489" y="707"/>
                    <a:pt x="436" y="623"/>
                  </a:cubicBezTo>
                  <a:cubicBezTo>
                    <a:pt x="420" y="586"/>
                    <a:pt x="404" y="538"/>
                    <a:pt x="372" y="506"/>
                  </a:cubicBezTo>
                  <a:cubicBezTo>
                    <a:pt x="352" y="469"/>
                    <a:pt x="319" y="421"/>
                    <a:pt x="287" y="368"/>
                  </a:cubicBezTo>
                  <a:cubicBezTo>
                    <a:pt x="218" y="251"/>
                    <a:pt x="1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0">
              <a:extLst>
                <a:ext uri="{FF2B5EF4-FFF2-40B4-BE49-F238E27FC236}">
                  <a16:creationId xmlns:a16="http://schemas.microsoft.com/office/drawing/2014/main" id="{80554E97-B826-74EE-AE29-2CC47FE17F4D}"/>
                </a:ext>
              </a:extLst>
            </p:cNvPr>
            <p:cNvSpPr/>
            <p:nvPr/>
          </p:nvSpPr>
          <p:spPr>
            <a:xfrm>
              <a:off x="978578" y="3395322"/>
              <a:ext cx="6953" cy="91975"/>
            </a:xfrm>
            <a:custGeom>
              <a:avLst/>
              <a:gdLst/>
              <a:ahLst/>
              <a:cxnLst/>
              <a:rect l="l" t="t" r="r" b="b"/>
              <a:pathLst>
                <a:path w="70" h="926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cubicBezTo>
                    <a:pt x="17" y="166"/>
                    <a:pt x="17" y="319"/>
                    <a:pt x="17" y="469"/>
                  </a:cubicBezTo>
                  <a:lnTo>
                    <a:pt x="17" y="772"/>
                  </a:lnTo>
                  <a:lnTo>
                    <a:pt x="17" y="808"/>
                  </a:lnTo>
                  <a:cubicBezTo>
                    <a:pt x="17" y="840"/>
                    <a:pt x="17" y="889"/>
                    <a:pt x="49" y="925"/>
                  </a:cubicBezTo>
                  <a:lnTo>
                    <a:pt x="69" y="925"/>
                  </a:lnTo>
                  <a:lnTo>
                    <a:pt x="69" y="909"/>
                  </a:lnTo>
                  <a:cubicBezTo>
                    <a:pt x="33" y="873"/>
                    <a:pt x="49" y="840"/>
                    <a:pt x="49" y="808"/>
                  </a:cubicBezTo>
                  <a:lnTo>
                    <a:pt x="49" y="772"/>
                  </a:lnTo>
                  <a:lnTo>
                    <a:pt x="49" y="469"/>
                  </a:lnTo>
                  <a:cubicBezTo>
                    <a:pt x="49" y="319"/>
                    <a:pt x="49" y="166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0">
              <a:extLst>
                <a:ext uri="{FF2B5EF4-FFF2-40B4-BE49-F238E27FC236}">
                  <a16:creationId xmlns:a16="http://schemas.microsoft.com/office/drawing/2014/main" id="{28AB2477-209C-A6D7-C177-A4C4B4982B18}"/>
                </a:ext>
              </a:extLst>
            </p:cNvPr>
            <p:cNvSpPr/>
            <p:nvPr/>
          </p:nvSpPr>
          <p:spPr>
            <a:xfrm>
              <a:off x="888292" y="2829964"/>
              <a:ext cx="4867" cy="20163"/>
            </a:xfrm>
            <a:custGeom>
              <a:avLst/>
              <a:gdLst/>
              <a:ahLst/>
              <a:cxnLst/>
              <a:rect l="l" t="t" r="r" b="b"/>
              <a:pathLst>
                <a:path w="49" h="203" extrusionOk="0">
                  <a:moveTo>
                    <a:pt x="17" y="0"/>
                  </a:moveTo>
                  <a:lnTo>
                    <a:pt x="17" y="16"/>
                  </a:lnTo>
                  <a:lnTo>
                    <a:pt x="17" y="69"/>
                  </a:lnTo>
                  <a:cubicBezTo>
                    <a:pt x="0" y="117"/>
                    <a:pt x="0" y="154"/>
                    <a:pt x="17" y="202"/>
                  </a:cubicBezTo>
                  <a:lnTo>
                    <a:pt x="33" y="202"/>
                  </a:lnTo>
                  <a:cubicBezTo>
                    <a:pt x="49" y="202"/>
                    <a:pt x="49" y="186"/>
                    <a:pt x="49" y="186"/>
                  </a:cubicBezTo>
                  <a:cubicBezTo>
                    <a:pt x="33" y="154"/>
                    <a:pt x="33" y="117"/>
                    <a:pt x="33" y="69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0">
              <a:extLst>
                <a:ext uri="{FF2B5EF4-FFF2-40B4-BE49-F238E27FC236}">
                  <a16:creationId xmlns:a16="http://schemas.microsoft.com/office/drawing/2014/main" id="{8F17C2F2-3961-7B8C-1626-424751679D3D}"/>
                </a:ext>
              </a:extLst>
            </p:cNvPr>
            <p:cNvSpPr/>
            <p:nvPr/>
          </p:nvSpPr>
          <p:spPr>
            <a:xfrm>
              <a:off x="1409946" y="1646308"/>
              <a:ext cx="6853" cy="160609"/>
            </a:xfrm>
            <a:custGeom>
              <a:avLst/>
              <a:gdLst/>
              <a:ahLst/>
              <a:cxnLst/>
              <a:rect l="l" t="t" r="r" b="b"/>
              <a:pathLst>
                <a:path w="69" h="1617" extrusionOk="0">
                  <a:moveTo>
                    <a:pt x="49" y="0"/>
                  </a:moveTo>
                  <a:cubicBezTo>
                    <a:pt x="16" y="37"/>
                    <a:pt x="16" y="53"/>
                    <a:pt x="16" y="101"/>
                  </a:cubicBezTo>
                  <a:lnTo>
                    <a:pt x="16" y="372"/>
                  </a:lnTo>
                  <a:cubicBezTo>
                    <a:pt x="0" y="574"/>
                    <a:pt x="0" y="776"/>
                    <a:pt x="16" y="978"/>
                  </a:cubicBezTo>
                  <a:cubicBezTo>
                    <a:pt x="32" y="1147"/>
                    <a:pt x="32" y="1313"/>
                    <a:pt x="32" y="1467"/>
                  </a:cubicBezTo>
                  <a:lnTo>
                    <a:pt x="32" y="1483"/>
                  </a:lnTo>
                  <a:cubicBezTo>
                    <a:pt x="49" y="1531"/>
                    <a:pt x="49" y="1568"/>
                    <a:pt x="16" y="1600"/>
                  </a:cubicBezTo>
                  <a:lnTo>
                    <a:pt x="16" y="1616"/>
                  </a:lnTo>
                  <a:lnTo>
                    <a:pt x="32" y="1616"/>
                  </a:lnTo>
                  <a:cubicBezTo>
                    <a:pt x="69" y="1584"/>
                    <a:pt x="69" y="1531"/>
                    <a:pt x="69" y="1483"/>
                  </a:cubicBezTo>
                  <a:lnTo>
                    <a:pt x="69" y="1467"/>
                  </a:lnTo>
                  <a:cubicBezTo>
                    <a:pt x="69" y="1313"/>
                    <a:pt x="49" y="1147"/>
                    <a:pt x="49" y="978"/>
                  </a:cubicBezTo>
                  <a:cubicBezTo>
                    <a:pt x="32" y="776"/>
                    <a:pt x="32" y="574"/>
                    <a:pt x="32" y="372"/>
                  </a:cubicBezTo>
                  <a:lnTo>
                    <a:pt x="32" y="101"/>
                  </a:lnTo>
                  <a:cubicBezTo>
                    <a:pt x="32" y="69"/>
                    <a:pt x="49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0">
              <a:extLst>
                <a:ext uri="{FF2B5EF4-FFF2-40B4-BE49-F238E27FC236}">
                  <a16:creationId xmlns:a16="http://schemas.microsoft.com/office/drawing/2014/main" id="{55ECFC2F-479D-9A48-F9EF-FC2E12104B02}"/>
                </a:ext>
              </a:extLst>
            </p:cNvPr>
            <p:cNvSpPr/>
            <p:nvPr/>
          </p:nvSpPr>
          <p:spPr>
            <a:xfrm>
              <a:off x="487019" y="2031093"/>
              <a:ext cx="153854" cy="203914"/>
            </a:xfrm>
            <a:custGeom>
              <a:avLst/>
              <a:gdLst/>
              <a:ahLst/>
              <a:cxnLst/>
              <a:rect l="l" t="t" r="r" b="b"/>
              <a:pathLst>
                <a:path w="1549" h="2053" extrusionOk="0">
                  <a:moveTo>
                    <a:pt x="1500" y="0"/>
                  </a:moveTo>
                  <a:lnTo>
                    <a:pt x="1500" y="16"/>
                  </a:lnTo>
                  <a:cubicBezTo>
                    <a:pt x="1516" y="101"/>
                    <a:pt x="1516" y="182"/>
                    <a:pt x="1516" y="267"/>
                  </a:cubicBezTo>
                  <a:cubicBezTo>
                    <a:pt x="1500" y="319"/>
                    <a:pt x="1500" y="368"/>
                    <a:pt x="1500" y="420"/>
                  </a:cubicBezTo>
                  <a:cubicBezTo>
                    <a:pt x="1516" y="586"/>
                    <a:pt x="1516" y="772"/>
                    <a:pt x="1516" y="941"/>
                  </a:cubicBezTo>
                  <a:lnTo>
                    <a:pt x="1516" y="1160"/>
                  </a:lnTo>
                  <a:cubicBezTo>
                    <a:pt x="1516" y="1228"/>
                    <a:pt x="1516" y="1244"/>
                    <a:pt x="1447" y="1277"/>
                  </a:cubicBezTo>
                  <a:cubicBezTo>
                    <a:pt x="1079" y="1463"/>
                    <a:pt x="724" y="1665"/>
                    <a:pt x="352" y="1850"/>
                  </a:cubicBezTo>
                  <a:cubicBezTo>
                    <a:pt x="251" y="1919"/>
                    <a:pt x="134" y="1968"/>
                    <a:pt x="17" y="2036"/>
                  </a:cubicBezTo>
                  <a:cubicBezTo>
                    <a:pt x="17" y="2036"/>
                    <a:pt x="1" y="2052"/>
                    <a:pt x="17" y="2052"/>
                  </a:cubicBezTo>
                  <a:lnTo>
                    <a:pt x="33" y="2052"/>
                  </a:lnTo>
                  <a:cubicBezTo>
                    <a:pt x="150" y="2000"/>
                    <a:pt x="251" y="1935"/>
                    <a:pt x="372" y="1883"/>
                  </a:cubicBezTo>
                  <a:cubicBezTo>
                    <a:pt x="724" y="1681"/>
                    <a:pt x="1096" y="1495"/>
                    <a:pt x="1463" y="1313"/>
                  </a:cubicBezTo>
                  <a:cubicBezTo>
                    <a:pt x="1532" y="1261"/>
                    <a:pt x="1532" y="1228"/>
                    <a:pt x="1532" y="1160"/>
                  </a:cubicBezTo>
                  <a:lnTo>
                    <a:pt x="1532" y="941"/>
                  </a:lnTo>
                  <a:cubicBezTo>
                    <a:pt x="1532" y="772"/>
                    <a:pt x="1548" y="586"/>
                    <a:pt x="1532" y="404"/>
                  </a:cubicBezTo>
                  <a:lnTo>
                    <a:pt x="1532" y="267"/>
                  </a:lnTo>
                  <a:cubicBezTo>
                    <a:pt x="1548" y="182"/>
                    <a:pt x="1548" y="81"/>
                    <a:pt x="15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0">
              <a:extLst>
                <a:ext uri="{FF2B5EF4-FFF2-40B4-BE49-F238E27FC236}">
                  <a16:creationId xmlns:a16="http://schemas.microsoft.com/office/drawing/2014/main" id="{D3768B16-1177-5FC9-B46C-D644A4E2D5E9}"/>
                </a:ext>
              </a:extLst>
            </p:cNvPr>
            <p:cNvSpPr/>
            <p:nvPr/>
          </p:nvSpPr>
          <p:spPr>
            <a:xfrm>
              <a:off x="523967" y="2699550"/>
              <a:ext cx="113628" cy="51848"/>
            </a:xfrm>
            <a:custGeom>
              <a:avLst/>
              <a:gdLst/>
              <a:ahLst/>
              <a:cxnLst/>
              <a:rect l="l" t="t" r="r" b="b"/>
              <a:pathLst>
                <a:path w="1144" h="522" extrusionOk="0">
                  <a:moveTo>
                    <a:pt x="1128" y="0"/>
                  </a:moveTo>
                  <a:cubicBezTo>
                    <a:pt x="1027" y="16"/>
                    <a:pt x="942" y="53"/>
                    <a:pt x="873" y="101"/>
                  </a:cubicBezTo>
                  <a:cubicBezTo>
                    <a:pt x="825" y="117"/>
                    <a:pt x="788" y="138"/>
                    <a:pt x="756" y="154"/>
                  </a:cubicBezTo>
                  <a:cubicBezTo>
                    <a:pt x="570" y="239"/>
                    <a:pt x="404" y="319"/>
                    <a:pt x="235" y="388"/>
                  </a:cubicBezTo>
                  <a:cubicBezTo>
                    <a:pt x="150" y="420"/>
                    <a:pt x="81" y="457"/>
                    <a:pt x="17" y="489"/>
                  </a:cubicBezTo>
                  <a:cubicBezTo>
                    <a:pt x="0" y="489"/>
                    <a:pt x="0" y="505"/>
                    <a:pt x="0" y="505"/>
                  </a:cubicBezTo>
                  <a:lnTo>
                    <a:pt x="17" y="521"/>
                  </a:lnTo>
                  <a:cubicBezTo>
                    <a:pt x="101" y="489"/>
                    <a:pt x="166" y="457"/>
                    <a:pt x="235" y="420"/>
                  </a:cubicBezTo>
                  <a:cubicBezTo>
                    <a:pt x="404" y="340"/>
                    <a:pt x="586" y="255"/>
                    <a:pt x="772" y="186"/>
                  </a:cubicBezTo>
                  <a:cubicBezTo>
                    <a:pt x="808" y="170"/>
                    <a:pt x="841" y="138"/>
                    <a:pt x="873" y="117"/>
                  </a:cubicBezTo>
                  <a:cubicBezTo>
                    <a:pt x="958" y="85"/>
                    <a:pt x="1043" y="37"/>
                    <a:pt x="1128" y="37"/>
                  </a:cubicBezTo>
                  <a:lnTo>
                    <a:pt x="1144" y="16"/>
                  </a:lnTo>
                  <a:cubicBezTo>
                    <a:pt x="1144" y="0"/>
                    <a:pt x="1128" y="0"/>
                    <a:pt x="11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0">
              <a:extLst>
                <a:ext uri="{FF2B5EF4-FFF2-40B4-BE49-F238E27FC236}">
                  <a16:creationId xmlns:a16="http://schemas.microsoft.com/office/drawing/2014/main" id="{1CE77F0E-1E66-656F-7908-0032759E8660}"/>
                </a:ext>
              </a:extLst>
            </p:cNvPr>
            <p:cNvSpPr/>
            <p:nvPr/>
          </p:nvSpPr>
          <p:spPr>
            <a:xfrm>
              <a:off x="513936" y="3508850"/>
              <a:ext cx="126937" cy="122070"/>
            </a:xfrm>
            <a:custGeom>
              <a:avLst/>
              <a:gdLst/>
              <a:ahLst/>
              <a:cxnLst/>
              <a:rect l="l" t="t" r="r" b="b"/>
              <a:pathLst>
                <a:path w="1278" h="1229" extrusionOk="0">
                  <a:moveTo>
                    <a:pt x="1245" y="0"/>
                  </a:moveTo>
                  <a:cubicBezTo>
                    <a:pt x="1229" y="0"/>
                    <a:pt x="1229" y="17"/>
                    <a:pt x="1229" y="17"/>
                  </a:cubicBezTo>
                  <a:cubicBezTo>
                    <a:pt x="1245" y="186"/>
                    <a:pt x="1245" y="352"/>
                    <a:pt x="1245" y="521"/>
                  </a:cubicBezTo>
                  <a:cubicBezTo>
                    <a:pt x="1245" y="606"/>
                    <a:pt x="1229" y="691"/>
                    <a:pt x="1245" y="792"/>
                  </a:cubicBezTo>
                  <a:cubicBezTo>
                    <a:pt x="1245" y="841"/>
                    <a:pt x="1212" y="857"/>
                    <a:pt x="1144" y="877"/>
                  </a:cubicBezTo>
                  <a:cubicBezTo>
                    <a:pt x="825" y="978"/>
                    <a:pt x="469" y="1079"/>
                    <a:pt x="134" y="1180"/>
                  </a:cubicBezTo>
                  <a:cubicBezTo>
                    <a:pt x="101" y="1196"/>
                    <a:pt x="65" y="1196"/>
                    <a:pt x="49" y="1196"/>
                  </a:cubicBezTo>
                  <a:cubicBezTo>
                    <a:pt x="33" y="1196"/>
                    <a:pt x="17" y="1212"/>
                    <a:pt x="0" y="1212"/>
                  </a:cubicBezTo>
                  <a:lnTo>
                    <a:pt x="0" y="1228"/>
                  </a:lnTo>
                  <a:lnTo>
                    <a:pt x="49" y="1228"/>
                  </a:lnTo>
                  <a:cubicBezTo>
                    <a:pt x="81" y="1228"/>
                    <a:pt x="101" y="1212"/>
                    <a:pt x="134" y="1212"/>
                  </a:cubicBezTo>
                  <a:cubicBezTo>
                    <a:pt x="485" y="1095"/>
                    <a:pt x="841" y="994"/>
                    <a:pt x="1144" y="909"/>
                  </a:cubicBezTo>
                  <a:cubicBezTo>
                    <a:pt x="1192" y="893"/>
                    <a:pt x="1261" y="857"/>
                    <a:pt x="1261" y="792"/>
                  </a:cubicBezTo>
                  <a:lnTo>
                    <a:pt x="1261" y="521"/>
                  </a:lnTo>
                  <a:cubicBezTo>
                    <a:pt x="1261" y="352"/>
                    <a:pt x="1277" y="186"/>
                    <a:pt x="1245" y="17"/>
                  </a:cubicBezTo>
                  <a:lnTo>
                    <a:pt x="1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0">
              <a:extLst>
                <a:ext uri="{FF2B5EF4-FFF2-40B4-BE49-F238E27FC236}">
                  <a16:creationId xmlns:a16="http://schemas.microsoft.com/office/drawing/2014/main" id="{3FFE4E9A-6945-E76D-DE5C-B4F7470476CE}"/>
                </a:ext>
              </a:extLst>
            </p:cNvPr>
            <p:cNvSpPr/>
            <p:nvPr/>
          </p:nvSpPr>
          <p:spPr>
            <a:xfrm>
              <a:off x="1262647" y="2901776"/>
              <a:ext cx="147398" cy="152563"/>
            </a:xfrm>
            <a:custGeom>
              <a:avLst/>
              <a:gdLst/>
              <a:ahLst/>
              <a:cxnLst/>
              <a:rect l="l" t="t" r="r" b="b"/>
              <a:pathLst>
                <a:path w="1484" h="1536" extrusionOk="0">
                  <a:moveTo>
                    <a:pt x="1467" y="0"/>
                  </a:moveTo>
                  <a:cubicBezTo>
                    <a:pt x="1063" y="138"/>
                    <a:pt x="659" y="287"/>
                    <a:pt x="271" y="441"/>
                  </a:cubicBezTo>
                  <a:lnTo>
                    <a:pt x="255" y="457"/>
                  </a:lnTo>
                  <a:cubicBezTo>
                    <a:pt x="170" y="457"/>
                    <a:pt x="85" y="473"/>
                    <a:pt x="37" y="542"/>
                  </a:cubicBezTo>
                  <a:cubicBezTo>
                    <a:pt x="0" y="606"/>
                    <a:pt x="17" y="675"/>
                    <a:pt x="17" y="744"/>
                  </a:cubicBezTo>
                  <a:lnTo>
                    <a:pt x="17" y="808"/>
                  </a:lnTo>
                  <a:lnTo>
                    <a:pt x="17" y="1047"/>
                  </a:lnTo>
                  <a:cubicBezTo>
                    <a:pt x="17" y="1196"/>
                    <a:pt x="17" y="1366"/>
                    <a:pt x="37" y="1515"/>
                  </a:cubicBezTo>
                  <a:cubicBezTo>
                    <a:pt x="37" y="1535"/>
                    <a:pt x="53" y="1535"/>
                    <a:pt x="53" y="1535"/>
                  </a:cubicBezTo>
                  <a:cubicBezTo>
                    <a:pt x="53" y="1535"/>
                    <a:pt x="69" y="1535"/>
                    <a:pt x="69" y="1515"/>
                  </a:cubicBezTo>
                  <a:cubicBezTo>
                    <a:pt x="53" y="1366"/>
                    <a:pt x="53" y="1196"/>
                    <a:pt x="53" y="1047"/>
                  </a:cubicBezTo>
                  <a:lnTo>
                    <a:pt x="53" y="808"/>
                  </a:lnTo>
                  <a:lnTo>
                    <a:pt x="53" y="744"/>
                  </a:lnTo>
                  <a:cubicBezTo>
                    <a:pt x="37" y="675"/>
                    <a:pt x="37" y="606"/>
                    <a:pt x="69" y="558"/>
                  </a:cubicBezTo>
                  <a:cubicBezTo>
                    <a:pt x="101" y="489"/>
                    <a:pt x="186" y="489"/>
                    <a:pt x="255" y="473"/>
                  </a:cubicBezTo>
                  <a:lnTo>
                    <a:pt x="287" y="473"/>
                  </a:lnTo>
                  <a:cubicBezTo>
                    <a:pt x="659" y="323"/>
                    <a:pt x="1063" y="154"/>
                    <a:pt x="1467" y="21"/>
                  </a:cubicBezTo>
                  <a:cubicBezTo>
                    <a:pt x="1483" y="21"/>
                    <a:pt x="1483" y="21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0">
              <a:extLst>
                <a:ext uri="{FF2B5EF4-FFF2-40B4-BE49-F238E27FC236}">
                  <a16:creationId xmlns:a16="http://schemas.microsoft.com/office/drawing/2014/main" id="{684F37BF-E581-069A-BF10-085A0A0C2B63}"/>
                </a:ext>
              </a:extLst>
            </p:cNvPr>
            <p:cNvSpPr/>
            <p:nvPr/>
          </p:nvSpPr>
          <p:spPr>
            <a:xfrm>
              <a:off x="1553570" y="3229548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37" y="1"/>
                  </a:moveTo>
                  <a:lnTo>
                    <a:pt x="37" y="17"/>
                  </a:lnTo>
                  <a:cubicBezTo>
                    <a:pt x="0" y="134"/>
                    <a:pt x="16" y="271"/>
                    <a:pt x="16" y="405"/>
                  </a:cubicBezTo>
                  <a:lnTo>
                    <a:pt x="16" y="639"/>
                  </a:lnTo>
                  <a:lnTo>
                    <a:pt x="16" y="675"/>
                  </a:lnTo>
                  <a:cubicBezTo>
                    <a:pt x="16" y="708"/>
                    <a:pt x="16" y="740"/>
                    <a:pt x="0" y="776"/>
                  </a:cubicBezTo>
                  <a:lnTo>
                    <a:pt x="0" y="793"/>
                  </a:lnTo>
                  <a:lnTo>
                    <a:pt x="16" y="793"/>
                  </a:lnTo>
                  <a:lnTo>
                    <a:pt x="16" y="776"/>
                  </a:lnTo>
                  <a:cubicBezTo>
                    <a:pt x="53" y="740"/>
                    <a:pt x="37" y="708"/>
                    <a:pt x="37" y="675"/>
                  </a:cubicBezTo>
                  <a:lnTo>
                    <a:pt x="37" y="639"/>
                  </a:lnTo>
                  <a:lnTo>
                    <a:pt x="37" y="405"/>
                  </a:lnTo>
                  <a:cubicBezTo>
                    <a:pt x="37" y="271"/>
                    <a:pt x="37" y="154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0">
              <a:extLst>
                <a:ext uri="{FF2B5EF4-FFF2-40B4-BE49-F238E27FC236}">
                  <a16:creationId xmlns:a16="http://schemas.microsoft.com/office/drawing/2014/main" id="{A58376E3-02B9-D425-5969-24E78BFA666C}"/>
                </a:ext>
              </a:extLst>
            </p:cNvPr>
            <p:cNvSpPr/>
            <p:nvPr/>
          </p:nvSpPr>
          <p:spPr>
            <a:xfrm>
              <a:off x="511949" y="2228054"/>
              <a:ext cx="124057" cy="63965"/>
            </a:xfrm>
            <a:custGeom>
              <a:avLst/>
              <a:gdLst/>
              <a:ahLst/>
              <a:cxnLst/>
              <a:rect l="l" t="t" r="r" b="b"/>
              <a:pathLst>
                <a:path w="1249" h="644" extrusionOk="0">
                  <a:moveTo>
                    <a:pt x="1232" y="1"/>
                  </a:moveTo>
                  <a:cubicBezTo>
                    <a:pt x="1131" y="17"/>
                    <a:pt x="1047" y="69"/>
                    <a:pt x="978" y="118"/>
                  </a:cubicBezTo>
                  <a:cubicBezTo>
                    <a:pt x="929" y="138"/>
                    <a:pt x="893" y="170"/>
                    <a:pt x="845" y="187"/>
                  </a:cubicBezTo>
                  <a:cubicBezTo>
                    <a:pt x="643" y="288"/>
                    <a:pt x="441" y="389"/>
                    <a:pt x="255" y="490"/>
                  </a:cubicBezTo>
                  <a:cubicBezTo>
                    <a:pt x="170" y="542"/>
                    <a:pt x="85" y="574"/>
                    <a:pt x="0" y="623"/>
                  </a:cubicBezTo>
                  <a:lnTo>
                    <a:pt x="0" y="643"/>
                  </a:lnTo>
                  <a:lnTo>
                    <a:pt x="20" y="643"/>
                  </a:lnTo>
                  <a:cubicBezTo>
                    <a:pt x="101" y="607"/>
                    <a:pt x="186" y="558"/>
                    <a:pt x="271" y="522"/>
                  </a:cubicBezTo>
                  <a:cubicBezTo>
                    <a:pt x="457" y="405"/>
                    <a:pt x="659" y="304"/>
                    <a:pt x="861" y="219"/>
                  </a:cubicBezTo>
                  <a:cubicBezTo>
                    <a:pt x="909" y="187"/>
                    <a:pt x="946" y="170"/>
                    <a:pt x="978" y="138"/>
                  </a:cubicBezTo>
                  <a:cubicBezTo>
                    <a:pt x="1063" y="86"/>
                    <a:pt x="1148" y="53"/>
                    <a:pt x="1232" y="37"/>
                  </a:cubicBezTo>
                  <a:cubicBezTo>
                    <a:pt x="1249" y="37"/>
                    <a:pt x="1249" y="37"/>
                    <a:pt x="1249" y="17"/>
                  </a:cubicBezTo>
                  <a:lnTo>
                    <a:pt x="12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0">
              <a:extLst>
                <a:ext uri="{FF2B5EF4-FFF2-40B4-BE49-F238E27FC236}">
                  <a16:creationId xmlns:a16="http://schemas.microsoft.com/office/drawing/2014/main" id="{DE9AE758-018D-E1E9-5E60-F804B8DA2C1B}"/>
                </a:ext>
              </a:extLst>
            </p:cNvPr>
            <p:cNvSpPr/>
            <p:nvPr/>
          </p:nvSpPr>
          <p:spPr>
            <a:xfrm>
              <a:off x="1909849" y="1960870"/>
              <a:ext cx="165376" cy="369191"/>
            </a:xfrm>
            <a:custGeom>
              <a:avLst/>
              <a:gdLst/>
              <a:ahLst/>
              <a:cxnLst/>
              <a:rect l="l" t="t" r="r" b="b"/>
              <a:pathLst>
                <a:path w="1665" h="3717" extrusionOk="0">
                  <a:moveTo>
                    <a:pt x="0" y="0"/>
                  </a:moveTo>
                  <a:lnTo>
                    <a:pt x="0" y="16"/>
                  </a:lnTo>
                  <a:cubicBezTo>
                    <a:pt x="33" y="33"/>
                    <a:pt x="49" y="65"/>
                    <a:pt x="85" y="101"/>
                  </a:cubicBezTo>
                  <a:lnTo>
                    <a:pt x="85" y="134"/>
                  </a:lnTo>
                  <a:cubicBezTo>
                    <a:pt x="352" y="586"/>
                    <a:pt x="606" y="1059"/>
                    <a:pt x="857" y="1515"/>
                  </a:cubicBezTo>
                  <a:lnTo>
                    <a:pt x="1043" y="1834"/>
                  </a:lnTo>
                  <a:cubicBezTo>
                    <a:pt x="1095" y="1919"/>
                    <a:pt x="1128" y="1984"/>
                    <a:pt x="1176" y="2069"/>
                  </a:cubicBezTo>
                  <a:cubicBezTo>
                    <a:pt x="1297" y="2287"/>
                    <a:pt x="1431" y="2525"/>
                    <a:pt x="1564" y="2759"/>
                  </a:cubicBezTo>
                  <a:cubicBezTo>
                    <a:pt x="1564" y="2776"/>
                    <a:pt x="1564" y="2776"/>
                    <a:pt x="1580" y="2792"/>
                  </a:cubicBezTo>
                  <a:cubicBezTo>
                    <a:pt x="1616" y="2844"/>
                    <a:pt x="1633" y="2877"/>
                    <a:pt x="1564" y="2909"/>
                  </a:cubicBezTo>
                  <a:cubicBezTo>
                    <a:pt x="1548" y="2929"/>
                    <a:pt x="1564" y="2945"/>
                    <a:pt x="1564" y="2961"/>
                  </a:cubicBezTo>
                  <a:lnTo>
                    <a:pt x="1564" y="2978"/>
                  </a:lnTo>
                  <a:lnTo>
                    <a:pt x="1564" y="3264"/>
                  </a:lnTo>
                  <a:cubicBezTo>
                    <a:pt x="1548" y="3414"/>
                    <a:pt x="1532" y="3567"/>
                    <a:pt x="1580" y="3717"/>
                  </a:cubicBezTo>
                  <a:lnTo>
                    <a:pt x="1600" y="3717"/>
                  </a:lnTo>
                  <a:cubicBezTo>
                    <a:pt x="1616" y="3717"/>
                    <a:pt x="1616" y="3717"/>
                    <a:pt x="1616" y="3701"/>
                  </a:cubicBezTo>
                  <a:cubicBezTo>
                    <a:pt x="1564" y="3567"/>
                    <a:pt x="1564" y="3414"/>
                    <a:pt x="1580" y="3264"/>
                  </a:cubicBezTo>
                  <a:cubicBezTo>
                    <a:pt x="1580" y="3163"/>
                    <a:pt x="1600" y="3062"/>
                    <a:pt x="1580" y="2961"/>
                  </a:cubicBezTo>
                  <a:lnTo>
                    <a:pt x="1580" y="2945"/>
                  </a:lnTo>
                  <a:cubicBezTo>
                    <a:pt x="1665" y="2877"/>
                    <a:pt x="1633" y="2808"/>
                    <a:pt x="1600" y="2776"/>
                  </a:cubicBezTo>
                  <a:cubicBezTo>
                    <a:pt x="1600" y="2759"/>
                    <a:pt x="1580" y="2759"/>
                    <a:pt x="1580" y="2743"/>
                  </a:cubicBezTo>
                  <a:cubicBezTo>
                    <a:pt x="1463" y="2505"/>
                    <a:pt x="1330" y="2271"/>
                    <a:pt x="1196" y="2052"/>
                  </a:cubicBezTo>
                  <a:cubicBezTo>
                    <a:pt x="1160" y="1968"/>
                    <a:pt x="1111" y="1899"/>
                    <a:pt x="1075" y="1834"/>
                  </a:cubicBezTo>
                  <a:lnTo>
                    <a:pt x="893" y="1495"/>
                  </a:lnTo>
                  <a:cubicBezTo>
                    <a:pt x="639" y="1043"/>
                    <a:pt x="368" y="570"/>
                    <a:pt x="118" y="117"/>
                  </a:cubicBezTo>
                  <a:lnTo>
                    <a:pt x="101" y="101"/>
                  </a:lnTo>
                  <a:cubicBezTo>
                    <a:pt x="85" y="49"/>
                    <a:pt x="65" y="16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0">
              <a:extLst>
                <a:ext uri="{FF2B5EF4-FFF2-40B4-BE49-F238E27FC236}">
                  <a16:creationId xmlns:a16="http://schemas.microsoft.com/office/drawing/2014/main" id="{E6CC4E99-E75A-3FFE-289C-F254640498C0}"/>
                </a:ext>
              </a:extLst>
            </p:cNvPr>
            <p:cNvSpPr/>
            <p:nvPr/>
          </p:nvSpPr>
          <p:spPr>
            <a:xfrm>
              <a:off x="891470" y="1738680"/>
              <a:ext cx="6953" cy="26420"/>
            </a:xfrm>
            <a:custGeom>
              <a:avLst/>
              <a:gdLst/>
              <a:ahLst/>
              <a:cxnLst/>
              <a:rect l="l" t="t" r="r" b="b"/>
              <a:pathLst>
                <a:path w="70" h="266" extrusionOk="0">
                  <a:moveTo>
                    <a:pt x="19" y="0"/>
                  </a:moveTo>
                  <a:cubicBezTo>
                    <a:pt x="17" y="0"/>
                    <a:pt x="17" y="5"/>
                    <a:pt x="17" y="15"/>
                  </a:cubicBezTo>
                  <a:cubicBezTo>
                    <a:pt x="1" y="15"/>
                    <a:pt x="1" y="15"/>
                    <a:pt x="1" y="32"/>
                  </a:cubicBezTo>
                  <a:cubicBezTo>
                    <a:pt x="37" y="80"/>
                    <a:pt x="37" y="133"/>
                    <a:pt x="37" y="181"/>
                  </a:cubicBezTo>
                  <a:lnTo>
                    <a:pt x="37" y="250"/>
                  </a:lnTo>
                  <a:cubicBezTo>
                    <a:pt x="37" y="250"/>
                    <a:pt x="37" y="266"/>
                    <a:pt x="53" y="266"/>
                  </a:cubicBezTo>
                  <a:lnTo>
                    <a:pt x="53" y="250"/>
                  </a:lnTo>
                  <a:lnTo>
                    <a:pt x="53" y="181"/>
                  </a:lnTo>
                  <a:cubicBezTo>
                    <a:pt x="53" y="133"/>
                    <a:pt x="69" y="64"/>
                    <a:pt x="37" y="15"/>
                  </a:cubicBezTo>
                  <a:cubicBezTo>
                    <a:pt x="27" y="5"/>
                    <a:pt x="22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0">
              <a:extLst>
                <a:ext uri="{FF2B5EF4-FFF2-40B4-BE49-F238E27FC236}">
                  <a16:creationId xmlns:a16="http://schemas.microsoft.com/office/drawing/2014/main" id="{D178934E-82FC-B9A1-863A-5F694DE2A43A}"/>
                </a:ext>
              </a:extLst>
            </p:cNvPr>
            <p:cNvSpPr/>
            <p:nvPr/>
          </p:nvSpPr>
          <p:spPr>
            <a:xfrm>
              <a:off x="1411536" y="3259644"/>
              <a:ext cx="90386" cy="179083"/>
            </a:xfrm>
            <a:custGeom>
              <a:avLst/>
              <a:gdLst/>
              <a:ahLst/>
              <a:cxnLst/>
              <a:rect l="l" t="t" r="r" b="b"/>
              <a:pathLst>
                <a:path w="910" h="1803" extrusionOk="0">
                  <a:moveTo>
                    <a:pt x="33" y="1"/>
                  </a:moveTo>
                  <a:cubicBezTo>
                    <a:pt x="0" y="33"/>
                    <a:pt x="0" y="69"/>
                    <a:pt x="0" y="102"/>
                  </a:cubicBezTo>
                  <a:lnTo>
                    <a:pt x="0" y="118"/>
                  </a:lnTo>
                  <a:lnTo>
                    <a:pt x="0" y="910"/>
                  </a:lnTo>
                  <a:lnTo>
                    <a:pt x="0" y="926"/>
                  </a:lnTo>
                  <a:cubicBezTo>
                    <a:pt x="0" y="978"/>
                    <a:pt x="0" y="1027"/>
                    <a:pt x="85" y="1063"/>
                  </a:cubicBezTo>
                  <a:cubicBezTo>
                    <a:pt x="154" y="1079"/>
                    <a:pt x="186" y="1128"/>
                    <a:pt x="235" y="1180"/>
                  </a:cubicBezTo>
                  <a:cubicBezTo>
                    <a:pt x="255" y="1196"/>
                    <a:pt x="271" y="1213"/>
                    <a:pt x="303" y="1229"/>
                  </a:cubicBezTo>
                  <a:cubicBezTo>
                    <a:pt x="473" y="1398"/>
                    <a:pt x="659" y="1548"/>
                    <a:pt x="840" y="1701"/>
                  </a:cubicBezTo>
                  <a:cubicBezTo>
                    <a:pt x="861" y="1718"/>
                    <a:pt x="861" y="1734"/>
                    <a:pt x="877" y="1770"/>
                  </a:cubicBezTo>
                  <a:cubicBezTo>
                    <a:pt x="877" y="1770"/>
                    <a:pt x="877" y="1786"/>
                    <a:pt x="893" y="1802"/>
                  </a:cubicBezTo>
                  <a:lnTo>
                    <a:pt x="909" y="1802"/>
                  </a:lnTo>
                  <a:lnTo>
                    <a:pt x="909" y="1786"/>
                  </a:lnTo>
                  <a:cubicBezTo>
                    <a:pt x="909" y="1786"/>
                    <a:pt x="909" y="1770"/>
                    <a:pt x="893" y="1750"/>
                  </a:cubicBezTo>
                  <a:cubicBezTo>
                    <a:pt x="893" y="1734"/>
                    <a:pt x="877" y="1701"/>
                    <a:pt x="861" y="1685"/>
                  </a:cubicBezTo>
                  <a:cubicBezTo>
                    <a:pt x="675" y="1532"/>
                    <a:pt x="489" y="1366"/>
                    <a:pt x="319" y="1213"/>
                  </a:cubicBezTo>
                  <a:cubicBezTo>
                    <a:pt x="303" y="1196"/>
                    <a:pt x="271" y="1180"/>
                    <a:pt x="255" y="1164"/>
                  </a:cubicBezTo>
                  <a:cubicBezTo>
                    <a:pt x="202" y="1095"/>
                    <a:pt x="154" y="1043"/>
                    <a:pt x="101" y="1027"/>
                  </a:cubicBezTo>
                  <a:cubicBezTo>
                    <a:pt x="16" y="1011"/>
                    <a:pt x="16" y="978"/>
                    <a:pt x="16" y="926"/>
                  </a:cubicBezTo>
                  <a:lnTo>
                    <a:pt x="16" y="910"/>
                  </a:lnTo>
                  <a:lnTo>
                    <a:pt x="16" y="118"/>
                  </a:lnTo>
                  <a:lnTo>
                    <a:pt x="16" y="102"/>
                  </a:lnTo>
                  <a:cubicBezTo>
                    <a:pt x="16" y="69"/>
                    <a:pt x="16" y="33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0">
              <a:extLst>
                <a:ext uri="{FF2B5EF4-FFF2-40B4-BE49-F238E27FC236}">
                  <a16:creationId xmlns:a16="http://schemas.microsoft.com/office/drawing/2014/main" id="{9D76B493-1740-A55E-5CEC-CD5B57DF31A7}"/>
                </a:ext>
              </a:extLst>
            </p:cNvPr>
            <p:cNvSpPr/>
            <p:nvPr/>
          </p:nvSpPr>
          <p:spPr>
            <a:xfrm>
              <a:off x="930008" y="3411015"/>
              <a:ext cx="5364" cy="92670"/>
            </a:xfrm>
            <a:custGeom>
              <a:avLst/>
              <a:gdLst/>
              <a:ahLst/>
              <a:cxnLst/>
              <a:rect l="l" t="t" r="r" b="b"/>
              <a:pathLst>
                <a:path w="54" h="933" extrusionOk="0">
                  <a:moveTo>
                    <a:pt x="5" y="1"/>
                  </a:moveTo>
                  <a:cubicBezTo>
                    <a:pt x="2" y="1"/>
                    <a:pt x="1" y="2"/>
                    <a:pt x="1" y="8"/>
                  </a:cubicBezTo>
                  <a:lnTo>
                    <a:pt x="1" y="24"/>
                  </a:lnTo>
                  <a:cubicBezTo>
                    <a:pt x="17" y="60"/>
                    <a:pt x="17" y="109"/>
                    <a:pt x="17" y="161"/>
                  </a:cubicBezTo>
                  <a:lnTo>
                    <a:pt x="17" y="396"/>
                  </a:lnTo>
                  <a:lnTo>
                    <a:pt x="17" y="783"/>
                  </a:lnTo>
                  <a:cubicBezTo>
                    <a:pt x="1" y="816"/>
                    <a:pt x="17" y="852"/>
                    <a:pt x="17" y="884"/>
                  </a:cubicBezTo>
                  <a:lnTo>
                    <a:pt x="17" y="917"/>
                  </a:lnTo>
                  <a:cubicBezTo>
                    <a:pt x="17" y="933"/>
                    <a:pt x="33" y="933"/>
                    <a:pt x="33" y="933"/>
                  </a:cubicBezTo>
                  <a:cubicBezTo>
                    <a:pt x="53" y="933"/>
                    <a:pt x="53" y="933"/>
                    <a:pt x="53" y="917"/>
                  </a:cubicBezTo>
                  <a:cubicBezTo>
                    <a:pt x="53" y="901"/>
                    <a:pt x="53" y="884"/>
                    <a:pt x="33" y="868"/>
                  </a:cubicBezTo>
                  <a:lnTo>
                    <a:pt x="33" y="783"/>
                  </a:lnTo>
                  <a:cubicBezTo>
                    <a:pt x="53" y="650"/>
                    <a:pt x="53" y="513"/>
                    <a:pt x="53" y="396"/>
                  </a:cubicBezTo>
                  <a:lnTo>
                    <a:pt x="53" y="161"/>
                  </a:lnTo>
                  <a:cubicBezTo>
                    <a:pt x="53" y="109"/>
                    <a:pt x="53" y="60"/>
                    <a:pt x="17" y="8"/>
                  </a:cubicBezTo>
                  <a:cubicBezTo>
                    <a:pt x="17" y="8"/>
                    <a:pt x="10" y="1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0">
              <a:extLst>
                <a:ext uri="{FF2B5EF4-FFF2-40B4-BE49-F238E27FC236}">
                  <a16:creationId xmlns:a16="http://schemas.microsoft.com/office/drawing/2014/main" id="{1B427B07-FC73-8039-663B-A0CDD3009399}"/>
                </a:ext>
              </a:extLst>
            </p:cNvPr>
            <p:cNvSpPr/>
            <p:nvPr/>
          </p:nvSpPr>
          <p:spPr>
            <a:xfrm>
              <a:off x="2008578" y="2724779"/>
              <a:ext cx="3278" cy="33473"/>
            </a:xfrm>
            <a:custGeom>
              <a:avLst/>
              <a:gdLst/>
              <a:ahLst/>
              <a:cxnLst/>
              <a:rect l="l" t="t" r="r" b="b"/>
              <a:pathLst>
                <a:path w="33" h="337" extrusionOk="0">
                  <a:moveTo>
                    <a:pt x="33" y="1"/>
                  </a:moveTo>
                  <a:cubicBezTo>
                    <a:pt x="16" y="1"/>
                    <a:pt x="16" y="17"/>
                    <a:pt x="16" y="17"/>
                  </a:cubicBezTo>
                  <a:cubicBezTo>
                    <a:pt x="0" y="86"/>
                    <a:pt x="0" y="150"/>
                    <a:pt x="0" y="203"/>
                  </a:cubicBezTo>
                  <a:lnTo>
                    <a:pt x="0" y="320"/>
                  </a:lnTo>
                  <a:cubicBezTo>
                    <a:pt x="0" y="320"/>
                    <a:pt x="0" y="336"/>
                    <a:pt x="16" y="336"/>
                  </a:cubicBezTo>
                  <a:lnTo>
                    <a:pt x="33" y="320"/>
                  </a:lnTo>
                  <a:lnTo>
                    <a:pt x="33" y="203"/>
                  </a:lnTo>
                  <a:cubicBezTo>
                    <a:pt x="16" y="134"/>
                    <a:pt x="16" y="86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0">
              <a:extLst>
                <a:ext uri="{FF2B5EF4-FFF2-40B4-BE49-F238E27FC236}">
                  <a16:creationId xmlns:a16="http://schemas.microsoft.com/office/drawing/2014/main" id="{EB62ABA5-6530-D9C2-709D-8B479080E1C0}"/>
                </a:ext>
              </a:extLst>
            </p:cNvPr>
            <p:cNvSpPr/>
            <p:nvPr/>
          </p:nvSpPr>
          <p:spPr>
            <a:xfrm>
              <a:off x="1291154" y="1895415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0" y="1"/>
                  </a:moveTo>
                  <a:cubicBezTo>
                    <a:pt x="16" y="170"/>
                    <a:pt x="16" y="336"/>
                    <a:pt x="0" y="490"/>
                  </a:cubicBezTo>
                  <a:lnTo>
                    <a:pt x="0" y="809"/>
                  </a:lnTo>
                  <a:lnTo>
                    <a:pt x="0" y="861"/>
                  </a:lnTo>
                  <a:cubicBezTo>
                    <a:pt x="0" y="926"/>
                    <a:pt x="0" y="978"/>
                    <a:pt x="33" y="1027"/>
                  </a:cubicBezTo>
                  <a:lnTo>
                    <a:pt x="53" y="1027"/>
                  </a:lnTo>
                  <a:lnTo>
                    <a:pt x="53" y="1011"/>
                  </a:lnTo>
                  <a:cubicBezTo>
                    <a:pt x="16" y="962"/>
                    <a:pt x="33" y="926"/>
                    <a:pt x="33" y="861"/>
                  </a:cubicBezTo>
                  <a:lnTo>
                    <a:pt x="33" y="809"/>
                  </a:lnTo>
                  <a:lnTo>
                    <a:pt x="33" y="490"/>
                  </a:lnTo>
                  <a:cubicBezTo>
                    <a:pt x="33" y="336"/>
                    <a:pt x="33" y="170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0">
              <a:extLst>
                <a:ext uri="{FF2B5EF4-FFF2-40B4-BE49-F238E27FC236}">
                  <a16:creationId xmlns:a16="http://schemas.microsoft.com/office/drawing/2014/main" id="{B74FEE9D-DC35-95A0-722C-8894E4F714FF}"/>
                </a:ext>
              </a:extLst>
            </p:cNvPr>
            <p:cNvSpPr/>
            <p:nvPr/>
          </p:nvSpPr>
          <p:spPr>
            <a:xfrm>
              <a:off x="2010167" y="3420153"/>
              <a:ext cx="4867" cy="18574"/>
            </a:xfrm>
            <a:custGeom>
              <a:avLst/>
              <a:gdLst/>
              <a:ahLst/>
              <a:cxnLst/>
              <a:rect l="l" t="t" r="r" b="b"/>
              <a:pathLst>
                <a:path w="49" h="187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cubicBezTo>
                    <a:pt x="0" y="53"/>
                    <a:pt x="0" y="85"/>
                    <a:pt x="17" y="118"/>
                  </a:cubicBezTo>
                  <a:lnTo>
                    <a:pt x="17" y="186"/>
                  </a:lnTo>
                  <a:lnTo>
                    <a:pt x="33" y="186"/>
                  </a:lnTo>
                  <a:lnTo>
                    <a:pt x="33" y="118"/>
                  </a:lnTo>
                  <a:cubicBezTo>
                    <a:pt x="33" y="85"/>
                    <a:pt x="33" y="53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0">
              <a:extLst>
                <a:ext uri="{FF2B5EF4-FFF2-40B4-BE49-F238E27FC236}">
                  <a16:creationId xmlns:a16="http://schemas.microsoft.com/office/drawing/2014/main" id="{1C230DEE-BFE3-4DE1-FE5C-48308B02C9BC}"/>
                </a:ext>
              </a:extLst>
            </p:cNvPr>
            <p:cNvSpPr/>
            <p:nvPr/>
          </p:nvSpPr>
          <p:spPr>
            <a:xfrm>
              <a:off x="1441631" y="3468723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776"/>
                  </a:lnTo>
                  <a:lnTo>
                    <a:pt x="16" y="792"/>
                  </a:lnTo>
                  <a:lnTo>
                    <a:pt x="33" y="776"/>
                  </a:lnTo>
                  <a:lnTo>
                    <a:pt x="33" y="17"/>
                  </a:ln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0">
              <a:extLst>
                <a:ext uri="{FF2B5EF4-FFF2-40B4-BE49-F238E27FC236}">
                  <a16:creationId xmlns:a16="http://schemas.microsoft.com/office/drawing/2014/main" id="{F94A83A2-590D-B06C-62AC-FCF2B0BFE9A4}"/>
                </a:ext>
              </a:extLst>
            </p:cNvPr>
            <p:cNvSpPr/>
            <p:nvPr/>
          </p:nvSpPr>
          <p:spPr>
            <a:xfrm>
              <a:off x="869817" y="3321424"/>
              <a:ext cx="332739" cy="199147"/>
            </a:xfrm>
            <a:custGeom>
              <a:avLst/>
              <a:gdLst/>
              <a:ahLst/>
              <a:cxnLst/>
              <a:rect l="l" t="t" r="r" b="b"/>
              <a:pathLst>
                <a:path w="3350" h="2005" extrusionOk="0">
                  <a:moveTo>
                    <a:pt x="3333" y="1"/>
                  </a:moveTo>
                  <a:cubicBezTo>
                    <a:pt x="3184" y="17"/>
                    <a:pt x="3014" y="86"/>
                    <a:pt x="2861" y="138"/>
                  </a:cubicBezTo>
                  <a:cubicBezTo>
                    <a:pt x="2828" y="138"/>
                    <a:pt x="2796" y="154"/>
                    <a:pt x="2780" y="170"/>
                  </a:cubicBezTo>
                  <a:lnTo>
                    <a:pt x="2643" y="203"/>
                  </a:lnTo>
                  <a:cubicBezTo>
                    <a:pt x="2053" y="405"/>
                    <a:pt x="1467" y="607"/>
                    <a:pt x="877" y="776"/>
                  </a:cubicBezTo>
                  <a:cubicBezTo>
                    <a:pt x="724" y="825"/>
                    <a:pt x="574" y="877"/>
                    <a:pt x="437" y="926"/>
                  </a:cubicBezTo>
                  <a:cubicBezTo>
                    <a:pt x="336" y="962"/>
                    <a:pt x="255" y="995"/>
                    <a:pt x="154" y="1027"/>
                  </a:cubicBezTo>
                  <a:cubicBezTo>
                    <a:pt x="33" y="1063"/>
                    <a:pt x="1" y="1112"/>
                    <a:pt x="1" y="1229"/>
                  </a:cubicBezTo>
                  <a:cubicBezTo>
                    <a:pt x="17" y="1350"/>
                    <a:pt x="1" y="1451"/>
                    <a:pt x="1" y="1568"/>
                  </a:cubicBezTo>
                  <a:cubicBezTo>
                    <a:pt x="1" y="1702"/>
                    <a:pt x="1" y="1855"/>
                    <a:pt x="17" y="2005"/>
                  </a:cubicBezTo>
                  <a:lnTo>
                    <a:pt x="53" y="2005"/>
                  </a:lnTo>
                  <a:cubicBezTo>
                    <a:pt x="33" y="1855"/>
                    <a:pt x="33" y="1702"/>
                    <a:pt x="33" y="1568"/>
                  </a:cubicBezTo>
                  <a:lnTo>
                    <a:pt x="33" y="1229"/>
                  </a:lnTo>
                  <a:cubicBezTo>
                    <a:pt x="17" y="1112"/>
                    <a:pt x="69" y="1079"/>
                    <a:pt x="154" y="1047"/>
                  </a:cubicBezTo>
                  <a:cubicBezTo>
                    <a:pt x="255" y="1011"/>
                    <a:pt x="356" y="995"/>
                    <a:pt x="437" y="962"/>
                  </a:cubicBezTo>
                  <a:lnTo>
                    <a:pt x="893" y="809"/>
                  </a:lnTo>
                  <a:cubicBezTo>
                    <a:pt x="1483" y="623"/>
                    <a:pt x="2073" y="421"/>
                    <a:pt x="2643" y="239"/>
                  </a:cubicBezTo>
                  <a:lnTo>
                    <a:pt x="2780" y="187"/>
                  </a:lnTo>
                  <a:cubicBezTo>
                    <a:pt x="2812" y="187"/>
                    <a:pt x="2845" y="170"/>
                    <a:pt x="2881" y="154"/>
                  </a:cubicBezTo>
                  <a:cubicBezTo>
                    <a:pt x="3030" y="102"/>
                    <a:pt x="3184" y="53"/>
                    <a:pt x="3350" y="17"/>
                  </a:cubicBezTo>
                  <a:lnTo>
                    <a:pt x="33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0">
              <a:extLst>
                <a:ext uri="{FF2B5EF4-FFF2-40B4-BE49-F238E27FC236}">
                  <a16:creationId xmlns:a16="http://schemas.microsoft.com/office/drawing/2014/main" id="{AA778861-2DBA-648E-570E-B482B2F68ED8}"/>
                </a:ext>
              </a:extLst>
            </p:cNvPr>
            <p:cNvSpPr/>
            <p:nvPr/>
          </p:nvSpPr>
          <p:spPr>
            <a:xfrm>
              <a:off x="1921470" y="3575795"/>
              <a:ext cx="132102" cy="158622"/>
            </a:xfrm>
            <a:custGeom>
              <a:avLst/>
              <a:gdLst/>
              <a:ahLst/>
              <a:cxnLst/>
              <a:rect l="l" t="t" r="r" b="b"/>
              <a:pathLst>
                <a:path w="1330" h="1597" extrusionOk="0">
                  <a:moveTo>
                    <a:pt x="69" y="1"/>
                  </a:moveTo>
                  <a:cubicBezTo>
                    <a:pt x="69" y="1"/>
                    <a:pt x="49" y="1"/>
                    <a:pt x="49" y="17"/>
                  </a:cubicBezTo>
                  <a:cubicBezTo>
                    <a:pt x="1" y="134"/>
                    <a:pt x="33" y="219"/>
                    <a:pt x="134" y="304"/>
                  </a:cubicBezTo>
                  <a:cubicBezTo>
                    <a:pt x="372" y="522"/>
                    <a:pt x="590" y="756"/>
                    <a:pt x="809" y="975"/>
                  </a:cubicBezTo>
                  <a:cubicBezTo>
                    <a:pt x="893" y="1059"/>
                    <a:pt x="978" y="1144"/>
                    <a:pt x="1059" y="1229"/>
                  </a:cubicBezTo>
                  <a:cubicBezTo>
                    <a:pt x="1079" y="1245"/>
                    <a:pt x="1095" y="1261"/>
                    <a:pt x="1112" y="1278"/>
                  </a:cubicBezTo>
                  <a:cubicBezTo>
                    <a:pt x="1144" y="1314"/>
                    <a:pt x="1180" y="1346"/>
                    <a:pt x="1213" y="1379"/>
                  </a:cubicBezTo>
                  <a:cubicBezTo>
                    <a:pt x="1281" y="1431"/>
                    <a:pt x="1297" y="1479"/>
                    <a:pt x="1297" y="1580"/>
                  </a:cubicBezTo>
                  <a:cubicBezTo>
                    <a:pt x="1297" y="1597"/>
                    <a:pt x="1297" y="1597"/>
                    <a:pt x="1314" y="1597"/>
                  </a:cubicBezTo>
                  <a:lnTo>
                    <a:pt x="1314" y="1580"/>
                  </a:lnTo>
                  <a:cubicBezTo>
                    <a:pt x="1330" y="1516"/>
                    <a:pt x="1330" y="1431"/>
                    <a:pt x="1229" y="1362"/>
                  </a:cubicBezTo>
                  <a:cubicBezTo>
                    <a:pt x="1196" y="1330"/>
                    <a:pt x="1160" y="1294"/>
                    <a:pt x="1128" y="1261"/>
                  </a:cubicBezTo>
                  <a:cubicBezTo>
                    <a:pt x="1112" y="1245"/>
                    <a:pt x="1095" y="1229"/>
                    <a:pt x="1095" y="1213"/>
                  </a:cubicBezTo>
                  <a:cubicBezTo>
                    <a:pt x="994" y="1128"/>
                    <a:pt x="910" y="1043"/>
                    <a:pt x="825" y="958"/>
                  </a:cubicBezTo>
                  <a:cubicBezTo>
                    <a:pt x="607" y="724"/>
                    <a:pt x="388" y="506"/>
                    <a:pt x="150" y="284"/>
                  </a:cubicBezTo>
                  <a:cubicBezTo>
                    <a:pt x="69" y="203"/>
                    <a:pt x="17" y="134"/>
                    <a:pt x="85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0">
              <a:extLst>
                <a:ext uri="{FF2B5EF4-FFF2-40B4-BE49-F238E27FC236}">
                  <a16:creationId xmlns:a16="http://schemas.microsoft.com/office/drawing/2014/main" id="{A9944F08-AB60-A115-C0FF-07CC5257CCC6}"/>
                </a:ext>
              </a:extLst>
            </p:cNvPr>
            <p:cNvSpPr/>
            <p:nvPr/>
          </p:nvSpPr>
          <p:spPr>
            <a:xfrm>
              <a:off x="936861" y="2246529"/>
              <a:ext cx="6456" cy="21752"/>
            </a:xfrm>
            <a:custGeom>
              <a:avLst/>
              <a:gdLst/>
              <a:ahLst/>
              <a:cxnLst/>
              <a:rect l="l" t="t" r="r" b="b"/>
              <a:pathLst>
                <a:path w="65" h="219" extrusionOk="0">
                  <a:moveTo>
                    <a:pt x="16" y="1"/>
                  </a:moveTo>
                  <a:cubicBezTo>
                    <a:pt x="0" y="1"/>
                    <a:pt x="0" y="17"/>
                    <a:pt x="16" y="17"/>
                  </a:cubicBezTo>
                  <a:cubicBezTo>
                    <a:pt x="33" y="69"/>
                    <a:pt x="33" y="118"/>
                    <a:pt x="33" y="170"/>
                  </a:cubicBezTo>
                  <a:lnTo>
                    <a:pt x="33" y="219"/>
                  </a:lnTo>
                  <a:lnTo>
                    <a:pt x="65" y="219"/>
                  </a:lnTo>
                  <a:lnTo>
                    <a:pt x="65" y="170"/>
                  </a:lnTo>
                  <a:cubicBezTo>
                    <a:pt x="65" y="118"/>
                    <a:pt x="65" y="53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0">
              <a:extLst>
                <a:ext uri="{FF2B5EF4-FFF2-40B4-BE49-F238E27FC236}">
                  <a16:creationId xmlns:a16="http://schemas.microsoft.com/office/drawing/2014/main" id="{4ACDD7CF-0C0B-F877-193A-BA5040CA619F}"/>
                </a:ext>
              </a:extLst>
            </p:cNvPr>
            <p:cNvSpPr/>
            <p:nvPr/>
          </p:nvSpPr>
          <p:spPr>
            <a:xfrm>
              <a:off x="511949" y="1562776"/>
              <a:ext cx="124057" cy="77176"/>
            </a:xfrm>
            <a:custGeom>
              <a:avLst/>
              <a:gdLst/>
              <a:ahLst/>
              <a:cxnLst/>
              <a:rect l="l" t="t" r="r" b="b"/>
              <a:pathLst>
                <a:path w="1249" h="777" extrusionOk="0">
                  <a:moveTo>
                    <a:pt x="1232" y="1"/>
                  </a:moveTo>
                  <a:cubicBezTo>
                    <a:pt x="1063" y="86"/>
                    <a:pt x="909" y="187"/>
                    <a:pt x="760" y="272"/>
                  </a:cubicBezTo>
                  <a:lnTo>
                    <a:pt x="558" y="421"/>
                  </a:lnTo>
                  <a:cubicBezTo>
                    <a:pt x="424" y="490"/>
                    <a:pt x="287" y="575"/>
                    <a:pt x="170" y="639"/>
                  </a:cubicBezTo>
                  <a:cubicBezTo>
                    <a:pt x="121" y="676"/>
                    <a:pt x="69" y="724"/>
                    <a:pt x="0" y="756"/>
                  </a:cubicBezTo>
                  <a:lnTo>
                    <a:pt x="0" y="777"/>
                  </a:lnTo>
                  <a:lnTo>
                    <a:pt x="20" y="777"/>
                  </a:lnTo>
                  <a:cubicBezTo>
                    <a:pt x="69" y="740"/>
                    <a:pt x="138" y="708"/>
                    <a:pt x="186" y="676"/>
                  </a:cubicBezTo>
                  <a:cubicBezTo>
                    <a:pt x="303" y="591"/>
                    <a:pt x="441" y="506"/>
                    <a:pt x="558" y="437"/>
                  </a:cubicBezTo>
                  <a:cubicBezTo>
                    <a:pt x="643" y="389"/>
                    <a:pt x="707" y="336"/>
                    <a:pt x="776" y="304"/>
                  </a:cubicBezTo>
                  <a:cubicBezTo>
                    <a:pt x="929" y="203"/>
                    <a:pt x="1079" y="102"/>
                    <a:pt x="1232" y="33"/>
                  </a:cubicBezTo>
                  <a:cubicBezTo>
                    <a:pt x="1249" y="33"/>
                    <a:pt x="1249" y="17"/>
                    <a:pt x="1249" y="17"/>
                  </a:cubicBezTo>
                  <a:cubicBezTo>
                    <a:pt x="1249" y="1"/>
                    <a:pt x="1232" y="1"/>
                    <a:pt x="12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0">
              <a:extLst>
                <a:ext uri="{FF2B5EF4-FFF2-40B4-BE49-F238E27FC236}">
                  <a16:creationId xmlns:a16="http://schemas.microsoft.com/office/drawing/2014/main" id="{D458061C-E3AE-E95A-2625-6A7003150690}"/>
                </a:ext>
              </a:extLst>
            </p:cNvPr>
            <p:cNvSpPr/>
            <p:nvPr/>
          </p:nvSpPr>
          <p:spPr>
            <a:xfrm>
              <a:off x="1742487" y="1965638"/>
              <a:ext cx="140545" cy="322707"/>
            </a:xfrm>
            <a:custGeom>
              <a:avLst/>
              <a:gdLst/>
              <a:ahLst/>
              <a:cxnLst/>
              <a:rect l="l" t="t" r="r" b="b"/>
              <a:pathLst>
                <a:path w="1415" h="3249" extrusionOk="0">
                  <a:moveTo>
                    <a:pt x="53" y="1"/>
                  </a:moveTo>
                  <a:cubicBezTo>
                    <a:pt x="17" y="33"/>
                    <a:pt x="1" y="69"/>
                    <a:pt x="1" y="118"/>
                  </a:cubicBezTo>
                  <a:cubicBezTo>
                    <a:pt x="17" y="288"/>
                    <a:pt x="17" y="473"/>
                    <a:pt x="1" y="639"/>
                  </a:cubicBezTo>
                  <a:lnTo>
                    <a:pt x="1" y="1011"/>
                  </a:lnTo>
                  <a:cubicBezTo>
                    <a:pt x="1" y="1079"/>
                    <a:pt x="17" y="1128"/>
                    <a:pt x="53" y="1180"/>
                  </a:cubicBezTo>
                  <a:cubicBezTo>
                    <a:pt x="538" y="1952"/>
                    <a:pt x="926" y="2558"/>
                    <a:pt x="1282" y="3132"/>
                  </a:cubicBezTo>
                  <a:cubicBezTo>
                    <a:pt x="1282" y="3132"/>
                    <a:pt x="1282" y="3148"/>
                    <a:pt x="1298" y="3164"/>
                  </a:cubicBezTo>
                  <a:cubicBezTo>
                    <a:pt x="1314" y="3200"/>
                    <a:pt x="1330" y="3233"/>
                    <a:pt x="1399" y="3249"/>
                  </a:cubicBezTo>
                  <a:cubicBezTo>
                    <a:pt x="1399" y="3249"/>
                    <a:pt x="1399" y="3233"/>
                    <a:pt x="1415" y="3233"/>
                  </a:cubicBezTo>
                  <a:lnTo>
                    <a:pt x="1399" y="3216"/>
                  </a:lnTo>
                  <a:cubicBezTo>
                    <a:pt x="1346" y="3216"/>
                    <a:pt x="1330" y="3184"/>
                    <a:pt x="1314" y="3148"/>
                  </a:cubicBezTo>
                  <a:cubicBezTo>
                    <a:pt x="1314" y="3132"/>
                    <a:pt x="1298" y="3132"/>
                    <a:pt x="1298" y="3115"/>
                  </a:cubicBezTo>
                  <a:cubicBezTo>
                    <a:pt x="942" y="2542"/>
                    <a:pt x="558" y="1952"/>
                    <a:pt x="70" y="1164"/>
                  </a:cubicBezTo>
                  <a:cubicBezTo>
                    <a:pt x="33" y="1112"/>
                    <a:pt x="33" y="1079"/>
                    <a:pt x="33" y="1011"/>
                  </a:cubicBezTo>
                  <a:cubicBezTo>
                    <a:pt x="17" y="894"/>
                    <a:pt x="33" y="760"/>
                    <a:pt x="33" y="639"/>
                  </a:cubicBezTo>
                  <a:cubicBezTo>
                    <a:pt x="33" y="473"/>
                    <a:pt x="53" y="288"/>
                    <a:pt x="33" y="102"/>
                  </a:cubicBezTo>
                  <a:cubicBezTo>
                    <a:pt x="17" y="86"/>
                    <a:pt x="33" y="5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0">
              <a:extLst>
                <a:ext uri="{FF2B5EF4-FFF2-40B4-BE49-F238E27FC236}">
                  <a16:creationId xmlns:a16="http://schemas.microsoft.com/office/drawing/2014/main" id="{00DB05B5-EFC1-07A5-C51D-6021B56713FC}"/>
                </a:ext>
              </a:extLst>
            </p:cNvPr>
            <p:cNvSpPr/>
            <p:nvPr/>
          </p:nvSpPr>
          <p:spPr>
            <a:xfrm>
              <a:off x="1378162" y="3262922"/>
              <a:ext cx="3377" cy="103993"/>
            </a:xfrm>
            <a:custGeom>
              <a:avLst/>
              <a:gdLst/>
              <a:ahLst/>
              <a:cxnLst/>
              <a:rect l="l" t="t" r="r" b="b"/>
              <a:pathLst>
                <a:path w="34" h="1047" extrusionOk="0">
                  <a:moveTo>
                    <a:pt x="17" y="0"/>
                  </a:moveTo>
                  <a:cubicBezTo>
                    <a:pt x="1" y="0"/>
                    <a:pt x="1" y="20"/>
                    <a:pt x="1" y="20"/>
                  </a:cubicBezTo>
                  <a:lnTo>
                    <a:pt x="1" y="238"/>
                  </a:lnTo>
                  <a:lnTo>
                    <a:pt x="1" y="877"/>
                  </a:lnTo>
                  <a:lnTo>
                    <a:pt x="1" y="978"/>
                  </a:lnTo>
                  <a:cubicBezTo>
                    <a:pt x="1" y="994"/>
                    <a:pt x="1" y="1010"/>
                    <a:pt x="17" y="1030"/>
                  </a:cubicBezTo>
                  <a:lnTo>
                    <a:pt x="17" y="1046"/>
                  </a:lnTo>
                  <a:cubicBezTo>
                    <a:pt x="33" y="1046"/>
                    <a:pt x="33" y="1046"/>
                    <a:pt x="33" y="1030"/>
                  </a:cubicBezTo>
                  <a:lnTo>
                    <a:pt x="33" y="978"/>
                  </a:lnTo>
                  <a:cubicBezTo>
                    <a:pt x="33" y="945"/>
                    <a:pt x="17" y="909"/>
                    <a:pt x="17" y="877"/>
                  </a:cubicBezTo>
                  <a:lnTo>
                    <a:pt x="17" y="238"/>
                  </a:lnTo>
                  <a:lnTo>
                    <a:pt x="17" y="20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0">
              <a:extLst>
                <a:ext uri="{FF2B5EF4-FFF2-40B4-BE49-F238E27FC236}">
                  <a16:creationId xmlns:a16="http://schemas.microsoft.com/office/drawing/2014/main" id="{94F0AA58-4ED9-EE7A-5A48-E4B2BD121764}"/>
                </a:ext>
              </a:extLst>
            </p:cNvPr>
            <p:cNvSpPr/>
            <p:nvPr/>
          </p:nvSpPr>
          <p:spPr>
            <a:xfrm>
              <a:off x="1033505" y="3716241"/>
              <a:ext cx="5364" cy="18176"/>
            </a:xfrm>
            <a:custGeom>
              <a:avLst/>
              <a:gdLst/>
              <a:ahLst/>
              <a:cxnLst/>
              <a:rect l="l" t="t" r="r" b="b"/>
              <a:pathLst>
                <a:path w="54" h="183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37" y="166"/>
                  </a:lnTo>
                  <a:cubicBezTo>
                    <a:pt x="37" y="183"/>
                    <a:pt x="37" y="183"/>
                    <a:pt x="53" y="183"/>
                  </a:cubicBezTo>
                  <a:lnTo>
                    <a:pt x="53" y="166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0">
              <a:extLst>
                <a:ext uri="{FF2B5EF4-FFF2-40B4-BE49-F238E27FC236}">
                  <a16:creationId xmlns:a16="http://schemas.microsoft.com/office/drawing/2014/main" id="{7F232482-991E-4269-0EFA-AAC2765B4E32}"/>
                </a:ext>
              </a:extLst>
            </p:cNvPr>
            <p:cNvSpPr/>
            <p:nvPr/>
          </p:nvSpPr>
          <p:spPr>
            <a:xfrm>
              <a:off x="1735732" y="2925415"/>
              <a:ext cx="174216" cy="304232"/>
            </a:xfrm>
            <a:custGeom>
              <a:avLst/>
              <a:gdLst/>
              <a:ahLst/>
              <a:cxnLst/>
              <a:rect l="l" t="t" r="r" b="b"/>
              <a:pathLst>
                <a:path w="1754" h="3063" extrusionOk="0">
                  <a:moveTo>
                    <a:pt x="69" y="1"/>
                  </a:moveTo>
                  <a:cubicBezTo>
                    <a:pt x="37" y="33"/>
                    <a:pt x="37" y="65"/>
                    <a:pt x="37" y="102"/>
                  </a:cubicBezTo>
                  <a:lnTo>
                    <a:pt x="37" y="118"/>
                  </a:lnTo>
                  <a:cubicBezTo>
                    <a:pt x="37" y="186"/>
                    <a:pt x="53" y="251"/>
                    <a:pt x="53" y="320"/>
                  </a:cubicBezTo>
                  <a:cubicBezTo>
                    <a:pt x="53" y="469"/>
                    <a:pt x="69" y="639"/>
                    <a:pt x="37" y="772"/>
                  </a:cubicBezTo>
                  <a:cubicBezTo>
                    <a:pt x="0" y="994"/>
                    <a:pt x="101" y="1112"/>
                    <a:pt x="202" y="1229"/>
                  </a:cubicBezTo>
                  <a:lnTo>
                    <a:pt x="222" y="1245"/>
                  </a:lnTo>
                  <a:cubicBezTo>
                    <a:pt x="404" y="1447"/>
                    <a:pt x="574" y="1649"/>
                    <a:pt x="760" y="1851"/>
                  </a:cubicBezTo>
                  <a:cubicBezTo>
                    <a:pt x="861" y="1984"/>
                    <a:pt x="978" y="2121"/>
                    <a:pt x="1079" y="2255"/>
                  </a:cubicBezTo>
                  <a:cubicBezTo>
                    <a:pt x="1281" y="2473"/>
                    <a:pt x="1467" y="2691"/>
                    <a:pt x="1652" y="2893"/>
                  </a:cubicBezTo>
                  <a:cubicBezTo>
                    <a:pt x="1685" y="2929"/>
                    <a:pt x="1685" y="2962"/>
                    <a:pt x="1701" y="2994"/>
                  </a:cubicBezTo>
                  <a:cubicBezTo>
                    <a:pt x="1701" y="3014"/>
                    <a:pt x="1717" y="3047"/>
                    <a:pt x="1717" y="3063"/>
                  </a:cubicBezTo>
                  <a:lnTo>
                    <a:pt x="1737" y="3063"/>
                  </a:lnTo>
                  <a:cubicBezTo>
                    <a:pt x="1737" y="3063"/>
                    <a:pt x="1753" y="3063"/>
                    <a:pt x="1753" y="3047"/>
                  </a:cubicBezTo>
                  <a:cubicBezTo>
                    <a:pt x="1737" y="3030"/>
                    <a:pt x="1737" y="3014"/>
                    <a:pt x="1717" y="2994"/>
                  </a:cubicBezTo>
                  <a:cubicBezTo>
                    <a:pt x="1717" y="2962"/>
                    <a:pt x="1701" y="2913"/>
                    <a:pt x="1669" y="2877"/>
                  </a:cubicBezTo>
                  <a:cubicBezTo>
                    <a:pt x="1483" y="2675"/>
                    <a:pt x="1297" y="2457"/>
                    <a:pt x="1111" y="2239"/>
                  </a:cubicBezTo>
                  <a:cubicBezTo>
                    <a:pt x="994" y="2105"/>
                    <a:pt x="877" y="1968"/>
                    <a:pt x="776" y="1835"/>
                  </a:cubicBezTo>
                  <a:cubicBezTo>
                    <a:pt x="590" y="1633"/>
                    <a:pt x="424" y="1431"/>
                    <a:pt x="239" y="1229"/>
                  </a:cubicBezTo>
                  <a:lnTo>
                    <a:pt x="222" y="1213"/>
                  </a:lnTo>
                  <a:cubicBezTo>
                    <a:pt x="121" y="1075"/>
                    <a:pt x="37" y="974"/>
                    <a:pt x="69" y="792"/>
                  </a:cubicBezTo>
                  <a:cubicBezTo>
                    <a:pt x="85" y="639"/>
                    <a:pt x="85" y="469"/>
                    <a:pt x="69" y="320"/>
                  </a:cubicBezTo>
                  <a:lnTo>
                    <a:pt x="69" y="118"/>
                  </a:lnTo>
                  <a:lnTo>
                    <a:pt x="69" y="102"/>
                  </a:lnTo>
                  <a:cubicBezTo>
                    <a:pt x="69" y="65"/>
                    <a:pt x="69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0">
              <a:extLst>
                <a:ext uri="{FF2B5EF4-FFF2-40B4-BE49-F238E27FC236}">
                  <a16:creationId xmlns:a16="http://schemas.microsoft.com/office/drawing/2014/main" id="{69246893-8AB3-8150-4F4B-56A8FAF67001}"/>
                </a:ext>
              </a:extLst>
            </p:cNvPr>
            <p:cNvSpPr/>
            <p:nvPr/>
          </p:nvSpPr>
          <p:spPr>
            <a:xfrm>
              <a:off x="1189246" y="1405544"/>
              <a:ext cx="4867" cy="78765"/>
            </a:xfrm>
            <a:custGeom>
              <a:avLst/>
              <a:gdLst/>
              <a:ahLst/>
              <a:cxnLst/>
              <a:rect l="l" t="t" r="r" b="b"/>
              <a:pathLst>
                <a:path w="49" h="793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4"/>
                    <a:pt x="16" y="271"/>
                    <a:pt x="0" y="404"/>
                  </a:cubicBezTo>
                  <a:lnTo>
                    <a:pt x="0" y="622"/>
                  </a:lnTo>
                  <a:lnTo>
                    <a:pt x="0" y="675"/>
                  </a:lnTo>
                  <a:cubicBezTo>
                    <a:pt x="0" y="707"/>
                    <a:pt x="0" y="744"/>
                    <a:pt x="16" y="776"/>
                  </a:cubicBezTo>
                  <a:lnTo>
                    <a:pt x="33" y="792"/>
                  </a:lnTo>
                  <a:cubicBezTo>
                    <a:pt x="49" y="792"/>
                    <a:pt x="49" y="776"/>
                    <a:pt x="49" y="776"/>
                  </a:cubicBezTo>
                  <a:cubicBezTo>
                    <a:pt x="33" y="744"/>
                    <a:pt x="33" y="707"/>
                    <a:pt x="33" y="675"/>
                  </a:cubicBezTo>
                  <a:lnTo>
                    <a:pt x="33" y="622"/>
                  </a:lnTo>
                  <a:lnTo>
                    <a:pt x="33" y="404"/>
                  </a:lnTo>
                  <a:cubicBezTo>
                    <a:pt x="33" y="271"/>
                    <a:pt x="33" y="154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0">
              <a:extLst>
                <a:ext uri="{FF2B5EF4-FFF2-40B4-BE49-F238E27FC236}">
                  <a16:creationId xmlns:a16="http://schemas.microsoft.com/office/drawing/2014/main" id="{D6CB1017-EFCF-89F1-56C1-71E39B45D2D4}"/>
                </a:ext>
              </a:extLst>
            </p:cNvPr>
            <p:cNvSpPr/>
            <p:nvPr/>
          </p:nvSpPr>
          <p:spPr>
            <a:xfrm>
              <a:off x="2165412" y="2572712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37" y="1"/>
                  </a:moveTo>
                  <a:cubicBezTo>
                    <a:pt x="1" y="49"/>
                    <a:pt x="17" y="82"/>
                    <a:pt x="17" y="134"/>
                  </a:cubicBezTo>
                  <a:cubicBezTo>
                    <a:pt x="17" y="166"/>
                    <a:pt x="17" y="219"/>
                    <a:pt x="1" y="251"/>
                  </a:cubicBezTo>
                  <a:lnTo>
                    <a:pt x="1" y="267"/>
                  </a:lnTo>
                  <a:lnTo>
                    <a:pt x="17" y="267"/>
                  </a:lnTo>
                  <a:cubicBezTo>
                    <a:pt x="53" y="219"/>
                    <a:pt x="37" y="166"/>
                    <a:pt x="37" y="134"/>
                  </a:cubicBezTo>
                  <a:cubicBezTo>
                    <a:pt x="37" y="82"/>
                    <a:pt x="37" y="49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0">
              <a:extLst>
                <a:ext uri="{FF2B5EF4-FFF2-40B4-BE49-F238E27FC236}">
                  <a16:creationId xmlns:a16="http://schemas.microsoft.com/office/drawing/2014/main" id="{2A2F9BF0-F2FD-480D-F79A-6D909DAD72E0}"/>
                </a:ext>
              </a:extLst>
            </p:cNvPr>
            <p:cNvSpPr/>
            <p:nvPr/>
          </p:nvSpPr>
          <p:spPr>
            <a:xfrm>
              <a:off x="1409946" y="3055829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65"/>
                    <a:pt x="32" y="134"/>
                    <a:pt x="0" y="203"/>
                  </a:cubicBezTo>
                  <a:cubicBezTo>
                    <a:pt x="0" y="219"/>
                    <a:pt x="0" y="219"/>
                    <a:pt x="16" y="219"/>
                  </a:cubicBezTo>
                  <a:lnTo>
                    <a:pt x="32" y="219"/>
                  </a:lnTo>
                  <a:cubicBezTo>
                    <a:pt x="49" y="150"/>
                    <a:pt x="32" y="65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0">
              <a:extLst>
                <a:ext uri="{FF2B5EF4-FFF2-40B4-BE49-F238E27FC236}">
                  <a16:creationId xmlns:a16="http://schemas.microsoft.com/office/drawing/2014/main" id="{F6EB0447-C09A-E9D9-8496-99FB17AEE899}"/>
                </a:ext>
              </a:extLst>
            </p:cNvPr>
            <p:cNvSpPr/>
            <p:nvPr/>
          </p:nvSpPr>
          <p:spPr>
            <a:xfrm>
              <a:off x="1737719" y="3080760"/>
              <a:ext cx="150577" cy="259238"/>
            </a:xfrm>
            <a:custGeom>
              <a:avLst/>
              <a:gdLst/>
              <a:ahLst/>
              <a:cxnLst/>
              <a:rect l="l" t="t" r="r" b="b"/>
              <a:pathLst>
                <a:path w="1516" h="2610" extrusionOk="0">
                  <a:moveTo>
                    <a:pt x="49" y="0"/>
                  </a:moveTo>
                  <a:cubicBezTo>
                    <a:pt x="33" y="0"/>
                    <a:pt x="33" y="0"/>
                    <a:pt x="33" y="16"/>
                  </a:cubicBezTo>
                  <a:cubicBezTo>
                    <a:pt x="17" y="117"/>
                    <a:pt x="0" y="202"/>
                    <a:pt x="101" y="319"/>
                  </a:cubicBezTo>
                  <a:cubicBezTo>
                    <a:pt x="384" y="606"/>
                    <a:pt x="639" y="925"/>
                    <a:pt x="909" y="1228"/>
                  </a:cubicBezTo>
                  <a:cubicBezTo>
                    <a:pt x="1010" y="1349"/>
                    <a:pt x="1111" y="1466"/>
                    <a:pt x="1192" y="1584"/>
                  </a:cubicBezTo>
                  <a:cubicBezTo>
                    <a:pt x="1229" y="1600"/>
                    <a:pt x="1245" y="1632"/>
                    <a:pt x="1277" y="1668"/>
                  </a:cubicBezTo>
                  <a:cubicBezTo>
                    <a:pt x="1330" y="1733"/>
                    <a:pt x="1394" y="1802"/>
                    <a:pt x="1463" y="1870"/>
                  </a:cubicBezTo>
                  <a:cubicBezTo>
                    <a:pt x="1495" y="1903"/>
                    <a:pt x="1495" y="1935"/>
                    <a:pt x="1479" y="1971"/>
                  </a:cubicBezTo>
                  <a:lnTo>
                    <a:pt x="1479" y="2339"/>
                  </a:lnTo>
                  <a:lnTo>
                    <a:pt x="1479" y="2440"/>
                  </a:lnTo>
                  <a:lnTo>
                    <a:pt x="1479" y="2460"/>
                  </a:lnTo>
                  <a:cubicBezTo>
                    <a:pt x="1479" y="2509"/>
                    <a:pt x="1479" y="2541"/>
                    <a:pt x="1463" y="2593"/>
                  </a:cubicBezTo>
                  <a:cubicBezTo>
                    <a:pt x="1447" y="2593"/>
                    <a:pt x="1463" y="2610"/>
                    <a:pt x="1463" y="2610"/>
                  </a:cubicBezTo>
                  <a:lnTo>
                    <a:pt x="1479" y="2610"/>
                  </a:lnTo>
                  <a:cubicBezTo>
                    <a:pt x="1515" y="2561"/>
                    <a:pt x="1515" y="2509"/>
                    <a:pt x="1515" y="2460"/>
                  </a:cubicBezTo>
                  <a:lnTo>
                    <a:pt x="1515" y="2440"/>
                  </a:lnTo>
                  <a:lnTo>
                    <a:pt x="1515" y="2339"/>
                  </a:lnTo>
                  <a:lnTo>
                    <a:pt x="1515" y="1971"/>
                  </a:lnTo>
                  <a:cubicBezTo>
                    <a:pt x="1515" y="1935"/>
                    <a:pt x="1515" y="1903"/>
                    <a:pt x="1479" y="1854"/>
                  </a:cubicBezTo>
                  <a:cubicBezTo>
                    <a:pt x="1414" y="1786"/>
                    <a:pt x="1346" y="1717"/>
                    <a:pt x="1293" y="1652"/>
                  </a:cubicBezTo>
                  <a:cubicBezTo>
                    <a:pt x="1261" y="1616"/>
                    <a:pt x="1245" y="1584"/>
                    <a:pt x="1229" y="1567"/>
                  </a:cubicBezTo>
                  <a:cubicBezTo>
                    <a:pt x="1128" y="1450"/>
                    <a:pt x="1027" y="1329"/>
                    <a:pt x="926" y="1212"/>
                  </a:cubicBezTo>
                  <a:cubicBezTo>
                    <a:pt x="671" y="909"/>
                    <a:pt x="404" y="590"/>
                    <a:pt x="118" y="303"/>
                  </a:cubicBezTo>
                  <a:cubicBezTo>
                    <a:pt x="33" y="202"/>
                    <a:pt x="33" y="117"/>
                    <a:pt x="49" y="16"/>
                  </a:cubicBezTo>
                  <a:cubicBezTo>
                    <a:pt x="65" y="16"/>
                    <a:pt x="49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0">
              <a:extLst>
                <a:ext uri="{FF2B5EF4-FFF2-40B4-BE49-F238E27FC236}">
                  <a16:creationId xmlns:a16="http://schemas.microsoft.com/office/drawing/2014/main" id="{E3F7869A-CDAA-1F49-9C32-F3AB3A6C1DB0}"/>
                </a:ext>
              </a:extLst>
            </p:cNvPr>
            <p:cNvSpPr/>
            <p:nvPr/>
          </p:nvSpPr>
          <p:spPr>
            <a:xfrm>
              <a:off x="1409946" y="2905352"/>
              <a:ext cx="91975" cy="187128"/>
            </a:xfrm>
            <a:custGeom>
              <a:avLst/>
              <a:gdLst/>
              <a:ahLst/>
              <a:cxnLst/>
              <a:rect l="l" t="t" r="r" b="b"/>
              <a:pathLst>
                <a:path w="926" h="1884" extrusionOk="0">
                  <a:moveTo>
                    <a:pt x="32" y="1"/>
                  </a:moveTo>
                  <a:lnTo>
                    <a:pt x="32" y="17"/>
                  </a:lnTo>
                  <a:cubicBezTo>
                    <a:pt x="0" y="336"/>
                    <a:pt x="0" y="639"/>
                    <a:pt x="32" y="942"/>
                  </a:cubicBezTo>
                  <a:lnTo>
                    <a:pt x="32" y="958"/>
                  </a:lnTo>
                  <a:cubicBezTo>
                    <a:pt x="32" y="994"/>
                    <a:pt x="32" y="1027"/>
                    <a:pt x="69" y="1043"/>
                  </a:cubicBezTo>
                  <a:cubicBezTo>
                    <a:pt x="251" y="1144"/>
                    <a:pt x="388" y="1297"/>
                    <a:pt x="521" y="1447"/>
                  </a:cubicBezTo>
                  <a:cubicBezTo>
                    <a:pt x="590" y="1532"/>
                    <a:pt x="675" y="1617"/>
                    <a:pt x="755" y="1701"/>
                  </a:cubicBezTo>
                  <a:cubicBezTo>
                    <a:pt x="776" y="1701"/>
                    <a:pt x="776" y="1718"/>
                    <a:pt x="792" y="1718"/>
                  </a:cubicBezTo>
                  <a:cubicBezTo>
                    <a:pt x="840" y="1766"/>
                    <a:pt x="893" y="1802"/>
                    <a:pt x="893" y="1883"/>
                  </a:cubicBezTo>
                  <a:lnTo>
                    <a:pt x="909" y="1883"/>
                  </a:lnTo>
                  <a:cubicBezTo>
                    <a:pt x="909" y="1883"/>
                    <a:pt x="925" y="1883"/>
                    <a:pt x="925" y="1867"/>
                  </a:cubicBezTo>
                  <a:cubicBezTo>
                    <a:pt x="909" y="1802"/>
                    <a:pt x="856" y="1750"/>
                    <a:pt x="808" y="1701"/>
                  </a:cubicBezTo>
                  <a:cubicBezTo>
                    <a:pt x="792" y="1701"/>
                    <a:pt x="792" y="1681"/>
                    <a:pt x="776" y="1681"/>
                  </a:cubicBezTo>
                  <a:cubicBezTo>
                    <a:pt x="691" y="1600"/>
                    <a:pt x="606" y="1516"/>
                    <a:pt x="537" y="1431"/>
                  </a:cubicBezTo>
                  <a:cubicBezTo>
                    <a:pt x="404" y="1277"/>
                    <a:pt x="271" y="1112"/>
                    <a:pt x="69" y="1011"/>
                  </a:cubicBezTo>
                  <a:cubicBezTo>
                    <a:pt x="49" y="1011"/>
                    <a:pt x="49" y="994"/>
                    <a:pt x="49" y="958"/>
                  </a:cubicBezTo>
                  <a:lnTo>
                    <a:pt x="49" y="942"/>
                  </a:lnTo>
                  <a:cubicBezTo>
                    <a:pt x="32" y="639"/>
                    <a:pt x="32" y="336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0">
              <a:extLst>
                <a:ext uri="{FF2B5EF4-FFF2-40B4-BE49-F238E27FC236}">
                  <a16:creationId xmlns:a16="http://schemas.microsoft.com/office/drawing/2014/main" id="{75360F4D-AFBA-5871-EF06-5F233CB8F5CF}"/>
                </a:ext>
              </a:extLst>
            </p:cNvPr>
            <p:cNvSpPr/>
            <p:nvPr/>
          </p:nvSpPr>
          <p:spPr>
            <a:xfrm>
              <a:off x="1256191" y="1192691"/>
              <a:ext cx="237287" cy="121077"/>
            </a:xfrm>
            <a:custGeom>
              <a:avLst/>
              <a:gdLst/>
              <a:ahLst/>
              <a:cxnLst/>
              <a:rect l="l" t="t" r="r" b="b"/>
              <a:pathLst>
                <a:path w="2389" h="1219" extrusionOk="0">
                  <a:moveTo>
                    <a:pt x="1589" y="0"/>
                  </a:moveTo>
                  <a:cubicBezTo>
                    <a:pt x="1547" y="0"/>
                    <a:pt x="1502" y="15"/>
                    <a:pt x="1463" y="39"/>
                  </a:cubicBezTo>
                  <a:lnTo>
                    <a:pt x="1144" y="241"/>
                  </a:lnTo>
                  <a:cubicBezTo>
                    <a:pt x="789" y="443"/>
                    <a:pt x="437" y="665"/>
                    <a:pt x="102" y="867"/>
                  </a:cubicBezTo>
                  <a:cubicBezTo>
                    <a:pt x="49" y="899"/>
                    <a:pt x="17" y="931"/>
                    <a:pt x="17" y="984"/>
                  </a:cubicBezTo>
                  <a:cubicBezTo>
                    <a:pt x="1" y="1000"/>
                    <a:pt x="17" y="1000"/>
                    <a:pt x="17" y="1000"/>
                  </a:cubicBezTo>
                  <a:lnTo>
                    <a:pt x="33" y="1000"/>
                  </a:lnTo>
                  <a:cubicBezTo>
                    <a:pt x="49" y="948"/>
                    <a:pt x="65" y="915"/>
                    <a:pt x="102" y="899"/>
                  </a:cubicBezTo>
                  <a:cubicBezTo>
                    <a:pt x="453" y="681"/>
                    <a:pt x="809" y="479"/>
                    <a:pt x="1160" y="261"/>
                  </a:cubicBezTo>
                  <a:lnTo>
                    <a:pt x="1479" y="75"/>
                  </a:lnTo>
                  <a:cubicBezTo>
                    <a:pt x="1518" y="48"/>
                    <a:pt x="1555" y="32"/>
                    <a:pt x="1586" y="32"/>
                  </a:cubicBezTo>
                  <a:cubicBezTo>
                    <a:pt x="1597" y="32"/>
                    <a:pt x="1607" y="34"/>
                    <a:pt x="1617" y="39"/>
                  </a:cubicBezTo>
                  <a:cubicBezTo>
                    <a:pt x="1665" y="39"/>
                    <a:pt x="1698" y="75"/>
                    <a:pt x="1734" y="124"/>
                  </a:cubicBezTo>
                  <a:cubicBezTo>
                    <a:pt x="1766" y="208"/>
                    <a:pt x="1819" y="293"/>
                    <a:pt x="1867" y="378"/>
                  </a:cubicBezTo>
                  <a:cubicBezTo>
                    <a:pt x="1952" y="544"/>
                    <a:pt x="2053" y="697"/>
                    <a:pt x="2154" y="867"/>
                  </a:cubicBezTo>
                  <a:cubicBezTo>
                    <a:pt x="2170" y="899"/>
                    <a:pt x="2186" y="931"/>
                    <a:pt x="2202" y="968"/>
                  </a:cubicBezTo>
                  <a:cubicBezTo>
                    <a:pt x="2239" y="1069"/>
                    <a:pt x="2287" y="1150"/>
                    <a:pt x="2372" y="1218"/>
                  </a:cubicBezTo>
                  <a:lnTo>
                    <a:pt x="2388" y="1218"/>
                  </a:lnTo>
                  <a:lnTo>
                    <a:pt x="2388" y="1202"/>
                  </a:lnTo>
                  <a:cubicBezTo>
                    <a:pt x="2303" y="1133"/>
                    <a:pt x="2271" y="1049"/>
                    <a:pt x="2223" y="968"/>
                  </a:cubicBezTo>
                  <a:cubicBezTo>
                    <a:pt x="2202" y="915"/>
                    <a:pt x="2186" y="883"/>
                    <a:pt x="2170" y="847"/>
                  </a:cubicBezTo>
                  <a:cubicBezTo>
                    <a:pt x="2069" y="681"/>
                    <a:pt x="1984" y="528"/>
                    <a:pt x="1883" y="362"/>
                  </a:cubicBezTo>
                  <a:cubicBezTo>
                    <a:pt x="1851" y="277"/>
                    <a:pt x="1799" y="208"/>
                    <a:pt x="1750" y="124"/>
                  </a:cubicBezTo>
                  <a:cubicBezTo>
                    <a:pt x="1718" y="59"/>
                    <a:pt x="1665" y="23"/>
                    <a:pt x="1633" y="6"/>
                  </a:cubicBezTo>
                  <a:cubicBezTo>
                    <a:pt x="1619" y="2"/>
                    <a:pt x="1604" y="0"/>
                    <a:pt x="1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0">
              <a:extLst>
                <a:ext uri="{FF2B5EF4-FFF2-40B4-BE49-F238E27FC236}">
                  <a16:creationId xmlns:a16="http://schemas.microsoft.com/office/drawing/2014/main" id="{E26EC12E-FC60-9A44-8D88-F5C64FD8CAE8}"/>
                </a:ext>
              </a:extLst>
            </p:cNvPr>
            <p:cNvSpPr/>
            <p:nvPr/>
          </p:nvSpPr>
          <p:spPr>
            <a:xfrm>
              <a:off x="928419" y="357748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3"/>
                    <a:pt x="17" y="251"/>
                    <a:pt x="17" y="352"/>
                  </a:cubicBezTo>
                  <a:lnTo>
                    <a:pt x="17" y="521"/>
                  </a:lnTo>
                  <a:lnTo>
                    <a:pt x="17" y="857"/>
                  </a:lnTo>
                  <a:lnTo>
                    <a:pt x="17" y="1010"/>
                  </a:lnTo>
                  <a:lnTo>
                    <a:pt x="33" y="1010"/>
                  </a:lnTo>
                  <a:lnTo>
                    <a:pt x="33" y="857"/>
                  </a:lnTo>
                  <a:lnTo>
                    <a:pt x="33" y="521"/>
                  </a:lnTo>
                  <a:lnTo>
                    <a:pt x="33" y="352"/>
                  </a:lnTo>
                  <a:cubicBezTo>
                    <a:pt x="33" y="234"/>
                    <a:pt x="49" y="133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0">
              <a:extLst>
                <a:ext uri="{FF2B5EF4-FFF2-40B4-BE49-F238E27FC236}">
                  <a16:creationId xmlns:a16="http://schemas.microsoft.com/office/drawing/2014/main" id="{7E825B49-239B-6219-793D-3DCCBCB31835}"/>
                </a:ext>
              </a:extLst>
            </p:cNvPr>
            <p:cNvSpPr/>
            <p:nvPr/>
          </p:nvSpPr>
          <p:spPr>
            <a:xfrm>
              <a:off x="670770" y="1450836"/>
              <a:ext cx="145809" cy="192293"/>
            </a:xfrm>
            <a:custGeom>
              <a:avLst/>
              <a:gdLst/>
              <a:ahLst/>
              <a:cxnLst/>
              <a:rect l="l" t="t" r="r" b="b"/>
              <a:pathLst>
                <a:path w="1468" h="1936" extrusionOk="0">
                  <a:moveTo>
                    <a:pt x="1431" y="1"/>
                  </a:moveTo>
                  <a:cubicBezTo>
                    <a:pt x="1415" y="1"/>
                    <a:pt x="1415" y="1"/>
                    <a:pt x="1415" y="17"/>
                  </a:cubicBezTo>
                  <a:lnTo>
                    <a:pt x="1415" y="267"/>
                  </a:lnTo>
                  <a:cubicBezTo>
                    <a:pt x="1431" y="506"/>
                    <a:pt x="1431" y="756"/>
                    <a:pt x="1451" y="995"/>
                  </a:cubicBezTo>
                  <a:cubicBezTo>
                    <a:pt x="1451" y="1043"/>
                    <a:pt x="1415" y="1059"/>
                    <a:pt x="1383" y="1096"/>
                  </a:cubicBezTo>
                  <a:lnTo>
                    <a:pt x="1366" y="1096"/>
                  </a:lnTo>
                  <a:cubicBezTo>
                    <a:pt x="1181" y="1197"/>
                    <a:pt x="995" y="1314"/>
                    <a:pt x="809" y="1431"/>
                  </a:cubicBezTo>
                  <a:cubicBezTo>
                    <a:pt x="558" y="1580"/>
                    <a:pt x="288" y="1750"/>
                    <a:pt x="37" y="1883"/>
                  </a:cubicBezTo>
                  <a:cubicBezTo>
                    <a:pt x="17" y="1904"/>
                    <a:pt x="17" y="1904"/>
                    <a:pt x="17" y="1920"/>
                  </a:cubicBezTo>
                  <a:cubicBezTo>
                    <a:pt x="1" y="1936"/>
                    <a:pt x="17" y="1936"/>
                    <a:pt x="17" y="1936"/>
                  </a:cubicBezTo>
                  <a:lnTo>
                    <a:pt x="37" y="1936"/>
                  </a:lnTo>
                  <a:lnTo>
                    <a:pt x="37" y="1920"/>
                  </a:lnTo>
                  <a:lnTo>
                    <a:pt x="54" y="1920"/>
                  </a:lnTo>
                  <a:cubicBezTo>
                    <a:pt x="304" y="1766"/>
                    <a:pt x="575" y="1617"/>
                    <a:pt x="825" y="1447"/>
                  </a:cubicBezTo>
                  <a:cubicBezTo>
                    <a:pt x="995" y="1346"/>
                    <a:pt x="1197" y="1229"/>
                    <a:pt x="1383" y="1112"/>
                  </a:cubicBezTo>
                  <a:cubicBezTo>
                    <a:pt x="1431" y="1096"/>
                    <a:pt x="1467" y="1059"/>
                    <a:pt x="1467" y="995"/>
                  </a:cubicBezTo>
                  <a:cubicBezTo>
                    <a:pt x="1467" y="756"/>
                    <a:pt x="1451" y="506"/>
                    <a:pt x="1451" y="267"/>
                  </a:cubicBezTo>
                  <a:lnTo>
                    <a:pt x="1451" y="17"/>
                  </a:lnTo>
                  <a:cubicBezTo>
                    <a:pt x="1451" y="1"/>
                    <a:pt x="1431" y="1"/>
                    <a:pt x="1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0">
              <a:extLst>
                <a:ext uri="{FF2B5EF4-FFF2-40B4-BE49-F238E27FC236}">
                  <a16:creationId xmlns:a16="http://schemas.microsoft.com/office/drawing/2014/main" id="{B2642CC4-9AD0-CEC0-08CC-12608B4C9B42}"/>
                </a:ext>
              </a:extLst>
            </p:cNvPr>
            <p:cNvSpPr/>
            <p:nvPr/>
          </p:nvSpPr>
          <p:spPr>
            <a:xfrm>
              <a:off x="1338035" y="1870584"/>
              <a:ext cx="6555" cy="103596"/>
            </a:xfrm>
            <a:custGeom>
              <a:avLst/>
              <a:gdLst/>
              <a:ahLst/>
              <a:cxnLst/>
              <a:rect l="l" t="t" r="r" b="b"/>
              <a:pathLst>
                <a:path w="66" h="1043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82"/>
                    <a:pt x="17" y="336"/>
                    <a:pt x="17" y="505"/>
                  </a:cubicBezTo>
                  <a:lnTo>
                    <a:pt x="17" y="808"/>
                  </a:lnTo>
                  <a:lnTo>
                    <a:pt x="17" y="873"/>
                  </a:lnTo>
                  <a:cubicBezTo>
                    <a:pt x="17" y="925"/>
                    <a:pt x="17" y="974"/>
                    <a:pt x="49" y="1043"/>
                  </a:cubicBezTo>
                  <a:lnTo>
                    <a:pt x="66" y="1043"/>
                  </a:lnTo>
                  <a:lnTo>
                    <a:pt x="66" y="1026"/>
                  </a:lnTo>
                  <a:cubicBezTo>
                    <a:pt x="33" y="974"/>
                    <a:pt x="49" y="925"/>
                    <a:pt x="49" y="873"/>
                  </a:cubicBezTo>
                  <a:lnTo>
                    <a:pt x="49" y="808"/>
                  </a:lnTo>
                  <a:lnTo>
                    <a:pt x="49" y="505"/>
                  </a:lnTo>
                  <a:cubicBezTo>
                    <a:pt x="49" y="336"/>
                    <a:pt x="49" y="166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0">
              <a:extLst>
                <a:ext uri="{FF2B5EF4-FFF2-40B4-BE49-F238E27FC236}">
                  <a16:creationId xmlns:a16="http://schemas.microsoft.com/office/drawing/2014/main" id="{4B9A5D4D-206A-3B59-3376-C9263E43ECF3}"/>
                </a:ext>
              </a:extLst>
            </p:cNvPr>
            <p:cNvSpPr/>
            <p:nvPr/>
          </p:nvSpPr>
          <p:spPr>
            <a:xfrm>
              <a:off x="1643857" y="3318246"/>
              <a:ext cx="6853" cy="78765"/>
            </a:xfrm>
            <a:custGeom>
              <a:avLst/>
              <a:gdLst/>
              <a:ahLst/>
              <a:cxnLst/>
              <a:rect l="l" t="t" r="r" b="b"/>
              <a:pathLst>
                <a:path w="69" h="793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623"/>
                  </a:lnTo>
                  <a:lnTo>
                    <a:pt x="16" y="675"/>
                  </a:lnTo>
                  <a:cubicBezTo>
                    <a:pt x="16" y="707"/>
                    <a:pt x="37" y="740"/>
                    <a:pt x="16" y="776"/>
                  </a:cubicBezTo>
                  <a:cubicBezTo>
                    <a:pt x="0" y="776"/>
                    <a:pt x="0" y="776"/>
                    <a:pt x="16" y="792"/>
                  </a:cubicBezTo>
                  <a:lnTo>
                    <a:pt x="37" y="776"/>
                  </a:lnTo>
                  <a:cubicBezTo>
                    <a:pt x="53" y="740"/>
                    <a:pt x="53" y="707"/>
                    <a:pt x="53" y="675"/>
                  </a:cubicBezTo>
                  <a:lnTo>
                    <a:pt x="53" y="623"/>
                  </a:lnTo>
                  <a:lnTo>
                    <a:pt x="53" y="388"/>
                  </a:lnTo>
                  <a:cubicBezTo>
                    <a:pt x="53" y="27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0">
              <a:extLst>
                <a:ext uri="{FF2B5EF4-FFF2-40B4-BE49-F238E27FC236}">
                  <a16:creationId xmlns:a16="http://schemas.microsoft.com/office/drawing/2014/main" id="{F95CB7E6-9C23-D104-038C-3F3BB6668D38}"/>
                </a:ext>
              </a:extLst>
            </p:cNvPr>
            <p:cNvSpPr/>
            <p:nvPr/>
          </p:nvSpPr>
          <p:spPr>
            <a:xfrm>
              <a:off x="2081979" y="2505767"/>
              <a:ext cx="105185" cy="199047"/>
            </a:xfrm>
            <a:custGeom>
              <a:avLst/>
              <a:gdLst/>
              <a:ahLst/>
              <a:cxnLst/>
              <a:rect l="l" t="t" r="r" b="b"/>
              <a:pathLst>
                <a:path w="1059" h="2004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50" y="335"/>
                    <a:pt x="170" y="372"/>
                    <a:pt x="202" y="404"/>
                  </a:cubicBezTo>
                  <a:cubicBezTo>
                    <a:pt x="372" y="707"/>
                    <a:pt x="554" y="994"/>
                    <a:pt x="724" y="1281"/>
                  </a:cubicBezTo>
                  <a:cubicBezTo>
                    <a:pt x="776" y="1345"/>
                    <a:pt x="825" y="1430"/>
                    <a:pt x="877" y="1499"/>
                  </a:cubicBezTo>
                  <a:cubicBezTo>
                    <a:pt x="893" y="1531"/>
                    <a:pt x="909" y="1547"/>
                    <a:pt x="909" y="1564"/>
                  </a:cubicBezTo>
                  <a:cubicBezTo>
                    <a:pt x="978" y="1648"/>
                    <a:pt x="1027" y="1733"/>
                    <a:pt x="1010" y="1850"/>
                  </a:cubicBezTo>
                  <a:lnTo>
                    <a:pt x="1010" y="1866"/>
                  </a:lnTo>
                  <a:cubicBezTo>
                    <a:pt x="1010" y="1903"/>
                    <a:pt x="1010" y="1951"/>
                    <a:pt x="994" y="1988"/>
                  </a:cubicBezTo>
                  <a:lnTo>
                    <a:pt x="994" y="2004"/>
                  </a:lnTo>
                  <a:lnTo>
                    <a:pt x="1010" y="2004"/>
                  </a:lnTo>
                  <a:lnTo>
                    <a:pt x="1010" y="1988"/>
                  </a:lnTo>
                  <a:cubicBezTo>
                    <a:pt x="1027" y="1951"/>
                    <a:pt x="1043" y="1903"/>
                    <a:pt x="1043" y="1866"/>
                  </a:cubicBezTo>
                  <a:lnTo>
                    <a:pt x="1043" y="1850"/>
                  </a:lnTo>
                  <a:cubicBezTo>
                    <a:pt x="1059" y="1733"/>
                    <a:pt x="994" y="1632"/>
                    <a:pt x="942" y="1547"/>
                  </a:cubicBezTo>
                  <a:cubicBezTo>
                    <a:pt x="926" y="1531"/>
                    <a:pt x="909" y="1515"/>
                    <a:pt x="893" y="1483"/>
                  </a:cubicBezTo>
                  <a:cubicBezTo>
                    <a:pt x="841" y="1414"/>
                    <a:pt x="808" y="1345"/>
                    <a:pt x="756" y="1261"/>
                  </a:cubicBezTo>
                  <a:cubicBezTo>
                    <a:pt x="574" y="978"/>
                    <a:pt x="388" y="691"/>
                    <a:pt x="219" y="388"/>
                  </a:cubicBezTo>
                  <a:cubicBezTo>
                    <a:pt x="202" y="352"/>
                    <a:pt x="170" y="319"/>
                    <a:pt x="150" y="287"/>
                  </a:cubicBezTo>
                  <a:cubicBezTo>
                    <a:pt x="85" y="202"/>
                    <a:pt x="17" y="117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0">
              <a:extLst>
                <a:ext uri="{FF2B5EF4-FFF2-40B4-BE49-F238E27FC236}">
                  <a16:creationId xmlns:a16="http://schemas.microsoft.com/office/drawing/2014/main" id="{6046F428-B3AB-951E-37FC-E1082210A32A}"/>
                </a:ext>
              </a:extLst>
            </p:cNvPr>
            <p:cNvSpPr/>
            <p:nvPr/>
          </p:nvSpPr>
          <p:spPr>
            <a:xfrm>
              <a:off x="1672363" y="3189421"/>
              <a:ext cx="5264" cy="13409"/>
            </a:xfrm>
            <a:custGeom>
              <a:avLst/>
              <a:gdLst/>
              <a:ahLst/>
              <a:cxnLst/>
              <a:rect l="l" t="t" r="r" b="b"/>
              <a:pathLst>
                <a:path w="53" h="135" extrusionOk="0">
                  <a:moveTo>
                    <a:pt x="16" y="1"/>
                  </a:moveTo>
                  <a:cubicBezTo>
                    <a:pt x="0" y="33"/>
                    <a:pt x="0" y="69"/>
                    <a:pt x="0" y="86"/>
                  </a:cubicBezTo>
                  <a:lnTo>
                    <a:pt x="0" y="118"/>
                  </a:lnTo>
                  <a:cubicBezTo>
                    <a:pt x="0" y="134"/>
                    <a:pt x="16" y="134"/>
                    <a:pt x="16" y="134"/>
                  </a:cubicBezTo>
                  <a:lnTo>
                    <a:pt x="32" y="134"/>
                  </a:lnTo>
                  <a:lnTo>
                    <a:pt x="32" y="86"/>
                  </a:lnTo>
                  <a:cubicBezTo>
                    <a:pt x="32" y="69"/>
                    <a:pt x="32" y="33"/>
                    <a:pt x="53" y="17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0">
              <a:extLst>
                <a:ext uri="{FF2B5EF4-FFF2-40B4-BE49-F238E27FC236}">
                  <a16:creationId xmlns:a16="http://schemas.microsoft.com/office/drawing/2014/main" id="{8FE75319-96B4-1EBB-F124-0361190148B2}"/>
                </a:ext>
              </a:extLst>
            </p:cNvPr>
            <p:cNvSpPr/>
            <p:nvPr/>
          </p:nvSpPr>
          <p:spPr>
            <a:xfrm>
              <a:off x="1409946" y="3590694"/>
              <a:ext cx="4867" cy="143723"/>
            </a:xfrm>
            <a:custGeom>
              <a:avLst/>
              <a:gdLst/>
              <a:ahLst/>
              <a:cxnLst/>
              <a:rect l="l" t="t" r="r" b="b"/>
              <a:pathLst>
                <a:path w="49" h="1447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lnTo>
                    <a:pt x="0" y="271"/>
                  </a:lnTo>
                  <a:cubicBezTo>
                    <a:pt x="16" y="457"/>
                    <a:pt x="16" y="659"/>
                    <a:pt x="16" y="861"/>
                  </a:cubicBezTo>
                  <a:lnTo>
                    <a:pt x="16" y="1027"/>
                  </a:lnTo>
                  <a:cubicBezTo>
                    <a:pt x="16" y="1164"/>
                    <a:pt x="16" y="1297"/>
                    <a:pt x="0" y="1430"/>
                  </a:cubicBezTo>
                  <a:cubicBezTo>
                    <a:pt x="0" y="1447"/>
                    <a:pt x="0" y="1447"/>
                    <a:pt x="16" y="1447"/>
                  </a:cubicBezTo>
                  <a:cubicBezTo>
                    <a:pt x="16" y="1447"/>
                    <a:pt x="32" y="1447"/>
                    <a:pt x="32" y="1430"/>
                  </a:cubicBezTo>
                  <a:cubicBezTo>
                    <a:pt x="49" y="1297"/>
                    <a:pt x="49" y="1164"/>
                    <a:pt x="32" y="1027"/>
                  </a:cubicBezTo>
                  <a:lnTo>
                    <a:pt x="32" y="861"/>
                  </a:lnTo>
                  <a:lnTo>
                    <a:pt x="32" y="271"/>
                  </a:lnTo>
                  <a:lnTo>
                    <a:pt x="32" y="17"/>
                  </a:ln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0">
              <a:extLst>
                <a:ext uri="{FF2B5EF4-FFF2-40B4-BE49-F238E27FC236}">
                  <a16:creationId xmlns:a16="http://schemas.microsoft.com/office/drawing/2014/main" id="{B0194FE4-5C63-ECB8-CB7F-FEBE4AC210AD}"/>
                </a:ext>
              </a:extLst>
            </p:cNvPr>
            <p:cNvSpPr/>
            <p:nvPr/>
          </p:nvSpPr>
          <p:spPr>
            <a:xfrm>
              <a:off x="1739308" y="2616117"/>
              <a:ext cx="148988" cy="277713"/>
            </a:xfrm>
            <a:custGeom>
              <a:avLst/>
              <a:gdLst/>
              <a:ahLst/>
              <a:cxnLst/>
              <a:rect l="l" t="t" r="r" b="b"/>
              <a:pathLst>
                <a:path w="1500" h="2796" extrusionOk="0">
                  <a:moveTo>
                    <a:pt x="49" y="0"/>
                  </a:moveTo>
                  <a:cubicBezTo>
                    <a:pt x="17" y="49"/>
                    <a:pt x="1" y="101"/>
                    <a:pt x="1" y="170"/>
                  </a:cubicBezTo>
                  <a:cubicBezTo>
                    <a:pt x="1" y="218"/>
                    <a:pt x="17" y="271"/>
                    <a:pt x="65" y="287"/>
                  </a:cubicBezTo>
                  <a:cubicBezTo>
                    <a:pt x="150" y="372"/>
                    <a:pt x="235" y="473"/>
                    <a:pt x="304" y="574"/>
                  </a:cubicBezTo>
                  <a:cubicBezTo>
                    <a:pt x="336" y="622"/>
                    <a:pt x="368" y="675"/>
                    <a:pt x="405" y="723"/>
                  </a:cubicBezTo>
                  <a:cubicBezTo>
                    <a:pt x="554" y="909"/>
                    <a:pt x="691" y="1111"/>
                    <a:pt x="825" y="1297"/>
                  </a:cubicBezTo>
                  <a:cubicBezTo>
                    <a:pt x="926" y="1430"/>
                    <a:pt x="1043" y="1584"/>
                    <a:pt x="1144" y="1717"/>
                  </a:cubicBezTo>
                  <a:lnTo>
                    <a:pt x="1160" y="1733"/>
                  </a:lnTo>
                  <a:cubicBezTo>
                    <a:pt x="1463" y="2137"/>
                    <a:pt x="1463" y="2137"/>
                    <a:pt x="1463" y="2626"/>
                  </a:cubicBezTo>
                  <a:cubicBezTo>
                    <a:pt x="1463" y="2695"/>
                    <a:pt x="1447" y="2727"/>
                    <a:pt x="1431" y="2759"/>
                  </a:cubicBezTo>
                  <a:lnTo>
                    <a:pt x="1431" y="2796"/>
                  </a:lnTo>
                  <a:lnTo>
                    <a:pt x="1447" y="2796"/>
                  </a:lnTo>
                  <a:lnTo>
                    <a:pt x="1447" y="2775"/>
                  </a:lnTo>
                  <a:cubicBezTo>
                    <a:pt x="1479" y="2743"/>
                    <a:pt x="1499" y="2695"/>
                    <a:pt x="1499" y="2626"/>
                  </a:cubicBezTo>
                  <a:cubicBezTo>
                    <a:pt x="1499" y="2137"/>
                    <a:pt x="1499" y="2137"/>
                    <a:pt x="1176" y="1717"/>
                  </a:cubicBezTo>
                  <a:lnTo>
                    <a:pt x="1160" y="1701"/>
                  </a:lnTo>
                  <a:cubicBezTo>
                    <a:pt x="1059" y="1563"/>
                    <a:pt x="958" y="1414"/>
                    <a:pt x="857" y="1281"/>
                  </a:cubicBezTo>
                  <a:cubicBezTo>
                    <a:pt x="708" y="1095"/>
                    <a:pt x="570" y="893"/>
                    <a:pt x="421" y="707"/>
                  </a:cubicBezTo>
                  <a:cubicBezTo>
                    <a:pt x="388" y="655"/>
                    <a:pt x="352" y="606"/>
                    <a:pt x="320" y="554"/>
                  </a:cubicBezTo>
                  <a:cubicBezTo>
                    <a:pt x="251" y="453"/>
                    <a:pt x="186" y="352"/>
                    <a:pt x="85" y="271"/>
                  </a:cubicBezTo>
                  <a:cubicBezTo>
                    <a:pt x="49" y="251"/>
                    <a:pt x="33" y="202"/>
                    <a:pt x="17" y="170"/>
                  </a:cubicBezTo>
                  <a:cubicBezTo>
                    <a:pt x="17" y="101"/>
                    <a:pt x="33" y="49"/>
                    <a:pt x="65" y="16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0">
              <a:extLst>
                <a:ext uri="{FF2B5EF4-FFF2-40B4-BE49-F238E27FC236}">
                  <a16:creationId xmlns:a16="http://schemas.microsoft.com/office/drawing/2014/main" id="{3FE74A99-93FA-4912-7EC9-B3EA9538D5CC}"/>
                </a:ext>
              </a:extLst>
            </p:cNvPr>
            <p:cNvSpPr/>
            <p:nvPr/>
          </p:nvSpPr>
          <p:spPr>
            <a:xfrm>
              <a:off x="669181" y="3266497"/>
              <a:ext cx="148988" cy="159019"/>
            </a:xfrm>
            <a:custGeom>
              <a:avLst/>
              <a:gdLst/>
              <a:ahLst/>
              <a:cxnLst/>
              <a:rect l="l" t="t" r="r" b="b"/>
              <a:pathLst>
                <a:path w="1500" h="1601" extrusionOk="0">
                  <a:moveTo>
                    <a:pt x="1483" y="0"/>
                  </a:moveTo>
                  <a:cubicBezTo>
                    <a:pt x="1330" y="33"/>
                    <a:pt x="1180" y="85"/>
                    <a:pt x="1027" y="150"/>
                  </a:cubicBezTo>
                  <a:cubicBezTo>
                    <a:pt x="962" y="166"/>
                    <a:pt x="894" y="186"/>
                    <a:pt x="825" y="219"/>
                  </a:cubicBezTo>
                  <a:cubicBezTo>
                    <a:pt x="639" y="287"/>
                    <a:pt x="437" y="352"/>
                    <a:pt x="235" y="421"/>
                  </a:cubicBezTo>
                  <a:lnTo>
                    <a:pt x="102" y="469"/>
                  </a:lnTo>
                  <a:cubicBezTo>
                    <a:pt x="53" y="489"/>
                    <a:pt x="1" y="522"/>
                    <a:pt x="1" y="622"/>
                  </a:cubicBezTo>
                  <a:lnTo>
                    <a:pt x="1" y="1430"/>
                  </a:lnTo>
                  <a:lnTo>
                    <a:pt x="1" y="1499"/>
                  </a:lnTo>
                  <a:cubicBezTo>
                    <a:pt x="17" y="1531"/>
                    <a:pt x="33" y="1548"/>
                    <a:pt x="1" y="1580"/>
                  </a:cubicBezTo>
                  <a:lnTo>
                    <a:pt x="1" y="1600"/>
                  </a:lnTo>
                  <a:lnTo>
                    <a:pt x="17" y="1600"/>
                  </a:lnTo>
                  <a:cubicBezTo>
                    <a:pt x="53" y="1564"/>
                    <a:pt x="53" y="1515"/>
                    <a:pt x="33" y="1479"/>
                  </a:cubicBezTo>
                  <a:cubicBezTo>
                    <a:pt x="33" y="1463"/>
                    <a:pt x="17" y="1447"/>
                    <a:pt x="17" y="1430"/>
                  </a:cubicBezTo>
                  <a:cubicBezTo>
                    <a:pt x="33" y="1160"/>
                    <a:pt x="33" y="893"/>
                    <a:pt x="17" y="622"/>
                  </a:cubicBezTo>
                  <a:cubicBezTo>
                    <a:pt x="17" y="538"/>
                    <a:pt x="53" y="522"/>
                    <a:pt x="118" y="505"/>
                  </a:cubicBezTo>
                  <a:lnTo>
                    <a:pt x="255" y="453"/>
                  </a:lnTo>
                  <a:cubicBezTo>
                    <a:pt x="437" y="388"/>
                    <a:pt x="639" y="303"/>
                    <a:pt x="841" y="235"/>
                  </a:cubicBezTo>
                  <a:cubicBezTo>
                    <a:pt x="910" y="219"/>
                    <a:pt x="978" y="202"/>
                    <a:pt x="1027" y="166"/>
                  </a:cubicBezTo>
                  <a:lnTo>
                    <a:pt x="1483" y="17"/>
                  </a:lnTo>
                  <a:lnTo>
                    <a:pt x="1500" y="17"/>
                  </a:lnTo>
                  <a:cubicBezTo>
                    <a:pt x="1500" y="0"/>
                    <a:pt x="1483" y="0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0">
              <a:extLst>
                <a:ext uri="{FF2B5EF4-FFF2-40B4-BE49-F238E27FC236}">
                  <a16:creationId xmlns:a16="http://schemas.microsoft.com/office/drawing/2014/main" id="{88E59C6F-0336-D560-FCB5-FA02135F35BE}"/>
                </a:ext>
              </a:extLst>
            </p:cNvPr>
            <p:cNvSpPr/>
            <p:nvPr/>
          </p:nvSpPr>
          <p:spPr>
            <a:xfrm>
              <a:off x="2078801" y="3107577"/>
              <a:ext cx="108364" cy="212357"/>
            </a:xfrm>
            <a:custGeom>
              <a:avLst/>
              <a:gdLst/>
              <a:ahLst/>
              <a:cxnLst/>
              <a:rect l="l" t="t" r="r" b="b"/>
              <a:pathLst>
                <a:path w="1091" h="2138" extrusionOk="0">
                  <a:moveTo>
                    <a:pt x="81" y="1"/>
                  </a:moveTo>
                  <a:lnTo>
                    <a:pt x="81" y="17"/>
                  </a:lnTo>
                  <a:cubicBezTo>
                    <a:pt x="65" y="49"/>
                    <a:pt x="65" y="69"/>
                    <a:pt x="65" y="102"/>
                  </a:cubicBezTo>
                  <a:cubicBezTo>
                    <a:pt x="33" y="304"/>
                    <a:pt x="0" y="506"/>
                    <a:pt x="150" y="691"/>
                  </a:cubicBezTo>
                  <a:cubicBezTo>
                    <a:pt x="384" y="978"/>
                    <a:pt x="622" y="1281"/>
                    <a:pt x="840" y="1584"/>
                  </a:cubicBezTo>
                  <a:lnTo>
                    <a:pt x="958" y="1734"/>
                  </a:lnTo>
                  <a:cubicBezTo>
                    <a:pt x="974" y="1750"/>
                    <a:pt x="990" y="1750"/>
                    <a:pt x="990" y="1766"/>
                  </a:cubicBezTo>
                  <a:cubicBezTo>
                    <a:pt x="1026" y="1786"/>
                    <a:pt x="1059" y="1802"/>
                    <a:pt x="1042" y="1851"/>
                  </a:cubicBezTo>
                  <a:lnTo>
                    <a:pt x="1042" y="1952"/>
                  </a:lnTo>
                  <a:cubicBezTo>
                    <a:pt x="1042" y="2004"/>
                    <a:pt x="1042" y="2069"/>
                    <a:pt x="1010" y="2122"/>
                  </a:cubicBezTo>
                  <a:lnTo>
                    <a:pt x="1010" y="2138"/>
                  </a:lnTo>
                  <a:lnTo>
                    <a:pt x="1026" y="2138"/>
                  </a:lnTo>
                  <a:cubicBezTo>
                    <a:pt x="1075" y="2069"/>
                    <a:pt x="1075" y="2004"/>
                    <a:pt x="1075" y="1952"/>
                  </a:cubicBezTo>
                  <a:lnTo>
                    <a:pt x="1075" y="1851"/>
                  </a:lnTo>
                  <a:cubicBezTo>
                    <a:pt x="1091" y="1786"/>
                    <a:pt x="1042" y="1766"/>
                    <a:pt x="1010" y="1750"/>
                  </a:cubicBezTo>
                  <a:cubicBezTo>
                    <a:pt x="990" y="1734"/>
                    <a:pt x="990" y="1718"/>
                    <a:pt x="974" y="1718"/>
                  </a:cubicBezTo>
                  <a:lnTo>
                    <a:pt x="857" y="1564"/>
                  </a:lnTo>
                  <a:cubicBezTo>
                    <a:pt x="638" y="1261"/>
                    <a:pt x="420" y="958"/>
                    <a:pt x="182" y="675"/>
                  </a:cubicBezTo>
                  <a:cubicBezTo>
                    <a:pt x="33" y="489"/>
                    <a:pt x="65" y="304"/>
                    <a:pt x="81" y="102"/>
                  </a:cubicBezTo>
                  <a:cubicBezTo>
                    <a:pt x="101" y="86"/>
                    <a:pt x="101" y="49"/>
                    <a:pt x="101" y="17"/>
                  </a:cubicBezTo>
                  <a:cubicBezTo>
                    <a:pt x="101" y="17"/>
                    <a:pt x="101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0">
              <a:extLst>
                <a:ext uri="{FF2B5EF4-FFF2-40B4-BE49-F238E27FC236}">
                  <a16:creationId xmlns:a16="http://schemas.microsoft.com/office/drawing/2014/main" id="{542EDAB2-322F-4497-E784-3E1671F07F44}"/>
                </a:ext>
              </a:extLst>
            </p:cNvPr>
            <p:cNvSpPr/>
            <p:nvPr/>
          </p:nvSpPr>
          <p:spPr>
            <a:xfrm>
              <a:off x="1518608" y="3518882"/>
              <a:ext cx="140545" cy="215535"/>
            </a:xfrm>
            <a:custGeom>
              <a:avLst/>
              <a:gdLst/>
              <a:ahLst/>
              <a:cxnLst/>
              <a:rect l="l" t="t" r="r" b="b"/>
              <a:pathLst>
                <a:path w="1415" h="2170" extrusionOk="0">
                  <a:moveTo>
                    <a:pt x="65" y="0"/>
                  </a:moveTo>
                  <a:cubicBezTo>
                    <a:pt x="1" y="49"/>
                    <a:pt x="17" y="134"/>
                    <a:pt x="33" y="186"/>
                  </a:cubicBezTo>
                  <a:lnTo>
                    <a:pt x="33" y="271"/>
                  </a:lnTo>
                  <a:cubicBezTo>
                    <a:pt x="17" y="437"/>
                    <a:pt x="17" y="606"/>
                    <a:pt x="33" y="776"/>
                  </a:cubicBezTo>
                  <a:lnTo>
                    <a:pt x="33" y="994"/>
                  </a:lnTo>
                  <a:cubicBezTo>
                    <a:pt x="33" y="1043"/>
                    <a:pt x="33" y="1079"/>
                    <a:pt x="65" y="1111"/>
                  </a:cubicBezTo>
                  <a:cubicBezTo>
                    <a:pt x="522" y="1499"/>
                    <a:pt x="942" y="1834"/>
                    <a:pt x="1330" y="2153"/>
                  </a:cubicBezTo>
                  <a:cubicBezTo>
                    <a:pt x="1346" y="2170"/>
                    <a:pt x="1362" y="2170"/>
                    <a:pt x="1378" y="2170"/>
                  </a:cubicBezTo>
                  <a:lnTo>
                    <a:pt x="1415" y="2170"/>
                  </a:lnTo>
                  <a:lnTo>
                    <a:pt x="1415" y="2137"/>
                  </a:lnTo>
                  <a:lnTo>
                    <a:pt x="1346" y="2137"/>
                  </a:lnTo>
                  <a:cubicBezTo>
                    <a:pt x="958" y="1818"/>
                    <a:pt x="538" y="1463"/>
                    <a:pt x="86" y="1095"/>
                  </a:cubicBezTo>
                  <a:cubicBezTo>
                    <a:pt x="49" y="1059"/>
                    <a:pt x="49" y="1043"/>
                    <a:pt x="49" y="994"/>
                  </a:cubicBezTo>
                  <a:lnTo>
                    <a:pt x="49" y="776"/>
                  </a:lnTo>
                  <a:cubicBezTo>
                    <a:pt x="49" y="606"/>
                    <a:pt x="49" y="437"/>
                    <a:pt x="65" y="271"/>
                  </a:cubicBezTo>
                  <a:cubicBezTo>
                    <a:pt x="65" y="235"/>
                    <a:pt x="49" y="218"/>
                    <a:pt x="49" y="186"/>
                  </a:cubicBezTo>
                  <a:cubicBezTo>
                    <a:pt x="49" y="117"/>
                    <a:pt x="33" y="69"/>
                    <a:pt x="86" y="17"/>
                  </a:cubicBezTo>
                  <a:lnTo>
                    <a:pt x="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0">
              <a:extLst>
                <a:ext uri="{FF2B5EF4-FFF2-40B4-BE49-F238E27FC236}">
                  <a16:creationId xmlns:a16="http://schemas.microsoft.com/office/drawing/2014/main" id="{DE300542-1F55-83CE-88E2-BD4FA195594C}"/>
                </a:ext>
              </a:extLst>
            </p:cNvPr>
            <p:cNvSpPr/>
            <p:nvPr/>
          </p:nvSpPr>
          <p:spPr>
            <a:xfrm>
              <a:off x="978578" y="3560599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17" y="118"/>
                    <a:pt x="17" y="202"/>
                    <a:pt x="17" y="303"/>
                  </a:cubicBezTo>
                  <a:lnTo>
                    <a:pt x="17" y="388"/>
                  </a:lnTo>
                  <a:cubicBezTo>
                    <a:pt x="17" y="421"/>
                    <a:pt x="0" y="473"/>
                    <a:pt x="0" y="505"/>
                  </a:cubicBezTo>
                  <a:cubicBezTo>
                    <a:pt x="0" y="675"/>
                    <a:pt x="0" y="841"/>
                    <a:pt x="17" y="1010"/>
                  </a:cubicBezTo>
                  <a:lnTo>
                    <a:pt x="33" y="1027"/>
                  </a:lnTo>
                  <a:lnTo>
                    <a:pt x="49" y="1010"/>
                  </a:lnTo>
                  <a:cubicBezTo>
                    <a:pt x="17" y="841"/>
                    <a:pt x="33" y="675"/>
                    <a:pt x="33" y="522"/>
                  </a:cubicBezTo>
                  <a:lnTo>
                    <a:pt x="33" y="388"/>
                  </a:lnTo>
                  <a:lnTo>
                    <a:pt x="33" y="303"/>
                  </a:lnTo>
                  <a:cubicBezTo>
                    <a:pt x="49" y="202"/>
                    <a:pt x="49" y="118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0">
              <a:extLst>
                <a:ext uri="{FF2B5EF4-FFF2-40B4-BE49-F238E27FC236}">
                  <a16:creationId xmlns:a16="http://schemas.microsoft.com/office/drawing/2014/main" id="{6A06B5AE-8792-FCE5-A2C0-126CEDDA6D3B}"/>
                </a:ext>
              </a:extLst>
            </p:cNvPr>
            <p:cNvSpPr/>
            <p:nvPr/>
          </p:nvSpPr>
          <p:spPr>
            <a:xfrm>
              <a:off x="2136906" y="2918562"/>
              <a:ext cx="3774" cy="13409"/>
            </a:xfrm>
            <a:custGeom>
              <a:avLst/>
              <a:gdLst/>
              <a:ahLst/>
              <a:cxnLst/>
              <a:rect l="l" t="t" r="r" b="b"/>
              <a:pathLst>
                <a:path w="38" h="135" extrusionOk="0">
                  <a:moveTo>
                    <a:pt x="21" y="1"/>
                  </a:moveTo>
                  <a:cubicBezTo>
                    <a:pt x="1" y="33"/>
                    <a:pt x="1" y="54"/>
                    <a:pt x="1" y="86"/>
                  </a:cubicBezTo>
                  <a:lnTo>
                    <a:pt x="1" y="118"/>
                  </a:lnTo>
                  <a:cubicBezTo>
                    <a:pt x="1" y="118"/>
                    <a:pt x="1" y="134"/>
                    <a:pt x="21" y="134"/>
                  </a:cubicBezTo>
                  <a:cubicBezTo>
                    <a:pt x="21" y="134"/>
                    <a:pt x="37" y="134"/>
                    <a:pt x="37" y="118"/>
                  </a:cubicBezTo>
                  <a:lnTo>
                    <a:pt x="37" y="86"/>
                  </a:lnTo>
                  <a:cubicBezTo>
                    <a:pt x="21" y="54"/>
                    <a:pt x="21" y="33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0">
              <a:extLst>
                <a:ext uri="{FF2B5EF4-FFF2-40B4-BE49-F238E27FC236}">
                  <a16:creationId xmlns:a16="http://schemas.microsoft.com/office/drawing/2014/main" id="{4EF18C79-B29A-0304-8094-187868EB98CD}"/>
                </a:ext>
              </a:extLst>
            </p:cNvPr>
            <p:cNvSpPr/>
            <p:nvPr/>
          </p:nvSpPr>
          <p:spPr>
            <a:xfrm>
              <a:off x="2078801" y="3244844"/>
              <a:ext cx="102007" cy="166965"/>
            </a:xfrm>
            <a:custGeom>
              <a:avLst/>
              <a:gdLst/>
              <a:ahLst/>
              <a:cxnLst/>
              <a:rect l="l" t="t" r="r" b="b"/>
              <a:pathLst>
                <a:path w="1027" h="1681" extrusionOk="0">
                  <a:moveTo>
                    <a:pt x="81" y="0"/>
                  </a:moveTo>
                  <a:lnTo>
                    <a:pt x="81" y="16"/>
                  </a:lnTo>
                  <a:cubicBezTo>
                    <a:pt x="33" y="267"/>
                    <a:pt x="0" y="505"/>
                    <a:pt x="218" y="723"/>
                  </a:cubicBezTo>
                  <a:cubicBezTo>
                    <a:pt x="384" y="925"/>
                    <a:pt x="537" y="1127"/>
                    <a:pt x="707" y="1329"/>
                  </a:cubicBezTo>
                  <a:cubicBezTo>
                    <a:pt x="772" y="1430"/>
                    <a:pt x="857" y="1515"/>
                    <a:pt x="925" y="1616"/>
                  </a:cubicBezTo>
                  <a:cubicBezTo>
                    <a:pt x="941" y="1632"/>
                    <a:pt x="958" y="1648"/>
                    <a:pt x="990" y="1665"/>
                  </a:cubicBezTo>
                  <a:lnTo>
                    <a:pt x="1010" y="1681"/>
                  </a:lnTo>
                  <a:lnTo>
                    <a:pt x="1026" y="1681"/>
                  </a:lnTo>
                  <a:lnTo>
                    <a:pt x="1026" y="1665"/>
                  </a:lnTo>
                  <a:lnTo>
                    <a:pt x="1010" y="1648"/>
                  </a:lnTo>
                  <a:cubicBezTo>
                    <a:pt x="974" y="1632"/>
                    <a:pt x="958" y="1616"/>
                    <a:pt x="958" y="1596"/>
                  </a:cubicBezTo>
                  <a:cubicBezTo>
                    <a:pt x="873" y="1495"/>
                    <a:pt x="788" y="1414"/>
                    <a:pt x="723" y="1313"/>
                  </a:cubicBezTo>
                  <a:cubicBezTo>
                    <a:pt x="570" y="1111"/>
                    <a:pt x="404" y="909"/>
                    <a:pt x="234" y="707"/>
                  </a:cubicBezTo>
                  <a:cubicBezTo>
                    <a:pt x="33" y="505"/>
                    <a:pt x="49" y="267"/>
                    <a:pt x="101" y="16"/>
                  </a:cubicBezTo>
                  <a:cubicBezTo>
                    <a:pt x="101" y="16"/>
                    <a:pt x="101" y="0"/>
                    <a:pt x="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0">
              <a:extLst>
                <a:ext uri="{FF2B5EF4-FFF2-40B4-BE49-F238E27FC236}">
                  <a16:creationId xmlns:a16="http://schemas.microsoft.com/office/drawing/2014/main" id="{44930161-BC2C-7E14-658C-9324DAA7F16D}"/>
                </a:ext>
              </a:extLst>
            </p:cNvPr>
            <p:cNvSpPr/>
            <p:nvPr/>
          </p:nvSpPr>
          <p:spPr>
            <a:xfrm>
              <a:off x="1408258" y="2880123"/>
              <a:ext cx="66746" cy="175805"/>
            </a:xfrm>
            <a:custGeom>
              <a:avLst/>
              <a:gdLst/>
              <a:ahLst/>
              <a:cxnLst/>
              <a:rect l="l" t="t" r="r" b="b"/>
              <a:pathLst>
                <a:path w="672" h="1770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3" y="69"/>
                    <a:pt x="33" y="117"/>
                    <a:pt x="1" y="202"/>
                  </a:cubicBezTo>
                  <a:lnTo>
                    <a:pt x="1" y="218"/>
                  </a:lnTo>
                  <a:cubicBezTo>
                    <a:pt x="150" y="340"/>
                    <a:pt x="288" y="489"/>
                    <a:pt x="405" y="622"/>
                  </a:cubicBezTo>
                  <a:cubicBezTo>
                    <a:pt x="469" y="691"/>
                    <a:pt x="538" y="760"/>
                    <a:pt x="607" y="824"/>
                  </a:cubicBezTo>
                  <a:cubicBezTo>
                    <a:pt x="623" y="861"/>
                    <a:pt x="639" y="893"/>
                    <a:pt x="639" y="925"/>
                  </a:cubicBezTo>
                  <a:lnTo>
                    <a:pt x="639" y="1329"/>
                  </a:lnTo>
                  <a:lnTo>
                    <a:pt x="639" y="1652"/>
                  </a:lnTo>
                  <a:cubicBezTo>
                    <a:pt x="639" y="1685"/>
                    <a:pt x="623" y="1701"/>
                    <a:pt x="623" y="1717"/>
                  </a:cubicBezTo>
                  <a:cubicBezTo>
                    <a:pt x="623" y="1733"/>
                    <a:pt x="623" y="1733"/>
                    <a:pt x="607" y="1753"/>
                  </a:cubicBezTo>
                  <a:cubicBezTo>
                    <a:pt x="607" y="1753"/>
                    <a:pt x="607" y="1770"/>
                    <a:pt x="623" y="1770"/>
                  </a:cubicBezTo>
                  <a:lnTo>
                    <a:pt x="639" y="1753"/>
                  </a:lnTo>
                  <a:lnTo>
                    <a:pt x="639" y="1733"/>
                  </a:lnTo>
                  <a:cubicBezTo>
                    <a:pt x="655" y="1701"/>
                    <a:pt x="655" y="1685"/>
                    <a:pt x="655" y="1652"/>
                  </a:cubicBezTo>
                  <a:lnTo>
                    <a:pt x="655" y="1329"/>
                  </a:lnTo>
                  <a:cubicBezTo>
                    <a:pt x="655" y="1196"/>
                    <a:pt x="655" y="1063"/>
                    <a:pt x="671" y="925"/>
                  </a:cubicBezTo>
                  <a:cubicBezTo>
                    <a:pt x="671" y="877"/>
                    <a:pt x="655" y="844"/>
                    <a:pt x="623" y="808"/>
                  </a:cubicBezTo>
                  <a:cubicBezTo>
                    <a:pt x="554" y="743"/>
                    <a:pt x="490" y="675"/>
                    <a:pt x="421" y="606"/>
                  </a:cubicBezTo>
                  <a:cubicBezTo>
                    <a:pt x="304" y="473"/>
                    <a:pt x="187" y="319"/>
                    <a:pt x="33" y="202"/>
                  </a:cubicBezTo>
                  <a:cubicBezTo>
                    <a:pt x="49" y="154"/>
                    <a:pt x="86" y="85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0">
              <a:extLst>
                <a:ext uri="{FF2B5EF4-FFF2-40B4-BE49-F238E27FC236}">
                  <a16:creationId xmlns:a16="http://schemas.microsoft.com/office/drawing/2014/main" id="{633545A1-143A-C5B7-C84B-00FDEDF5AD75}"/>
                </a:ext>
              </a:extLst>
            </p:cNvPr>
            <p:cNvSpPr/>
            <p:nvPr/>
          </p:nvSpPr>
          <p:spPr>
            <a:xfrm>
              <a:off x="1332870" y="3632411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37" y="102"/>
                    <a:pt x="17" y="186"/>
                    <a:pt x="17" y="271"/>
                  </a:cubicBezTo>
                  <a:cubicBezTo>
                    <a:pt x="17" y="320"/>
                    <a:pt x="0" y="356"/>
                    <a:pt x="0" y="388"/>
                  </a:cubicBezTo>
                  <a:lnTo>
                    <a:pt x="0" y="825"/>
                  </a:lnTo>
                  <a:lnTo>
                    <a:pt x="0" y="1010"/>
                  </a:lnTo>
                  <a:cubicBezTo>
                    <a:pt x="0" y="1027"/>
                    <a:pt x="17" y="1027"/>
                    <a:pt x="17" y="1027"/>
                  </a:cubicBezTo>
                  <a:cubicBezTo>
                    <a:pt x="17" y="1027"/>
                    <a:pt x="37" y="1027"/>
                    <a:pt x="37" y="1010"/>
                  </a:cubicBezTo>
                  <a:lnTo>
                    <a:pt x="37" y="825"/>
                  </a:lnTo>
                  <a:lnTo>
                    <a:pt x="37" y="388"/>
                  </a:lnTo>
                  <a:lnTo>
                    <a:pt x="37" y="287"/>
                  </a:lnTo>
                  <a:cubicBezTo>
                    <a:pt x="53" y="186"/>
                    <a:pt x="53" y="102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0">
              <a:extLst>
                <a:ext uri="{FF2B5EF4-FFF2-40B4-BE49-F238E27FC236}">
                  <a16:creationId xmlns:a16="http://schemas.microsoft.com/office/drawing/2014/main" id="{72C1A538-2A32-3B7C-BED2-88C586EEEBEF}"/>
                </a:ext>
              </a:extLst>
            </p:cNvPr>
            <p:cNvSpPr/>
            <p:nvPr/>
          </p:nvSpPr>
          <p:spPr>
            <a:xfrm>
              <a:off x="690833" y="1629820"/>
              <a:ext cx="122170" cy="70322"/>
            </a:xfrm>
            <a:custGeom>
              <a:avLst/>
              <a:gdLst/>
              <a:ahLst/>
              <a:cxnLst/>
              <a:rect l="l" t="t" r="r" b="b"/>
              <a:pathLst>
                <a:path w="1230" h="708" extrusionOk="0">
                  <a:moveTo>
                    <a:pt x="1213" y="1"/>
                  </a:moveTo>
                  <a:cubicBezTo>
                    <a:pt x="1080" y="33"/>
                    <a:pt x="979" y="118"/>
                    <a:pt x="861" y="182"/>
                  </a:cubicBezTo>
                  <a:cubicBezTo>
                    <a:pt x="809" y="203"/>
                    <a:pt x="777" y="235"/>
                    <a:pt x="744" y="251"/>
                  </a:cubicBezTo>
                  <a:cubicBezTo>
                    <a:pt x="558" y="352"/>
                    <a:pt x="389" y="453"/>
                    <a:pt x="219" y="554"/>
                  </a:cubicBezTo>
                  <a:cubicBezTo>
                    <a:pt x="154" y="607"/>
                    <a:pt x="70" y="639"/>
                    <a:pt x="1" y="687"/>
                  </a:cubicBezTo>
                  <a:lnTo>
                    <a:pt x="1" y="708"/>
                  </a:lnTo>
                  <a:lnTo>
                    <a:pt x="17" y="708"/>
                  </a:lnTo>
                  <a:cubicBezTo>
                    <a:pt x="86" y="655"/>
                    <a:pt x="171" y="623"/>
                    <a:pt x="239" y="570"/>
                  </a:cubicBezTo>
                  <a:lnTo>
                    <a:pt x="744" y="267"/>
                  </a:lnTo>
                  <a:cubicBezTo>
                    <a:pt x="793" y="251"/>
                    <a:pt x="825" y="219"/>
                    <a:pt x="878" y="203"/>
                  </a:cubicBezTo>
                  <a:cubicBezTo>
                    <a:pt x="979" y="134"/>
                    <a:pt x="1096" y="65"/>
                    <a:pt x="1213" y="17"/>
                  </a:cubicBezTo>
                  <a:cubicBezTo>
                    <a:pt x="1229" y="17"/>
                    <a:pt x="1229" y="17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0">
              <a:extLst>
                <a:ext uri="{FF2B5EF4-FFF2-40B4-BE49-F238E27FC236}">
                  <a16:creationId xmlns:a16="http://schemas.microsoft.com/office/drawing/2014/main" id="{2C1E2808-B525-D4CC-20AE-018266F81CFA}"/>
                </a:ext>
              </a:extLst>
            </p:cNvPr>
            <p:cNvSpPr/>
            <p:nvPr/>
          </p:nvSpPr>
          <p:spPr>
            <a:xfrm>
              <a:off x="1137498" y="1786753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86"/>
                    <a:pt x="16" y="356"/>
                    <a:pt x="16" y="521"/>
                  </a:cubicBezTo>
                  <a:lnTo>
                    <a:pt x="16" y="844"/>
                  </a:lnTo>
                  <a:lnTo>
                    <a:pt x="16" y="893"/>
                  </a:lnTo>
                  <a:cubicBezTo>
                    <a:pt x="16" y="925"/>
                    <a:pt x="0" y="978"/>
                    <a:pt x="49" y="1010"/>
                  </a:cubicBezTo>
                  <a:lnTo>
                    <a:pt x="49" y="1026"/>
                  </a:lnTo>
                  <a:lnTo>
                    <a:pt x="65" y="1010"/>
                  </a:lnTo>
                  <a:lnTo>
                    <a:pt x="65" y="994"/>
                  </a:lnTo>
                  <a:cubicBezTo>
                    <a:pt x="32" y="962"/>
                    <a:pt x="32" y="925"/>
                    <a:pt x="32" y="893"/>
                  </a:cubicBezTo>
                  <a:cubicBezTo>
                    <a:pt x="32" y="877"/>
                    <a:pt x="49" y="861"/>
                    <a:pt x="32" y="844"/>
                  </a:cubicBezTo>
                  <a:lnTo>
                    <a:pt x="32" y="521"/>
                  </a:lnTo>
                  <a:cubicBezTo>
                    <a:pt x="49" y="356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0">
              <a:extLst>
                <a:ext uri="{FF2B5EF4-FFF2-40B4-BE49-F238E27FC236}">
                  <a16:creationId xmlns:a16="http://schemas.microsoft.com/office/drawing/2014/main" id="{9D23D11B-4D7D-6AE2-108B-FCBF186537A0}"/>
                </a:ext>
              </a:extLst>
            </p:cNvPr>
            <p:cNvSpPr/>
            <p:nvPr/>
          </p:nvSpPr>
          <p:spPr>
            <a:xfrm>
              <a:off x="1261058" y="3608473"/>
              <a:ext cx="150577" cy="125944"/>
            </a:xfrm>
            <a:custGeom>
              <a:avLst/>
              <a:gdLst/>
              <a:ahLst/>
              <a:cxnLst/>
              <a:rect l="l" t="t" r="r" b="b"/>
              <a:pathLst>
                <a:path w="1516" h="1268" extrusionOk="0">
                  <a:moveTo>
                    <a:pt x="1503" y="0"/>
                  </a:moveTo>
                  <a:cubicBezTo>
                    <a:pt x="1501" y="0"/>
                    <a:pt x="1499" y="2"/>
                    <a:pt x="1499" y="7"/>
                  </a:cubicBezTo>
                  <a:cubicBezTo>
                    <a:pt x="1398" y="23"/>
                    <a:pt x="1297" y="56"/>
                    <a:pt x="1196" y="92"/>
                  </a:cubicBezTo>
                  <a:cubicBezTo>
                    <a:pt x="925" y="157"/>
                    <a:pt x="639" y="242"/>
                    <a:pt x="356" y="326"/>
                  </a:cubicBezTo>
                  <a:cubicBezTo>
                    <a:pt x="336" y="326"/>
                    <a:pt x="303" y="343"/>
                    <a:pt x="287" y="343"/>
                  </a:cubicBezTo>
                  <a:cubicBezTo>
                    <a:pt x="244" y="356"/>
                    <a:pt x="203" y="383"/>
                    <a:pt x="152" y="383"/>
                  </a:cubicBezTo>
                  <a:cubicBezTo>
                    <a:pt x="141" y="383"/>
                    <a:pt x="130" y="382"/>
                    <a:pt x="117" y="379"/>
                  </a:cubicBezTo>
                  <a:cubicBezTo>
                    <a:pt x="85" y="379"/>
                    <a:pt x="69" y="395"/>
                    <a:pt x="53" y="411"/>
                  </a:cubicBezTo>
                  <a:cubicBezTo>
                    <a:pt x="16" y="444"/>
                    <a:pt x="0" y="480"/>
                    <a:pt x="0" y="528"/>
                  </a:cubicBezTo>
                  <a:cubicBezTo>
                    <a:pt x="16" y="698"/>
                    <a:pt x="16" y="884"/>
                    <a:pt x="16" y="1050"/>
                  </a:cubicBezTo>
                  <a:lnTo>
                    <a:pt x="16" y="1251"/>
                  </a:lnTo>
                  <a:lnTo>
                    <a:pt x="16" y="1268"/>
                  </a:lnTo>
                  <a:cubicBezTo>
                    <a:pt x="33" y="1268"/>
                    <a:pt x="33" y="1268"/>
                    <a:pt x="33" y="1251"/>
                  </a:cubicBezTo>
                  <a:lnTo>
                    <a:pt x="33" y="1050"/>
                  </a:lnTo>
                  <a:cubicBezTo>
                    <a:pt x="33" y="884"/>
                    <a:pt x="53" y="698"/>
                    <a:pt x="33" y="528"/>
                  </a:cubicBezTo>
                  <a:cubicBezTo>
                    <a:pt x="33" y="480"/>
                    <a:pt x="53" y="444"/>
                    <a:pt x="69" y="427"/>
                  </a:cubicBezTo>
                  <a:cubicBezTo>
                    <a:pt x="85" y="411"/>
                    <a:pt x="101" y="411"/>
                    <a:pt x="117" y="411"/>
                  </a:cubicBezTo>
                  <a:cubicBezTo>
                    <a:pt x="186" y="411"/>
                    <a:pt x="235" y="395"/>
                    <a:pt x="287" y="379"/>
                  </a:cubicBezTo>
                  <a:cubicBezTo>
                    <a:pt x="319" y="359"/>
                    <a:pt x="336" y="359"/>
                    <a:pt x="372" y="343"/>
                  </a:cubicBezTo>
                  <a:cubicBezTo>
                    <a:pt x="639" y="278"/>
                    <a:pt x="925" y="193"/>
                    <a:pt x="1212" y="108"/>
                  </a:cubicBezTo>
                  <a:cubicBezTo>
                    <a:pt x="1297" y="92"/>
                    <a:pt x="1398" y="56"/>
                    <a:pt x="1499" y="23"/>
                  </a:cubicBezTo>
                  <a:cubicBezTo>
                    <a:pt x="1515" y="23"/>
                    <a:pt x="1515" y="23"/>
                    <a:pt x="1515" y="7"/>
                  </a:cubicBezTo>
                  <a:cubicBezTo>
                    <a:pt x="1515" y="7"/>
                    <a:pt x="1508" y="0"/>
                    <a:pt x="1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0">
              <a:extLst>
                <a:ext uri="{FF2B5EF4-FFF2-40B4-BE49-F238E27FC236}">
                  <a16:creationId xmlns:a16="http://schemas.microsoft.com/office/drawing/2014/main" id="{A576569E-00E0-F640-978D-36DAA1619C37}"/>
                </a:ext>
              </a:extLst>
            </p:cNvPr>
            <p:cNvSpPr/>
            <p:nvPr/>
          </p:nvSpPr>
          <p:spPr>
            <a:xfrm>
              <a:off x="1582077" y="3259644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4"/>
                    <a:pt x="16" y="271"/>
                    <a:pt x="16" y="389"/>
                  </a:cubicBezTo>
                  <a:cubicBezTo>
                    <a:pt x="16" y="473"/>
                    <a:pt x="32" y="558"/>
                    <a:pt x="16" y="639"/>
                  </a:cubicBezTo>
                  <a:lnTo>
                    <a:pt x="16" y="675"/>
                  </a:lnTo>
                  <a:cubicBezTo>
                    <a:pt x="32" y="708"/>
                    <a:pt x="32" y="740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0"/>
                    <a:pt x="53" y="708"/>
                    <a:pt x="53" y="675"/>
                  </a:cubicBezTo>
                  <a:lnTo>
                    <a:pt x="53" y="639"/>
                  </a:lnTo>
                  <a:lnTo>
                    <a:pt x="53" y="389"/>
                  </a:lnTo>
                  <a:cubicBezTo>
                    <a:pt x="53" y="271"/>
                    <a:pt x="53" y="134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0">
              <a:extLst>
                <a:ext uri="{FF2B5EF4-FFF2-40B4-BE49-F238E27FC236}">
                  <a16:creationId xmlns:a16="http://schemas.microsoft.com/office/drawing/2014/main" id="{F71D4D12-08B5-6341-3680-494D6659668A}"/>
                </a:ext>
              </a:extLst>
            </p:cNvPr>
            <p:cNvSpPr/>
            <p:nvPr/>
          </p:nvSpPr>
          <p:spPr>
            <a:xfrm>
              <a:off x="1924649" y="3010537"/>
              <a:ext cx="127335" cy="235996"/>
            </a:xfrm>
            <a:custGeom>
              <a:avLst/>
              <a:gdLst/>
              <a:ahLst/>
              <a:cxnLst/>
              <a:rect l="l" t="t" r="r" b="b"/>
              <a:pathLst>
                <a:path w="1282" h="2376" extrusionOk="0">
                  <a:moveTo>
                    <a:pt x="17" y="0"/>
                  </a:moveTo>
                  <a:cubicBezTo>
                    <a:pt x="1" y="117"/>
                    <a:pt x="1" y="238"/>
                    <a:pt x="102" y="339"/>
                  </a:cubicBezTo>
                  <a:cubicBezTo>
                    <a:pt x="255" y="521"/>
                    <a:pt x="389" y="707"/>
                    <a:pt x="522" y="877"/>
                  </a:cubicBezTo>
                  <a:cubicBezTo>
                    <a:pt x="591" y="962"/>
                    <a:pt x="643" y="1026"/>
                    <a:pt x="692" y="1095"/>
                  </a:cubicBezTo>
                  <a:cubicBezTo>
                    <a:pt x="744" y="1164"/>
                    <a:pt x="793" y="1228"/>
                    <a:pt x="861" y="1297"/>
                  </a:cubicBezTo>
                  <a:cubicBezTo>
                    <a:pt x="962" y="1430"/>
                    <a:pt x="1080" y="1584"/>
                    <a:pt x="1181" y="1717"/>
                  </a:cubicBezTo>
                  <a:cubicBezTo>
                    <a:pt x="1229" y="1786"/>
                    <a:pt x="1265" y="1854"/>
                    <a:pt x="1249" y="1919"/>
                  </a:cubicBezTo>
                  <a:lnTo>
                    <a:pt x="1249" y="2089"/>
                  </a:lnTo>
                  <a:cubicBezTo>
                    <a:pt x="1249" y="2173"/>
                    <a:pt x="1265" y="2274"/>
                    <a:pt x="1229" y="2359"/>
                  </a:cubicBezTo>
                  <a:cubicBezTo>
                    <a:pt x="1213" y="2359"/>
                    <a:pt x="1229" y="2375"/>
                    <a:pt x="1229" y="2375"/>
                  </a:cubicBezTo>
                  <a:lnTo>
                    <a:pt x="1249" y="2359"/>
                  </a:lnTo>
                  <a:cubicBezTo>
                    <a:pt x="1282" y="2274"/>
                    <a:pt x="1282" y="2173"/>
                    <a:pt x="1282" y="2089"/>
                  </a:cubicBezTo>
                  <a:cubicBezTo>
                    <a:pt x="1282" y="2036"/>
                    <a:pt x="1265" y="1988"/>
                    <a:pt x="1282" y="1919"/>
                  </a:cubicBezTo>
                  <a:cubicBezTo>
                    <a:pt x="1282" y="1834"/>
                    <a:pt x="1265" y="1769"/>
                    <a:pt x="1213" y="1701"/>
                  </a:cubicBezTo>
                  <a:cubicBezTo>
                    <a:pt x="1096" y="1567"/>
                    <a:pt x="979" y="1414"/>
                    <a:pt x="878" y="1281"/>
                  </a:cubicBezTo>
                  <a:cubicBezTo>
                    <a:pt x="825" y="1212"/>
                    <a:pt x="777" y="1147"/>
                    <a:pt x="724" y="1079"/>
                  </a:cubicBezTo>
                  <a:cubicBezTo>
                    <a:pt x="659" y="1010"/>
                    <a:pt x="607" y="945"/>
                    <a:pt x="558" y="861"/>
                  </a:cubicBezTo>
                  <a:cubicBezTo>
                    <a:pt x="405" y="691"/>
                    <a:pt x="272" y="505"/>
                    <a:pt x="118" y="319"/>
                  </a:cubicBezTo>
                  <a:cubicBezTo>
                    <a:pt x="17" y="218"/>
                    <a:pt x="17" y="117"/>
                    <a:pt x="53" y="16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0">
              <a:extLst>
                <a:ext uri="{FF2B5EF4-FFF2-40B4-BE49-F238E27FC236}">
                  <a16:creationId xmlns:a16="http://schemas.microsoft.com/office/drawing/2014/main" id="{D8FA42AC-9C31-2FDC-0F65-9E120991DF18}"/>
                </a:ext>
              </a:extLst>
            </p:cNvPr>
            <p:cNvSpPr/>
            <p:nvPr/>
          </p:nvSpPr>
          <p:spPr>
            <a:xfrm>
              <a:off x="1735732" y="3570630"/>
              <a:ext cx="98828" cy="163787"/>
            </a:xfrm>
            <a:custGeom>
              <a:avLst/>
              <a:gdLst/>
              <a:ahLst/>
              <a:cxnLst/>
              <a:rect l="l" t="t" r="r" b="b"/>
              <a:pathLst>
                <a:path w="995" h="1649" extrusionOk="0">
                  <a:moveTo>
                    <a:pt x="53" y="0"/>
                  </a:moveTo>
                  <a:cubicBezTo>
                    <a:pt x="37" y="0"/>
                    <a:pt x="37" y="0"/>
                    <a:pt x="37" y="17"/>
                  </a:cubicBezTo>
                  <a:cubicBezTo>
                    <a:pt x="0" y="271"/>
                    <a:pt x="0" y="522"/>
                    <a:pt x="0" y="724"/>
                  </a:cubicBezTo>
                  <a:cubicBezTo>
                    <a:pt x="0" y="776"/>
                    <a:pt x="20" y="808"/>
                    <a:pt x="69" y="841"/>
                  </a:cubicBezTo>
                  <a:cubicBezTo>
                    <a:pt x="271" y="1027"/>
                    <a:pt x="489" y="1229"/>
                    <a:pt x="691" y="1414"/>
                  </a:cubicBezTo>
                  <a:cubicBezTo>
                    <a:pt x="776" y="1483"/>
                    <a:pt x="845" y="1548"/>
                    <a:pt x="893" y="1616"/>
                  </a:cubicBezTo>
                  <a:cubicBezTo>
                    <a:pt x="929" y="1649"/>
                    <a:pt x="946" y="1649"/>
                    <a:pt x="962" y="1649"/>
                  </a:cubicBezTo>
                  <a:lnTo>
                    <a:pt x="978" y="1649"/>
                  </a:lnTo>
                  <a:cubicBezTo>
                    <a:pt x="978" y="1649"/>
                    <a:pt x="994" y="1649"/>
                    <a:pt x="994" y="1632"/>
                  </a:cubicBezTo>
                  <a:lnTo>
                    <a:pt x="978" y="1616"/>
                  </a:lnTo>
                  <a:cubicBezTo>
                    <a:pt x="946" y="1616"/>
                    <a:pt x="929" y="1616"/>
                    <a:pt x="909" y="1600"/>
                  </a:cubicBezTo>
                  <a:cubicBezTo>
                    <a:pt x="861" y="1531"/>
                    <a:pt x="792" y="1467"/>
                    <a:pt x="707" y="1398"/>
                  </a:cubicBezTo>
                  <a:cubicBezTo>
                    <a:pt x="505" y="1212"/>
                    <a:pt x="287" y="1010"/>
                    <a:pt x="85" y="825"/>
                  </a:cubicBezTo>
                  <a:cubicBezTo>
                    <a:pt x="53" y="808"/>
                    <a:pt x="37" y="776"/>
                    <a:pt x="37" y="724"/>
                  </a:cubicBezTo>
                  <a:cubicBezTo>
                    <a:pt x="37" y="522"/>
                    <a:pt x="37" y="271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0">
              <a:extLst>
                <a:ext uri="{FF2B5EF4-FFF2-40B4-BE49-F238E27FC236}">
                  <a16:creationId xmlns:a16="http://schemas.microsoft.com/office/drawing/2014/main" id="{CE37ED87-70C1-72CA-3DA5-1840BE550760}"/>
                </a:ext>
              </a:extLst>
            </p:cNvPr>
            <p:cNvSpPr/>
            <p:nvPr/>
          </p:nvSpPr>
          <p:spPr>
            <a:xfrm>
              <a:off x="1416701" y="1611346"/>
              <a:ext cx="81943" cy="249306"/>
            </a:xfrm>
            <a:custGeom>
              <a:avLst/>
              <a:gdLst/>
              <a:ahLst/>
              <a:cxnLst/>
              <a:rect l="l" t="t" r="r" b="b"/>
              <a:pathLst>
                <a:path w="825" h="2510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49" y="33"/>
                    <a:pt x="65" y="49"/>
                    <a:pt x="82" y="86"/>
                  </a:cubicBezTo>
                  <a:lnTo>
                    <a:pt x="102" y="102"/>
                  </a:lnTo>
                  <a:cubicBezTo>
                    <a:pt x="284" y="405"/>
                    <a:pt x="469" y="692"/>
                    <a:pt x="655" y="974"/>
                  </a:cubicBezTo>
                  <a:lnTo>
                    <a:pt x="788" y="1213"/>
                  </a:lnTo>
                  <a:lnTo>
                    <a:pt x="788" y="2340"/>
                  </a:lnTo>
                  <a:lnTo>
                    <a:pt x="788" y="2372"/>
                  </a:lnTo>
                  <a:cubicBezTo>
                    <a:pt x="788" y="2388"/>
                    <a:pt x="809" y="2408"/>
                    <a:pt x="788" y="2425"/>
                  </a:cubicBezTo>
                  <a:cubicBezTo>
                    <a:pt x="788" y="2441"/>
                    <a:pt x="788" y="2441"/>
                    <a:pt x="772" y="2457"/>
                  </a:cubicBezTo>
                  <a:lnTo>
                    <a:pt x="772" y="2489"/>
                  </a:lnTo>
                  <a:lnTo>
                    <a:pt x="772" y="2509"/>
                  </a:lnTo>
                  <a:lnTo>
                    <a:pt x="788" y="2509"/>
                  </a:lnTo>
                  <a:lnTo>
                    <a:pt x="788" y="2489"/>
                  </a:lnTo>
                  <a:lnTo>
                    <a:pt x="809" y="2473"/>
                  </a:lnTo>
                  <a:cubicBezTo>
                    <a:pt x="809" y="2457"/>
                    <a:pt x="825" y="2441"/>
                    <a:pt x="825" y="2425"/>
                  </a:cubicBezTo>
                  <a:lnTo>
                    <a:pt x="825" y="2356"/>
                  </a:lnTo>
                  <a:lnTo>
                    <a:pt x="825" y="2340"/>
                  </a:lnTo>
                  <a:lnTo>
                    <a:pt x="825" y="1213"/>
                  </a:lnTo>
                  <a:lnTo>
                    <a:pt x="825" y="1196"/>
                  </a:lnTo>
                  <a:lnTo>
                    <a:pt x="671" y="958"/>
                  </a:lnTo>
                  <a:cubicBezTo>
                    <a:pt x="485" y="671"/>
                    <a:pt x="304" y="389"/>
                    <a:pt x="118" y="86"/>
                  </a:cubicBezTo>
                  <a:lnTo>
                    <a:pt x="102" y="65"/>
                  </a:lnTo>
                  <a:cubicBezTo>
                    <a:pt x="82" y="3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0">
              <a:extLst>
                <a:ext uri="{FF2B5EF4-FFF2-40B4-BE49-F238E27FC236}">
                  <a16:creationId xmlns:a16="http://schemas.microsoft.com/office/drawing/2014/main" id="{50EEC7DC-0AF3-EDED-1C81-70AE1FCA3675}"/>
                </a:ext>
              </a:extLst>
            </p:cNvPr>
            <p:cNvSpPr/>
            <p:nvPr/>
          </p:nvSpPr>
          <p:spPr>
            <a:xfrm>
              <a:off x="941629" y="1711664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34"/>
                    <a:pt x="17" y="251"/>
                    <a:pt x="17" y="352"/>
                  </a:cubicBezTo>
                  <a:lnTo>
                    <a:pt x="17" y="538"/>
                  </a:lnTo>
                  <a:lnTo>
                    <a:pt x="17" y="857"/>
                  </a:lnTo>
                  <a:lnTo>
                    <a:pt x="17" y="1011"/>
                  </a:lnTo>
                  <a:lnTo>
                    <a:pt x="17" y="1027"/>
                  </a:lnTo>
                  <a:cubicBezTo>
                    <a:pt x="37" y="1027"/>
                    <a:pt x="37" y="1011"/>
                    <a:pt x="37" y="1011"/>
                  </a:cubicBezTo>
                  <a:lnTo>
                    <a:pt x="37" y="857"/>
                  </a:lnTo>
                  <a:lnTo>
                    <a:pt x="37" y="538"/>
                  </a:lnTo>
                  <a:lnTo>
                    <a:pt x="37" y="352"/>
                  </a:lnTo>
                  <a:cubicBezTo>
                    <a:pt x="37" y="251"/>
                    <a:pt x="53" y="134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0">
              <a:extLst>
                <a:ext uri="{FF2B5EF4-FFF2-40B4-BE49-F238E27FC236}">
                  <a16:creationId xmlns:a16="http://schemas.microsoft.com/office/drawing/2014/main" id="{A58F6AC0-3C14-04B8-B83C-CFAB19AB15A0}"/>
                </a:ext>
              </a:extLst>
            </p:cNvPr>
            <p:cNvSpPr/>
            <p:nvPr/>
          </p:nvSpPr>
          <p:spPr>
            <a:xfrm>
              <a:off x="1332870" y="3453427"/>
              <a:ext cx="5264" cy="100418"/>
            </a:xfrm>
            <a:custGeom>
              <a:avLst/>
              <a:gdLst/>
              <a:ahLst/>
              <a:cxnLst/>
              <a:rect l="l" t="t" r="r" b="b"/>
              <a:pathLst>
                <a:path w="53" h="1011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38"/>
                    <a:pt x="17" y="255"/>
                    <a:pt x="17" y="356"/>
                  </a:cubicBezTo>
                  <a:lnTo>
                    <a:pt x="17" y="542"/>
                  </a:lnTo>
                  <a:lnTo>
                    <a:pt x="17" y="861"/>
                  </a:lnTo>
                  <a:lnTo>
                    <a:pt x="17" y="1011"/>
                  </a:lnTo>
                  <a:lnTo>
                    <a:pt x="53" y="1011"/>
                  </a:lnTo>
                  <a:lnTo>
                    <a:pt x="53" y="861"/>
                  </a:lnTo>
                  <a:lnTo>
                    <a:pt x="53" y="542"/>
                  </a:lnTo>
                  <a:cubicBezTo>
                    <a:pt x="37" y="474"/>
                    <a:pt x="53" y="425"/>
                    <a:pt x="53" y="356"/>
                  </a:cubicBezTo>
                  <a:cubicBezTo>
                    <a:pt x="53" y="255"/>
                    <a:pt x="53" y="138"/>
                    <a:pt x="37" y="21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0">
              <a:extLst>
                <a:ext uri="{FF2B5EF4-FFF2-40B4-BE49-F238E27FC236}">
                  <a16:creationId xmlns:a16="http://schemas.microsoft.com/office/drawing/2014/main" id="{E6DA30C9-A9E3-B033-F9BE-1BA6D23B9EA4}"/>
                </a:ext>
              </a:extLst>
            </p:cNvPr>
            <p:cNvSpPr/>
            <p:nvPr/>
          </p:nvSpPr>
          <p:spPr>
            <a:xfrm>
              <a:off x="669181" y="2450344"/>
              <a:ext cx="150577" cy="180672"/>
            </a:xfrm>
            <a:custGeom>
              <a:avLst/>
              <a:gdLst/>
              <a:ahLst/>
              <a:cxnLst/>
              <a:rect l="l" t="t" r="r" b="b"/>
              <a:pathLst>
                <a:path w="1516" h="1819" extrusionOk="0">
                  <a:moveTo>
                    <a:pt x="1467" y="1"/>
                  </a:moveTo>
                  <a:lnTo>
                    <a:pt x="1467" y="21"/>
                  </a:lnTo>
                  <a:cubicBezTo>
                    <a:pt x="1483" y="37"/>
                    <a:pt x="1483" y="69"/>
                    <a:pt x="1483" y="102"/>
                  </a:cubicBezTo>
                  <a:lnTo>
                    <a:pt x="1483" y="122"/>
                  </a:lnTo>
                  <a:lnTo>
                    <a:pt x="1483" y="388"/>
                  </a:lnTo>
                  <a:lnTo>
                    <a:pt x="1483" y="978"/>
                  </a:lnTo>
                  <a:cubicBezTo>
                    <a:pt x="1483" y="1079"/>
                    <a:pt x="1467" y="1112"/>
                    <a:pt x="1382" y="1148"/>
                  </a:cubicBezTo>
                  <a:cubicBezTo>
                    <a:pt x="1027" y="1297"/>
                    <a:pt x="692" y="1467"/>
                    <a:pt x="372" y="1617"/>
                  </a:cubicBezTo>
                  <a:cubicBezTo>
                    <a:pt x="255" y="1669"/>
                    <a:pt x="134" y="1738"/>
                    <a:pt x="17" y="1786"/>
                  </a:cubicBezTo>
                  <a:lnTo>
                    <a:pt x="1" y="1802"/>
                  </a:lnTo>
                  <a:lnTo>
                    <a:pt x="1" y="1819"/>
                  </a:lnTo>
                  <a:lnTo>
                    <a:pt x="33" y="1819"/>
                  </a:lnTo>
                  <a:lnTo>
                    <a:pt x="33" y="1802"/>
                  </a:lnTo>
                  <a:cubicBezTo>
                    <a:pt x="154" y="1754"/>
                    <a:pt x="271" y="1701"/>
                    <a:pt x="372" y="1653"/>
                  </a:cubicBezTo>
                  <a:cubicBezTo>
                    <a:pt x="708" y="1483"/>
                    <a:pt x="1043" y="1334"/>
                    <a:pt x="1382" y="1180"/>
                  </a:cubicBezTo>
                  <a:cubicBezTo>
                    <a:pt x="1483" y="1132"/>
                    <a:pt x="1516" y="1095"/>
                    <a:pt x="1516" y="978"/>
                  </a:cubicBezTo>
                  <a:lnTo>
                    <a:pt x="1516" y="388"/>
                  </a:lnTo>
                  <a:lnTo>
                    <a:pt x="1516" y="122"/>
                  </a:lnTo>
                  <a:lnTo>
                    <a:pt x="1516" y="102"/>
                  </a:lnTo>
                  <a:cubicBezTo>
                    <a:pt x="1516" y="69"/>
                    <a:pt x="1516" y="37"/>
                    <a:pt x="1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0">
              <a:extLst>
                <a:ext uri="{FF2B5EF4-FFF2-40B4-BE49-F238E27FC236}">
                  <a16:creationId xmlns:a16="http://schemas.microsoft.com/office/drawing/2014/main" id="{C9651D0F-3399-F3B7-2FD1-E82258C96B26}"/>
                </a:ext>
              </a:extLst>
            </p:cNvPr>
            <p:cNvSpPr/>
            <p:nvPr/>
          </p:nvSpPr>
          <p:spPr>
            <a:xfrm>
              <a:off x="669181" y="1452922"/>
              <a:ext cx="142134" cy="187029"/>
            </a:xfrm>
            <a:custGeom>
              <a:avLst/>
              <a:gdLst/>
              <a:ahLst/>
              <a:cxnLst/>
              <a:rect l="l" t="t" r="r" b="b"/>
              <a:pathLst>
                <a:path w="1431" h="1883" extrusionOk="0">
                  <a:moveTo>
                    <a:pt x="1423" y="0"/>
                  </a:moveTo>
                  <a:cubicBezTo>
                    <a:pt x="1419" y="0"/>
                    <a:pt x="1415" y="4"/>
                    <a:pt x="1415" y="12"/>
                  </a:cubicBezTo>
                  <a:lnTo>
                    <a:pt x="1346" y="44"/>
                  </a:lnTo>
                  <a:cubicBezTo>
                    <a:pt x="1011" y="246"/>
                    <a:pt x="675" y="469"/>
                    <a:pt x="336" y="671"/>
                  </a:cubicBezTo>
                  <a:cubicBezTo>
                    <a:pt x="320" y="671"/>
                    <a:pt x="320" y="687"/>
                    <a:pt x="320" y="687"/>
                  </a:cubicBezTo>
                  <a:lnTo>
                    <a:pt x="304" y="687"/>
                  </a:lnTo>
                  <a:cubicBezTo>
                    <a:pt x="17" y="772"/>
                    <a:pt x="1" y="990"/>
                    <a:pt x="17" y="1192"/>
                  </a:cubicBezTo>
                  <a:cubicBezTo>
                    <a:pt x="33" y="1309"/>
                    <a:pt x="33" y="1442"/>
                    <a:pt x="33" y="1559"/>
                  </a:cubicBezTo>
                  <a:lnTo>
                    <a:pt x="33" y="1729"/>
                  </a:lnTo>
                  <a:lnTo>
                    <a:pt x="33" y="1761"/>
                  </a:lnTo>
                  <a:cubicBezTo>
                    <a:pt x="17" y="1798"/>
                    <a:pt x="17" y="1846"/>
                    <a:pt x="53" y="1883"/>
                  </a:cubicBezTo>
                  <a:lnTo>
                    <a:pt x="70" y="1883"/>
                  </a:lnTo>
                  <a:lnTo>
                    <a:pt x="70" y="1862"/>
                  </a:lnTo>
                  <a:cubicBezTo>
                    <a:pt x="53" y="1830"/>
                    <a:pt x="53" y="1798"/>
                    <a:pt x="53" y="1761"/>
                  </a:cubicBezTo>
                  <a:lnTo>
                    <a:pt x="53" y="1729"/>
                  </a:lnTo>
                  <a:lnTo>
                    <a:pt x="53" y="1559"/>
                  </a:lnTo>
                  <a:cubicBezTo>
                    <a:pt x="53" y="1442"/>
                    <a:pt x="70" y="1309"/>
                    <a:pt x="53" y="1192"/>
                  </a:cubicBezTo>
                  <a:cubicBezTo>
                    <a:pt x="17" y="921"/>
                    <a:pt x="102" y="788"/>
                    <a:pt x="320" y="719"/>
                  </a:cubicBezTo>
                  <a:lnTo>
                    <a:pt x="336" y="703"/>
                  </a:lnTo>
                  <a:lnTo>
                    <a:pt x="336" y="687"/>
                  </a:lnTo>
                  <a:cubicBezTo>
                    <a:pt x="692" y="485"/>
                    <a:pt x="1027" y="267"/>
                    <a:pt x="1366" y="65"/>
                  </a:cubicBezTo>
                  <a:lnTo>
                    <a:pt x="1431" y="28"/>
                  </a:lnTo>
                  <a:lnTo>
                    <a:pt x="1431" y="12"/>
                  </a:lnTo>
                  <a:cubicBezTo>
                    <a:pt x="1431" y="4"/>
                    <a:pt x="1427" y="0"/>
                    <a:pt x="14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0">
              <a:extLst>
                <a:ext uri="{FF2B5EF4-FFF2-40B4-BE49-F238E27FC236}">
                  <a16:creationId xmlns:a16="http://schemas.microsoft.com/office/drawing/2014/main" id="{20898D8E-AA07-70F0-13E8-6B5A942BF068}"/>
                </a:ext>
              </a:extLst>
            </p:cNvPr>
            <p:cNvSpPr/>
            <p:nvPr/>
          </p:nvSpPr>
          <p:spPr>
            <a:xfrm>
              <a:off x="1443220" y="2771362"/>
              <a:ext cx="5264" cy="77176"/>
            </a:xfrm>
            <a:custGeom>
              <a:avLst/>
              <a:gdLst/>
              <a:ahLst/>
              <a:cxnLst/>
              <a:rect l="l" t="t" r="r" b="b"/>
              <a:pathLst>
                <a:path w="53" h="777" extrusionOk="0">
                  <a:moveTo>
                    <a:pt x="37" y="0"/>
                  </a:moveTo>
                  <a:cubicBezTo>
                    <a:pt x="17" y="138"/>
                    <a:pt x="17" y="271"/>
                    <a:pt x="17" y="388"/>
                  </a:cubicBezTo>
                  <a:lnTo>
                    <a:pt x="17" y="627"/>
                  </a:lnTo>
                  <a:lnTo>
                    <a:pt x="17" y="675"/>
                  </a:lnTo>
                  <a:cubicBezTo>
                    <a:pt x="17" y="707"/>
                    <a:pt x="17" y="728"/>
                    <a:pt x="0" y="760"/>
                  </a:cubicBezTo>
                  <a:lnTo>
                    <a:pt x="0" y="776"/>
                  </a:lnTo>
                  <a:lnTo>
                    <a:pt x="37" y="776"/>
                  </a:lnTo>
                  <a:cubicBezTo>
                    <a:pt x="53" y="744"/>
                    <a:pt x="53" y="707"/>
                    <a:pt x="53" y="675"/>
                  </a:cubicBezTo>
                  <a:cubicBezTo>
                    <a:pt x="37" y="659"/>
                    <a:pt x="37" y="643"/>
                    <a:pt x="37" y="627"/>
                  </a:cubicBezTo>
                  <a:cubicBezTo>
                    <a:pt x="53" y="558"/>
                    <a:pt x="53" y="473"/>
                    <a:pt x="37" y="388"/>
                  </a:cubicBezTo>
                  <a:cubicBezTo>
                    <a:pt x="37" y="271"/>
                    <a:pt x="37" y="138"/>
                    <a:pt x="53" y="21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0">
              <a:extLst>
                <a:ext uri="{FF2B5EF4-FFF2-40B4-BE49-F238E27FC236}">
                  <a16:creationId xmlns:a16="http://schemas.microsoft.com/office/drawing/2014/main" id="{4A299523-CD6C-E2BD-0465-922A99B13D1E}"/>
                </a:ext>
              </a:extLst>
            </p:cNvPr>
            <p:cNvSpPr/>
            <p:nvPr/>
          </p:nvSpPr>
          <p:spPr>
            <a:xfrm>
              <a:off x="1735732" y="3385290"/>
              <a:ext cx="154152" cy="244042"/>
            </a:xfrm>
            <a:custGeom>
              <a:avLst/>
              <a:gdLst/>
              <a:ahLst/>
              <a:cxnLst/>
              <a:rect l="l" t="t" r="r" b="b"/>
              <a:pathLst>
                <a:path w="1552" h="2457" extrusionOk="0">
                  <a:moveTo>
                    <a:pt x="53" y="0"/>
                  </a:moveTo>
                  <a:cubicBezTo>
                    <a:pt x="0" y="133"/>
                    <a:pt x="0" y="218"/>
                    <a:pt x="121" y="335"/>
                  </a:cubicBezTo>
                  <a:cubicBezTo>
                    <a:pt x="457" y="638"/>
                    <a:pt x="776" y="974"/>
                    <a:pt x="1095" y="1293"/>
                  </a:cubicBezTo>
                  <a:cubicBezTo>
                    <a:pt x="1212" y="1430"/>
                    <a:pt x="1350" y="1547"/>
                    <a:pt x="1467" y="1681"/>
                  </a:cubicBezTo>
                  <a:cubicBezTo>
                    <a:pt x="1499" y="1697"/>
                    <a:pt x="1515" y="1733"/>
                    <a:pt x="1515" y="1765"/>
                  </a:cubicBezTo>
                  <a:lnTo>
                    <a:pt x="1515" y="2020"/>
                  </a:lnTo>
                  <a:lnTo>
                    <a:pt x="1515" y="2323"/>
                  </a:lnTo>
                  <a:cubicBezTo>
                    <a:pt x="1515" y="2355"/>
                    <a:pt x="1499" y="2371"/>
                    <a:pt x="1499" y="2388"/>
                  </a:cubicBezTo>
                  <a:cubicBezTo>
                    <a:pt x="1483" y="2404"/>
                    <a:pt x="1483" y="2424"/>
                    <a:pt x="1483" y="2440"/>
                  </a:cubicBezTo>
                  <a:cubicBezTo>
                    <a:pt x="1467" y="2440"/>
                    <a:pt x="1483" y="2440"/>
                    <a:pt x="1483" y="2456"/>
                  </a:cubicBezTo>
                  <a:lnTo>
                    <a:pt x="1499" y="2440"/>
                  </a:lnTo>
                  <a:cubicBezTo>
                    <a:pt x="1499" y="2424"/>
                    <a:pt x="1515" y="2424"/>
                    <a:pt x="1515" y="2404"/>
                  </a:cubicBezTo>
                  <a:cubicBezTo>
                    <a:pt x="1535" y="2388"/>
                    <a:pt x="1535" y="2355"/>
                    <a:pt x="1535" y="2323"/>
                  </a:cubicBezTo>
                  <a:cubicBezTo>
                    <a:pt x="1552" y="2222"/>
                    <a:pt x="1552" y="2121"/>
                    <a:pt x="1552" y="2020"/>
                  </a:cubicBezTo>
                  <a:lnTo>
                    <a:pt x="1552" y="1765"/>
                  </a:lnTo>
                  <a:cubicBezTo>
                    <a:pt x="1552" y="1717"/>
                    <a:pt x="1515" y="1681"/>
                    <a:pt x="1483" y="1648"/>
                  </a:cubicBezTo>
                  <a:cubicBezTo>
                    <a:pt x="1366" y="1531"/>
                    <a:pt x="1232" y="1414"/>
                    <a:pt x="1111" y="1277"/>
                  </a:cubicBezTo>
                  <a:cubicBezTo>
                    <a:pt x="792" y="958"/>
                    <a:pt x="473" y="622"/>
                    <a:pt x="138" y="319"/>
                  </a:cubicBezTo>
                  <a:cubicBezTo>
                    <a:pt x="37" y="202"/>
                    <a:pt x="37" y="133"/>
                    <a:pt x="69" y="16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0">
              <a:extLst>
                <a:ext uri="{FF2B5EF4-FFF2-40B4-BE49-F238E27FC236}">
                  <a16:creationId xmlns:a16="http://schemas.microsoft.com/office/drawing/2014/main" id="{8564FE60-95B1-2946-D09C-EAFC43264FFD}"/>
                </a:ext>
              </a:extLst>
            </p:cNvPr>
            <p:cNvSpPr/>
            <p:nvPr/>
          </p:nvSpPr>
          <p:spPr>
            <a:xfrm>
              <a:off x="1413125" y="1194876"/>
              <a:ext cx="88797" cy="306219"/>
            </a:xfrm>
            <a:custGeom>
              <a:avLst/>
              <a:gdLst/>
              <a:ahLst/>
              <a:cxnLst/>
              <a:rect l="l" t="t" r="r" b="b"/>
              <a:pathLst>
                <a:path w="894" h="3083" extrusionOk="0">
                  <a:moveTo>
                    <a:pt x="37" y="1"/>
                  </a:moveTo>
                  <a:lnTo>
                    <a:pt x="17" y="17"/>
                  </a:lnTo>
                  <a:cubicBezTo>
                    <a:pt x="0" y="287"/>
                    <a:pt x="53" y="506"/>
                    <a:pt x="202" y="707"/>
                  </a:cubicBezTo>
                  <a:cubicBezTo>
                    <a:pt x="356" y="909"/>
                    <a:pt x="473" y="1128"/>
                    <a:pt x="590" y="1350"/>
                  </a:cubicBezTo>
                  <a:cubicBezTo>
                    <a:pt x="643" y="1467"/>
                    <a:pt x="707" y="1584"/>
                    <a:pt x="776" y="1701"/>
                  </a:cubicBezTo>
                  <a:cubicBezTo>
                    <a:pt x="824" y="1770"/>
                    <a:pt x="824" y="1818"/>
                    <a:pt x="824" y="1887"/>
                  </a:cubicBezTo>
                  <a:lnTo>
                    <a:pt x="824" y="2174"/>
                  </a:lnTo>
                  <a:cubicBezTo>
                    <a:pt x="824" y="2360"/>
                    <a:pt x="845" y="2542"/>
                    <a:pt x="824" y="2727"/>
                  </a:cubicBezTo>
                  <a:lnTo>
                    <a:pt x="824" y="2796"/>
                  </a:lnTo>
                  <a:cubicBezTo>
                    <a:pt x="824" y="2897"/>
                    <a:pt x="808" y="2982"/>
                    <a:pt x="861" y="3083"/>
                  </a:cubicBezTo>
                  <a:lnTo>
                    <a:pt x="877" y="3083"/>
                  </a:lnTo>
                  <a:cubicBezTo>
                    <a:pt x="893" y="3083"/>
                    <a:pt x="893" y="3083"/>
                    <a:pt x="877" y="3067"/>
                  </a:cubicBezTo>
                  <a:cubicBezTo>
                    <a:pt x="845" y="2982"/>
                    <a:pt x="845" y="2897"/>
                    <a:pt x="861" y="2796"/>
                  </a:cubicBezTo>
                  <a:lnTo>
                    <a:pt x="861" y="2743"/>
                  </a:lnTo>
                  <a:lnTo>
                    <a:pt x="861" y="2174"/>
                  </a:lnTo>
                  <a:lnTo>
                    <a:pt x="861" y="1887"/>
                  </a:lnTo>
                  <a:cubicBezTo>
                    <a:pt x="861" y="1818"/>
                    <a:pt x="845" y="1754"/>
                    <a:pt x="808" y="1685"/>
                  </a:cubicBezTo>
                  <a:cubicBezTo>
                    <a:pt x="744" y="1568"/>
                    <a:pt x="675" y="1451"/>
                    <a:pt x="606" y="1330"/>
                  </a:cubicBezTo>
                  <a:cubicBezTo>
                    <a:pt x="489" y="1111"/>
                    <a:pt x="372" y="893"/>
                    <a:pt x="219" y="691"/>
                  </a:cubicBezTo>
                  <a:cubicBezTo>
                    <a:pt x="85" y="489"/>
                    <a:pt x="37" y="287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0">
              <a:extLst>
                <a:ext uri="{FF2B5EF4-FFF2-40B4-BE49-F238E27FC236}">
                  <a16:creationId xmlns:a16="http://schemas.microsoft.com/office/drawing/2014/main" id="{8CCA590E-3567-53AD-D9FE-86B1C7101DCB}"/>
                </a:ext>
              </a:extLst>
            </p:cNvPr>
            <p:cNvSpPr/>
            <p:nvPr/>
          </p:nvSpPr>
          <p:spPr>
            <a:xfrm>
              <a:off x="869817" y="2634492"/>
              <a:ext cx="336314" cy="224077"/>
            </a:xfrm>
            <a:custGeom>
              <a:avLst/>
              <a:gdLst/>
              <a:ahLst/>
              <a:cxnLst/>
              <a:rect l="l" t="t" r="r" b="b"/>
              <a:pathLst>
                <a:path w="3386" h="2256" extrusionOk="0">
                  <a:moveTo>
                    <a:pt x="3366" y="1"/>
                  </a:moveTo>
                  <a:cubicBezTo>
                    <a:pt x="3047" y="118"/>
                    <a:pt x="2711" y="268"/>
                    <a:pt x="2291" y="453"/>
                  </a:cubicBezTo>
                  <a:cubicBezTo>
                    <a:pt x="1952" y="607"/>
                    <a:pt x="1617" y="740"/>
                    <a:pt x="1281" y="873"/>
                  </a:cubicBezTo>
                  <a:lnTo>
                    <a:pt x="1128" y="942"/>
                  </a:lnTo>
                  <a:cubicBezTo>
                    <a:pt x="893" y="1043"/>
                    <a:pt x="659" y="1144"/>
                    <a:pt x="421" y="1229"/>
                  </a:cubicBezTo>
                  <a:cubicBezTo>
                    <a:pt x="320" y="1277"/>
                    <a:pt x="203" y="1330"/>
                    <a:pt x="85" y="1378"/>
                  </a:cubicBezTo>
                  <a:cubicBezTo>
                    <a:pt x="53" y="1399"/>
                    <a:pt x="1" y="1415"/>
                    <a:pt x="1" y="1479"/>
                  </a:cubicBezTo>
                  <a:lnTo>
                    <a:pt x="1" y="1867"/>
                  </a:lnTo>
                  <a:lnTo>
                    <a:pt x="1" y="2207"/>
                  </a:lnTo>
                  <a:cubicBezTo>
                    <a:pt x="1" y="2223"/>
                    <a:pt x="17" y="2223"/>
                    <a:pt x="33" y="2239"/>
                  </a:cubicBezTo>
                  <a:lnTo>
                    <a:pt x="33" y="2255"/>
                  </a:lnTo>
                  <a:lnTo>
                    <a:pt x="53" y="2255"/>
                  </a:lnTo>
                  <a:cubicBezTo>
                    <a:pt x="69" y="2239"/>
                    <a:pt x="69" y="2239"/>
                    <a:pt x="53" y="2239"/>
                  </a:cubicBezTo>
                  <a:lnTo>
                    <a:pt x="53" y="2223"/>
                  </a:lnTo>
                  <a:lnTo>
                    <a:pt x="33" y="2207"/>
                  </a:lnTo>
                  <a:lnTo>
                    <a:pt x="33" y="1867"/>
                  </a:lnTo>
                  <a:lnTo>
                    <a:pt x="33" y="1479"/>
                  </a:lnTo>
                  <a:cubicBezTo>
                    <a:pt x="33" y="1447"/>
                    <a:pt x="53" y="1415"/>
                    <a:pt x="85" y="1399"/>
                  </a:cubicBezTo>
                  <a:cubicBezTo>
                    <a:pt x="203" y="1346"/>
                    <a:pt x="320" y="1314"/>
                    <a:pt x="437" y="1261"/>
                  </a:cubicBezTo>
                  <a:cubicBezTo>
                    <a:pt x="675" y="1160"/>
                    <a:pt x="910" y="1059"/>
                    <a:pt x="1144" y="974"/>
                  </a:cubicBezTo>
                  <a:lnTo>
                    <a:pt x="1297" y="910"/>
                  </a:lnTo>
                  <a:cubicBezTo>
                    <a:pt x="1617" y="772"/>
                    <a:pt x="1972" y="623"/>
                    <a:pt x="2291" y="490"/>
                  </a:cubicBezTo>
                  <a:cubicBezTo>
                    <a:pt x="2727" y="288"/>
                    <a:pt x="3063" y="150"/>
                    <a:pt x="3366" y="17"/>
                  </a:cubicBezTo>
                  <a:cubicBezTo>
                    <a:pt x="3386" y="17"/>
                    <a:pt x="3386" y="17"/>
                    <a:pt x="3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0">
              <a:extLst>
                <a:ext uri="{FF2B5EF4-FFF2-40B4-BE49-F238E27FC236}">
                  <a16:creationId xmlns:a16="http://schemas.microsoft.com/office/drawing/2014/main" id="{7B25CAD3-2DC8-EA98-C826-7E974E0AF54A}"/>
                </a:ext>
              </a:extLst>
            </p:cNvPr>
            <p:cNvSpPr/>
            <p:nvPr/>
          </p:nvSpPr>
          <p:spPr>
            <a:xfrm>
              <a:off x="1923059" y="3418564"/>
              <a:ext cx="147398" cy="245631"/>
            </a:xfrm>
            <a:custGeom>
              <a:avLst/>
              <a:gdLst/>
              <a:ahLst/>
              <a:cxnLst/>
              <a:rect l="l" t="t" r="r" b="b"/>
              <a:pathLst>
                <a:path w="1484" h="2473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18"/>
                    <a:pt x="86" y="186"/>
                    <a:pt x="154" y="251"/>
                  </a:cubicBezTo>
                  <a:cubicBezTo>
                    <a:pt x="457" y="574"/>
                    <a:pt x="740" y="877"/>
                    <a:pt x="1027" y="1196"/>
                  </a:cubicBezTo>
                  <a:cubicBezTo>
                    <a:pt x="1128" y="1297"/>
                    <a:pt x="1229" y="1414"/>
                    <a:pt x="1330" y="1515"/>
                  </a:cubicBezTo>
                  <a:cubicBezTo>
                    <a:pt x="1415" y="1600"/>
                    <a:pt x="1447" y="1685"/>
                    <a:pt x="1447" y="1802"/>
                  </a:cubicBezTo>
                  <a:cubicBezTo>
                    <a:pt x="1431" y="1919"/>
                    <a:pt x="1431" y="2036"/>
                    <a:pt x="1431" y="2154"/>
                  </a:cubicBezTo>
                  <a:cubicBezTo>
                    <a:pt x="1431" y="2206"/>
                    <a:pt x="1447" y="2271"/>
                    <a:pt x="1431" y="2323"/>
                  </a:cubicBezTo>
                  <a:cubicBezTo>
                    <a:pt x="1431" y="2339"/>
                    <a:pt x="1447" y="2356"/>
                    <a:pt x="1447" y="2356"/>
                  </a:cubicBezTo>
                  <a:cubicBezTo>
                    <a:pt x="1447" y="2392"/>
                    <a:pt x="1447" y="2424"/>
                    <a:pt x="1415" y="2457"/>
                  </a:cubicBezTo>
                  <a:lnTo>
                    <a:pt x="1415" y="2473"/>
                  </a:lnTo>
                  <a:lnTo>
                    <a:pt x="1431" y="2473"/>
                  </a:lnTo>
                  <a:cubicBezTo>
                    <a:pt x="1467" y="2440"/>
                    <a:pt x="1467" y="2392"/>
                    <a:pt x="1467" y="2356"/>
                  </a:cubicBezTo>
                  <a:lnTo>
                    <a:pt x="1467" y="2323"/>
                  </a:lnTo>
                  <a:lnTo>
                    <a:pt x="1467" y="2154"/>
                  </a:lnTo>
                  <a:lnTo>
                    <a:pt x="1467" y="1802"/>
                  </a:lnTo>
                  <a:cubicBezTo>
                    <a:pt x="1483" y="1685"/>
                    <a:pt x="1431" y="1584"/>
                    <a:pt x="1346" y="1499"/>
                  </a:cubicBezTo>
                  <a:cubicBezTo>
                    <a:pt x="1245" y="1382"/>
                    <a:pt x="1144" y="1281"/>
                    <a:pt x="1043" y="1180"/>
                  </a:cubicBezTo>
                  <a:cubicBezTo>
                    <a:pt x="760" y="857"/>
                    <a:pt x="473" y="554"/>
                    <a:pt x="187" y="235"/>
                  </a:cubicBezTo>
                  <a:cubicBezTo>
                    <a:pt x="118" y="170"/>
                    <a:pt x="53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0">
              <a:extLst>
                <a:ext uri="{FF2B5EF4-FFF2-40B4-BE49-F238E27FC236}">
                  <a16:creationId xmlns:a16="http://schemas.microsoft.com/office/drawing/2014/main" id="{69020C79-2E86-80F8-4A16-CE6B4E6E55E4}"/>
                </a:ext>
              </a:extLst>
            </p:cNvPr>
            <p:cNvSpPr/>
            <p:nvPr/>
          </p:nvSpPr>
          <p:spPr>
            <a:xfrm>
              <a:off x="1732455" y="3231138"/>
              <a:ext cx="159019" cy="250895"/>
            </a:xfrm>
            <a:custGeom>
              <a:avLst/>
              <a:gdLst/>
              <a:ahLst/>
              <a:cxnLst/>
              <a:rect l="l" t="t" r="r" b="b"/>
              <a:pathLst>
                <a:path w="1601" h="2526" extrusionOk="0">
                  <a:moveTo>
                    <a:pt x="102" y="1"/>
                  </a:moveTo>
                  <a:cubicBezTo>
                    <a:pt x="86" y="1"/>
                    <a:pt x="86" y="1"/>
                    <a:pt x="86" y="17"/>
                  </a:cubicBezTo>
                  <a:cubicBezTo>
                    <a:pt x="53" y="86"/>
                    <a:pt x="1" y="203"/>
                    <a:pt x="102" y="288"/>
                  </a:cubicBezTo>
                  <a:cubicBezTo>
                    <a:pt x="288" y="474"/>
                    <a:pt x="474" y="676"/>
                    <a:pt x="639" y="861"/>
                  </a:cubicBezTo>
                  <a:cubicBezTo>
                    <a:pt x="861" y="1096"/>
                    <a:pt x="1063" y="1330"/>
                    <a:pt x="1282" y="1532"/>
                  </a:cubicBezTo>
                  <a:cubicBezTo>
                    <a:pt x="1500" y="1734"/>
                    <a:pt x="1568" y="1956"/>
                    <a:pt x="1532" y="2239"/>
                  </a:cubicBezTo>
                  <a:lnTo>
                    <a:pt x="1532" y="2259"/>
                  </a:lnTo>
                  <a:lnTo>
                    <a:pt x="1532" y="2360"/>
                  </a:lnTo>
                  <a:cubicBezTo>
                    <a:pt x="1548" y="2392"/>
                    <a:pt x="1532" y="2425"/>
                    <a:pt x="1532" y="2461"/>
                  </a:cubicBezTo>
                  <a:cubicBezTo>
                    <a:pt x="1516" y="2477"/>
                    <a:pt x="1516" y="2493"/>
                    <a:pt x="1516" y="2510"/>
                  </a:cubicBezTo>
                  <a:cubicBezTo>
                    <a:pt x="1500" y="2526"/>
                    <a:pt x="1516" y="2526"/>
                    <a:pt x="1516" y="2526"/>
                  </a:cubicBezTo>
                  <a:lnTo>
                    <a:pt x="1532" y="2526"/>
                  </a:lnTo>
                  <a:cubicBezTo>
                    <a:pt x="1532" y="2510"/>
                    <a:pt x="1548" y="2493"/>
                    <a:pt x="1548" y="2477"/>
                  </a:cubicBezTo>
                  <a:cubicBezTo>
                    <a:pt x="1568" y="2441"/>
                    <a:pt x="1585" y="2392"/>
                    <a:pt x="1568" y="2340"/>
                  </a:cubicBezTo>
                  <a:cubicBezTo>
                    <a:pt x="1548" y="2324"/>
                    <a:pt x="1548" y="2291"/>
                    <a:pt x="1568" y="2259"/>
                  </a:cubicBezTo>
                  <a:lnTo>
                    <a:pt x="1568" y="2239"/>
                  </a:lnTo>
                  <a:cubicBezTo>
                    <a:pt x="1601" y="1956"/>
                    <a:pt x="1516" y="1718"/>
                    <a:pt x="1298" y="1516"/>
                  </a:cubicBezTo>
                  <a:cubicBezTo>
                    <a:pt x="1080" y="1298"/>
                    <a:pt x="878" y="1079"/>
                    <a:pt x="676" y="845"/>
                  </a:cubicBezTo>
                  <a:cubicBezTo>
                    <a:pt x="490" y="659"/>
                    <a:pt x="304" y="457"/>
                    <a:pt x="118" y="255"/>
                  </a:cubicBezTo>
                  <a:cubicBezTo>
                    <a:pt x="53" y="203"/>
                    <a:pt x="53" y="138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0">
              <a:extLst>
                <a:ext uri="{FF2B5EF4-FFF2-40B4-BE49-F238E27FC236}">
                  <a16:creationId xmlns:a16="http://schemas.microsoft.com/office/drawing/2014/main" id="{1D2A357B-16F9-3D32-EA96-99C4B6A0CA67}"/>
                </a:ext>
              </a:extLst>
            </p:cNvPr>
            <p:cNvSpPr/>
            <p:nvPr/>
          </p:nvSpPr>
          <p:spPr>
            <a:xfrm>
              <a:off x="687655" y="2111348"/>
              <a:ext cx="135380" cy="185440"/>
            </a:xfrm>
            <a:custGeom>
              <a:avLst/>
              <a:gdLst/>
              <a:ahLst/>
              <a:cxnLst/>
              <a:rect l="l" t="t" r="r" b="b"/>
              <a:pathLst>
                <a:path w="1363" h="1867" extrusionOk="0">
                  <a:moveTo>
                    <a:pt x="1281" y="0"/>
                  </a:moveTo>
                  <a:cubicBezTo>
                    <a:pt x="1261" y="16"/>
                    <a:pt x="1261" y="16"/>
                    <a:pt x="1261" y="32"/>
                  </a:cubicBezTo>
                  <a:cubicBezTo>
                    <a:pt x="1330" y="234"/>
                    <a:pt x="1180" y="303"/>
                    <a:pt x="1043" y="352"/>
                  </a:cubicBezTo>
                  <a:cubicBezTo>
                    <a:pt x="857" y="436"/>
                    <a:pt x="691" y="537"/>
                    <a:pt x="522" y="622"/>
                  </a:cubicBezTo>
                  <a:cubicBezTo>
                    <a:pt x="372" y="707"/>
                    <a:pt x="235" y="772"/>
                    <a:pt x="85" y="840"/>
                  </a:cubicBezTo>
                  <a:cubicBezTo>
                    <a:pt x="33" y="873"/>
                    <a:pt x="1" y="909"/>
                    <a:pt x="1" y="958"/>
                  </a:cubicBezTo>
                  <a:lnTo>
                    <a:pt x="1" y="1818"/>
                  </a:lnTo>
                  <a:cubicBezTo>
                    <a:pt x="1" y="1834"/>
                    <a:pt x="17" y="1850"/>
                    <a:pt x="17" y="1850"/>
                  </a:cubicBezTo>
                  <a:lnTo>
                    <a:pt x="33" y="1866"/>
                  </a:lnTo>
                  <a:lnTo>
                    <a:pt x="49" y="1866"/>
                  </a:lnTo>
                  <a:lnTo>
                    <a:pt x="49" y="1850"/>
                  </a:lnTo>
                  <a:lnTo>
                    <a:pt x="49" y="1834"/>
                  </a:lnTo>
                  <a:cubicBezTo>
                    <a:pt x="33" y="1834"/>
                    <a:pt x="33" y="1818"/>
                    <a:pt x="33" y="1818"/>
                  </a:cubicBezTo>
                  <a:lnTo>
                    <a:pt x="33" y="958"/>
                  </a:lnTo>
                  <a:cubicBezTo>
                    <a:pt x="33" y="925"/>
                    <a:pt x="49" y="889"/>
                    <a:pt x="85" y="873"/>
                  </a:cubicBezTo>
                  <a:cubicBezTo>
                    <a:pt x="235" y="808"/>
                    <a:pt x="388" y="723"/>
                    <a:pt x="538" y="638"/>
                  </a:cubicBezTo>
                  <a:cubicBezTo>
                    <a:pt x="708" y="554"/>
                    <a:pt x="877" y="453"/>
                    <a:pt x="1059" y="384"/>
                  </a:cubicBezTo>
                  <a:cubicBezTo>
                    <a:pt x="1196" y="319"/>
                    <a:pt x="1362" y="251"/>
                    <a:pt x="1297" y="32"/>
                  </a:cubicBezTo>
                  <a:lnTo>
                    <a:pt x="1297" y="16"/>
                  </a:lnTo>
                  <a:lnTo>
                    <a:pt x="12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0">
              <a:extLst>
                <a:ext uri="{FF2B5EF4-FFF2-40B4-BE49-F238E27FC236}">
                  <a16:creationId xmlns:a16="http://schemas.microsoft.com/office/drawing/2014/main" id="{BD5D8994-2842-1447-F7CB-742F1192E7DC}"/>
                </a:ext>
              </a:extLst>
            </p:cNvPr>
            <p:cNvSpPr/>
            <p:nvPr/>
          </p:nvSpPr>
          <p:spPr>
            <a:xfrm>
              <a:off x="1378162" y="3441806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09"/>
                  </a:lnTo>
                  <a:cubicBezTo>
                    <a:pt x="1" y="877"/>
                    <a:pt x="1" y="946"/>
                    <a:pt x="17" y="994"/>
                  </a:cubicBezTo>
                  <a:lnTo>
                    <a:pt x="33" y="994"/>
                  </a:lnTo>
                  <a:cubicBezTo>
                    <a:pt x="49" y="994"/>
                    <a:pt x="49" y="994"/>
                    <a:pt x="49" y="978"/>
                  </a:cubicBezTo>
                  <a:cubicBezTo>
                    <a:pt x="33" y="926"/>
                    <a:pt x="17" y="877"/>
                    <a:pt x="17" y="809"/>
                  </a:cubicBezTo>
                  <a:lnTo>
                    <a:pt x="17" y="21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0">
              <a:extLst>
                <a:ext uri="{FF2B5EF4-FFF2-40B4-BE49-F238E27FC236}">
                  <a16:creationId xmlns:a16="http://schemas.microsoft.com/office/drawing/2014/main" id="{132B7AE4-75E8-F4C0-C3E9-3AD1225F6A5B}"/>
                </a:ext>
              </a:extLst>
            </p:cNvPr>
            <p:cNvSpPr/>
            <p:nvPr/>
          </p:nvSpPr>
          <p:spPr>
            <a:xfrm>
              <a:off x="1744175" y="2950346"/>
              <a:ext cx="147299" cy="242452"/>
            </a:xfrm>
            <a:custGeom>
              <a:avLst/>
              <a:gdLst/>
              <a:ahLst/>
              <a:cxnLst/>
              <a:rect l="l" t="t" r="r" b="b"/>
              <a:pathLst>
                <a:path w="1483" h="2441" extrusionOk="0">
                  <a:moveTo>
                    <a:pt x="16" y="0"/>
                  </a:moveTo>
                  <a:lnTo>
                    <a:pt x="0" y="16"/>
                  </a:lnTo>
                  <a:lnTo>
                    <a:pt x="0" y="36"/>
                  </a:lnTo>
                  <a:cubicBezTo>
                    <a:pt x="16" y="36"/>
                    <a:pt x="16" y="53"/>
                    <a:pt x="36" y="53"/>
                  </a:cubicBezTo>
                  <a:cubicBezTo>
                    <a:pt x="53" y="69"/>
                    <a:pt x="85" y="85"/>
                    <a:pt x="101" y="101"/>
                  </a:cubicBezTo>
                  <a:cubicBezTo>
                    <a:pt x="218" y="255"/>
                    <a:pt x="339" y="404"/>
                    <a:pt x="457" y="558"/>
                  </a:cubicBezTo>
                  <a:lnTo>
                    <a:pt x="1212" y="1467"/>
                  </a:lnTo>
                  <a:cubicBezTo>
                    <a:pt x="1382" y="1669"/>
                    <a:pt x="1450" y="1854"/>
                    <a:pt x="1414" y="2056"/>
                  </a:cubicBezTo>
                  <a:lnTo>
                    <a:pt x="1414" y="2238"/>
                  </a:lnTo>
                  <a:lnTo>
                    <a:pt x="1414" y="2291"/>
                  </a:lnTo>
                  <a:cubicBezTo>
                    <a:pt x="1414" y="2323"/>
                    <a:pt x="1414" y="2375"/>
                    <a:pt x="1398" y="2424"/>
                  </a:cubicBezTo>
                  <a:cubicBezTo>
                    <a:pt x="1382" y="2424"/>
                    <a:pt x="1398" y="2424"/>
                    <a:pt x="1398" y="2440"/>
                  </a:cubicBezTo>
                  <a:lnTo>
                    <a:pt x="1414" y="2424"/>
                  </a:lnTo>
                  <a:cubicBezTo>
                    <a:pt x="1450" y="2392"/>
                    <a:pt x="1450" y="2339"/>
                    <a:pt x="1450" y="2291"/>
                  </a:cubicBezTo>
                  <a:lnTo>
                    <a:pt x="1450" y="2238"/>
                  </a:lnTo>
                  <a:cubicBezTo>
                    <a:pt x="1430" y="2173"/>
                    <a:pt x="1430" y="2121"/>
                    <a:pt x="1450" y="2056"/>
                  </a:cubicBezTo>
                  <a:cubicBezTo>
                    <a:pt x="1483" y="1834"/>
                    <a:pt x="1414" y="1652"/>
                    <a:pt x="1248" y="1450"/>
                  </a:cubicBezTo>
                  <a:cubicBezTo>
                    <a:pt x="978" y="1147"/>
                    <a:pt x="723" y="844"/>
                    <a:pt x="473" y="541"/>
                  </a:cubicBezTo>
                  <a:cubicBezTo>
                    <a:pt x="356" y="388"/>
                    <a:pt x="238" y="238"/>
                    <a:pt x="117" y="85"/>
                  </a:cubicBezTo>
                  <a:cubicBezTo>
                    <a:pt x="101" y="69"/>
                    <a:pt x="69" y="53"/>
                    <a:pt x="53" y="36"/>
                  </a:cubicBezTo>
                  <a:cubicBezTo>
                    <a:pt x="36" y="16"/>
                    <a:pt x="36" y="16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0">
              <a:extLst>
                <a:ext uri="{FF2B5EF4-FFF2-40B4-BE49-F238E27FC236}">
                  <a16:creationId xmlns:a16="http://schemas.microsoft.com/office/drawing/2014/main" id="{3308DBF6-3C5E-5C6F-C72B-DA9C7B78450E}"/>
                </a:ext>
              </a:extLst>
            </p:cNvPr>
            <p:cNvSpPr/>
            <p:nvPr/>
          </p:nvSpPr>
          <p:spPr>
            <a:xfrm>
              <a:off x="2083569" y="2283478"/>
              <a:ext cx="98828" cy="227156"/>
            </a:xfrm>
            <a:custGeom>
              <a:avLst/>
              <a:gdLst/>
              <a:ahLst/>
              <a:cxnLst/>
              <a:rect l="l" t="t" r="r" b="b"/>
              <a:pathLst>
                <a:path w="995" h="2287" extrusionOk="0">
                  <a:moveTo>
                    <a:pt x="53" y="0"/>
                  </a:moveTo>
                  <a:cubicBezTo>
                    <a:pt x="17" y="33"/>
                    <a:pt x="17" y="65"/>
                    <a:pt x="17" y="85"/>
                  </a:cubicBezTo>
                  <a:lnTo>
                    <a:pt x="17" y="267"/>
                  </a:lnTo>
                  <a:cubicBezTo>
                    <a:pt x="17" y="368"/>
                    <a:pt x="17" y="469"/>
                    <a:pt x="1" y="570"/>
                  </a:cubicBezTo>
                  <a:cubicBezTo>
                    <a:pt x="1" y="671"/>
                    <a:pt x="53" y="756"/>
                    <a:pt x="85" y="840"/>
                  </a:cubicBezTo>
                  <a:lnTo>
                    <a:pt x="102" y="840"/>
                  </a:lnTo>
                  <a:cubicBezTo>
                    <a:pt x="320" y="1244"/>
                    <a:pt x="590" y="1717"/>
                    <a:pt x="861" y="2186"/>
                  </a:cubicBezTo>
                  <a:cubicBezTo>
                    <a:pt x="877" y="2186"/>
                    <a:pt x="877" y="2206"/>
                    <a:pt x="877" y="2206"/>
                  </a:cubicBezTo>
                  <a:cubicBezTo>
                    <a:pt x="893" y="2238"/>
                    <a:pt x="910" y="2287"/>
                    <a:pt x="978" y="2287"/>
                  </a:cubicBezTo>
                  <a:cubicBezTo>
                    <a:pt x="978" y="2287"/>
                    <a:pt x="994" y="2287"/>
                    <a:pt x="994" y="2270"/>
                  </a:cubicBezTo>
                  <a:lnTo>
                    <a:pt x="978" y="2254"/>
                  </a:lnTo>
                  <a:cubicBezTo>
                    <a:pt x="926" y="2254"/>
                    <a:pt x="926" y="2238"/>
                    <a:pt x="910" y="2206"/>
                  </a:cubicBezTo>
                  <a:cubicBezTo>
                    <a:pt x="893" y="2186"/>
                    <a:pt x="893" y="2186"/>
                    <a:pt x="893" y="2169"/>
                  </a:cubicBezTo>
                  <a:cubicBezTo>
                    <a:pt x="607" y="1701"/>
                    <a:pt x="336" y="1228"/>
                    <a:pt x="118" y="840"/>
                  </a:cubicBezTo>
                  <a:lnTo>
                    <a:pt x="118" y="824"/>
                  </a:lnTo>
                  <a:cubicBezTo>
                    <a:pt x="69" y="739"/>
                    <a:pt x="17" y="655"/>
                    <a:pt x="33" y="570"/>
                  </a:cubicBezTo>
                  <a:lnTo>
                    <a:pt x="33" y="267"/>
                  </a:lnTo>
                  <a:lnTo>
                    <a:pt x="33" y="85"/>
                  </a:lnTo>
                  <a:cubicBezTo>
                    <a:pt x="33" y="49"/>
                    <a:pt x="53" y="3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0">
              <a:extLst>
                <a:ext uri="{FF2B5EF4-FFF2-40B4-BE49-F238E27FC236}">
                  <a16:creationId xmlns:a16="http://schemas.microsoft.com/office/drawing/2014/main" id="{19102AB7-6C8C-106B-C0F3-4EE1C6C0C962}"/>
                </a:ext>
              </a:extLst>
            </p:cNvPr>
            <p:cNvSpPr/>
            <p:nvPr/>
          </p:nvSpPr>
          <p:spPr>
            <a:xfrm>
              <a:off x="1923059" y="2604397"/>
              <a:ext cx="147398" cy="282580"/>
            </a:xfrm>
            <a:custGeom>
              <a:avLst/>
              <a:gdLst/>
              <a:ahLst/>
              <a:cxnLst/>
              <a:rect l="l" t="t" r="r" b="b"/>
              <a:pathLst>
                <a:path w="1484" h="2845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67"/>
                    <a:pt x="17" y="235"/>
                  </a:cubicBezTo>
                  <a:cubicBezTo>
                    <a:pt x="17" y="288"/>
                    <a:pt x="33" y="352"/>
                    <a:pt x="17" y="405"/>
                  </a:cubicBezTo>
                  <a:cubicBezTo>
                    <a:pt x="1" y="591"/>
                    <a:pt x="53" y="756"/>
                    <a:pt x="187" y="926"/>
                  </a:cubicBezTo>
                  <a:cubicBezTo>
                    <a:pt x="336" y="1144"/>
                    <a:pt x="490" y="1362"/>
                    <a:pt x="639" y="1580"/>
                  </a:cubicBezTo>
                  <a:cubicBezTo>
                    <a:pt x="793" y="1803"/>
                    <a:pt x="942" y="2021"/>
                    <a:pt x="1096" y="2239"/>
                  </a:cubicBezTo>
                  <a:cubicBezTo>
                    <a:pt x="1128" y="2271"/>
                    <a:pt x="1144" y="2324"/>
                    <a:pt x="1180" y="2372"/>
                  </a:cubicBezTo>
                  <a:cubicBezTo>
                    <a:pt x="1229" y="2457"/>
                    <a:pt x="1298" y="2558"/>
                    <a:pt x="1399" y="2627"/>
                  </a:cubicBezTo>
                  <a:cubicBezTo>
                    <a:pt x="1415" y="2659"/>
                    <a:pt x="1431" y="2712"/>
                    <a:pt x="1431" y="2760"/>
                  </a:cubicBezTo>
                  <a:cubicBezTo>
                    <a:pt x="1447" y="2776"/>
                    <a:pt x="1447" y="2813"/>
                    <a:pt x="1447" y="2829"/>
                  </a:cubicBezTo>
                  <a:lnTo>
                    <a:pt x="1467" y="2845"/>
                  </a:lnTo>
                  <a:cubicBezTo>
                    <a:pt x="1483" y="2845"/>
                    <a:pt x="1483" y="2829"/>
                    <a:pt x="1483" y="2829"/>
                  </a:cubicBezTo>
                  <a:cubicBezTo>
                    <a:pt x="1467" y="2792"/>
                    <a:pt x="1467" y="2776"/>
                    <a:pt x="1467" y="2760"/>
                  </a:cubicBezTo>
                  <a:cubicBezTo>
                    <a:pt x="1447" y="2691"/>
                    <a:pt x="1447" y="2643"/>
                    <a:pt x="1415" y="2611"/>
                  </a:cubicBezTo>
                  <a:cubicBezTo>
                    <a:pt x="1314" y="2542"/>
                    <a:pt x="1265" y="2441"/>
                    <a:pt x="1197" y="2356"/>
                  </a:cubicBezTo>
                  <a:cubicBezTo>
                    <a:pt x="1180" y="2308"/>
                    <a:pt x="1144" y="2255"/>
                    <a:pt x="1112" y="2223"/>
                  </a:cubicBezTo>
                  <a:cubicBezTo>
                    <a:pt x="962" y="2005"/>
                    <a:pt x="809" y="1782"/>
                    <a:pt x="659" y="1564"/>
                  </a:cubicBezTo>
                  <a:cubicBezTo>
                    <a:pt x="506" y="1346"/>
                    <a:pt x="356" y="1128"/>
                    <a:pt x="203" y="910"/>
                  </a:cubicBezTo>
                  <a:cubicBezTo>
                    <a:pt x="69" y="740"/>
                    <a:pt x="33" y="591"/>
                    <a:pt x="53" y="405"/>
                  </a:cubicBezTo>
                  <a:lnTo>
                    <a:pt x="53" y="235"/>
                  </a:lnTo>
                  <a:cubicBezTo>
                    <a:pt x="53" y="167"/>
                    <a:pt x="53" y="86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0">
              <a:extLst>
                <a:ext uri="{FF2B5EF4-FFF2-40B4-BE49-F238E27FC236}">
                  <a16:creationId xmlns:a16="http://schemas.microsoft.com/office/drawing/2014/main" id="{EF303A62-851F-B67D-BF0D-8EAFF82CE474}"/>
                </a:ext>
              </a:extLst>
            </p:cNvPr>
            <p:cNvSpPr/>
            <p:nvPr/>
          </p:nvSpPr>
          <p:spPr>
            <a:xfrm>
              <a:off x="1414714" y="1833635"/>
              <a:ext cx="82340" cy="212357"/>
            </a:xfrm>
            <a:custGeom>
              <a:avLst/>
              <a:gdLst/>
              <a:ahLst/>
              <a:cxnLst/>
              <a:rect l="l" t="t" r="r" b="b"/>
              <a:pathLst>
                <a:path w="829" h="2138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02"/>
                    <a:pt x="154" y="203"/>
                    <a:pt x="203" y="304"/>
                  </a:cubicBezTo>
                  <a:cubicBezTo>
                    <a:pt x="255" y="372"/>
                    <a:pt x="287" y="437"/>
                    <a:pt x="340" y="490"/>
                  </a:cubicBezTo>
                  <a:cubicBezTo>
                    <a:pt x="372" y="538"/>
                    <a:pt x="404" y="591"/>
                    <a:pt x="425" y="639"/>
                  </a:cubicBezTo>
                  <a:cubicBezTo>
                    <a:pt x="473" y="708"/>
                    <a:pt x="505" y="776"/>
                    <a:pt x="558" y="825"/>
                  </a:cubicBezTo>
                  <a:cubicBezTo>
                    <a:pt x="590" y="877"/>
                    <a:pt x="606" y="926"/>
                    <a:pt x="606" y="978"/>
                  </a:cubicBezTo>
                  <a:lnTo>
                    <a:pt x="606" y="1196"/>
                  </a:lnTo>
                  <a:cubicBezTo>
                    <a:pt x="606" y="1346"/>
                    <a:pt x="606" y="1499"/>
                    <a:pt x="590" y="1649"/>
                  </a:cubicBezTo>
                  <a:cubicBezTo>
                    <a:pt x="558" y="1867"/>
                    <a:pt x="659" y="2004"/>
                    <a:pt x="808" y="2138"/>
                  </a:cubicBezTo>
                  <a:lnTo>
                    <a:pt x="829" y="2138"/>
                  </a:lnTo>
                  <a:lnTo>
                    <a:pt x="829" y="2122"/>
                  </a:lnTo>
                  <a:cubicBezTo>
                    <a:pt x="691" y="1988"/>
                    <a:pt x="590" y="1867"/>
                    <a:pt x="627" y="1649"/>
                  </a:cubicBezTo>
                  <a:cubicBezTo>
                    <a:pt x="643" y="1499"/>
                    <a:pt x="643" y="1346"/>
                    <a:pt x="627" y="1196"/>
                  </a:cubicBezTo>
                  <a:lnTo>
                    <a:pt x="627" y="978"/>
                  </a:lnTo>
                  <a:cubicBezTo>
                    <a:pt x="627" y="926"/>
                    <a:pt x="627" y="857"/>
                    <a:pt x="574" y="809"/>
                  </a:cubicBezTo>
                  <a:cubicBezTo>
                    <a:pt x="526" y="756"/>
                    <a:pt x="489" y="691"/>
                    <a:pt x="457" y="623"/>
                  </a:cubicBezTo>
                  <a:cubicBezTo>
                    <a:pt x="425" y="574"/>
                    <a:pt x="388" y="522"/>
                    <a:pt x="356" y="473"/>
                  </a:cubicBezTo>
                  <a:cubicBezTo>
                    <a:pt x="304" y="421"/>
                    <a:pt x="271" y="352"/>
                    <a:pt x="239" y="288"/>
                  </a:cubicBezTo>
                  <a:cubicBezTo>
                    <a:pt x="170" y="187"/>
                    <a:pt x="102" y="86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0">
              <a:extLst>
                <a:ext uri="{FF2B5EF4-FFF2-40B4-BE49-F238E27FC236}">
                  <a16:creationId xmlns:a16="http://schemas.microsoft.com/office/drawing/2014/main" id="{6E3DFD59-E1A9-980C-4B47-9EDE4E15D7FD}"/>
                </a:ext>
              </a:extLst>
            </p:cNvPr>
            <p:cNvSpPr/>
            <p:nvPr/>
          </p:nvSpPr>
          <p:spPr>
            <a:xfrm>
              <a:off x="608990" y="1746626"/>
              <a:ext cx="5364" cy="77076"/>
            </a:xfrm>
            <a:custGeom>
              <a:avLst/>
              <a:gdLst/>
              <a:ahLst/>
              <a:cxnLst/>
              <a:rect l="l" t="t" r="r" b="b"/>
              <a:pathLst>
                <a:path w="54" h="776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37"/>
                    <a:pt x="17" y="255"/>
                    <a:pt x="17" y="372"/>
                  </a:cubicBezTo>
                  <a:cubicBezTo>
                    <a:pt x="17" y="440"/>
                    <a:pt x="1" y="505"/>
                    <a:pt x="17" y="590"/>
                  </a:cubicBezTo>
                  <a:lnTo>
                    <a:pt x="17" y="642"/>
                  </a:lnTo>
                  <a:cubicBezTo>
                    <a:pt x="1" y="691"/>
                    <a:pt x="1" y="723"/>
                    <a:pt x="33" y="776"/>
                  </a:cubicBezTo>
                  <a:lnTo>
                    <a:pt x="53" y="776"/>
                  </a:lnTo>
                  <a:lnTo>
                    <a:pt x="53" y="760"/>
                  </a:lnTo>
                  <a:cubicBezTo>
                    <a:pt x="33" y="723"/>
                    <a:pt x="33" y="691"/>
                    <a:pt x="33" y="642"/>
                  </a:cubicBezTo>
                  <a:lnTo>
                    <a:pt x="33" y="590"/>
                  </a:lnTo>
                  <a:lnTo>
                    <a:pt x="33" y="372"/>
                  </a:lnTo>
                  <a:cubicBezTo>
                    <a:pt x="33" y="255"/>
                    <a:pt x="33" y="137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0">
              <a:extLst>
                <a:ext uri="{FF2B5EF4-FFF2-40B4-BE49-F238E27FC236}">
                  <a16:creationId xmlns:a16="http://schemas.microsoft.com/office/drawing/2014/main" id="{2BC1914E-00D1-86F0-BD0B-511B3D18C109}"/>
                </a:ext>
              </a:extLst>
            </p:cNvPr>
            <p:cNvSpPr/>
            <p:nvPr/>
          </p:nvSpPr>
          <p:spPr>
            <a:xfrm>
              <a:off x="1921470" y="2893731"/>
              <a:ext cx="148988" cy="255663"/>
            </a:xfrm>
            <a:custGeom>
              <a:avLst/>
              <a:gdLst/>
              <a:ahLst/>
              <a:cxnLst/>
              <a:rect l="l" t="t" r="r" b="b"/>
              <a:pathLst>
                <a:path w="1500" h="2574" extrusionOk="0">
                  <a:moveTo>
                    <a:pt x="69" y="1"/>
                  </a:moveTo>
                  <a:cubicBezTo>
                    <a:pt x="17" y="304"/>
                    <a:pt x="1" y="623"/>
                    <a:pt x="251" y="909"/>
                  </a:cubicBezTo>
                  <a:cubicBezTo>
                    <a:pt x="453" y="1144"/>
                    <a:pt x="655" y="1414"/>
                    <a:pt x="841" y="1665"/>
                  </a:cubicBezTo>
                  <a:cubicBezTo>
                    <a:pt x="926" y="1782"/>
                    <a:pt x="1011" y="1899"/>
                    <a:pt x="1112" y="2020"/>
                  </a:cubicBezTo>
                  <a:cubicBezTo>
                    <a:pt x="1196" y="2138"/>
                    <a:pt x="1281" y="2239"/>
                    <a:pt x="1398" y="2372"/>
                  </a:cubicBezTo>
                  <a:cubicBezTo>
                    <a:pt x="1431" y="2404"/>
                    <a:pt x="1431" y="2457"/>
                    <a:pt x="1447" y="2505"/>
                  </a:cubicBezTo>
                  <a:cubicBezTo>
                    <a:pt x="1463" y="2525"/>
                    <a:pt x="1463" y="2541"/>
                    <a:pt x="1463" y="2574"/>
                  </a:cubicBezTo>
                  <a:lnTo>
                    <a:pt x="1483" y="2574"/>
                  </a:lnTo>
                  <a:cubicBezTo>
                    <a:pt x="1499" y="2574"/>
                    <a:pt x="1499" y="2558"/>
                    <a:pt x="1499" y="2558"/>
                  </a:cubicBezTo>
                  <a:cubicBezTo>
                    <a:pt x="1483" y="2541"/>
                    <a:pt x="1483" y="2525"/>
                    <a:pt x="1483" y="2489"/>
                  </a:cubicBezTo>
                  <a:cubicBezTo>
                    <a:pt x="1463" y="2440"/>
                    <a:pt x="1447" y="2388"/>
                    <a:pt x="1415" y="2356"/>
                  </a:cubicBezTo>
                  <a:cubicBezTo>
                    <a:pt x="1314" y="2222"/>
                    <a:pt x="1213" y="2121"/>
                    <a:pt x="1128" y="2000"/>
                  </a:cubicBezTo>
                  <a:cubicBezTo>
                    <a:pt x="1043" y="1883"/>
                    <a:pt x="942" y="1766"/>
                    <a:pt x="857" y="1649"/>
                  </a:cubicBezTo>
                  <a:cubicBezTo>
                    <a:pt x="675" y="1394"/>
                    <a:pt x="473" y="1128"/>
                    <a:pt x="271" y="889"/>
                  </a:cubicBezTo>
                  <a:cubicBezTo>
                    <a:pt x="17" y="606"/>
                    <a:pt x="33" y="304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0">
              <a:extLst>
                <a:ext uri="{FF2B5EF4-FFF2-40B4-BE49-F238E27FC236}">
                  <a16:creationId xmlns:a16="http://schemas.microsoft.com/office/drawing/2014/main" id="{C3825204-B6B4-953A-AC46-D495BDE32BB8}"/>
                </a:ext>
              </a:extLst>
            </p:cNvPr>
            <p:cNvSpPr/>
            <p:nvPr/>
          </p:nvSpPr>
          <p:spPr>
            <a:xfrm>
              <a:off x="2086747" y="2696372"/>
              <a:ext cx="95650" cy="133691"/>
            </a:xfrm>
            <a:custGeom>
              <a:avLst/>
              <a:gdLst/>
              <a:ahLst/>
              <a:cxnLst/>
              <a:rect l="l" t="t" r="r" b="b"/>
              <a:pathLst>
                <a:path w="963" h="1346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70" y="48"/>
                    <a:pt x="102" y="101"/>
                    <a:pt x="138" y="170"/>
                  </a:cubicBezTo>
                  <a:cubicBezTo>
                    <a:pt x="154" y="186"/>
                    <a:pt x="154" y="218"/>
                    <a:pt x="171" y="234"/>
                  </a:cubicBezTo>
                  <a:cubicBezTo>
                    <a:pt x="223" y="319"/>
                    <a:pt x="272" y="404"/>
                    <a:pt x="340" y="489"/>
                  </a:cubicBezTo>
                  <a:cubicBezTo>
                    <a:pt x="457" y="675"/>
                    <a:pt x="591" y="893"/>
                    <a:pt x="728" y="1079"/>
                  </a:cubicBezTo>
                  <a:cubicBezTo>
                    <a:pt x="744" y="1111"/>
                    <a:pt x="760" y="1127"/>
                    <a:pt x="777" y="1159"/>
                  </a:cubicBezTo>
                  <a:cubicBezTo>
                    <a:pt x="809" y="1228"/>
                    <a:pt x="845" y="1313"/>
                    <a:pt x="930" y="1345"/>
                  </a:cubicBezTo>
                  <a:lnTo>
                    <a:pt x="946" y="1345"/>
                  </a:lnTo>
                  <a:cubicBezTo>
                    <a:pt x="962" y="1329"/>
                    <a:pt x="946" y="1329"/>
                    <a:pt x="946" y="1313"/>
                  </a:cubicBezTo>
                  <a:cubicBezTo>
                    <a:pt x="861" y="1297"/>
                    <a:pt x="829" y="1228"/>
                    <a:pt x="793" y="1143"/>
                  </a:cubicBezTo>
                  <a:cubicBezTo>
                    <a:pt x="777" y="1127"/>
                    <a:pt x="777" y="1095"/>
                    <a:pt x="744" y="1058"/>
                  </a:cubicBezTo>
                  <a:cubicBezTo>
                    <a:pt x="607" y="877"/>
                    <a:pt x="490" y="675"/>
                    <a:pt x="356" y="473"/>
                  </a:cubicBezTo>
                  <a:cubicBezTo>
                    <a:pt x="304" y="388"/>
                    <a:pt x="255" y="303"/>
                    <a:pt x="187" y="218"/>
                  </a:cubicBezTo>
                  <a:cubicBezTo>
                    <a:pt x="187" y="202"/>
                    <a:pt x="171" y="170"/>
                    <a:pt x="154" y="149"/>
                  </a:cubicBezTo>
                  <a:cubicBezTo>
                    <a:pt x="122" y="101"/>
                    <a:pt x="102" y="32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0">
              <a:extLst>
                <a:ext uri="{FF2B5EF4-FFF2-40B4-BE49-F238E27FC236}">
                  <a16:creationId xmlns:a16="http://schemas.microsoft.com/office/drawing/2014/main" id="{72A19A53-F758-F81E-D65E-EC08FD5D9FC6}"/>
                </a:ext>
              </a:extLst>
            </p:cNvPr>
            <p:cNvSpPr/>
            <p:nvPr/>
          </p:nvSpPr>
          <p:spPr>
            <a:xfrm>
              <a:off x="515525" y="2375353"/>
              <a:ext cx="122070" cy="57013"/>
            </a:xfrm>
            <a:custGeom>
              <a:avLst/>
              <a:gdLst/>
              <a:ahLst/>
              <a:cxnLst/>
              <a:rect l="l" t="t" r="r" b="b"/>
              <a:pathLst>
                <a:path w="1229" h="574" extrusionOk="0">
                  <a:moveTo>
                    <a:pt x="1213" y="0"/>
                  </a:moveTo>
                  <a:cubicBezTo>
                    <a:pt x="958" y="101"/>
                    <a:pt x="724" y="218"/>
                    <a:pt x="489" y="336"/>
                  </a:cubicBezTo>
                  <a:cubicBezTo>
                    <a:pt x="421" y="372"/>
                    <a:pt x="352" y="404"/>
                    <a:pt x="287" y="437"/>
                  </a:cubicBezTo>
                  <a:cubicBezTo>
                    <a:pt x="251" y="453"/>
                    <a:pt x="235" y="473"/>
                    <a:pt x="219" y="489"/>
                  </a:cubicBezTo>
                  <a:cubicBezTo>
                    <a:pt x="163" y="515"/>
                    <a:pt x="120" y="542"/>
                    <a:pt x="60" y="542"/>
                  </a:cubicBezTo>
                  <a:cubicBezTo>
                    <a:pt x="47" y="542"/>
                    <a:pt x="32" y="541"/>
                    <a:pt x="17" y="538"/>
                  </a:cubicBezTo>
                  <a:lnTo>
                    <a:pt x="1" y="554"/>
                  </a:lnTo>
                  <a:cubicBezTo>
                    <a:pt x="1" y="554"/>
                    <a:pt x="17" y="554"/>
                    <a:pt x="17" y="574"/>
                  </a:cubicBezTo>
                  <a:lnTo>
                    <a:pt x="65" y="574"/>
                  </a:lnTo>
                  <a:cubicBezTo>
                    <a:pt x="134" y="574"/>
                    <a:pt x="186" y="538"/>
                    <a:pt x="235" y="505"/>
                  </a:cubicBezTo>
                  <a:cubicBezTo>
                    <a:pt x="251" y="489"/>
                    <a:pt x="267" y="473"/>
                    <a:pt x="287" y="473"/>
                  </a:cubicBezTo>
                  <a:cubicBezTo>
                    <a:pt x="368" y="437"/>
                    <a:pt x="437" y="404"/>
                    <a:pt x="506" y="352"/>
                  </a:cubicBezTo>
                  <a:cubicBezTo>
                    <a:pt x="740" y="251"/>
                    <a:pt x="974" y="117"/>
                    <a:pt x="1229" y="16"/>
                  </a:cubicBezTo>
                  <a:lnTo>
                    <a:pt x="1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0">
              <a:extLst>
                <a:ext uri="{FF2B5EF4-FFF2-40B4-BE49-F238E27FC236}">
                  <a16:creationId xmlns:a16="http://schemas.microsoft.com/office/drawing/2014/main" id="{9541343D-D58F-8ABD-AF8C-655FD887DFAD}"/>
                </a:ext>
              </a:extLst>
            </p:cNvPr>
            <p:cNvSpPr/>
            <p:nvPr/>
          </p:nvSpPr>
          <p:spPr>
            <a:xfrm>
              <a:off x="1523475" y="3533682"/>
              <a:ext cx="178984" cy="200736"/>
            </a:xfrm>
            <a:custGeom>
              <a:avLst/>
              <a:gdLst/>
              <a:ahLst/>
              <a:cxnLst/>
              <a:rect l="l" t="t" r="r" b="b"/>
              <a:pathLst>
                <a:path w="1802" h="2021" extrusionOk="0">
                  <a:moveTo>
                    <a:pt x="16" y="1"/>
                  </a:moveTo>
                  <a:lnTo>
                    <a:pt x="0" y="21"/>
                  </a:lnTo>
                  <a:cubicBezTo>
                    <a:pt x="0" y="37"/>
                    <a:pt x="16" y="37"/>
                    <a:pt x="16" y="37"/>
                  </a:cubicBezTo>
                  <a:cubicBezTo>
                    <a:pt x="69" y="37"/>
                    <a:pt x="85" y="69"/>
                    <a:pt x="117" y="86"/>
                  </a:cubicBezTo>
                  <a:cubicBezTo>
                    <a:pt x="138" y="102"/>
                    <a:pt x="138" y="102"/>
                    <a:pt x="154" y="122"/>
                  </a:cubicBezTo>
                  <a:cubicBezTo>
                    <a:pt x="271" y="223"/>
                    <a:pt x="388" y="340"/>
                    <a:pt x="521" y="457"/>
                  </a:cubicBezTo>
                  <a:cubicBezTo>
                    <a:pt x="893" y="793"/>
                    <a:pt x="1265" y="1132"/>
                    <a:pt x="1653" y="1467"/>
                  </a:cubicBezTo>
                  <a:cubicBezTo>
                    <a:pt x="1753" y="1552"/>
                    <a:pt x="1770" y="1653"/>
                    <a:pt x="1753" y="1754"/>
                  </a:cubicBezTo>
                  <a:lnTo>
                    <a:pt x="1753" y="1920"/>
                  </a:lnTo>
                  <a:lnTo>
                    <a:pt x="1753" y="2004"/>
                  </a:lnTo>
                  <a:cubicBezTo>
                    <a:pt x="1753" y="2021"/>
                    <a:pt x="1753" y="2021"/>
                    <a:pt x="1770" y="2021"/>
                  </a:cubicBezTo>
                  <a:lnTo>
                    <a:pt x="1770" y="2004"/>
                  </a:lnTo>
                  <a:lnTo>
                    <a:pt x="1770" y="1920"/>
                  </a:lnTo>
                  <a:cubicBezTo>
                    <a:pt x="1786" y="1871"/>
                    <a:pt x="1786" y="1803"/>
                    <a:pt x="1786" y="1754"/>
                  </a:cubicBezTo>
                  <a:cubicBezTo>
                    <a:pt x="1802" y="1617"/>
                    <a:pt x="1770" y="1536"/>
                    <a:pt x="1669" y="1435"/>
                  </a:cubicBezTo>
                  <a:cubicBezTo>
                    <a:pt x="1281" y="1112"/>
                    <a:pt x="909" y="760"/>
                    <a:pt x="542" y="441"/>
                  </a:cubicBezTo>
                  <a:cubicBezTo>
                    <a:pt x="420" y="324"/>
                    <a:pt x="287" y="203"/>
                    <a:pt x="170" y="86"/>
                  </a:cubicBezTo>
                  <a:cubicBezTo>
                    <a:pt x="154" y="86"/>
                    <a:pt x="154" y="86"/>
                    <a:pt x="138" y="69"/>
                  </a:cubicBezTo>
                  <a:cubicBezTo>
                    <a:pt x="101" y="37"/>
                    <a:pt x="69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0">
              <a:extLst>
                <a:ext uri="{FF2B5EF4-FFF2-40B4-BE49-F238E27FC236}">
                  <a16:creationId xmlns:a16="http://schemas.microsoft.com/office/drawing/2014/main" id="{DBDDCB12-1625-45B7-A642-CC39FF35981C}"/>
                </a:ext>
              </a:extLst>
            </p:cNvPr>
            <p:cNvSpPr/>
            <p:nvPr/>
          </p:nvSpPr>
          <p:spPr>
            <a:xfrm>
              <a:off x="886702" y="3589105"/>
              <a:ext cx="3278" cy="98828"/>
            </a:xfrm>
            <a:custGeom>
              <a:avLst/>
              <a:gdLst/>
              <a:ahLst/>
              <a:cxnLst/>
              <a:rect l="l" t="t" r="r" b="b"/>
              <a:pathLst>
                <a:path w="33" h="995" extrusionOk="0">
                  <a:moveTo>
                    <a:pt x="0" y="0"/>
                  </a:moveTo>
                  <a:lnTo>
                    <a:pt x="0" y="218"/>
                  </a:lnTo>
                  <a:lnTo>
                    <a:pt x="0" y="841"/>
                  </a:lnTo>
                  <a:lnTo>
                    <a:pt x="0" y="877"/>
                  </a:lnTo>
                  <a:cubicBezTo>
                    <a:pt x="0" y="909"/>
                    <a:pt x="0" y="942"/>
                    <a:pt x="16" y="978"/>
                  </a:cubicBezTo>
                  <a:lnTo>
                    <a:pt x="33" y="994"/>
                  </a:lnTo>
                  <a:lnTo>
                    <a:pt x="33" y="978"/>
                  </a:lnTo>
                  <a:cubicBezTo>
                    <a:pt x="16" y="942"/>
                    <a:pt x="16" y="909"/>
                    <a:pt x="33" y="877"/>
                  </a:cubicBezTo>
                  <a:lnTo>
                    <a:pt x="33" y="841"/>
                  </a:lnTo>
                  <a:lnTo>
                    <a:pt x="33" y="21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0">
              <a:extLst>
                <a:ext uri="{FF2B5EF4-FFF2-40B4-BE49-F238E27FC236}">
                  <a16:creationId xmlns:a16="http://schemas.microsoft.com/office/drawing/2014/main" id="{72CE7C4B-57DB-9EA8-1B54-A104FD5DC293}"/>
                </a:ext>
              </a:extLst>
            </p:cNvPr>
            <p:cNvSpPr/>
            <p:nvPr/>
          </p:nvSpPr>
          <p:spPr>
            <a:xfrm>
              <a:off x="1923059" y="3460280"/>
              <a:ext cx="147398" cy="217621"/>
            </a:xfrm>
            <a:custGeom>
              <a:avLst/>
              <a:gdLst/>
              <a:ahLst/>
              <a:cxnLst/>
              <a:rect l="l" t="t" r="r" b="b"/>
              <a:pathLst>
                <a:path w="1484" h="2191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" y="170"/>
                    <a:pt x="1" y="304"/>
                    <a:pt x="1" y="457"/>
                  </a:cubicBezTo>
                  <a:cubicBezTo>
                    <a:pt x="17" y="506"/>
                    <a:pt x="17" y="574"/>
                    <a:pt x="17" y="623"/>
                  </a:cubicBezTo>
                  <a:cubicBezTo>
                    <a:pt x="17" y="659"/>
                    <a:pt x="33" y="691"/>
                    <a:pt x="69" y="724"/>
                  </a:cubicBezTo>
                  <a:lnTo>
                    <a:pt x="86" y="724"/>
                  </a:lnTo>
                  <a:cubicBezTo>
                    <a:pt x="154" y="792"/>
                    <a:pt x="203" y="861"/>
                    <a:pt x="271" y="926"/>
                  </a:cubicBezTo>
                  <a:cubicBezTo>
                    <a:pt x="457" y="1128"/>
                    <a:pt x="639" y="1330"/>
                    <a:pt x="841" y="1515"/>
                  </a:cubicBezTo>
                  <a:cubicBezTo>
                    <a:pt x="910" y="1584"/>
                    <a:pt x="978" y="1669"/>
                    <a:pt x="1043" y="1734"/>
                  </a:cubicBezTo>
                  <a:cubicBezTo>
                    <a:pt x="1164" y="1851"/>
                    <a:pt x="1281" y="1972"/>
                    <a:pt x="1399" y="2089"/>
                  </a:cubicBezTo>
                  <a:cubicBezTo>
                    <a:pt x="1415" y="2105"/>
                    <a:pt x="1431" y="2121"/>
                    <a:pt x="1431" y="2154"/>
                  </a:cubicBezTo>
                  <a:cubicBezTo>
                    <a:pt x="1447" y="2154"/>
                    <a:pt x="1447" y="2174"/>
                    <a:pt x="1447" y="2190"/>
                  </a:cubicBezTo>
                  <a:lnTo>
                    <a:pt x="1467" y="2190"/>
                  </a:lnTo>
                  <a:cubicBezTo>
                    <a:pt x="1483" y="2190"/>
                    <a:pt x="1483" y="2190"/>
                    <a:pt x="1483" y="2174"/>
                  </a:cubicBezTo>
                  <a:cubicBezTo>
                    <a:pt x="1467" y="2154"/>
                    <a:pt x="1467" y="2154"/>
                    <a:pt x="1467" y="2138"/>
                  </a:cubicBezTo>
                  <a:cubicBezTo>
                    <a:pt x="1447" y="2105"/>
                    <a:pt x="1447" y="2089"/>
                    <a:pt x="1415" y="2073"/>
                  </a:cubicBezTo>
                  <a:cubicBezTo>
                    <a:pt x="1298" y="1952"/>
                    <a:pt x="1180" y="1835"/>
                    <a:pt x="1063" y="1717"/>
                  </a:cubicBezTo>
                  <a:cubicBezTo>
                    <a:pt x="995" y="1649"/>
                    <a:pt x="926" y="1568"/>
                    <a:pt x="861" y="1499"/>
                  </a:cubicBezTo>
                  <a:cubicBezTo>
                    <a:pt x="659" y="1297"/>
                    <a:pt x="473" y="1111"/>
                    <a:pt x="288" y="909"/>
                  </a:cubicBezTo>
                  <a:cubicBezTo>
                    <a:pt x="219" y="841"/>
                    <a:pt x="170" y="776"/>
                    <a:pt x="102" y="707"/>
                  </a:cubicBezTo>
                  <a:lnTo>
                    <a:pt x="86" y="707"/>
                  </a:lnTo>
                  <a:cubicBezTo>
                    <a:pt x="69" y="675"/>
                    <a:pt x="33" y="659"/>
                    <a:pt x="33" y="623"/>
                  </a:cubicBezTo>
                  <a:lnTo>
                    <a:pt x="33" y="457"/>
                  </a:lnTo>
                  <a:cubicBezTo>
                    <a:pt x="33" y="320"/>
                    <a:pt x="33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0">
              <a:extLst>
                <a:ext uri="{FF2B5EF4-FFF2-40B4-BE49-F238E27FC236}">
                  <a16:creationId xmlns:a16="http://schemas.microsoft.com/office/drawing/2014/main" id="{873B599C-390D-053C-D28B-64E8D732164B}"/>
                </a:ext>
              </a:extLst>
            </p:cNvPr>
            <p:cNvSpPr/>
            <p:nvPr/>
          </p:nvSpPr>
          <p:spPr>
            <a:xfrm>
              <a:off x="2080390" y="3480344"/>
              <a:ext cx="102007" cy="187526"/>
            </a:xfrm>
            <a:custGeom>
              <a:avLst/>
              <a:gdLst/>
              <a:ahLst/>
              <a:cxnLst/>
              <a:rect l="l" t="t" r="r" b="b"/>
              <a:pathLst>
                <a:path w="1027" h="1888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69"/>
                    <a:pt x="33" y="134"/>
                    <a:pt x="33" y="203"/>
                  </a:cubicBezTo>
                  <a:cubicBezTo>
                    <a:pt x="49" y="255"/>
                    <a:pt x="49" y="304"/>
                    <a:pt x="33" y="356"/>
                  </a:cubicBezTo>
                  <a:lnTo>
                    <a:pt x="33" y="421"/>
                  </a:lnTo>
                  <a:lnTo>
                    <a:pt x="33" y="473"/>
                  </a:lnTo>
                  <a:cubicBezTo>
                    <a:pt x="0" y="740"/>
                    <a:pt x="65" y="926"/>
                    <a:pt x="251" y="1095"/>
                  </a:cubicBezTo>
                  <a:cubicBezTo>
                    <a:pt x="404" y="1245"/>
                    <a:pt x="554" y="1414"/>
                    <a:pt x="691" y="1568"/>
                  </a:cubicBezTo>
                  <a:cubicBezTo>
                    <a:pt x="756" y="1649"/>
                    <a:pt x="824" y="1717"/>
                    <a:pt x="909" y="1802"/>
                  </a:cubicBezTo>
                  <a:lnTo>
                    <a:pt x="909" y="1818"/>
                  </a:lnTo>
                  <a:cubicBezTo>
                    <a:pt x="942" y="1835"/>
                    <a:pt x="974" y="1871"/>
                    <a:pt x="1010" y="1887"/>
                  </a:cubicBezTo>
                  <a:lnTo>
                    <a:pt x="1026" y="1887"/>
                  </a:lnTo>
                  <a:lnTo>
                    <a:pt x="1026" y="1871"/>
                  </a:lnTo>
                  <a:lnTo>
                    <a:pt x="1026" y="1851"/>
                  </a:lnTo>
                  <a:cubicBezTo>
                    <a:pt x="974" y="1851"/>
                    <a:pt x="958" y="1818"/>
                    <a:pt x="942" y="1802"/>
                  </a:cubicBezTo>
                  <a:lnTo>
                    <a:pt x="925" y="1786"/>
                  </a:lnTo>
                  <a:cubicBezTo>
                    <a:pt x="857" y="1701"/>
                    <a:pt x="772" y="1633"/>
                    <a:pt x="707" y="1548"/>
                  </a:cubicBezTo>
                  <a:cubicBezTo>
                    <a:pt x="570" y="1398"/>
                    <a:pt x="420" y="1229"/>
                    <a:pt x="267" y="1079"/>
                  </a:cubicBezTo>
                  <a:cubicBezTo>
                    <a:pt x="101" y="926"/>
                    <a:pt x="33" y="724"/>
                    <a:pt x="49" y="473"/>
                  </a:cubicBezTo>
                  <a:cubicBezTo>
                    <a:pt x="65" y="457"/>
                    <a:pt x="65" y="437"/>
                    <a:pt x="49" y="421"/>
                  </a:cubicBezTo>
                  <a:cubicBezTo>
                    <a:pt x="49" y="405"/>
                    <a:pt x="49" y="388"/>
                    <a:pt x="65" y="356"/>
                  </a:cubicBezTo>
                  <a:cubicBezTo>
                    <a:pt x="85" y="304"/>
                    <a:pt x="65" y="255"/>
                    <a:pt x="65" y="203"/>
                  </a:cubicBezTo>
                  <a:cubicBezTo>
                    <a:pt x="49" y="134"/>
                    <a:pt x="49" y="85"/>
                    <a:pt x="85" y="33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0">
              <a:extLst>
                <a:ext uri="{FF2B5EF4-FFF2-40B4-BE49-F238E27FC236}">
                  <a16:creationId xmlns:a16="http://schemas.microsoft.com/office/drawing/2014/main" id="{A900876A-D6D2-DAF5-994E-0613C7B40FF4}"/>
                </a:ext>
              </a:extLst>
            </p:cNvPr>
            <p:cNvSpPr/>
            <p:nvPr/>
          </p:nvSpPr>
          <p:spPr>
            <a:xfrm>
              <a:off x="575716" y="1770266"/>
              <a:ext cx="6555" cy="76778"/>
            </a:xfrm>
            <a:custGeom>
              <a:avLst/>
              <a:gdLst/>
              <a:ahLst/>
              <a:cxnLst/>
              <a:rect l="l" t="t" r="r" b="b"/>
              <a:pathLst>
                <a:path w="66" h="773" extrusionOk="0">
                  <a:moveTo>
                    <a:pt x="17" y="0"/>
                  </a:moveTo>
                  <a:cubicBezTo>
                    <a:pt x="17" y="0"/>
                    <a:pt x="1" y="0"/>
                    <a:pt x="17" y="17"/>
                  </a:cubicBezTo>
                  <a:cubicBezTo>
                    <a:pt x="33" y="134"/>
                    <a:pt x="33" y="251"/>
                    <a:pt x="17" y="384"/>
                  </a:cubicBezTo>
                  <a:lnTo>
                    <a:pt x="17" y="606"/>
                  </a:lnTo>
                  <a:lnTo>
                    <a:pt x="17" y="655"/>
                  </a:lnTo>
                  <a:cubicBezTo>
                    <a:pt x="17" y="687"/>
                    <a:pt x="17" y="724"/>
                    <a:pt x="33" y="756"/>
                  </a:cubicBezTo>
                  <a:lnTo>
                    <a:pt x="49" y="772"/>
                  </a:lnTo>
                  <a:lnTo>
                    <a:pt x="65" y="756"/>
                  </a:lnTo>
                  <a:cubicBezTo>
                    <a:pt x="49" y="724"/>
                    <a:pt x="49" y="687"/>
                    <a:pt x="49" y="655"/>
                  </a:cubicBezTo>
                  <a:lnTo>
                    <a:pt x="49" y="606"/>
                  </a:lnTo>
                  <a:lnTo>
                    <a:pt x="49" y="384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0">
              <a:extLst>
                <a:ext uri="{FF2B5EF4-FFF2-40B4-BE49-F238E27FC236}">
                  <a16:creationId xmlns:a16="http://schemas.microsoft.com/office/drawing/2014/main" id="{82667CCE-E597-2063-0F8D-137793B9FD8B}"/>
                </a:ext>
              </a:extLst>
            </p:cNvPr>
            <p:cNvSpPr/>
            <p:nvPr/>
          </p:nvSpPr>
          <p:spPr>
            <a:xfrm>
              <a:off x="1923059" y="3560599"/>
              <a:ext cx="148988" cy="173819"/>
            </a:xfrm>
            <a:custGeom>
              <a:avLst/>
              <a:gdLst/>
              <a:ahLst/>
              <a:cxnLst/>
              <a:rect l="l" t="t" r="r" b="b"/>
              <a:pathLst>
                <a:path w="1500" h="1750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85"/>
                    <a:pt x="53" y="134"/>
                    <a:pt x="118" y="202"/>
                  </a:cubicBezTo>
                  <a:cubicBezTo>
                    <a:pt x="372" y="437"/>
                    <a:pt x="623" y="691"/>
                    <a:pt x="861" y="926"/>
                  </a:cubicBezTo>
                  <a:cubicBezTo>
                    <a:pt x="1027" y="1095"/>
                    <a:pt x="1180" y="1245"/>
                    <a:pt x="1330" y="1414"/>
                  </a:cubicBezTo>
                  <a:cubicBezTo>
                    <a:pt x="1431" y="1515"/>
                    <a:pt x="1483" y="1616"/>
                    <a:pt x="1447" y="1733"/>
                  </a:cubicBezTo>
                  <a:cubicBezTo>
                    <a:pt x="1447" y="1750"/>
                    <a:pt x="1467" y="1750"/>
                    <a:pt x="1467" y="1750"/>
                  </a:cubicBezTo>
                  <a:cubicBezTo>
                    <a:pt x="1467" y="1750"/>
                    <a:pt x="1483" y="1750"/>
                    <a:pt x="1483" y="1733"/>
                  </a:cubicBezTo>
                  <a:cubicBezTo>
                    <a:pt x="1500" y="1616"/>
                    <a:pt x="1467" y="1499"/>
                    <a:pt x="1346" y="1398"/>
                  </a:cubicBezTo>
                  <a:cubicBezTo>
                    <a:pt x="1197" y="1229"/>
                    <a:pt x="1043" y="1079"/>
                    <a:pt x="877" y="909"/>
                  </a:cubicBezTo>
                  <a:cubicBezTo>
                    <a:pt x="639" y="675"/>
                    <a:pt x="389" y="421"/>
                    <a:pt x="134" y="170"/>
                  </a:cubicBezTo>
                  <a:cubicBezTo>
                    <a:pt x="69" y="118"/>
                    <a:pt x="33" y="69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0">
              <a:extLst>
                <a:ext uri="{FF2B5EF4-FFF2-40B4-BE49-F238E27FC236}">
                  <a16:creationId xmlns:a16="http://schemas.microsoft.com/office/drawing/2014/main" id="{A170604A-E204-D793-888C-BF8CF029A109}"/>
                </a:ext>
              </a:extLst>
            </p:cNvPr>
            <p:cNvSpPr/>
            <p:nvPr/>
          </p:nvSpPr>
          <p:spPr>
            <a:xfrm>
              <a:off x="667591" y="3427007"/>
              <a:ext cx="155444" cy="155344"/>
            </a:xfrm>
            <a:custGeom>
              <a:avLst/>
              <a:gdLst/>
              <a:ahLst/>
              <a:cxnLst/>
              <a:rect l="l" t="t" r="r" b="b"/>
              <a:pathLst>
                <a:path w="1565" h="1564" extrusionOk="0">
                  <a:moveTo>
                    <a:pt x="1499" y="0"/>
                  </a:moveTo>
                  <a:cubicBezTo>
                    <a:pt x="1112" y="117"/>
                    <a:pt x="724" y="251"/>
                    <a:pt x="352" y="368"/>
                  </a:cubicBezTo>
                  <a:cubicBezTo>
                    <a:pt x="336" y="368"/>
                    <a:pt x="336" y="368"/>
                    <a:pt x="336" y="388"/>
                  </a:cubicBezTo>
                  <a:lnTo>
                    <a:pt x="287" y="388"/>
                  </a:lnTo>
                  <a:cubicBezTo>
                    <a:pt x="203" y="404"/>
                    <a:pt x="102" y="420"/>
                    <a:pt x="33" y="505"/>
                  </a:cubicBezTo>
                  <a:cubicBezTo>
                    <a:pt x="1" y="554"/>
                    <a:pt x="1" y="639"/>
                    <a:pt x="17" y="723"/>
                  </a:cubicBezTo>
                  <a:lnTo>
                    <a:pt x="17" y="808"/>
                  </a:lnTo>
                  <a:lnTo>
                    <a:pt x="17" y="1329"/>
                  </a:lnTo>
                  <a:lnTo>
                    <a:pt x="17" y="1564"/>
                  </a:lnTo>
                  <a:lnTo>
                    <a:pt x="33" y="1564"/>
                  </a:lnTo>
                  <a:cubicBezTo>
                    <a:pt x="134" y="1564"/>
                    <a:pt x="235" y="1531"/>
                    <a:pt x="336" y="1499"/>
                  </a:cubicBezTo>
                  <a:cubicBezTo>
                    <a:pt x="372" y="1499"/>
                    <a:pt x="405" y="1479"/>
                    <a:pt x="437" y="1463"/>
                  </a:cubicBezTo>
                  <a:cubicBezTo>
                    <a:pt x="607" y="1430"/>
                    <a:pt x="776" y="1378"/>
                    <a:pt x="926" y="1329"/>
                  </a:cubicBezTo>
                  <a:cubicBezTo>
                    <a:pt x="1095" y="1261"/>
                    <a:pt x="1261" y="1212"/>
                    <a:pt x="1431" y="1160"/>
                  </a:cubicBezTo>
                  <a:cubicBezTo>
                    <a:pt x="1548" y="1143"/>
                    <a:pt x="1564" y="1075"/>
                    <a:pt x="1548" y="994"/>
                  </a:cubicBezTo>
                  <a:lnTo>
                    <a:pt x="1548" y="691"/>
                  </a:lnTo>
                  <a:cubicBezTo>
                    <a:pt x="1564" y="538"/>
                    <a:pt x="1564" y="368"/>
                    <a:pt x="1548" y="218"/>
                  </a:cubicBezTo>
                  <a:lnTo>
                    <a:pt x="1532" y="202"/>
                  </a:lnTo>
                  <a:cubicBezTo>
                    <a:pt x="1516" y="202"/>
                    <a:pt x="1516" y="218"/>
                    <a:pt x="1516" y="218"/>
                  </a:cubicBezTo>
                  <a:cubicBezTo>
                    <a:pt x="1532" y="368"/>
                    <a:pt x="1532" y="538"/>
                    <a:pt x="1532" y="691"/>
                  </a:cubicBezTo>
                  <a:lnTo>
                    <a:pt x="1532" y="994"/>
                  </a:lnTo>
                  <a:cubicBezTo>
                    <a:pt x="1532" y="1075"/>
                    <a:pt x="1516" y="1111"/>
                    <a:pt x="1415" y="1143"/>
                  </a:cubicBezTo>
                  <a:cubicBezTo>
                    <a:pt x="1245" y="1196"/>
                    <a:pt x="1079" y="1244"/>
                    <a:pt x="926" y="1297"/>
                  </a:cubicBezTo>
                  <a:cubicBezTo>
                    <a:pt x="756" y="1345"/>
                    <a:pt x="590" y="1398"/>
                    <a:pt x="437" y="1446"/>
                  </a:cubicBezTo>
                  <a:cubicBezTo>
                    <a:pt x="388" y="1463"/>
                    <a:pt x="352" y="1463"/>
                    <a:pt x="320" y="1479"/>
                  </a:cubicBezTo>
                  <a:cubicBezTo>
                    <a:pt x="235" y="1515"/>
                    <a:pt x="150" y="1531"/>
                    <a:pt x="49" y="1547"/>
                  </a:cubicBezTo>
                  <a:cubicBezTo>
                    <a:pt x="49" y="1479"/>
                    <a:pt x="33" y="1398"/>
                    <a:pt x="33" y="1329"/>
                  </a:cubicBezTo>
                  <a:cubicBezTo>
                    <a:pt x="33" y="1160"/>
                    <a:pt x="33" y="994"/>
                    <a:pt x="49" y="808"/>
                  </a:cubicBezTo>
                  <a:cubicBezTo>
                    <a:pt x="49" y="772"/>
                    <a:pt x="33" y="740"/>
                    <a:pt x="33" y="723"/>
                  </a:cubicBezTo>
                  <a:cubicBezTo>
                    <a:pt x="33" y="639"/>
                    <a:pt x="17" y="570"/>
                    <a:pt x="69" y="521"/>
                  </a:cubicBezTo>
                  <a:cubicBezTo>
                    <a:pt x="102" y="453"/>
                    <a:pt x="203" y="437"/>
                    <a:pt x="304" y="420"/>
                  </a:cubicBezTo>
                  <a:cubicBezTo>
                    <a:pt x="320" y="420"/>
                    <a:pt x="320" y="404"/>
                    <a:pt x="336" y="404"/>
                  </a:cubicBezTo>
                  <a:lnTo>
                    <a:pt x="352" y="404"/>
                  </a:lnTo>
                  <a:lnTo>
                    <a:pt x="352" y="388"/>
                  </a:lnTo>
                  <a:cubicBezTo>
                    <a:pt x="740" y="267"/>
                    <a:pt x="1128" y="150"/>
                    <a:pt x="1499" y="33"/>
                  </a:cubicBezTo>
                  <a:cubicBezTo>
                    <a:pt x="1516" y="33"/>
                    <a:pt x="1516" y="16"/>
                    <a:pt x="1516" y="16"/>
                  </a:cubicBezTo>
                  <a:cubicBezTo>
                    <a:pt x="1516" y="0"/>
                    <a:pt x="1499" y="0"/>
                    <a:pt x="14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0">
              <a:extLst>
                <a:ext uri="{FF2B5EF4-FFF2-40B4-BE49-F238E27FC236}">
                  <a16:creationId xmlns:a16="http://schemas.microsoft.com/office/drawing/2014/main" id="{C73B1467-0E81-BDD3-40E6-F440CDAAC578}"/>
                </a:ext>
              </a:extLst>
            </p:cNvPr>
            <p:cNvSpPr/>
            <p:nvPr/>
          </p:nvSpPr>
          <p:spPr>
            <a:xfrm>
              <a:off x="1735732" y="3107577"/>
              <a:ext cx="174216" cy="267780"/>
            </a:xfrm>
            <a:custGeom>
              <a:avLst/>
              <a:gdLst/>
              <a:ahLst/>
              <a:cxnLst/>
              <a:rect l="l" t="t" r="r" b="b"/>
              <a:pathLst>
                <a:path w="1754" h="2696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20" y="118"/>
                    <a:pt x="37" y="203"/>
                    <a:pt x="37" y="304"/>
                  </a:cubicBezTo>
                  <a:lnTo>
                    <a:pt x="37" y="522"/>
                  </a:lnTo>
                  <a:cubicBezTo>
                    <a:pt x="0" y="675"/>
                    <a:pt x="53" y="809"/>
                    <a:pt x="186" y="942"/>
                  </a:cubicBezTo>
                  <a:cubicBezTo>
                    <a:pt x="473" y="1245"/>
                    <a:pt x="744" y="1548"/>
                    <a:pt x="994" y="1835"/>
                  </a:cubicBezTo>
                  <a:cubicBezTo>
                    <a:pt x="1131" y="1968"/>
                    <a:pt x="1249" y="2122"/>
                    <a:pt x="1382" y="2271"/>
                  </a:cubicBezTo>
                  <a:cubicBezTo>
                    <a:pt x="1414" y="2307"/>
                    <a:pt x="1451" y="2340"/>
                    <a:pt x="1483" y="2372"/>
                  </a:cubicBezTo>
                  <a:cubicBezTo>
                    <a:pt x="1584" y="2473"/>
                    <a:pt x="1669" y="2558"/>
                    <a:pt x="1737" y="2675"/>
                  </a:cubicBezTo>
                  <a:lnTo>
                    <a:pt x="1753" y="2695"/>
                  </a:lnTo>
                  <a:lnTo>
                    <a:pt x="1753" y="2675"/>
                  </a:lnTo>
                  <a:cubicBezTo>
                    <a:pt x="1701" y="2542"/>
                    <a:pt x="1600" y="2457"/>
                    <a:pt x="1515" y="2356"/>
                  </a:cubicBezTo>
                  <a:cubicBezTo>
                    <a:pt x="1467" y="2323"/>
                    <a:pt x="1434" y="2291"/>
                    <a:pt x="1398" y="2255"/>
                  </a:cubicBezTo>
                  <a:cubicBezTo>
                    <a:pt x="1281" y="2105"/>
                    <a:pt x="1148" y="1952"/>
                    <a:pt x="1010" y="1819"/>
                  </a:cubicBezTo>
                  <a:cubicBezTo>
                    <a:pt x="760" y="1516"/>
                    <a:pt x="489" y="1213"/>
                    <a:pt x="202" y="926"/>
                  </a:cubicBezTo>
                  <a:cubicBezTo>
                    <a:pt x="85" y="792"/>
                    <a:pt x="37" y="675"/>
                    <a:pt x="53" y="522"/>
                  </a:cubicBezTo>
                  <a:cubicBezTo>
                    <a:pt x="69" y="453"/>
                    <a:pt x="53" y="372"/>
                    <a:pt x="53" y="304"/>
                  </a:cubicBezTo>
                  <a:cubicBezTo>
                    <a:pt x="53" y="219"/>
                    <a:pt x="53" y="118"/>
                    <a:pt x="69" y="17"/>
                  </a:cubicBezTo>
                  <a:cubicBezTo>
                    <a:pt x="85" y="17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0">
              <a:extLst>
                <a:ext uri="{FF2B5EF4-FFF2-40B4-BE49-F238E27FC236}">
                  <a16:creationId xmlns:a16="http://schemas.microsoft.com/office/drawing/2014/main" id="{5F591398-4461-AF8D-06F7-2206DD14A6D7}"/>
                </a:ext>
              </a:extLst>
            </p:cNvPr>
            <p:cNvSpPr/>
            <p:nvPr/>
          </p:nvSpPr>
          <p:spPr>
            <a:xfrm>
              <a:off x="869817" y="2116115"/>
              <a:ext cx="339592" cy="247717"/>
            </a:xfrm>
            <a:custGeom>
              <a:avLst/>
              <a:gdLst/>
              <a:ahLst/>
              <a:cxnLst/>
              <a:rect l="l" t="t" r="r" b="b"/>
              <a:pathLst>
                <a:path w="3419" h="2494" extrusionOk="0">
                  <a:moveTo>
                    <a:pt x="3402" y="1"/>
                  </a:moveTo>
                  <a:cubicBezTo>
                    <a:pt x="3232" y="69"/>
                    <a:pt x="3063" y="134"/>
                    <a:pt x="2913" y="219"/>
                  </a:cubicBezTo>
                  <a:cubicBezTo>
                    <a:pt x="2861" y="255"/>
                    <a:pt x="2812" y="271"/>
                    <a:pt x="2760" y="304"/>
                  </a:cubicBezTo>
                  <a:cubicBezTo>
                    <a:pt x="2558" y="405"/>
                    <a:pt x="2340" y="489"/>
                    <a:pt x="2138" y="590"/>
                  </a:cubicBezTo>
                  <a:cubicBezTo>
                    <a:pt x="1936" y="691"/>
                    <a:pt x="1718" y="792"/>
                    <a:pt x="1516" y="893"/>
                  </a:cubicBezTo>
                  <a:cubicBezTo>
                    <a:pt x="1095" y="1095"/>
                    <a:pt x="675" y="1297"/>
                    <a:pt x="271" y="1499"/>
                  </a:cubicBezTo>
                  <a:lnTo>
                    <a:pt x="33" y="1617"/>
                  </a:lnTo>
                  <a:cubicBezTo>
                    <a:pt x="33" y="1617"/>
                    <a:pt x="17" y="1617"/>
                    <a:pt x="17" y="1633"/>
                  </a:cubicBezTo>
                  <a:lnTo>
                    <a:pt x="1" y="1649"/>
                  </a:lnTo>
                  <a:cubicBezTo>
                    <a:pt x="17" y="1786"/>
                    <a:pt x="17" y="1919"/>
                    <a:pt x="17" y="2053"/>
                  </a:cubicBezTo>
                  <a:cubicBezTo>
                    <a:pt x="17" y="2206"/>
                    <a:pt x="17" y="2340"/>
                    <a:pt x="33" y="2493"/>
                  </a:cubicBezTo>
                  <a:lnTo>
                    <a:pt x="69" y="2493"/>
                  </a:lnTo>
                  <a:cubicBezTo>
                    <a:pt x="33" y="2340"/>
                    <a:pt x="53" y="2206"/>
                    <a:pt x="53" y="2053"/>
                  </a:cubicBezTo>
                  <a:cubicBezTo>
                    <a:pt x="53" y="1919"/>
                    <a:pt x="53" y="1786"/>
                    <a:pt x="33" y="1649"/>
                  </a:cubicBezTo>
                  <a:lnTo>
                    <a:pt x="53" y="1633"/>
                  </a:lnTo>
                  <a:lnTo>
                    <a:pt x="287" y="1516"/>
                  </a:lnTo>
                  <a:cubicBezTo>
                    <a:pt x="691" y="1330"/>
                    <a:pt x="1112" y="1112"/>
                    <a:pt x="1532" y="926"/>
                  </a:cubicBezTo>
                  <a:cubicBezTo>
                    <a:pt x="1734" y="825"/>
                    <a:pt x="1936" y="724"/>
                    <a:pt x="2154" y="623"/>
                  </a:cubicBezTo>
                  <a:lnTo>
                    <a:pt x="2760" y="320"/>
                  </a:lnTo>
                  <a:cubicBezTo>
                    <a:pt x="2828" y="304"/>
                    <a:pt x="2881" y="271"/>
                    <a:pt x="2929" y="235"/>
                  </a:cubicBezTo>
                  <a:cubicBezTo>
                    <a:pt x="3083" y="170"/>
                    <a:pt x="3232" y="85"/>
                    <a:pt x="3402" y="33"/>
                  </a:cubicBezTo>
                  <a:cubicBezTo>
                    <a:pt x="3402" y="17"/>
                    <a:pt x="3418" y="17"/>
                    <a:pt x="3418" y="17"/>
                  </a:cubicBezTo>
                  <a:lnTo>
                    <a:pt x="34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0">
              <a:extLst>
                <a:ext uri="{FF2B5EF4-FFF2-40B4-BE49-F238E27FC236}">
                  <a16:creationId xmlns:a16="http://schemas.microsoft.com/office/drawing/2014/main" id="{E9D4AE2C-BA36-2C31-BC78-4469F1EB3CC8}"/>
                </a:ext>
              </a:extLst>
            </p:cNvPr>
            <p:cNvSpPr/>
            <p:nvPr/>
          </p:nvSpPr>
          <p:spPr>
            <a:xfrm>
              <a:off x="1923059" y="2418659"/>
              <a:ext cx="147398" cy="322707"/>
            </a:xfrm>
            <a:custGeom>
              <a:avLst/>
              <a:gdLst/>
              <a:ahLst/>
              <a:cxnLst/>
              <a:rect l="l" t="t" r="r" b="b"/>
              <a:pathLst>
                <a:path w="1484" h="3249" extrusionOk="0">
                  <a:moveTo>
                    <a:pt x="53" y="1"/>
                  </a:moveTo>
                  <a:lnTo>
                    <a:pt x="33" y="17"/>
                  </a:lnTo>
                  <a:cubicBezTo>
                    <a:pt x="1" y="154"/>
                    <a:pt x="33" y="255"/>
                    <a:pt x="134" y="405"/>
                  </a:cubicBezTo>
                  <a:cubicBezTo>
                    <a:pt x="271" y="590"/>
                    <a:pt x="389" y="792"/>
                    <a:pt x="522" y="994"/>
                  </a:cubicBezTo>
                  <a:cubicBezTo>
                    <a:pt x="574" y="1063"/>
                    <a:pt x="623" y="1148"/>
                    <a:pt x="675" y="1229"/>
                  </a:cubicBezTo>
                  <a:cubicBezTo>
                    <a:pt x="724" y="1297"/>
                    <a:pt x="776" y="1382"/>
                    <a:pt x="809" y="1451"/>
                  </a:cubicBezTo>
                  <a:cubicBezTo>
                    <a:pt x="942" y="1653"/>
                    <a:pt x="1079" y="1871"/>
                    <a:pt x="1213" y="2073"/>
                  </a:cubicBezTo>
                  <a:cubicBezTo>
                    <a:pt x="1245" y="2121"/>
                    <a:pt x="1265" y="2174"/>
                    <a:pt x="1265" y="2239"/>
                  </a:cubicBezTo>
                  <a:lnTo>
                    <a:pt x="1265" y="2441"/>
                  </a:lnTo>
                  <a:cubicBezTo>
                    <a:pt x="1265" y="2562"/>
                    <a:pt x="1265" y="2679"/>
                    <a:pt x="1245" y="2796"/>
                  </a:cubicBezTo>
                  <a:cubicBezTo>
                    <a:pt x="1229" y="2844"/>
                    <a:pt x="1245" y="2913"/>
                    <a:pt x="1330" y="2982"/>
                  </a:cubicBezTo>
                  <a:cubicBezTo>
                    <a:pt x="1399" y="3046"/>
                    <a:pt x="1431" y="3131"/>
                    <a:pt x="1447" y="3232"/>
                  </a:cubicBezTo>
                  <a:cubicBezTo>
                    <a:pt x="1447" y="3248"/>
                    <a:pt x="1467" y="3248"/>
                    <a:pt x="1467" y="3248"/>
                  </a:cubicBezTo>
                  <a:cubicBezTo>
                    <a:pt x="1483" y="3248"/>
                    <a:pt x="1483" y="3248"/>
                    <a:pt x="1483" y="3232"/>
                  </a:cubicBezTo>
                  <a:cubicBezTo>
                    <a:pt x="1467" y="3131"/>
                    <a:pt x="1415" y="3046"/>
                    <a:pt x="1346" y="2966"/>
                  </a:cubicBezTo>
                  <a:cubicBezTo>
                    <a:pt x="1298" y="2929"/>
                    <a:pt x="1245" y="2865"/>
                    <a:pt x="1265" y="2796"/>
                  </a:cubicBezTo>
                  <a:cubicBezTo>
                    <a:pt x="1298" y="2679"/>
                    <a:pt x="1298" y="2562"/>
                    <a:pt x="1298" y="2441"/>
                  </a:cubicBezTo>
                  <a:cubicBezTo>
                    <a:pt x="1281" y="2376"/>
                    <a:pt x="1281" y="2307"/>
                    <a:pt x="1298" y="2239"/>
                  </a:cubicBezTo>
                  <a:cubicBezTo>
                    <a:pt x="1298" y="2174"/>
                    <a:pt x="1281" y="2105"/>
                    <a:pt x="1229" y="2057"/>
                  </a:cubicBezTo>
                  <a:cubicBezTo>
                    <a:pt x="1096" y="1855"/>
                    <a:pt x="962" y="1633"/>
                    <a:pt x="841" y="1431"/>
                  </a:cubicBezTo>
                  <a:cubicBezTo>
                    <a:pt x="793" y="1366"/>
                    <a:pt x="740" y="1297"/>
                    <a:pt x="692" y="1212"/>
                  </a:cubicBezTo>
                  <a:cubicBezTo>
                    <a:pt x="639" y="1128"/>
                    <a:pt x="591" y="1063"/>
                    <a:pt x="538" y="978"/>
                  </a:cubicBezTo>
                  <a:cubicBezTo>
                    <a:pt x="421" y="776"/>
                    <a:pt x="288" y="574"/>
                    <a:pt x="154" y="388"/>
                  </a:cubicBezTo>
                  <a:cubicBezTo>
                    <a:pt x="53" y="255"/>
                    <a:pt x="33" y="154"/>
                    <a:pt x="69" y="17"/>
                  </a:cubicBezTo>
                  <a:cubicBezTo>
                    <a:pt x="69" y="17"/>
                    <a:pt x="53" y="17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0">
              <a:extLst>
                <a:ext uri="{FF2B5EF4-FFF2-40B4-BE49-F238E27FC236}">
                  <a16:creationId xmlns:a16="http://schemas.microsoft.com/office/drawing/2014/main" id="{C3F32177-9D93-046C-A67E-BE0671F65F54}"/>
                </a:ext>
              </a:extLst>
            </p:cNvPr>
            <p:cNvSpPr/>
            <p:nvPr/>
          </p:nvSpPr>
          <p:spPr>
            <a:xfrm>
              <a:off x="2080390" y="3065861"/>
              <a:ext cx="105185" cy="162198"/>
            </a:xfrm>
            <a:custGeom>
              <a:avLst/>
              <a:gdLst/>
              <a:ahLst/>
              <a:cxnLst/>
              <a:rect l="l" t="t" r="r" b="b"/>
              <a:pathLst>
                <a:path w="1059" h="1633" extrusionOk="0">
                  <a:moveTo>
                    <a:pt x="17" y="1"/>
                  </a:moveTo>
                  <a:lnTo>
                    <a:pt x="0" y="17"/>
                  </a:lnTo>
                  <a:cubicBezTo>
                    <a:pt x="33" y="166"/>
                    <a:pt x="134" y="287"/>
                    <a:pt x="218" y="388"/>
                  </a:cubicBezTo>
                  <a:cubicBezTo>
                    <a:pt x="267" y="437"/>
                    <a:pt x="319" y="506"/>
                    <a:pt x="368" y="554"/>
                  </a:cubicBezTo>
                  <a:cubicBezTo>
                    <a:pt x="437" y="691"/>
                    <a:pt x="538" y="825"/>
                    <a:pt x="639" y="942"/>
                  </a:cubicBezTo>
                  <a:cubicBezTo>
                    <a:pt x="707" y="1027"/>
                    <a:pt x="772" y="1128"/>
                    <a:pt x="841" y="1229"/>
                  </a:cubicBezTo>
                  <a:cubicBezTo>
                    <a:pt x="857" y="1261"/>
                    <a:pt x="893" y="1277"/>
                    <a:pt x="909" y="1313"/>
                  </a:cubicBezTo>
                  <a:cubicBezTo>
                    <a:pt x="958" y="1346"/>
                    <a:pt x="994" y="1378"/>
                    <a:pt x="1010" y="1447"/>
                  </a:cubicBezTo>
                  <a:cubicBezTo>
                    <a:pt x="1026" y="1499"/>
                    <a:pt x="1026" y="1548"/>
                    <a:pt x="1010" y="1600"/>
                  </a:cubicBezTo>
                  <a:lnTo>
                    <a:pt x="1010" y="1633"/>
                  </a:lnTo>
                  <a:lnTo>
                    <a:pt x="1026" y="1633"/>
                  </a:lnTo>
                  <a:lnTo>
                    <a:pt x="1026" y="1616"/>
                  </a:lnTo>
                  <a:cubicBezTo>
                    <a:pt x="1059" y="1548"/>
                    <a:pt x="1059" y="1499"/>
                    <a:pt x="1043" y="1431"/>
                  </a:cubicBezTo>
                  <a:cubicBezTo>
                    <a:pt x="1010" y="1362"/>
                    <a:pt x="974" y="1330"/>
                    <a:pt x="925" y="1297"/>
                  </a:cubicBezTo>
                  <a:cubicBezTo>
                    <a:pt x="909" y="1261"/>
                    <a:pt x="893" y="1245"/>
                    <a:pt x="857" y="1212"/>
                  </a:cubicBezTo>
                  <a:cubicBezTo>
                    <a:pt x="792" y="1111"/>
                    <a:pt x="723" y="1027"/>
                    <a:pt x="655" y="926"/>
                  </a:cubicBezTo>
                  <a:cubicBezTo>
                    <a:pt x="554" y="808"/>
                    <a:pt x="469" y="671"/>
                    <a:pt x="388" y="554"/>
                  </a:cubicBezTo>
                  <a:cubicBezTo>
                    <a:pt x="336" y="489"/>
                    <a:pt x="287" y="421"/>
                    <a:pt x="251" y="368"/>
                  </a:cubicBezTo>
                  <a:cubicBezTo>
                    <a:pt x="150" y="267"/>
                    <a:pt x="65" y="166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0">
              <a:extLst>
                <a:ext uri="{FF2B5EF4-FFF2-40B4-BE49-F238E27FC236}">
                  <a16:creationId xmlns:a16="http://schemas.microsoft.com/office/drawing/2014/main" id="{4963E736-B633-7D56-CF95-FC84A7593983}"/>
                </a:ext>
              </a:extLst>
            </p:cNvPr>
            <p:cNvSpPr/>
            <p:nvPr/>
          </p:nvSpPr>
          <p:spPr>
            <a:xfrm>
              <a:off x="1923059" y="2724779"/>
              <a:ext cx="128924" cy="252484"/>
            </a:xfrm>
            <a:custGeom>
              <a:avLst/>
              <a:gdLst/>
              <a:ahLst/>
              <a:cxnLst/>
              <a:rect l="l" t="t" r="r" b="b"/>
              <a:pathLst>
                <a:path w="1298" h="2542" extrusionOk="0">
                  <a:moveTo>
                    <a:pt x="53" y="1"/>
                  </a:moveTo>
                  <a:cubicBezTo>
                    <a:pt x="1" y="118"/>
                    <a:pt x="17" y="219"/>
                    <a:pt x="118" y="336"/>
                  </a:cubicBezTo>
                  <a:cubicBezTo>
                    <a:pt x="235" y="469"/>
                    <a:pt x="320" y="623"/>
                    <a:pt x="421" y="756"/>
                  </a:cubicBezTo>
                  <a:cubicBezTo>
                    <a:pt x="437" y="793"/>
                    <a:pt x="473" y="809"/>
                    <a:pt x="490" y="841"/>
                  </a:cubicBezTo>
                  <a:cubicBezTo>
                    <a:pt x="574" y="958"/>
                    <a:pt x="659" y="1096"/>
                    <a:pt x="740" y="1213"/>
                  </a:cubicBezTo>
                  <a:cubicBezTo>
                    <a:pt x="894" y="1431"/>
                    <a:pt x="1063" y="1665"/>
                    <a:pt x="1213" y="1883"/>
                  </a:cubicBezTo>
                  <a:cubicBezTo>
                    <a:pt x="1265" y="1952"/>
                    <a:pt x="1265" y="1984"/>
                    <a:pt x="1265" y="2053"/>
                  </a:cubicBezTo>
                  <a:lnTo>
                    <a:pt x="1265" y="2255"/>
                  </a:lnTo>
                  <a:lnTo>
                    <a:pt x="1265" y="2388"/>
                  </a:lnTo>
                  <a:lnTo>
                    <a:pt x="1265" y="2425"/>
                  </a:lnTo>
                  <a:cubicBezTo>
                    <a:pt x="1265" y="2457"/>
                    <a:pt x="1265" y="2489"/>
                    <a:pt x="1229" y="2526"/>
                  </a:cubicBezTo>
                  <a:lnTo>
                    <a:pt x="1229" y="2542"/>
                  </a:lnTo>
                  <a:lnTo>
                    <a:pt x="1245" y="2542"/>
                  </a:lnTo>
                  <a:cubicBezTo>
                    <a:pt x="1298" y="2509"/>
                    <a:pt x="1298" y="2457"/>
                    <a:pt x="1298" y="2425"/>
                  </a:cubicBezTo>
                  <a:lnTo>
                    <a:pt x="1298" y="2388"/>
                  </a:lnTo>
                  <a:lnTo>
                    <a:pt x="1298" y="2255"/>
                  </a:lnTo>
                  <a:lnTo>
                    <a:pt x="1298" y="2053"/>
                  </a:lnTo>
                  <a:cubicBezTo>
                    <a:pt x="1298" y="1984"/>
                    <a:pt x="1281" y="1936"/>
                    <a:pt x="1245" y="1867"/>
                  </a:cubicBezTo>
                  <a:cubicBezTo>
                    <a:pt x="1079" y="1649"/>
                    <a:pt x="926" y="1431"/>
                    <a:pt x="760" y="1197"/>
                  </a:cubicBezTo>
                  <a:cubicBezTo>
                    <a:pt x="675" y="1075"/>
                    <a:pt x="591" y="942"/>
                    <a:pt x="506" y="825"/>
                  </a:cubicBezTo>
                  <a:cubicBezTo>
                    <a:pt x="490" y="793"/>
                    <a:pt x="473" y="772"/>
                    <a:pt x="457" y="740"/>
                  </a:cubicBezTo>
                  <a:cubicBezTo>
                    <a:pt x="356" y="607"/>
                    <a:pt x="255" y="453"/>
                    <a:pt x="134" y="320"/>
                  </a:cubicBezTo>
                  <a:cubicBezTo>
                    <a:pt x="53" y="219"/>
                    <a:pt x="17" y="118"/>
                    <a:pt x="69" y="17"/>
                  </a:cubicBezTo>
                  <a:cubicBezTo>
                    <a:pt x="86" y="1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0">
              <a:extLst>
                <a:ext uri="{FF2B5EF4-FFF2-40B4-BE49-F238E27FC236}">
                  <a16:creationId xmlns:a16="http://schemas.microsoft.com/office/drawing/2014/main" id="{71E0BBA6-EDF9-2903-7839-4ABC51FE9391}"/>
                </a:ext>
              </a:extLst>
            </p:cNvPr>
            <p:cNvSpPr/>
            <p:nvPr/>
          </p:nvSpPr>
          <p:spPr>
            <a:xfrm>
              <a:off x="669181" y="2440312"/>
              <a:ext cx="152166" cy="187526"/>
            </a:xfrm>
            <a:custGeom>
              <a:avLst/>
              <a:gdLst/>
              <a:ahLst/>
              <a:cxnLst/>
              <a:rect l="l" t="t" r="r" b="b"/>
              <a:pathLst>
                <a:path w="1532" h="1888" extrusionOk="0">
                  <a:moveTo>
                    <a:pt x="1516" y="1"/>
                  </a:moveTo>
                  <a:cubicBezTo>
                    <a:pt x="1516" y="1"/>
                    <a:pt x="1500" y="1"/>
                    <a:pt x="1500" y="21"/>
                  </a:cubicBezTo>
                  <a:cubicBezTo>
                    <a:pt x="1483" y="53"/>
                    <a:pt x="1467" y="86"/>
                    <a:pt x="1431" y="102"/>
                  </a:cubicBezTo>
                  <a:cubicBezTo>
                    <a:pt x="1164" y="203"/>
                    <a:pt x="910" y="324"/>
                    <a:pt x="659" y="441"/>
                  </a:cubicBezTo>
                  <a:cubicBezTo>
                    <a:pt x="490" y="526"/>
                    <a:pt x="304" y="627"/>
                    <a:pt x="134" y="691"/>
                  </a:cubicBezTo>
                  <a:cubicBezTo>
                    <a:pt x="53" y="728"/>
                    <a:pt x="17" y="792"/>
                    <a:pt x="17" y="877"/>
                  </a:cubicBezTo>
                  <a:lnTo>
                    <a:pt x="17" y="1435"/>
                  </a:lnTo>
                  <a:cubicBezTo>
                    <a:pt x="1" y="1568"/>
                    <a:pt x="1" y="1685"/>
                    <a:pt x="1" y="1802"/>
                  </a:cubicBezTo>
                  <a:cubicBezTo>
                    <a:pt x="1" y="1819"/>
                    <a:pt x="17" y="1839"/>
                    <a:pt x="17" y="1855"/>
                  </a:cubicBezTo>
                  <a:cubicBezTo>
                    <a:pt x="17" y="1871"/>
                    <a:pt x="17" y="1871"/>
                    <a:pt x="33" y="1871"/>
                  </a:cubicBezTo>
                  <a:lnTo>
                    <a:pt x="33" y="1887"/>
                  </a:lnTo>
                  <a:lnTo>
                    <a:pt x="53" y="1887"/>
                  </a:lnTo>
                  <a:lnTo>
                    <a:pt x="53" y="1871"/>
                  </a:lnTo>
                  <a:cubicBezTo>
                    <a:pt x="53" y="1855"/>
                    <a:pt x="53" y="1855"/>
                    <a:pt x="33" y="1839"/>
                  </a:cubicBezTo>
                  <a:lnTo>
                    <a:pt x="33" y="1802"/>
                  </a:lnTo>
                  <a:lnTo>
                    <a:pt x="33" y="1451"/>
                  </a:lnTo>
                  <a:cubicBezTo>
                    <a:pt x="53" y="1249"/>
                    <a:pt x="53" y="1063"/>
                    <a:pt x="53" y="877"/>
                  </a:cubicBezTo>
                  <a:cubicBezTo>
                    <a:pt x="53" y="792"/>
                    <a:pt x="70" y="744"/>
                    <a:pt x="134" y="728"/>
                  </a:cubicBezTo>
                  <a:cubicBezTo>
                    <a:pt x="320" y="643"/>
                    <a:pt x="506" y="558"/>
                    <a:pt x="675" y="473"/>
                  </a:cubicBezTo>
                  <a:cubicBezTo>
                    <a:pt x="926" y="356"/>
                    <a:pt x="1180" y="223"/>
                    <a:pt x="1431" y="122"/>
                  </a:cubicBezTo>
                  <a:cubicBezTo>
                    <a:pt x="1500" y="102"/>
                    <a:pt x="1516" y="69"/>
                    <a:pt x="1532" y="21"/>
                  </a:cubicBezTo>
                  <a:cubicBezTo>
                    <a:pt x="1532" y="21"/>
                    <a:pt x="1532" y="1"/>
                    <a:pt x="15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0">
              <a:extLst>
                <a:ext uri="{FF2B5EF4-FFF2-40B4-BE49-F238E27FC236}">
                  <a16:creationId xmlns:a16="http://schemas.microsoft.com/office/drawing/2014/main" id="{7A74FED1-F751-8E2D-3F00-3094F1D666D0}"/>
                </a:ext>
              </a:extLst>
            </p:cNvPr>
            <p:cNvSpPr/>
            <p:nvPr/>
          </p:nvSpPr>
          <p:spPr>
            <a:xfrm>
              <a:off x="687655" y="3124463"/>
              <a:ext cx="128924" cy="140545"/>
            </a:xfrm>
            <a:custGeom>
              <a:avLst/>
              <a:gdLst/>
              <a:ahLst/>
              <a:cxnLst/>
              <a:rect l="l" t="t" r="r" b="b"/>
              <a:pathLst>
                <a:path w="1298" h="1415" extrusionOk="0">
                  <a:moveTo>
                    <a:pt x="1281" y="0"/>
                  </a:moveTo>
                  <a:lnTo>
                    <a:pt x="1027" y="101"/>
                  </a:lnTo>
                  <a:cubicBezTo>
                    <a:pt x="708" y="218"/>
                    <a:pt x="388" y="336"/>
                    <a:pt x="85" y="453"/>
                  </a:cubicBezTo>
                  <a:cubicBezTo>
                    <a:pt x="33" y="469"/>
                    <a:pt x="1" y="485"/>
                    <a:pt x="1" y="538"/>
                  </a:cubicBezTo>
                  <a:lnTo>
                    <a:pt x="1" y="857"/>
                  </a:lnTo>
                  <a:cubicBezTo>
                    <a:pt x="1" y="1043"/>
                    <a:pt x="1" y="1228"/>
                    <a:pt x="17" y="1394"/>
                  </a:cubicBezTo>
                  <a:cubicBezTo>
                    <a:pt x="17" y="1414"/>
                    <a:pt x="17" y="1414"/>
                    <a:pt x="33" y="1414"/>
                  </a:cubicBezTo>
                  <a:cubicBezTo>
                    <a:pt x="33" y="1414"/>
                    <a:pt x="49" y="1414"/>
                    <a:pt x="49" y="1394"/>
                  </a:cubicBezTo>
                  <a:cubicBezTo>
                    <a:pt x="17" y="1212"/>
                    <a:pt x="33" y="1043"/>
                    <a:pt x="33" y="857"/>
                  </a:cubicBezTo>
                  <a:lnTo>
                    <a:pt x="33" y="538"/>
                  </a:lnTo>
                  <a:cubicBezTo>
                    <a:pt x="33" y="505"/>
                    <a:pt x="49" y="485"/>
                    <a:pt x="85" y="485"/>
                  </a:cubicBezTo>
                  <a:cubicBezTo>
                    <a:pt x="405" y="368"/>
                    <a:pt x="724" y="235"/>
                    <a:pt x="1027" y="117"/>
                  </a:cubicBezTo>
                  <a:lnTo>
                    <a:pt x="1297" y="17"/>
                  </a:lnTo>
                  <a:lnTo>
                    <a:pt x="12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0">
              <a:extLst>
                <a:ext uri="{FF2B5EF4-FFF2-40B4-BE49-F238E27FC236}">
                  <a16:creationId xmlns:a16="http://schemas.microsoft.com/office/drawing/2014/main" id="{F04D90B8-727F-C677-7805-4D0E0D3C63C4}"/>
                </a:ext>
              </a:extLst>
            </p:cNvPr>
            <p:cNvSpPr/>
            <p:nvPr/>
          </p:nvSpPr>
          <p:spPr>
            <a:xfrm>
              <a:off x="669181" y="2288543"/>
              <a:ext cx="150577" cy="177196"/>
            </a:xfrm>
            <a:custGeom>
              <a:avLst/>
              <a:gdLst/>
              <a:ahLst/>
              <a:cxnLst/>
              <a:rect l="l" t="t" r="r" b="b"/>
              <a:pathLst>
                <a:path w="1516" h="1784" extrusionOk="0">
                  <a:moveTo>
                    <a:pt x="1426" y="1"/>
                  </a:moveTo>
                  <a:cubicBezTo>
                    <a:pt x="1400" y="1"/>
                    <a:pt x="1354" y="28"/>
                    <a:pt x="1281" y="66"/>
                  </a:cubicBezTo>
                  <a:cubicBezTo>
                    <a:pt x="926" y="236"/>
                    <a:pt x="558" y="418"/>
                    <a:pt x="134" y="620"/>
                  </a:cubicBezTo>
                  <a:cubicBezTo>
                    <a:pt x="53" y="656"/>
                    <a:pt x="17" y="705"/>
                    <a:pt x="17" y="789"/>
                  </a:cubicBezTo>
                  <a:cubicBezTo>
                    <a:pt x="33" y="943"/>
                    <a:pt x="33" y="1076"/>
                    <a:pt x="33" y="1226"/>
                  </a:cubicBezTo>
                  <a:lnTo>
                    <a:pt x="33" y="1682"/>
                  </a:lnTo>
                  <a:cubicBezTo>
                    <a:pt x="33" y="1698"/>
                    <a:pt x="17" y="1715"/>
                    <a:pt x="17" y="1731"/>
                  </a:cubicBezTo>
                  <a:cubicBezTo>
                    <a:pt x="1" y="1731"/>
                    <a:pt x="1" y="1751"/>
                    <a:pt x="1" y="1767"/>
                  </a:cubicBezTo>
                  <a:cubicBezTo>
                    <a:pt x="1" y="1767"/>
                    <a:pt x="1" y="1783"/>
                    <a:pt x="17" y="1783"/>
                  </a:cubicBezTo>
                  <a:cubicBezTo>
                    <a:pt x="17" y="1783"/>
                    <a:pt x="17" y="1767"/>
                    <a:pt x="33" y="1767"/>
                  </a:cubicBezTo>
                  <a:lnTo>
                    <a:pt x="33" y="1731"/>
                  </a:lnTo>
                  <a:cubicBezTo>
                    <a:pt x="53" y="1731"/>
                    <a:pt x="53" y="1715"/>
                    <a:pt x="53" y="1682"/>
                  </a:cubicBezTo>
                  <a:lnTo>
                    <a:pt x="53" y="1226"/>
                  </a:lnTo>
                  <a:lnTo>
                    <a:pt x="53" y="789"/>
                  </a:lnTo>
                  <a:cubicBezTo>
                    <a:pt x="53" y="705"/>
                    <a:pt x="70" y="672"/>
                    <a:pt x="134" y="640"/>
                  </a:cubicBezTo>
                  <a:cubicBezTo>
                    <a:pt x="558" y="438"/>
                    <a:pt x="942" y="252"/>
                    <a:pt x="1281" y="82"/>
                  </a:cubicBezTo>
                  <a:lnTo>
                    <a:pt x="1298" y="82"/>
                  </a:lnTo>
                  <a:cubicBezTo>
                    <a:pt x="1365" y="57"/>
                    <a:pt x="1410" y="28"/>
                    <a:pt x="1433" y="28"/>
                  </a:cubicBezTo>
                  <a:cubicBezTo>
                    <a:pt x="1439" y="28"/>
                    <a:pt x="1444" y="30"/>
                    <a:pt x="1447" y="34"/>
                  </a:cubicBezTo>
                  <a:cubicBezTo>
                    <a:pt x="1467" y="34"/>
                    <a:pt x="1467" y="99"/>
                    <a:pt x="1467" y="183"/>
                  </a:cubicBezTo>
                  <a:lnTo>
                    <a:pt x="1467" y="200"/>
                  </a:lnTo>
                  <a:lnTo>
                    <a:pt x="1467" y="216"/>
                  </a:lnTo>
                  <a:cubicBezTo>
                    <a:pt x="1500" y="369"/>
                    <a:pt x="1500" y="519"/>
                    <a:pt x="1483" y="672"/>
                  </a:cubicBezTo>
                  <a:lnTo>
                    <a:pt x="1483" y="959"/>
                  </a:lnTo>
                  <a:cubicBezTo>
                    <a:pt x="1483" y="1008"/>
                    <a:pt x="1467" y="1024"/>
                    <a:pt x="1431" y="1060"/>
                  </a:cubicBezTo>
                  <a:cubicBezTo>
                    <a:pt x="1366" y="1109"/>
                    <a:pt x="1314" y="1125"/>
                    <a:pt x="1245" y="1161"/>
                  </a:cubicBezTo>
                  <a:cubicBezTo>
                    <a:pt x="1213" y="1177"/>
                    <a:pt x="1180" y="1177"/>
                    <a:pt x="1164" y="1193"/>
                  </a:cubicBezTo>
                  <a:cubicBezTo>
                    <a:pt x="894" y="1327"/>
                    <a:pt x="623" y="1448"/>
                    <a:pt x="356" y="1565"/>
                  </a:cubicBezTo>
                  <a:cubicBezTo>
                    <a:pt x="255" y="1614"/>
                    <a:pt x="154" y="1666"/>
                    <a:pt x="70" y="1715"/>
                  </a:cubicBezTo>
                  <a:cubicBezTo>
                    <a:pt x="53" y="1715"/>
                    <a:pt x="53" y="1715"/>
                    <a:pt x="53" y="1731"/>
                  </a:cubicBezTo>
                  <a:lnTo>
                    <a:pt x="70" y="1731"/>
                  </a:lnTo>
                  <a:cubicBezTo>
                    <a:pt x="170" y="1682"/>
                    <a:pt x="271" y="1650"/>
                    <a:pt x="372" y="1597"/>
                  </a:cubicBezTo>
                  <a:cubicBezTo>
                    <a:pt x="623" y="1480"/>
                    <a:pt x="910" y="1347"/>
                    <a:pt x="1164" y="1226"/>
                  </a:cubicBezTo>
                  <a:cubicBezTo>
                    <a:pt x="1197" y="1210"/>
                    <a:pt x="1229" y="1193"/>
                    <a:pt x="1265" y="1177"/>
                  </a:cubicBezTo>
                  <a:cubicBezTo>
                    <a:pt x="1314" y="1161"/>
                    <a:pt x="1382" y="1125"/>
                    <a:pt x="1447" y="1092"/>
                  </a:cubicBezTo>
                  <a:cubicBezTo>
                    <a:pt x="1500" y="1044"/>
                    <a:pt x="1516" y="1008"/>
                    <a:pt x="1516" y="959"/>
                  </a:cubicBezTo>
                  <a:cubicBezTo>
                    <a:pt x="1500" y="858"/>
                    <a:pt x="1516" y="773"/>
                    <a:pt x="1516" y="672"/>
                  </a:cubicBezTo>
                  <a:cubicBezTo>
                    <a:pt x="1516" y="519"/>
                    <a:pt x="1516" y="369"/>
                    <a:pt x="1483" y="200"/>
                  </a:cubicBezTo>
                  <a:lnTo>
                    <a:pt x="1483" y="183"/>
                  </a:lnTo>
                  <a:cubicBezTo>
                    <a:pt x="1483" y="82"/>
                    <a:pt x="1483" y="34"/>
                    <a:pt x="1447" y="14"/>
                  </a:cubicBezTo>
                  <a:cubicBezTo>
                    <a:pt x="1443" y="5"/>
                    <a:pt x="1436" y="1"/>
                    <a:pt x="1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0">
              <a:extLst>
                <a:ext uri="{FF2B5EF4-FFF2-40B4-BE49-F238E27FC236}">
                  <a16:creationId xmlns:a16="http://schemas.microsoft.com/office/drawing/2014/main" id="{24F15CC1-AFCF-AB0F-B3EA-1A7C3ECCAD28}"/>
                </a:ext>
              </a:extLst>
            </p:cNvPr>
            <p:cNvSpPr/>
            <p:nvPr/>
          </p:nvSpPr>
          <p:spPr>
            <a:xfrm>
              <a:off x="515525" y="3323609"/>
              <a:ext cx="125348" cy="149981"/>
            </a:xfrm>
            <a:custGeom>
              <a:avLst/>
              <a:gdLst/>
              <a:ahLst/>
              <a:cxnLst/>
              <a:rect l="l" t="t" r="r" b="b"/>
              <a:pathLst>
                <a:path w="1262" h="1510" extrusionOk="0">
                  <a:moveTo>
                    <a:pt x="1247" y="0"/>
                  </a:moveTo>
                  <a:cubicBezTo>
                    <a:pt x="1245" y="0"/>
                    <a:pt x="1245" y="5"/>
                    <a:pt x="1245" y="15"/>
                  </a:cubicBezTo>
                  <a:cubicBezTo>
                    <a:pt x="1176" y="96"/>
                    <a:pt x="1196" y="217"/>
                    <a:pt x="1213" y="298"/>
                  </a:cubicBezTo>
                  <a:cubicBezTo>
                    <a:pt x="1229" y="435"/>
                    <a:pt x="1229" y="569"/>
                    <a:pt x="1213" y="702"/>
                  </a:cubicBezTo>
                  <a:cubicBezTo>
                    <a:pt x="1213" y="803"/>
                    <a:pt x="1213" y="904"/>
                    <a:pt x="1229" y="1025"/>
                  </a:cubicBezTo>
                  <a:cubicBezTo>
                    <a:pt x="1229" y="1074"/>
                    <a:pt x="1213" y="1106"/>
                    <a:pt x="1144" y="1126"/>
                  </a:cubicBezTo>
                  <a:cubicBezTo>
                    <a:pt x="772" y="1227"/>
                    <a:pt x="405" y="1360"/>
                    <a:pt x="102" y="1478"/>
                  </a:cubicBezTo>
                  <a:lnTo>
                    <a:pt x="17" y="1478"/>
                  </a:lnTo>
                  <a:cubicBezTo>
                    <a:pt x="17" y="1478"/>
                    <a:pt x="1" y="1478"/>
                    <a:pt x="1" y="1494"/>
                  </a:cubicBezTo>
                  <a:lnTo>
                    <a:pt x="17" y="1494"/>
                  </a:lnTo>
                  <a:cubicBezTo>
                    <a:pt x="33" y="1494"/>
                    <a:pt x="33" y="1510"/>
                    <a:pt x="49" y="1510"/>
                  </a:cubicBezTo>
                  <a:lnTo>
                    <a:pt x="65" y="1510"/>
                  </a:lnTo>
                  <a:cubicBezTo>
                    <a:pt x="85" y="1510"/>
                    <a:pt x="102" y="1510"/>
                    <a:pt x="102" y="1494"/>
                  </a:cubicBezTo>
                  <a:cubicBezTo>
                    <a:pt x="421" y="1393"/>
                    <a:pt x="772" y="1259"/>
                    <a:pt x="1160" y="1158"/>
                  </a:cubicBezTo>
                  <a:cubicBezTo>
                    <a:pt x="1229" y="1126"/>
                    <a:pt x="1261" y="1090"/>
                    <a:pt x="1245" y="1025"/>
                  </a:cubicBezTo>
                  <a:lnTo>
                    <a:pt x="1245" y="702"/>
                  </a:lnTo>
                  <a:cubicBezTo>
                    <a:pt x="1245" y="569"/>
                    <a:pt x="1245" y="435"/>
                    <a:pt x="1229" y="298"/>
                  </a:cubicBezTo>
                  <a:lnTo>
                    <a:pt x="1229" y="282"/>
                  </a:lnTo>
                  <a:cubicBezTo>
                    <a:pt x="1229" y="217"/>
                    <a:pt x="1213" y="116"/>
                    <a:pt x="1261" y="31"/>
                  </a:cubicBezTo>
                  <a:lnTo>
                    <a:pt x="1261" y="15"/>
                  </a:lnTo>
                  <a:cubicBezTo>
                    <a:pt x="1253" y="5"/>
                    <a:pt x="1249" y="0"/>
                    <a:pt x="12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0">
              <a:extLst>
                <a:ext uri="{FF2B5EF4-FFF2-40B4-BE49-F238E27FC236}">
                  <a16:creationId xmlns:a16="http://schemas.microsoft.com/office/drawing/2014/main" id="{A22A9DCA-8545-C491-0A33-C4F76D08B0CC}"/>
                </a:ext>
              </a:extLst>
            </p:cNvPr>
            <p:cNvSpPr/>
            <p:nvPr/>
          </p:nvSpPr>
          <p:spPr>
            <a:xfrm>
              <a:off x="497050" y="2693094"/>
              <a:ext cx="147398" cy="88399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447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15" y="17"/>
                    <a:pt x="1415" y="33"/>
                    <a:pt x="1415" y="33"/>
                  </a:cubicBezTo>
                  <a:cubicBezTo>
                    <a:pt x="1399" y="49"/>
                    <a:pt x="1399" y="65"/>
                    <a:pt x="1399" y="102"/>
                  </a:cubicBezTo>
                  <a:cubicBezTo>
                    <a:pt x="1447" y="219"/>
                    <a:pt x="1382" y="267"/>
                    <a:pt x="1261" y="320"/>
                  </a:cubicBezTo>
                  <a:cubicBezTo>
                    <a:pt x="958" y="453"/>
                    <a:pt x="639" y="586"/>
                    <a:pt x="352" y="724"/>
                  </a:cubicBezTo>
                  <a:cubicBezTo>
                    <a:pt x="235" y="772"/>
                    <a:pt x="118" y="825"/>
                    <a:pt x="17" y="873"/>
                  </a:cubicBezTo>
                  <a:cubicBezTo>
                    <a:pt x="1" y="873"/>
                    <a:pt x="1" y="873"/>
                    <a:pt x="1" y="889"/>
                  </a:cubicBezTo>
                  <a:lnTo>
                    <a:pt x="17" y="889"/>
                  </a:lnTo>
                  <a:lnTo>
                    <a:pt x="372" y="740"/>
                  </a:lnTo>
                  <a:cubicBezTo>
                    <a:pt x="655" y="607"/>
                    <a:pt x="958" y="469"/>
                    <a:pt x="1261" y="336"/>
                  </a:cubicBezTo>
                  <a:cubicBezTo>
                    <a:pt x="1362" y="283"/>
                    <a:pt x="1483" y="251"/>
                    <a:pt x="1431" y="81"/>
                  </a:cubicBezTo>
                  <a:cubicBezTo>
                    <a:pt x="1415" y="81"/>
                    <a:pt x="1431" y="65"/>
                    <a:pt x="1431" y="49"/>
                  </a:cubicBezTo>
                  <a:cubicBezTo>
                    <a:pt x="1447" y="33"/>
                    <a:pt x="1447" y="33"/>
                    <a:pt x="1447" y="17"/>
                  </a:cubicBezTo>
                  <a:lnTo>
                    <a:pt x="14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0">
              <a:extLst>
                <a:ext uri="{FF2B5EF4-FFF2-40B4-BE49-F238E27FC236}">
                  <a16:creationId xmlns:a16="http://schemas.microsoft.com/office/drawing/2014/main" id="{332542A5-1D72-9308-8357-2864F0AE5C26}"/>
                </a:ext>
              </a:extLst>
            </p:cNvPr>
            <p:cNvSpPr/>
            <p:nvPr/>
          </p:nvSpPr>
          <p:spPr>
            <a:xfrm>
              <a:off x="1735732" y="2801458"/>
              <a:ext cx="147299" cy="237585"/>
            </a:xfrm>
            <a:custGeom>
              <a:avLst/>
              <a:gdLst/>
              <a:ahLst/>
              <a:cxnLst/>
              <a:rect l="l" t="t" r="r" b="b"/>
              <a:pathLst>
                <a:path w="1483" h="2392" extrusionOk="0">
                  <a:moveTo>
                    <a:pt x="85" y="0"/>
                  </a:moveTo>
                  <a:cubicBezTo>
                    <a:pt x="69" y="21"/>
                    <a:pt x="37" y="37"/>
                    <a:pt x="37" y="85"/>
                  </a:cubicBezTo>
                  <a:cubicBezTo>
                    <a:pt x="37" y="101"/>
                    <a:pt x="37" y="101"/>
                    <a:pt x="53" y="122"/>
                  </a:cubicBezTo>
                  <a:cubicBezTo>
                    <a:pt x="53" y="138"/>
                    <a:pt x="53" y="170"/>
                    <a:pt x="37" y="186"/>
                  </a:cubicBezTo>
                  <a:cubicBezTo>
                    <a:pt x="0" y="505"/>
                    <a:pt x="85" y="760"/>
                    <a:pt x="303" y="1010"/>
                  </a:cubicBezTo>
                  <a:cubicBezTo>
                    <a:pt x="590" y="1313"/>
                    <a:pt x="845" y="1653"/>
                    <a:pt x="1095" y="1972"/>
                  </a:cubicBezTo>
                  <a:cubicBezTo>
                    <a:pt x="1196" y="2089"/>
                    <a:pt x="1297" y="2222"/>
                    <a:pt x="1398" y="2360"/>
                  </a:cubicBezTo>
                  <a:cubicBezTo>
                    <a:pt x="1414" y="2376"/>
                    <a:pt x="1434" y="2392"/>
                    <a:pt x="1467" y="2392"/>
                  </a:cubicBezTo>
                  <a:lnTo>
                    <a:pt x="1483" y="2392"/>
                  </a:lnTo>
                  <a:lnTo>
                    <a:pt x="1483" y="2376"/>
                  </a:lnTo>
                  <a:lnTo>
                    <a:pt x="1467" y="2376"/>
                  </a:lnTo>
                  <a:cubicBezTo>
                    <a:pt x="1451" y="2376"/>
                    <a:pt x="1434" y="2360"/>
                    <a:pt x="1414" y="2343"/>
                  </a:cubicBezTo>
                  <a:cubicBezTo>
                    <a:pt x="1313" y="2206"/>
                    <a:pt x="1212" y="2073"/>
                    <a:pt x="1111" y="1956"/>
                  </a:cubicBezTo>
                  <a:cubicBezTo>
                    <a:pt x="861" y="1636"/>
                    <a:pt x="606" y="1297"/>
                    <a:pt x="323" y="994"/>
                  </a:cubicBezTo>
                  <a:cubicBezTo>
                    <a:pt x="121" y="744"/>
                    <a:pt x="37" y="505"/>
                    <a:pt x="69" y="186"/>
                  </a:cubicBezTo>
                  <a:lnTo>
                    <a:pt x="69" y="122"/>
                  </a:lnTo>
                  <a:lnTo>
                    <a:pt x="69" y="85"/>
                  </a:lnTo>
                  <a:cubicBezTo>
                    <a:pt x="69" y="53"/>
                    <a:pt x="85" y="37"/>
                    <a:pt x="101" y="21"/>
                  </a:cubicBezTo>
                  <a:lnTo>
                    <a:pt x="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0">
              <a:extLst>
                <a:ext uri="{FF2B5EF4-FFF2-40B4-BE49-F238E27FC236}">
                  <a16:creationId xmlns:a16="http://schemas.microsoft.com/office/drawing/2014/main" id="{B0FBB179-5885-3D13-6EAE-8FB74B6EF00E}"/>
                </a:ext>
              </a:extLst>
            </p:cNvPr>
            <p:cNvSpPr/>
            <p:nvPr/>
          </p:nvSpPr>
          <p:spPr>
            <a:xfrm>
              <a:off x="460201" y="2206402"/>
              <a:ext cx="177394" cy="90386"/>
            </a:xfrm>
            <a:custGeom>
              <a:avLst/>
              <a:gdLst/>
              <a:ahLst/>
              <a:cxnLst/>
              <a:rect l="l" t="t" r="r" b="b"/>
              <a:pathLst>
                <a:path w="1786" h="910" extrusionOk="0">
                  <a:moveTo>
                    <a:pt x="1770" y="1"/>
                  </a:moveTo>
                  <a:cubicBezTo>
                    <a:pt x="1584" y="69"/>
                    <a:pt x="1414" y="154"/>
                    <a:pt x="1248" y="255"/>
                  </a:cubicBezTo>
                  <a:cubicBezTo>
                    <a:pt x="1180" y="287"/>
                    <a:pt x="1111" y="320"/>
                    <a:pt x="1026" y="372"/>
                  </a:cubicBezTo>
                  <a:cubicBezTo>
                    <a:pt x="792" y="489"/>
                    <a:pt x="541" y="607"/>
                    <a:pt x="303" y="740"/>
                  </a:cubicBezTo>
                  <a:lnTo>
                    <a:pt x="0" y="893"/>
                  </a:lnTo>
                  <a:lnTo>
                    <a:pt x="0" y="909"/>
                  </a:lnTo>
                  <a:lnTo>
                    <a:pt x="16" y="909"/>
                  </a:lnTo>
                  <a:lnTo>
                    <a:pt x="319" y="760"/>
                  </a:lnTo>
                  <a:cubicBezTo>
                    <a:pt x="558" y="639"/>
                    <a:pt x="792" y="506"/>
                    <a:pt x="1046" y="388"/>
                  </a:cubicBezTo>
                  <a:cubicBezTo>
                    <a:pt x="1111" y="356"/>
                    <a:pt x="1196" y="304"/>
                    <a:pt x="1265" y="271"/>
                  </a:cubicBezTo>
                  <a:cubicBezTo>
                    <a:pt x="1430" y="186"/>
                    <a:pt x="1600" y="85"/>
                    <a:pt x="1786" y="17"/>
                  </a:cubicBezTo>
                  <a:lnTo>
                    <a:pt x="1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0">
              <a:extLst>
                <a:ext uri="{FF2B5EF4-FFF2-40B4-BE49-F238E27FC236}">
                  <a16:creationId xmlns:a16="http://schemas.microsoft.com/office/drawing/2014/main" id="{5272794B-1798-3E40-FA77-3BB87F8AFDE3}"/>
                </a:ext>
              </a:extLst>
            </p:cNvPr>
            <p:cNvSpPr/>
            <p:nvPr/>
          </p:nvSpPr>
          <p:spPr>
            <a:xfrm>
              <a:off x="1257880" y="1074494"/>
              <a:ext cx="158920" cy="209178"/>
            </a:xfrm>
            <a:custGeom>
              <a:avLst/>
              <a:gdLst/>
              <a:ahLst/>
              <a:cxnLst/>
              <a:rect l="l" t="t" r="r" b="b"/>
              <a:pathLst>
                <a:path w="1600" h="2106" extrusionOk="0">
                  <a:moveTo>
                    <a:pt x="1580" y="1"/>
                  </a:moveTo>
                  <a:lnTo>
                    <a:pt x="1244" y="203"/>
                  </a:lnTo>
                  <a:cubicBezTo>
                    <a:pt x="957" y="388"/>
                    <a:pt x="671" y="574"/>
                    <a:pt x="368" y="760"/>
                  </a:cubicBezTo>
                  <a:cubicBezTo>
                    <a:pt x="303" y="809"/>
                    <a:pt x="202" y="861"/>
                    <a:pt x="101" y="926"/>
                  </a:cubicBezTo>
                  <a:cubicBezTo>
                    <a:pt x="32" y="962"/>
                    <a:pt x="16" y="1011"/>
                    <a:pt x="16" y="1095"/>
                  </a:cubicBezTo>
                  <a:cubicBezTo>
                    <a:pt x="0" y="1229"/>
                    <a:pt x="0" y="1366"/>
                    <a:pt x="16" y="1499"/>
                  </a:cubicBezTo>
                  <a:cubicBezTo>
                    <a:pt x="16" y="1669"/>
                    <a:pt x="32" y="1835"/>
                    <a:pt x="0" y="1988"/>
                  </a:cubicBezTo>
                  <a:cubicBezTo>
                    <a:pt x="0" y="2020"/>
                    <a:pt x="16" y="2057"/>
                    <a:pt x="32" y="2073"/>
                  </a:cubicBezTo>
                  <a:lnTo>
                    <a:pt x="32" y="2089"/>
                  </a:lnTo>
                  <a:lnTo>
                    <a:pt x="48" y="2105"/>
                  </a:lnTo>
                  <a:lnTo>
                    <a:pt x="48" y="2089"/>
                  </a:lnTo>
                  <a:cubicBezTo>
                    <a:pt x="65" y="2089"/>
                    <a:pt x="65" y="2089"/>
                    <a:pt x="65" y="2073"/>
                  </a:cubicBezTo>
                  <a:cubicBezTo>
                    <a:pt x="65" y="2073"/>
                    <a:pt x="48" y="2073"/>
                    <a:pt x="48" y="2057"/>
                  </a:cubicBezTo>
                  <a:cubicBezTo>
                    <a:pt x="32" y="2037"/>
                    <a:pt x="32" y="2020"/>
                    <a:pt x="32" y="1988"/>
                  </a:cubicBezTo>
                  <a:cubicBezTo>
                    <a:pt x="48" y="1835"/>
                    <a:pt x="48" y="1669"/>
                    <a:pt x="32" y="1499"/>
                  </a:cubicBezTo>
                  <a:lnTo>
                    <a:pt x="32" y="1095"/>
                  </a:lnTo>
                  <a:cubicBezTo>
                    <a:pt x="48" y="1027"/>
                    <a:pt x="65" y="978"/>
                    <a:pt x="117" y="946"/>
                  </a:cubicBezTo>
                  <a:cubicBezTo>
                    <a:pt x="218" y="893"/>
                    <a:pt x="303" y="845"/>
                    <a:pt x="388" y="792"/>
                  </a:cubicBezTo>
                  <a:cubicBezTo>
                    <a:pt x="691" y="607"/>
                    <a:pt x="974" y="421"/>
                    <a:pt x="1260" y="239"/>
                  </a:cubicBezTo>
                  <a:lnTo>
                    <a:pt x="1600" y="37"/>
                  </a:lnTo>
                  <a:lnTo>
                    <a:pt x="1600" y="17"/>
                  </a:lnTo>
                  <a:cubicBezTo>
                    <a:pt x="1600" y="1"/>
                    <a:pt x="1580" y="1"/>
                    <a:pt x="15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0">
              <a:extLst>
                <a:ext uri="{FF2B5EF4-FFF2-40B4-BE49-F238E27FC236}">
                  <a16:creationId xmlns:a16="http://schemas.microsoft.com/office/drawing/2014/main" id="{65A5B771-CDB7-C3D6-B376-0C7B4E9751E0}"/>
                </a:ext>
              </a:extLst>
            </p:cNvPr>
            <p:cNvSpPr/>
            <p:nvPr/>
          </p:nvSpPr>
          <p:spPr>
            <a:xfrm>
              <a:off x="1919881" y="3154558"/>
              <a:ext cx="143723" cy="248809"/>
            </a:xfrm>
            <a:custGeom>
              <a:avLst/>
              <a:gdLst/>
              <a:ahLst/>
              <a:cxnLst/>
              <a:rect l="l" t="t" r="r" b="b"/>
              <a:pathLst>
                <a:path w="1447" h="2505" extrusionOk="0">
                  <a:moveTo>
                    <a:pt x="85" y="0"/>
                  </a:moveTo>
                  <a:lnTo>
                    <a:pt x="65" y="16"/>
                  </a:lnTo>
                  <a:cubicBezTo>
                    <a:pt x="0" y="101"/>
                    <a:pt x="49" y="202"/>
                    <a:pt x="85" y="235"/>
                  </a:cubicBezTo>
                  <a:cubicBezTo>
                    <a:pt x="235" y="384"/>
                    <a:pt x="368" y="538"/>
                    <a:pt x="489" y="707"/>
                  </a:cubicBezTo>
                  <a:cubicBezTo>
                    <a:pt x="554" y="788"/>
                    <a:pt x="639" y="889"/>
                    <a:pt x="724" y="990"/>
                  </a:cubicBezTo>
                  <a:cubicBezTo>
                    <a:pt x="808" y="1091"/>
                    <a:pt x="909" y="1212"/>
                    <a:pt x="994" y="1329"/>
                  </a:cubicBezTo>
                  <a:cubicBezTo>
                    <a:pt x="1075" y="1414"/>
                    <a:pt x="1160" y="1515"/>
                    <a:pt x="1229" y="1596"/>
                  </a:cubicBezTo>
                  <a:cubicBezTo>
                    <a:pt x="1277" y="1665"/>
                    <a:pt x="1297" y="1717"/>
                    <a:pt x="1297" y="1798"/>
                  </a:cubicBezTo>
                  <a:lnTo>
                    <a:pt x="1297" y="2036"/>
                  </a:lnTo>
                  <a:cubicBezTo>
                    <a:pt x="1297" y="2121"/>
                    <a:pt x="1297" y="2222"/>
                    <a:pt x="1277" y="2303"/>
                  </a:cubicBezTo>
                  <a:cubicBezTo>
                    <a:pt x="1277" y="2388"/>
                    <a:pt x="1346" y="2440"/>
                    <a:pt x="1398" y="2473"/>
                  </a:cubicBezTo>
                  <a:cubicBezTo>
                    <a:pt x="1398" y="2489"/>
                    <a:pt x="1414" y="2489"/>
                    <a:pt x="1431" y="2505"/>
                  </a:cubicBezTo>
                  <a:lnTo>
                    <a:pt x="1447" y="2489"/>
                  </a:lnTo>
                  <a:lnTo>
                    <a:pt x="1447" y="2473"/>
                  </a:lnTo>
                  <a:cubicBezTo>
                    <a:pt x="1431" y="2473"/>
                    <a:pt x="1414" y="2456"/>
                    <a:pt x="1414" y="2456"/>
                  </a:cubicBezTo>
                  <a:cubicBezTo>
                    <a:pt x="1362" y="2404"/>
                    <a:pt x="1313" y="2372"/>
                    <a:pt x="1313" y="2323"/>
                  </a:cubicBezTo>
                  <a:cubicBezTo>
                    <a:pt x="1330" y="2222"/>
                    <a:pt x="1330" y="2121"/>
                    <a:pt x="1330" y="2036"/>
                  </a:cubicBezTo>
                  <a:cubicBezTo>
                    <a:pt x="1313" y="1951"/>
                    <a:pt x="1313" y="1883"/>
                    <a:pt x="1330" y="1798"/>
                  </a:cubicBezTo>
                  <a:cubicBezTo>
                    <a:pt x="1330" y="1717"/>
                    <a:pt x="1313" y="1649"/>
                    <a:pt x="1261" y="1580"/>
                  </a:cubicBezTo>
                  <a:cubicBezTo>
                    <a:pt x="1176" y="1495"/>
                    <a:pt x="1095" y="1394"/>
                    <a:pt x="1027" y="1313"/>
                  </a:cubicBezTo>
                  <a:cubicBezTo>
                    <a:pt x="926" y="1192"/>
                    <a:pt x="841" y="1075"/>
                    <a:pt x="740" y="974"/>
                  </a:cubicBezTo>
                  <a:cubicBezTo>
                    <a:pt x="655" y="873"/>
                    <a:pt x="590" y="772"/>
                    <a:pt x="505" y="687"/>
                  </a:cubicBezTo>
                  <a:cubicBezTo>
                    <a:pt x="388" y="521"/>
                    <a:pt x="251" y="368"/>
                    <a:pt x="101" y="218"/>
                  </a:cubicBezTo>
                  <a:cubicBezTo>
                    <a:pt x="65" y="182"/>
                    <a:pt x="33" y="101"/>
                    <a:pt x="85" y="33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0">
              <a:extLst>
                <a:ext uri="{FF2B5EF4-FFF2-40B4-BE49-F238E27FC236}">
                  <a16:creationId xmlns:a16="http://schemas.microsoft.com/office/drawing/2014/main" id="{FD59CC86-2E0D-26F2-2CAF-1B1A78CFFC16}"/>
                </a:ext>
              </a:extLst>
            </p:cNvPr>
            <p:cNvSpPr/>
            <p:nvPr/>
          </p:nvSpPr>
          <p:spPr>
            <a:xfrm>
              <a:off x="1416701" y="2114526"/>
              <a:ext cx="56715" cy="67144"/>
            </a:xfrm>
            <a:custGeom>
              <a:avLst/>
              <a:gdLst/>
              <a:ahLst/>
              <a:cxnLst/>
              <a:rect l="l" t="t" r="r" b="b"/>
              <a:pathLst>
                <a:path w="571" h="67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102" y="69"/>
                    <a:pt x="150" y="134"/>
                    <a:pt x="183" y="202"/>
                  </a:cubicBezTo>
                  <a:cubicBezTo>
                    <a:pt x="219" y="235"/>
                    <a:pt x="235" y="271"/>
                    <a:pt x="251" y="303"/>
                  </a:cubicBezTo>
                  <a:cubicBezTo>
                    <a:pt x="304" y="352"/>
                    <a:pt x="336" y="404"/>
                    <a:pt x="368" y="453"/>
                  </a:cubicBezTo>
                  <a:cubicBezTo>
                    <a:pt x="421" y="538"/>
                    <a:pt x="469" y="606"/>
                    <a:pt x="538" y="675"/>
                  </a:cubicBezTo>
                  <a:lnTo>
                    <a:pt x="570" y="675"/>
                  </a:lnTo>
                  <a:lnTo>
                    <a:pt x="554" y="655"/>
                  </a:lnTo>
                  <a:cubicBezTo>
                    <a:pt x="485" y="590"/>
                    <a:pt x="437" y="522"/>
                    <a:pt x="384" y="437"/>
                  </a:cubicBezTo>
                  <a:cubicBezTo>
                    <a:pt x="352" y="388"/>
                    <a:pt x="320" y="336"/>
                    <a:pt x="284" y="287"/>
                  </a:cubicBezTo>
                  <a:cubicBezTo>
                    <a:pt x="251" y="271"/>
                    <a:pt x="235" y="235"/>
                    <a:pt x="219" y="202"/>
                  </a:cubicBezTo>
                  <a:cubicBezTo>
                    <a:pt x="166" y="118"/>
                    <a:pt x="118" y="33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0">
              <a:extLst>
                <a:ext uri="{FF2B5EF4-FFF2-40B4-BE49-F238E27FC236}">
                  <a16:creationId xmlns:a16="http://schemas.microsoft.com/office/drawing/2014/main" id="{8910688B-FA1C-A3BC-D133-AB25C4454FCF}"/>
                </a:ext>
              </a:extLst>
            </p:cNvPr>
            <p:cNvSpPr/>
            <p:nvPr/>
          </p:nvSpPr>
          <p:spPr>
            <a:xfrm>
              <a:off x="1414714" y="3082349"/>
              <a:ext cx="60290" cy="150577"/>
            </a:xfrm>
            <a:custGeom>
              <a:avLst/>
              <a:gdLst/>
              <a:ahLst/>
              <a:cxnLst/>
              <a:rect l="l" t="t" r="r" b="b"/>
              <a:pathLst>
                <a:path w="607" h="1516" extrusionOk="0">
                  <a:moveTo>
                    <a:pt x="1" y="0"/>
                  </a:moveTo>
                  <a:lnTo>
                    <a:pt x="1" y="20"/>
                  </a:lnTo>
                  <a:lnTo>
                    <a:pt x="138" y="154"/>
                  </a:lnTo>
                  <a:cubicBezTo>
                    <a:pt x="271" y="287"/>
                    <a:pt x="404" y="424"/>
                    <a:pt x="542" y="558"/>
                  </a:cubicBezTo>
                  <a:cubicBezTo>
                    <a:pt x="558" y="574"/>
                    <a:pt x="574" y="606"/>
                    <a:pt x="574" y="642"/>
                  </a:cubicBezTo>
                  <a:lnTo>
                    <a:pt x="574" y="1046"/>
                  </a:lnTo>
                  <a:lnTo>
                    <a:pt x="574" y="1398"/>
                  </a:lnTo>
                  <a:cubicBezTo>
                    <a:pt x="574" y="1434"/>
                    <a:pt x="558" y="1450"/>
                    <a:pt x="558" y="1467"/>
                  </a:cubicBezTo>
                  <a:cubicBezTo>
                    <a:pt x="558" y="1483"/>
                    <a:pt x="558" y="1483"/>
                    <a:pt x="542" y="1499"/>
                  </a:cubicBezTo>
                  <a:cubicBezTo>
                    <a:pt x="542" y="1499"/>
                    <a:pt x="542" y="1515"/>
                    <a:pt x="558" y="1515"/>
                  </a:cubicBezTo>
                  <a:lnTo>
                    <a:pt x="574" y="1499"/>
                  </a:lnTo>
                  <a:lnTo>
                    <a:pt x="574" y="1483"/>
                  </a:lnTo>
                  <a:cubicBezTo>
                    <a:pt x="590" y="1450"/>
                    <a:pt x="590" y="1434"/>
                    <a:pt x="590" y="1398"/>
                  </a:cubicBezTo>
                  <a:lnTo>
                    <a:pt x="590" y="1046"/>
                  </a:lnTo>
                  <a:cubicBezTo>
                    <a:pt x="590" y="909"/>
                    <a:pt x="606" y="776"/>
                    <a:pt x="606" y="642"/>
                  </a:cubicBezTo>
                  <a:cubicBezTo>
                    <a:pt x="606" y="590"/>
                    <a:pt x="590" y="558"/>
                    <a:pt x="558" y="525"/>
                  </a:cubicBezTo>
                  <a:cubicBezTo>
                    <a:pt x="425" y="404"/>
                    <a:pt x="287" y="271"/>
                    <a:pt x="154" y="138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0">
              <a:extLst>
                <a:ext uri="{FF2B5EF4-FFF2-40B4-BE49-F238E27FC236}">
                  <a16:creationId xmlns:a16="http://schemas.microsoft.com/office/drawing/2014/main" id="{99DDE3EF-F6ED-0ABB-F0AD-D78D540E5547}"/>
                </a:ext>
              </a:extLst>
            </p:cNvPr>
            <p:cNvSpPr/>
            <p:nvPr/>
          </p:nvSpPr>
          <p:spPr>
            <a:xfrm>
              <a:off x="985431" y="2398595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1"/>
                  </a:moveTo>
                  <a:cubicBezTo>
                    <a:pt x="16" y="186"/>
                    <a:pt x="16" y="372"/>
                    <a:pt x="0" y="542"/>
                  </a:cubicBezTo>
                  <a:lnTo>
                    <a:pt x="0" y="724"/>
                  </a:lnTo>
                  <a:cubicBezTo>
                    <a:pt x="0" y="744"/>
                    <a:pt x="0" y="760"/>
                    <a:pt x="16" y="776"/>
                  </a:cubicBezTo>
                  <a:lnTo>
                    <a:pt x="16" y="809"/>
                  </a:lnTo>
                  <a:lnTo>
                    <a:pt x="32" y="809"/>
                  </a:lnTo>
                  <a:lnTo>
                    <a:pt x="32" y="825"/>
                  </a:lnTo>
                  <a:lnTo>
                    <a:pt x="49" y="809"/>
                  </a:lnTo>
                  <a:cubicBezTo>
                    <a:pt x="49" y="792"/>
                    <a:pt x="49" y="776"/>
                    <a:pt x="32" y="760"/>
                  </a:cubicBezTo>
                  <a:lnTo>
                    <a:pt x="32" y="724"/>
                  </a:lnTo>
                  <a:lnTo>
                    <a:pt x="32" y="542"/>
                  </a:lnTo>
                  <a:cubicBezTo>
                    <a:pt x="32" y="372"/>
                    <a:pt x="49" y="186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0">
              <a:extLst>
                <a:ext uri="{FF2B5EF4-FFF2-40B4-BE49-F238E27FC236}">
                  <a16:creationId xmlns:a16="http://schemas.microsoft.com/office/drawing/2014/main" id="{C82F62FE-5E8C-C68A-AF52-B3B75EACA2EB}"/>
                </a:ext>
              </a:extLst>
            </p:cNvPr>
            <p:cNvSpPr/>
            <p:nvPr/>
          </p:nvSpPr>
          <p:spPr>
            <a:xfrm>
              <a:off x="1612172" y="3619200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2" y="0"/>
                    <a:pt x="32" y="0"/>
                    <a:pt x="32" y="16"/>
                  </a:cubicBezTo>
                  <a:cubicBezTo>
                    <a:pt x="16" y="134"/>
                    <a:pt x="16" y="251"/>
                    <a:pt x="16" y="372"/>
                  </a:cubicBezTo>
                  <a:lnTo>
                    <a:pt x="16" y="606"/>
                  </a:lnTo>
                  <a:lnTo>
                    <a:pt x="16" y="655"/>
                  </a:lnTo>
                  <a:cubicBezTo>
                    <a:pt x="16" y="675"/>
                    <a:pt x="16" y="707"/>
                    <a:pt x="0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2" y="756"/>
                  </a:lnTo>
                  <a:cubicBezTo>
                    <a:pt x="53" y="723"/>
                    <a:pt x="53" y="691"/>
                    <a:pt x="53" y="655"/>
                  </a:cubicBezTo>
                  <a:lnTo>
                    <a:pt x="53" y="606"/>
                  </a:lnTo>
                  <a:lnTo>
                    <a:pt x="53" y="372"/>
                  </a:lnTo>
                  <a:cubicBezTo>
                    <a:pt x="32" y="251"/>
                    <a:pt x="32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0">
              <a:extLst>
                <a:ext uri="{FF2B5EF4-FFF2-40B4-BE49-F238E27FC236}">
                  <a16:creationId xmlns:a16="http://schemas.microsoft.com/office/drawing/2014/main" id="{7D005B01-C3E1-3249-71BE-5927B98AA419}"/>
                </a:ext>
              </a:extLst>
            </p:cNvPr>
            <p:cNvSpPr/>
            <p:nvPr/>
          </p:nvSpPr>
          <p:spPr>
            <a:xfrm>
              <a:off x="1267912" y="1830456"/>
              <a:ext cx="143723" cy="178686"/>
            </a:xfrm>
            <a:custGeom>
              <a:avLst/>
              <a:gdLst/>
              <a:ahLst/>
              <a:cxnLst/>
              <a:rect l="l" t="t" r="r" b="b"/>
              <a:pathLst>
                <a:path w="1447" h="1799" extrusionOk="0">
                  <a:moveTo>
                    <a:pt x="1430" y="0"/>
                  </a:moveTo>
                  <a:cubicBezTo>
                    <a:pt x="1313" y="49"/>
                    <a:pt x="1196" y="118"/>
                    <a:pt x="1095" y="166"/>
                  </a:cubicBezTo>
                  <a:cubicBezTo>
                    <a:pt x="772" y="336"/>
                    <a:pt x="452" y="485"/>
                    <a:pt x="133" y="655"/>
                  </a:cubicBezTo>
                  <a:cubicBezTo>
                    <a:pt x="48" y="687"/>
                    <a:pt x="0" y="756"/>
                    <a:pt x="16" y="857"/>
                  </a:cubicBezTo>
                  <a:lnTo>
                    <a:pt x="16" y="1479"/>
                  </a:lnTo>
                  <a:lnTo>
                    <a:pt x="16" y="1616"/>
                  </a:lnTo>
                  <a:cubicBezTo>
                    <a:pt x="16" y="1681"/>
                    <a:pt x="16" y="1733"/>
                    <a:pt x="32" y="1782"/>
                  </a:cubicBezTo>
                  <a:lnTo>
                    <a:pt x="48" y="1798"/>
                  </a:lnTo>
                  <a:cubicBezTo>
                    <a:pt x="65" y="1798"/>
                    <a:pt x="65" y="1782"/>
                    <a:pt x="65" y="1782"/>
                  </a:cubicBezTo>
                  <a:cubicBezTo>
                    <a:pt x="32" y="1733"/>
                    <a:pt x="32" y="1665"/>
                    <a:pt x="32" y="1616"/>
                  </a:cubicBezTo>
                  <a:lnTo>
                    <a:pt x="32" y="1479"/>
                  </a:lnTo>
                  <a:cubicBezTo>
                    <a:pt x="32" y="1277"/>
                    <a:pt x="48" y="1059"/>
                    <a:pt x="32" y="857"/>
                  </a:cubicBezTo>
                  <a:cubicBezTo>
                    <a:pt x="32" y="772"/>
                    <a:pt x="65" y="723"/>
                    <a:pt x="149" y="671"/>
                  </a:cubicBezTo>
                  <a:cubicBezTo>
                    <a:pt x="469" y="522"/>
                    <a:pt x="792" y="352"/>
                    <a:pt x="1111" y="202"/>
                  </a:cubicBezTo>
                  <a:cubicBezTo>
                    <a:pt x="1212" y="134"/>
                    <a:pt x="1329" y="81"/>
                    <a:pt x="1430" y="33"/>
                  </a:cubicBezTo>
                  <a:cubicBezTo>
                    <a:pt x="1446" y="17"/>
                    <a:pt x="1446" y="17"/>
                    <a:pt x="1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0">
              <a:extLst>
                <a:ext uri="{FF2B5EF4-FFF2-40B4-BE49-F238E27FC236}">
                  <a16:creationId xmlns:a16="http://schemas.microsoft.com/office/drawing/2014/main" id="{62999ABC-B888-C4D4-4432-598487D64310}"/>
                </a:ext>
              </a:extLst>
            </p:cNvPr>
            <p:cNvSpPr/>
            <p:nvPr/>
          </p:nvSpPr>
          <p:spPr>
            <a:xfrm>
              <a:off x="1923059" y="2753285"/>
              <a:ext cx="257748" cy="412993"/>
            </a:xfrm>
            <a:custGeom>
              <a:avLst/>
              <a:gdLst/>
              <a:ahLst/>
              <a:cxnLst/>
              <a:rect l="l" t="t" r="r" b="b"/>
              <a:pathLst>
                <a:path w="2595" h="4158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1" y="219"/>
                    <a:pt x="1" y="437"/>
                    <a:pt x="53" y="639"/>
                  </a:cubicBezTo>
                  <a:cubicBezTo>
                    <a:pt x="69" y="740"/>
                    <a:pt x="134" y="809"/>
                    <a:pt x="203" y="889"/>
                  </a:cubicBezTo>
                  <a:cubicBezTo>
                    <a:pt x="219" y="926"/>
                    <a:pt x="255" y="958"/>
                    <a:pt x="271" y="974"/>
                  </a:cubicBezTo>
                  <a:cubicBezTo>
                    <a:pt x="336" y="1091"/>
                    <a:pt x="421" y="1192"/>
                    <a:pt x="506" y="1314"/>
                  </a:cubicBezTo>
                  <a:cubicBezTo>
                    <a:pt x="692" y="1580"/>
                    <a:pt x="894" y="1867"/>
                    <a:pt x="1112" y="2138"/>
                  </a:cubicBezTo>
                  <a:cubicBezTo>
                    <a:pt x="1298" y="2388"/>
                    <a:pt x="1467" y="2643"/>
                    <a:pt x="1649" y="2893"/>
                  </a:cubicBezTo>
                  <a:cubicBezTo>
                    <a:pt x="1851" y="3196"/>
                    <a:pt x="2073" y="3499"/>
                    <a:pt x="2307" y="3786"/>
                  </a:cubicBezTo>
                  <a:cubicBezTo>
                    <a:pt x="2340" y="3838"/>
                    <a:pt x="2376" y="3871"/>
                    <a:pt x="2392" y="3919"/>
                  </a:cubicBezTo>
                  <a:cubicBezTo>
                    <a:pt x="2441" y="4004"/>
                    <a:pt x="2493" y="4089"/>
                    <a:pt x="2578" y="4157"/>
                  </a:cubicBezTo>
                  <a:lnTo>
                    <a:pt x="2594" y="4157"/>
                  </a:lnTo>
                  <a:lnTo>
                    <a:pt x="2594" y="4141"/>
                  </a:lnTo>
                  <a:lnTo>
                    <a:pt x="2594" y="4121"/>
                  </a:lnTo>
                  <a:cubicBezTo>
                    <a:pt x="2509" y="4073"/>
                    <a:pt x="2457" y="3988"/>
                    <a:pt x="2425" y="3903"/>
                  </a:cubicBezTo>
                  <a:cubicBezTo>
                    <a:pt x="2392" y="3871"/>
                    <a:pt x="2356" y="3818"/>
                    <a:pt x="2324" y="3770"/>
                  </a:cubicBezTo>
                  <a:cubicBezTo>
                    <a:pt x="2089" y="3483"/>
                    <a:pt x="1871" y="3180"/>
                    <a:pt x="1669" y="2877"/>
                  </a:cubicBezTo>
                  <a:cubicBezTo>
                    <a:pt x="1500" y="2626"/>
                    <a:pt x="1314" y="2372"/>
                    <a:pt x="1128" y="2121"/>
                  </a:cubicBezTo>
                  <a:cubicBezTo>
                    <a:pt x="910" y="1851"/>
                    <a:pt x="708" y="1564"/>
                    <a:pt x="522" y="1293"/>
                  </a:cubicBezTo>
                  <a:cubicBezTo>
                    <a:pt x="437" y="1176"/>
                    <a:pt x="372" y="1075"/>
                    <a:pt x="288" y="974"/>
                  </a:cubicBezTo>
                  <a:cubicBezTo>
                    <a:pt x="271" y="942"/>
                    <a:pt x="235" y="910"/>
                    <a:pt x="219" y="873"/>
                  </a:cubicBezTo>
                  <a:cubicBezTo>
                    <a:pt x="154" y="809"/>
                    <a:pt x="86" y="724"/>
                    <a:pt x="69" y="639"/>
                  </a:cubicBezTo>
                  <a:cubicBezTo>
                    <a:pt x="17" y="437"/>
                    <a:pt x="17" y="219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0">
              <a:extLst>
                <a:ext uri="{FF2B5EF4-FFF2-40B4-BE49-F238E27FC236}">
                  <a16:creationId xmlns:a16="http://schemas.microsoft.com/office/drawing/2014/main" id="{8698621F-0AEE-ABD5-63A4-1FC03678E35A}"/>
                </a:ext>
              </a:extLst>
            </p:cNvPr>
            <p:cNvSpPr/>
            <p:nvPr/>
          </p:nvSpPr>
          <p:spPr>
            <a:xfrm>
              <a:off x="871406" y="1902268"/>
              <a:ext cx="348035" cy="304232"/>
            </a:xfrm>
            <a:custGeom>
              <a:avLst/>
              <a:gdLst/>
              <a:ahLst/>
              <a:cxnLst/>
              <a:rect l="l" t="t" r="r" b="b"/>
              <a:pathLst>
                <a:path w="3504" h="3063" extrusionOk="0">
                  <a:moveTo>
                    <a:pt x="3402" y="0"/>
                  </a:moveTo>
                  <a:lnTo>
                    <a:pt x="3402" y="17"/>
                  </a:lnTo>
                  <a:cubicBezTo>
                    <a:pt x="3402" y="33"/>
                    <a:pt x="3386" y="49"/>
                    <a:pt x="3402" y="65"/>
                  </a:cubicBezTo>
                  <a:cubicBezTo>
                    <a:pt x="3471" y="267"/>
                    <a:pt x="3334" y="352"/>
                    <a:pt x="3168" y="437"/>
                  </a:cubicBezTo>
                  <a:cubicBezTo>
                    <a:pt x="2493" y="756"/>
                    <a:pt x="1819" y="1111"/>
                    <a:pt x="1164" y="1463"/>
                  </a:cubicBezTo>
                  <a:cubicBezTo>
                    <a:pt x="995" y="1548"/>
                    <a:pt x="845" y="1616"/>
                    <a:pt x="692" y="1701"/>
                  </a:cubicBezTo>
                  <a:lnTo>
                    <a:pt x="643" y="1734"/>
                  </a:lnTo>
                  <a:cubicBezTo>
                    <a:pt x="473" y="1818"/>
                    <a:pt x="304" y="1903"/>
                    <a:pt x="138" y="1968"/>
                  </a:cubicBezTo>
                  <a:cubicBezTo>
                    <a:pt x="37" y="2004"/>
                    <a:pt x="1" y="2069"/>
                    <a:pt x="1" y="2186"/>
                  </a:cubicBezTo>
                  <a:lnTo>
                    <a:pt x="1" y="2541"/>
                  </a:lnTo>
                  <a:cubicBezTo>
                    <a:pt x="1" y="2711"/>
                    <a:pt x="1" y="2877"/>
                    <a:pt x="17" y="3046"/>
                  </a:cubicBezTo>
                  <a:cubicBezTo>
                    <a:pt x="17" y="3046"/>
                    <a:pt x="17" y="3063"/>
                    <a:pt x="37" y="3063"/>
                  </a:cubicBezTo>
                  <a:lnTo>
                    <a:pt x="53" y="3046"/>
                  </a:lnTo>
                  <a:cubicBezTo>
                    <a:pt x="17" y="2877"/>
                    <a:pt x="37" y="2711"/>
                    <a:pt x="37" y="2541"/>
                  </a:cubicBezTo>
                  <a:lnTo>
                    <a:pt x="37" y="2186"/>
                  </a:lnTo>
                  <a:cubicBezTo>
                    <a:pt x="17" y="2085"/>
                    <a:pt x="69" y="2020"/>
                    <a:pt x="138" y="1984"/>
                  </a:cubicBezTo>
                  <a:cubicBezTo>
                    <a:pt x="320" y="1919"/>
                    <a:pt x="490" y="1835"/>
                    <a:pt x="659" y="1750"/>
                  </a:cubicBezTo>
                  <a:lnTo>
                    <a:pt x="692" y="1734"/>
                  </a:lnTo>
                  <a:cubicBezTo>
                    <a:pt x="861" y="1649"/>
                    <a:pt x="1011" y="1564"/>
                    <a:pt x="1164" y="1479"/>
                  </a:cubicBezTo>
                  <a:cubicBezTo>
                    <a:pt x="1819" y="1144"/>
                    <a:pt x="2493" y="792"/>
                    <a:pt x="3184" y="469"/>
                  </a:cubicBezTo>
                  <a:cubicBezTo>
                    <a:pt x="3350" y="388"/>
                    <a:pt x="3503" y="287"/>
                    <a:pt x="3418" y="49"/>
                  </a:cubicBezTo>
                  <a:cubicBezTo>
                    <a:pt x="3418" y="49"/>
                    <a:pt x="3418" y="33"/>
                    <a:pt x="3435" y="33"/>
                  </a:cubicBezTo>
                  <a:lnTo>
                    <a:pt x="3435" y="17"/>
                  </a:lnTo>
                  <a:cubicBezTo>
                    <a:pt x="3435" y="0"/>
                    <a:pt x="3435" y="0"/>
                    <a:pt x="3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0">
              <a:extLst>
                <a:ext uri="{FF2B5EF4-FFF2-40B4-BE49-F238E27FC236}">
                  <a16:creationId xmlns:a16="http://schemas.microsoft.com/office/drawing/2014/main" id="{7A020C31-7FEA-AA40-209D-EFAE1F157D93}"/>
                </a:ext>
              </a:extLst>
            </p:cNvPr>
            <p:cNvSpPr/>
            <p:nvPr/>
          </p:nvSpPr>
          <p:spPr>
            <a:xfrm>
              <a:off x="1553570" y="3401679"/>
              <a:ext cx="5264" cy="73997"/>
            </a:xfrm>
            <a:custGeom>
              <a:avLst/>
              <a:gdLst/>
              <a:ahLst/>
              <a:cxnLst/>
              <a:rect l="l" t="t" r="r" b="b"/>
              <a:pathLst>
                <a:path w="53" h="745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cubicBezTo>
                    <a:pt x="0" y="102"/>
                    <a:pt x="16" y="203"/>
                    <a:pt x="16" y="288"/>
                  </a:cubicBezTo>
                  <a:cubicBezTo>
                    <a:pt x="16" y="441"/>
                    <a:pt x="16" y="574"/>
                    <a:pt x="0" y="724"/>
                  </a:cubicBezTo>
                  <a:cubicBezTo>
                    <a:pt x="0" y="744"/>
                    <a:pt x="0" y="744"/>
                    <a:pt x="16" y="744"/>
                  </a:cubicBezTo>
                  <a:lnTo>
                    <a:pt x="16" y="724"/>
                  </a:lnTo>
                  <a:cubicBezTo>
                    <a:pt x="53" y="591"/>
                    <a:pt x="37" y="441"/>
                    <a:pt x="37" y="288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0">
              <a:extLst>
                <a:ext uri="{FF2B5EF4-FFF2-40B4-BE49-F238E27FC236}">
                  <a16:creationId xmlns:a16="http://schemas.microsoft.com/office/drawing/2014/main" id="{91417726-64F8-329A-CAD6-2713E6C2829C}"/>
                </a:ext>
              </a:extLst>
            </p:cNvPr>
            <p:cNvSpPr/>
            <p:nvPr/>
          </p:nvSpPr>
          <p:spPr>
            <a:xfrm>
              <a:off x="1413125" y="1943985"/>
              <a:ext cx="90386" cy="287844"/>
            </a:xfrm>
            <a:custGeom>
              <a:avLst/>
              <a:gdLst/>
              <a:ahLst/>
              <a:cxnLst/>
              <a:rect l="l" t="t" r="r" b="b"/>
              <a:pathLst>
                <a:path w="910" h="2898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0" y="118"/>
                    <a:pt x="0" y="219"/>
                    <a:pt x="17" y="304"/>
                  </a:cubicBezTo>
                  <a:lnTo>
                    <a:pt x="17" y="405"/>
                  </a:lnTo>
                  <a:cubicBezTo>
                    <a:pt x="17" y="453"/>
                    <a:pt x="53" y="453"/>
                    <a:pt x="69" y="473"/>
                  </a:cubicBezTo>
                  <a:cubicBezTo>
                    <a:pt x="85" y="489"/>
                    <a:pt x="101" y="489"/>
                    <a:pt x="101" y="506"/>
                  </a:cubicBezTo>
                  <a:cubicBezTo>
                    <a:pt x="340" y="825"/>
                    <a:pt x="558" y="1144"/>
                    <a:pt x="792" y="1463"/>
                  </a:cubicBezTo>
                  <a:lnTo>
                    <a:pt x="845" y="1548"/>
                  </a:lnTo>
                  <a:cubicBezTo>
                    <a:pt x="861" y="1584"/>
                    <a:pt x="861" y="1600"/>
                    <a:pt x="861" y="1633"/>
                  </a:cubicBezTo>
                  <a:lnTo>
                    <a:pt x="861" y="1649"/>
                  </a:lnTo>
                  <a:cubicBezTo>
                    <a:pt x="861" y="2020"/>
                    <a:pt x="861" y="2340"/>
                    <a:pt x="824" y="2675"/>
                  </a:cubicBezTo>
                  <a:cubicBezTo>
                    <a:pt x="824" y="2727"/>
                    <a:pt x="845" y="2776"/>
                    <a:pt x="861" y="2828"/>
                  </a:cubicBezTo>
                  <a:cubicBezTo>
                    <a:pt x="877" y="2845"/>
                    <a:pt x="877" y="2861"/>
                    <a:pt x="893" y="2877"/>
                  </a:cubicBezTo>
                  <a:lnTo>
                    <a:pt x="893" y="2897"/>
                  </a:lnTo>
                  <a:lnTo>
                    <a:pt x="909" y="2897"/>
                  </a:lnTo>
                  <a:lnTo>
                    <a:pt x="909" y="2877"/>
                  </a:lnTo>
                  <a:cubicBezTo>
                    <a:pt x="909" y="2861"/>
                    <a:pt x="893" y="2828"/>
                    <a:pt x="893" y="2812"/>
                  </a:cubicBezTo>
                  <a:cubicBezTo>
                    <a:pt x="877" y="2760"/>
                    <a:pt x="861" y="2727"/>
                    <a:pt x="861" y="2675"/>
                  </a:cubicBezTo>
                  <a:cubicBezTo>
                    <a:pt x="877" y="2340"/>
                    <a:pt x="877" y="2020"/>
                    <a:pt x="877" y="1649"/>
                  </a:cubicBezTo>
                  <a:cubicBezTo>
                    <a:pt x="893" y="1649"/>
                    <a:pt x="893" y="1633"/>
                    <a:pt x="893" y="1633"/>
                  </a:cubicBezTo>
                  <a:cubicBezTo>
                    <a:pt x="893" y="1600"/>
                    <a:pt x="893" y="1564"/>
                    <a:pt x="877" y="1532"/>
                  </a:cubicBezTo>
                  <a:lnTo>
                    <a:pt x="808" y="1447"/>
                  </a:lnTo>
                  <a:cubicBezTo>
                    <a:pt x="590" y="1128"/>
                    <a:pt x="356" y="809"/>
                    <a:pt x="138" y="489"/>
                  </a:cubicBezTo>
                  <a:cubicBezTo>
                    <a:pt x="118" y="473"/>
                    <a:pt x="101" y="453"/>
                    <a:pt x="85" y="453"/>
                  </a:cubicBezTo>
                  <a:cubicBezTo>
                    <a:pt x="69" y="437"/>
                    <a:pt x="53" y="437"/>
                    <a:pt x="53" y="405"/>
                  </a:cubicBezTo>
                  <a:cubicBezTo>
                    <a:pt x="53" y="372"/>
                    <a:pt x="37" y="336"/>
                    <a:pt x="37" y="304"/>
                  </a:cubicBezTo>
                  <a:cubicBezTo>
                    <a:pt x="37" y="203"/>
                    <a:pt x="17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0">
              <a:extLst>
                <a:ext uri="{FF2B5EF4-FFF2-40B4-BE49-F238E27FC236}">
                  <a16:creationId xmlns:a16="http://schemas.microsoft.com/office/drawing/2014/main" id="{0CF7AF5E-CD13-AE23-89A3-B3094E3DDBB6}"/>
                </a:ext>
              </a:extLst>
            </p:cNvPr>
            <p:cNvSpPr/>
            <p:nvPr/>
          </p:nvSpPr>
          <p:spPr>
            <a:xfrm>
              <a:off x="1673952" y="3346752"/>
              <a:ext cx="5264" cy="76679"/>
            </a:xfrm>
            <a:custGeom>
              <a:avLst/>
              <a:gdLst/>
              <a:ahLst/>
              <a:cxnLst/>
              <a:rect l="l" t="t" r="r" b="b"/>
              <a:pathLst>
                <a:path w="53" h="772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6" y="134"/>
                    <a:pt x="16" y="251"/>
                    <a:pt x="16" y="352"/>
                  </a:cubicBezTo>
                  <a:lnTo>
                    <a:pt x="16" y="590"/>
                  </a:lnTo>
                  <a:lnTo>
                    <a:pt x="16" y="639"/>
                  </a:lnTo>
                  <a:cubicBezTo>
                    <a:pt x="16" y="671"/>
                    <a:pt x="16" y="723"/>
                    <a:pt x="0" y="756"/>
                  </a:cubicBezTo>
                  <a:lnTo>
                    <a:pt x="16" y="772"/>
                  </a:lnTo>
                  <a:lnTo>
                    <a:pt x="37" y="756"/>
                  </a:lnTo>
                  <a:cubicBezTo>
                    <a:pt x="53" y="723"/>
                    <a:pt x="53" y="671"/>
                    <a:pt x="53" y="639"/>
                  </a:cubicBezTo>
                  <a:cubicBezTo>
                    <a:pt x="37" y="622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52"/>
                  </a:cubicBezTo>
                  <a:cubicBezTo>
                    <a:pt x="37" y="251"/>
                    <a:pt x="37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0">
              <a:extLst>
                <a:ext uri="{FF2B5EF4-FFF2-40B4-BE49-F238E27FC236}">
                  <a16:creationId xmlns:a16="http://schemas.microsoft.com/office/drawing/2014/main" id="{2DF77FB7-3B8D-BF8A-2729-21C237A88883}"/>
                </a:ext>
              </a:extLst>
            </p:cNvPr>
            <p:cNvSpPr/>
            <p:nvPr/>
          </p:nvSpPr>
          <p:spPr>
            <a:xfrm>
              <a:off x="1923059" y="2450344"/>
              <a:ext cx="123759" cy="246127"/>
            </a:xfrm>
            <a:custGeom>
              <a:avLst/>
              <a:gdLst/>
              <a:ahLst/>
              <a:cxnLst/>
              <a:rect l="l" t="t" r="r" b="b"/>
              <a:pathLst>
                <a:path w="1246" h="2478" extrusionOk="0">
                  <a:moveTo>
                    <a:pt x="53" y="1"/>
                  </a:moveTo>
                  <a:cubicBezTo>
                    <a:pt x="17" y="86"/>
                    <a:pt x="17" y="170"/>
                    <a:pt x="17" y="239"/>
                  </a:cubicBezTo>
                  <a:lnTo>
                    <a:pt x="17" y="356"/>
                  </a:lnTo>
                  <a:cubicBezTo>
                    <a:pt x="1" y="574"/>
                    <a:pt x="53" y="760"/>
                    <a:pt x="187" y="946"/>
                  </a:cubicBezTo>
                  <a:cubicBezTo>
                    <a:pt x="473" y="1350"/>
                    <a:pt x="760" y="1802"/>
                    <a:pt x="1128" y="2360"/>
                  </a:cubicBezTo>
                  <a:cubicBezTo>
                    <a:pt x="1164" y="2408"/>
                    <a:pt x="1197" y="2445"/>
                    <a:pt x="1229" y="2477"/>
                  </a:cubicBezTo>
                  <a:lnTo>
                    <a:pt x="1245" y="2461"/>
                  </a:lnTo>
                  <a:lnTo>
                    <a:pt x="1245" y="2445"/>
                  </a:lnTo>
                  <a:cubicBezTo>
                    <a:pt x="1213" y="2424"/>
                    <a:pt x="1180" y="2392"/>
                    <a:pt x="1144" y="2344"/>
                  </a:cubicBezTo>
                  <a:cubicBezTo>
                    <a:pt x="793" y="1786"/>
                    <a:pt x="490" y="1334"/>
                    <a:pt x="219" y="930"/>
                  </a:cubicBezTo>
                  <a:cubicBezTo>
                    <a:pt x="86" y="744"/>
                    <a:pt x="33" y="558"/>
                    <a:pt x="53" y="356"/>
                  </a:cubicBezTo>
                  <a:lnTo>
                    <a:pt x="53" y="239"/>
                  </a:lnTo>
                  <a:cubicBezTo>
                    <a:pt x="33" y="154"/>
                    <a:pt x="33" y="86"/>
                    <a:pt x="69" y="21"/>
                  </a:cubicBezTo>
                  <a:cubicBezTo>
                    <a:pt x="86" y="21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0">
              <a:extLst>
                <a:ext uri="{FF2B5EF4-FFF2-40B4-BE49-F238E27FC236}">
                  <a16:creationId xmlns:a16="http://schemas.microsoft.com/office/drawing/2014/main" id="{395F8F4E-BF92-7A0C-82DC-440BDD383797}"/>
                </a:ext>
              </a:extLst>
            </p:cNvPr>
            <p:cNvSpPr/>
            <p:nvPr/>
          </p:nvSpPr>
          <p:spPr>
            <a:xfrm>
              <a:off x="1643857" y="3646018"/>
              <a:ext cx="6853" cy="75189"/>
            </a:xfrm>
            <a:custGeom>
              <a:avLst/>
              <a:gdLst/>
              <a:ahLst/>
              <a:cxnLst/>
              <a:rect l="l" t="t" r="r" b="b"/>
              <a:pathLst>
                <a:path w="69" h="757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51"/>
                    <a:pt x="16" y="369"/>
                  </a:cubicBezTo>
                  <a:lnTo>
                    <a:pt x="16" y="607"/>
                  </a:lnTo>
                  <a:lnTo>
                    <a:pt x="16" y="655"/>
                  </a:lnTo>
                  <a:cubicBezTo>
                    <a:pt x="16" y="688"/>
                    <a:pt x="37" y="708"/>
                    <a:pt x="16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7" y="756"/>
                  </a:lnTo>
                  <a:cubicBezTo>
                    <a:pt x="53" y="724"/>
                    <a:pt x="53" y="672"/>
                    <a:pt x="53" y="655"/>
                  </a:cubicBezTo>
                  <a:lnTo>
                    <a:pt x="53" y="607"/>
                  </a:lnTo>
                  <a:lnTo>
                    <a:pt x="53" y="369"/>
                  </a:lnTo>
                  <a:cubicBezTo>
                    <a:pt x="53" y="25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0">
              <a:extLst>
                <a:ext uri="{FF2B5EF4-FFF2-40B4-BE49-F238E27FC236}">
                  <a16:creationId xmlns:a16="http://schemas.microsoft.com/office/drawing/2014/main" id="{A5555BD3-8EFC-0994-58E0-997149503B7E}"/>
                </a:ext>
              </a:extLst>
            </p:cNvPr>
            <p:cNvSpPr/>
            <p:nvPr/>
          </p:nvSpPr>
          <p:spPr>
            <a:xfrm>
              <a:off x="574127" y="2903762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06"/>
                  </a:lnTo>
                  <a:cubicBezTo>
                    <a:pt x="17" y="655"/>
                    <a:pt x="17" y="687"/>
                    <a:pt x="33" y="724"/>
                  </a:cubicBezTo>
                  <a:lnTo>
                    <a:pt x="49" y="724"/>
                  </a:lnTo>
                  <a:lnTo>
                    <a:pt x="49" y="707"/>
                  </a:lnTo>
                  <a:cubicBezTo>
                    <a:pt x="33" y="687"/>
                    <a:pt x="33" y="655"/>
                    <a:pt x="33" y="606"/>
                  </a:cubicBezTo>
                  <a:lnTo>
                    <a:pt x="33" y="570"/>
                  </a:lnTo>
                  <a:lnTo>
                    <a:pt x="33" y="368"/>
                  </a:lnTo>
                  <a:cubicBezTo>
                    <a:pt x="33" y="251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0">
              <a:extLst>
                <a:ext uri="{FF2B5EF4-FFF2-40B4-BE49-F238E27FC236}">
                  <a16:creationId xmlns:a16="http://schemas.microsoft.com/office/drawing/2014/main" id="{48E48611-200F-3B4E-FF20-2599302D8716}"/>
                </a:ext>
              </a:extLst>
            </p:cNvPr>
            <p:cNvSpPr/>
            <p:nvPr/>
          </p:nvSpPr>
          <p:spPr>
            <a:xfrm>
              <a:off x="508671" y="3005670"/>
              <a:ext cx="133791" cy="75189"/>
            </a:xfrm>
            <a:custGeom>
              <a:avLst/>
              <a:gdLst/>
              <a:ahLst/>
              <a:cxnLst/>
              <a:rect l="l" t="t" r="r" b="b"/>
              <a:pathLst>
                <a:path w="1347" h="757" extrusionOk="0">
                  <a:moveTo>
                    <a:pt x="1265" y="1"/>
                  </a:moveTo>
                  <a:cubicBezTo>
                    <a:pt x="1197" y="33"/>
                    <a:pt x="1128" y="65"/>
                    <a:pt x="1063" y="85"/>
                  </a:cubicBezTo>
                  <a:cubicBezTo>
                    <a:pt x="894" y="150"/>
                    <a:pt x="708" y="219"/>
                    <a:pt x="538" y="287"/>
                  </a:cubicBezTo>
                  <a:cubicBezTo>
                    <a:pt x="490" y="304"/>
                    <a:pt x="437" y="320"/>
                    <a:pt x="389" y="352"/>
                  </a:cubicBezTo>
                  <a:cubicBezTo>
                    <a:pt x="304" y="388"/>
                    <a:pt x="203" y="421"/>
                    <a:pt x="118" y="453"/>
                  </a:cubicBezTo>
                  <a:cubicBezTo>
                    <a:pt x="102" y="453"/>
                    <a:pt x="102" y="453"/>
                    <a:pt x="102" y="469"/>
                  </a:cubicBezTo>
                  <a:lnTo>
                    <a:pt x="118" y="469"/>
                  </a:lnTo>
                  <a:cubicBezTo>
                    <a:pt x="219" y="453"/>
                    <a:pt x="304" y="421"/>
                    <a:pt x="405" y="368"/>
                  </a:cubicBezTo>
                  <a:cubicBezTo>
                    <a:pt x="457" y="352"/>
                    <a:pt x="506" y="336"/>
                    <a:pt x="558" y="304"/>
                  </a:cubicBezTo>
                  <a:cubicBezTo>
                    <a:pt x="724" y="251"/>
                    <a:pt x="894" y="186"/>
                    <a:pt x="1063" y="118"/>
                  </a:cubicBezTo>
                  <a:cubicBezTo>
                    <a:pt x="1128" y="85"/>
                    <a:pt x="1197" y="65"/>
                    <a:pt x="1265" y="33"/>
                  </a:cubicBezTo>
                  <a:cubicBezTo>
                    <a:pt x="1265" y="49"/>
                    <a:pt x="1282" y="49"/>
                    <a:pt x="1282" y="65"/>
                  </a:cubicBezTo>
                  <a:cubicBezTo>
                    <a:pt x="1298" y="150"/>
                    <a:pt x="1314" y="219"/>
                    <a:pt x="1229" y="251"/>
                  </a:cubicBezTo>
                  <a:cubicBezTo>
                    <a:pt x="942" y="368"/>
                    <a:pt x="639" y="489"/>
                    <a:pt x="336" y="607"/>
                  </a:cubicBezTo>
                  <a:cubicBezTo>
                    <a:pt x="235" y="639"/>
                    <a:pt x="118" y="691"/>
                    <a:pt x="17" y="740"/>
                  </a:cubicBezTo>
                  <a:cubicBezTo>
                    <a:pt x="17" y="740"/>
                    <a:pt x="1" y="740"/>
                    <a:pt x="1" y="756"/>
                  </a:cubicBezTo>
                  <a:lnTo>
                    <a:pt x="17" y="756"/>
                  </a:lnTo>
                  <a:cubicBezTo>
                    <a:pt x="134" y="708"/>
                    <a:pt x="255" y="671"/>
                    <a:pt x="356" y="623"/>
                  </a:cubicBezTo>
                  <a:cubicBezTo>
                    <a:pt x="639" y="506"/>
                    <a:pt x="942" y="388"/>
                    <a:pt x="1245" y="267"/>
                  </a:cubicBezTo>
                  <a:cubicBezTo>
                    <a:pt x="1346" y="219"/>
                    <a:pt x="1330" y="134"/>
                    <a:pt x="1298" y="49"/>
                  </a:cubicBezTo>
                  <a:cubicBezTo>
                    <a:pt x="1298" y="49"/>
                    <a:pt x="1298" y="33"/>
                    <a:pt x="1282" y="17"/>
                  </a:cubicBezTo>
                  <a:lnTo>
                    <a:pt x="12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0">
              <a:extLst>
                <a:ext uri="{FF2B5EF4-FFF2-40B4-BE49-F238E27FC236}">
                  <a16:creationId xmlns:a16="http://schemas.microsoft.com/office/drawing/2014/main" id="{86EFF9C6-576D-57AF-B49B-C0A6BDB17227}"/>
                </a:ext>
              </a:extLst>
            </p:cNvPr>
            <p:cNvSpPr/>
            <p:nvPr/>
          </p:nvSpPr>
          <p:spPr>
            <a:xfrm>
              <a:off x="856607" y="1534369"/>
              <a:ext cx="357570" cy="326283"/>
            </a:xfrm>
            <a:custGeom>
              <a:avLst/>
              <a:gdLst/>
              <a:ahLst/>
              <a:cxnLst/>
              <a:rect l="l" t="t" r="r" b="b"/>
              <a:pathLst>
                <a:path w="3600" h="3285" extrusionOk="0">
                  <a:moveTo>
                    <a:pt x="3567" y="0"/>
                  </a:moveTo>
                  <a:cubicBezTo>
                    <a:pt x="3567" y="0"/>
                    <a:pt x="3551" y="0"/>
                    <a:pt x="3551" y="16"/>
                  </a:cubicBezTo>
                  <a:cubicBezTo>
                    <a:pt x="3584" y="101"/>
                    <a:pt x="3584" y="186"/>
                    <a:pt x="3567" y="271"/>
                  </a:cubicBezTo>
                  <a:lnTo>
                    <a:pt x="3567" y="420"/>
                  </a:lnTo>
                  <a:lnTo>
                    <a:pt x="3567" y="978"/>
                  </a:lnTo>
                  <a:lnTo>
                    <a:pt x="3567" y="1281"/>
                  </a:lnTo>
                  <a:cubicBezTo>
                    <a:pt x="3567" y="1313"/>
                    <a:pt x="3567" y="1329"/>
                    <a:pt x="3519" y="1345"/>
                  </a:cubicBezTo>
                  <a:cubicBezTo>
                    <a:pt x="3398" y="1414"/>
                    <a:pt x="3281" y="1483"/>
                    <a:pt x="3147" y="1547"/>
                  </a:cubicBezTo>
                  <a:cubicBezTo>
                    <a:pt x="2743" y="1769"/>
                    <a:pt x="2323" y="1988"/>
                    <a:pt x="1919" y="2222"/>
                  </a:cubicBezTo>
                  <a:cubicBezTo>
                    <a:pt x="1362" y="2525"/>
                    <a:pt x="808" y="2828"/>
                    <a:pt x="352" y="3082"/>
                  </a:cubicBezTo>
                  <a:cubicBezTo>
                    <a:pt x="267" y="3115"/>
                    <a:pt x="202" y="3163"/>
                    <a:pt x="118" y="3200"/>
                  </a:cubicBezTo>
                  <a:cubicBezTo>
                    <a:pt x="85" y="3216"/>
                    <a:pt x="49" y="3232"/>
                    <a:pt x="17" y="3248"/>
                  </a:cubicBezTo>
                  <a:cubicBezTo>
                    <a:pt x="0" y="3248"/>
                    <a:pt x="0" y="3264"/>
                    <a:pt x="0" y="3264"/>
                  </a:cubicBezTo>
                  <a:lnTo>
                    <a:pt x="17" y="3284"/>
                  </a:lnTo>
                  <a:cubicBezTo>
                    <a:pt x="65" y="3248"/>
                    <a:pt x="101" y="3232"/>
                    <a:pt x="134" y="3216"/>
                  </a:cubicBezTo>
                  <a:cubicBezTo>
                    <a:pt x="202" y="3183"/>
                    <a:pt x="287" y="3147"/>
                    <a:pt x="368" y="3099"/>
                  </a:cubicBezTo>
                  <a:cubicBezTo>
                    <a:pt x="824" y="2844"/>
                    <a:pt x="1378" y="2557"/>
                    <a:pt x="1935" y="2238"/>
                  </a:cubicBezTo>
                  <a:cubicBezTo>
                    <a:pt x="2339" y="2004"/>
                    <a:pt x="2759" y="1786"/>
                    <a:pt x="3163" y="1568"/>
                  </a:cubicBezTo>
                  <a:cubicBezTo>
                    <a:pt x="3281" y="1499"/>
                    <a:pt x="3418" y="1430"/>
                    <a:pt x="3535" y="1366"/>
                  </a:cubicBezTo>
                  <a:cubicBezTo>
                    <a:pt x="3584" y="1345"/>
                    <a:pt x="3600" y="1329"/>
                    <a:pt x="3600" y="1281"/>
                  </a:cubicBezTo>
                  <a:lnTo>
                    <a:pt x="3600" y="978"/>
                  </a:lnTo>
                  <a:lnTo>
                    <a:pt x="3600" y="420"/>
                  </a:lnTo>
                  <a:lnTo>
                    <a:pt x="3600" y="271"/>
                  </a:lnTo>
                  <a:cubicBezTo>
                    <a:pt x="3600" y="186"/>
                    <a:pt x="3600" y="101"/>
                    <a:pt x="35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0">
              <a:extLst>
                <a:ext uri="{FF2B5EF4-FFF2-40B4-BE49-F238E27FC236}">
                  <a16:creationId xmlns:a16="http://schemas.microsoft.com/office/drawing/2014/main" id="{EFC0B536-A725-68E3-547F-6DD3F7B96092}"/>
                </a:ext>
              </a:extLst>
            </p:cNvPr>
            <p:cNvSpPr/>
            <p:nvPr/>
          </p:nvSpPr>
          <p:spPr>
            <a:xfrm>
              <a:off x="1409946" y="2520567"/>
              <a:ext cx="91975" cy="225964"/>
            </a:xfrm>
            <a:custGeom>
              <a:avLst/>
              <a:gdLst/>
              <a:ahLst/>
              <a:cxnLst/>
              <a:rect l="l" t="t" r="r" b="b"/>
              <a:pathLst>
                <a:path w="926" h="2275" extrusionOk="0">
                  <a:moveTo>
                    <a:pt x="85" y="1"/>
                  </a:moveTo>
                  <a:lnTo>
                    <a:pt x="69" y="21"/>
                  </a:lnTo>
                  <a:cubicBezTo>
                    <a:pt x="32" y="37"/>
                    <a:pt x="16" y="53"/>
                    <a:pt x="16" y="85"/>
                  </a:cubicBezTo>
                  <a:cubicBezTo>
                    <a:pt x="32" y="186"/>
                    <a:pt x="16" y="287"/>
                    <a:pt x="16" y="388"/>
                  </a:cubicBezTo>
                  <a:lnTo>
                    <a:pt x="16" y="590"/>
                  </a:lnTo>
                  <a:lnTo>
                    <a:pt x="16" y="708"/>
                  </a:lnTo>
                  <a:cubicBezTo>
                    <a:pt x="16" y="877"/>
                    <a:pt x="16" y="1063"/>
                    <a:pt x="0" y="1249"/>
                  </a:cubicBezTo>
                  <a:cubicBezTo>
                    <a:pt x="0" y="1265"/>
                    <a:pt x="0" y="1265"/>
                    <a:pt x="16" y="1265"/>
                  </a:cubicBezTo>
                  <a:cubicBezTo>
                    <a:pt x="16" y="1265"/>
                    <a:pt x="32" y="1265"/>
                    <a:pt x="32" y="1249"/>
                  </a:cubicBezTo>
                  <a:cubicBezTo>
                    <a:pt x="49" y="1063"/>
                    <a:pt x="49" y="877"/>
                    <a:pt x="32" y="708"/>
                  </a:cubicBezTo>
                  <a:lnTo>
                    <a:pt x="32" y="590"/>
                  </a:lnTo>
                  <a:cubicBezTo>
                    <a:pt x="32" y="526"/>
                    <a:pt x="32" y="457"/>
                    <a:pt x="49" y="388"/>
                  </a:cubicBezTo>
                  <a:cubicBezTo>
                    <a:pt x="49" y="287"/>
                    <a:pt x="49" y="186"/>
                    <a:pt x="32" y="69"/>
                  </a:cubicBezTo>
                  <a:cubicBezTo>
                    <a:pt x="32" y="53"/>
                    <a:pt x="49" y="53"/>
                    <a:pt x="69" y="37"/>
                  </a:cubicBezTo>
                  <a:lnTo>
                    <a:pt x="85" y="37"/>
                  </a:lnTo>
                  <a:cubicBezTo>
                    <a:pt x="150" y="102"/>
                    <a:pt x="202" y="170"/>
                    <a:pt x="251" y="239"/>
                  </a:cubicBezTo>
                  <a:cubicBezTo>
                    <a:pt x="372" y="405"/>
                    <a:pt x="505" y="574"/>
                    <a:pt x="654" y="728"/>
                  </a:cubicBezTo>
                  <a:cubicBezTo>
                    <a:pt x="824" y="910"/>
                    <a:pt x="893" y="1095"/>
                    <a:pt x="877" y="1366"/>
                  </a:cubicBezTo>
                  <a:lnTo>
                    <a:pt x="877" y="1855"/>
                  </a:lnTo>
                  <a:lnTo>
                    <a:pt x="877" y="2004"/>
                  </a:lnTo>
                  <a:lnTo>
                    <a:pt x="877" y="2089"/>
                  </a:lnTo>
                  <a:cubicBezTo>
                    <a:pt x="856" y="2158"/>
                    <a:pt x="840" y="2206"/>
                    <a:pt x="877" y="2275"/>
                  </a:cubicBezTo>
                  <a:lnTo>
                    <a:pt x="893" y="2275"/>
                  </a:lnTo>
                  <a:cubicBezTo>
                    <a:pt x="909" y="2275"/>
                    <a:pt x="909" y="2259"/>
                    <a:pt x="909" y="2259"/>
                  </a:cubicBezTo>
                  <a:cubicBezTo>
                    <a:pt x="877" y="2206"/>
                    <a:pt x="877" y="2158"/>
                    <a:pt x="893" y="2105"/>
                  </a:cubicBezTo>
                  <a:cubicBezTo>
                    <a:pt x="893" y="2073"/>
                    <a:pt x="909" y="2041"/>
                    <a:pt x="909" y="2004"/>
                  </a:cubicBezTo>
                  <a:lnTo>
                    <a:pt x="909" y="1855"/>
                  </a:lnTo>
                  <a:cubicBezTo>
                    <a:pt x="893" y="1685"/>
                    <a:pt x="893" y="1536"/>
                    <a:pt x="909" y="1382"/>
                  </a:cubicBezTo>
                  <a:cubicBezTo>
                    <a:pt x="925" y="1095"/>
                    <a:pt x="856" y="893"/>
                    <a:pt x="675" y="708"/>
                  </a:cubicBezTo>
                  <a:cubicBezTo>
                    <a:pt x="521" y="558"/>
                    <a:pt x="404" y="388"/>
                    <a:pt x="271" y="223"/>
                  </a:cubicBezTo>
                  <a:cubicBezTo>
                    <a:pt x="218" y="154"/>
                    <a:pt x="150" y="85"/>
                    <a:pt x="1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0">
              <a:extLst>
                <a:ext uri="{FF2B5EF4-FFF2-40B4-BE49-F238E27FC236}">
                  <a16:creationId xmlns:a16="http://schemas.microsoft.com/office/drawing/2014/main" id="{0CEB0CDA-C19E-F0AD-2401-DD41B6DBB2D8}"/>
                </a:ext>
              </a:extLst>
            </p:cNvPr>
            <p:cNvSpPr/>
            <p:nvPr/>
          </p:nvSpPr>
          <p:spPr>
            <a:xfrm>
              <a:off x="1292743" y="1348929"/>
              <a:ext cx="5264" cy="73600"/>
            </a:xfrm>
            <a:custGeom>
              <a:avLst/>
              <a:gdLst/>
              <a:ahLst/>
              <a:cxnLst/>
              <a:rect l="l" t="t" r="r" b="b"/>
              <a:pathLst>
                <a:path w="53" h="74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23"/>
                  </a:lnTo>
                  <a:cubicBezTo>
                    <a:pt x="17" y="655"/>
                    <a:pt x="17" y="688"/>
                    <a:pt x="37" y="740"/>
                  </a:cubicBezTo>
                  <a:lnTo>
                    <a:pt x="53" y="740"/>
                  </a:lnTo>
                  <a:lnTo>
                    <a:pt x="53" y="724"/>
                  </a:lnTo>
                  <a:cubicBezTo>
                    <a:pt x="37" y="688"/>
                    <a:pt x="37" y="655"/>
                    <a:pt x="53" y="623"/>
                  </a:cubicBezTo>
                  <a:lnTo>
                    <a:pt x="53" y="570"/>
                  </a:lnTo>
                  <a:cubicBezTo>
                    <a:pt x="37" y="506"/>
                    <a:pt x="37" y="437"/>
                    <a:pt x="53" y="368"/>
                  </a:cubicBezTo>
                  <a:cubicBezTo>
                    <a:pt x="53" y="251"/>
                    <a:pt x="53" y="134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0">
              <a:extLst>
                <a:ext uri="{FF2B5EF4-FFF2-40B4-BE49-F238E27FC236}">
                  <a16:creationId xmlns:a16="http://schemas.microsoft.com/office/drawing/2014/main" id="{5D027D3D-02DD-32E7-7D4D-B8749391463D}"/>
                </a:ext>
              </a:extLst>
            </p:cNvPr>
            <p:cNvSpPr/>
            <p:nvPr/>
          </p:nvSpPr>
          <p:spPr>
            <a:xfrm>
              <a:off x="1921470" y="3296593"/>
              <a:ext cx="132102" cy="225567"/>
            </a:xfrm>
            <a:custGeom>
              <a:avLst/>
              <a:gdLst/>
              <a:ahLst/>
              <a:cxnLst/>
              <a:rect l="l" t="t" r="r" b="b"/>
              <a:pathLst>
                <a:path w="1330" h="2271" extrusionOk="0">
                  <a:moveTo>
                    <a:pt x="69" y="0"/>
                  </a:moveTo>
                  <a:cubicBezTo>
                    <a:pt x="69" y="0"/>
                    <a:pt x="49" y="0"/>
                    <a:pt x="49" y="17"/>
                  </a:cubicBezTo>
                  <a:cubicBezTo>
                    <a:pt x="1" y="134"/>
                    <a:pt x="49" y="219"/>
                    <a:pt x="118" y="303"/>
                  </a:cubicBezTo>
                  <a:cubicBezTo>
                    <a:pt x="287" y="489"/>
                    <a:pt x="473" y="671"/>
                    <a:pt x="623" y="873"/>
                  </a:cubicBezTo>
                  <a:lnTo>
                    <a:pt x="776" y="1026"/>
                  </a:lnTo>
                  <a:cubicBezTo>
                    <a:pt x="825" y="1095"/>
                    <a:pt x="893" y="1176"/>
                    <a:pt x="958" y="1245"/>
                  </a:cubicBezTo>
                  <a:cubicBezTo>
                    <a:pt x="1043" y="1346"/>
                    <a:pt x="1128" y="1447"/>
                    <a:pt x="1213" y="1548"/>
                  </a:cubicBezTo>
                  <a:cubicBezTo>
                    <a:pt x="1281" y="1616"/>
                    <a:pt x="1297" y="1681"/>
                    <a:pt x="1297" y="1766"/>
                  </a:cubicBezTo>
                  <a:lnTo>
                    <a:pt x="1297" y="1952"/>
                  </a:lnTo>
                  <a:cubicBezTo>
                    <a:pt x="1297" y="2053"/>
                    <a:pt x="1297" y="2154"/>
                    <a:pt x="1261" y="2255"/>
                  </a:cubicBezTo>
                  <a:cubicBezTo>
                    <a:pt x="1261" y="2255"/>
                    <a:pt x="1261" y="2271"/>
                    <a:pt x="1281" y="2271"/>
                  </a:cubicBezTo>
                  <a:lnTo>
                    <a:pt x="1297" y="2255"/>
                  </a:lnTo>
                  <a:cubicBezTo>
                    <a:pt x="1330" y="2154"/>
                    <a:pt x="1330" y="2053"/>
                    <a:pt x="1314" y="1952"/>
                  </a:cubicBezTo>
                  <a:lnTo>
                    <a:pt x="1314" y="1766"/>
                  </a:lnTo>
                  <a:cubicBezTo>
                    <a:pt x="1330" y="1665"/>
                    <a:pt x="1297" y="1600"/>
                    <a:pt x="1229" y="1515"/>
                  </a:cubicBezTo>
                  <a:cubicBezTo>
                    <a:pt x="1144" y="1430"/>
                    <a:pt x="1059" y="1329"/>
                    <a:pt x="978" y="1228"/>
                  </a:cubicBezTo>
                  <a:cubicBezTo>
                    <a:pt x="910" y="1160"/>
                    <a:pt x="857" y="1075"/>
                    <a:pt x="792" y="1010"/>
                  </a:cubicBezTo>
                  <a:cubicBezTo>
                    <a:pt x="740" y="958"/>
                    <a:pt x="691" y="909"/>
                    <a:pt x="655" y="857"/>
                  </a:cubicBezTo>
                  <a:cubicBezTo>
                    <a:pt x="489" y="655"/>
                    <a:pt x="320" y="469"/>
                    <a:pt x="134" y="287"/>
                  </a:cubicBezTo>
                  <a:cubicBezTo>
                    <a:pt x="69" y="202"/>
                    <a:pt x="33" y="134"/>
                    <a:pt x="85" y="17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0">
              <a:extLst>
                <a:ext uri="{FF2B5EF4-FFF2-40B4-BE49-F238E27FC236}">
                  <a16:creationId xmlns:a16="http://schemas.microsoft.com/office/drawing/2014/main" id="{B3E80748-188C-C292-8C5E-388BC4BC1903}"/>
                </a:ext>
              </a:extLst>
            </p:cNvPr>
            <p:cNvSpPr/>
            <p:nvPr/>
          </p:nvSpPr>
          <p:spPr>
            <a:xfrm>
              <a:off x="669181" y="2935447"/>
              <a:ext cx="145809" cy="179083"/>
            </a:xfrm>
            <a:custGeom>
              <a:avLst/>
              <a:gdLst/>
              <a:ahLst/>
              <a:cxnLst/>
              <a:rect l="l" t="t" r="r" b="b"/>
              <a:pathLst>
                <a:path w="1468" h="1803" extrusionOk="0">
                  <a:moveTo>
                    <a:pt x="1447" y="1"/>
                  </a:moveTo>
                  <a:cubicBezTo>
                    <a:pt x="1346" y="49"/>
                    <a:pt x="1229" y="102"/>
                    <a:pt x="1112" y="134"/>
                  </a:cubicBezTo>
                  <a:cubicBezTo>
                    <a:pt x="841" y="235"/>
                    <a:pt x="591" y="336"/>
                    <a:pt x="320" y="437"/>
                  </a:cubicBezTo>
                  <a:cubicBezTo>
                    <a:pt x="1" y="554"/>
                    <a:pt x="1" y="570"/>
                    <a:pt x="1" y="910"/>
                  </a:cubicBezTo>
                  <a:lnTo>
                    <a:pt x="1" y="1516"/>
                  </a:lnTo>
                  <a:lnTo>
                    <a:pt x="1" y="1782"/>
                  </a:lnTo>
                  <a:cubicBezTo>
                    <a:pt x="1" y="1802"/>
                    <a:pt x="1" y="1802"/>
                    <a:pt x="17" y="1802"/>
                  </a:cubicBezTo>
                  <a:cubicBezTo>
                    <a:pt x="17" y="1802"/>
                    <a:pt x="33" y="1802"/>
                    <a:pt x="33" y="1782"/>
                  </a:cubicBezTo>
                  <a:lnTo>
                    <a:pt x="17" y="1516"/>
                  </a:lnTo>
                  <a:cubicBezTo>
                    <a:pt x="17" y="1314"/>
                    <a:pt x="17" y="1112"/>
                    <a:pt x="33" y="910"/>
                  </a:cubicBezTo>
                  <a:cubicBezTo>
                    <a:pt x="33" y="590"/>
                    <a:pt x="33" y="590"/>
                    <a:pt x="320" y="469"/>
                  </a:cubicBezTo>
                  <a:cubicBezTo>
                    <a:pt x="591" y="368"/>
                    <a:pt x="861" y="267"/>
                    <a:pt x="1112" y="166"/>
                  </a:cubicBezTo>
                  <a:cubicBezTo>
                    <a:pt x="1229" y="118"/>
                    <a:pt x="1346" y="85"/>
                    <a:pt x="1467" y="33"/>
                  </a:cubicBezTo>
                  <a:lnTo>
                    <a:pt x="1467" y="17"/>
                  </a:lnTo>
                  <a:cubicBezTo>
                    <a:pt x="1467" y="17"/>
                    <a:pt x="1467" y="1"/>
                    <a:pt x="14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0">
              <a:extLst>
                <a:ext uri="{FF2B5EF4-FFF2-40B4-BE49-F238E27FC236}">
                  <a16:creationId xmlns:a16="http://schemas.microsoft.com/office/drawing/2014/main" id="{5EA6BB92-2ABC-30CC-EDFE-C1CC0D95B294}"/>
                </a:ext>
              </a:extLst>
            </p:cNvPr>
            <p:cNvSpPr/>
            <p:nvPr/>
          </p:nvSpPr>
          <p:spPr>
            <a:xfrm>
              <a:off x="1444810" y="1703221"/>
              <a:ext cx="3675" cy="75189"/>
            </a:xfrm>
            <a:custGeom>
              <a:avLst/>
              <a:gdLst/>
              <a:ahLst/>
              <a:cxnLst/>
              <a:rect l="l" t="t" r="r" b="b"/>
              <a:pathLst>
                <a:path w="37" h="757" extrusionOk="0">
                  <a:moveTo>
                    <a:pt x="21" y="1"/>
                  </a:moveTo>
                  <a:cubicBezTo>
                    <a:pt x="1" y="170"/>
                    <a:pt x="1" y="320"/>
                    <a:pt x="1" y="473"/>
                  </a:cubicBezTo>
                  <a:lnTo>
                    <a:pt x="1" y="740"/>
                  </a:lnTo>
                  <a:cubicBezTo>
                    <a:pt x="1" y="740"/>
                    <a:pt x="1" y="756"/>
                    <a:pt x="21" y="756"/>
                  </a:cubicBezTo>
                  <a:lnTo>
                    <a:pt x="21" y="740"/>
                  </a:lnTo>
                  <a:cubicBezTo>
                    <a:pt x="37" y="639"/>
                    <a:pt x="37" y="554"/>
                    <a:pt x="21" y="473"/>
                  </a:cubicBezTo>
                  <a:cubicBezTo>
                    <a:pt x="21" y="320"/>
                    <a:pt x="21" y="170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0">
              <a:extLst>
                <a:ext uri="{FF2B5EF4-FFF2-40B4-BE49-F238E27FC236}">
                  <a16:creationId xmlns:a16="http://schemas.microsoft.com/office/drawing/2014/main" id="{BC3E66C9-FFCB-D9E0-5DD6-E6C22C132309}"/>
                </a:ext>
              </a:extLst>
            </p:cNvPr>
            <p:cNvSpPr/>
            <p:nvPr/>
          </p:nvSpPr>
          <p:spPr>
            <a:xfrm>
              <a:off x="1443220" y="2241761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33"/>
                    <a:pt x="17" y="251"/>
                    <a:pt x="17" y="368"/>
                  </a:cubicBezTo>
                  <a:lnTo>
                    <a:pt x="17" y="606"/>
                  </a:lnTo>
                  <a:lnTo>
                    <a:pt x="17" y="654"/>
                  </a:lnTo>
                  <a:cubicBezTo>
                    <a:pt x="17" y="687"/>
                    <a:pt x="17" y="707"/>
                    <a:pt x="0" y="739"/>
                  </a:cubicBezTo>
                  <a:lnTo>
                    <a:pt x="0" y="755"/>
                  </a:lnTo>
                  <a:lnTo>
                    <a:pt x="37" y="755"/>
                  </a:lnTo>
                  <a:cubicBezTo>
                    <a:pt x="53" y="723"/>
                    <a:pt x="53" y="687"/>
                    <a:pt x="37" y="638"/>
                  </a:cubicBezTo>
                  <a:lnTo>
                    <a:pt x="37" y="606"/>
                  </a:lnTo>
                  <a:cubicBezTo>
                    <a:pt x="53" y="521"/>
                    <a:pt x="53" y="453"/>
                    <a:pt x="37" y="368"/>
                  </a:cubicBezTo>
                  <a:cubicBezTo>
                    <a:pt x="37" y="251"/>
                    <a:pt x="37" y="133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0">
              <a:extLst>
                <a:ext uri="{FF2B5EF4-FFF2-40B4-BE49-F238E27FC236}">
                  <a16:creationId xmlns:a16="http://schemas.microsoft.com/office/drawing/2014/main" id="{5B7FE04A-8512-84C6-5AD7-564C38FC4791}"/>
                </a:ext>
              </a:extLst>
            </p:cNvPr>
            <p:cNvSpPr/>
            <p:nvPr/>
          </p:nvSpPr>
          <p:spPr>
            <a:xfrm>
              <a:off x="1794334" y="3625955"/>
              <a:ext cx="6853" cy="72011"/>
            </a:xfrm>
            <a:custGeom>
              <a:avLst/>
              <a:gdLst/>
              <a:ahLst/>
              <a:cxnLst/>
              <a:rect l="l" t="t" r="r" b="b"/>
              <a:pathLst>
                <a:path w="69" h="725" extrusionOk="0">
                  <a:moveTo>
                    <a:pt x="53" y="1"/>
                  </a:moveTo>
                  <a:cubicBezTo>
                    <a:pt x="36" y="1"/>
                    <a:pt x="36" y="1"/>
                    <a:pt x="36" y="17"/>
                  </a:cubicBezTo>
                  <a:cubicBezTo>
                    <a:pt x="16" y="118"/>
                    <a:pt x="16" y="235"/>
                    <a:pt x="16" y="336"/>
                  </a:cubicBezTo>
                  <a:lnTo>
                    <a:pt x="16" y="538"/>
                  </a:lnTo>
                  <a:lnTo>
                    <a:pt x="16" y="587"/>
                  </a:lnTo>
                  <a:cubicBezTo>
                    <a:pt x="16" y="623"/>
                    <a:pt x="36" y="655"/>
                    <a:pt x="0" y="688"/>
                  </a:cubicBezTo>
                  <a:cubicBezTo>
                    <a:pt x="0" y="708"/>
                    <a:pt x="0" y="708"/>
                    <a:pt x="16" y="708"/>
                  </a:cubicBezTo>
                  <a:lnTo>
                    <a:pt x="16" y="724"/>
                  </a:lnTo>
                  <a:lnTo>
                    <a:pt x="36" y="708"/>
                  </a:lnTo>
                  <a:cubicBezTo>
                    <a:pt x="53" y="672"/>
                    <a:pt x="53" y="623"/>
                    <a:pt x="53" y="587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35"/>
                    <a:pt x="36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0">
              <a:extLst>
                <a:ext uri="{FF2B5EF4-FFF2-40B4-BE49-F238E27FC236}">
                  <a16:creationId xmlns:a16="http://schemas.microsoft.com/office/drawing/2014/main" id="{27D75E14-2F6F-B2FA-CC07-3180C9DE6684}"/>
                </a:ext>
              </a:extLst>
            </p:cNvPr>
            <p:cNvSpPr/>
            <p:nvPr/>
          </p:nvSpPr>
          <p:spPr>
            <a:xfrm>
              <a:off x="669181" y="2778216"/>
              <a:ext cx="150577" cy="162198"/>
            </a:xfrm>
            <a:custGeom>
              <a:avLst/>
              <a:gdLst/>
              <a:ahLst/>
              <a:cxnLst/>
              <a:rect l="l" t="t" r="r" b="b"/>
              <a:pathLst>
                <a:path w="1516" h="1633" extrusionOk="0">
                  <a:moveTo>
                    <a:pt x="1447" y="0"/>
                  </a:moveTo>
                  <a:cubicBezTo>
                    <a:pt x="1265" y="53"/>
                    <a:pt x="1079" y="133"/>
                    <a:pt x="894" y="218"/>
                  </a:cubicBezTo>
                  <a:cubicBezTo>
                    <a:pt x="740" y="287"/>
                    <a:pt x="607" y="356"/>
                    <a:pt x="457" y="404"/>
                  </a:cubicBezTo>
                  <a:cubicBezTo>
                    <a:pt x="389" y="420"/>
                    <a:pt x="336" y="457"/>
                    <a:pt x="271" y="489"/>
                  </a:cubicBezTo>
                  <a:cubicBezTo>
                    <a:pt x="219" y="505"/>
                    <a:pt x="170" y="537"/>
                    <a:pt x="102" y="558"/>
                  </a:cubicBezTo>
                  <a:cubicBezTo>
                    <a:pt x="33" y="590"/>
                    <a:pt x="1" y="622"/>
                    <a:pt x="1" y="691"/>
                  </a:cubicBezTo>
                  <a:lnTo>
                    <a:pt x="1" y="1515"/>
                  </a:lnTo>
                  <a:cubicBezTo>
                    <a:pt x="1" y="1547"/>
                    <a:pt x="17" y="1584"/>
                    <a:pt x="33" y="1632"/>
                  </a:cubicBezTo>
                  <a:lnTo>
                    <a:pt x="53" y="1632"/>
                  </a:lnTo>
                  <a:lnTo>
                    <a:pt x="235" y="1567"/>
                  </a:lnTo>
                  <a:cubicBezTo>
                    <a:pt x="372" y="1515"/>
                    <a:pt x="506" y="1446"/>
                    <a:pt x="659" y="1398"/>
                  </a:cubicBezTo>
                  <a:cubicBezTo>
                    <a:pt x="724" y="1366"/>
                    <a:pt x="809" y="1329"/>
                    <a:pt x="877" y="1313"/>
                  </a:cubicBezTo>
                  <a:cubicBezTo>
                    <a:pt x="1043" y="1228"/>
                    <a:pt x="1213" y="1164"/>
                    <a:pt x="1382" y="1111"/>
                  </a:cubicBezTo>
                  <a:cubicBezTo>
                    <a:pt x="1483" y="1079"/>
                    <a:pt x="1516" y="1026"/>
                    <a:pt x="1516" y="909"/>
                  </a:cubicBezTo>
                  <a:lnTo>
                    <a:pt x="1516" y="638"/>
                  </a:lnTo>
                  <a:cubicBezTo>
                    <a:pt x="1516" y="505"/>
                    <a:pt x="1516" y="372"/>
                    <a:pt x="1500" y="234"/>
                  </a:cubicBezTo>
                  <a:cubicBezTo>
                    <a:pt x="1500" y="234"/>
                    <a:pt x="1500" y="218"/>
                    <a:pt x="1483" y="218"/>
                  </a:cubicBezTo>
                  <a:lnTo>
                    <a:pt x="1467" y="234"/>
                  </a:lnTo>
                  <a:cubicBezTo>
                    <a:pt x="1483" y="372"/>
                    <a:pt x="1483" y="505"/>
                    <a:pt x="1483" y="638"/>
                  </a:cubicBezTo>
                  <a:lnTo>
                    <a:pt x="1483" y="909"/>
                  </a:lnTo>
                  <a:cubicBezTo>
                    <a:pt x="1500" y="1010"/>
                    <a:pt x="1467" y="1042"/>
                    <a:pt x="1382" y="1079"/>
                  </a:cubicBezTo>
                  <a:cubicBezTo>
                    <a:pt x="1197" y="1143"/>
                    <a:pt x="1027" y="1212"/>
                    <a:pt x="877" y="1281"/>
                  </a:cubicBezTo>
                  <a:cubicBezTo>
                    <a:pt x="793" y="1313"/>
                    <a:pt x="724" y="1345"/>
                    <a:pt x="639" y="1382"/>
                  </a:cubicBezTo>
                  <a:cubicBezTo>
                    <a:pt x="506" y="1430"/>
                    <a:pt x="356" y="1483"/>
                    <a:pt x="219" y="1547"/>
                  </a:cubicBezTo>
                  <a:lnTo>
                    <a:pt x="53" y="1616"/>
                  </a:lnTo>
                  <a:cubicBezTo>
                    <a:pt x="33" y="1567"/>
                    <a:pt x="17" y="1547"/>
                    <a:pt x="17" y="1515"/>
                  </a:cubicBezTo>
                  <a:cubicBezTo>
                    <a:pt x="33" y="1228"/>
                    <a:pt x="33" y="962"/>
                    <a:pt x="17" y="691"/>
                  </a:cubicBezTo>
                  <a:cubicBezTo>
                    <a:pt x="17" y="638"/>
                    <a:pt x="53" y="606"/>
                    <a:pt x="118" y="590"/>
                  </a:cubicBezTo>
                  <a:cubicBezTo>
                    <a:pt x="170" y="558"/>
                    <a:pt x="235" y="537"/>
                    <a:pt x="288" y="505"/>
                  </a:cubicBezTo>
                  <a:cubicBezTo>
                    <a:pt x="336" y="473"/>
                    <a:pt x="405" y="457"/>
                    <a:pt x="473" y="420"/>
                  </a:cubicBezTo>
                  <a:cubicBezTo>
                    <a:pt x="607" y="372"/>
                    <a:pt x="760" y="303"/>
                    <a:pt x="894" y="255"/>
                  </a:cubicBezTo>
                  <a:cubicBezTo>
                    <a:pt x="1079" y="170"/>
                    <a:pt x="1265" y="85"/>
                    <a:pt x="1467" y="16"/>
                  </a:cubicBezTo>
                  <a:lnTo>
                    <a:pt x="14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0">
              <a:extLst>
                <a:ext uri="{FF2B5EF4-FFF2-40B4-BE49-F238E27FC236}">
                  <a16:creationId xmlns:a16="http://schemas.microsoft.com/office/drawing/2014/main" id="{BE0DFAEB-696B-43D2-8FFE-32FAE11A37B3}"/>
                </a:ext>
              </a:extLst>
            </p:cNvPr>
            <p:cNvSpPr/>
            <p:nvPr/>
          </p:nvSpPr>
          <p:spPr>
            <a:xfrm>
              <a:off x="1643857" y="3160220"/>
              <a:ext cx="6853" cy="72706"/>
            </a:xfrm>
            <a:custGeom>
              <a:avLst/>
              <a:gdLst/>
              <a:ahLst/>
              <a:cxnLst/>
              <a:rect l="l" t="t" r="r" b="b"/>
              <a:pathLst>
                <a:path w="69" h="732" extrusionOk="0">
                  <a:moveTo>
                    <a:pt x="49" y="1"/>
                  </a:moveTo>
                  <a:cubicBezTo>
                    <a:pt x="44" y="1"/>
                    <a:pt x="37" y="8"/>
                    <a:pt x="37" y="8"/>
                  </a:cubicBezTo>
                  <a:cubicBezTo>
                    <a:pt x="16" y="125"/>
                    <a:pt x="16" y="246"/>
                    <a:pt x="16" y="363"/>
                  </a:cubicBezTo>
                  <a:lnTo>
                    <a:pt x="16" y="582"/>
                  </a:lnTo>
                  <a:lnTo>
                    <a:pt x="16" y="630"/>
                  </a:lnTo>
                  <a:cubicBezTo>
                    <a:pt x="16" y="650"/>
                    <a:pt x="37" y="683"/>
                    <a:pt x="16" y="715"/>
                  </a:cubicBezTo>
                  <a:cubicBezTo>
                    <a:pt x="0" y="715"/>
                    <a:pt x="0" y="715"/>
                    <a:pt x="16" y="731"/>
                  </a:cubicBezTo>
                  <a:lnTo>
                    <a:pt x="37" y="715"/>
                  </a:lnTo>
                  <a:cubicBezTo>
                    <a:pt x="53" y="683"/>
                    <a:pt x="53" y="650"/>
                    <a:pt x="53" y="614"/>
                  </a:cubicBezTo>
                  <a:lnTo>
                    <a:pt x="53" y="582"/>
                  </a:lnTo>
                  <a:lnTo>
                    <a:pt x="53" y="363"/>
                  </a:lnTo>
                  <a:cubicBezTo>
                    <a:pt x="53" y="246"/>
                    <a:pt x="53" y="125"/>
                    <a:pt x="69" y="8"/>
                  </a:cubicBezTo>
                  <a:lnTo>
                    <a:pt x="53" y="8"/>
                  </a:lnTo>
                  <a:cubicBezTo>
                    <a:pt x="53" y="3"/>
                    <a:pt x="51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0">
              <a:extLst>
                <a:ext uri="{FF2B5EF4-FFF2-40B4-BE49-F238E27FC236}">
                  <a16:creationId xmlns:a16="http://schemas.microsoft.com/office/drawing/2014/main" id="{05FAFDCF-4653-1AA2-FE82-21A8F3296903}"/>
                </a:ext>
              </a:extLst>
            </p:cNvPr>
            <p:cNvSpPr/>
            <p:nvPr/>
          </p:nvSpPr>
          <p:spPr>
            <a:xfrm>
              <a:off x="1443220" y="2602808"/>
              <a:ext cx="5264" cy="71911"/>
            </a:xfrm>
            <a:custGeom>
              <a:avLst/>
              <a:gdLst/>
              <a:ahLst/>
              <a:cxnLst/>
              <a:rect l="l" t="t" r="r" b="b"/>
              <a:pathLst>
                <a:path w="53" h="724" extrusionOk="0">
                  <a:moveTo>
                    <a:pt x="17" y="1"/>
                  </a:moveTo>
                  <a:lnTo>
                    <a:pt x="17" y="267"/>
                  </a:lnTo>
                  <a:cubicBezTo>
                    <a:pt x="17" y="421"/>
                    <a:pt x="17" y="554"/>
                    <a:pt x="0" y="708"/>
                  </a:cubicBezTo>
                  <a:cubicBezTo>
                    <a:pt x="0" y="708"/>
                    <a:pt x="0" y="724"/>
                    <a:pt x="17" y="724"/>
                  </a:cubicBezTo>
                  <a:cubicBezTo>
                    <a:pt x="17" y="724"/>
                    <a:pt x="37" y="724"/>
                    <a:pt x="37" y="708"/>
                  </a:cubicBezTo>
                  <a:cubicBezTo>
                    <a:pt x="53" y="554"/>
                    <a:pt x="53" y="421"/>
                    <a:pt x="37" y="26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0">
              <a:extLst>
                <a:ext uri="{FF2B5EF4-FFF2-40B4-BE49-F238E27FC236}">
                  <a16:creationId xmlns:a16="http://schemas.microsoft.com/office/drawing/2014/main" id="{1057F0BE-63E5-E94F-6B69-568F62BE5D04}"/>
                </a:ext>
              </a:extLst>
            </p:cNvPr>
            <p:cNvSpPr/>
            <p:nvPr/>
          </p:nvSpPr>
          <p:spPr>
            <a:xfrm>
              <a:off x="687655" y="1933953"/>
              <a:ext cx="132102" cy="192293"/>
            </a:xfrm>
            <a:custGeom>
              <a:avLst/>
              <a:gdLst/>
              <a:ahLst/>
              <a:cxnLst/>
              <a:rect l="l" t="t" r="r" b="b"/>
              <a:pathLst>
                <a:path w="1330" h="1936" extrusionOk="0">
                  <a:moveTo>
                    <a:pt x="1261" y="1"/>
                  </a:moveTo>
                  <a:lnTo>
                    <a:pt x="1261" y="17"/>
                  </a:lnTo>
                  <a:cubicBezTo>
                    <a:pt x="1297" y="219"/>
                    <a:pt x="1297" y="251"/>
                    <a:pt x="1160" y="320"/>
                  </a:cubicBezTo>
                  <a:cubicBezTo>
                    <a:pt x="1059" y="372"/>
                    <a:pt x="958" y="437"/>
                    <a:pt x="857" y="489"/>
                  </a:cubicBezTo>
                  <a:cubicBezTo>
                    <a:pt x="691" y="590"/>
                    <a:pt x="506" y="691"/>
                    <a:pt x="320" y="776"/>
                  </a:cubicBezTo>
                  <a:cubicBezTo>
                    <a:pt x="304" y="792"/>
                    <a:pt x="271" y="809"/>
                    <a:pt x="251" y="825"/>
                  </a:cubicBezTo>
                  <a:cubicBezTo>
                    <a:pt x="203" y="857"/>
                    <a:pt x="170" y="877"/>
                    <a:pt x="102" y="893"/>
                  </a:cubicBezTo>
                  <a:cubicBezTo>
                    <a:pt x="49" y="910"/>
                    <a:pt x="1" y="942"/>
                    <a:pt x="1" y="1027"/>
                  </a:cubicBezTo>
                  <a:lnTo>
                    <a:pt x="1" y="1362"/>
                  </a:lnTo>
                  <a:cubicBezTo>
                    <a:pt x="1" y="1548"/>
                    <a:pt x="1" y="1750"/>
                    <a:pt x="17" y="1936"/>
                  </a:cubicBezTo>
                  <a:lnTo>
                    <a:pt x="49" y="1936"/>
                  </a:lnTo>
                  <a:cubicBezTo>
                    <a:pt x="17" y="1750"/>
                    <a:pt x="33" y="1548"/>
                    <a:pt x="33" y="1362"/>
                  </a:cubicBezTo>
                  <a:lnTo>
                    <a:pt x="33" y="1027"/>
                  </a:lnTo>
                  <a:cubicBezTo>
                    <a:pt x="33" y="958"/>
                    <a:pt x="69" y="926"/>
                    <a:pt x="118" y="926"/>
                  </a:cubicBezTo>
                  <a:cubicBezTo>
                    <a:pt x="170" y="910"/>
                    <a:pt x="219" y="877"/>
                    <a:pt x="271" y="841"/>
                  </a:cubicBezTo>
                  <a:cubicBezTo>
                    <a:pt x="287" y="825"/>
                    <a:pt x="304" y="825"/>
                    <a:pt x="336" y="809"/>
                  </a:cubicBezTo>
                  <a:cubicBezTo>
                    <a:pt x="522" y="708"/>
                    <a:pt x="708" y="607"/>
                    <a:pt x="877" y="506"/>
                  </a:cubicBezTo>
                  <a:lnTo>
                    <a:pt x="1180" y="352"/>
                  </a:lnTo>
                  <a:cubicBezTo>
                    <a:pt x="1314" y="271"/>
                    <a:pt x="1330" y="235"/>
                    <a:pt x="12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0">
              <a:extLst>
                <a:ext uri="{FF2B5EF4-FFF2-40B4-BE49-F238E27FC236}">
                  <a16:creationId xmlns:a16="http://schemas.microsoft.com/office/drawing/2014/main" id="{132A724B-338A-BD28-7DDA-8E2CC412C238}"/>
                </a:ext>
              </a:extLst>
            </p:cNvPr>
            <p:cNvSpPr/>
            <p:nvPr/>
          </p:nvSpPr>
          <p:spPr>
            <a:xfrm>
              <a:off x="2080390" y="2529009"/>
              <a:ext cx="106774" cy="279401"/>
            </a:xfrm>
            <a:custGeom>
              <a:avLst/>
              <a:gdLst/>
              <a:ahLst/>
              <a:cxnLst/>
              <a:rect l="l" t="t" r="r" b="b"/>
              <a:pathLst>
                <a:path w="1075" h="2813" extrusionOk="0">
                  <a:moveTo>
                    <a:pt x="65" y="0"/>
                  </a:moveTo>
                  <a:cubicBezTo>
                    <a:pt x="33" y="37"/>
                    <a:pt x="33" y="69"/>
                    <a:pt x="33" y="101"/>
                  </a:cubicBezTo>
                  <a:lnTo>
                    <a:pt x="33" y="118"/>
                  </a:lnTo>
                  <a:lnTo>
                    <a:pt x="33" y="255"/>
                  </a:lnTo>
                  <a:cubicBezTo>
                    <a:pt x="33" y="320"/>
                    <a:pt x="49" y="388"/>
                    <a:pt x="33" y="457"/>
                  </a:cubicBezTo>
                  <a:cubicBezTo>
                    <a:pt x="0" y="744"/>
                    <a:pt x="65" y="994"/>
                    <a:pt x="251" y="1265"/>
                  </a:cubicBezTo>
                  <a:cubicBezTo>
                    <a:pt x="368" y="1431"/>
                    <a:pt x="489" y="1616"/>
                    <a:pt x="590" y="1802"/>
                  </a:cubicBezTo>
                  <a:cubicBezTo>
                    <a:pt x="707" y="1988"/>
                    <a:pt x="824" y="2174"/>
                    <a:pt x="942" y="2339"/>
                  </a:cubicBezTo>
                  <a:cubicBezTo>
                    <a:pt x="1043" y="2493"/>
                    <a:pt x="1043" y="2626"/>
                    <a:pt x="1010" y="2796"/>
                  </a:cubicBezTo>
                  <a:lnTo>
                    <a:pt x="1010" y="2812"/>
                  </a:lnTo>
                  <a:lnTo>
                    <a:pt x="1026" y="2812"/>
                  </a:lnTo>
                  <a:cubicBezTo>
                    <a:pt x="1075" y="2626"/>
                    <a:pt x="1075" y="2493"/>
                    <a:pt x="958" y="2323"/>
                  </a:cubicBezTo>
                  <a:cubicBezTo>
                    <a:pt x="841" y="2158"/>
                    <a:pt x="723" y="1972"/>
                    <a:pt x="622" y="1786"/>
                  </a:cubicBezTo>
                  <a:cubicBezTo>
                    <a:pt x="505" y="1600"/>
                    <a:pt x="388" y="1414"/>
                    <a:pt x="267" y="1249"/>
                  </a:cubicBezTo>
                  <a:cubicBezTo>
                    <a:pt x="85" y="978"/>
                    <a:pt x="17" y="724"/>
                    <a:pt x="65" y="473"/>
                  </a:cubicBezTo>
                  <a:lnTo>
                    <a:pt x="65" y="255"/>
                  </a:lnTo>
                  <a:cubicBezTo>
                    <a:pt x="65" y="219"/>
                    <a:pt x="49" y="170"/>
                    <a:pt x="65" y="118"/>
                  </a:cubicBezTo>
                  <a:lnTo>
                    <a:pt x="65" y="101"/>
                  </a:lnTo>
                  <a:cubicBezTo>
                    <a:pt x="49" y="69"/>
                    <a:pt x="49" y="37"/>
                    <a:pt x="85" y="17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0">
              <a:extLst>
                <a:ext uri="{FF2B5EF4-FFF2-40B4-BE49-F238E27FC236}">
                  <a16:creationId xmlns:a16="http://schemas.microsoft.com/office/drawing/2014/main" id="{79E2461E-9EBE-FE27-3513-98B4C106457B}"/>
                </a:ext>
              </a:extLst>
            </p:cNvPr>
            <p:cNvSpPr/>
            <p:nvPr/>
          </p:nvSpPr>
          <p:spPr>
            <a:xfrm>
              <a:off x="1264237" y="3251797"/>
              <a:ext cx="210768" cy="153656"/>
            </a:xfrm>
            <a:custGeom>
              <a:avLst/>
              <a:gdLst/>
              <a:ahLst/>
              <a:cxnLst/>
              <a:rect l="l" t="t" r="r" b="b"/>
              <a:pathLst>
                <a:path w="2122" h="1547" extrusionOk="0">
                  <a:moveTo>
                    <a:pt x="1438" y="1"/>
                  </a:moveTo>
                  <a:cubicBezTo>
                    <a:pt x="1421" y="1"/>
                    <a:pt x="1403" y="5"/>
                    <a:pt x="1382" y="11"/>
                  </a:cubicBezTo>
                  <a:lnTo>
                    <a:pt x="1148" y="80"/>
                  </a:lnTo>
                  <a:cubicBezTo>
                    <a:pt x="809" y="197"/>
                    <a:pt x="457" y="314"/>
                    <a:pt x="102" y="435"/>
                  </a:cubicBezTo>
                  <a:cubicBezTo>
                    <a:pt x="21" y="451"/>
                    <a:pt x="1" y="516"/>
                    <a:pt x="1" y="585"/>
                  </a:cubicBezTo>
                  <a:lnTo>
                    <a:pt x="1" y="1223"/>
                  </a:lnTo>
                  <a:lnTo>
                    <a:pt x="1" y="1477"/>
                  </a:lnTo>
                  <a:lnTo>
                    <a:pt x="37" y="1477"/>
                  </a:lnTo>
                  <a:lnTo>
                    <a:pt x="37" y="1223"/>
                  </a:lnTo>
                  <a:lnTo>
                    <a:pt x="37" y="585"/>
                  </a:lnTo>
                  <a:cubicBezTo>
                    <a:pt x="37" y="516"/>
                    <a:pt x="53" y="484"/>
                    <a:pt x="122" y="451"/>
                  </a:cubicBezTo>
                  <a:cubicBezTo>
                    <a:pt x="473" y="350"/>
                    <a:pt x="829" y="233"/>
                    <a:pt x="1164" y="112"/>
                  </a:cubicBezTo>
                  <a:lnTo>
                    <a:pt x="1382" y="31"/>
                  </a:lnTo>
                  <a:cubicBezTo>
                    <a:pt x="1435" y="31"/>
                    <a:pt x="1467" y="31"/>
                    <a:pt x="1499" y="64"/>
                  </a:cubicBezTo>
                  <a:cubicBezTo>
                    <a:pt x="1617" y="148"/>
                    <a:pt x="1738" y="266"/>
                    <a:pt x="1839" y="367"/>
                  </a:cubicBezTo>
                  <a:cubicBezTo>
                    <a:pt x="1903" y="451"/>
                    <a:pt x="1988" y="536"/>
                    <a:pt x="2073" y="601"/>
                  </a:cubicBezTo>
                  <a:cubicBezTo>
                    <a:pt x="2089" y="617"/>
                    <a:pt x="2089" y="637"/>
                    <a:pt x="2089" y="670"/>
                  </a:cubicBezTo>
                  <a:lnTo>
                    <a:pt x="2089" y="920"/>
                  </a:lnTo>
                  <a:lnTo>
                    <a:pt x="2089" y="1425"/>
                  </a:lnTo>
                  <a:cubicBezTo>
                    <a:pt x="2089" y="1445"/>
                    <a:pt x="2073" y="1461"/>
                    <a:pt x="2073" y="1494"/>
                  </a:cubicBezTo>
                  <a:cubicBezTo>
                    <a:pt x="2073" y="1494"/>
                    <a:pt x="2073" y="1510"/>
                    <a:pt x="2057" y="1526"/>
                  </a:cubicBezTo>
                  <a:lnTo>
                    <a:pt x="2073" y="1546"/>
                  </a:lnTo>
                  <a:lnTo>
                    <a:pt x="2089" y="1526"/>
                  </a:lnTo>
                  <a:lnTo>
                    <a:pt x="2089" y="1494"/>
                  </a:lnTo>
                  <a:cubicBezTo>
                    <a:pt x="2105" y="1477"/>
                    <a:pt x="2105" y="1461"/>
                    <a:pt x="2105" y="1425"/>
                  </a:cubicBezTo>
                  <a:cubicBezTo>
                    <a:pt x="2121" y="1259"/>
                    <a:pt x="2121" y="1090"/>
                    <a:pt x="2121" y="920"/>
                  </a:cubicBezTo>
                  <a:lnTo>
                    <a:pt x="2121" y="670"/>
                  </a:lnTo>
                  <a:cubicBezTo>
                    <a:pt x="2121" y="637"/>
                    <a:pt x="2121" y="601"/>
                    <a:pt x="2089" y="585"/>
                  </a:cubicBezTo>
                  <a:cubicBezTo>
                    <a:pt x="2004" y="500"/>
                    <a:pt x="1919" y="435"/>
                    <a:pt x="1855" y="350"/>
                  </a:cubicBezTo>
                  <a:cubicBezTo>
                    <a:pt x="1754" y="249"/>
                    <a:pt x="1637" y="132"/>
                    <a:pt x="1516" y="31"/>
                  </a:cubicBezTo>
                  <a:cubicBezTo>
                    <a:pt x="1486" y="9"/>
                    <a:pt x="1463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0">
              <a:extLst>
                <a:ext uri="{FF2B5EF4-FFF2-40B4-BE49-F238E27FC236}">
                  <a16:creationId xmlns:a16="http://schemas.microsoft.com/office/drawing/2014/main" id="{361D0942-3B40-768C-B8CA-817C66E13AB4}"/>
                </a:ext>
              </a:extLst>
            </p:cNvPr>
            <p:cNvSpPr/>
            <p:nvPr/>
          </p:nvSpPr>
          <p:spPr>
            <a:xfrm>
              <a:off x="610678" y="3050664"/>
              <a:ext cx="1689" cy="75487"/>
            </a:xfrm>
            <a:custGeom>
              <a:avLst/>
              <a:gdLst/>
              <a:ahLst/>
              <a:cxnLst/>
              <a:rect l="l" t="t" r="r" b="b"/>
              <a:pathLst>
                <a:path w="17" h="760" extrusionOk="0">
                  <a:moveTo>
                    <a:pt x="0" y="0"/>
                  </a:moveTo>
                  <a:lnTo>
                    <a:pt x="0" y="743"/>
                  </a:lnTo>
                  <a:lnTo>
                    <a:pt x="0" y="760"/>
                  </a:lnTo>
                  <a:cubicBezTo>
                    <a:pt x="16" y="760"/>
                    <a:pt x="16" y="743"/>
                    <a:pt x="16" y="743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0">
              <a:extLst>
                <a:ext uri="{FF2B5EF4-FFF2-40B4-BE49-F238E27FC236}">
                  <a16:creationId xmlns:a16="http://schemas.microsoft.com/office/drawing/2014/main" id="{4CF78967-D11D-2C77-D4FA-4E403EF94353}"/>
                </a:ext>
              </a:extLst>
            </p:cNvPr>
            <p:cNvSpPr/>
            <p:nvPr/>
          </p:nvSpPr>
          <p:spPr>
            <a:xfrm>
              <a:off x="2081979" y="3370888"/>
              <a:ext cx="105185" cy="358762"/>
            </a:xfrm>
            <a:custGeom>
              <a:avLst/>
              <a:gdLst/>
              <a:ahLst/>
              <a:cxnLst/>
              <a:rect l="l" t="t" r="r" b="b"/>
              <a:pathLst>
                <a:path w="1059" h="3612" extrusionOk="0">
                  <a:moveTo>
                    <a:pt x="55" y="1"/>
                  </a:moveTo>
                  <a:cubicBezTo>
                    <a:pt x="49" y="1"/>
                    <a:pt x="49" y="8"/>
                    <a:pt x="49" y="8"/>
                  </a:cubicBezTo>
                  <a:cubicBezTo>
                    <a:pt x="1" y="125"/>
                    <a:pt x="17" y="262"/>
                    <a:pt x="17" y="379"/>
                  </a:cubicBezTo>
                  <a:lnTo>
                    <a:pt x="17" y="581"/>
                  </a:lnTo>
                  <a:cubicBezTo>
                    <a:pt x="17" y="614"/>
                    <a:pt x="33" y="630"/>
                    <a:pt x="69" y="666"/>
                  </a:cubicBezTo>
                  <a:lnTo>
                    <a:pt x="170" y="783"/>
                  </a:lnTo>
                  <a:cubicBezTo>
                    <a:pt x="372" y="1018"/>
                    <a:pt x="590" y="1272"/>
                    <a:pt x="792" y="1507"/>
                  </a:cubicBezTo>
                  <a:cubicBezTo>
                    <a:pt x="808" y="1523"/>
                    <a:pt x="825" y="1559"/>
                    <a:pt x="841" y="1575"/>
                  </a:cubicBezTo>
                  <a:cubicBezTo>
                    <a:pt x="893" y="1624"/>
                    <a:pt x="926" y="1692"/>
                    <a:pt x="994" y="1725"/>
                  </a:cubicBezTo>
                  <a:cubicBezTo>
                    <a:pt x="1010" y="1741"/>
                    <a:pt x="1010" y="1761"/>
                    <a:pt x="1010" y="1793"/>
                  </a:cubicBezTo>
                  <a:cubicBezTo>
                    <a:pt x="1010" y="1979"/>
                    <a:pt x="1027" y="2145"/>
                    <a:pt x="1027" y="2331"/>
                  </a:cubicBezTo>
                  <a:lnTo>
                    <a:pt x="1027" y="2872"/>
                  </a:lnTo>
                  <a:lnTo>
                    <a:pt x="1027" y="3207"/>
                  </a:lnTo>
                  <a:lnTo>
                    <a:pt x="1027" y="3409"/>
                  </a:lnTo>
                  <a:lnTo>
                    <a:pt x="1027" y="3425"/>
                  </a:lnTo>
                  <a:cubicBezTo>
                    <a:pt x="1027" y="3494"/>
                    <a:pt x="1027" y="3542"/>
                    <a:pt x="978" y="3579"/>
                  </a:cubicBezTo>
                  <a:lnTo>
                    <a:pt x="978" y="3611"/>
                  </a:lnTo>
                  <a:lnTo>
                    <a:pt x="994" y="3611"/>
                  </a:lnTo>
                  <a:cubicBezTo>
                    <a:pt x="1059" y="3559"/>
                    <a:pt x="1059" y="3494"/>
                    <a:pt x="1059" y="3425"/>
                  </a:cubicBezTo>
                  <a:lnTo>
                    <a:pt x="1059" y="3409"/>
                  </a:lnTo>
                  <a:lnTo>
                    <a:pt x="1059" y="3207"/>
                  </a:lnTo>
                  <a:lnTo>
                    <a:pt x="1059" y="2872"/>
                  </a:lnTo>
                  <a:cubicBezTo>
                    <a:pt x="1059" y="2702"/>
                    <a:pt x="1043" y="2516"/>
                    <a:pt x="1043" y="2331"/>
                  </a:cubicBezTo>
                  <a:lnTo>
                    <a:pt x="1043" y="1793"/>
                  </a:lnTo>
                  <a:cubicBezTo>
                    <a:pt x="1043" y="1777"/>
                    <a:pt x="1043" y="1725"/>
                    <a:pt x="1010" y="1708"/>
                  </a:cubicBezTo>
                  <a:cubicBezTo>
                    <a:pt x="942" y="1676"/>
                    <a:pt x="909" y="1624"/>
                    <a:pt x="857" y="1559"/>
                  </a:cubicBezTo>
                  <a:cubicBezTo>
                    <a:pt x="841" y="1539"/>
                    <a:pt x="825" y="1507"/>
                    <a:pt x="808" y="1490"/>
                  </a:cubicBezTo>
                  <a:cubicBezTo>
                    <a:pt x="606" y="1256"/>
                    <a:pt x="388" y="1002"/>
                    <a:pt x="186" y="767"/>
                  </a:cubicBezTo>
                  <a:lnTo>
                    <a:pt x="101" y="650"/>
                  </a:lnTo>
                  <a:lnTo>
                    <a:pt x="85" y="630"/>
                  </a:lnTo>
                  <a:cubicBezTo>
                    <a:pt x="69" y="614"/>
                    <a:pt x="49" y="598"/>
                    <a:pt x="49" y="581"/>
                  </a:cubicBezTo>
                  <a:lnTo>
                    <a:pt x="49" y="379"/>
                  </a:lnTo>
                  <a:cubicBezTo>
                    <a:pt x="33" y="262"/>
                    <a:pt x="33" y="145"/>
                    <a:pt x="69" y="24"/>
                  </a:cubicBezTo>
                  <a:lnTo>
                    <a:pt x="69" y="8"/>
                  </a:lnTo>
                  <a:cubicBezTo>
                    <a:pt x="62" y="2"/>
                    <a:pt x="58" y="1"/>
                    <a:pt x="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0">
              <a:extLst>
                <a:ext uri="{FF2B5EF4-FFF2-40B4-BE49-F238E27FC236}">
                  <a16:creationId xmlns:a16="http://schemas.microsoft.com/office/drawing/2014/main" id="{9F334A40-DDDE-9C20-26B5-A412E5CD9FDF}"/>
                </a:ext>
              </a:extLst>
            </p:cNvPr>
            <p:cNvSpPr/>
            <p:nvPr/>
          </p:nvSpPr>
          <p:spPr>
            <a:xfrm>
              <a:off x="1819563" y="365088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18"/>
                    <a:pt x="1" y="235"/>
                    <a:pt x="17" y="356"/>
                  </a:cubicBezTo>
                  <a:lnTo>
                    <a:pt x="17" y="558"/>
                  </a:lnTo>
                  <a:lnTo>
                    <a:pt x="17" y="606"/>
                  </a:lnTo>
                  <a:cubicBezTo>
                    <a:pt x="17" y="639"/>
                    <a:pt x="17" y="659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cubicBezTo>
                    <a:pt x="49" y="675"/>
                    <a:pt x="33" y="639"/>
                    <a:pt x="33" y="606"/>
                  </a:cubicBezTo>
                  <a:lnTo>
                    <a:pt x="33" y="558"/>
                  </a:lnTo>
                  <a:lnTo>
                    <a:pt x="33" y="356"/>
                  </a:lnTo>
                  <a:cubicBezTo>
                    <a:pt x="33" y="235"/>
                    <a:pt x="33" y="134"/>
                    <a:pt x="49" y="17"/>
                  </a:cubicBezTo>
                  <a:cubicBezTo>
                    <a:pt x="49" y="17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0">
              <a:extLst>
                <a:ext uri="{FF2B5EF4-FFF2-40B4-BE49-F238E27FC236}">
                  <a16:creationId xmlns:a16="http://schemas.microsoft.com/office/drawing/2014/main" id="{36CD185A-593B-197D-F778-AD55EC8C3BFB}"/>
                </a:ext>
              </a:extLst>
            </p:cNvPr>
            <p:cNvSpPr/>
            <p:nvPr/>
          </p:nvSpPr>
          <p:spPr>
            <a:xfrm>
              <a:off x="687655" y="3609169"/>
              <a:ext cx="132102" cy="125249"/>
            </a:xfrm>
            <a:custGeom>
              <a:avLst/>
              <a:gdLst/>
              <a:ahLst/>
              <a:cxnLst/>
              <a:rect l="l" t="t" r="r" b="b"/>
              <a:pathLst>
                <a:path w="1330" h="1261" extrusionOk="0">
                  <a:moveTo>
                    <a:pt x="1314" y="0"/>
                  </a:moveTo>
                  <a:cubicBezTo>
                    <a:pt x="857" y="117"/>
                    <a:pt x="437" y="235"/>
                    <a:pt x="17" y="388"/>
                  </a:cubicBezTo>
                  <a:lnTo>
                    <a:pt x="1" y="388"/>
                  </a:lnTo>
                  <a:lnTo>
                    <a:pt x="1" y="1244"/>
                  </a:lnTo>
                  <a:cubicBezTo>
                    <a:pt x="1" y="1261"/>
                    <a:pt x="17" y="1261"/>
                    <a:pt x="17" y="1261"/>
                  </a:cubicBezTo>
                  <a:cubicBezTo>
                    <a:pt x="17" y="1261"/>
                    <a:pt x="33" y="1261"/>
                    <a:pt x="33" y="1244"/>
                  </a:cubicBezTo>
                  <a:lnTo>
                    <a:pt x="33" y="404"/>
                  </a:lnTo>
                  <a:cubicBezTo>
                    <a:pt x="453" y="271"/>
                    <a:pt x="877" y="134"/>
                    <a:pt x="1314" y="16"/>
                  </a:cubicBezTo>
                  <a:cubicBezTo>
                    <a:pt x="1330" y="16"/>
                    <a:pt x="1330" y="16"/>
                    <a:pt x="13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0">
              <a:extLst>
                <a:ext uri="{FF2B5EF4-FFF2-40B4-BE49-F238E27FC236}">
                  <a16:creationId xmlns:a16="http://schemas.microsoft.com/office/drawing/2014/main" id="{9010F9A2-05AF-E30A-809F-D1621F9B153F}"/>
                </a:ext>
              </a:extLst>
            </p:cNvPr>
            <p:cNvSpPr/>
            <p:nvPr/>
          </p:nvSpPr>
          <p:spPr>
            <a:xfrm>
              <a:off x="1739308" y="2644524"/>
              <a:ext cx="162198" cy="274137"/>
            </a:xfrm>
            <a:custGeom>
              <a:avLst/>
              <a:gdLst/>
              <a:ahLst/>
              <a:cxnLst/>
              <a:rect l="l" t="t" r="r" b="b"/>
              <a:pathLst>
                <a:path w="1633" h="2760" extrusionOk="0">
                  <a:moveTo>
                    <a:pt x="49" y="1"/>
                  </a:moveTo>
                  <a:cubicBezTo>
                    <a:pt x="1" y="33"/>
                    <a:pt x="1" y="86"/>
                    <a:pt x="1" y="134"/>
                  </a:cubicBezTo>
                  <a:lnTo>
                    <a:pt x="1" y="150"/>
                  </a:lnTo>
                  <a:cubicBezTo>
                    <a:pt x="1" y="692"/>
                    <a:pt x="1" y="708"/>
                    <a:pt x="336" y="1112"/>
                  </a:cubicBezTo>
                  <a:lnTo>
                    <a:pt x="352" y="1128"/>
                  </a:lnTo>
                  <a:cubicBezTo>
                    <a:pt x="469" y="1298"/>
                    <a:pt x="607" y="1479"/>
                    <a:pt x="740" y="1649"/>
                  </a:cubicBezTo>
                  <a:cubicBezTo>
                    <a:pt x="910" y="1867"/>
                    <a:pt x="1095" y="2106"/>
                    <a:pt x="1277" y="2340"/>
                  </a:cubicBezTo>
                  <a:cubicBezTo>
                    <a:pt x="1314" y="2372"/>
                    <a:pt x="1346" y="2425"/>
                    <a:pt x="1378" y="2473"/>
                  </a:cubicBezTo>
                  <a:cubicBezTo>
                    <a:pt x="1447" y="2574"/>
                    <a:pt x="1516" y="2675"/>
                    <a:pt x="1616" y="2760"/>
                  </a:cubicBezTo>
                  <a:lnTo>
                    <a:pt x="1633" y="2760"/>
                  </a:lnTo>
                  <a:lnTo>
                    <a:pt x="1633" y="2744"/>
                  </a:lnTo>
                  <a:cubicBezTo>
                    <a:pt x="1532" y="2659"/>
                    <a:pt x="1463" y="2558"/>
                    <a:pt x="1398" y="2457"/>
                  </a:cubicBezTo>
                  <a:cubicBezTo>
                    <a:pt x="1362" y="2409"/>
                    <a:pt x="1330" y="2356"/>
                    <a:pt x="1297" y="2324"/>
                  </a:cubicBezTo>
                  <a:cubicBezTo>
                    <a:pt x="1112" y="2085"/>
                    <a:pt x="926" y="1851"/>
                    <a:pt x="756" y="1633"/>
                  </a:cubicBezTo>
                  <a:cubicBezTo>
                    <a:pt x="639" y="1463"/>
                    <a:pt x="506" y="1277"/>
                    <a:pt x="368" y="1112"/>
                  </a:cubicBezTo>
                  <a:lnTo>
                    <a:pt x="352" y="1096"/>
                  </a:lnTo>
                  <a:cubicBezTo>
                    <a:pt x="33" y="692"/>
                    <a:pt x="33" y="692"/>
                    <a:pt x="33" y="150"/>
                  </a:cubicBezTo>
                  <a:lnTo>
                    <a:pt x="33" y="134"/>
                  </a:lnTo>
                  <a:cubicBezTo>
                    <a:pt x="33" y="86"/>
                    <a:pt x="33" y="49"/>
                    <a:pt x="65" y="33"/>
                  </a:cubicBezTo>
                  <a:lnTo>
                    <a:pt x="65" y="17"/>
                  </a:ln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0">
              <a:extLst>
                <a:ext uri="{FF2B5EF4-FFF2-40B4-BE49-F238E27FC236}">
                  <a16:creationId xmlns:a16="http://schemas.microsoft.com/office/drawing/2014/main" id="{590DCBF1-9CE1-5551-04F4-96EEC52587E4}"/>
                </a:ext>
              </a:extLst>
            </p:cNvPr>
            <p:cNvSpPr/>
            <p:nvPr/>
          </p:nvSpPr>
          <p:spPr>
            <a:xfrm>
              <a:off x="1518608" y="3670253"/>
              <a:ext cx="76778" cy="64164"/>
            </a:xfrm>
            <a:custGeom>
              <a:avLst/>
              <a:gdLst/>
              <a:ahLst/>
              <a:cxnLst/>
              <a:rect l="l" t="t" r="r" b="b"/>
              <a:pathLst>
                <a:path w="773" h="646" extrusionOk="0">
                  <a:moveTo>
                    <a:pt x="18" y="0"/>
                  </a:moveTo>
                  <a:cubicBezTo>
                    <a:pt x="17" y="0"/>
                    <a:pt x="17" y="2"/>
                    <a:pt x="17" y="7"/>
                  </a:cubicBezTo>
                  <a:cubicBezTo>
                    <a:pt x="1" y="7"/>
                    <a:pt x="1" y="7"/>
                    <a:pt x="1" y="24"/>
                  </a:cubicBezTo>
                  <a:cubicBezTo>
                    <a:pt x="17" y="92"/>
                    <a:pt x="65" y="141"/>
                    <a:pt x="134" y="193"/>
                  </a:cubicBezTo>
                  <a:cubicBezTo>
                    <a:pt x="304" y="310"/>
                    <a:pt x="469" y="444"/>
                    <a:pt x="623" y="581"/>
                  </a:cubicBezTo>
                  <a:lnTo>
                    <a:pt x="655" y="613"/>
                  </a:lnTo>
                  <a:cubicBezTo>
                    <a:pt x="692" y="646"/>
                    <a:pt x="708" y="646"/>
                    <a:pt x="740" y="646"/>
                  </a:cubicBezTo>
                  <a:lnTo>
                    <a:pt x="756" y="646"/>
                  </a:lnTo>
                  <a:cubicBezTo>
                    <a:pt x="756" y="646"/>
                    <a:pt x="772" y="646"/>
                    <a:pt x="772" y="629"/>
                  </a:cubicBezTo>
                  <a:lnTo>
                    <a:pt x="756" y="613"/>
                  </a:lnTo>
                  <a:lnTo>
                    <a:pt x="740" y="613"/>
                  </a:lnTo>
                  <a:cubicBezTo>
                    <a:pt x="724" y="613"/>
                    <a:pt x="708" y="613"/>
                    <a:pt x="692" y="597"/>
                  </a:cubicBezTo>
                  <a:lnTo>
                    <a:pt x="639" y="565"/>
                  </a:lnTo>
                  <a:cubicBezTo>
                    <a:pt x="490" y="428"/>
                    <a:pt x="320" y="278"/>
                    <a:pt x="150" y="177"/>
                  </a:cubicBezTo>
                  <a:cubicBezTo>
                    <a:pt x="86" y="125"/>
                    <a:pt x="49" y="76"/>
                    <a:pt x="33" y="7"/>
                  </a:cubicBezTo>
                  <a:cubicBezTo>
                    <a:pt x="22" y="7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0">
              <a:extLst>
                <a:ext uri="{FF2B5EF4-FFF2-40B4-BE49-F238E27FC236}">
                  <a16:creationId xmlns:a16="http://schemas.microsoft.com/office/drawing/2014/main" id="{4F1FCAB7-F7B3-F5F6-EC5C-3E8B37B41DAD}"/>
                </a:ext>
              </a:extLst>
            </p:cNvPr>
            <p:cNvSpPr/>
            <p:nvPr/>
          </p:nvSpPr>
          <p:spPr>
            <a:xfrm>
              <a:off x="517114" y="2199548"/>
              <a:ext cx="123759" cy="185936"/>
            </a:xfrm>
            <a:custGeom>
              <a:avLst/>
              <a:gdLst/>
              <a:ahLst/>
              <a:cxnLst/>
              <a:rect l="l" t="t" r="r" b="b"/>
              <a:pathLst>
                <a:path w="1246" h="1872" extrusionOk="0">
                  <a:moveTo>
                    <a:pt x="1229" y="1"/>
                  </a:moveTo>
                  <a:cubicBezTo>
                    <a:pt x="1160" y="122"/>
                    <a:pt x="1180" y="255"/>
                    <a:pt x="1197" y="324"/>
                  </a:cubicBezTo>
                  <a:cubicBezTo>
                    <a:pt x="1213" y="490"/>
                    <a:pt x="1213" y="643"/>
                    <a:pt x="1197" y="793"/>
                  </a:cubicBezTo>
                  <a:cubicBezTo>
                    <a:pt x="1197" y="930"/>
                    <a:pt x="1197" y="1063"/>
                    <a:pt x="1213" y="1197"/>
                  </a:cubicBezTo>
                  <a:cubicBezTo>
                    <a:pt x="1213" y="1249"/>
                    <a:pt x="1197" y="1281"/>
                    <a:pt x="1144" y="1298"/>
                  </a:cubicBezTo>
                  <a:cubicBezTo>
                    <a:pt x="910" y="1399"/>
                    <a:pt x="675" y="1516"/>
                    <a:pt x="453" y="1637"/>
                  </a:cubicBezTo>
                  <a:cubicBezTo>
                    <a:pt x="320" y="1702"/>
                    <a:pt x="170" y="1786"/>
                    <a:pt x="17" y="1855"/>
                  </a:cubicBezTo>
                  <a:cubicBezTo>
                    <a:pt x="1" y="1855"/>
                    <a:pt x="1" y="1855"/>
                    <a:pt x="1" y="1871"/>
                  </a:cubicBezTo>
                  <a:lnTo>
                    <a:pt x="17" y="1871"/>
                  </a:lnTo>
                  <a:cubicBezTo>
                    <a:pt x="170" y="1803"/>
                    <a:pt x="320" y="1718"/>
                    <a:pt x="473" y="1653"/>
                  </a:cubicBezTo>
                  <a:cubicBezTo>
                    <a:pt x="692" y="1536"/>
                    <a:pt x="926" y="1415"/>
                    <a:pt x="1160" y="1314"/>
                  </a:cubicBezTo>
                  <a:cubicBezTo>
                    <a:pt x="1213" y="1298"/>
                    <a:pt x="1245" y="1249"/>
                    <a:pt x="1229" y="1197"/>
                  </a:cubicBezTo>
                  <a:lnTo>
                    <a:pt x="1229" y="809"/>
                  </a:lnTo>
                  <a:cubicBezTo>
                    <a:pt x="1229" y="643"/>
                    <a:pt x="1229" y="474"/>
                    <a:pt x="1213" y="324"/>
                  </a:cubicBezTo>
                  <a:cubicBezTo>
                    <a:pt x="1213" y="255"/>
                    <a:pt x="1197" y="122"/>
                    <a:pt x="1245" y="21"/>
                  </a:cubicBezTo>
                  <a:lnTo>
                    <a:pt x="1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0">
              <a:extLst>
                <a:ext uri="{FF2B5EF4-FFF2-40B4-BE49-F238E27FC236}">
                  <a16:creationId xmlns:a16="http://schemas.microsoft.com/office/drawing/2014/main" id="{49426666-DAD6-A463-F659-81591647E9DC}"/>
                </a:ext>
              </a:extLst>
            </p:cNvPr>
            <p:cNvSpPr/>
            <p:nvPr/>
          </p:nvSpPr>
          <p:spPr>
            <a:xfrm>
              <a:off x="574127" y="2748120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33"/>
                    <a:pt x="17" y="255"/>
                    <a:pt x="17" y="356"/>
                  </a:cubicBezTo>
                  <a:lnTo>
                    <a:pt x="17" y="574"/>
                  </a:lnTo>
                  <a:lnTo>
                    <a:pt x="17" y="606"/>
                  </a:lnTo>
                  <a:cubicBezTo>
                    <a:pt x="17" y="638"/>
                    <a:pt x="17" y="691"/>
                    <a:pt x="33" y="723"/>
                  </a:cubicBezTo>
                  <a:lnTo>
                    <a:pt x="49" y="723"/>
                  </a:lnTo>
                  <a:lnTo>
                    <a:pt x="49" y="707"/>
                  </a:lnTo>
                  <a:cubicBezTo>
                    <a:pt x="33" y="675"/>
                    <a:pt x="33" y="638"/>
                    <a:pt x="33" y="606"/>
                  </a:cubicBezTo>
                  <a:lnTo>
                    <a:pt x="33" y="574"/>
                  </a:lnTo>
                  <a:lnTo>
                    <a:pt x="33" y="356"/>
                  </a:lnTo>
                  <a:cubicBezTo>
                    <a:pt x="33" y="255"/>
                    <a:pt x="49" y="133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0">
              <a:extLst>
                <a:ext uri="{FF2B5EF4-FFF2-40B4-BE49-F238E27FC236}">
                  <a16:creationId xmlns:a16="http://schemas.microsoft.com/office/drawing/2014/main" id="{3268FF38-CB0C-4E71-F2E1-6F6635C46693}"/>
                </a:ext>
              </a:extLst>
            </p:cNvPr>
            <p:cNvSpPr/>
            <p:nvPr/>
          </p:nvSpPr>
          <p:spPr>
            <a:xfrm>
              <a:off x="1411536" y="2164387"/>
              <a:ext cx="90386" cy="239572"/>
            </a:xfrm>
            <a:custGeom>
              <a:avLst/>
              <a:gdLst/>
              <a:ahLst/>
              <a:cxnLst/>
              <a:rect l="l" t="t" r="r" b="b"/>
              <a:pathLst>
                <a:path w="910" h="2412" extrusionOk="0">
                  <a:moveTo>
                    <a:pt x="49" y="0"/>
                  </a:moveTo>
                  <a:cubicBezTo>
                    <a:pt x="38" y="0"/>
                    <a:pt x="28" y="1"/>
                    <a:pt x="16" y="3"/>
                  </a:cubicBezTo>
                  <a:cubicBezTo>
                    <a:pt x="16" y="3"/>
                    <a:pt x="0" y="20"/>
                    <a:pt x="16" y="20"/>
                  </a:cubicBezTo>
                  <a:lnTo>
                    <a:pt x="16" y="238"/>
                  </a:lnTo>
                  <a:cubicBezTo>
                    <a:pt x="0" y="274"/>
                    <a:pt x="0" y="323"/>
                    <a:pt x="0" y="355"/>
                  </a:cubicBezTo>
                  <a:lnTo>
                    <a:pt x="0" y="710"/>
                  </a:lnTo>
                  <a:lnTo>
                    <a:pt x="0" y="1131"/>
                  </a:lnTo>
                  <a:cubicBezTo>
                    <a:pt x="0" y="1232"/>
                    <a:pt x="16" y="1300"/>
                    <a:pt x="69" y="1332"/>
                  </a:cubicBezTo>
                  <a:cubicBezTo>
                    <a:pt x="134" y="1365"/>
                    <a:pt x="170" y="1417"/>
                    <a:pt x="202" y="1466"/>
                  </a:cubicBezTo>
                  <a:cubicBezTo>
                    <a:pt x="218" y="1486"/>
                    <a:pt x="235" y="1502"/>
                    <a:pt x="255" y="1518"/>
                  </a:cubicBezTo>
                  <a:cubicBezTo>
                    <a:pt x="303" y="1567"/>
                    <a:pt x="336" y="1619"/>
                    <a:pt x="372" y="1668"/>
                  </a:cubicBezTo>
                  <a:cubicBezTo>
                    <a:pt x="436" y="1769"/>
                    <a:pt x="489" y="1854"/>
                    <a:pt x="590" y="1922"/>
                  </a:cubicBezTo>
                  <a:lnTo>
                    <a:pt x="606" y="1922"/>
                  </a:lnTo>
                  <a:lnTo>
                    <a:pt x="606" y="1890"/>
                  </a:lnTo>
                  <a:cubicBezTo>
                    <a:pt x="505" y="1837"/>
                    <a:pt x="457" y="1753"/>
                    <a:pt x="388" y="1668"/>
                  </a:cubicBezTo>
                  <a:cubicBezTo>
                    <a:pt x="356" y="1603"/>
                    <a:pt x="319" y="1551"/>
                    <a:pt x="271" y="1502"/>
                  </a:cubicBezTo>
                  <a:lnTo>
                    <a:pt x="218" y="1450"/>
                  </a:lnTo>
                  <a:cubicBezTo>
                    <a:pt x="186" y="1401"/>
                    <a:pt x="154" y="1349"/>
                    <a:pt x="85" y="1316"/>
                  </a:cubicBezTo>
                  <a:cubicBezTo>
                    <a:pt x="53" y="1284"/>
                    <a:pt x="16" y="1215"/>
                    <a:pt x="16" y="1131"/>
                  </a:cubicBezTo>
                  <a:cubicBezTo>
                    <a:pt x="33" y="997"/>
                    <a:pt x="33" y="844"/>
                    <a:pt x="33" y="710"/>
                  </a:cubicBezTo>
                  <a:lnTo>
                    <a:pt x="33" y="355"/>
                  </a:lnTo>
                  <a:lnTo>
                    <a:pt x="33" y="238"/>
                  </a:lnTo>
                  <a:cubicBezTo>
                    <a:pt x="33" y="173"/>
                    <a:pt x="53" y="104"/>
                    <a:pt x="33" y="36"/>
                  </a:cubicBezTo>
                  <a:cubicBezTo>
                    <a:pt x="45" y="33"/>
                    <a:pt x="56" y="32"/>
                    <a:pt x="65" y="32"/>
                  </a:cubicBezTo>
                  <a:cubicBezTo>
                    <a:pt x="112" y="32"/>
                    <a:pt x="137" y="61"/>
                    <a:pt x="154" y="104"/>
                  </a:cubicBezTo>
                  <a:lnTo>
                    <a:pt x="170" y="104"/>
                  </a:lnTo>
                  <a:cubicBezTo>
                    <a:pt x="271" y="254"/>
                    <a:pt x="388" y="407"/>
                    <a:pt x="489" y="557"/>
                  </a:cubicBezTo>
                  <a:cubicBezTo>
                    <a:pt x="590" y="710"/>
                    <a:pt x="707" y="860"/>
                    <a:pt x="808" y="1013"/>
                  </a:cubicBezTo>
                  <a:cubicBezTo>
                    <a:pt x="840" y="1046"/>
                    <a:pt x="861" y="1082"/>
                    <a:pt x="861" y="1114"/>
                  </a:cubicBezTo>
                  <a:lnTo>
                    <a:pt x="861" y="1466"/>
                  </a:lnTo>
                  <a:cubicBezTo>
                    <a:pt x="861" y="1668"/>
                    <a:pt x="877" y="1890"/>
                    <a:pt x="840" y="2108"/>
                  </a:cubicBezTo>
                  <a:cubicBezTo>
                    <a:pt x="840" y="2193"/>
                    <a:pt x="824" y="2294"/>
                    <a:pt x="877" y="2395"/>
                  </a:cubicBezTo>
                  <a:lnTo>
                    <a:pt x="893" y="2411"/>
                  </a:lnTo>
                  <a:cubicBezTo>
                    <a:pt x="893" y="2395"/>
                    <a:pt x="909" y="2395"/>
                    <a:pt x="893" y="2395"/>
                  </a:cubicBezTo>
                  <a:cubicBezTo>
                    <a:pt x="861" y="2294"/>
                    <a:pt x="861" y="2193"/>
                    <a:pt x="877" y="2108"/>
                  </a:cubicBezTo>
                  <a:cubicBezTo>
                    <a:pt x="893" y="1890"/>
                    <a:pt x="893" y="1668"/>
                    <a:pt x="893" y="1466"/>
                  </a:cubicBezTo>
                  <a:lnTo>
                    <a:pt x="893" y="1131"/>
                  </a:lnTo>
                  <a:cubicBezTo>
                    <a:pt x="893" y="1062"/>
                    <a:pt x="861" y="1030"/>
                    <a:pt x="824" y="997"/>
                  </a:cubicBezTo>
                  <a:cubicBezTo>
                    <a:pt x="723" y="844"/>
                    <a:pt x="622" y="694"/>
                    <a:pt x="505" y="541"/>
                  </a:cubicBezTo>
                  <a:cubicBezTo>
                    <a:pt x="404" y="391"/>
                    <a:pt x="287" y="238"/>
                    <a:pt x="186" y="88"/>
                  </a:cubicBezTo>
                  <a:cubicBezTo>
                    <a:pt x="158" y="43"/>
                    <a:pt x="115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0">
              <a:extLst>
                <a:ext uri="{FF2B5EF4-FFF2-40B4-BE49-F238E27FC236}">
                  <a16:creationId xmlns:a16="http://schemas.microsoft.com/office/drawing/2014/main" id="{6D54653A-21EC-50D7-CD37-3A824F06C725}"/>
                </a:ext>
              </a:extLst>
            </p:cNvPr>
            <p:cNvSpPr/>
            <p:nvPr/>
          </p:nvSpPr>
          <p:spPr>
            <a:xfrm>
              <a:off x="487019" y="1731727"/>
              <a:ext cx="153854" cy="172230"/>
            </a:xfrm>
            <a:custGeom>
              <a:avLst/>
              <a:gdLst/>
              <a:ahLst/>
              <a:cxnLst/>
              <a:rect l="l" t="t" r="r" b="b"/>
              <a:pathLst>
                <a:path w="1549" h="1734" extrusionOk="0">
                  <a:moveTo>
                    <a:pt x="1516" y="1"/>
                  </a:moveTo>
                  <a:lnTo>
                    <a:pt x="1500" y="17"/>
                  </a:lnTo>
                  <a:cubicBezTo>
                    <a:pt x="1516" y="186"/>
                    <a:pt x="1516" y="352"/>
                    <a:pt x="1516" y="522"/>
                  </a:cubicBezTo>
                  <a:cubicBezTo>
                    <a:pt x="1516" y="607"/>
                    <a:pt x="1500" y="691"/>
                    <a:pt x="1516" y="772"/>
                  </a:cubicBezTo>
                  <a:cubicBezTo>
                    <a:pt x="1516" y="825"/>
                    <a:pt x="1463" y="857"/>
                    <a:pt x="1415" y="873"/>
                  </a:cubicBezTo>
                  <a:lnTo>
                    <a:pt x="1415" y="893"/>
                  </a:lnTo>
                  <a:cubicBezTo>
                    <a:pt x="1043" y="1095"/>
                    <a:pt x="692" y="1314"/>
                    <a:pt x="336" y="1516"/>
                  </a:cubicBezTo>
                  <a:lnTo>
                    <a:pt x="1" y="1717"/>
                  </a:lnTo>
                  <a:lnTo>
                    <a:pt x="1" y="1734"/>
                  </a:lnTo>
                  <a:lnTo>
                    <a:pt x="17" y="1734"/>
                  </a:lnTo>
                  <a:lnTo>
                    <a:pt x="352" y="1548"/>
                  </a:lnTo>
                  <a:cubicBezTo>
                    <a:pt x="708" y="1330"/>
                    <a:pt x="1059" y="1128"/>
                    <a:pt x="1415" y="910"/>
                  </a:cubicBezTo>
                  <a:lnTo>
                    <a:pt x="1431" y="910"/>
                  </a:lnTo>
                  <a:cubicBezTo>
                    <a:pt x="1483" y="873"/>
                    <a:pt x="1532" y="841"/>
                    <a:pt x="1532" y="772"/>
                  </a:cubicBezTo>
                  <a:lnTo>
                    <a:pt x="1532" y="522"/>
                  </a:lnTo>
                  <a:cubicBezTo>
                    <a:pt x="1532" y="352"/>
                    <a:pt x="1548" y="186"/>
                    <a:pt x="1516" y="17"/>
                  </a:cubicBezTo>
                  <a:lnTo>
                    <a:pt x="1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0">
              <a:extLst>
                <a:ext uri="{FF2B5EF4-FFF2-40B4-BE49-F238E27FC236}">
                  <a16:creationId xmlns:a16="http://schemas.microsoft.com/office/drawing/2014/main" id="{B292F318-E82D-8E6B-AB31-C711588FF499}"/>
                </a:ext>
              </a:extLst>
            </p:cNvPr>
            <p:cNvSpPr/>
            <p:nvPr/>
          </p:nvSpPr>
          <p:spPr>
            <a:xfrm>
              <a:off x="610678" y="3358373"/>
              <a:ext cx="3675" cy="73500"/>
            </a:xfrm>
            <a:custGeom>
              <a:avLst/>
              <a:gdLst/>
              <a:ahLst/>
              <a:cxnLst/>
              <a:rect l="l" t="t" r="r" b="b"/>
              <a:pathLst>
                <a:path w="37" h="740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303"/>
                    <a:pt x="16" y="522"/>
                    <a:pt x="0" y="724"/>
                  </a:cubicBezTo>
                  <a:lnTo>
                    <a:pt x="0" y="740"/>
                  </a:lnTo>
                  <a:cubicBezTo>
                    <a:pt x="16" y="740"/>
                    <a:pt x="16" y="724"/>
                    <a:pt x="16" y="724"/>
                  </a:cubicBezTo>
                  <a:cubicBezTo>
                    <a:pt x="36" y="522"/>
                    <a:pt x="36" y="303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0">
              <a:extLst>
                <a:ext uri="{FF2B5EF4-FFF2-40B4-BE49-F238E27FC236}">
                  <a16:creationId xmlns:a16="http://schemas.microsoft.com/office/drawing/2014/main" id="{F25CB163-A690-91F9-0AA9-5A19EF832014}"/>
                </a:ext>
              </a:extLst>
            </p:cNvPr>
            <p:cNvSpPr/>
            <p:nvPr/>
          </p:nvSpPr>
          <p:spPr>
            <a:xfrm>
              <a:off x="794827" y="2319930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0" y="1"/>
                  </a:moveTo>
                  <a:lnTo>
                    <a:pt x="0" y="21"/>
                  </a:lnTo>
                  <a:cubicBezTo>
                    <a:pt x="16" y="154"/>
                    <a:pt x="16" y="304"/>
                    <a:pt x="0" y="441"/>
                  </a:cubicBezTo>
                  <a:lnTo>
                    <a:pt x="0" y="692"/>
                  </a:lnTo>
                  <a:lnTo>
                    <a:pt x="16" y="708"/>
                  </a:lnTo>
                  <a:cubicBezTo>
                    <a:pt x="33" y="708"/>
                    <a:pt x="33" y="692"/>
                    <a:pt x="33" y="692"/>
                  </a:cubicBezTo>
                  <a:lnTo>
                    <a:pt x="33" y="441"/>
                  </a:lnTo>
                  <a:cubicBezTo>
                    <a:pt x="33" y="304"/>
                    <a:pt x="33" y="154"/>
                    <a:pt x="16" y="21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0">
              <a:extLst>
                <a:ext uri="{FF2B5EF4-FFF2-40B4-BE49-F238E27FC236}">
                  <a16:creationId xmlns:a16="http://schemas.microsoft.com/office/drawing/2014/main" id="{9E2AA1DB-DC57-5589-DD6A-205B241C4236}"/>
                </a:ext>
              </a:extLst>
            </p:cNvPr>
            <p:cNvSpPr/>
            <p:nvPr/>
          </p:nvSpPr>
          <p:spPr>
            <a:xfrm>
              <a:off x="1921470" y="3437038"/>
              <a:ext cx="132102" cy="212357"/>
            </a:xfrm>
            <a:custGeom>
              <a:avLst/>
              <a:gdLst/>
              <a:ahLst/>
              <a:cxnLst/>
              <a:rect l="l" t="t" r="r" b="b"/>
              <a:pathLst>
                <a:path w="1330" h="2138" extrusionOk="0">
                  <a:moveTo>
                    <a:pt x="49" y="0"/>
                  </a:moveTo>
                  <a:cubicBezTo>
                    <a:pt x="1" y="85"/>
                    <a:pt x="17" y="166"/>
                    <a:pt x="85" y="235"/>
                  </a:cubicBezTo>
                  <a:cubicBezTo>
                    <a:pt x="522" y="707"/>
                    <a:pt x="893" y="1111"/>
                    <a:pt x="1245" y="1479"/>
                  </a:cubicBezTo>
                  <a:lnTo>
                    <a:pt x="1261" y="1499"/>
                  </a:lnTo>
                  <a:cubicBezTo>
                    <a:pt x="1281" y="1499"/>
                    <a:pt x="1281" y="1515"/>
                    <a:pt x="1281" y="1531"/>
                  </a:cubicBezTo>
                  <a:lnTo>
                    <a:pt x="1281" y="1616"/>
                  </a:lnTo>
                  <a:cubicBezTo>
                    <a:pt x="1297" y="1782"/>
                    <a:pt x="1314" y="1951"/>
                    <a:pt x="1261" y="2121"/>
                  </a:cubicBezTo>
                  <a:lnTo>
                    <a:pt x="1281" y="2137"/>
                  </a:lnTo>
                  <a:lnTo>
                    <a:pt x="1297" y="2121"/>
                  </a:lnTo>
                  <a:cubicBezTo>
                    <a:pt x="1330" y="1951"/>
                    <a:pt x="1330" y="1782"/>
                    <a:pt x="1314" y="1616"/>
                  </a:cubicBezTo>
                  <a:lnTo>
                    <a:pt x="1314" y="1515"/>
                  </a:lnTo>
                  <a:cubicBezTo>
                    <a:pt x="1314" y="1499"/>
                    <a:pt x="1297" y="1479"/>
                    <a:pt x="1281" y="1463"/>
                  </a:cubicBezTo>
                  <a:lnTo>
                    <a:pt x="1261" y="1463"/>
                  </a:lnTo>
                  <a:cubicBezTo>
                    <a:pt x="910" y="1095"/>
                    <a:pt x="538" y="691"/>
                    <a:pt x="102" y="218"/>
                  </a:cubicBezTo>
                  <a:cubicBezTo>
                    <a:pt x="33" y="150"/>
                    <a:pt x="33" y="85"/>
                    <a:pt x="69" y="16"/>
                  </a:cubicBezTo>
                  <a:cubicBezTo>
                    <a:pt x="85" y="16"/>
                    <a:pt x="85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0">
              <a:extLst>
                <a:ext uri="{FF2B5EF4-FFF2-40B4-BE49-F238E27FC236}">
                  <a16:creationId xmlns:a16="http://schemas.microsoft.com/office/drawing/2014/main" id="{54FD4113-5996-1216-A147-10C73EAD3205}"/>
                </a:ext>
              </a:extLst>
            </p:cNvPr>
            <p:cNvSpPr/>
            <p:nvPr/>
          </p:nvSpPr>
          <p:spPr>
            <a:xfrm>
              <a:off x="856607" y="2612840"/>
              <a:ext cx="354392" cy="254073"/>
            </a:xfrm>
            <a:custGeom>
              <a:avLst/>
              <a:gdLst/>
              <a:ahLst/>
              <a:cxnLst/>
              <a:rect l="l" t="t" r="r" b="b"/>
              <a:pathLst>
                <a:path w="3568" h="2558" extrusionOk="0">
                  <a:moveTo>
                    <a:pt x="3519" y="1"/>
                  </a:moveTo>
                  <a:cubicBezTo>
                    <a:pt x="3499" y="1"/>
                    <a:pt x="3499" y="17"/>
                    <a:pt x="3499" y="17"/>
                  </a:cubicBezTo>
                  <a:cubicBezTo>
                    <a:pt x="3551" y="82"/>
                    <a:pt x="3535" y="150"/>
                    <a:pt x="3535" y="235"/>
                  </a:cubicBezTo>
                  <a:cubicBezTo>
                    <a:pt x="3519" y="267"/>
                    <a:pt x="3519" y="320"/>
                    <a:pt x="3519" y="352"/>
                  </a:cubicBezTo>
                  <a:cubicBezTo>
                    <a:pt x="3535" y="486"/>
                    <a:pt x="3535" y="623"/>
                    <a:pt x="3535" y="756"/>
                  </a:cubicBezTo>
                  <a:lnTo>
                    <a:pt x="3535" y="990"/>
                  </a:lnTo>
                  <a:cubicBezTo>
                    <a:pt x="3535" y="1091"/>
                    <a:pt x="3499" y="1128"/>
                    <a:pt x="3418" y="1160"/>
                  </a:cubicBezTo>
                  <a:cubicBezTo>
                    <a:pt x="2776" y="1415"/>
                    <a:pt x="2121" y="1681"/>
                    <a:pt x="1479" y="1936"/>
                  </a:cubicBezTo>
                  <a:cubicBezTo>
                    <a:pt x="1277" y="2021"/>
                    <a:pt x="1075" y="2101"/>
                    <a:pt x="873" y="2186"/>
                  </a:cubicBezTo>
                  <a:cubicBezTo>
                    <a:pt x="606" y="2303"/>
                    <a:pt x="319" y="2404"/>
                    <a:pt x="33" y="2526"/>
                  </a:cubicBezTo>
                  <a:lnTo>
                    <a:pt x="0" y="2526"/>
                  </a:lnTo>
                  <a:lnTo>
                    <a:pt x="0" y="2542"/>
                  </a:lnTo>
                  <a:lnTo>
                    <a:pt x="0" y="2558"/>
                  </a:lnTo>
                  <a:lnTo>
                    <a:pt x="49" y="2558"/>
                  </a:lnTo>
                  <a:cubicBezTo>
                    <a:pt x="336" y="2441"/>
                    <a:pt x="606" y="2324"/>
                    <a:pt x="893" y="2223"/>
                  </a:cubicBezTo>
                  <a:cubicBezTo>
                    <a:pt x="1095" y="2138"/>
                    <a:pt x="1297" y="2053"/>
                    <a:pt x="1499" y="1968"/>
                  </a:cubicBezTo>
                  <a:cubicBezTo>
                    <a:pt x="2121" y="1718"/>
                    <a:pt x="2776" y="1447"/>
                    <a:pt x="3434" y="1192"/>
                  </a:cubicBezTo>
                  <a:cubicBezTo>
                    <a:pt x="3535" y="1144"/>
                    <a:pt x="3567" y="1091"/>
                    <a:pt x="3551" y="990"/>
                  </a:cubicBezTo>
                  <a:cubicBezTo>
                    <a:pt x="3551" y="926"/>
                    <a:pt x="3551" y="841"/>
                    <a:pt x="3567" y="756"/>
                  </a:cubicBezTo>
                  <a:cubicBezTo>
                    <a:pt x="3567" y="623"/>
                    <a:pt x="3567" y="486"/>
                    <a:pt x="3551" y="352"/>
                  </a:cubicBezTo>
                  <a:lnTo>
                    <a:pt x="3551" y="235"/>
                  </a:lnTo>
                  <a:cubicBezTo>
                    <a:pt x="3567" y="150"/>
                    <a:pt x="3567" y="82"/>
                    <a:pt x="35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0">
              <a:extLst>
                <a:ext uri="{FF2B5EF4-FFF2-40B4-BE49-F238E27FC236}">
                  <a16:creationId xmlns:a16="http://schemas.microsoft.com/office/drawing/2014/main" id="{8DFF7A6D-AD56-C708-A171-09494EFE86EF}"/>
                </a:ext>
              </a:extLst>
            </p:cNvPr>
            <p:cNvSpPr/>
            <p:nvPr/>
          </p:nvSpPr>
          <p:spPr>
            <a:xfrm>
              <a:off x="670770" y="1595454"/>
              <a:ext cx="147398" cy="198153"/>
            </a:xfrm>
            <a:custGeom>
              <a:avLst/>
              <a:gdLst/>
              <a:ahLst/>
              <a:cxnLst/>
              <a:rect l="l" t="t" r="r" b="b"/>
              <a:pathLst>
                <a:path w="1484" h="1995" extrusionOk="0">
                  <a:moveTo>
                    <a:pt x="1467" y="0"/>
                  </a:moveTo>
                  <a:cubicBezTo>
                    <a:pt x="1466" y="0"/>
                    <a:pt x="1462" y="7"/>
                    <a:pt x="1451" y="7"/>
                  </a:cubicBezTo>
                  <a:cubicBezTo>
                    <a:pt x="1451" y="60"/>
                    <a:pt x="1431" y="76"/>
                    <a:pt x="1399" y="92"/>
                  </a:cubicBezTo>
                  <a:cubicBezTo>
                    <a:pt x="1128" y="225"/>
                    <a:pt x="878" y="379"/>
                    <a:pt x="623" y="549"/>
                  </a:cubicBezTo>
                  <a:cubicBezTo>
                    <a:pt x="457" y="650"/>
                    <a:pt x="272" y="751"/>
                    <a:pt x="102" y="852"/>
                  </a:cubicBezTo>
                  <a:cubicBezTo>
                    <a:pt x="54" y="884"/>
                    <a:pt x="1" y="916"/>
                    <a:pt x="1" y="985"/>
                  </a:cubicBezTo>
                  <a:cubicBezTo>
                    <a:pt x="17" y="1171"/>
                    <a:pt x="17" y="1356"/>
                    <a:pt x="17" y="1538"/>
                  </a:cubicBezTo>
                  <a:lnTo>
                    <a:pt x="17" y="1910"/>
                  </a:lnTo>
                  <a:cubicBezTo>
                    <a:pt x="17" y="1926"/>
                    <a:pt x="17" y="1942"/>
                    <a:pt x="37" y="1962"/>
                  </a:cubicBezTo>
                  <a:lnTo>
                    <a:pt x="37" y="1979"/>
                  </a:lnTo>
                  <a:lnTo>
                    <a:pt x="54" y="1995"/>
                  </a:lnTo>
                  <a:lnTo>
                    <a:pt x="54" y="1979"/>
                  </a:lnTo>
                  <a:cubicBezTo>
                    <a:pt x="70" y="1979"/>
                    <a:pt x="70" y="1979"/>
                    <a:pt x="70" y="1962"/>
                  </a:cubicBezTo>
                  <a:cubicBezTo>
                    <a:pt x="54" y="1962"/>
                    <a:pt x="54" y="1962"/>
                    <a:pt x="54" y="1942"/>
                  </a:cubicBezTo>
                  <a:cubicBezTo>
                    <a:pt x="54" y="1926"/>
                    <a:pt x="37" y="1910"/>
                    <a:pt x="37" y="1910"/>
                  </a:cubicBezTo>
                  <a:lnTo>
                    <a:pt x="37" y="1538"/>
                  </a:lnTo>
                  <a:lnTo>
                    <a:pt x="37" y="985"/>
                  </a:lnTo>
                  <a:cubicBezTo>
                    <a:pt x="37" y="916"/>
                    <a:pt x="70" y="900"/>
                    <a:pt x="118" y="884"/>
                  </a:cubicBezTo>
                  <a:cubicBezTo>
                    <a:pt x="288" y="783"/>
                    <a:pt x="474" y="666"/>
                    <a:pt x="643" y="565"/>
                  </a:cubicBezTo>
                  <a:cubicBezTo>
                    <a:pt x="878" y="411"/>
                    <a:pt x="1148" y="246"/>
                    <a:pt x="1415" y="124"/>
                  </a:cubicBezTo>
                  <a:cubicBezTo>
                    <a:pt x="1451" y="92"/>
                    <a:pt x="1467" y="60"/>
                    <a:pt x="1484" y="23"/>
                  </a:cubicBezTo>
                  <a:cubicBezTo>
                    <a:pt x="1484" y="7"/>
                    <a:pt x="1484" y="7"/>
                    <a:pt x="1467" y="7"/>
                  </a:cubicBezTo>
                  <a:cubicBezTo>
                    <a:pt x="1467" y="2"/>
                    <a:pt x="1467" y="0"/>
                    <a:pt x="14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0">
              <a:extLst>
                <a:ext uri="{FF2B5EF4-FFF2-40B4-BE49-F238E27FC236}">
                  <a16:creationId xmlns:a16="http://schemas.microsoft.com/office/drawing/2014/main" id="{EC50A125-41E2-FAF8-C8FC-62EBDE88755F}"/>
                </a:ext>
              </a:extLst>
            </p:cNvPr>
            <p:cNvSpPr/>
            <p:nvPr/>
          </p:nvSpPr>
          <p:spPr>
            <a:xfrm>
              <a:off x="935272" y="2584333"/>
              <a:ext cx="6456" cy="73600"/>
            </a:xfrm>
            <a:custGeom>
              <a:avLst/>
              <a:gdLst/>
              <a:ahLst/>
              <a:cxnLst/>
              <a:rect l="l" t="t" r="r" b="b"/>
              <a:pathLst>
                <a:path w="65" h="741" extrusionOk="0">
                  <a:moveTo>
                    <a:pt x="16" y="1"/>
                  </a:moveTo>
                  <a:lnTo>
                    <a:pt x="16" y="17"/>
                  </a:lnTo>
                  <a:lnTo>
                    <a:pt x="16" y="118"/>
                  </a:lnTo>
                  <a:cubicBezTo>
                    <a:pt x="32" y="320"/>
                    <a:pt x="49" y="522"/>
                    <a:pt x="0" y="724"/>
                  </a:cubicBezTo>
                  <a:lnTo>
                    <a:pt x="0" y="740"/>
                  </a:lnTo>
                  <a:lnTo>
                    <a:pt x="16" y="740"/>
                  </a:lnTo>
                  <a:cubicBezTo>
                    <a:pt x="65" y="522"/>
                    <a:pt x="49" y="320"/>
                    <a:pt x="49" y="118"/>
                  </a:cubicBezTo>
                  <a:cubicBezTo>
                    <a:pt x="32" y="86"/>
                    <a:pt x="32" y="49"/>
                    <a:pt x="32" y="17"/>
                  </a:cubicBezTo>
                  <a:cubicBezTo>
                    <a:pt x="32" y="1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0">
              <a:extLst>
                <a:ext uri="{FF2B5EF4-FFF2-40B4-BE49-F238E27FC236}">
                  <a16:creationId xmlns:a16="http://schemas.microsoft.com/office/drawing/2014/main" id="{32ADC2BB-74C0-DC6E-46C7-6C425BB83246}"/>
                </a:ext>
              </a:extLst>
            </p:cNvPr>
            <p:cNvSpPr/>
            <p:nvPr/>
          </p:nvSpPr>
          <p:spPr>
            <a:xfrm>
              <a:off x="1413125" y="3007259"/>
              <a:ext cx="88797" cy="250895"/>
            </a:xfrm>
            <a:custGeom>
              <a:avLst/>
              <a:gdLst/>
              <a:ahLst/>
              <a:cxnLst/>
              <a:rect l="l" t="t" r="r" b="b"/>
              <a:pathLst>
                <a:path w="894" h="2526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86"/>
                    <a:pt x="0" y="170"/>
                    <a:pt x="0" y="251"/>
                  </a:cubicBezTo>
                  <a:cubicBezTo>
                    <a:pt x="17" y="304"/>
                    <a:pt x="17" y="352"/>
                    <a:pt x="0" y="405"/>
                  </a:cubicBezTo>
                  <a:cubicBezTo>
                    <a:pt x="0" y="453"/>
                    <a:pt x="37" y="490"/>
                    <a:pt x="69" y="506"/>
                  </a:cubicBezTo>
                  <a:cubicBezTo>
                    <a:pt x="69" y="506"/>
                    <a:pt x="69" y="522"/>
                    <a:pt x="85" y="522"/>
                  </a:cubicBezTo>
                  <a:cubicBezTo>
                    <a:pt x="356" y="793"/>
                    <a:pt x="574" y="1011"/>
                    <a:pt x="776" y="1213"/>
                  </a:cubicBezTo>
                  <a:cubicBezTo>
                    <a:pt x="808" y="1245"/>
                    <a:pt x="845" y="1297"/>
                    <a:pt x="845" y="1362"/>
                  </a:cubicBezTo>
                  <a:cubicBezTo>
                    <a:pt x="845" y="1685"/>
                    <a:pt x="861" y="2021"/>
                    <a:pt x="861" y="2425"/>
                  </a:cubicBezTo>
                  <a:cubicBezTo>
                    <a:pt x="861" y="2457"/>
                    <a:pt x="861" y="2493"/>
                    <a:pt x="845" y="2509"/>
                  </a:cubicBezTo>
                  <a:lnTo>
                    <a:pt x="845" y="2526"/>
                  </a:lnTo>
                  <a:lnTo>
                    <a:pt x="861" y="2526"/>
                  </a:lnTo>
                  <a:cubicBezTo>
                    <a:pt x="877" y="2493"/>
                    <a:pt x="893" y="2473"/>
                    <a:pt x="893" y="2425"/>
                  </a:cubicBezTo>
                  <a:cubicBezTo>
                    <a:pt x="877" y="2021"/>
                    <a:pt x="877" y="1685"/>
                    <a:pt x="877" y="1362"/>
                  </a:cubicBezTo>
                  <a:cubicBezTo>
                    <a:pt x="877" y="1281"/>
                    <a:pt x="824" y="1229"/>
                    <a:pt x="792" y="1197"/>
                  </a:cubicBezTo>
                  <a:cubicBezTo>
                    <a:pt x="590" y="995"/>
                    <a:pt x="372" y="776"/>
                    <a:pt x="101" y="506"/>
                  </a:cubicBezTo>
                  <a:lnTo>
                    <a:pt x="85" y="490"/>
                  </a:lnTo>
                  <a:cubicBezTo>
                    <a:pt x="53" y="453"/>
                    <a:pt x="37" y="437"/>
                    <a:pt x="37" y="405"/>
                  </a:cubicBezTo>
                  <a:lnTo>
                    <a:pt x="37" y="251"/>
                  </a:lnTo>
                  <a:cubicBezTo>
                    <a:pt x="37" y="170"/>
                    <a:pt x="37" y="1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0">
              <a:extLst>
                <a:ext uri="{FF2B5EF4-FFF2-40B4-BE49-F238E27FC236}">
                  <a16:creationId xmlns:a16="http://schemas.microsoft.com/office/drawing/2014/main" id="{A4F34CBB-DCD2-E259-A423-091B26534BB6}"/>
                </a:ext>
              </a:extLst>
            </p:cNvPr>
            <p:cNvSpPr/>
            <p:nvPr/>
          </p:nvSpPr>
          <p:spPr>
            <a:xfrm>
              <a:off x="1670675" y="2870091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17"/>
                    <a:pt x="17" y="239"/>
                    <a:pt x="17" y="340"/>
                  </a:cubicBezTo>
                  <a:cubicBezTo>
                    <a:pt x="17" y="404"/>
                    <a:pt x="33" y="473"/>
                    <a:pt x="17" y="542"/>
                  </a:cubicBezTo>
                  <a:lnTo>
                    <a:pt x="17" y="590"/>
                  </a:lnTo>
                  <a:cubicBezTo>
                    <a:pt x="33" y="622"/>
                    <a:pt x="33" y="659"/>
                    <a:pt x="17" y="691"/>
                  </a:cubicBezTo>
                  <a:cubicBezTo>
                    <a:pt x="1" y="691"/>
                    <a:pt x="17" y="707"/>
                    <a:pt x="17" y="707"/>
                  </a:cubicBezTo>
                  <a:lnTo>
                    <a:pt x="33" y="691"/>
                  </a:lnTo>
                  <a:cubicBezTo>
                    <a:pt x="49" y="659"/>
                    <a:pt x="49" y="622"/>
                    <a:pt x="49" y="590"/>
                  </a:cubicBezTo>
                  <a:lnTo>
                    <a:pt x="49" y="542"/>
                  </a:lnTo>
                  <a:lnTo>
                    <a:pt x="49" y="340"/>
                  </a:lnTo>
                  <a:cubicBezTo>
                    <a:pt x="49" y="239"/>
                    <a:pt x="49" y="117"/>
                    <a:pt x="70" y="16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0">
              <a:extLst>
                <a:ext uri="{FF2B5EF4-FFF2-40B4-BE49-F238E27FC236}">
                  <a16:creationId xmlns:a16="http://schemas.microsoft.com/office/drawing/2014/main" id="{59073570-4925-7610-618D-E5856D3A2667}"/>
                </a:ext>
              </a:extLst>
            </p:cNvPr>
            <p:cNvSpPr/>
            <p:nvPr/>
          </p:nvSpPr>
          <p:spPr>
            <a:xfrm>
              <a:off x="1443220" y="2071220"/>
              <a:ext cx="5264" cy="68236"/>
            </a:xfrm>
            <a:custGeom>
              <a:avLst/>
              <a:gdLst/>
              <a:ahLst/>
              <a:cxnLst/>
              <a:rect l="l" t="t" r="r" b="b"/>
              <a:pathLst>
                <a:path w="53" h="687" extrusionOk="0">
                  <a:moveTo>
                    <a:pt x="37" y="0"/>
                  </a:moveTo>
                  <a:cubicBezTo>
                    <a:pt x="17" y="117"/>
                    <a:pt x="17" y="234"/>
                    <a:pt x="17" y="335"/>
                  </a:cubicBezTo>
                  <a:lnTo>
                    <a:pt x="17" y="554"/>
                  </a:lnTo>
                  <a:lnTo>
                    <a:pt x="17" y="586"/>
                  </a:lnTo>
                  <a:cubicBezTo>
                    <a:pt x="17" y="622"/>
                    <a:pt x="17" y="655"/>
                    <a:pt x="0" y="671"/>
                  </a:cubicBezTo>
                  <a:lnTo>
                    <a:pt x="0" y="687"/>
                  </a:lnTo>
                  <a:lnTo>
                    <a:pt x="37" y="687"/>
                  </a:lnTo>
                  <a:cubicBezTo>
                    <a:pt x="53" y="655"/>
                    <a:pt x="53" y="622"/>
                    <a:pt x="53" y="586"/>
                  </a:cubicBezTo>
                  <a:cubicBezTo>
                    <a:pt x="37" y="570"/>
                    <a:pt x="37" y="554"/>
                    <a:pt x="37" y="554"/>
                  </a:cubicBezTo>
                  <a:cubicBezTo>
                    <a:pt x="53" y="469"/>
                    <a:pt x="53" y="404"/>
                    <a:pt x="37" y="335"/>
                  </a:cubicBezTo>
                  <a:cubicBezTo>
                    <a:pt x="37" y="234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0">
              <a:extLst>
                <a:ext uri="{FF2B5EF4-FFF2-40B4-BE49-F238E27FC236}">
                  <a16:creationId xmlns:a16="http://schemas.microsoft.com/office/drawing/2014/main" id="{B4CF0A4B-214F-B545-F61B-E13453534C7C}"/>
                </a:ext>
              </a:extLst>
            </p:cNvPr>
            <p:cNvSpPr/>
            <p:nvPr/>
          </p:nvSpPr>
          <p:spPr>
            <a:xfrm>
              <a:off x="672458" y="3286561"/>
              <a:ext cx="150577" cy="135281"/>
            </a:xfrm>
            <a:custGeom>
              <a:avLst/>
              <a:gdLst/>
              <a:ahLst/>
              <a:cxnLst/>
              <a:rect l="l" t="t" r="r" b="b"/>
              <a:pathLst>
                <a:path w="1516" h="1362" extrusionOk="0">
                  <a:moveTo>
                    <a:pt x="1483" y="0"/>
                  </a:moveTo>
                  <a:cubicBezTo>
                    <a:pt x="1467" y="0"/>
                    <a:pt x="1467" y="0"/>
                    <a:pt x="1467" y="17"/>
                  </a:cubicBezTo>
                  <a:cubicBezTo>
                    <a:pt x="1483" y="186"/>
                    <a:pt x="1483" y="352"/>
                    <a:pt x="1483" y="521"/>
                  </a:cubicBezTo>
                  <a:lnTo>
                    <a:pt x="1483" y="792"/>
                  </a:lnTo>
                  <a:cubicBezTo>
                    <a:pt x="1483" y="841"/>
                    <a:pt x="1467" y="857"/>
                    <a:pt x="1414" y="873"/>
                  </a:cubicBezTo>
                  <a:cubicBezTo>
                    <a:pt x="1265" y="925"/>
                    <a:pt x="1131" y="974"/>
                    <a:pt x="994" y="1026"/>
                  </a:cubicBezTo>
                  <a:cubicBezTo>
                    <a:pt x="776" y="1095"/>
                    <a:pt x="558" y="1160"/>
                    <a:pt x="323" y="1228"/>
                  </a:cubicBezTo>
                  <a:cubicBezTo>
                    <a:pt x="255" y="1245"/>
                    <a:pt x="186" y="1277"/>
                    <a:pt x="121" y="1297"/>
                  </a:cubicBezTo>
                  <a:cubicBezTo>
                    <a:pt x="85" y="1313"/>
                    <a:pt x="53" y="1329"/>
                    <a:pt x="20" y="1329"/>
                  </a:cubicBezTo>
                  <a:lnTo>
                    <a:pt x="0" y="1346"/>
                  </a:lnTo>
                  <a:lnTo>
                    <a:pt x="20" y="1362"/>
                  </a:lnTo>
                  <a:cubicBezTo>
                    <a:pt x="53" y="1346"/>
                    <a:pt x="85" y="1346"/>
                    <a:pt x="121" y="1329"/>
                  </a:cubicBezTo>
                  <a:cubicBezTo>
                    <a:pt x="186" y="1297"/>
                    <a:pt x="271" y="1277"/>
                    <a:pt x="339" y="1261"/>
                  </a:cubicBezTo>
                  <a:cubicBezTo>
                    <a:pt x="558" y="1196"/>
                    <a:pt x="792" y="1111"/>
                    <a:pt x="994" y="1043"/>
                  </a:cubicBezTo>
                  <a:cubicBezTo>
                    <a:pt x="1147" y="994"/>
                    <a:pt x="1281" y="942"/>
                    <a:pt x="1414" y="909"/>
                  </a:cubicBezTo>
                  <a:cubicBezTo>
                    <a:pt x="1483" y="893"/>
                    <a:pt x="1499" y="857"/>
                    <a:pt x="1499" y="792"/>
                  </a:cubicBezTo>
                  <a:lnTo>
                    <a:pt x="1499" y="521"/>
                  </a:lnTo>
                  <a:cubicBezTo>
                    <a:pt x="1515" y="352"/>
                    <a:pt x="1515" y="186"/>
                    <a:pt x="1499" y="17"/>
                  </a:cubicBezTo>
                  <a:cubicBezTo>
                    <a:pt x="1499" y="0"/>
                    <a:pt x="1483" y="0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0">
              <a:extLst>
                <a:ext uri="{FF2B5EF4-FFF2-40B4-BE49-F238E27FC236}">
                  <a16:creationId xmlns:a16="http://schemas.microsoft.com/office/drawing/2014/main" id="{A503FA0C-EA9D-1ECD-E75B-CC59B2711A54}"/>
                </a:ext>
              </a:extLst>
            </p:cNvPr>
            <p:cNvSpPr/>
            <p:nvPr/>
          </p:nvSpPr>
          <p:spPr>
            <a:xfrm>
              <a:off x="1416701" y="2350026"/>
              <a:ext cx="83532" cy="207589"/>
            </a:xfrm>
            <a:custGeom>
              <a:avLst/>
              <a:gdLst/>
              <a:ahLst/>
              <a:cxnLst/>
              <a:rect l="l" t="t" r="r" b="b"/>
              <a:pathLst>
                <a:path w="841" h="2090" extrusionOk="0">
                  <a:moveTo>
                    <a:pt x="1" y="1"/>
                  </a:moveTo>
                  <a:lnTo>
                    <a:pt x="1" y="21"/>
                  </a:lnTo>
                  <a:cubicBezTo>
                    <a:pt x="17" y="37"/>
                    <a:pt x="17" y="37"/>
                    <a:pt x="33" y="37"/>
                  </a:cubicBezTo>
                  <a:cubicBezTo>
                    <a:pt x="49" y="53"/>
                    <a:pt x="65" y="69"/>
                    <a:pt x="82" y="86"/>
                  </a:cubicBezTo>
                  <a:cubicBezTo>
                    <a:pt x="304" y="372"/>
                    <a:pt x="538" y="659"/>
                    <a:pt x="772" y="962"/>
                  </a:cubicBezTo>
                  <a:cubicBezTo>
                    <a:pt x="809" y="1011"/>
                    <a:pt x="809" y="1079"/>
                    <a:pt x="809" y="1132"/>
                  </a:cubicBezTo>
                  <a:lnTo>
                    <a:pt x="809" y="1940"/>
                  </a:lnTo>
                  <a:cubicBezTo>
                    <a:pt x="809" y="1988"/>
                    <a:pt x="809" y="2041"/>
                    <a:pt x="788" y="2073"/>
                  </a:cubicBezTo>
                  <a:cubicBezTo>
                    <a:pt x="772" y="2089"/>
                    <a:pt x="788" y="2089"/>
                    <a:pt x="788" y="2089"/>
                  </a:cubicBezTo>
                  <a:lnTo>
                    <a:pt x="809" y="2089"/>
                  </a:lnTo>
                  <a:cubicBezTo>
                    <a:pt x="825" y="2041"/>
                    <a:pt x="841" y="1988"/>
                    <a:pt x="841" y="1940"/>
                  </a:cubicBezTo>
                  <a:lnTo>
                    <a:pt x="841" y="1132"/>
                  </a:lnTo>
                  <a:cubicBezTo>
                    <a:pt x="841" y="1063"/>
                    <a:pt x="841" y="995"/>
                    <a:pt x="788" y="946"/>
                  </a:cubicBezTo>
                  <a:cubicBezTo>
                    <a:pt x="554" y="643"/>
                    <a:pt x="320" y="356"/>
                    <a:pt x="102" y="69"/>
                  </a:cubicBezTo>
                  <a:lnTo>
                    <a:pt x="49" y="21"/>
                  </a:lnTo>
                  <a:cubicBezTo>
                    <a:pt x="33" y="2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0">
              <a:extLst>
                <a:ext uri="{FF2B5EF4-FFF2-40B4-BE49-F238E27FC236}">
                  <a16:creationId xmlns:a16="http://schemas.microsoft.com/office/drawing/2014/main" id="{4AF801A4-E63E-11F5-7D95-FD40183E5841}"/>
                </a:ext>
              </a:extLst>
            </p:cNvPr>
            <p:cNvSpPr/>
            <p:nvPr/>
          </p:nvSpPr>
          <p:spPr>
            <a:xfrm>
              <a:off x="1919881" y="3179389"/>
              <a:ext cx="126937" cy="206000"/>
            </a:xfrm>
            <a:custGeom>
              <a:avLst/>
              <a:gdLst/>
              <a:ahLst/>
              <a:cxnLst/>
              <a:rect l="l" t="t" r="r" b="b"/>
              <a:pathLst>
                <a:path w="1278" h="2074" extrusionOk="0">
                  <a:moveTo>
                    <a:pt x="65" y="1"/>
                  </a:moveTo>
                  <a:cubicBezTo>
                    <a:pt x="33" y="53"/>
                    <a:pt x="33" y="102"/>
                    <a:pt x="49" y="154"/>
                  </a:cubicBezTo>
                  <a:cubicBezTo>
                    <a:pt x="49" y="187"/>
                    <a:pt x="65" y="219"/>
                    <a:pt x="49" y="255"/>
                  </a:cubicBezTo>
                  <a:cubicBezTo>
                    <a:pt x="0" y="591"/>
                    <a:pt x="166" y="825"/>
                    <a:pt x="320" y="995"/>
                  </a:cubicBezTo>
                  <a:cubicBezTo>
                    <a:pt x="538" y="1213"/>
                    <a:pt x="740" y="1467"/>
                    <a:pt x="926" y="1701"/>
                  </a:cubicBezTo>
                  <a:cubicBezTo>
                    <a:pt x="1027" y="1802"/>
                    <a:pt x="1111" y="1903"/>
                    <a:pt x="1212" y="2021"/>
                  </a:cubicBezTo>
                  <a:cubicBezTo>
                    <a:pt x="1212" y="2037"/>
                    <a:pt x="1229" y="2037"/>
                    <a:pt x="1245" y="2053"/>
                  </a:cubicBezTo>
                  <a:lnTo>
                    <a:pt x="1261" y="2053"/>
                  </a:lnTo>
                  <a:lnTo>
                    <a:pt x="1261" y="2073"/>
                  </a:lnTo>
                  <a:lnTo>
                    <a:pt x="1277" y="2053"/>
                  </a:lnTo>
                  <a:lnTo>
                    <a:pt x="1277" y="2037"/>
                  </a:lnTo>
                  <a:cubicBezTo>
                    <a:pt x="1277" y="2037"/>
                    <a:pt x="1261" y="2037"/>
                    <a:pt x="1261" y="2021"/>
                  </a:cubicBezTo>
                  <a:cubicBezTo>
                    <a:pt x="1245" y="2021"/>
                    <a:pt x="1229" y="2004"/>
                    <a:pt x="1229" y="2004"/>
                  </a:cubicBezTo>
                  <a:cubicBezTo>
                    <a:pt x="1128" y="1887"/>
                    <a:pt x="1043" y="1786"/>
                    <a:pt x="958" y="1685"/>
                  </a:cubicBezTo>
                  <a:cubicBezTo>
                    <a:pt x="756" y="1447"/>
                    <a:pt x="554" y="1197"/>
                    <a:pt x="336" y="978"/>
                  </a:cubicBezTo>
                  <a:cubicBezTo>
                    <a:pt x="118" y="724"/>
                    <a:pt x="33" y="506"/>
                    <a:pt x="85" y="255"/>
                  </a:cubicBezTo>
                  <a:cubicBezTo>
                    <a:pt x="85" y="219"/>
                    <a:pt x="85" y="187"/>
                    <a:pt x="65" y="154"/>
                  </a:cubicBezTo>
                  <a:cubicBezTo>
                    <a:pt x="65" y="102"/>
                    <a:pt x="49" y="6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0">
              <a:extLst>
                <a:ext uri="{FF2B5EF4-FFF2-40B4-BE49-F238E27FC236}">
                  <a16:creationId xmlns:a16="http://schemas.microsoft.com/office/drawing/2014/main" id="{C054D18D-7DC4-7DA4-2431-08360919884B}"/>
                </a:ext>
              </a:extLst>
            </p:cNvPr>
            <p:cNvSpPr/>
            <p:nvPr/>
          </p:nvSpPr>
          <p:spPr>
            <a:xfrm>
              <a:off x="1386605" y="1290327"/>
              <a:ext cx="6555" cy="73600"/>
            </a:xfrm>
            <a:custGeom>
              <a:avLst/>
              <a:gdLst/>
              <a:ahLst/>
              <a:cxnLst/>
              <a:rect l="l" t="t" r="r" b="b"/>
              <a:pathLst>
                <a:path w="66" h="741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35"/>
                    <a:pt x="17" y="352"/>
                  </a:cubicBezTo>
                  <a:lnTo>
                    <a:pt x="17" y="554"/>
                  </a:lnTo>
                  <a:lnTo>
                    <a:pt x="17" y="623"/>
                  </a:lnTo>
                  <a:cubicBezTo>
                    <a:pt x="17" y="655"/>
                    <a:pt x="17" y="708"/>
                    <a:pt x="33" y="740"/>
                  </a:cubicBezTo>
                  <a:lnTo>
                    <a:pt x="49" y="740"/>
                  </a:lnTo>
                  <a:cubicBezTo>
                    <a:pt x="65" y="740"/>
                    <a:pt x="65" y="740"/>
                    <a:pt x="49" y="724"/>
                  </a:cubicBezTo>
                  <a:cubicBezTo>
                    <a:pt x="33" y="692"/>
                    <a:pt x="33" y="655"/>
                    <a:pt x="49" y="623"/>
                  </a:cubicBezTo>
                  <a:lnTo>
                    <a:pt x="49" y="554"/>
                  </a:lnTo>
                  <a:lnTo>
                    <a:pt x="49" y="352"/>
                  </a:lnTo>
                  <a:cubicBezTo>
                    <a:pt x="49" y="235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0">
              <a:extLst>
                <a:ext uri="{FF2B5EF4-FFF2-40B4-BE49-F238E27FC236}">
                  <a16:creationId xmlns:a16="http://schemas.microsoft.com/office/drawing/2014/main" id="{E7627E1A-0D19-BF07-F9E9-5FC7A55883C2}"/>
                </a:ext>
              </a:extLst>
            </p:cNvPr>
            <p:cNvSpPr/>
            <p:nvPr/>
          </p:nvSpPr>
          <p:spPr>
            <a:xfrm>
              <a:off x="1670675" y="3034176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7"/>
                  </a:cubicBezTo>
                  <a:cubicBezTo>
                    <a:pt x="17" y="118"/>
                    <a:pt x="17" y="235"/>
                    <a:pt x="17" y="336"/>
                  </a:cubicBezTo>
                  <a:cubicBezTo>
                    <a:pt x="17" y="404"/>
                    <a:pt x="33" y="469"/>
                    <a:pt x="17" y="538"/>
                  </a:cubicBezTo>
                  <a:lnTo>
                    <a:pt x="17" y="586"/>
                  </a:lnTo>
                  <a:cubicBezTo>
                    <a:pt x="33" y="623"/>
                    <a:pt x="33" y="655"/>
                    <a:pt x="17" y="687"/>
                  </a:cubicBezTo>
                  <a:cubicBezTo>
                    <a:pt x="1" y="687"/>
                    <a:pt x="17" y="687"/>
                    <a:pt x="17" y="707"/>
                  </a:cubicBezTo>
                  <a:lnTo>
                    <a:pt x="33" y="687"/>
                  </a:lnTo>
                  <a:cubicBezTo>
                    <a:pt x="49" y="655"/>
                    <a:pt x="49" y="623"/>
                    <a:pt x="49" y="586"/>
                  </a:cubicBezTo>
                  <a:lnTo>
                    <a:pt x="49" y="538"/>
                  </a:lnTo>
                  <a:lnTo>
                    <a:pt x="49" y="336"/>
                  </a:lnTo>
                  <a:cubicBezTo>
                    <a:pt x="49" y="235"/>
                    <a:pt x="49" y="118"/>
                    <a:pt x="70" y="17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0">
              <a:extLst>
                <a:ext uri="{FF2B5EF4-FFF2-40B4-BE49-F238E27FC236}">
                  <a16:creationId xmlns:a16="http://schemas.microsoft.com/office/drawing/2014/main" id="{CBBD9FBE-6F0E-ABF4-308E-A1DEAD604883}"/>
                </a:ext>
              </a:extLst>
            </p:cNvPr>
            <p:cNvSpPr/>
            <p:nvPr/>
          </p:nvSpPr>
          <p:spPr>
            <a:xfrm>
              <a:off x="1037180" y="2207991"/>
              <a:ext cx="1689" cy="68733"/>
            </a:xfrm>
            <a:custGeom>
              <a:avLst/>
              <a:gdLst/>
              <a:ahLst/>
              <a:cxnLst/>
              <a:rect l="l" t="t" r="r" b="b"/>
              <a:pathLst>
                <a:path w="17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6" y="692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0">
              <a:extLst>
                <a:ext uri="{FF2B5EF4-FFF2-40B4-BE49-F238E27FC236}">
                  <a16:creationId xmlns:a16="http://schemas.microsoft.com/office/drawing/2014/main" id="{CFBDA93A-7F91-848E-A0CF-BEE4979BCA0F}"/>
                </a:ext>
              </a:extLst>
            </p:cNvPr>
            <p:cNvSpPr/>
            <p:nvPr/>
          </p:nvSpPr>
          <p:spPr>
            <a:xfrm>
              <a:off x="461790" y="2019075"/>
              <a:ext cx="179083" cy="102404"/>
            </a:xfrm>
            <a:custGeom>
              <a:avLst/>
              <a:gdLst/>
              <a:ahLst/>
              <a:cxnLst/>
              <a:rect l="l" t="t" r="r" b="b"/>
              <a:pathLst>
                <a:path w="1803" h="1031" extrusionOk="0">
                  <a:moveTo>
                    <a:pt x="1786" y="0"/>
                  </a:moveTo>
                  <a:cubicBezTo>
                    <a:pt x="1770" y="20"/>
                    <a:pt x="1770" y="36"/>
                    <a:pt x="1754" y="53"/>
                  </a:cubicBezTo>
                  <a:cubicBezTo>
                    <a:pt x="1754" y="69"/>
                    <a:pt x="1754" y="85"/>
                    <a:pt x="1717" y="101"/>
                  </a:cubicBezTo>
                  <a:cubicBezTo>
                    <a:pt x="1467" y="238"/>
                    <a:pt x="1212" y="372"/>
                    <a:pt x="962" y="505"/>
                  </a:cubicBezTo>
                  <a:cubicBezTo>
                    <a:pt x="893" y="541"/>
                    <a:pt x="828" y="574"/>
                    <a:pt x="776" y="606"/>
                  </a:cubicBezTo>
                  <a:cubicBezTo>
                    <a:pt x="590" y="691"/>
                    <a:pt x="424" y="792"/>
                    <a:pt x="255" y="877"/>
                  </a:cubicBezTo>
                  <a:lnTo>
                    <a:pt x="21" y="1010"/>
                  </a:lnTo>
                  <a:cubicBezTo>
                    <a:pt x="0" y="1010"/>
                    <a:pt x="0" y="1010"/>
                    <a:pt x="0" y="1030"/>
                  </a:cubicBezTo>
                  <a:lnTo>
                    <a:pt x="21" y="1030"/>
                  </a:lnTo>
                  <a:lnTo>
                    <a:pt x="271" y="909"/>
                  </a:lnTo>
                  <a:cubicBezTo>
                    <a:pt x="441" y="808"/>
                    <a:pt x="606" y="727"/>
                    <a:pt x="776" y="626"/>
                  </a:cubicBezTo>
                  <a:cubicBezTo>
                    <a:pt x="845" y="590"/>
                    <a:pt x="909" y="558"/>
                    <a:pt x="978" y="525"/>
                  </a:cubicBezTo>
                  <a:cubicBezTo>
                    <a:pt x="1212" y="388"/>
                    <a:pt x="1483" y="255"/>
                    <a:pt x="1737" y="137"/>
                  </a:cubicBezTo>
                  <a:cubicBezTo>
                    <a:pt x="1770" y="101"/>
                    <a:pt x="1786" y="85"/>
                    <a:pt x="1786" y="53"/>
                  </a:cubicBezTo>
                  <a:cubicBezTo>
                    <a:pt x="1786" y="53"/>
                    <a:pt x="1786" y="36"/>
                    <a:pt x="1802" y="36"/>
                  </a:cubicBezTo>
                  <a:lnTo>
                    <a:pt x="18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0">
              <a:extLst>
                <a:ext uri="{FF2B5EF4-FFF2-40B4-BE49-F238E27FC236}">
                  <a16:creationId xmlns:a16="http://schemas.microsoft.com/office/drawing/2014/main" id="{6CD022D9-CFE3-BC4D-23E1-D506C5CDC3F0}"/>
                </a:ext>
              </a:extLst>
            </p:cNvPr>
            <p:cNvSpPr/>
            <p:nvPr/>
          </p:nvSpPr>
          <p:spPr>
            <a:xfrm>
              <a:off x="1669085" y="205433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18"/>
                    <a:pt x="17" y="235"/>
                    <a:pt x="17" y="336"/>
                  </a:cubicBezTo>
                  <a:lnTo>
                    <a:pt x="17" y="538"/>
                  </a:lnTo>
                  <a:lnTo>
                    <a:pt x="17" y="590"/>
                  </a:lnTo>
                  <a:cubicBezTo>
                    <a:pt x="17" y="623"/>
                    <a:pt x="17" y="655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lnTo>
                    <a:pt x="17" y="691"/>
                  </a:lnTo>
                  <a:cubicBezTo>
                    <a:pt x="49" y="655"/>
                    <a:pt x="33" y="623"/>
                    <a:pt x="33" y="590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0">
              <a:extLst>
                <a:ext uri="{FF2B5EF4-FFF2-40B4-BE49-F238E27FC236}">
                  <a16:creationId xmlns:a16="http://schemas.microsoft.com/office/drawing/2014/main" id="{BCC743AB-AE00-AEBE-8ECA-3CC062D317E4}"/>
                </a:ext>
              </a:extLst>
            </p:cNvPr>
            <p:cNvSpPr/>
            <p:nvPr/>
          </p:nvSpPr>
          <p:spPr>
            <a:xfrm>
              <a:off x="687655" y="3423332"/>
              <a:ext cx="137366" cy="152563"/>
            </a:xfrm>
            <a:custGeom>
              <a:avLst/>
              <a:gdLst/>
              <a:ahLst/>
              <a:cxnLst/>
              <a:rect l="l" t="t" r="r" b="b"/>
              <a:pathLst>
                <a:path w="1383" h="1536" extrusionOk="0">
                  <a:moveTo>
                    <a:pt x="1330" y="1"/>
                  </a:moveTo>
                  <a:cubicBezTo>
                    <a:pt x="1314" y="37"/>
                    <a:pt x="1314" y="86"/>
                    <a:pt x="1330" y="122"/>
                  </a:cubicBezTo>
                  <a:cubicBezTo>
                    <a:pt x="1330" y="171"/>
                    <a:pt x="1346" y="203"/>
                    <a:pt x="1297" y="223"/>
                  </a:cubicBezTo>
                  <a:cubicBezTo>
                    <a:pt x="1261" y="255"/>
                    <a:pt x="1213" y="255"/>
                    <a:pt x="1160" y="272"/>
                  </a:cubicBezTo>
                  <a:cubicBezTo>
                    <a:pt x="1144" y="288"/>
                    <a:pt x="1112" y="288"/>
                    <a:pt x="1079" y="304"/>
                  </a:cubicBezTo>
                  <a:cubicBezTo>
                    <a:pt x="825" y="389"/>
                    <a:pt x="554" y="474"/>
                    <a:pt x="287" y="575"/>
                  </a:cubicBezTo>
                  <a:lnTo>
                    <a:pt x="17" y="659"/>
                  </a:lnTo>
                  <a:lnTo>
                    <a:pt x="1" y="676"/>
                  </a:lnTo>
                  <a:lnTo>
                    <a:pt x="1" y="1011"/>
                  </a:lnTo>
                  <a:cubicBezTo>
                    <a:pt x="1" y="1180"/>
                    <a:pt x="1" y="1350"/>
                    <a:pt x="17" y="1536"/>
                  </a:cubicBezTo>
                  <a:lnTo>
                    <a:pt x="33" y="1536"/>
                  </a:lnTo>
                  <a:cubicBezTo>
                    <a:pt x="33" y="1536"/>
                    <a:pt x="49" y="1536"/>
                    <a:pt x="49" y="1516"/>
                  </a:cubicBezTo>
                  <a:cubicBezTo>
                    <a:pt x="17" y="1350"/>
                    <a:pt x="33" y="1180"/>
                    <a:pt x="33" y="1011"/>
                  </a:cubicBezTo>
                  <a:lnTo>
                    <a:pt x="33" y="692"/>
                  </a:lnTo>
                  <a:lnTo>
                    <a:pt x="304" y="591"/>
                  </a:lnTo>
                  <a:cubicBezTo>
                    <a:pt x="574" y="506"/>
                    <a:pt x="825" y="405"/>
                    <a:pt x="1095" y="324"/>
                  </a:cubicBezTo>
                  <a:cubicBezTo>
                    <a:pt x="1112" y="304"/>
                    <a:pt x="1144" y="304"/>
                    <a:pt x="1180" y="304"/>
                  </a:cubicBezTo>
                  <a:cubicBezTo>
                    <a:pt x="1229" y="288"/>
                    <a:pt x="1281" y="272"/>
                    <a:pt x="1314" y="255"/>
                  </a:cubicBezTo>
                  <a:cubicBezTo>
                    <a:pt x="1382" y="223"/>
                    <a:pt x="1362" y="171"/>
                    <a:pt x="1346" y="122"/>
                  </a:cubicBezTo>
                  <a:cubicBezTo>
                    <a:pt x="1346" y="86"/>
                    <a:pt x="1330" y="53"/>
                    <a:pt x="1346" y="21"/>
                  </a:cubicBezTo>
                  <a:cubicBezTo>
                    <a:pt x="1362" y="21"/>
                    <a:pt x="1346" y="1"/>
                    <a:pt x="13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0">
              <a:extLst>
                <a:ext uri="{FF2B5EF4-FFF2-40B4-BE49-F238E27FC236}">
                  <a16:creationId xmlns:a16="http://schemas.microsoft.com/office/drawing/2014/main" id="{8A4BADAD-9CE2-6CC0-29B5-BC10CDB81527}"/>
                </a:ext>
              </a:extLst>
            </p:cNvPr>
            <p:cNvSpPr/>
            <p:nvPr/>
          </p:nvSpPr>
          <p:spPr>
            <a:xfrm>
              <a:off x="669181" y="3593873"/>
              <a:ext cx="148988" cy="140545"/>
            </a:xfrm>
            <a:custGeom>
              <a:avLst/>
              <a:gdLst/>
              <a:ahLst/>
              <a:cxnLst/>
              <a:rect l="l" t="t" r="r" b="b"/>
              <a:pathLst>
                <a:path w="1500" h="1415" extrusionOk="0">
                  <a:moveTo>
                    <a:pt x="1483" y="1"/>
                  </a:moveTo>
                  <a:lnTo>
                    <a:pt x="1197" y="69"/>
                  </a:lnTo>
                  <a:cubicBezTo>
                    <a:pt x="978" y="138"/>
                    <a:pt x="740" y="203"/>
                    <a:pt x="506" y="271"/>
                  </a:cubicBezTo>
                  <a:cubicBezTo>
                    <a:pt x="437" y="288"/>
                    <a:pt x="372" y="304"/>
                    <a:pt x="304" y="340"/>
                  </a:cubicBezTo>
                  <a:cubicBezTo>
                    <a:pt x="235" y="356"/>
                    <a:pt x="187" y="372"/>
                    <a:pt x="118" y="389"/>
                  </a:cubicBezTo>
                  <a:cubicBezTo>
                    <a:pt x="33" y="425"/>
                    <a:pt x="1" y="457"/>
                    <a:pt x="1" y="558"/>
                  </a:cubicBezTo>
                  <a:lnTo>
                    <a:pt x="1" y="1164"/>
                  </a:lnTo>
                  <a:lnTo>
                    <a:pt x="1" y="1398"/>
                  </a:lnTo>
                  <a:cubicBezTo>
                    <a:pt x="1" y="1415"/>
                    <a:pt x="1" y="1415"/>
                    <a:pt x="17" y="1415"/>
                  </a:cubicBezTo>
                  <a:cubicBezTo>
                    <a:pt x="17" y="1415"/>
                    <a:pt x="33" y="1415"/>
                    <a:pt x="33" y="1398"/>
                  </a:cubicBezTo>
                  <a:lnTo>
                    <a:pt x="33" y="1164"/>
                  </a:lnTo>
                  <a:cubicBezTo>
                    <a:pt x="33" y="962"/>
                    <a:pt x="33" y="760"/>
                    <a:pt x="17" y="558"/>
                  </a:cubicBezTo>
                  <a:cubicBezTo>
                    <a:pt x="17" y="473"/>
                    <a:pt x="53" y="441"/>
                    <a:pt x="118" y="425"/>
                  </a:cubicBezTo>
                  <a:cubicBezTo>
                    <a:pt x="187" y="389"/>
                    <a:pt x="255" y="372"/>
                    <a:pt x="304" y="356"/>
                  </a:cubicBezTo>
                  <a:cubicBezTo>
                    <a:pt x="372" y="340"/>
                    <a:pt x="457" y="324"/>
                    <a:pt x="522" y="288"/>
                  </a:cubicBezTo>
                  <a:cubicBezTo>
                    <a:pt x="740" y="239"/>
                    <a:pt x="978" y="170"/>
                    <a:pt x="1213" y="102"/>
                  </a:cubicBezTo>
                  <a:lnTo>
                    <a:pt x="1483" y="21"/>
                  </a:lnTo>
                  <a:cubicBezTo>
                    <a:pt x="1500" y="21"/>
                    <a:pt x="1500" y="21"/>
                    <a:pt x="1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0">
              <a:extLst>
                <a:ext uri="{FF2B5EF4-FFF2-40B4-BE49-F238E27FC236}">
                  <a16:creationId xmlns:a16="http://schemas.microsoft.com/office/drawing/2014/main" id="{E1A6C1BA-34A0-CC8D-35EF-484C582D3D00}"/>
                </a:ext>
              </a:extLst>
            </p:cNvPr>
            <p:cNvSpPr/>
            <p:nvPr/>
          </p:nvSpPr>
          <p:spPr>
            <a:xfrm>
              <a:off x="1257880" y="1940111"/>
              <a:ext cx="215535" cy="75785"/>
            </a:xfrm>
            <a:custGeom>
              <a:avLst/>
              <a:gdLst/>
              <a:ahLst/>
              <a:cxnLst/>
              <a:rect l="l" t="t" r="r" b="b"/>
              <a:pathLst>
                <a:path w="2170" h="763" extrusionOk="0">
                  <a:moveTo>
                    <a:pt x="1547" y="0"/>
                  </a:moveTo>
                  <a:cubicBezTo>
                    <a:pt x="1507" y="0"/>
                    <a:pt x="1464" y="14"/>
                    <a:pt x="1414" y="40"/>
                  </a:cubicBezTo>
                  <a:cubicBezTo>
                    <a:pt x="1228" y="157"/>
                    <a:pt x="1026" y="258"/>
                    <a:pt x="824" y="343"/>
                  </a:cubicBezTo>
                  <a:cubicBezTo>
                    <a:pt x="755" y="391"/>
                    <a:pt x="671" y="427"/>
                    <a:pt x="590" y="460"/>
                  </a:cubicBezTo>
                  <a:cubicBezTo>
                    <a:pt x="537" y="492"/>
                    <a:pt x="489" y="512"/>
                    <a:pt x="420" y="545"/>
                  </a:cubicBezTo>
                  <a:cubicBezTo>
                    <a:pt x="287" y="613"/>
                    <a:pt x="149" y="694"/>
                    <a:pt x="16" y="730"/>
                  </a:cubicBezTo>
                  <a:cubicBezTo>
                    <a:pt x="0" y="730"/>
                    <a:pt x="0" y="747"/>
                    <a:pt x="0" y="747"/>
                  </a:cubicBezTo>
                  <a:lnTo>
                    <a:pt x="16" y="763"/>
                  </a:lnTo>
                  <a:cubicBezTo>
                    <a:pt x="166" y="714"/>
                    <a:pt x="303" y="646"/>
                    <a:pt x="436" y="577"/>
                  </a:cubicBezTo>
                  <a:cubicBezTo>
                    <a:pt x="489" y="545"/>
                    <a:pt x="553" y="512"/>
                    <a:pt x="606" y="476"/>
                  </a:cubicBezTo>
                  <a:cubicBezTo>
                    <a:pt x="691" y="444"/>
                    <a:pt x="755" y="411"/>
                    <a:pt x="840" y="375"/>
                  </a:cubicBezTo>
                  <a:cubicBezTo>
                    <a:pt x="1042" y="274"/>
                    <a:pt x="1244" y="189"/>
                    <a:pt x="1430" y="72"/>
                  </a:cubicBezTo>
                  <a:cubicBezTo>
                    <a:pt x="1475" y="47"/>
                    <a:pt x="1515" y="34"/>
                    <a:pt x="1552" y="34"/>
                  </a:cubicBezTo>
                  <a:cubicBezTo>
                    <a:pt x="1612" y="34"/>
                    <a:pt x="1664" y="68"/>
                    <a:pt x="1717" y="141"/>
                  </a:cubicBezTo>
                  <a:cubicBezTo>
                    <a:pt x="1850" y="326"/>
                    <a:pt x="1951" y="460"/>
                    <a:pt x="2036" y="613"/>
                  </a:cubicBezTo>
                  <a:cubicBezTo>
                    <a:pt x="2068" y="662"/>
                    <a:pt x="2105" y="694"/>
                    <a:pt x="2137" y="714"/>
                  </a:cubicBezTo>
                  <a:lnTo>
                    <a:pt x="2169" y="714"/>
                  </a:lnTo>
                  <a:lnTo>
                    <a:pt x="2153" y="694"/>
                  </a:lnTo>
                  <a:cubicBezTo>
                    <a:pt x="2121" y="662"/>
                    <a:pt x="2105" y="646"/>
                    <a:pt x="2068" y="593"/>
                  </a:cubicBezTo>
                  <a:cubicBezTo>
                    <a:pt x="1967" y="444"/>
                    <a:pt x="1866" y="310"/>
                    <a:pt x="1733" y="124"/>
                  </a:cubicBezTo>
                  <a:cubicBezTo>
                    <a:pt x="1670" y="39"/>
                    <a:pt x="1613" y="0"/>
                    <a:pt x="1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0">
              <a:extLst>
                <a:ext uri="{FF2B5EF4-FFF2-40B4-BE49-F238E27FC236}">
                  <a16:creationId xmlns:a16="http://schemas.microsoft.com/office/drawing/2014/main" id="{99F70208-8EDB-ACBD-8168-B2CBDA1552EE}"/>
                </a:ext>
              </a:extLst>
            </p:cNvPr>
            <p:cNvSpPr/>
            <p:nvPr/>
          </p:nvSpPr>
          <p:spPr>
            <a:xfrm>
              <a:off x="1643857" y="2838407"/>
              <a:ext cx="6853" cy="70223"/>
            </a:xfrm>
            <a:custGeom>
              <a:avLst/>
              <a:gdLst/>
              <a:ahLst/>
              <a:cxnLst/>
              <a:rect l="l" t="t" r="r" b="b"/>
              <a:pathLst>
                <a:path w="69" h="707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17"/>
                    <a:pt x="16" y="234"/>
                    <a:pt x="16" y="335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2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16" y="707"/>
                  </a:lnTo>
                  <a:lnTo>
                    <a:pt x="37" y="691"/>
                  </a:lnTo>
                  <a:cubicBezTo>
                    <a:pt x="53" y="659"/>
                    <a:pt x="53" y="622"/>
                    <a:pt x="53" y="590"/>
                  </a:cubicBezTo>
                  <a:lnTo>
                    <a:pt x="53" y="558"/>
                  </a:lnTo>
                  <a:lnTo>
                    <a:pt x="53" y="335"/>
                  </a:lnTo>
                  <a:cubicBezTo>
                    <a:pt x="53" y="234"/>
                    <a:pt x="53" y="117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0">
              <a:extLst>
                <a:ext uri="{FF2B5EF4-FFF2-40B4-BE49-F238E27FC236}">
                  <a16:creationId xmlns:a16="http://schemas.microsoft.com/office/drawing/2014/main" id="{0118027C-4983-5484-D74E-27AA2C03FAAA}"/>
                </a:ext>
              </a:extLst>
            </p:cNvPr>
            <p:cNvSpPr/>
            <p:nvPr/>
          </p:nvSpPr>
          <p:spPr>
            <a:xfrm>
              <a:off x="2086747" y="2838407"/>
              <a:ext cx="95650" cy="130414"/>
            </a:xfrm>
            <a:custGeom>
              <a:avLst/>
              <a:gdLst/>
              <a:ahLst/>
              <a:cxnLst/>
              <a:rect l="l" t="t" r="r" b="b"/>
              <a:pathLst>
                <a:path w="963" h="1313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53" y="32"/>
                    <a:pt x="70" y="69"/>
                    <a:pt x="86" y="101"/>
                  </a:cubicBezTo>
                  <a:cubicBezTo>
                    <a:pt x="102" y="101"/>
                    <a:pt x="102" y="101"/>
                    <a:pt x="102" y="117"/>
                  </a:cubicBezTo>
                  <a:cubicBezTo>
                    <a:pt x="187" y="218"/>
                    <a:pt x="255" y="335"/>
                    <a:pt x="340" y="457"/>
                  </a:cubicBezTo>
                  <a:cubicBezTo>
                    <a:pt x="457" y="659"/>
                    <a:pt x="591" y="840"/>
                    <a:pt x="728" y="1042"/>
                  </a:cubicBezTo>
                  <a:cubicBezTo>
                    <a:pt x="744" y="1062"/>
                    <a:pt x="760" y="1095"/>
                    <a:pt x="777" y="1127"/>
                  </a:cubicBezTo>
                  <a:cubicBezTo>
                    <a:pt x="809" y="1196"/>
                    <a:pt x="861" y="1281"/>
                    <a:pt x="946" y="1313"/>
                  </a:cubicBezTo>
                  <a:lnTo>
                    <a:pt x="962" y="1313"/>
                  </a:lnTo>
                  <a:lnTo>
                    <a:pt x="962" y="1297"/>
                  </a:lnTo>
                  <a:lnTo>
                    <a:pt x="962" y="1281"/>
                  </a:lnTo>
                  <a:cubicBezTo>
                    <a:pt x="878" y="1264"/>
                    <a:pt x="845" y="1196"/>
                    <a:pt x="793" y="1111"/>
                  </a:cubicBezTo>
                  <a:cubicBezTo>
                    <a:pt x="793" y="1079"/>
                    <a:pt x="777" y="1062"/>
                    <a:pt x="760" y="1026"/>
                  </a:cubicBezTo>
                  <a:cubicBezTo>
                    <a:pt x="607" y="840"/>
                    <a:pt x="490" y="638"/>
                    <a:pt x="356" y="436"/>
                  </a:cubicBezTo>
                  <a:cubicBezTo>
                    <a:pt x="272" y="319"/>
                    <a:pt x="203" y="218"/>
                    <a:pt x="122" y="101"/>
                  </a:cubicBezTo>
                  <a:lnTo>
                    <a:pt x="122" y="85"/>
                  </a:lnTo>
                  <a:cubicBezTo>
                    <a:pt x="86" y="53"/>
                    <a:pt x="70" y="1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0">
              <a:extLst>
                <a:ext uri="{FF2B5EF4-FFF2-40B4-BE49-F238E27FC236}">
                  <a16:creationId xmlns:a16="http://schemas.microsoft.com/office/drawing/2014/main" id="{408522A5-DE54-4053-1B37-2BC88FF6C2CB}"/>
                </a:ext>
              </a:extLst>
            </p:cNvPr>
            <p:cNvSpPr/>
            <p:nvPr/>
          </p:nvSpPr>
          <p:spPr>
            <a:xfrm>
              <a:off x="511949" y="2368500"/>
              <a:ext cx="128924" cy="170640"/>
            </a:xfrm>
            <a:custGeom>
              <a:avLst/>
              <a:gdLst/>
              <a:ahLst/>
              <a:cxnLst/>
              <a:rect l="l" t="t" r="r" b="b"/>
              <a:pathLst>
                <a:path w="1298" h="1718" extrusionOk="0">
                  <a:moveTo>
                    <a:pt x="1281" y="1"/>
                  </a:moveTo>
                  <a:cubicBezTo>
                    <a:pt x="1212" y="85"/>
                    <a:pt x="1232" y="186"/>
                    <a:pt x="1249" y="271"/>
                  </a:cubicBezTo>
                  <a:cubicBezTo>
                    <a:pt x="1265" y="405"/>
                    <a:pt x="1265" y="558"/>
                    <a:pt x="1249" y="691"/>
                  </a:cubicBezTo>
                  <a:cubicBezTo>
                    <a:pt x="1249" y="809"/>
                    <a:pt x="1249" y="926"/>
                    <a:pt x="1265" y="1047"/>
                  </a:cubicBezTo>
                  <a:cubicBezTo>
                    <a:pt x="1265" y="1095"/>
                    <a:pt x="1232" y="1112"/>
                    <a:pt x="1196" y="1128"/>
                  </a:cubicBezTo>
                  <a:lnTo>
                    <a:pt x="1164" y="1128"/>
                  </a:lnTo>
                  <a:cubicBezTo>
                    <a:pt x="877" y="1281"/>
                    <a:pt x="574" y="1431"/>
                    <a:pt x="271" y="1568"/>
                  </a:cubicBezTo>
                  <a:lnTo>
                    <a:pt x="0" y="1685"/>
                  </a:lnTo>
                  <a:lnTo>
                    <a:pt x="0" y="1701"/>
                  </a:lnTo>
                  <a:lnTo>
                    <a:pt x="20" y="1717"/>
                  </a:lnTo>
                  <a:lnTo>
                    <a:pt x="271" y="1600"/>
                  </a:lnTo>
                  <a:cubicBezTo>
                    <a:pt x="574" y="1451"/>
                    <a:pt x="877" y="1297"/>
                    <a:pt x="1180" y="1164"/>
                  </a:cubicBezTo>
                  <a:cubicBezTo>
                    <a:pt x="1196" y="1164"/>
                    <a:pt x="1196" y="1148"/>
                    <a:pt x="1196" y="1148"/>
                  </a:cubicBezTo>
                  <a:cubicBezTo>
                    <a:pt x="1249" y="1128"/>
                    <a:pt x="1297" y="1112"/>
                    <a:pt x="1281" y="1047"/>
                  </a:cubicBezTo>
                  <a:lnTo>
                    <a:pt x="1281" y="691"/>
                  </a:lnTo>
                  <a:cubicBezTo>
                    <a:pt x="1281" y="558"/>
                    <a:pt x="1281" y="405"/>
                    <a:pt x="1265" y="271"/>
                  </a:cubicBezTo>
                  <a:lnTo>
                    <a:pt x="1265" y="255"/>
                  </a:lnTo>
                  <a:cubicBezTo>
                    <a:pt x="1265" y="203"/>
                    <a:pt x="1249" y="85"/>
                    <a:pt x="1297" y="17"/>
                  </a:cubicBezTo>
                  <a:lnTo>
                    <a:pt x="12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0">
              <a:extLst>
                <a:ext uri="{FF2B5EF4-FFF2-40B4-BE49-F238E27FC236}">
                  <a16:creationId xmlns:a16="http://schemas.microsoft.com/office/drawing/2014/main" id="{6E35AC77-ACA7-CBF5-BD0A-96A66DB430F0}"/>
                </a:ext>
              </a:extLst>
            </p:cNvPr>
            <p:cNvSpPr/>
            <p:nvPr/>
          </p:nvSpPr>
          <p:spPr>
            <a:xfrm>
              <a:off x="1257880" y="1358961"/>
              <a:ext cx="155344" cy="93663"/>
            </a:xfrm>
            <a:custGeom>
              <a:avLst/>
              <a:gdLst/>
              <a:ahLst/>
              <a:cxnLst/>
              <a:rect l="l" t="t" r="r" b="b"/>
              <a:pathLst>
                <a:path w="1564" h="943" extrusionOk="0">
                  <a:moveTo>
                    <a:pt x="1547" y="1"/>
                  </a:moveTo>
                  <a:cubicBezTo>
                    <a:pt x="1398" y="49"/>
                    <a:pt x="1260" y="134"/>
                    <a:pt x="1127" y="219"/>
                  </a:cubicBezTo>
                  <a:cubicBezTo>
                    <a:pt x="1075" y="251"/>
                    <a:pt x="1010" y="304"/>
                    <a:pt x="941" y="336"/>
                  </a:cubicBezTo>
                  <a:cubicBezTo>
                    <a:pt x="808" y="405"/>
                    <a:pt x="671" y="486"/>
                    <a:pt x="537" y="570"/>
                  </a:cubicBezTo>
                  <a:cubicBezTo>
                    <a:pt x="404" y="655"/>
                    <a:pt x="250" y="740"/>
                    <a:pt x="101" y="825"/>
                  </a:cubicBezTo>
                  <a:cubicBezTo>
                    <a:pt x="48" y="857"/>
                    <a:pt x="32" y="890"/>
                    <a:pt x="0" y="926"/>
                  </a:cubicBezTo>
                  <a:cubicBezTo>
                    <a:pt x="0" y="942"/>
                    <a:pt x="0" y="942"/>
                    <a:pt x="16" y="942"/>
                  </a:cubicBezTo>
                  <a:lnTo>
                    <a:pt x="32" y="942"/>
                  </a:lnTo>
                  <a:cubicBezTo>
                    <a:pt x="48" y="910"/>
                    <a:pt x="65" y="873"/>
                    <a:pt x="117" y="841"/>
                  </a:cubicBezTo>
                  <a:cubicBezTo>
                    <a:pt x="267" y="772"/>
                    <a:pt x="404" y="671"/>
                    <a:pt x="553" y="587"/>
                  </a:cubicBezTo>
                  <a:cubicBezTo>
                    <a:pt x="691" y="522"/>
                    <a:pt x="824" y="437"/>
                    <a:pt x="957" y="352"/>
                  </a:cubicBezTo>
                  <a:cubicBezTo>
                    <a:pt x="1026" y="320"/>
                    <a:pt x="1075" y="284"/>
                    <a:pt x="1143" y="235"/>
                  </a:cubicBezTo>
                  <a:cubicBezTo>
                    <a:pt x="1260" y="166"/>
                    <a:pt x="1398" y="82"/>
                    <a:pt x="1547" y="33"/>
                  </a:cubicBezTo>
                  <a:lnTo>
                    <a:pt x="1563" y="17"/>
                  </a:lnTo>
                  <a:lnTo>
                    <a:pt x="15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0">
              <a:extLst>
                <a:ext uri="{FF2B5EF4-FFF2-40B4-BE49-F238E27FC236}">
                  <a16:creationId xmlns:a16="http://schemas.microsoft.com/office/drawing/2014/main" id="{907D2E6C-B492-BF6E-3A62-6622FD717DB4}"/>
                </a:ext>
              </a:extLst>
            </p:cNvPr>
            <p:cNvSpPr/>
            <p:nvPr/>
          </p:nvSpPr>
          <p:spPr>
            <a:xfrm>
              <a:off x="1189246" y="1948852"/>
              <a:ext cx="3278" cy="73898"/>
            </a:xfrm>
            <a:custGeom>
              <a:avLst/>
              <a:gdLst/>
              <a:ahLst/>
              <a:cxnLst/>
              <a:rect l="l" t="t" r="r" b="b"/>
              <a:pathLst>
                <a:path w="33" h="744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70"/>
                    <a:pt x="16" y="323"/>
                    <a:pt x="0" y="457"/>
                  </a:cubicBezTo>
                  <a:lnTo>
                    <a:pt x="0" y="727"/>
                  </a:lnTo>
                  <a:lnTo>
                    <a:pt x="16" y="743"/>
                  </a:lnTo>
                  <a:cubicBezTo>
                    <a:pt x="33" y="743"/>
                    <a:pt x="33" y="727"/>
                    <a:pt x="33" y="727"/>
                  </a:cubicBezTo>
                  <a:lnTo>
                    <a:pt x="33" y="457"/>
                  </a:lnTo>
                  <a:cubicBezTo>
                    <a:pt x="33" y="323"/>
                    <a:pt x="33" y="170"/>
                    <a:pt x="16" y="20"/>
                  </a:cubicBezTo>
                  <a:cubicBezTo>
                    <a:pt x="16" y="2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0">
              <a:extLst>
                <a:ext uri="{FF2B5EF4-FFF2-40B4-BE49-F238E27FC236}">
                  <a16:creationId xmlns:a16="http://schemas.microsoft.com/office/drawing/2014/main" id="{D60F4547-7520-BF21-D23A-0B49E172BCC8}"/>
                </a:ext>
              </a:extLst>
            </p:cNvPr>
            <p:cNvSpPr/>
            <p:nvPr/>
          </p:nvSpPr>
          <p:spPr>
            <a:xfrm>
              <a:off x="456923" y="1855288"/>
              <a:ext cx="182261" cy="223978"/>
            </a:xfrm>
            <a:custGeom>
              <a:avLst/>
              <a:gdLst/>
              <a:ahLst/>
              <a:cxnLst/>
              <a:rect l="l" t="t" r="r" b="b"/>
              <a:pathLst>
                <a:path w="1835" h="2255" extrusionOk="0">
                  <a:moveTo>
                    <a:pt x="1766" y="1"/>
                  </a:moveTo>
                  <a:lnTo>
                    <a:pt x="1665" y="70"/>
                  </a:lnTo>
                  <a:cubicBezTo>
                    <a:pt x="1601" y="102"/>
                    <a:pt x="1532" y="134"/>
                    <a:pt x="1447" y="187"/>
                  </a:cubicBezTo>
                  <a:lnTo>
                    <a:pt x="473" y="740"/>
                  </a:lnTo>
                  <a:cubicBezTo>
                    <a:pt x="453" y="740"/>
                    <a:pt x="453" y="740"/>
                    <a:pt x="473" y="760"/>
                  </a:cubicBezTo>
                  <a:lnTo>
                    <a:pt x="490" y="760"/>
                  </a:lnTo>
                  <a:lnTo>
                    <a:pt x="1463" y="203"/>
                  </a:lnTo>
                  <a:cubicBezTo>
                    <a:pt x="1532" y="171"/>
                    <a:pt x="1617" y="118"/>
                    <a:pt x="1685" y="86"/>
                  </a:cubicBezTo>
                  <a:lnTo>
                    <a:pt x="1786" y="33"/>
                  </a:lnTo>
                  <a:cubicBezTo>
                    <a:pt x="1819" y="70"/>
                    <a:pt x="1819" y="102"/>
                    <a:pt x="1819" y="134"/>
                  </a:cubicBezTo>
                  <a:lnTo>
                    <a:pt x="1819" y="154"/>
                  </a:lnTo>
                  <a:lnTo>
                    <a:pt x="1819" y="437"/>
                  </a:lnTo>
                  <a:lnTo>
                    <a:pt x="1819" y="1164"/>
                  </a:lnTo>
                  <a:cubicBezTo>
                    <a:pt x="1819" y="1213"/>
                    <a:pt x="1803" y="1245"/>
                    <a:pt x="1734" y="1281"/>
                  </a:cubicBezTo>
                  <a:cubicBezTo>
                    <a:pt x="1382" y="1467"/>
                    <a:pt x="1027" y="1669"/>
                    <a:pt x="692" y="1871"/>
                  </a:cubicBezTo>
                  <a:cubicBezTo>
                    <a:pt x="538" y="1936"/>
                    <a:pt x="405" y="2021"/>
                    <a:pt x="272" y="2106"/>
                  </a:cubicBezTo>
                  <a:cubicBezTo>
                    <a:pt x="203" y="2138"/>
                    <a:pt x="150" y="2174"/>
                    <a:pt x="86" y="2190"/>
                  </a:cubicBezTo>
                  <a:cubicBezTo>
                    <a:pt x="70" y="2207"/>
                    <a:pt x="33" y="2223"/>
                    <a:pt x="17" y="2239"/>
                  </a:cubicBezTo>
                  <a:cubicBezTo>
                    <a:pt x="1" y="2239"/>
                    <a:pt x="1" y="2255"/>
                    <a:pt x="1" y="2255"/>
                  </a:cubicBezTo>
                  <a:lnTo>
                    <a:pt x="17" y="2255"/>
                  </a:lnTo>
                  <a:cubicBezTo>
                    <a:pt x="49" y="2239"/>
                    <a:pt x="70" y="2239"/>
                    <a:pt x="102" y="2223"/>
                  </a:cubicBezTo>
                  <a:cubicBezTo>
                    <a:pt x="171" y="2190"/>
                    <a:pt x="219" y="2154"/>
                    <a:pt x="288" y="2122"/>
                  </a:cubicBezTo>
                  <a:cubicBezTo>
                    <a:pt x="421" y="2053"/>
                    <a:pt x="554" y="1972"/>
                    <a:pt x="692" y="1887"/>
                  </a:cubicBezTo>
                  <a:cubicBezTo>
                    <a:pt x="1043" y="1702"/>
                    <a:pt x="1399" y="1500"/>
                    <a:pt x="1750" y="1298"/>
                  </a:cubicBezTo>
                  <a:cubicBezTo>
                    <a:pt x="1819" y="1265"/>
                    <a:pt x="1835" y="1229"/>
                    <a:pt x="1835" y="1164"/>
                  </a:cubicBezTo>
                  <a:lnTo>
                    <a:pt x="1835" y="437"/>
                  </a:lnTo>
                  <a:lnTo>
                    <a:pt x="1835" y="154"/>
                  </a:lnTo>
                  <a:lnTo>
                    <a:pt x="1835" y="134"/>
                  </a:lnTo>
                  <a:cubicBezTo>
                    <a:pt x="1835" y="86"/>
                    <a:pt x="1835" y="33"/>
                    <a:pt x="17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0">
              <a:extLst>
                <a:ext uri="{FF2B5EF4-FFF2-40B4-BE49-F238E27FC236}">
                  <a16:creationId xmlns:a16="http://schemas.microsoft.com/office/drawing/2014/main" id="{2EF547F2-4195-D0B1-6E23-897750171689}"/>
                </a:ext>
              </a:extLst>
            </p:cNvPr>
            <p:cNvSpPr/>
            <p:nvPr/>
          </p:nvSpPr>
          <p:spPr>
            <a:xfrm>
              <a:off x="888292" y="2616117"/>
              <a:ext cx="6953" cy="71911"/>
            </a:xfrm>
            <a:custGeom>
              <a:avLst/>
              <a:gdLst/>
              <a:ahLst/>
              <a:cxnLst/>
              <a:rect l="l" t="t" r="r" b="b"/>
              <a:pathLst>
                <a:path w="70" h="724" extrusionOk="0">
                  <a:moveTo>
                    <a:pt x="17" y="0"/>
                  </a:moveTo>
                  <a:lnTo>
                    <a:pt x="17" y="133"/>
                  </a:lnTo>
                  <a:lnTo>
                    <a:pt x="17" y="420"/>
                  </a:lnTo>
                  <a:lnTo>
                    <a:pt x="17" y="473"/>
                  </a:lnTo>
                  <a:cubicBezTo>
                    <a:pt x="0" y="554"/>
                    <a:pt x="0" y="638"/>
                    <a:pt x="33" y="707"/>
                  </a:cubicBezTo>
                  <a:lnTo>
                    <a:pt x="49" y="723"/>
                  </a:lnTo>
                  <a:cubicBezTo>
                    <a:pt x="69" y="723"/>
                    <a:pt x="69" y="707"/>
                    <a:pt x="69" y="707"/>
                  </a:cubicBezTo>
                  <a:cubicBezTo>
                    <a:pt x="33" y="622"/>
                    <a:pt x="33" y="554"/>
                    <a:pt x="33" y="473"/>
                  </a:cubicBezTo>
                  <a:lnTo>
                    <a:pt x="33" y="420"/>
                  </a:lnTo>
                  <a:lnTo>
                    <a:pt x="33" y="133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0">
              <a:extLst>
                <a:ext uri="{FF2B5EF4-FFF2-40B4-BE49-F238E27FC236}">
                  <a16:creationId xmlns:a16="http://schemas.microsoft.com/office/drawing/2014/main" id="{48863A68-4A03-9171-CD0F-F9A0DD2A06C5}"/>
                </a:ext>
              </a:extLst>
            </p:cNvPr>
            <p:cNvSpPr/>
            <p:nvPr/>
          </p:nvSpPr>
          <p:spPr>
            <a:xfrm>
              <a:off x="1921470" y="3042221"/>
              <a:ext cx="150577" cy="240863"/>
            </a:xfrm>
            <a:custGeom>
              <a:avLst/>
              <a:gdLst/>
              <a:ahLst/>
              <a:cxnLst/>
              <a:rect l="l" t="t" r="r" b="b"/>
              <a:pathLst>
                <a:path w="1516" h="2425" extrusionOk="0">
                  <a:moveTo>
                    <a:pt x="49" y="0"/>
                  </a:moveTo>
                  <a:cubicBezTo>
                    <a:pt x="33" y="37"/>
                    <a:pt x="17" y="69"/>
                    <a:pt x="33" y="101"/>
                  </a:cubicBezTo>
                  <a:cubicBezTo>
                    <a:pt x="49" y="170"/>
                    <a:pt x="49" y="255"/>
                    <a:pt x="33" y="340"/>
                  </a:cubicBezTo>
                  <a:cubicBezTo>
                    <a:pt x="1" y="505"/>
                    <a:pt x="85" y="626"/>
                    <a:pt x="186" y="760"/>
                  </a:cubicBezTo>
                  <a:cubicBezTo>
                    <a:pt x="352" y="945"/>
                    <a:pt x="506" y="1147"/>
                    <a:pt x="655" y="1349"/>
                  </a:cubicBezTo>
                  <a:cubicBezTo>
                    <a:pt x="825" y="1551"/>
                    <a:pt x="994" y="1753"/>
                    <a:pt x="1160" y="1972"/>
                  </a:cubicBezTo>
                  <a:cubicBezTo>
                    <a:pt x="1196" y="2004"/>
                    <a:pt x="1213" y="2040"/>
                    <a:pt x="1245" y="2073"/>
                  </a:cubicBezTo>
                  <a:cubicBezTo>
                    <a:pt x="1297" y="2141"/>
                    <a:pt x="1346" y="2206"/>
                    <a:pt x="1415" y="2275"/>
                  </a:cubicBezTo>
                  <a:cubicBezTo>
                    <a:pt x="1447" y="2291"/>
                    <a:pt x="1499" y="2343"/>
                    <a:pt x="1483" y="2408"/>
                  </a:cubicBezTo>
                  <a:cubicBezTo>
                    <a:pt x="1483" y="2424"/>
                    <a:pt x="1483" y="2424"/>
                    <a:pt x="1499" y="2424"/>
                  </a:cubicBezTo>
                  <a:lnTo>
                    <a:pt x="1516" y="2424"/>
                  </a:lnTo>
                  <a:cubicBezTo>
                    <a:pt x="1516" y="2343"/>
                    <a:pt x="1463" y="2275"/>
                    <a:pt x="1431" y="2258"/>
                  </a:cubicBezTo>
                  <a:cubicBezTo>
                    <a:pt x="1362" y="2190"/>
                    <a:pt x="1314" y="2121"/>
                    <a:pt x="1261" y="2056"/>
                  </a:cubicBezTo>
                  <a:cubicBezTo>
                    <a:pt x="1245" y="2020"/>
                    <a:pt x="1213" y="1988"/>
                    <a:pt x="1180" y="1955"/>
                  </a:cubicBezTo>
                  <a:cubicBezTo>
                    <a:pt x="1011" y="1737"/>
                    <a:pt x="841" y="1535"/>
                    <a:pt x="691" y="1333"/>
                  </a:cubicBezTo>
                  <a:cubicBezTo>
                    <a:pt x="522" y="1131"/>
                    <a:pt x="372" y="929"/>
                    <a:pt x="203" y="744"/>
                  </a:cubicBezTo>
                  <a:cubicBezTo>
                    <a:pt x="102" y="626"/>
                    <a:pt x="33" y="505"/>
                    <a:pt x="69" y="340"/>
                  </a:cubicBezTo>
                  <a:cubicBezTo>
                    <a:pt x="85" y="255"/>
                    <a:pt x="69" y="170"/>
                    <a:pt x="49" y="85"/>
                  </a:cubicBezTo>
                  <a:cubicBezTo>
                    <a:pt x="49" y="69"/>
                    <a:pt x="49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0">
              <a:extLst>
                <a:ext uri="{FF2B5EF4-FFF2-40B4-BE49-F238E27FC236}">
                  <a16:creationId xmlns:a16="http://schemas.microsoft.com/office/drawing/2014/main" id="{4C1ED5AC-6FFE-1FFE-2EF9-A8EF373599FA}"/>
                </a:ext>
              </a:extLst>
            </p:cNvPr>
            <p:cNvSpPr/>
            <p:nvPr/>
          </p:nvSpPr>
          <p:spPr>
            <a:xfrm>
              <a:off x="1266223" y="2547484"/>
              <a:ext cx="212357" cy="160609"/>
            </a:xfrm>
            <a:custGeom>
              <a:avLst/>
              <a:gdLst/>
              <a:ahLst/>
              <a:cxnLst/>
              <a:rect l="l" t="t" r="r" b="b"/>
              <a:pathLst>
                <a:path w="2138" h="1617" extrusionOk="0">
                  <a:moveTo>
                    <a:pt x="1457" y="1"/>
                  </a:moveTo>
                  <a:cubicBezTo>
                    <a:pt x="1431" y="1"/>
                    <a:pt x="1405" y="6"/>
                    <a:pt x="1378" y="16"/>
                  </a:cubicBezTo>
                  <a:cubicBezTo>
                    <a:pt x="1213" y="85"/>
                    <a:pt x="1059" y="154"/>
                    <a:pt x="910" y="218"/>
                  </a:cubicBezTo>
                  <a:cubicBezTo>
                    <a:pt x="639" y="336"/>
                    <a:pt x="368" y="457"/>
                    <a:pt x="82" y="558"/>
                  </a:cubicBezTo>
                  <a:cubicBezTo>
                    <a:pt x="17" y="574"/>
                    <a:pt x="17" y="639"/>
                    <a:pt x="17" y="691"/>
                  </a:cubicBezTo>
                  <a:lnTo>
                    <a:pt x="17" y="1043"/>
                  </a:lnTo>
                  <a:lnTo>
                    <a:pt x="17" y="1313"/>
                  </a:lnTo>
                  <a:lnTo>
                    <a:pt x="17" y="1382"/>
                  </a:lnTo>
                  <a:cubicBezTo>
                    <a:pt x="1" y="1414"/>
                    <a:pt x="1" y="1467"/>
                    <a:pt x="33" y="1515"/>
                  </a:cubicBezTo>
                  <a:lnTo>
                    <a:pt x="49" y="1515"/>
                  </a:lnTo>
                  <a:lnTo>
                    <a:pt x="49" y="1499"/>
                  </a:lnTo>
                  <a:cubicBezTo>
                    <a:pt x="33" y="1467"/>
                    <a:pt x="33" y="1414"/>
                    <a:pt x="33" y="1382"/>
                  </a:cubicBezTo>
                  <a:cubicBezTo>
                    <a:pt x="33" y="1366"/>
                    <a:pt x="49" y="1329"/>
                    <a:pt x="49" y="1313"/>
                  </a:cubicBezTo>
                  <a:cubicBezTo>
                    <a:pt x="33" y="1228"/>
                    <a:pt x="49" y="1144"/>
                    <a:pt x="49" y="1043"/>
                  </a:cubicBezTo>
                  <a:cubicBezTo>
                    <a:pt x="49" y="925"/>
                    <a:pt x="49" y="808"/>
                    <a:pt x="33" y="691"/>
                  </a:cubicBezTo>
                  <a:cubicBezTo>
                    <a:pt x="33" y="639"/>
                    <a:pt x="49" y="590"/>
                    <a:pt x="102" y="574"/>
                  </a:cubicBezTo>
                  <a:cubicBezTo>
                    <a:pt x="368" y="473"/>
                    <a:pt x="655" y="356"/>
                    <a:pt x="910" y="255"/>
                  </a:cubicBezTo>
                  <a:cubicBezTo>
                    <a:pt x="1059" y="186"/>
                    <a:pt x="1229" y="101"/>
                    <a:pt x="1378" y="53"/>
                  </a:cubicBezTo>
                  <a:cubicBezTo>
                    <a:pt x="1412" y="38"/>
                    <a:pt x="1443" y="30"/>
                    <a:pt x="1471" y="30"/>
                  </a:cubicBezTo>
                  <a:cubicBezTo>
                    <a:pt x="1514" y="30"/>
                    <a:pt x="1551" y="50"/>
                    <a:pt x="1580" y="101"/>
                  </a:cubicBezTo>
                  <a:cubicBezTo>
                    <a:pt x="1617" y="134"/>
                    <a:pt x="1649" y="186"/>
                    <a:pt x="1681" y="218"/>
                  </a:cubicBezTo>
                  <a:cubicBezTo>
                    <a:pt x="1782" y="356"/>
                    <a:pt x="1899" y="505"/>
                    <a:pt x="2021" y="639"/>
                  </a:cubicBezTo>
                  <a:cubicBezTo>
                    <a:pt x="2069" y="691"/>
                    <a:pt x="2085" y="760"/>
                    <a:pt x="2101" y="861"/>
                  </a:cubicBezTo>
                  <a:cubicBezTo>
                    <a:pt x="2101" y="942"/>
                    <a:pt x="2101" y="1026"/>
                    <a:pt x="2085" y="1127"/>
                  </a:cubicBezTo>
                  <a:cubicBezTo>
                    <a:pt x="2085" y="1245"/>
                    <a:pt x="2069" y="1382"/>
                    <a:pt x="2101" y="1515"/>
                  </a:cubicBezTo>
                  <a:cubicBezTo>
                    <a:pt x="2101" y="1531"/>
                    <a:pt x="2085" y="1568"/>
                    <a:pt x="2053" y="1584"/>
                  </a:cubicBezTo>
                  <a:lnTo>
                    <a:pt x="2053" y="1600"/>
                  </a:lnTo>
                  <a:lnTo>
                    <a:pt x="2053" y="1616"/>
                  </a:lnTo>
                  <a:lnTo>
                    <a:pt x="2069" y="1616"/>
                  </a:lnTo>
                  <a:lnTo>
                    <a:pt x="2069" y="1600"/>
                  </a:lnTo>
                  <a:cubicBezTo>
                    <a:pt x="2101" y="1584"/>
                    <a:pt x="2138" y="1547"/>
                    <a:pt x="2122" y="1499"/>
                  </a:cubicBezTo>
                  <a:cubicBezTo>
                    <a:pt x="2101" y="1382"/>
                    <a:pt x="2101" y="1245"/>
                    <a:pt x="2122" y="1127"/>
                  </a:cubicBezTo>
                  <a:lnTo>
                    <a:pt x="2122" y="861"/>
                  </a:lnTo>
                  <a:cubicBezTo>
                    <a:pt x="2122" y="776"/>
                    <a:pt x="2101" y="707"/>
                    <a:pt x="2037" y="622"/>
                  </a:cubicBezTo>
                  <a:cubicBezTo>
                    <a:pt x="1920" y="489"/>
                    <a:pt x="1819" y="336"/>
                    <a:pt x="1698" y="202"/>
                  </a:cubicBezTo>
                  <a:cubicBezTo>
                    <a:pt x="1665" y="170"/>
                    <a:pt x="1633" y="117"/>
                    <a:pt x="1597" y="85"/>
                  </a:cubicBezTo>
                  <a:cubicBezTo>
                    <a:pt x="1563" y="27"/>
                    <a:pt x="1513" y="1"/>
                    <a:pt x="1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0">
              <a:extLst>
                <a:ext uri="{FF2B5EF4-FFF2-40B4-BE49-F238E27FC236}">
                  <a16:creationId xmlns:a16="http://schemas.microsoft.com/office/drawing/2014/main" id="{7A7BD13C-F055-EE31-ECB9-4E172F44A352}"/>
                </a:ext>
              </a:extLst>
            </p:cNvPr>
            <p:cNvSpPr/>
            <p:nvPr/>
          </p:nvSpPr>
          <p:spPr>
            <a:xfrm>
              <a:off x="1924649" y="2161507"/>
              <a:ext cx="118892" cy="240764"/>
            </a:xfrm>
            <a:custGeom>
              <a:avLst/>
              <a:gdLst/>
              <a:ahLst/>
              <a:cxnLst/>
              <a:rect l="l" t="t" r="r" b="b"/>
              <a:pathLst>
                <a:path w="1197" h="2424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lnTo>
                    <a:pt x="1" y="469"/>
                  </a:lnTo>
                  <a:cubicBezTo>
                    <a:pt x="1" y="485"/>
                    <a:pt x="17" y="505"/>
                    <a:pt x="17" y="521"/>
                  </a:cubicBezTo>
                  <a:lnTo>
                    <a:pt x="37" y="521"/>
                  </a:lnTo>
                  <a:cubicBezTo>
                    <a:pt x="187" y="756"/>
                    <a:pt x="320" y="1010"/>
                    <a:pt x="474" y="1244"/>
                  </a:cubicBezTo>
                  <a:cubicBezTo>
                    <a:pt x="643" y="1547"/>
                    <a:pt x="825" y="1850"/>
                    <a:pt x="1011" y="2153"/>
                  </a:cubicBezTo>
                  <a:cubicBezTo>
                    <a:pt x="1047" y="2186"/>
                    <a:pt x="1063" y="2222"/>
                    <a:pt x="1080" y="2254"/>
                  </a:cubicBezTo>
                  <a:cubicBezTo>
                    <a:pt x="1112" y="2303"/>
                    <a:pt x="1148" y="2371"/>
                    <a:pt x="1181" y="2424"/>
                  </a:cubicBezTo>
                  <a:lnTo>
                    <a:pt x="1197" y="2424"/>
                  </a:lnTo>
                  <a:lnTo>
                    <a:pt x="1197" y="2404"/>
                  </a:lnTo>
                  <a:cubicBezTo>
                    <a:pt x="1164" y="2355"/>
                    <a:pt x="1128" y="2287"/>
                    <a:pt x="1096" y="2238"/>
                  </a:cubicBezTo>
                  <a:cubicBezTo>
                    <a:pt x="1080" y="2202"/>
                    <a:pt x="1063" y="2169"/>
                    <a:pt x="1047" y="2137"/>
                  </a:cubicBezTo>
                  <a:cubicBezTo>
                    <a:pt x="845" y="1834"/>
                    <a:pt x="659" y="1531"/>
                    <a:pt x="490" y="1228"/>
                  </a:cubicBezTo>
                  <a:cubicBezTo>
                    <a:pt x="356" y="990"/>
                    <a:pt x="203" y="739"/>
                    <a:pt x="53" y="505"/>
                  </a:cubicBezTo>
                  <a:cubicBezTo>
                    <a:pt x="37" y="485"/>
                    <a:pt x="37" y="469"/>
                    <a:pt x="37" y="469"/>
                  </a:cubicBezTo>
                  <a:lnTo>
                    <a:pt x="37" y="28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0">
              <a:extLst>
                <a:ext uri="{FF2B5EF4-FFF2-40B4-BE49-F238E27FC236}">
                  <a16:creationId xmlns:a16="http://schemas.microsoft.com/office/drawing/2014/main" id="{A3187C6D-1AC8-727A-3994-ABE3A3EFB301}"/>
                </a:ext>
              </a:extLst>
            </p:cNvPr>
            <p:cNvSpPr/>
            <p:nvPr/>
          </p:nvSpPr>
          <p:spPr>
            <a:xfrm>
              <a:off x="1737719" y="2594365"/>
              <a:ext cx="170640" cy="342771"/>
            </a:xfrm>
            <a:custGeom>
              <a:avLst/>
              <a:gdLst/>
              <a:ahLst/>
              <a:cxnLst/>
              <a:rect l="l" t="t" r="r" b="b"/>
              <a:pathLst>
                <a:path w="1718" h="345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3" y="187"/>
                    <a:pt x="134" y="288"/>
                    <a:pt x="235" y="405"/>
                  </a:cubicBezTo>
                  <a:cubicBezTo>
                    <a:pt x="283" y="453"/>
                    <a:pt x="336" y="506"/>
                    <a:pt x="368" y="571"/>
                  </a:cubicBezTo>
                  <a:cubicBezTo>
                    <a:pt x="772" y="1160"/>
                    <a:pt x="1212" y="1734"/>
                    <a:pt x="1632" y="2308"/>
                  </a:cubicBezTo>
                  <a:lnTo>
                    <a:pt x="1632" y="2324"/>
                  </a:lnTo>
                  <a:cubicBezTo>
                    <a:pt x="1665" y="2372"/>
                    <a:pt x="1665" y="2409"/>
                    <a:pt x="1665" y="2457"/>
                  </a:cubicBezTo>
                  <a:cubicBezTo>
                    <a:pt x="1681" y="2627"/>
                    <a:pt x="1681" y="2792"/>
                    <a:pt x="1681" y="2946"/>
                  </a:cubicBezTo>
                  <a:lnTo>
                    <a:pt x="1681" y="3132"/>
                  </a:lnTo>
                  <a:cubicBezTo>
                    <a:pt x="1681" y="3164"/>
                    <a:pt x="1681" y="3196"/>
                    <a:pt x="1665" y="3217"/>
                  </a:cubicBezTo>
                  <a:cubicBezTo>
                    <a:pt x="1665" y="3297"/>
                    <a:pt x="1665" y="3366"/>
                    <a:pt x="1681" y="3451"/>
                  </a:cubicBezTo>
                  <a:lnTo>
                    <a:pt x="1697" y="3451"/>
                  </a:lnTo>
                  <a:cubicBezTo>
                    <a:pt x="1717" y="3451"/>
                    <a:pt x="1717" y="3451"/>
                    <a:pt x="1717" y="3435"/>
                  </a:cubicBezTo>
                  <a:cubicBezTo>
                    <a:pt x="1697" y="3366"/>
                    <a:pt x="1697" y="3297"/>
                    <a:pt x="1697" y="3217"/>
                  </a:cubicBezTo>
                  <a:lnTo>
                    <a:pt x="1697" y="3132"/>
                  </a:lnTo>
                  <a:lnTo>
                    <a:pt x="1697" y="2946"/>
                  </a:lnTo>
                  <a:lnTo>
                    <a:pt x="1697" y="2457"/>
                  </a:lnTo>
                  <a:cubicBezTo>
                    <a:pt x="1697" y="2409"/>
                    <a:pt x="1697" y="2356"/>
                    <a:pt x="1665" y="2308"/>
                  </a:cubicBezTo>
                  <a:lnTo>
                    <a:pt x="1649" y="2287"/>
                  </a:lnTo>
                  <a:cubicBezTo>
                    <a:pt x="1229" y="1734"/>
                    <a:pt x="808" y="1144"/>
                    <a:pt x="384" y="554"/>
                  </a:cubicBezTo>
                  <a:cubicBezTo>
                    <a:pt x="352" y="490"/>
                    <a:pt x="303" y="437"/>
                    <a:pt x="251" y="389"/>
                  </a:cubicBezTo>
                  <a:cubicBezTo>
                    <a:pt x="150" y="288"/>
                    <a:pt x="49" y="167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0">
              <a:extLst>
                <a:ext uri="{FF2B5EF4-FFF2-40B4-BE49-F238E27FC236}">
                  <a16:creationId xmlns:a16="http://schemas.microsoft.com/office/drawing/2014/main" id="{D5FF3509-064F-F174-44F3-8B429E133A8B}"/>
                </a:ext>
              </a:extLst>
            </p:cNvPr>
            <p:cNvSpPr/>
            <p:nvPr/>
          </p:nvSpPr>
          <p:spPr>
            <a:xfrm>
              <a:off x="468544" y="2058407"/>
              <a:ext cx="167462" cy="91081"/>
            </a:xfrm>
            <a:custGeom>
              <a:avLst/>
              <a:gdLst/>
              <a:ahLst/>
              <a:cxnLst/>
              <a:rect l="l" t="t" r="r" b="b"/>
              <a:pathLst>
                <a:path w="1686" h="917" extrusionOk="0">
                  <a:moveTo>
                    <a:pt x="1674" y="1"/>
                  </a:moveTo>
                  <a:cubicBezTo>
                    <a:pt x="1671" y="1"/>
                    <a:pt x="1669" y="3"/>
                    <a:pt x="1669" y="8"/>
                  </a:cubicBezTo>
                  <a:lnTo>
                    <a:pt x="1366" y="162"/>
                  </a:lnTo>
                  <a:cubicBezTo>
                    <a:pt x="1112" y="295"/>
                    <a:pt x="861" y="432"/>
                    <a:pt x="623" y="565"/>
                  </a:cubicBezTo>
                  <a:cubicBezTo>
                    <a:pt x="474" y="634"/>
                    <a:pt x="336" y="715"/>
                    <a:pt x="203" y="784"/>
                  </a:cubicBezTo>
                  <a:cubicBezTo>
                    <a:pt x="134" y="816"/>
                    <a:pt x="70" y="868"/>
                    <a:pt x="17" y="901"/>
                  </a:cubicBezTo>
                  <a:cubicBezTo>
                    <a:pt x="1" y="901"/>
                    <a:pt x="1" y="901"/>
                    <a:pt x="1" y="917"/>
                  </a:cubicBezTo>
                  <a:lnTo>
                    <a:pt x="33" y="917"/>
                  </a:lnTo>
                  <a:cubicBezTo>
                    <a:pt x="86" y="885"/>
                    <a:pt x="155" y="852"/>
                    <a:pt x="219" y="816"/>
                  </a:cubicBezTo>
                  <a:cubicBezTo>
                    <a:pt x="356" y="735"/>
                    <a:pt x="490" y="650"/>
                    <a:pt x="639" y="582"/>
                  </a:cubicBezTo>
                  <a:cubicBezTo>
                    <a:pt x="878" y="448"/>
                    <a:pt x="1128" y="311"/>
                    <a:pt x="1366" y="194"/>
                  </a:cubicBezTo>
                  <a:cubicBezTo>
                    <a:pt x="1467" y="129"/>
                    <a:pt x="1568" y="77"/>
                    <a:pt x="1669" y="28"/>
                  </a:cubicBezTo>
                  <a:cubicBezTo>
                    <a:pt x="1686" y="28"/>
                    <a:pt x="1686" y="8"/>
                    <a:pt x="1686" y="8"/>
                  </a:cubicBezTo>
                  <a:cubicBezTo>
                    <a:pt x="1686" y="8"/>
                    <a:pt x="1678" y="1"/>
                    <a:pt x="16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0">
              <a:extLst>
                <a:ext uri="{FF2B5EF4-FFF2-40B4-BE49-F238E27FC236}">
                  <a16:creationId xmlns:a16="http://schemas.microsoft.com/office/drawing/2014/main" id="{EA5C06BF-1513-B2DC-166A-D04DB3A9DA76}"/>
                </a:ext>
              </a:extLst>
            </p:cNvPr>
            <p:cNvSpPr/>
            <p:nvPr/>
          </p:nvSpPr>
          <p:spPr>
            <a:xfrm>
              <a:off x="687655" y="2931871"/>
              <a:ext cx="133691" cy="172627"/>
            </a:xfrm>
            <a:custGeom>
              <a:avLst/>
              <a:gdLst/>
              <a:ahLst/>
              <a:cxnLst/>
              <a:rect l="l" t="t" r="r" b="b"/>
              <a:pathLst>
                <a:path w="1346" h="1738" extrusionOk="0">
                  <a:moveTo>
                    <a:pt x="1297" y="0"/>
                  </a:moveTo>
                  <a:cubicBezTo>
                    <a:pt x="1281" y="53"/>
                    <a:pt x="1297" y="101"/>
                    <a:pt x="1297" y="138"/>
                  </a:cubicBezTo>
                  <a:cubicBezTo>
                    <a:pt x="1314" y="186"/>
                    <a:pt x="1314" y="222"/>
                    <a:pt x="1281" y="239"/>
                  </a:cubicBezTo>
                  <a:cubicBezTo>
                    <a:pt x="1213" y="303"/>
                    <a:pt x="1128" y="340"/>
                    <a:pt x="1043" y="356"/>
                  </a:cubicBezTo>
                  <a:lnTo>
                    <a:pt x="1027" y="372"/>
                  </a:lnTo>
                  <a:cubicBezTo>
                    <a:pt x="724" y="473"/>
                    <a:pt x="421" y="590"/>
                    <a:pt x="134" y="707"/>
                  </a:cubicBezTo>
                  <a:lnTo>
                    <a:pt x="85" y="744"/>
                  </a:lnTo>
                  <a:cubicBezTo>
                    <a:pt x="33" y="760"/>
                    <a:pt x="1" y="760"/>
                    <a:pt x="1" y="828"/>
                  </a:cubicBezTo>
                  <a:lnTo>
                    <a:pt x="1" y="1164"/>
                  </a:lnTo>
                  <a:cubicBezTo>
                    <a:pt x="1" y="1350"/>
                    <a:pt x="1" y="1535"/>
                    <a:pt x="17" y="1717"/>
                  </a:cubicBezTo>
                  <a:cubicBezTo>
                    <a:pt x="17" y="1717"/>
                    <a:pt x="17" y="1737"/>
                    <a:pt x="33" y="1737"/>
                  </a:cubicBezTo>
                  <a:lnTo>
                    <a:pt x="49" y="1717"/>
                  </a:lnTo>
                  <a:cubicBezTo>
                    <a:pt x="17" y="1535"/>
                    <a:pt x="33" y="1350"/>
                    <a:pt x="33" y="1164"/>
                  </a:cubicBezTo>
                  <a:lnTo>
                    <a:pt x="33" y="828"/>
                  </a:lnTo>
                  <a:cubicBezTo>
                    <a:pt x="33" y="792"/>
                    <a:pt x="49" y="776"/>
                    <a:pt x="85" y="760"/>
                  </a:cubicBezTo>
                  <a:lnTo>
                    <a:pt x="134" y="744"/>
                  </a:lnTo>
                  <a:cubicBezTo>
                    <a:pt x="437" y="626"/>
                    <a:pt x="724" y="489"/>
                    <a:pt x="1027" y="388"/>
                  </a:cubicBezTo>
                  <a:lnTo>
                    <a:pt x="1043" y="388"/>
                  </a:lnTo>
                  <a:cubicBezTo>
                    <a:pt x="1144" y="356"/>
                    <a:pt x="1229" y="323"/>
                    <a:pt x="1297" y="271"/>
                  </a:cubicBezTo>
                  <a:cubicBezTo>
                    <a:pt x="1346" y="222"/>
                    <a:pt x="1330" y="186"/>
                    <a:pt x="1330" y="138"/>
                  </a:cubicBezTo>
                  <a:cubicBezTo>
                    <a:pt x="1314" y="85"/>
                    <a:pt x="1314" y="53"/>
                    <a:pt x="1330" y="20"/>
                  </a:cubicBezTo>
                  <a:cubicBezTo>
                    <a:pt x="1330" y="20"/>
                    <a:pt x="1330" y="0"/>
                    <a:pt x="13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0">
              <a:extLst>
                <a:ext uri="{FF2B5EF4-FFF2-40B4-BE49-F238E27FC236}">
                  <a16:creationId xmlns:a16="http://schemas.microsoft.com/office/drawing/2014/main" id="{C4185BE2-659B-4F48-779F-3B2A9E76D405}"/>
                </a:ext>
              </a:extLst>
            </p:cNvPr>
            <p:cNvSpPr/>
            <p:nvPr/>
          </p:nvSpPr>
          <p:spPr>
            <a:xfrm>
              <a:off x="1921470" y="2868502"/>
              <a:ext cx="130513" cy="239175"/>
            </a:xfrm>
            <a:custGeom>
              <a:avLst/>
              <a:gdLst/>
              <a:ahLst/>
              <a:cxnLst/>
              <a:rect l="l" t="t" r="r" b="b"/>
              <a:pathLst>
                <a:path w="1314" h="2408" extrusionOk="0">
                  <a:moveTo>
                    <a:pt x="85" y="0"/>
                  </a:moveTo>
                  <a:cubicBezTo>
                    <a:pt x="85" y="0"/>
                    <a:pt x="69" y="0"/>
                    <a:pt x="69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34" y="303"/>
                    <a:pt x="134" y="319"/>
                    <a:pt x="150" y="319"/>
                  </a:cubicBezTo>
                  <a:cubicBezTo>
                    <a:pt x="271" y="489"/>
                    <a:pt x="405" y="675"/>
                    <a:pt x="522" y="840"/>
                  </a:cubicBezTo>
                  <a:cubicBezTo>
                    <a:pt x="708" y="1111"/>
                    <a:pt x="910" y="1398"/>
                    <a:pt x="1128" y="1648"/>
                  </a:cubicBezTo>
                  <a:cubicBezTo>
                    <a:pt x="1245" y="1802"/>
                    <a:pt x="1297" y="1951"/>
                    <a:pt x="1281" y="2137"/>
                  </a:cubicBezTo>
                  <a:lnTo>
                    <a:pt x="1281" y="2206"/>
                  </a:lnTo>
                  <a:cubicBezTo>
                    <a:pt x="1281" y="2274"/>
                    <a:pt x="1281" y="2339"/>
                    <a:pt x="1245" y="2392"/>
                  </a:cubicBezTo>
                  <a:lnTo>
                    <a:pt x="1245" y="2408"/>
                  </a:lnTo>
                  <a:lnTo>
                    <a:pt x="1261" y="2408"/>
                  </a:lnTo>
                  <a:cubicBezTo>
                    <a:pt x="1314" y="2339"/>
                    <a:pt x="1314" y="2274"/>
                    <a:pt x="1314" y="2206"/>
                  </a:cubicBezTo>
                  <a:lnTo>
                    <a:pt x="1314" y="2137"/>
                  </a:lnTo>
                  <a:cubicBezTo>
                    <a:pt x="1314" y="1935"/>
                    <a:pt x="1281" y="1802"/>
                    <a:pt x="1144" y="1632"/>
                  </a:cubicBezTo>
                  <a:cubicBezTo>
                    <a:pt x="942" y="1382"/>
                    <a:pt x="740" y="1095"/>
                    <a:pt x="538" y="824"/>
                  </a:cubicBezTo>
                  <a:cubicBezTo>
                    <a:pt x="421" y="658"/>
                    <a:pt x="287" y="473"/>
                    <a:pt x="170" y="303"/>
                  </a:cubicBezTo>
                  <a:cubicBezTo>
                    <a:pt x="150" y="303"/>
                    <a:pt x="150" y="287"/>
                    <a:pt x="150" y="287"/>
                  </a:cubicBezTo>
                  <a:cubicBezTo>
                    <a:pt x="85" y="202"/>
                    <a:pt x="33" y="133"/>
                    <a:pt x="85" y="16"/>
                  </a:cubicBezTo>
                  <a:cubicBezTo>
                    <a:pt x="102" y="16"/>
                    <a:pt x="85" y="16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0">
              <a:extLst>
                <a:ext uri="{FF2B5EF4-FFF2-40B4-BE49-F238E27FC236}">
                  <a16:creationId xmlns:a16="http://schemas.microsoft.com/office/drawing/2014/main" id="{F6669DFA-B5EA-026E-85A5-15AFF723FCD1}"/>
                </a:ext>
              </a:extLst>
            </p:cNvPr>
            <p:cNvSpPr/>
            <p:nvPr/>
          </p:nvSpPr>
          <p:spPr>
            <a:xfrm>
              <a:off x="1408258" y="1245035"/>
              <a:ext cx="71911" cy="205901"/>
            </a:xfrm>
            <a:custGeom>
              <a:avLst/>
              <a:gdLst/>
              <a:ahLst/>
              <a:cxnLst/>
              <a:rect l="l" t="t" r="r" b="b"/>
              <a:pathLst>
                <a:path w="724" h="2073" extrusionOk="0">
                  <a:moveTo>
                    <a:pt x="118" y="1"/>
                  </a:moveTo>
                  <a:cubicBezTo>
                    <a:pt x="102" y="1"/>
                    <a:pt x="102" y="1"/>
                    <a:pt x="102" y="17"/>
                  </a:cubicBezTo>
                  <a:cubicBezTo>
                    <a:pt x="86" y="37"/>
                    <a:pt x="86" y="69"/>
                    <a:pt x="86" y="85"/>
                  </a:cubicBezTo>
                  <a:cubicBezTo>
                    <a:pt x="66" y="154"/>
                    <a:pt x="49" y="202"/>
                    <a:pt x="33" y="271"/>
                  </a:cubicBezTo>
                  <a:cubicBezTo>
                    <a:pt x="1" y="340"/>
                    <a:pt x="33" y="388"/>
                    <a:pt x="66" y="421"/>
                  </a:cubicBezTo>
                  <a:cubicBezTo>
                    <a:pt x="187" y="590"/>
                    <a:pt x="288" y="776"/>
                    <a:pt x="389" y="962"/>
                  </a:cubicBezTo>
                  <a:cubicBezTo>
                    <a:pt x="469" y="1095"/>
                    <a:pt x="538" y="1229"/>
                    <a:pt x="623" y="1366"/>
                  </a:cubicBezTo>
                  <a:cubicBezTo>
                    <a:pt x="671" y="1431"/>
                    <a:pt x="708" y="1532"/>
                    <a:pt x="692" y="1616"/>
                  </a:cubicBezTo>
                  <a:lnTo>
                    <a:pt x="692" y="1786"/>
                  </a:lnTo>
                  <a:cubicBezTo>
                    <a:pt x="692" y="1871"/>
                    <a:pt x="708" y="1972"/>
                    <a:pt x="671" y="2057"/>
                  </a:cubicBezTo>
                  <a:cubicBezTo>
                    <a:pt x="655" y="2057"/>
                    <a:pt x="671" y="2073"/>
                    <a:pt x="671" y="2073"/>
                  </a:cubicBezTo>
                  <a:lnTo>
                    <a:pt x="692" y="2057"/>
                  </a:lnTo>
                  <a:cubicBezTo>
                    <a:pt x="724" y="1972"/>
                    <a:pt x="724" y="1871"/>
                    <a:pt x="724" y="1786"/>
                  </a:cubicBezTo>
                  <a:cubicBezTo>
                    <a:pt x="724" y="1734"/>
                    <a:pt x="708" y="1669"/>
                    <a:pt x="724" y="1616"/>
                  </a:cubicBezTo>
                  <a:cubicBezTo>
                    <a:pt x="724" y="1515"/>
                    <a:pt x="708" y="1431"/>
                    <a:pt x="655" y="1350"/>
                  </a:cubicBezTo>
                  <a:cubicBezTo>
                    <a:pt x="570" y="1212"/>
                    <a:pt x="490" y="1079"/>
                    <a:pt x="421" y="946"/>
                  </a:cubicBezTo>
                  <a:cubicBezTo>
                    <a:pt x="320" y="776"/>
                    <a:pt x="203" y="590"/>
                    <a:pt x="86" y="404"/>
                  </a:cubicBezTo>
                  <a:cubicBezTo>
                    <a:pt x="49" y="372"/>
                    <a:pt x="33" y="320"/>
                    <a:pt x="49" y="271"/>
                  </a:cubicBezTo>
                  <a:cubicBezTo>
                    <a:pt x="86" y="219"/>
                    <a:pt x="86" y="154"/>
                    <a:pt x="102" y="102"/>
                  </a:cubicBezTo>
                  <a:cubicBezTo>
                    <a:pt x="118" y="69"/>
                    <a:pt x="118" y="53"/>
                    <a:pt x="118" y="17"/>
                  </a:cubicBezTo>
                  <a:lnTo>
                    <a:pt x="1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0">
              <a:extLst>
                <a:ext uri="{FF2B5EF4-FFF2-40B4-BE49-F238E27FC236}">
                  <a16:creationId xmlns:a16="http://schemas.microsoft.com/office/drawing/2014/main" id="{FCA45E19-E909-F3C9-8D54-7687BE2D6F5B}"/>
                </a:ext>
              </a:extLst>
            </p:cNvPr>
            <p:cNvSpPr/>
            <p:nvPr/>
          </p:nvSpPr>
          <p:spPr>
            <a:xfrm>
              <a:off x="1413125" y="2194085"/>
              <a:ext cx="80354" cy="191399"/>
            </a:xfrm>
            <a:custGeom>
              <a:avLst/>
              <a:gdLst/>
              <a:ahLst/>
              <a:cxnLst/>
              <a:rect l="l" t="t" r="r" b="b"/>
              <a:pathLst>
                <a:path w="809" h="1927" extrusionOk="0">
                  <a:moveTo>
                    <a:pt x="23" y="0"/>
                  </a:moveTo>
                  <a:cubicBezTo>
                    <a:pt x="17" y="0"/>
                    <a:pt x="17" y="7"/>
                    <a:pt x="17" y="7"/>
                  </a:cubicBezTo>
                  <a:cubicBezTo>
                    <a:pt x="0" y="7"/>
                    <a:pt x="0" y="24"/>
                    <a:pt x="17" y="24"/>
                  </a:cubicBezTo>
                  <a:cubicBezTo>
                    <a:pt x="85" y="76"/>
                    <a:pt x="138" y="141"/>
                    <a:pt x="170" y="209"/>
                  </a:cubicBezTo>
                  <a:lnTo>
                    <a:pt x="219" y="258"/>
                  </a:lnTo>
                  <a:cubicBezTo>
                    <a:pt x="303" y="379"/>
                    <a:pt x="388" y="496"/>
                    <a:pt x="473" y="613"/>
                  </a:cubicBezTo>
                  <a:cubicBezTo>
                    <a:pt x="505" y="646"/>
                    <a:pt x="542" y="682"/>
                    <a:pt x="558" y="731"/>
                  </a:cubicBezTo>
                  <a:cubicBezTo>
                    <a:pt x="606" y="763"/>
                    <a:pt x="622" y="832"/>
                    <a:pt x="622" y="900"/>
                  </a:cubicBezTo>
                  <a:lnTo>
                    <a:pt x="622" y="1102"/>
                  </a:lnTo>
                  <a:cubicBezTo>
                    <a:pt x="622" y="1235"/>
                    <a:pt x="643" y="1369"/>
                    <a:pt x="606" y="1490"/>
                  </a:cubicBezTo>
                  <a:cubicBezTo>
                    <a:pt x="558" y="1708"/>
                    <a:pt x="675" y="1825"/>
                    <a:pt x="792" y="1910"/>
                  </a:cubicBezTo>
                  <a:lnTo>
                    <a:pt x="808" y="1926"/>
                  </a:lnTo>
                  <a:lnTo>
                    <a:pt x="808" y="1910"/>
                  </a:lnTo>
                  <a:lnTo>
                    <a:pt x="808" y="1894"/>
                  </a:lnTo>
                  <a:cubicBezTo>
                    <a:pt x="691" y="1793"/>
                    <a:pt x="590" y="1708"/>
                    <a:pt x="643" y="1506"/>
                  </a:cubicBezTo>
                  <a:cubicBezTo>
                    <a:pt x="659" y="1369"/>
                    <a:pt x="659" y="1235"/>
                    <a:pt x="643" y="1102"/>
                  </a:cubicBezTo>
                  <a:lnTo>
                    <a:pt x="643" y="900"/>
                  </a:lnTo>
                  <a:cubicBezTo>
                    <a:pt x="643" y="815"/>
                    <a:pt x="622" y="763"/>
                    <a:pt x="590" y="714"/>
                  </a:cubicBezTo>
                  <a:cubicBezTo>
                    <a:pt x="558" y="662"/>
                    <a:pt x="521" y="630"/>
                    <a:pt x="489" y="597"/>
                  </a:cubicBezTo>
                  <a:cubicBezTo>
                    <a:pt x="404" y="480"/>
                    <a:pt x="320" y="359"/>
                    <a:pt x="239" y="242"/>
                  </a:cubicBezTo>
                  <a:cubicBezTo>
                    <a:pt x="219" y="226"/>
                    <a:pt x="202" y="209"/>
                    <a:pt x="202" y="193"/>
                  </a:cubicBezTo>
                  <a:cubicBezTo>
                    <a:pt x="154" y="125"/>
                    <a:pt x="101" y="56"/>
                    <a:pt x="37" y="7"/>
                  </a:cubicBezTo>
                  <a:cubicBezTo>
                    <a:pt x="30" y="2"/>
                    <a:pt x="26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0">
              <a:extLst>
                <a:ext uri="{FF2B5EF4-FFF2-40B4-BE49-F238E27FC236}">
                  <a16:creationId xmlns:a16="http://schemas.microsoft.com/office/drawing/2014/main" id="{7728A295-175F-FA40-301B-F05E14627B75}"/>
                </a:ext>
              </a:extLst>
            </p:cNvPr>
            <p:cNvSpPr/>
            <p:nvPr/>
          </p:nvSpPr>
          <p:spPr>
            <a:xfrm>
              <a:off x="1267912" y="2018280"/>
              <a:ext cx="227156" cy="193485"/>
            </a:xfrm>
            <a:custGeom>
              <a:avLst/>
              <a:gdLst/>
              <a:ahLst/>
              <a:cxnLst/>
              <a:rect l="l" t="t" r="r" b="b"/>
              <a:pathLst>
                <a:path w="2287" h="1948" extrusionOk="0">
                  <a:moveTo>
                    <a:pt x="1443" y="0"/>
                  </a:moveTo>
                  <a:cubicBezTo>
                    <a:pt x="1409" y="0"/>
                    <a:pt x="1375" y="12"/>
                    <a:pt x="1345" y="28"/>
                  </a:cubicBezTo>
                  <a:cubicBezTo>
                    <a:pt x="1026" y="178"/>
                    <a:pt x="691" y="347"/>
                    <a:pt x="388" y="497"/>
                  </a:cubicBezTo>
                  <a:lnTo>
                    <a:pt x="101" y="634"/>
                  </a:lnTo>
                  <a:lnTo>
                    <a:pt x="85" y="634"/>
                  </a:lnTo>
                  <a:cubicBezTo>
                    <a:pt x="48" y="667"/>
                    <a:pt x="16" y="683"/>
                    <a:pt x="16" y="751"/>
                  </a:cubicBezTo>
                  <a:lnTo>
                    <a:pt x="16" y="1054"/>
                  </a:lnTo>
                  <a:cubicBezTo>
                    <a:pt x="16" y="1220"/>
                    <a:pt x="0" y="1406"/>
                    <a:pt x="32" y="1575"/>
                  </a:cubicBezTo>
                  <a:lnTo>
                    <a:pt x="32" y="1592"/>
                  </a:lnTo>
                  <a:cubicBezTo>
                    <a:pt x="48" y="1592"/>
                    <a:pt x="48" y="1592"/>
                    <a:pt x="48" y="1575"/>
                  </a:cubicBezTo>
                  <a:cubicBezTo>
                    <a:pt x="32" y="1406"/>
                    <a:pt x="32" y="1220"/>
                    <a:pt x="32" y="1054"/>
                  </a:cubicBezTo>
                  <a:lnTo>
                    <a:pt x="32" y="751"/>
                  </a:lnTo>
                  <a:cubicBezTo>
                    <a:pt x="32" y="699"/>
                    <a:pt x="65" y="683"/>
                    <a:pt x="101" y="667"/>
                  </a:cubicBezTo>
                  <a:lnTo>
                    <a:pt x="404" y="513"/>
                  </a:lnTo>
                  <a:cubicBezTo>
                    <a:pt x="707" y="364"/>
                    <a:pt x="1026" y="210"/>
                    <a:pt x="1361" y="61"/>
                  </a:cubicBezTo>
                  <a:cubicBezTo>
                    <a:pt x="1392" y="37"/>
                    <a:pt x="1422" y="24"/>
                    <a:pt x="1452" y="24"/>
                  </a:cubicBezTo>
                  <a:cubicBezTo>
                    <a:pt x="1490" y="24"/>
                    <a:pt x="1527" y="45"/>
                    <a:pt x="1563" y="93"/>
                  </a:cubicBezTo>
                  <a:cubicBezTo>
                    <a:pt x="1701" y="311"/>
                    <a:pt x="1850" y="533"/>
                    <a:pt x="2004" y="735"/>
                  </a:cubicBezTo>
                  <a:lnTo>
                    <a:pt x="2036" y="784"/>
                  </a:lnTo>
                  <a:cubicBezTo>
                    <a:pt x="2068" y="836"/>
                    <a:pt x="2084" y="885"/>
                    <a:pt x="2084" y="953"/>
                  </a:cubicBezTo>
                  <a:cubicBezTo>
                    <a:pt x="2068" y="1054"/>
                    <a:pt x="2068" y="1155"/>
                    <a:pt x="2068" y="1256"/>
                  </a:cubicBezTo>
                  <a:lnTo>
                    <a:pt x="2068" y="1644"/>
                  </a:lnTo>
                  <a:cubicBezTo>
                    <a:pt x="2052" y="1761"/>
                    <a:pt x="2153" y="1878"/>
                    <a:pt x="2270" y="1947"/>
                  </a:cubicBezTo>
                  <a:lnTo>
                    <a:pt x="2286" y="1947"/>
                  </a:lnTo>
                  <a:lnTo>
                    <a:pt x="2286" y="1927"/>
                  </a:lnTo>
                  <a:cubicBezTo>
                    <a:pt x="2185" y="1862"/>
                    <a:pt x="2068" y="1745"/>
                    <a:pt x="2084" y="1644"/>
                  </a:cubicBezTo>
                  <a:cubicBezTo>
                    <a:pt x="2105" y="1507"/>
                    <a:pt x="2105" y="1373"/>
                    <a:pt x="2105" y="1256"/>
                  </a:cubicBezTo>
                  <a:lnTo>
                    <a:pt x="2105" y="953"/>
                  </a:lnTo>
                  <a:cubicBezTo>
                    <a:pt x="2105" y="885"/>
                    <a:pt x="2084" y="816"/>
                    <a:pt x="2052" y="767"/>
                  </a:cubicBezTo>
                  <a:lnTo>
                    <a:pt x="2020" y="715"/>
                  </a:lnTo>
                  <a:cubicBezTo>
                    <a:pt x="1866" y="513"/>
                    <a:pt x="1717" y="295"/>
                    <a:pt x="1580" y="77"/>
                  </a:cubicBezTo>
                  <a:cubicBezTo>
                    <a:pt x="1534" y="20"/>
                    <a:pt x="1488" y="0"/>
                    <a:pt x="1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4" name="Google Shape;2154;p40">
            <a:extLst>
              <a:ext uri="{FF2B5EF4-FFF2-40B4-BE49-F238E27FC236}">
                <a16:creationId xmlns:a16="http://schemas.microsoft.com/office/drawing/2014/main" id="{DDC30982-B51A-3FBC-4A93-0220FF73C75C}"/>
              </a:ext>
            </a:extLst>
          </p:cNvPr>
          <p:cNvSpPr/>
          <p:nvPr/>
        </p:nvSpPr>
        <p:spPr>
          <a:xfrm flipH="1">
            <a:off x="5001350" y="499998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40">
            <a:extLst>
              <a:ext uri="{FF2B5EF4-FFF2-40B4-BE49-F238E27FC236}">
                <a16:creationId xmlns:a16="http://schemas.microsoft.com/office/drawing/2014/main" id="{6B1564B7-131F-0C10-C8EF-AC6C8246E84F}"/>
              </a:ext>
            </a:extLst>
          </p:cNvPr>
          <p:cNvSpPr/>
          <p:nvPr/>
        </p:nvSpPr>
        <p:spPr>
          <a:xfrm flipH="1">
            <a:off x="4699850" y="295218"/>
            <a:ext cx="301500" cy="30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40">
            <a:extLst>
              <a:ext uri="{FF2B5EF4-FFF2-40B4-BE49-F238E27FC236}">
                <a16:creationId xmlns:a16="http://schemas.microsoft.com/office/drawing/2014/main" id="{91B629D6-E3C7-E3A7-6836-EA25D0183E42}"/>
              </a:ext>
            </a:extLst>
          </p:cNvPr>
          <p:cNvSpPr/>
          <p:nvPr/>
        </p:nvSpPr>
        <p:spPr>
          <a:xfrm rot="5400000" flipH="1">
            <a:off x="3244372" y="4447339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E8BE63-3789-8BA0-C3F0-282A683AD223}"/>
              </a:ext>
            </a:extLst>
          </p:cNvPr>
          <p:cNvSpPr txBox="1"/>
          <p:nvPr/>
        </p:nvSpPr>
        <p:spPr>
          <a:xfrm>
            <a:off x="127848" y="29479"/>
            <a:ext cx="44441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chemeClr val="dk1"/>
                </a:solidFill>
                <a:latin typeface="Syne" panose="020B0604020202020204" charset="0"/>
              </a:rPr>
              <a:t>The 0–40 Livability Scoring Formula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E62600D-1FA2-0F13-CA39-2887C8DC9001}"/>
              </a:ext>
            </a:extLst>
          </p:cNvPr>
          <p:cNvSpPr/>
          <p:nvPr/>
        </p:nvSpPr>
        <p:spPr>
          <a:xfrm>
            <a:off x="280067" y="1197647"/>
            <a:ext cx="5928610" cy="64324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Index = Score(Safety) + Score(Transit) +  Score(Affordability) + Score(Green Space)     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[each 0–10 pts]</a:t>
            </a:r>
            <a:endParaRPr lang="en-US" sz="1600">
              <a:solidFill>
                <a:schemeClr val="bg2"/>
              </a:solidFill>
              <a:latin typeface="Syne" panose="020B0604020202020204" charset="0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18901D4C-AA02-9F6C-BC1B-B0B9FED42031}"/>
              </a:ext>
            </a:extLst>
          </p:cNvPr>
          <p:cNvSpPr/>
          <p:nvPr/>
        </p:nvSpPr>
        <p:spPr>
          <a:xfrm>
            <a:off x="137160" y="2211948"/>
            <a:ext cx="4114800" cy="2159783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D0F27EE-E2BF-9638-FF12-2E3110B9CC6B}"/>
              </a:ext>
            </a:extLst>
          </p:cNvPr>
          <p:cNvSpPr/>
          <p:nvPr/>
        </p:nvSpPr>
        <p:spPr>
          <a:xfrm>
            <a:off x="228600" y="220348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Min-Max Normalization Formula</a:t>
            </a:r>
            <a:endParaRPr lang="en-US" sz="1200">
              <a:latin typeface="Syne" panose="020B060402020202020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A5CF1E3-A59E-D7C5-12D5-8BE53F69FC4C}"/>
              </a:ext>
            </a:extLst>
          </p:cNvPr>
          <p:cNvSpPr/>
          <p:nvPr/>
        </p:nvSpPr>
        <p:spPr>
          <a:xfrm>
            <a:off x="36576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For each variable X:</a:t>
            </a:r>
            <a:endParaRPr lang="en-US" sz="1100">
              <a:latin typeface="Syne" panose="020B0604020202020204" charset="0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67857937-C7DD-7F6D-110D-1CE27B7435DA}"/>
              </a:ext>
            </a:extLst>
          </p:cNvPr>
          <p:cNvSpPr/>
          <p:nvPr/>
        </p:nvSpPr>
        <p:spPr>
          <a:xfrm>
            <a:off x="411480" y="2759032"/>
            <a:ext cx="3749040" cy="5029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AB63AE9-BF55-0A0A-524C-131CA2DBE946}"/>
              </a:ext>
            </a:extLst>
          </p:cNvPr>
          <p:cNvSpPr/>
          <p:nvPr/>
        </p:nvSpPr>
        <p:spPr>
          <a:xfrm>
            <a:off x="41148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Score = (X − X_min) / (X_max − X_min) × 10</a:t>
            </a:r>
            <a:endParaRPr lang="en-US" sz="1200" b="1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CBDA274-47F4-96D9-2632-8E310DF8656F}"/>
              </a:ext>
            </a:extLst>
          </p:cNvPr>
          <p:cNvSpPr/>
          <p:nvPr/>
        </p:nvSpPr>
        <p:spPr>
          <a:xfrm>
            <a:off x="365760" y="33375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• Converts diverse units (km², CAD, incidents) to a common 0–10 scale</a:t>
            </a:r>
            <a:endParaRPr lang="en-US" sz="1000">
              <a:latin typeface="Syne" panose="020B0604020202020204" charset="0"/>
            </a:endParaRPr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• Crime/HPI are reverse-scored (lower = better = higher points)</a:t>
            </a:r>
            <a:endParaRPr lang="en-US" sz="1000">
              <a:latin typeface="Syne" panose="020B0604020202020204" charset="0"/>
            </a:endParaRPr>
          </a:p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• Prevents any single pillar from dominating the final result</a:t>
            </a:r>
            <a:endParaRPr lang="en-US" sz="1000">
              <a:latin typeface="Syne" panose="020B0604020202020204" charset="0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D3CB63E1-4DDB-4297-22FB-EC4BE1D30023}"/>
              </a:ext>
            </a:extLst>
          </p:cNvPr>
          <p:cNvSpPr/>
          <p:nvPr/>
        </p:nvSpPr>
        <p:spPr>
          <a:xfrm>
            <a:off x="4572000" y="2011680"/>
            <a:ext cx="2103120" cy="11430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B7ADABD-9964-806B-8730-1045187B36EB}"/>
              </a:ext>
            </a:extLst>
          </p:cNvPr>
          <p:cNvSpPr/>
          <p:nvPr/>
        </p:nvSpPr>
        <p:spPr>
          <a:xfrm>
            <a:off x="4572000" y="2084832"/>
            <a:ext cx="2103120" cy="59436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23.83</a:t>
            </a:r>
            <a:endParaRPr lang="en-US" sz="28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DB75948-54EE-93DC-9B17-B02CCB8AA78E}"/>
              </a:ext>
            </a:extLst>
          </p:cNvPr>
          <p:cNvSpPr/>
          <p:nvPr/>
        </p:nvSpPr>
        <p:spPr>
          <a:xfrm>
            <a:off x="4572000" y="2542032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/ 40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9748EE8-DFD8-78B0-AF5D-00E415CD6D4F}"/>
              </a:ext>
            </a:extLst>
          </p:cNvPr>
          <p:cNvSpPr/>
          <p:nvPr/>
        </p:nvSpPr>
        <p:spPr>
          <a:xfrm>
            <a:off x="4572000" y="2834640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City Mean Score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7" name="Shape 17">
            <a:extLst>
              <a:ext uri="{FF2B5EF4-FFF2-40B4-BE49-F238E27FC236}">
                <a16:creationId xmlns:a16="http://schemas.microsoft.com/office/drawing/2014/main" id="{851A1F36-D583-9270-BAD7-B355BEB1C999}"/>
              </a:ext>
            </a:extLst>
          </p:cNvPr>
          <p:cNvSpPr/>
          <p:nvPr/>
        </p:nvSpPr>
        <p:spPr>
          <a:xfrm>
            <a:off x="4572000" y="3291840"/>
            <a:ext cx="2103120" cy="11430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58" name="Text 18">
            <a:extLst>
              <a:ext uri="{FF2B5EF4-FFF2-40B4-BE49-F238E27FC236}">
                <a16:creationId xmlns:a16="http://schemas.microsoft.com/office/drawing/2014/main" id="{29F18331-5818-D77E-23EB-6008ADF2992D}"/>
              </a:ext>
            </a:extLst>
          </p:cNvPr>
          <p:cNvSpPr/>
          <p:nvPr/>
        </p:nvSpPr>
        <p:spPr>
          <a:xfrm>
            <a:off x="4572000" y="3364992"/>
            <a:ext cx="2103120" cy="59436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24.31</a:t>
            </a:r>
          </a:p>
        </p:txBody>
      </p:sp>
      <p:sp>
        <p:nvSpPr>
          <p:cNvPr id="2159" name="Text 19">
            <a:extLst>
              <a:ext uri="{FF2B5EF4-FFF2-40B4-BE49-F238E27FC236}">
                <a16:creationId xmlns:a16="http://schemas.microsoft.com/office/drawing/2014/main" id="{1929EDB2-2BAE-6067-0A54-69DA019B2CDC}"/>
              </a:ext>
            </a:extLst>
          </p:cNvPr>
          <p:cNvSpPr/>
          <p:nvPr/>
        </p:nvSpPr>
        <p:spPr>
          <a:xfrm>
            <a:off x="4572000" y="3822192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/ 40</a:t>
            </a:r>
            <a:endParaRPr lang="en-US" sz="11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0" name="Text 20">
            <a:extLst>
              <a:ext uri="{FF2B5EF4-FFF2-40B4-BE49-F238E27FC236}">
                <a16:creationId xmlns:a16="http://schemas.microsoft.com/office/drawing/2014/main" id="{1F234485-9EA0-E9E4-C3DA-63155ABF3663}"/>
              </a:ext>
            </a:extLst>
          </p:cNvPr>
          <p:cNvSpPr/>
          <p:nvPr/>
        </p:nvSpPr>
        <p:spPr>
          <a:xfrm>
            <a:off x="4572000" y="4114800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City Median Score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1" name="Shape 21">
            <a:extLst>
              <a:ext uri="{FF2B5EF4-FFF2-40B4-BE49-F238E27FC236}">
                <a16:creationId xmlns:a16="http://schemas.microsoft.com/office/drawing/2014/main" id="{C1969264-E631-556F-E4DA-5F8DBDD617C5}"/>
              </a:ext>
            </a:extLst>
          </p:cNvPr>
          <p:cNvSpPr/>
          <p:nvPr/>
        </p:nvSpPr>
        <p:spPr>
          <a:xfrm>
            <a:off x="6903720" y="2011680"/>
            <a:ext cx="2103120" cy="11430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2" name="Text 22">
            <a:extLst>
              <a:ext uri="{FF2B5EF4-FFF2-40B4-BE49-F238E27FC236}">
                <a16:creationId xmlns:a16="http://schemas.microsoft.com/office/drawing/2014/main" id="{0DEED6AD-2BBB-0C6E-3AC4-B4FD2E6593C0}"/>
              </a:ext>
            </a:extLst>
          </p:cNvPr>
          <p:cNvSpPr/>
          <p:nvPr/>
        </p:nvSpPr>
        <p:spPr>
          <a:xfrm>
            <a:off x="6903720" y="2084832"/>
            <a:ext cx="2103120" cy="59436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5.77</a:t>
            </a:r>
          </a:p>
        </p:txBody>
      </p:sp>
      <p:sp>
        <p:nvSpPr>
          <p:cNvPr id="2164" name="Text 24">
            <a:extLst>
              <a:ext uri="{FF2B5EF4-FFF2-40B4-BE49-F238E27FC236}">
                <a16:creationId xmlns:a16="http://schemas.microsoft.com/office/drawing/2014/main" id="{181C6C2B-A117-515D-7497-75638C020289}"/>
              </a:ext>
            </a:extLst>
          </p:cNvPr>
          <p:cNvSpPr/>
          <p:nvPr/>
        </p:nvSpPr>
        <p:spPr>
          <a:xfrm>
            <a:off x="6903720" y="2834640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5" name="Shape 25">
            <a:extLst>
              <a:ext uri="{FF2B5EF4-FFF2-40B4-BE49-F238E27FC236}">
                <a16:creationId xmlns:a16="http://schemas.microsoft.com/office/drawing/2014/main" id="{F88FDC3C-8A91-432B-8873-726802921A81}"/>
              </a:ext>
            </a:extLst>
          </p:cNvPr>
          <p:cNvSpPr/>
          <p:nvPr/>
        </p:nvSpPr>
        <p:spPr>
          <a:xfrm>
            <a:off x="6903720" y="3291840"/>
            <a:ext cx="2103120" cy="11430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66" name="Text 26">
            <a:extLst>
              <a:ext uri="{FF2B5EF4-FFF2-40B4-BE49-F238E27FC236}">
                <a16:creationId xmlns:a16="http://schemas.microsoft.com/office/drawing/2014/main" id="{0A4DE21C-39F9-92EE-71E6-1577F85C1D3D}"/>
              </a:ext>
            </a:extLst>
          </p:cNvPr>
          <p:cNvSpPr/>
          <p:nvPr/>
        </p:nvSpPr>
        <p:spPr>
          <a:xfrm>
            <a:off x="6903720" y="3364992"/>
            <a:ext cx="2103120" cy="59436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115/212</a:t>
            </a:r>
          </a:p>
        </p:txBody>
      </p:sp>
      <p:sp>
        <p:nvSpPr>
          <p:cNvPr id="2168" name="Text 28">
            <a:extLst>
              <a:ext uri="{FF2B5EF4-FFF2-40B4-BE49-F238E27FC236}">
                <a16:creationId xmlns:a16="http://schemas.microsoft.com/office/drawing/2014/main" id="{74F65715-89CF-B9C8-CFEB-F80416C8C5E5}"/>
              </a:ext>
            </a:extLst>
          </p:cNvPr>
          <p:cNvSpPr/>
          <p:nvPr/>
        </p:nvSpPr>
        <p:spPr>
          <a:xfrm>
            <a:off x="6903720" y="4114800"/>
            <a:ext cx="2103120" cy="22860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Above Average Communities </a:t>
            </a:r>
            <a:endParaRPr lang="en-US" sz="100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2" name="Picture 2" descr="The City of Calgary visual identifier - Pattern Library">
            <a:extLst>
              <a:ext uri="{FF2B5EF4-FFF2-40B4-BE49-F238E27FC236}">
                <a16:creationId xmlns:a16="http://schemas.microsoft.com/office/drawing/2014/main" id="{9A48438D-9BF0-F3CD-B05E-18B5F1213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765" y="138822"/>
            <a:ext cx="779079" cy="90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93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>
          <a:extLst>
            <a:ext uri="{FF2B5EF4-FFF2-40B4-BE49-F238E27FC236}">
              <a16:creationId xmlns:a16="http://schemas.microsoft.com/office/drawing/2014/main" id="{32F7846D-3155-41E6-A2EB-08502CEC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150E51-4309-97A0-0956-1CC52DB070AC}"/>
              </a:ext>
            </a:extLst>
          </p:cNvPr>
          <p:cNvPicPr/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9144000" cy="510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" name="Google Shape;1075;p37">
            <a:extLst>
              <a:ext uri="{FF2B5EF4-FFF2-40B4-BE49-F238E27FC236}">
                <a16:creationId xmlns:a16="http://schemas.microsoft.com/office/drawing/2014/main" id="{1FE0CB73-F3B5-07E2-5B8F-DB27CCBEC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3637" y="2570956"/>
            <a:ext cx="5409555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bg2"/>
                </a:solidFill>
              </a:rPr>
              <a:t>Final Results: </a:t>
            </a:r>
            <a:br>
              <a:rPr lang="en-US"/>
            </a:br>
            <a:r>
              <a:rPr lang="en-US"/>
              <a:t>Calgary Livability Index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70421-30C9-A935-8328-B2EED6986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77" y="14595"/>
            <a:ext cx="3974523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9E7F2F-1B65-1223-3E5C-FB37C344D8CE}"/>
              </a:ext>
            </a:extLst>
          </p:cNvPr>
          <p:cNvSpPr txBox="1"/>
          <p:nvPr/>
        </p:nvSpPr>
        <p:spPr>
          <a:xfrm>
            <a:off x="0" y="4927263"/>
            <a:ext cx="465015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/>
              <a:t>Figure 7</a:t>
            </a:r>
            <a:r>
              <a:rPr lang="en-US" sz="700"/>
              <a:t> Recreational Amenities in a Calgary Lake Community</a:t>
            </a:r>
          </a:p>
        </p:txBody>
      </p:sp>
    </p:spTree>
    <p:extLst>
      <p:ext uri="{BB962C8B-B14F-4D97-AF65-F5344CB8AC3E}">
        <p14:creationId xmlns:p14="http://schemas.microsoft.com/office/powerpoint/2010/main" val="21613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21A2BAF-3468-757C-2887-9940148832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9144000" cy="510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A23BF5CA-37DE-5598-F723-65367BC84932}"/>
              </a:ext>
            </a:extLst>
          </p:cNvPr>
          <p:cNvSpPr/>
          <p:nvPr/>
        </p:nvSpPr>
        <p:spPr>
          <a:xfrm>
            <a:off x="228600" y="1143000"/>
            <a:ext cx="416052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C931ACB-BE09-5292-6592-9B562EF4BA3D}"/>
              </a:ext>
            </a:extLst>
          </p:cNvPr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RANK   COMMUNITY                             SECTOR</a:t>
            </a:r>
            <a:endParaRPr lang="en-US" sz="1000">
              <a:latin typeface="Syne" panose="020B060402020202020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CF5D6342-4502-7999-4EAA-E6EE10CE77D3}"/>
              </a:ext>
            </a:extLst>
          </p:cNvPr>
          <p:cNvSpPr/>
          <p:nvPr/>
        </p:nvSpPr>
        <p:spPr>
          <a:xfrm>
            <a:off x="228600" y="1572768"/>
            <a:ext cx="4160520" cy="47548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0D55653-1F60-BB4E-D256-EA2260BF026A}"/>
              </a:ext>
            </a:extLst>
          </p:cNvPr>
          <p:cNvSpPr/>
          <p:nvPr/>
        </p:nvSpPr>
        <p:spPr>
          <a:xfrm>
            <a:off x="320040" y="16276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7BE283D-ECA6-D39E-BB0F-5790D95C81EF}"/>
              </a:ext>
            </a:extLst>
          </p:cNvPr>
          <p:cNvSpPr/>
          <p:nvPr/>
        </p:nvSpPr>
        <p:spPr>
          <a:xfrm>
            <a:off x="713232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Eau Claire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B8002D4-5B29-2D0A-B451-0529B25477BD}"/>
              </a:ext>
            </a:extLst>
          </p:cNvPr>
          <p:cNvSpPr/>
          <p:nvPr/>
        </p:nvSpPr>
        <p:spPr>
          <a:xfrm>
            <a:off x="274320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412E5BC-E6B3-6F61-64F6-8007AA5C1A40}"/>
              </a:ext>
            </a:extLst>
          </p:cNvPr>
          <p:cNvSpPr/>
          <p:nvPr/>
        </p:nvSpPr>
        <p:spPr>
          <a:xfrm>
            <a:off x="228600" y="2121408"/>
            <a:ext cx="4160520" cy="47548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7B2A70F-0A98-DCEE-3B88-A80EAE3C738A}"/>
              </a:ext>
            </a:extLst>
          </p:cNvPr>
          <p:cNvSpPr/>
          <p:nvPr/>
        </p:nvSpPr>
        <p:spPr>
          <a:xfrm>
            <a:off x="320040" y="21762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73CC899-A651-57DA-C384-F3E52C0AE714}"/>
              </a:ext>
            </a:extLst>
          </p:cNvPr>
          <p:cNvSpPr/>
          <p:nvPr/>
        </p:nvSpPr>
        <p:spPr>
          <a:xfrm>
            <a:off x="713232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Downtown West End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6422D03-28FB-4C4E-C5E8-3B043DC3FE85}"/>
              </a:ext>
            </a:extLst>
          </p:cNvPr>
          <p:cNvSpPr/>
          <p:nvPr/>
        </p:nvSpPr>
        <p:spPr>
          <a:xfrm>
            <a:off x="2743200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42B1E280-0CEF-B179-3079-370C1F3C1561}"/>
              </a:ext>
            </a:extLst>
          </p:cNvPr>
          <p:cNvSpPr/>
          <p:nvPr/>
        </p:nvSpPr>
        <p:spPr>
          <a:xfrm>
            <a:off x="228600" y="2670048"/>
            <a:ext cx="4160520" cy="4754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6836D1A-B6FA-5323-EF49-C4A9E17D7EBB}"/>
              </a:ext>
            </a:extLst>
          </p:cNvPr>
          <p:cNvSpPr/>
          <p:nvPr/>
        </p:nvSpPr>
        <p:spPr>
          <a:xfrm>
            <a:off x="320040" y="2724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3901F10-37E4-8E50-C1A2-536B53FB04B1}"/>
              </a:ext>
            </a:extLst>
          </p:cNvPr>
          <p:cNvSpPr/>
          <p:nvPr/>
        </p:nvSpPr>
        <p:spPr>
          <a:xfrm>
            <a:off x="713232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4A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China Town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193C4D2-AD9E-5DBF-F10F-9388E582CBF2}"/>
              </a:ext>
            </a:extLst>
          </p:cNvPr>
          <p:cNvSpPr/>
          <p:nvPr/>
        </p:nvSpPr>
        <p:spPr>
          <a:xfrm>
            <a:off x="2743200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78E3090B-CA54-71F7-9CD2-B852EA0BCFCF}"/>
              </a:ext>
            </a:extLst>
          </p:cNvPr>
          <p:cNvSpPr/>
          <p:nvPr/>
        </p:nvSpPr>
        <p:spPr>
          <a:xfrm>
            <a:off x="228600" y="321868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3270E76-91CD-A002-ADD8-08061B92D27B}"/>
              </a:ext>
            </a:extLst>
          </p:cNvPr>
          <p:cNvSpPr/>
          <p:nvPr/>
        </p:nvSpPr>
        <p:spPr>
          <a:xfrm>
            <a:off x="320040" y="3273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D228D48-B734-C0B8-C380-A312B859F957}"/>
              </a:ext>
            </a:extLst>
          </p:cNvPr>
          <p:cNvSpPr/>
          <p:nvPr/>
        </p:nvSpPr>
        <p:spPr>
          <a:xfrm>
            <a:off x="713232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Park Hill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BB69F9A-6005-3DF4-C814-3D1C96D2B92F}"/>
              </a:ext>
            </a:extLst>
          </p:cNvPr>
          <p:cNvSpPr/>
          <p:nvPr/>
        </p:nvSpPr>
        <p:spPr>
          <a:xfrm>
            <a:off x="2743200" y="32735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199875E0-5F79-AEE4-7816-79659C89A068}"/>
              </a:ext>
            </a:extLst>
          </p:cNvPr>
          <p:cNvSpPr/>
          <p:nvPr/>
        </p:nvSpPr>
        <p:spPr>
          <a:xfrm>
            <a:off x="228600" y="376732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07C9FD95-C3B8-EEB2-87F0-601138EBA3ED}"/>
              </a:ext>
            </a:extLst>
          </p:cNvPr>
          <p:cNvSpPr/>
          <p:nvPr/>
        </p:nvSpPr>
        <p:spPr>
          <a:xfrm>
            <a:off x="320040" y="3822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5555FEE-5319-E42A-BB33-E2837BCADAAC}"/>
              </a:ext>
            </a:extLst>
          </p:cNvPr>
          <p:cNvSpPr/>
          <p:nvPr/>
        </p:nvSpPr>
        <p:spPr>
          <a:xfrm>
            <a:off x="713232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Christie Park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8F9A23BD-E6B9-A060-6720-5D54EBDF3097}"/>
              </a:ext>
            </a:extLst>
          </p:cNvPr>
          <p:cNvSpPr/>
          <p:nvPr/>
        </p:nvSpPr>
        <p:spPr>
          <a:xfrm>
            <a:off x="2743200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7CAB9DD0-B6EE-1083-A55C-124A09FB4850}"/>
              </a:ext>
            </a:extLst>
          </p:cNvPr>
          <p:cNvSpPr/>
          <p:nvPr/>
        </p:nvSpPr>
        <p:spPr>
          <a:xfrm>
            <a:off x="4754880" y="1143000"/>
            <a:ext cx="416052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01FED90B-505D-C4C2-6C19-D384B2A62908}"/>
              </a:ext>
            </a:extLst>
          </p:cNvPr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RANK   COMMUNITY                            SECTOR</a:t>
            </a:r>
            <a:endParaRPr lang="en-US" sz="1000">
              <a:latin typeface="Syne" panose="020B0604020202020204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5146DE20-8445-A3E7-E371-D94AB705F229}"/>
              </a:ext>
            </a:extLst>
          </p:cNvPr>
          <p:cNvSpPr/>
          <p:nvPr/>
        </p:nvSpPr>
        <p:spPr>
          <a:xfrm>
            <a:off x="4754880" y="157276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2F3D899D-FE77-CDB3-9ABF-BB9AE1BD9467}"/>
              </a:ext>
            </a:extLst>
          </p:cNvPr>
          <p:cNvSpPr/>
          <p:nvPr/>
        </p:nvSpPr>
        <p:spPr>
          <a:xfrm>
            <a:off x="4846320" y="16276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24" name="Text 31">
            <a:extLst>
              <a:ext uri="{FF2B5EF4-FFF2-40B4-BE49-F238E27FC236}">
                <a16:creationId xmlns:a16="http://schemas.microsoft.com/office/drawing/2014/main" id="{D273AFB9-D3E6-CE21-D095-98067CEBFEBC}"/>
              </a:ext>
            </a:extLst>
          </p:cNvPr>
          <p:cNvSpPr/>
          <p:nvPr/>
        </p:nvSpPr>
        <p:spPr>
          <a:xfrm>
            <a:off x="5239512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Erlton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25" name="Text 32">
            <a:extLst>
              <a:ext uri="{FF2B5EF4-FFF2-40B4-BE49-F238E27FC236}">
                <a16:creationId xmlns:a16="http://schemas.microsoft.com/office/drawing/2014/main" id="{E13835B1-A299-AA69-E040-1AE2D306E94A}"/>
              </a:ext>
            </a:extLst>
          </p:cNvPr>
          <p:cNvSpPr/>
          <p:nvPr/>
        </p:nvSpPr>
        <p:spPr>
          <a:xfrm>
            <a:off x="7269480" y="1627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27" name="Shape 33">
            <a:extLst>
              <a:ext uri="{FF2B5EF4-FFF2-40B4-BE49-F238E27FC236}">
                <a16:creationId xmlns:a16="http://schemas.microsoft.com/office/drawing/2014/main" id="{884C8239-65AC-0C56-E79C-18A3E659A933}"/>
              </a:ext>
            </a:extLst>
          </p:cNvPr>
          <p:cNvSpPr/>
          <p:nvPr/>
        </p:nvSpPr>
        <p:spPr>
          <a:xfrm>
            <a:off x="4754880" y="212140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028" name="Text 34">
            <a:extLst>
              <a:ext uri="{FF2B5EF4-FFF2-40B4-BE49-F238E27FC236}">
                <a16:creationId xmlns:a16="http://schemas.microsoft.com/office/drawing/2014/main" id="{3537D87D-1333-04E1-A8E7-DF9922E79DFB}"/>
              </a:ext>
            </a:extLst>
          </p:cNvPr>
          <p:cNvSpPr/>
          <p:nvPr/>
        </p:nvSpPr>
        <p:spPr>
          <a:xfrm>
            <a:off x="4846320" y="21762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29" name="Text 35">
            <a:extLst>
              <a:ext uri="{FF2B5EF4-FFF2-40B4-BE49-F238E27FC236}">
                <a16:creationId xmlns:a16="http://schemas.microsoft.com/office/drawing/2014/main" id="{288A9441-EB91-749A-6E3B-913ECF89B96E}"/>
              </a:ext>
            </a:extLst>
          </p:cNvPr>
          <p:cNvSpPr/>
          <p:nvPr/>
        </p:nvSpPr>
        <p:spPr>
          <a:xfrm>
            <a:off x="5239512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SunnySide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0" name="Text 36">
            <a:extLst>
              <a:ext uri="{FF2B5EF4-FFF2-40B4-BE49-F238E27FC236}">
                <a16:creationId xmlns:a16="http://schemas.microsoft.com/office/drawing/2014/main" id="{6741B008-8E27-4DF4-07DE-F88A69874C49}"/>
              </a:ext>
            </a:extLst>
          </p:cNvPr>
          <p:cNvSpPr/>
          <p:nvPr/>
        </p:nvSpPr>
        <p:spPr>
          <a:xfrm>
            <a:off x="7269480" y="2176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1" name="Shape 37">
            <a:extLst>
              <a:ext uri="{FF2B5EF4-FFF2-40B4-BE49-F238E27FC236}">
                <a16:creationId xmlns:a16="http://schemas.microsoft.com/office/drawing/2014/main" id="{FF4D8970-B02B-D6B0-9268-D6DE3F597C33}"/>
              </a:ext>
            </a:extLst>
          </p:cNvPr>
          <p:cNvSpPr/>
          <p:nvPr/>
        </p:nvSpPr>
        <p:spPr>
          <a:xfrm>
            <a:off x="4754880" y="267004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032" name="Text 38">
            <a:extLst>
              <a:ext uri="{FF2B5EF4-FFF2-40B4-BE49-F238E27FC236}">
                <a16:creationId xmlns:a16="http://schemas.microsoft.com/office/drawing/2014/main" id="{9E7AA974-CF1D-E7FF-9D6B-3ADEDDCB3619}"/>
              </a:ext>
            </a:extLst>
          </p:cNvPr>
          <p:cNvSpPr/>
          <p:nvPr/>
        </p:nvSpPr>
        <p:spPr>
          <a:xfrm>
            <a:off x="4846320" y="2724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33" name="Text 39">
            <a:extLst>
              <a:ext uri="{FF2B5EF4-FFF2-40B4-BE49-F238E27FC236}">
                <a16:creationId xmlns:a16="http://schemas.microsoft.com/office/drawing/2014/main" id="{F87236E6-3AB9-8144-A0A8-290B083A5E11}"/>
              </a:ext>
            </a:extLst>
          </p:cNvPr>
          <p:cNvSpPr/>
          <p:nvPr/>
        </p:nvSpPr>
        <p:spPr>
          <a:xfrm>
            <a:off x="5239512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Downtown East Village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4" name="Text 40">
            <a:extLst>
              <a:ext uri="{FF2B5EF4-FFF2-40B4-BE49-F238E27FC236}">
                <a16:creationId xmlns:a16="http://schemas.microsoft.com/office/drawing/2014/main" id="{B10EF564-0EAC-955A-42BB-07B075BCC464}"/>
              </a:ext>
            </a:extLst>
          </p:cNvPr>
          <p:cNvSpPr/>
          <p:nvPr/>
        </p:nvSpPr>
        <p:spPr>
          <a:xfrm>
            <a:off x="7269480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5" name="Shape 41">
            <a:extLst>
              <a:ext uri="{FF2B5EF4-FFF2-40B4-BE49-F238E27FC236}">
                <a16:creationId xmlns:a16="http://schemas.microsoft.com/office/drawing/2014/main" id="{AF9DBF5F-8FF9-CA4E-56EE-429AFB040A39}"/>
              </a:ext>
            </a:extLst>
          </p:cNvPr>
          <p:cNvSpPr/>
          <p:nvPr/>
        </p:nvSpPr>
        <p:spPr>
          <a:xfrm>
            <a:off x="4754880" y="321868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036" name="Text 42">
            <a:extLst>
              <a:ext uri="{FF2B5EF4-FFF2-40B4-BE49-F238E27FC236}">
                <a16:creationId xmlns:a16="http://schemas.microsoft.com/office/drawing/2014/main" id="{DCDA03C9-6DB7-8D1D-220C-098229808BE4}"/>
              </a:ext>
            </a:extLst>
          </p:cNvPr>
          <p:cNvSpPr/>
          <p:nvPr/>
        </p:nvSpPr>
        <p:spPr>
          <a:xfrm>
            <a:off x="4846320" y="3273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37" name="Text 43">
            <a:extLst>
              <a:ext uri="{FF2B5EF4-FFF2-40B4-BE49-F238E27FC236}">
                <a16:creationId xmlns:a16="http://schemas.microsoft.com/office/drawing/2014/main" id="{DDBF04BA-4D43-4DBC-B96C-214B865A8C44}"/>
              </a:ext>
            </a:extLst>
          </p:cNvPr>
          <p:cNvSpPr/>
          <p:nvPr/>
        </p:nvSpPr>
        <p:spPr>
          <a:xfrm>
            <a:off x="5239512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Country Hill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8" name="Text 44">
            <a:extLst>
              <a:ext uri="{FF2B5EF4-FFF2-40B4-BE49-F238E27FC236}">
                <a16:creationId xmlns:a16="http://schemas.microsoft.com/office/drawing/2014/main" id="{A4AD235C-00F7-84F0-B113-E83B5612D94A}"/>
              </a:ext>
            </a:extLst>
          </p:cNvPr>
          <p:cNvSpPr/>
          <p:nvPr/>
        </p:nvSpPr>
        <p:spPr>
          <a:xfrm>
            <a:off x="7269480" y="32735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39" name="Shape 45">
            <a:extLst>
              <a:ext uri="{FF2B5EF4-FFF2-40B4-BE49-F238E27FC236}">
                <a16:creationId xmlns:a16="http://schemas.microsoft.com/office/drawing/2014/main" id="{CF1CA2B6-74BC-C163-A534-29F3C4D42420}"/>
              </a:ext>
            </a:extLst>
          </p:cNvPr>
          <p:cNvSpPr/>
          <p:nvPr/>
        </p:nvSpPr>
        <p:spPr>
          <a:xfrm>
            <a:off x="4754880" y="376732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1040" name="Text 46">
            <a:extLst>
              <a:ext uri="{FF2B5EF4-FFF2-40B4-BE49-F238E27FC236}">
                <a16:creationId xmlns:a16="http://schemas.microsoft.com/office/drawing/2014/main" id="{B085D538-2F04-8302-381E-861B3AAC2E33}"/>
              </a:ext>
            </a:extLst>
          </p:cNvPr>
          <p:cNvSpPr/>
          <p:nvPr/>
        </p:nvSpPr>
        <p:spPr>
          <a:xfrm>
            <a:off x="4846320" y="3822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13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41" name="Text 47">
            <a:extLst>
              <a:ext uri="{FF2B5EF4-FFF2-40B4-BE49-F238E27FC236}">
                <a16:creationId xmlns:a16="http://schemas.microsoft.com/office/drawing/2014/main" id="{D817851E-93F3-5938-E48B-9D514BA894A6}"/>
              </a:ext>
            </a:extLst>
          </p:cNvPr>
          <p:cNvSpPr/>
          <p:nvPr/>
        </p:nvSpPr>
        <p:spPr>
          <a:xfrm>
            <a:off x="5239512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Sage Hill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42" name="Text 48">
            <a:extLst>
              <a:ext uri="{FF2B5EF4-FFF2-40B4-BE49-F238E27FC236}">
                <a16:creationId xmlns:a16="http://schemas.microsoft.com/office/drawing/2014/main" id="{3CD6A50D-6DC5-1BB8-E2E3-8A48B3AFB5F6}"/>
              </a:ext>
            </a:extLst>
          </p:cNvPr>
          <p:cNvSpPr/>
          <p:nvPr/>
        </p:nvSpPr>
        <p:spPr>
          <a:xfrm>
            <a:off x="7269480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>
              <a:latin typeface="Syne" panose="020B0604020202020204" charset="0"/>
            </a:endParaRPr>
          </a:p>
        </p:txBody>
      </p:sp>
      <p:pic>
        <p:nvPicPr>
          <p:cNvPr id="1043" name="Image 0" descr="preencoded.png">
            <a:extLst>
              <a:ext uri="{FF2B5EF4-FFF2-40B4-BE49-F238E27FC236}">
                <a16:creationId xmlns:a16="http://schemas.microsoft.com/office/drawing/2014/main" id="{F868202A-8BC3-7B6D-13E4-475B79FD98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43334" y="4610745"/>
            <a:ext cx="320040" cy="292523"/>
          </a:xfrm>
          <a:prstGeom prst="rect">
            <a:avLst/>
          </a:prstGeom>
        </p:spPr>
      </p:pic>
      <p:sp>
        <p:nvSpPr>
          <p:cNvPr id="1044" name="Text 50">
            <a:extLst>
              <a:ext uri="{FF2B5EF4-FFF2-40B4-BE49-F238E27FC236}">
                <a16:creationId xmlns:a16="http://schemas.microsoft.com/office/drawing/2014/main" id="{75D2505D-232C-5465-ADDC-6304FB4F9182}"/>
              </a:ext>
            </a:extLst>
          </p:cNvPr>
          <p:cNvSpPr/>
          <p:nvPr/>
        </p:nvSpPr>
        <p:spPr>
          <a:xfrm>
            <a:off x="3366041" y="4499959"/>
            <a:ext cx="5503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Key Finding: Top communities are where residents can live, work, and play without a vehicle,  high transit connectivity + infrastructure maturity.</a:t>
            </a:r>
            <a:endParaRPr lang="en-US" sz="15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C30384D-CA92-187C-C8F4-98918498FA00}"/>
              </a:ext>
            </a:extLst>
          </p:cNvPr>
          <p:cNvSpPr txBox="1"/>
          <p:nvPr/>
        </p:nvSpPr>
        <p:spPr>
          <a:xfrm>
            <a:off x="160020" y="43148"/>
            <a:ext cx="75449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chemeClr val="bg2"/>
                </a:solidFill>
                <a:latin typeface="Syne" panose="020B0604020202020204" charset="0"/>
              </a:rPr>
              <a:t>Final Results: </a:t>
            </a:r>
          </a:p>
          <a:p>
            <a:pPr marL="0" indent="0">
              <a:buNone/>
            </a:pPr>
            <a:r>
              <a:rPr lang="en-US" sz="3000" b="1">
                <a:solidFill>
                  <a:schemeClr val="dk1"/>
                </a:solidFill>
                <a:latin typeface="Syne" panose="020B0604020202020204" charset="0"/>
              </a:rPr>
              <a:t>Top 10 Community Rankings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D0E8BCC7-7BE2-D6C7-056B-154FCA843D2B}"/>
              </a:ext>
            </a:extLst>
          </p:cNvPr>
          <p:cNvSpPr txBox="1"/>
          <p:nvPr/>
        </p:nvSpPr>
        <p:spPr>
          <a:xfrm>
            <a:off x="-31262" y="4943445"/>
            <a:ext cx="46032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/>
              <a:t>Figure 7</a:t>
            </a:r>
            <a:r>
              <a:rPr lang="en-US" sz="700"/>
              <a:t> Recreational Amenities in a Calgary Lake Community</a:t>
            </a:r>
          </a:p>
        </p:txBody>
      </p:sp>
    </p:spTree>
    <p:extLst>
      <p:ext uri="{BB962C8B-B14F-4D97-AF65-F5344CB8AC3E}">
        <p14:creationId xmlns:p14="http://schemas.microsoft.com/office/powerpoint/2010/main" val="107106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7000"/>
                            </p:stCondLst>
                            <p:childTnLst>
                              <p:par>
                                <p:cTn id="1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8000"/>
                            </p:stCondLst>
                            <p:childTnLst>
                              <p:par>
                                <p:cTn id="1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1024" grpId="0" animBg="1"/>
      <p:bldP spid="1025" grpId="0" animBg="1"/>
      <p:bldP spid="1027" grpId="0" animBg="1"/>
      <p:bldP spid="1028" grpId="0" animBg="1"/>
      <p:bldP spid="1029" grpId="0" animBg="1"/>
      <p:bldP spid="1030" grpId="0" animBg="1"/>
      <p:bldP spid="1031" grpId="0" animBg="1"/>
      <p:bldP spid="1032" grpId="0" animBg="1"/>
      <p:bldP spid="1033" grpId="0" animBg="1"/>
      <p:bldP spid="1034" grpId="0" animBg="1"/>
      <p:bldP spid="1035" grpId="0" animBg="1"/>
      <p:bldP spid="1036" grpId="0" animBg="1"/>
      <p:bldP spid="1037" grpId="0" animBg="1"/>
      <p:bldP spid="1038" grpId="0" animBg="1"/>
      <p:bldP spid="1039" grpId="0" animBg="1"/>
      <p:bldP spid="1040" grpId="0" animBg="1"/>
      <p:bldP spid="1041" grpId="0" animBg="1"/>
      <p:bldP spid="10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>
          <a:extLst>
            <a:ext uri="{FF2B5EF4-FFF2-40B4-BE49-F238E27FC236}">
              <a16:creationId xmlns:a16="http://schemas.microsoft.com/office/drawing/2014/main" id="{BA482890-2DB8-7178-CC69-EFB4F522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4">
            <a:extLst>
              <a:ext uri="{FF2B5EF4-FFF2-40B4-BE49-F238E27FC236}">
                <a16:creationId xmlns:a16="http://schemas.microsoft.com/office/drawing/2014/main" id="{F0670DF7-3865-66DC-2963-9B4AA248A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3580"/>
            <a:ext cx="5173477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Syne" panose="020B0604020202020204" charset="0"/>
              </a:rPr>
              <a:t>Advanced Results: Spatial Autocorrelation, Hotspots &amp; Outliers</a:t>
            </a:r>
          </a:p>
        </p:txBody>
      </p:sp>
      <p:sp>
        <p:nvSpPr>
          <p:cNvPr id="2183" name="Shape 5">
            <a:extLst>
              <a:ext uri="{FF2B5EF4-FFF2-40B4-BE49-F238E27FC236}">
                <a16:creationId xmlns:a16="http://schemas.microsoft.com/office/drawing/2014/main" id="{5111B5BB-D177-7A5C-49AA-73CBEF3BF4A0}"/>
              </a:ext>
            </a:extLst>
          </p:cNvPr>
          <p:cNvSpPr/>
          <p:nvPr/>
        </p:nvSpPr>
        <p:spPr>
          <a:xfrm>
            <a:off x="4153750" y="1580099"/>
            <a:ext cx="916326" cy="6262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2184" name="Text 6">
            <a:extLst>
              <a:ext uri="{FF2B5EF4-FFF2-40B4-BE49-F238E27FC236}">
                <a16:creationId xmlns:a16="http://schemas.microsoft.com/office/drawing/2014/main" id="{8AA426B5-4D3A-D82D-352B-7E61C3B2DA3D}"/>
              </a:ext>
            </a:extLst>
          </p:cNvPr>
          <p:cNvSpPr/>
          <p:nvPr/>
        </p:nvSpPr>
        <p:spPr>
          <a:xfrm>
            <a:off x="3811797" y="1707041"/>
            <a:ext cx="1563365" cy="22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Moran's</a:t>
            </a:r>
            <a:r>
              <a:rPr lang="en-US" sz="2000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 I</a:t>
            </a:r>
            <a:endParaRPr lang="en-US" sz="2000">
              <a:latin typeface="Syne" panose="020B0604020202020204" charset="0"/>
            </a:endParaRPr>
          </a:p>
        </p:txBody>
      </p:sp>
      <p:sp>
        <p:nvSpPr>
          <p:cNvPr id="2185" name="Text 7">
            <a:extLst>
              <a:ext uri="{FF2B5EF4-FFF2-40B4-BE49-F238E27FC236}">
                <a16:creationId xmlns:a16="http://schemas.microsoft.com/office/drawing/2014/main" id="{F23B9BE7-1137-724F-8A23-CDEA652ADFF1}"/>
              </a:ext>
            </a:extLst>
          </p:cNvPr>
          <p:cNvSpPr/>
          <p:nvPr/>
        </p:nvSpPr>
        <p:spPr>
          <a:xfrm>
            <a:off x="3837980" y="1808802"/>
            <a:ext cx="1563365" cy="41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0.2091</a:t>
            </a:r>
            <a:endParaRPr lang="en-US" sz="1600">
              <a:latin typeface="Syne" panose="020B0604020202020204" charset="0"/>
            </a:endParaRPr>
          </a:p>
        </p:txBody>
      </p:sp>
      <p:sp>
        <p:nvSpPr>
          <p:cNvPr id="2186" name="Shape 8">
            <a:extLst>
              <a:ext uri="{FF2B5EF4-FFF2-40B4-BE49-F238E27FC236}">
                <a16:creationId xmlns:a16="http://schemas.microsoft.com/office/drawing/2014/main" id="{4EF7EF28-8E29-DD92-0322-275E75A0A1DB}"/>
              </a:ext>
            </a:extLst>
          </p:cNvPr>
          <p:cNvSpPr/>
          <p:nvPr/>
        </p:nvSpPr>
        <p:spPr>
          <a:xfrm>
            <a:off x="4177336" y="2679049"/>
            <a:ext cx="916326" cy="6262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2187" name="Text 9">
            <a:extLst>
              <a:ext uri="{FF2B5EF4-FFF2-40B4-BE49-F238E27FC236}">
                <a16:creationId xmlns:a16="http://schemas.microsoft.com/office/drawing/2014/main" id="{1F628474-4C85-0A14-C4D6-1A5751CCC606}"/>
              </a:ext>
            </a:extLst>
          </p:cNvPr>
          <p:cNvSpPr/>
          <p:nvPr/>
        </p:nvSpPr>
        <p:spPr>
          <a:xfrm>
            <a:off x="3837980" y="2782208"/>
            <a:ext cx="1563365" cy="22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600">
              <a:latin typeface="Syne" panose="020B0604020202020204" charset="0"/>
            </a:endParaRPr>
          </a:p>
        </p:txBody>
      </p:sp>
      <p:sp>
        <p:nvSpPr>
          <p:cNvPr id="2188" name="Text 10">
            <a:extLst>
              <a:ext uri="{FF2B5EF4-FFF2-40B4-BE49-F238E27FC236}">
                <a16:creationId xmlns:a16="http://schemas.microsoft.com/office/drawing/2014/main" id="{ADFB9759-BC60-C673-E74F-CBAE2C811F8A}"/>
              </a:ext>
            </a:extLst>
          </p:cNvPr>
          <p:cNvSpPr/>
          <p:nvPr/>
        </p:nvSpPr>
        <p:spPr>
          <a:xfrm>
            <a:off x="3785615" y="2913497"/>
            <a:ext cx="1563365" cy="41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4.82</a:t>
            </a:r>
            <a:endParaRPr lang="en-US" sz="1600">
              <a:latin typeface="Syne" panose="020B0604020202020204" charset="0"/>
            </a:endParaRPr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2AC518E1-51C0-0933-F2DC-C798D342D1A4}"/>
              </a:ext>
            </a:extLst>
          </p:cNvPr>
          <p:cNvSpPr/>
          <p:nvPr/>
        </p:nvSpPr>
        <p:spPr>
          <a:xfrm>
            <a:off x="4177336" y="3703177"/>
            <a:ext cx="916326" cy="6262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0C5E023C-55B9-A8D8-40DC-B5E73738E265}"/>
              </a:ext>
            </a:extLst>
          </p:cNvPr>
          <p:cNvSpPr/>
          <p:nvPr/>
        </p:nvSpPr>
        <p:spPr>
          <a:xfrm>
            <a:off x="4164380" y="3802225"/>
            <a:ext cx="916326" cy="22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600">
              <a:latin typeface="Syne" panose="020B0604020202020204" charset="0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77BF6A8C-5CD0-BDDC-02B5-0E8997F3D091}"/>
              </a:ext>
            </a:extLst>
          </p:cNvPr>
          <p:cNvSpPr/>
          <p:nvPr/>
        </p:nvSpPr>
        <p:spPr>
          <a:xfrm>
            <a:off x="4170858" y="3914053"/>
            <a:ext cx="916326" cy="41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600">
              <a:latin typeface="Syne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B5DFB0-B65E-FC54-5E05-713AB800F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6" y="1519378"/>
            <a:ext cx="3699776" cy="2749316"/>
          </a:xfrm>
          <a:prstGeom prst="rect">
            <a:avLst/>
          </a:prstGeom>
          <a:ln w="38100" cap="sq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2A7249-FE0F-4A6B-B5E3-98ECAFD29351}"/>
              </a:ext>
            </a:extLst>
          </p:cNvPr>
          <p:cNvSpPr txBox="1"/>
          <p:nvPr/>
        </p:nvSpPr>
        <p:spPr>
          <a:xfrm>
            <a:off x="29531" y="4340948"/>
            <a:ext cx="3820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yne" panose="020B0604020202020204" charset="0"/>
              </a:rPr>
              <a:t>Given the Z-score of 4.82, there’s a less than 1% likelihood that this clustered pattern could be the result of random chance.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2FBAD7-5041-CDB1-1115-CD98AA400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194" y="0"/>
            <a:ext cx="3820806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68936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>
          <a:extLst>
            <a:ext uri="{FF2B5EF4-FFF2-40B4-BE49-F238E27FC236}">
              <a16:creationId xmlns:a16="http://schemas.microsoft.com/office/drawing/2014/main" id="{4D38D7F5-F02E-50FE-EF59-ADE2EDE7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7" name="Google Shape;1477;p40">
            <a:extLst>
              <a:ext uri="{FF2B5EF4-FFF2-40B4-BE49-F238E27FC236}">
                <a16:creationId xmlns:a16="http://schemas.microsoft.com/office/drawing/2014/main" id="{1B1A086F-AD5C-FA92-08A9-425572825355}"/>
              </a:ext>
            </a:extLst>
          </p:cNvPr>
          <p:cNvGrpSpPr/>
          <p:nvPr/>
        </p:nvGrpSpPr>
        <p:grpSpPr>
          <a:xfrm flipH="1">
            <a:off x="5855035" y="-232220"/>
            <a:ext cx="3466041" cy="5435847"/>
            <a:chOff x="456923" y="1019567"/>
            <a:chExt cx="1732327" cy="2716837"/>
          </a:xfrm>
          <a:solidFill>
            <a:schemeClr val="tx1"/>
          </a:solidFill>
        </p:grpSpPr>
        <p:sp>
          <p:nvSpPr>
            <p:cNvPr id="1478" name="Google Shape;1478;p40">
              <a:extLst>
                <a:ext uri="{FF2B5EF4-FFF2-40B4-BE49-F238E27FC236}">
                  <a16:creationId xmlns:a16="http://schemas.microsoft.com/office/drawing/2014/main" id="{DB9593EF-5FFA-3C8D-7B6F-CA0BAD358C9A}"/>
                </a:ext>
              </a:extLst>
            </p:cNvPr>
            <p:cNvSpPr/>
            <p:nvPr/>
          </p:nvSpPr>
          <p:spPr>
            <a:xfrm>
              <a:off x="1441631" y="3309803"/>
              <a:ext cx="3278" cy="61879"/>
            </a:xfrm>
            <a:custGeom>
              <a:avLst/>
              <a:gdLst/>
              <a:ahLst/>
              <a:cxnLst/>
              <a:rect l="l" t="t" r="r" b="b"/>
              <a:pathLst>
                <a:path w="33" h="623" extrusionOk="0">
                  <a:moveTo>
                    <a:pt x="16" y="1"/>
                  </a:moveTo>
                  <a:lnTo>
                    <a:pt x="0" y="17"/>
                  </a:lnTo>
                  <a:lnTo>
                    <a:pt x="0" y="607"/>
                  </a:lnTo>
                  <a:cubicBezTo>
                    <a:pt x="0" y="623"/>
                    <a:pt x="16" y="623"/>
                    <a:pt x="16" y="623"/>
                  </a:cubicBezTo>
                  <a:cubicBezTo>
                    <a:pt x="16" y="623"/>
                    <a:pt x="33" y="623"/>
                    <a:pt x="33" y="607"/>
                  </a:cubicBezTo>
                  <a:lnTo>
                    <a:pt x="33" y="17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0">
              <a:extLst>
                <a:ext uri="{FF2B5EF4-FFF2-40B4-BE49-F238E27FC236}">
                  <a16:creationId xmlns:a16="http://schemas.microsoft.com/office/drawing/2014/main" id="{80ACEE5B-6DDA-F89C-E412-F19DA9ED8201}"/>
                </a:ext>
              </a:extLst>
            </p:cNvPr>
            <p:cNvSpPr/>
            <p:nvPr/>
          </p:nvSpPr>
          <p:spPr>
            <a:xfrm>
              <a:off x="1765828" y="2683062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1"/>
                  </a:moveTo>
                  <a:cubicBezTo>
                    <a:pt x="0" y="81"/>
                    <a:pt x="0" y="182"/>
                    <a:pt x="20" y="267"/>
                  </a:cubicBezTo>
                  <a:cubicBezTo>
                    <a:pt x="20" y="352"/>
                    <a:pt x="20" y="437"/>
                    <a:pt x="0" y="522"/>
                  </a:cubicBezTo>
                  <a:lnTo>
                    <a:pt x="0" y="538"/>
                  </a:lnTo>
                  <a:lnTo>
                    <a:pt x="20" y="538"/>
                  </a:lnTo>
                  <a:lnTo>
                    <a:pt x="20" y="522"/>
                  </a:lnTo>
                  <a:cubicBezTo>
                    <a:pt x="37" y="437"/>
                    <a:pt x="37" y="352"/>
                    <a:pt x="37" y="267"/>
                  </a:cubicBezTo>
                  <a:cubicBezTo>
                    <a:pt x="37" y="182"/>
                    <a:pt x="37" y="102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0">
              <a:extLst>
                <a:ext uri="{FF2B5EF4-FFF2-40B4-BE49-F238E27FC236}">
                  <a16:creationId xmlns:a16="http://schemas.microsoft.com/office/drawing/2014/main" id="{0FCD588A-3B22-15E8-E1DE-C8D786EEDD56}"/>
                </a:ext>
              </a:extLst>
            </p:cNvPr>
            <p:cNvSpPr/>
            <p:nvPr/>
          </p:nvSpPr>
          <p:spPr>
            <a:xfrm>
              <a:off x="706130" y="1872173"/>
              <a:ext cx="4867" cy="63469"/>
            </a:xfrm>
            <a:custGeom>
              <a:avLst/>
              <a:gdLst/>
              <a:ahLst/>
              <a:cxnLst/>
              <a:rect l="l" t="t" r="r" b="b"/>
              <a:pathLst>
                <a:path w="49" h="639" extrusionOk="0">
                  <a:moveTo>
                    <a:pt x="17" y="1"/>
                  </a:moveTo>
                  <a:cubicBezTo>
                    <a:pt x="17" y="1"/>
                    <a:pt x="0" y="1"/>
                    <a:pt x="0" y="17"/>
                  </a:cubicBezTo>
                  <a:cubicBezTo>
                    <a:pt x="17" y="85"/>
                    <a:pt x="0" y="166"/>
                    <a:pt x="0" y="251"/>
                  </a:cubicBezTo>
                  <a:cubicBezTo>
                    <a:pt x="0" y="368"/>
                    <a:pt x="0" y="505"/>
                    <a:pt x="17" y="639"/>
                  </a:cubicBezTo>
                  <a:lnTo>
                    <a:pt x="49" y="639"/>
                  </a:lnTo>
                  <a:cubicBezTo>
                    <a:pt x="33" y="505"/>
                    <a:pt x="33" y="368"/>
                    <a:pt x="33" y="251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0">
              <a:extLst>
                <a:ext uri="{FF2B5EF4-FFF2-40B4-BE49-F238E27FC236}">
                  <a16:creationId xmlns:a16="http://schemas.microsoft.com/office/drawing/2014/main" id="{D675AD2C-01BA-6DED-2F4F-0B1B588270AA}"/>
                </a:ext>
              </a:extLst>
            </p:cNvPr>
            <p:cNvSpPr/>
            <p:nvPr/>
          </p:nvSpPr>
          <p:spPr>
            <a:xfrm>
              <a:off x="1643857" y="3002094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0"/>
                  </a:moveTo>
                  <a:cubicBezTo>
                    <a:pt x="16" y="121"/>
                    <a:pt x="16" y="239"/>
                    <a:pt x="16" y="340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6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37" y="691"/>
                  </a:lnTo>
                  <a:cubicBezTo>
                    <a:pt x="53" y="659"/>
                    <a:pt x="53" y="626"/>
                    <a:pt x="53" y="590"/>
                  </a:cubicBezTo>
                  <a:lnTo>
                    <a:pt x="53" y="558"/>
                  </a:lnTo>
                  <a:lnTo>
                    <a:pt x="53" y="340"/>
                  </a:lnTo>
                  <a:cubicBezTo>
                    <a:pt x="53" y="239"/>
                    <a:pt x="53" y="121"/>
                    <a:pt x="69" y="20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0">
              <a:extLst>
                <a:ext uri="{FF2B5EF4-FFF2-40B4-BE49-F238E27FC236}">
                  <a16:creationId xmlns:a16="http://schemas.microsoft.com/office/drawing/2014/main" id="{04A405F6-D183-AF04-1509-3614672AC3B2}"/>
                </a:ext>
              </a:extLst>
            </p:cNvPr>
            <p:cNvSpPr/>
            <p:nvPr/>
          </p:nvSpPr>
          <p:spPr>
            <a:xfrm>
              <a:off x="1739308" y="2107673"/>
              <a:ext cx="170640" cy="389751"/>
            </a:xfrm>
            <a:custGeom>
              <a:avLst/>
              <a:gdLst/>
              <a:ahLst/>
              <a:cxnLst/>
              <a:rect l="l" t="t" r="r" b="b"/>
              <a:pathLst>
                <a:path w="1718" h="3924" extrusionOk="0">
                  <a:moveTo>
                    <a:pt x="17" y="1"/>
                  </a:moveTo>
                  <a:lnTo>
                    <a:pt x="1" y="17"/>
                  </a:lnTo>
                  <a:cubicBezTo>
                    <a:pt x="1" y="154"/>
                    <a:pt x="85" y="255"/>
                    <a:pt x="166" y="356"/>
                  </a:cubicBezTo>
                  <a:cubicBezTo>
                    <a:pt x="186" y="389"/>
                    <a:pt x="219" y="441"/>
                    <a:pt x="235" y="473"/>
                  </a:cubicBezTo>
                  <a:cubicBezTo>
                    <a:pt x="724" y="1229"/>
                    <a:pt x="1213" y="2004"/>
                    <a:pt x="1633" y="2663"/>
                  </a:cubicBezTo>
                  <a:cubicBezTo>
                    <a:pt x="1665" y="2711"/>
                    <a:pt x="1665" y="2764"/>
                    <a:pt x="1665" y="2812"/>
                  </a:cubicBezTo>
                  <a:lnTo>
                    <a:pt x="1665" y="3031"/>
                  </a:lnTo>
                  <a:lnTo>
                    <a:pt x="1665" y="3552"/>
                  </a:lnTo>
                  <a:lnTo>
                    <a:pt x="1665" y="3604"/>
                  </a:lnTo>
                  <a:cubicBezTo>
                    <a:pt x="1665" y="3705"/>
                    <a:pt x="1649" y="3806"/>
                    <a:pt x="1701" y="3907"/>
                  </a:cubicBezTo>
                  <a:lnTo>
                    <a:pt x="1717" y="3923"/>
                  </a:lnTo>
                  <a:lnTo>
                    <a:pt x="1717" y="3907"/>
                  </a:lnTo>
                  <a:cubicBezTo>
                    <a:pt x="1681" y="3806"/>
                    <a:pt x="1681" y="3705"/>
                    <a:pt x="1681" y="3604"/>
                  </a:cubicBezTo>
                  <a:cubicBezTo>
                    <a:pt x="1681" y="3588"/>
                    <a:pt x="1701" y="3572"/>
                    <a:pt x="1701" y="3552"/>
                  </a:cubicBezTo>
                  <a:lnTo>
                    <a:pt x="1701" y="3031"/>
                  </a:lnTo>
                  <a:lnTo>
                    <a:pt x="1701" y="2812"/>
                  </a:lnTo>
                  <a:cubicBezTo>
                    <a:pt x="1701" y="2764"/>
                    <a:pt x="1701" y="2711"/>
                    <a:pt x="1649" y="2643"/>
                  </a:cubicBezTo>
                  <a:cubicBezTo>
                    <a:pt x="1229" y="1988"/>
                    <a:pt x="740" y="1213"/>
                    <a:pt x="267" y="457"/>
                  </a:cubicBezTo>
                  <a:cubicBezTo>
                    <a:pt x="235" y="421"/>
                    <a:pt x="219" y="372"/>
                    <a:pt x="186" y="340"/>
                  </a:cubicBezTo>
                  <a:cubicBezTo>
                    <a:pt x="102" y="239"/>
                    <a:pt x="33" y="15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0">
              <a:extLst>
                <a:ext uri="{FF2B5EF4-FFF2-40B4-BE49-F238E27FC236}">
                  <a16:creationId xmlns:a16="http://schemas.microsoft.com/office/drawing/2014/main" id="{343A2484-83D6-5B8D-00FE-AD44D4A61D2A}"/>
                </a:ext>
              </a:extLst>
            </p:cNvPr>
            <p:cNvSpPr/>
            <p:nvPr/>
          </p:nvSpPr>
          <p:spPr>
            <a:xfrm>
              <a:off x="1749340" y="1674814"/>
              <a:ext cx="163787" cy="374455"/>
            </a:xfrm>
            <a:custGeom>
              <a:avLst/>
              <a:gdLst/>
              <a:ahLst/>
              <a:cxnLst/>
              <a:rect l="l" t="t" r="r" b="b"/>
              <a:pathLst>
                <a:path w="1649" h="3770" extrusionOk="0">
                  <a:moveTo>
                    <a:pt x="1" y="0"/>
                  </a:moveTo>
                  <a:lnTo>
                    <a:pt x="1" y="16"/>
                  </a:lnTo>
                  <a:cubicBezTo>
                    <a:pt x="118" y="117"/>
                    <a:pt x="186" y="255"/>
                    <a:pt x="251" y="388"/>
                  </a:cubicBezTo>
                  <a:cubicBezTo>
                    <a:pt x="267" y="420"/>
                    <a:pt x="287" y="473"/>
                    <a:pt x="304" y="505"/>
                  </a:cubicBezTo>
                  <a:cubicBezTo>
                    <a:pt x="554" y="961"/>
                    <a:pt x="809" y="1398"/>
                    <a:pt x="1043" y="1834"/>
                  </a:cubicBezTo>
                  <a:cubicBezTo>
                    <a:pt x="1213" y="2121"/>
                    <a:pt x="1362" y="2408"/>
                    <a:pt x="1532" y="2694"/>
                  </a:cubicBezTo>
                  <a:cubicBezTo>
                    <a:pt x="1580" y="2779"/>
                    <a:pt x="1616" y="2844"/>
                    <a:pt x="1564" y="2961"/>
                  </a:cubicBezTo>
                  <a:cubicBezTo>
                    <a:pt x="1532" y="3030"/>
                    <a:pt x="1548" y="3115"/>
                    <a:pt x="1548" y="3199"/>
                  </a:cubicBezTo>
                  <a:lnTo>
                    <a:pt x="1548" y="3300"/>
                  </a:lnTo>
                  <a:lnTo>
                    <a:pt x="1548" y="3365"/>
                  </a:lnTo>
                  <a:cubicBezTo>
                    <a:pt x="1548" y="3502"/>
                    <a:pt x="1548" y="3636"/>
                    <a:pt x="1600" y="3753"/>
                  </a:cubicBezTo>
                  <a:lnTo>
                    <a:pt x="1616" y="3769"/>
                  </a:lnTo>
                  <a:lnTo>
                    <a:pt x="1616" y="3753"/>
                  </a:lnTo>
                  <a:cubicBezTo>
                    <a:pt x="1580" y="3620"/>
                    <a:pt x="1580" y="3502"/>
                    <a:pt x="1580" y="3365"/>
                  </a:cubicBezTo>
                  <a:lnTo>
                    <a:pt x="1580" y="3300"/>
                  </a:lnTo>
                  <a:lnTo>
                    <a:pt x="1580" y="3183"/>
                  </a:lnTo>
                  <a:cubicBezTo>
                    <a:pt x="1564" y="3115"/>
                    <a:pt x="1564" y="3030"/>
                    <a:pt x="1580" y="2961"/>
                  </a:cubicBezTo>
                  <a:cubicBezTo>
                    <a:pt x="1649" y="2844"/>
                    <a:pt x="1600" y="2759"/>
                    <a:pt x="1548" y="2678"/>
                  </a:cubicBezTo>
                  <a:cubicBezTo>
                    <a:pt x="1398" y="2391"/>
                    <a:pt x="1229" y="2105"/>
                    <a:pt x="1075" y="1834"/>
                  </a:cubicBezTo>
                  <a:cubicBezTo>
                    <a:pt x="825" y="1398"/>
                    <a:pt x="570" y="941"/>
                    <a:pt x="336" y="489"/>
                  </a:cubicBezTo>
                  <a:cubicBezTo>
                    <a:pt x="320" y="456"/>
                    <a:pt x="287" y="420"/>
                    <a:pt x="267" y="372"/>
                  </a:cubicBezTo>
                  <a:cubicBezTo>
                    <a:pt x="203" y="255"/>
                    <a:pt x="134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0">
              <a:extLst>
                <a:ext uri="{FF2B5EF4-FFF2-40B4-BE49-F238E27FC236}">
                  <a16:creationId xmlns:a16="http://schemas.microsoft.com/office/drawing/2014/main" id="{646E3D31-E012-785F-CC08-358B515C25D7}"/>
                </a:ext>
              </a:extLst>
            </p:cNvPr>
            <p:cNvSpPr/>
            <p:nvPr/>
          </p:nvSpPr>
          <p:spPr>
            <a:xfrm>
              <a:off x="848164" y="3301360"/>
              <a:ext cx="354392" cy="229242"/>
            </a:xfrm>
            <a:custGeom>
              <a:avLst/>
              <a:gdLst/>
              <a:ahLst/>
              <a:cxnLst/>
              <a:rect l="l" t="t" r="r" b="b"/>
              <a:pathLst>
                <a:path w="3568" h="2308" extrusionOk="0">
                  <a:moveTo>
                    <a:pt x="3551" y="1"/>
                  </a:moveTo>
                  <a:lnTo>
                    <a:pt x="3519" y="17"/>
                  </a:lnTo>
                  <a:cubicBezTo>
                    <a:pt x="3063" y="154"/>
                    <a:pt x="2610" y="304"/>
                    <a:pt x="2170" y="457"/>
                  </a:cubicBezTo>
                  <a:cubicBezTo>
                    <a:pt x="1701" y="607"/>
                    <a:pt x="1229" y="760"/>
                    <a:pt x="776" y="894"/>
                  </a:cubicBezTo>
                  <a:cubicBezTo>
                    <a:pt x="554" y="978"/>
                    <a:pt x="336" y="1047"/>
                    <a:pt x="118" y="1112"/>
                  </a:cubicBezTo>
                  <a:cubicBezTo>
                    <a:pt x="69" y="1128"/>
                    <a:pt x="33" y="1164"/>
                    <a:pt x="33" y="1229"/>
                  </a:cubicBezTo>
                  <a:cubicBezTo>
                    <a:pt x="33" y="1584"/>
                    <a:pt x="33" y="1887"/>
                    <a:pt x="17" y="2174"/>
                  </a:cubicBezTo>
                  <a:cubicBezTo>
                    <a:pt x="1" y="2207"/>
                    <a:pt x="17" y="2223"/>
                    <a:pt x="17" y="2259"/>
                  </a:cubicBezTo>
                  <a:cubicBezTo>
                    <a:pt x="33" y="2275"/>
                    <a:pt x="33" y="2291"/>
                    <a:pt x="33" y="2291"/>
                  </a:cubicBezTo>
                  <a:cubicBezTo>
                    <a:pt x="33" y="2307"/>
                    <a:pt x="49" y="2307"/>
                    <a:pt x="49" y="2307"/>
                  </a:cubicBezTo>
                  <a:lnTo>
                    <a:pt x="69" y="2291"/>
                  </a:lnTo>
                  <a:cubicBezTo>
                    <a:pt x="49" y="2275"/>
                    <a:pt x="49" y="2259"/>
                    <a:pt x="49" y="2259"/>
                  </a:cubicBezTo>
                  <a:cubicBezTo>
                    <a:pt x="49" y="2223"/>
                    <a:pt x="33" y="2207"/>
                    <a:pt x="33" y="2174"/>
                  </a:cubicBezTo>
                  <a:cubicBezTo>
                    <a:pt x="49" y="1887"/>
                    <a:pt x="69" y="1584"/>
                    <a:pt x="69" y="1229"/>
                  </a:cubicBezTo>
                  <a:cubicBezTo>
                    <a:pt x="69" y="1180"/>
                    <a:pt x="85" y="1148"/>
                    <a:pt x="134" y="1128"/>
                  </a:cubicBezTo>
                  <a:cubicBezTo>
                    <a:pt x="352" y="1063"/>
                    <a:pt x="574" y="995"/>
                    <a:pt x="792" y="926"/>
                  </a:cubicBezTo>
                  <a:cubicBezTo>
                    <a:pt x="1245" y="776"/>
                    <a:pt x="1717" y="643"/>
                    <a:pt x="2170" y="473"/>
                  </a:cubicBezTo>
                  <a:cubicBezTo>
                    <a:pt x="2626" y="320"/>
                    <a:pt x="3079" y="187"/>
                    <a:pt x="3519" y="37"/>
                  </a:cubicBezTo>
                  <a:lnTo>
                    <a:pt x="3568" y="17"/>
                  </a:lnTo>
                  <a:lnTo>
                    <a:pt x="35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0">
              <a:extLst>
                <a:ext uri="{FF2B5EF4-FFF2-40B4-BE49-F238E27FC236}">
                  <a16:creationId xmlns:a16="http://schemas.microsoft.com/office/drawing/2014/main" id="{63BE7633-8B4A-D4D3-E9EC-BB51EF354162}"/>
                </a:ext>
              </a:extLst>
            </p:cNvPr>
            <p:cNvSpPr/>
            <p:nvPr/>
          </p:nvSpPr>
          <p:spPr>
            <a:xfrm>
              <a:off x="1528640" y="1976564"/>
              <a:ext cx="192293" cy="387268"/>
            </a:xfrm>
            <a:custGeom>
              <a:avLst/>
              <a:gdLst/>
              <a:ahLst/>
              <a:cxnLst/>
              <a:rect l="l" t="t" r="r" b="b"/>
              <a:pathLst>
                <a:path w="1936" h="3899" extrusionOk="0">
                  <a:moveTo>
                    <a:pt x="22" y="1"/>
                  </a:moveTo>
                  <a:cubicBezTo>
                    <a:pt x="17" y="1"/>
                    <a:pt x="17" y="8"/>
                    <a:pt x="17" y="8"/>
                  </a:cubicBezTo>
                  <a:cubicBezTo>
                    <a:pt x="1" y="8"/>
                    <a:pt x="17" y="24"/>
                    <a:pt x="17" y="24"/>
                  </a:cubicBezTo>
                  <a:cubicBezTo>
                    <a:pt x="49" y="44"/>
                    <a:pt x="86" y="77"/>
                    <a:pt x="102" y="109"/>
                  </a:cubicBezTo>
                  <a:cubicBezTo>
                    <a:pt x="102" y="125"/>
                    <a:pt x="118" y="125"/>
                    <a:pt x="118" y="145"/>
                  </a:cubicBezTo>
                  <a:cubicBezTo>
                    <a:pt x="267" y="363"/>
                    <a:pt x="405" y="582"/>
                    <a:pt x="554" y="800"/>
                  </a:cubicBezTo>
                  <a:cubicBezTo>
                    <a:pt x="974" y="1422"/>
                    <a:pt x="1415" y="2096"/>
                    <a:pt x="1851" y="2735"/>
                  </a:cubicBezTo>
                  <a:cubicBezTo>
                    <a:pt x="1903" y="2803"/>
                    <a:pt x="1920" y="2852"/>
                    <a:pt x="1920" y="2937"/>
                  </a:cubicBezTo>
                  <a:lnTo>
                    <a:pt x="1920" y="3728"/>
                  </a:lnTo>
                  <a:lnTo>
                    <a:pt x="1920" y="3745"/>
                  </a:lnTo>
                  <a:cubicBezTo>
                    <a:pt x="1920" y="3797"/>
                    <a:pt x="1920" y="3846"/>
                    <a:pt x="1867" y="3882"/>
                  </a:cubicBezTo>
                  <a:lnTo>
                    <a:pt x="1867" y="3898"/>
                  </a:lnTo>
                  <a:lnTo>
                    <a:pt x="1903" y="3898"/>
                  </a:lnTo>
                  <a:cubicBezTo>
                    <a:pt x="1936" y="3846"/>
                    <a:pt x="1936" y="3797"/>
                    <a:pt x="1936" y="3745"/>
                  </a:cubicBezTo>
                  <a:lnTo>
                    <a:pt x="1936" y="3728"/>
                  </a:lnTo>
                  <a:lnTo>
                    <a:pt x="1936" y="2937"/>
                  </a:lnTo>
                  <a:cubicBezTo>
                    <a:pt x="1936" y="2852"/>
                    <a:pt x="1920" y="2787"/>
                    <a:pt x="1867" y="2719"/>
                  </a:cubicBezTo>
                  <a:cubicBezTo>
                    <a:pt x="1431" y="2080"/>
                    <a:pt x="995" y="1422"/>
                    <a:pt x="570" y="784"/>
                  </a:cubicBezTo>
                  <a:cubicBezTo>
                    <a:pt x="421" y="565"/>
                    <a:pt x="288" y="347"/>
                    <a:pt x="134" y="125"/>
                  </a:cubicBezTo>
                  <a:cubicBezTo>
                    <a:pt x="134" y="125"/>
                    <a:pt x="134" y="109"/>
                    <a:pt x="118" y="93"/>
                  </a:cubicBezTo>
                  <a:cubicBezTo>
                    <a:pt x="102" y="60"/>
                    <a:pt x="65" y="24"/>
                    <a:pt x="33" y="8"/>
                  </a:cubicBezTo>
                  <a:cubicBezTo>
                    <a:pt x="28" y="3"/>
                    <a:pt x="24" y="1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0">
              <a:extLst>
                <a:ext uri="{FF2B5EF4-FFF2-40B4-BE49-F238E27FC236}">
                  <a16:creationId xmlns:a16="http://schemas.microsoft.com/office/drawing/2014/main" id="{3C02C9D2-9B5D-11A5-D170-026FA1CED3FA}"/>
                </a:ext>
              </a:extLst>
            </p:cNvPr>
            <p:cNvSpPr/>
            <p:nvPr/>
          </p:nvSpPr>
          <p:spPr>
            <a:xfrm>
              <a:off x="787973" y="345869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33" y="150"/>
                    <a:pt x="17" y="303"/>
                    <a:pt x="17" y="437"/>
                  </a:cubicBezTo>
                  <a:lnTo>
                    <a:pt x="17" y="675"/>
                  </a:lnTo>
                  <a:lnTo>
                    <a:pt x="17" y="808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8"/>
                  </a:lnTo>
                  <a:lnTo>
                    <a:pt x="49" y="675"/>
                  </a:lnTo>
                  <a:lnTo>
                    <a:pt x="49" y="437"/>
                  </a:lnTo>
                  <a:cubicBezTo>
                    <a:pt x="49" y="303"/>
                    <a:pt x="49" y="150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0">
              <a:extLst>
                <a:ext uri="{FF2B5EF4-FFF2-40B4-BE49-F238E27FC236}">
                  <a16:creationId xmlns:a16="http://schemas.microsoft.com/office/drawing/2014/main" id="{DA6EF8EF-D1FB-2A5F-1714-E9AB6D795F07}"/>
                </a:ext>
              </a:extLst>
            </p:cNvPr>
            <p:cNvSpPr/>
            <p:nvPr/>
          </p:nvSpPr>
          <p:spPr>
            <a:xfrm>
              <a:off x="1521886" y="2181570"/>
              <a:ext cx="195869" cy="337506"/>
            </a:xfrm>
            <a:custGeom>
              <a:avLst/>
              <a:gdLst/>
              <a:ahLst/>
              <a:cxnLst/>
              <a:rect l="l" t="t" r="r" b="b"/>
              <a:pathLst>
                <a:path w="1972" h="3398" extrusionOk="0">
                  <a:moveTo>
                    <a:pt x="53" y="0"/>
                  </a:moveTo>
                  <a:lnTo>
                    <a:pt x="32" y="16"/>
                  </a:lnTo>
                  <a:cubicBezTo>
                    <a:pt x="0" y="117"/>
                    <a:pt x="0" y="251"/>
                    <a:pt x="32" y="404"/>
                  </a:cubicBezTo>
                  <a:lnTo>
                    <a:pt x="32" y="570"/>
                  </a:lnTo>
                  <a:cubicBezTo>
                    <a:pt x="16" y="687"/>
                    <a:pt x="16" y="808"/>
                    <a:pt x="117" y="925"/>
                  </a:cubicBezTo>
                  <a:cubicBezTo>
                    <a:pt x="202" y="1026"/>
                    <a:pt x="287" y="1127"/>
                    <a:pt x="356" y="1244"/>
                  </a:cubicBezTo>
                  <a:cubicBezTo>
                    <a:pt x="388" y="1293"/>
                    <a:pt x="436" y="1345"/>
                    <a:pt x="473" y="1394"/>
                  </a:cubicBezTo>
                  <a:cubicBezTo>
                    <a:pt x="909" y="2000"/>
                    <a:pt x="1265" y="2505"/>
                    <a:pt x="1600" y="2977"/>
                  </a:cubicBezTo>
                  <a:cubicBezTo>
                    <a:pt x="1648" y="3030"/>
                    <a:pt x="1685" y="3078"/>
                    <a:pt x="1717" y="3131"/>
                  </a:cubicBezTo>
                  <a:cubicBezTo>
                    <a:pt x="1769" y="3195"/>
                    <a:pt x="1818" y="3264"/>
                    <a:pt x="1870" y="3333"/>
                  </a:cubicBezTo>
                  <a:cubicBezTo>
                    <a:pt x="1887" y="3365"/>
                    <a:pt x="1903" y="3397"/>
                    <a:pt x="1951" y="3397"/>
                  </a:cubicBezTo>
                  <a:cubicBezTo>
                    <a:pt x="1971" y="3397"/>
                    <a:pt x="1971" y="3381"/>
                    <a:pt x="1971" y="3381"/>
                  </a:cubicBezTo>
                  <a:cubicBezTo>
                    <a:pt x="1971" y="3365"/>
                    <a:pt x="1951" y="3365"/>
                    <a:pt x="1951" y="3365"/>
                  </a:cubicBezTo>
                  <a:cubicBezTo>
                    <a:pt x="1919" y="3365"/>
                    <a:pt x="1903" y="3349"/>
                    <a:pt x="1887" y="3313"/>
                  </a:cubicBezTo>
                  <a:cubicBezTo>
                    <a:pt x="1834" y="3248"/>
                    <a:pt x="1786" y="3179"/>
                    <a:pt x="1733" y="3111"/>
                  </a:cubicBezTo>
                  <a:cubicBezTo>
                    <a:pt x="1701" y="3062"/>
                    <a:pt x="1669" y="3010"/>
                    <a:pt x="1632" y="2961"/>
                  </a:cubicBezTo>
                  <a:cubicBezTo>
                    <a:pt x="1297" y="2489"/>
                    <a:pt x="925" y="1984"/>
                    <a:pt x="489" y="1394"/>
                  </a:cubicBezTo>
                  <a:cubicBezTo>
                    <a:pt x="457" y="1329"/>
                    <a:pt x="420" y="1277"/>
                    <a:pt x="372" y="1228"/>
                  </a:cubicBezTo>
                  <a:cubicBezTo>
                    <a:pt x="303" y="1111"/>
                    <a:pt x="218" y="1010"/>
                    <a:pt x="133" y="909"/>
                  </a:cubicBezTo>
                  <a:cubicBezTo>
                    <a:pt x="53" y="808"/>
                    <a:pt x="53" y="687"/>
                    <a:pt x="53" y="570"/>
                  </a:cubicBezTo>
                  <a:cubicBezTo>
                    <a:pt x="69" y="521"/>
                    <a:pt x="69" y="453"/>
                    <a:pt x="53" y="384"/>
                  </a:cubicBezTo>
                  <a:cubicBezTo>
                    <a:pt x="32" y="251"/>
                    <a:pt x="32" y="133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0">
              <a:extLst>
                <a:ext uri="{FF2B5EF4-FFF2-40B4-BE49-F238E27FC236}">
                  <a16:creationId xmlns:a16="http://schemas.microsoft.com/office/drawing/2014/main" id="{1CE06F62-78BA-8C62-9A34-35865AC5C0B0}"/>
                </a:ext>
              </a:extLst>
            </p:cNvPr>
            <p:cNvSpPr/>
            <p:nvPr/>
          </p:nvSpPr>
          <p:spPr>
            <a:xfrm>
              <a:off x="2083569" y="2671044"/>
              <a:ext cx="103596" cy="267681"/>
            </a:xfrm>
            <a:custGeom>
              <a:avLst/>
              <a:gdLst/>
              <a:ahLst/>
              <a:cxnLst/>
              <a:rect l="l" t="t" r="r" b="b"/>
              <a:pathLst>
                <a:path w="1043" h="2695" extrusionOk="0">
                  <a:moveTo>
                    <a:pt x="33" y="1"/>
                  </a:moveTo>
                  <a:cubicBezTo>
                    <a:pt x="1" y="21"/>
                    <a:pt x="1" y="69"/>
                    <a:pt x="1" y="102"/>
                  </a:cubicBezTo>
                  <a:lnTo>
                    <a:pt x="1" y="122"/>
                  </a:lnTo>
                  <a:lnTo>
                    <a:pt x="1" y="425"/>
                  </a:lnTo>
                  <a:lnTo>
                    <a:pt x="1" y="776"/>
                  </a:lnTo>
                  <a:cubicBezTo>
                    <a:pt x="1" y="845"/>
                    <a:pt x="17" y="909"/>
                    <a:pt x="53" y="962"/>
                  </a:cubicBezTo>
                  <a:cubicBezTo>
                    <a:pt x="154" y="1111"/>
                    <a:pt x="271" y="1281"/>
                    <a:pt x="372" y="1435"/>
                  </a:cubicBezTo>
                  <a:cubicBezTo>
                    <a:pt x="522" y="1685"/>
                    <a:pt x="691" y="1940"/>
                    <a:pt x="877" y="2190"/>
                  </a:cubicBezTo>
                  <a:cubicBezTo>
                    <a:pt x="978" y="2323"/>
                    <a:pt x="1011" y="2445"/>
                    <a:pt x="994" y="2594"/>
                  </a:cubicBezTo>
                  <a:cubicBezTo>
                    <a:pt x="994" y="2626"/>
                    <a:pt x="994" y="2663"/>
                    <a:pt x="978" y="2679"/>
                  </a:cubicBezTo>
                  <a:lnTo>
                    <a:pt x="978" y="2695"/>
                  </a:lnTo>
                  <a:lnTo>
                    <a:pt x="994" y="2695"/>
                  </a:lnTo>
                  <a:cubicBezTo>
                    <a:pt x="1027" y="2663"/>
                    <a:pt x="1027" y="2626"/>
                    <a:pt x="1027" y="2594"/>
                  </a:cubicBezTo>
                  <a:cubicBezTo>
                    <a:pt x="1043" y="2445"/>
                    <a:pt x="994" y="2307"/>
                    <a:pt x="893" y="2174"/>
                  </a:cubicBezTo>
                  <a:cubicBezTo>
                    <a:pt x="724" y="1919"/>
                    <a:pt x="558" y="1669"/>
                    <a:pt x="388" y="1414"/>
                  </a:cubicBezTo>
                  <a:cubicBezTo>
                    <a:pt x="287" y="1265"/>
                    <a:pt x="186" y="1095"/>
                    <a:pt x="69" y="946"/>
                  </a:cubicBezTo>
                  <a:cubicBezTo>
                    <a:pt x="33" y="893"/>
                    <a:pt x="17" y="845"/>
                    <a:pt x="33" y="776"/>
                  </a:cubicBezTo>
                  <a:lnTo>
                    <a:pt x="33" y="425"/>
                  </a:lnTo>
                  <a:lnTo>
                    <a:pt x="33" y="122"/>
                  </a:lnTo>
                  <a:lnTo>
                    <a:pt x="33" y="102"/>
                  </a:lnTo>
                  <a:cubicBezTo>
                    <a:pt x="17" y="69"/>
                    <a:pt x="17" y="37"/>
                    <a:pt x="53" y="21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0">
              <a:extLst>
                <a:ext uri="{FF2B5EF4-FFF2-40B4-BE49-F238E27FC236}">
                  <a16:creationId xmlns:a16="http://schemas.microsoft.com/office/drawing/2014/main" id="{9F9C6B74-5E3C-8823-6E34-F774E6562D53}"/>
                </a:ext>
              </a:extLst>
            </p:cNvPr>
            <p:cNvSpPr/>
            <p:nvPr/>
          </p:nvSpPr>
          <p:spPr>
            <a:xfrm>
              <a:off x="1765828" y="2368500"/>
              <a:ext cx="5264" cy="57112"/>
            </a:xfrm>
            <a:custGeom>
              <a:avLst/>
              <a:gdLst/>
              <a:ahLst/>
              <a:cxnLst/>
              <a:rect l="l" t="t" r="r" b="b"/>
              <a:pathLst>
                <a:path w="53" h="575" extrusionOk="0">
                  <a:moveTo>
                    <a:pt x="37" y="1"/>
                  </a:moveTo>
                  <a:cubicBezTo>
                    <a:pt x="37" y="1"/>
                    <a:pt x="20" y="1"/>
                    <a:pt x="20" y="17"/>
                  </a:cubicBezTo>
                  <a:cubicBezTo>
                    <a:pt x="0" y="118"/>
                    <a:pt x="0" y="239"/>
                    <a:pt x="20" y="356"/>
                  </a:cubicBezTo>
                  <a:lnTo>
                    <a:pt x="20" y="558"/>
                  </a:lnTo>
                  <a:cubicBezTo>
                    <a:pt x="0" y="558"/>
                    <a:pt x="20" y="574"/>
                    <a:pt x="20" y="574"/>
                  </a:cubicBezTo>
                  <a:cubicBezTo>
                    <a:pt x="37" y="574"/>
                    <a:pt x="37" y="558"/>
                    <a:pt x="37" y="558"/>
                  </a:cubicBezTo>
                  <a:lnTo>
                    <a:pt x="37" y="356"/>
                  </a:lnTo>
                  <a:cubicBezTo>
                    <a:pt x="37" y="239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0">
              <a:extLst>
                <a:ext uri="{FF2B5EF4-FFF2-40B4-BE49-F238E27FC236}">
                  <a16:creationId xmlns:a16="http://schemas.microsoft.com/office/drawing/2014/main" id="{A692B073-7C0A-C03C-09C3-A738D7AAE03D}"/>
                </a:ext>
              </a:extLst>
            </p:cNvPr>
            <p:cNvSpPr/>
            <p:nvPr/>
          </p:nvSpPr>
          <p:spPr>
            <a:xfrm>
              <a:off x="1287876" y="3119198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33" y="187"/>
                    <a:pt x="17" y="356"/>
                    <a:pt x="17" y="522"/>
                  </a:cubicBezTo>
                  <a:lnTo>
                    <a:pt x="17" y="538"/>
                  </a:lnTo>
                  <a:cubicBezTo>
                    <a:pt x="1" y="692"/>
                    <a:pt x="1" y="841"/>
                    <a:pt x="17" y="978"/>
                  </a:cubicBezTo>
                  <a:cubicBezTo>
                    <a:pt x="17" y="995"/>
                    <a:pt x="17" y="995"/>
                    <a:pt x="33" y="995"/>
                  </a:cubicBezTo>
                  <a:lnTo>
                    <a:pt x="33" y="978"/>
                  </a:lnTo>
                  <a:cubicBezTo>
                    <a:pt x="17" y="841"/>
                    <a:pt x="33" y="692"/>
                    <a:pt x="33" y="558"/>
                  </a:cubicBezTo>
                  <a:lnTo>
                    <a:pt x="33" y="522"/>
                  </a:lnTo>
                  <a:cubicBezTo>
                    <a:pt x="49" y="356"/>
                    <a:pt x="49" y="187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0">
              <a:extLst>
                <a:ext uri="{FF2B5EF4-FFF2-40B4-BE49-F238E27FC236}">
                  <a16:creationId xmlns:a16="http://schemas.microsoft.com/office/drawing/2014/main" id="{BA2DFA0D-B032-9816-2BA6-E79E8D430419}"/>
                </a:ext>
              </a:extLst>
            </p:cNvPr>
            <p:cNvSpPr/>
            <p:nvPr/>
          </p:nvSpPr>
          <p:spPr>
            <a:xfrm>
              <a:off x="1419978" y="1028010"/>
              <a:ext cx="767186" cy="1407634"/>
            </a:xfrm>
            <a:custGeom>
              <a:avLst/>
              <a:gdLst/>
              <a:ahLst/>
              <a:cxnLst/>
              <a:rect l="l" t="t" r="r" b="b"/>
              <a:pathLst>
                <a:path w="7724" h="14172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117"/>
                    <a:pt x="150" y="234"/>
                    <a:pt x="202" y="351"/>
                  </a:cubicBezTo>
                  <a:cubicBezTo>
                    <a:pt x="234" y="384"/>
                    <a:pt x="251" y="436"/>
                    <a:pt x="271" y="485"/>
                  </a:cubicBezTo>
                  <a:cubicBezTo>
                    <a:pt x="723" y="1277"/>
                    <a:pt x="1159" y="2085"/>
                    <a:pt x="1600" y="2876"/>
                  </a:cubicBezTo>
                  <a:lnTo>
                    <a:pt x="1802" y="3248"/>
                  </a:lnTo>
                  <a:cubicBezTo>
                    <a:pt x="1967" y="3551"/>
                    <a:pt x="2137" y="3870"/>
                    <a:pt x="2307" y="4173"/>
                  </a:cubicBezTo>
                  <a:cubicBezTo>
                    <a:pt x="2509" y="4524"/>
                    <a:pt x="2711" y="4896"/>
                    <a:pt x="2896" y="5252"/>
                  </a:cubicBezTo>
                  <a:cubicBezTo>
                    <a:pt x="3078" y="5555"/>
                    <a:pt x="3248" y="5874"/>
                    <a:pt x="3418" y="6177"/>
                  </a:cubicBezTo>
                  <a:cubicBezTo>
                    <a:pt x="3603" y="6512"/>
                    <a:pt x="3805" y="6867"/>
                    <a:pt x="3987" y="7219"/>
                  </a:cubicBezTo>
                  <a:cubicBezTo>
                    <a:pt x="4141" y="7490"/>
                    <a:pt x="4290" y="7756"/>
                    <a:pt x="4428" y="8011"/>
                  </a:cubicBezTo>
                  <a:cubicBezTo>
                    <a:pt x="4593" y="8314"/>
                    <a:pt x="4763" y="8633"/>
                    <a:pt x="4932" y="8936"/>
                  </a:cubicBezTo>
                  <a:cubicBezTo>
                    <a:pt x="5050" y="9170"/>
                    <a:pt x="5183" y="9408"/>
                    <a:pt x="5320" y="9627"/>
                  </a:cubicBezTo>
                  <a:cubicBezTo>
                    <a:pt x="5502" y="9962"/>
                    <a:pt x="5704" y="10317"/>
                    <a:pt x="5890" y="10669"/>
                  </a:cubicBezTo>
                  <a:cubicBezTo>
                    <a:pt x="6092" y="11040"/>
                    <a:pt x="6294" y="11412"/>
                    <a:pt x="6496" y="11764"/>
                  </a:cubicBezTo>
                  <a:cubicBezTo>
                    <a:pt x="6649" y="12050"/>
                    <a:pt x="6815" y="12353"/>
                    <a:pt x="6985" y="12656"/>
                  </a:cubicBezTo>
                  <a:lnTo>
                    <a:pt x="7053" y="12790"/>
                  </a:lnTo>
                  <a:cubicBezTo>
                    <a:pt x="7239" y="13145"/>
                    <a:pt x="7441" y="13497"/>
                    <a:pt x="7623" y="13836"/>
                  </a:cubicBezTo>
                  <a:cubicBezTo>
                    <a:pt x="7692" y="13937"/>
                    <a:pt x="7692" y="14038"/>
                    <a:pt x="7659" y="14155"/>
                  </a:cubicBezTo>
                  <a:lnTo>
                    <a:pt x="7659" y="14171"/>
                  </a:lnTo>
                  <a:lnTo>
                    <a:pt x="7675" y="14171"/>
                  </a:lnTo>
                  <a:cubicBezTo>
                    <a:pt x="7724" y="14038"/>
                    <a:pt x="7708" y="13937"/>
                    <a:pt x="7659" y="13816"/>
                  </a:cubicBezTo>
                  <a:cubicBezTo>
                    <a:pt x="7457" y="13480"/>
                    <a:pt x="7271" y="13129"/>
                    <a:pt x="7086" y="12773"/>
                  </a:cubicBezTo>
                  <a:lnTo>
                    <a:pt x="7001" y="12640"/>
                  </a:lnTo>
                  <a:cubicBezTo>
                    <a:pt x="6851" y="12337"/>
                    <a:pt x="6682" y="12050"/>
                    <a:pt x="6512" y="11747"/>
                  </a:cubicBezTo>
                  <a:cubicBezTo>
                    <a:pt x="6330" y="11392"/>
                    <a:pt x="6108" y="11024"/>
                    <a:pt x="5926" y="10653"/>
                  </a:cubicBezTo>
                  <a:cubicBezTo>
                    <a:pt x="5740" y="10301"/>
                    <a:pt x="5538" y="9946"/>
                    <a:pt x="5336" y="9610"/>
                  </a:cubicBezTo>
                  <a:cubicBezTo>
                    <a:pt x="5219" y="9392"/>
                    <a:pt x="5082" y="9154"/>
                    <a:pt x="4949" y="8920"/>
                  </a:cubicBezTo>
                  <a:cubicBezTo>
                    <a:pt x="4779" y="8617"/>
                    <a:pt x="4613" y="8298"/>
                    <a:pt x="4444" y="7995"/>
                  </a:cubicBezTo>
                  <a:cubicBezTo>
                    <a:pt x="4310" y="7740"/>
                    <a:pt x="4157" y="7473"/>
                    <a:pt x="4024" y="7203"/>
                  </a:cubicBezTo>
                  <a:cubicBezTo>
                    <a:pt x="3822" y="6867"/>
                    <a:pt x="3636" y="6512"/>
                    <a:pt x="3434" y="6161"/>
                  </a:cubicBezTo>
                  <a:cubicBezTo>
                    <a:pt x="3264" y="5858"/>
                    <a:pt x="3098" y="5555"/>
                    <a:pt x="2929" y="5231"/>
                  </a:cubicBezTo>
                  <a:cubicBezTo>
                    <a:pt x="2727" y="4880"/>
                    <a:pt x="2525" y="4508"/>
                    <a:pt x="2339" y="4157"/>
                  </a:cubicBezTo>
                  <a:cubicBezTo>
                    <a:pt x="2169" y="3854"/>
                    <a:pt x="2004" y="3551"/>
                    <a:pt x="1834" y="3232"/>
                  </a:cubicBezTo>
                  <a:lnTo>
                    <a:pt x="1616" y="2860"/>
                  </a:lnTo>
                  <a:cubicBezTo>
                    <a:pt x="1196" y="2068"/>
                    <a:pt x="739" y="1260"/>
                    <a:pt x="303" y="469"/>
                  </a:cubicBezTo>
                  <a:cubicBezTo>
                    <a:pt x="271" y="420"/>
                    <a:pt x="251" y="368"/>
                    <a:pt x="234" y="335"/>
                  </a:cubicBezTo>
                  <a:cubicBezTo>
                    <a:pt x="170" y="218"/>
                    <a:pt x="117" y="101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0">
              <a:extLst>
                <a:ext uri="{FF2B5EF4-FFF2-40B4-BE49-F238E27FC236}">
                  <a16:creationId xmlns:a16="http://schemas.microsoft.com/office/drawing/2014/main" id="{35171DFA-3E68-34EF-A50A-09CBD5A952FB}"/>
                </a:ext>
              </a:extLst>
            </p:cNvPr>
            <p:cNvSpPr/>
            <p:nvPr/>
          </p:nvSpPr>
          <p:spPr>
            <a:xfrm>
              <a:off x="1645446" y="1846944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21" y="0"/>
                  </a:moveTo>
                  <a:lnTo>
                    <a:pt x="0" y="16"/>
                  </a:lnTo>
                  <a:lnTo>
                    <a:pt x="0" y="541"/>
                  </a:lnTo>
                  <a:lnTo>
                    <a:pt x="21" y="557"/>
                  </a:lnTo>
                  <a:lnTo>
                    <a:pt x="37" y="541"/>
                  </a:lnTo>
                  <a:lnTo>
                    <a:pt x="37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0">
              <a:extLst>
                <a:ext uri="{FF2B5EF4-FFF2-40B4-BE49-F238E27FC236}">
                  <a16:creationId xmlns:a16="http://schemas.microsoft.com/office/drawing/2014/main" id="{ADBD7FB1-1B2A-E57D-A73E-EA073FADA8B3}"/>
                </a:ext>
              </a:extLst>
            </p:cNvPr>
            <p:cNvSpPr/>
            <p:nvPr/>
          </p:nvSpPr>
          <p:spPr>
            <a:xfrm>
              <a:off x="941629" y="1557611"/>
              <a:ext cx="5364" cy="70322"/>
            </a:xfrm>
            <a:custGeom>
              <a:avLst/>
              <a:gdLst/>
              <a:ahLst/>
              <a:cxnLst/>
              <a:rect l="l" t="t" r="r" b="b"/>
              <a:pathLst>
                <a:path w="54" h="708" extrusionOk="0">
                  <a:moveTo>
                    <a:pt x="17" y="0"/>
                  </a:moveTo>
                  <a:lnTo>
                    <a:pt x="17" y="21"/>
                  </a:lnTo>
                  <a:lnTo>
                    <a:pt x="17" y="271"/>
                  </a:lnTo>
                  <a:cubicBezTo>
                    <a:pt x="17" y="404"/>
                    <a:pt x="1" y="558"/>
                    <a:pt x="17" y="691"/>
                  </a:cubicBezTo>
                  <a:lnTo>
                    <a:pt x="37" y="707"/>
                  </a:lnTo>
                  <a:cubicBezTo>
                    <a:pt x="53" y="707"/>
                    <a:pt x="53" y="691"/>
                    <a:pt x="53" y="691"/>
                  </a:cubicBezTo>
                  <a:cubicBezTo>
                    <a:pt x="37" y="558"/>
                    <a:pt x="37" y="404"/>
                    <a:pt x="37" y="271"/>
                  </a:cubicBezTo>
                  <a:lnTo>
                    <a:pt x="37" y="21"/>
                  </a:lnTo>
                  <a:cubicBezTo>
                    <a:pt x="37" y="0"/>
                    <a:pt x="3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0">
              <a:extLst>
                <a:ext uri="{FF2B5EF4-FFF2-40B4-BE49-F238E27FC236}">
                  <a16:creationId xmlns:a16="http://schemas.microsoft.com/office/drawing/2014/main" id="{004E8262-EB3A-00D4-1315-5CFF7FA48698}"/>
                </a:ext>
              </a:extLst>
            </p:cNvPr>
            <p:cNvSpPr/>
            <p:nvPr/>
          </p:nvSpPr>
          <p:spPr>
            <a:xfrm>
              <a:off x="1416701" y="2650980"/>
              <a:ext cx="80354" cy="83930"/>
            </a:xfrm>
            <a:custGeom>
              <a:avLst/>
              <a:gdLst/>
              <a:ahLst/>
              <a:cxnLst/>
              <a:rect l="l" t="t" r="r" b="b"/>
              <a:pathLst>
                <a:path w="809" h="845" extrusionOk="0">
                  <a:moveTo>
                    <a:pt x="17" y="1"/>
                  </a:moveTo>
                  <a:cubicBezTo>
                    <a:pt x="1" y="1"/>
                    <a:pt x="1" y="21"/>
                    <a:pt x="1" y="21"/>
                  </a:cubicBezTo>
                  <a:cubicBezTo>
                    <a:pt x="1" y="37"/>
                    <a:pt x="1" y="37"/>
                    <a:pt x="17" y="37"/>
                  </a:cubicBezTo>
                  <a:cubicBezTo>
                    <a:pt x="65" y="37"/>
                    <a:pt x="82" y="69"/>
                    <a:pt x="118" y="102"/>
                  </a:cubicBezTo>
                  <a:cubicBezTo>
                    <a:pt x="183" y="186"/>
                    <a:pt x="267" y="287"/>
                    <a:pt x="352" y="372"/>
                  </a:cubicBezTo>
                  <a:cubicBezTo>
                    <a:pt x="453" y="489"/>
                    <a:pt x="554" y="606"/>
                    <a:pt x="639" y="728"/>
                  </a:cubicBezTo>
                  <a:cubicBezTo>
                    <a:pt x="671" y="776"/>
                    <a:pt x="708" y="829"/>
                    <a:pt x="788" y="845"/>
                  </a:cubicBezTo>
                  <a:cubicBezTo>
                    <a:pt x="788" y="845"/>
                    <a:pt x="809" y="845"/>
                    <a:pt x="809" y="829"/>
                  </a:cubicBezTo>
                  <a:cubicBezTo>
                    <a:pt x="809" y="829"/>
                    <a:pt x="788" y="829"/>
                    <a:pt x="788" y="808"/>
                  </a:cubicBezTo>
                  <a:cubicBezTo>
                    <a:pt x="724" y="808"/>
                    <a:pt x="687" y="760"/>
                    <a:pt x="655" y="707"/>
                  </a:cubicBezTo>
                  <a:cubicBezTo>
                    <a:pt x="570" y="590"/>
                    <a:pt x="469" y="473"/>
                    <a:pt x="368" y="356"/>
                  </a:cubicBezTo>
                  <a:cubicBezTo>
                    <a:pt x="284" y="271"/>
                    <a:pt x="203" y="170"/>
                    <a:pt x="134" y="85"/>
                  </a:cubicBezTo>
                  <a:cubicBezTo>
                    <a:pt x="102" y="5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0">
              <a:extLst>
                <a:ext uri="{FF2B5EF4-FFF2-40B4-BE49-F238E27FC236}">
                  <a16:creationId xmlns:a16="http://schemas.microsoft.com/office/drawing/2014/main" id="{52BBD57B-E17E-2875-B3D1-642F7CB2CA21}"/>
                </a:ext>
              </a:extLst>
            </p:cNvPr>
            <p:cNvSpPr/>
            <p:nvPr/>
          </p:nvSpPr>
          <p:spPr>
            <a:xfrm>
              <a:off x="980167" y="3064272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33" y="81"/>
                    <a:pt x="17" y="166"/>
                    <a:pt x="17" y="251"/>
                  </a:cubicBezTo>
                  <a:cubicBezTo>
                    <a:pt x="1" y="303"/>
                    <a:pt x="1" y="352"/>
                    <a:pt x="1" y="421"/>
                  </a:cubicBezTo>
                  <a:lnTo>
                    <a:pt x="1" y="606"/>
                  </a:lnTo>
                  <a:cubicBezTo>
                    <a:pt x="1" y="707"/>
                    <a:pt x="1" y="808"/>
                    <a:pt x="17" y="909"/>
                  </a:cubicBezTo>
                  <a:cubicBezTo>
                    <a:pt x="17" y="925"/>
                    <a:pt x="17" y="925"/>
                    <a:pt x="33" y="925"/>
                  </a:cubicBezTo>
                  <a:cubicBezTo>
                    <a:pt x="33" y="925"/>
                    <a:pt x="53" y="925"/>
                    <a:pt x="53" y="909"/>
                  </a:cubicBezTo>
                  <a:cubicBezTo>
                    <a:pt x="17" y="808"/>
                    <a:pt x="33" y="707"/>
                    <a:pt x="33" y="606"/>
                  </a:cubicBezTo>
                  <a:lnTo>
                    <a:pt x="33" y="421"/>
                  </a:lnTo>
                  <a:lnTo>
                    <a:pt x="33" y="251"/>
                  </a:lnTo>
                  <a:cubicBezTo>
                    <a:pt x="53" y="166"/>
                    <a:pt x="53" y="81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0">
              <a:extLst>
                <a:ext uri="{FF2B5EF4-FFF2-40B4-BE49-F238E27FC236}">
                  <a16:creationId xmlns:a16="http://schemas.microsoft.com/office/drawing/2014/main" id="{D808CCE7-93FD-6DD6-273D-596AF8330464}"/>
                </a:ext>
              </a:extLst>
            </p:cNvPr>
            <p:cNvSpPr/>
            <p:nvPr/>
          </p:nvSpPr>
          <p:spPr>
            <a:xfrm>
              <a:off x="1739308" y="2438723"/>
              <a:ext cx="169051" cy="356378"/>
            </a:xfrm>
            <a:custGeom>
              <a:avLst/>
              <a:gdLst/>
              <a:ahLst/>
              <a:cxnLst/>
              <a:rect l="l" t="t" r="r" b="b"/>
              <a:pathLst>
                <a:path w="1702" h="358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18"/>
                    <a:pt x="65" y="203"/>
                    <a:pt x="134" y="287"/>
                  </a:cubicBezTo>
                  <a:cubicBezTo>
                    <a:pt x="134" y="287"/>
                    <a:pt x="150" y="304"/>
                    <a:pt x="150" y="320"/>
                  </a:cubicBezTo>
                  <a:cubicBezTo>
                    <a:pt x="554" y="861"/>
                    <a:pt x="926" y="1414"/>
                    <a:pt x="1277" y="1919"/>
                  </a:cubicBezTo>
                  <a:cubicBezTo>
                    <a:pt x="1314" y="1988"/>
                    <a:pt x="1362" y="2037"/>
                    <a:pt x="1415" y="2089"/>
                  </a:cubicBezTo>
                  <a:cubicBezTo>
                    <a:pt x="1516" y="2222"/>
                    <a:pt x="1616" y="2360"/>
                    <a:pt x="1649" y="2525"/>
                  </a:cubicBezTo>
                  <a:cubicBezTo>
                    <a:pt x="1665" y="2663"/>
                    <a:pt x="1665" y="2812"/>
                    <a:pt x="1665" y="2945"/>
                  </a:cubicBezTo>
                  <a:cubicBezTo>
                    <a:pt x="1665" y="3014"/>
                    <a:pt x="1649" y="3083"/>
                    <a:pt x="1649" y="3147"/>
                  </a:cubicBezTo>
                  <a:cubicBezTo>
                    <a:pt x="1649" y="3168"/>
                    <a:pt x="1649" y="3184"/>
                    <a:pt x="1665" y="3200"/>
                  </a:cubicBezTo>
                  <a:cubicBezTo>
                    <a:pt x="1665" y="3232"/>
                    <a:pt x="1665" y="3269"/>
                    <a:pt x="1649" y="3285"/>
                  </a:cubicBezTo>
                  <a:cubicBezTo>
                    <a:pt x="1616" y="3370"/>
                    <a:pt x="1633" y="3434"/>
                    <a:pt x="1649" y="3519"/>
                  </a:cubicBezTo>
                  <a:cubicBezTo>
                    <a:pt x="1665" y="3535"/>
                    <a:pt x="1665" y="3551"/>
                    <a:pt x="1665" y="3572"/>
                  </a:cubicBezTo>
                  <a:cubicBezTo>
                    <a:pt x="1665" y="3588"/>
                    <a:pt x="1681" y="3588"/>
                    <a:pt x="1681" y="3588"/>
                  </a:cubicBezTo>
                  <a:cubicBezTo>
                    <a:pt x="1701" y="3588"/>
                    <a:pt x="1701" y="3588"/>
                    <a:pt x="1701" y="3572"/>
                  </a:cubicBezTo>
                  <a:cubicBezTo>
                    <a:pt x="1681" y="3551"/>
                    <a:pt x="1681" y="3519"/>
                    <a:pt x="1681" y="3503"/>
                  </a:cubicBezTo>
                  <a:cubicBezTo>
                    <a:pt x="1665" y="3434"/>
                    <a:pt x="1649" y="3370"/>
                    <a:pt x="1681" y="3301"/>
                  </a:cubicBezTo>
                  <a:cubicBezTo>
                    <a:pt x="1701" y="3269"/>
                    <a:pt x="1681" y="3232"/>
                    <a:pt x="1681" y="3184"/>
                  </a:cubicBezTo>
                  <a:lnTo>
                    <a:pt x="1681" y="3147"/>
                  </a:lnTo>
                  <a:lnTo>
                    <a:pt x="1681" y="2945"/>
                  </a:lnTo>
                  <a:cubicBezTo>
                    <a:pt x="1701" y="2812"/>
                    <a:pt x="1701" y="2663"/>
                    <a:pt x="1681" y="2525"/>
                  </a:cubicBezTo>
                  <a:cubicBezTo>
                    <a:pt x="1649" y="2340"/>
                    <a:pt x="1532" y="2206"/>
                    <a:pt x="1431" y="2073"/>
                  </a:cubicBezTo>
                  <a:cubicBezTo>
                    <a:pt x="1378" y="2020"/>
                    <a:pt x="1330" y="1972"/>
                    <a:pt x="1297" y="1903"/>
                  </a:cubicBezTo>
                  <a:cubicBezTo>
                    <a:pt x="958" y="1398"/>
                    <a:pt x="570" y="861"/>
                    <a:pt x="166" y="304"/>
                  </a:cubicBezTo>
                  <a:cubicBezTo>
                    <a:pt x="166" y="287"/>
                    <a:pt x="166" y="271"/>
                    <a:pt x="150" y="271"/>
                  </a:cubicBezTo>
                  <a:cubicBezTo>
                    <a:pt x="85" y="186"/>
                    <a:pt x="33" y="102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0">
              <a:extLst>
                <a:ext uri="{FF2B5EF4-FFF2-40B4-BE49-F238E27FC236}">
                  <a16:creationId xmlns:a16="http://schemas.microsoft.com/office/drawing/2014/main" id="{4EA45D34-A104-419B-101F-B0DD48154F76}"/>
                </a:ext>
              </a:extLst>
            </p:cNvPr>
            <p:cNvSpPr/>
            <p:nvPr/>
          </p:nvSpPr>
          <p:spPr>
            <a:xfrm>
              <a:off x="1291154" y="2428691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0"/>
                    <a:pt x="16" y="340"/>
                    <a:pt x="0" y="489"/>
                  </a:cubicBezTo>
                  <a:lnTo>
                    <a:pt x="0" y="542"/>
                  </a:lnTo>
                  <a:lnTo>
                    <a:pt x="0" y="861"/>
                  </a:lnTo>
                  <a:lnTo>
                    <a:pt x="33" y="861"/>
                  </a:lnTo>
                  <a:cubicBezTo>
                    <a:pt x="16" y="760"/>
                    <a:pt x="16" y="659"/>
                    <a:pt x="33" y="542"/>
                  </a:cubicBezTo>
                  <a:lnTo>
                    <a:pt x="33" y="489"/>
                  </a:lnTo>
                  <a:cubicBezTo>
                    <a:pt x="33" y="340"/>
                    <a:pt x="53" y="170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0">
              <a:extLst>
                <a:ext uri="{FF2B5EF4-FFF2-40B4-BE49-F238E27FC236}">
                  <a16:creationId xmlns:a16="http://schemas.microsoft.com/office/drawing/2014/main" id="{B5E135B8-54D1-8B11-3E17-DCAA4EA7F393}"/>
                </a:ext>
              </a:extLst>
            </p:cNvPr>
            <p:cNvSpPr/>
            <p:nvPr/>
          </p:nvSpPr>
          <p:spPr>
            <a:xfrm>
              <a:off x="1841216" y="2319930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cubicBezTo>
                    <a:pt x="1" y="102"/>
                    <a:pt x="1" y="203"/>
                    <a:pt x="1" y="304"/>
                  </a:cubicBezTo>
                  <a:cubicBezTo>
                    <a:pt x="17" y="372"/>
                    <a:pt x="17" y="425"/>
                    <a:pt x="1" y="490"/>
                  </a:cubicBezTo>
                  <a:cubicBezTo>
                    <a:pt x="1" y="506"/>
                    <a:pt x="1" y="526"/>
                    <a:pt x="17" y="542"/>
                  </a:cubicBezTo>
                  <a:cubicBezTo>
                    <a:pt x="17" y="574"/>
                    <a:pt x="17" y="607"/>
                    <a:pt x="1" y="627"/>
                  </a:cubicBezTo>
                  <a:lnTo>
                    <a:pt x="1" y="643"/>
                  </a:lnTo>
                  <a:lnTo>
                    <a:pt x="1" y="659"/>
                  </a:lnTo>
                  <a:lnTo>
                    <a:pt x="17" y="643"/>
                  </a:lnTo>
                  <a:cubicBezTo>
                    <a:pt x="33" y="607"/>
                    <a:pt x="33" y="574"/>
                    <a:pt x="33" y="542"/>
                  </a:cubicBezTo>
                  <a:lnTo>
                    <a:pt x="33" y="490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0">
              <a:extLst>
                <a:ext uri="{FF2B5EF4-FFF2-40B4-BE49-F238E27FC236}">
                  <a16:creationId xmlns:a16="http://schemas.microsoft.com/office/drawing/2014/main" id="{4A126451-2AC8-CA84-75D4-5E33A8B6B2A9}"/>
                </a:ext>
              </a:extLst>
            </p:cNvPr>
            <p:cNvSpPr/>
            <p:nvPr/>
          </p:nvSpPr>
          <p:spPr>
            <a:xfrm>
              <a:off x="704540" y="2697961"/>
              <a:ext cx="1689" cy="70322"/>
            </a:xfrm>
            <a:custGeom>
              <a:avLst/>
              <a:gdLst/>
              <a:ahLst/>
              <a:cxnLst/>
              <a:rect l="l" t="t" r="r" b="b"/>
              <a:pathLst>
                <a:path w="17" h="70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691"/>
                  </a:lnTo>
                  <a:cubicBezTo>
                    <a:pt x="0" y="707"/>
                    <a:pt x="0" y="707"/>
                    <a:pt x="16" y="707"/>
                  </a:cubicBezTo>
                  <a:lnTo>
                    <a:pt x="16" y="691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0">
              <a:extLst>
                <a:ext uri="{FF2B5EF4-FFF2-40B4-BE49-F238E27FC236}">
                  <a16:creationId xmlns:a16="http://schemas.microsoft.com/office/drawing/2014/main" id="{945289D8-D160-855D-64B1-D6672A2EF9CD}"/>
                </a:ext>
              </a:extLst>
            </p:cNvPr>
            <p:cNvSpPr/>
            <p:nvPr/>
          </p:nvSpPr>
          <p:spPr>
            <a:xfrm>
              <a:off x="1035591" y="3545799"/>
              <a:ext cx="4867" cy="98332"/>
            </a:xfrm>
            <a:custGeom>
              <a:avLst/>
              <a:gdLst/>
              <a:ahLst/>
              <a:cxnLst/>
              <a:rect l="l" t="t" r="r" b="b"/>
              <a:pathLst>
                <a:path w="49" h="990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32" y="234"/>
                    <a:pt x="16" y="469"/>
                    <a:pt x="16" y="687"/>
                  </a:cubicBezTo>
                  <a:cubicBezTo>
                    <a:pt x="0" y="723"/>
                    <a:pt x="16" y="772"/>
                    <a:pt x="16" y="824"/>
                  </a:cubicBezTo>
                  <a:lnTo>
                    <a:pt x="16" y="974"/>
                  </a:lnTo>
                  <a:cubicBezTo>
                    <a:pt x="16" y="990"/>
                    <a:pt x="16" y="990"/>
                    <a:pt x="32" y="990"/>
                  </a:cubicBezTo>
                  <a:cubicBezTo>
                    <a:pt x="49" y="925"/>
                    <a:pt x="49" y="873"/>
                    <a:pt x="32" y="824"/>
                  </a:cubicBezTo>
                  <a:lnTo>
                    <a:pt x="32" y="687"/>
                  </a:lnTo>
                  <a:cubicBezTo>
                    <a:pt x="49" y="469"/>
                    <a:pt x="49" y="234"/>
                    <a:pt x="32" y="16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0">
              <a:extLst>
                <a:ext uri="{FF2B5EF4-FFF2-40B4-BE49-F238E27FC236}">
                  <a16:creationId xmlns:a16="http://schemas.microsoft.com/office/drawing/2014/main" id="{7E4B288C-F4B9-DC20-B1E1-C458B8E8A3F6}"/>
                </a:ext>
              </a:extLst>
            </p:cNvPr>
            <p:cNvSpPr/>
            <p:nvPr/>
          </p:nvSpPr>
          <p:spPr>
            <a:xfrm>
              <a:off x="1765828" y="2838407"/>
              <a:ext cx="5264" cy="53437"/>
            </a:xfrm>
            <a:custGeom>
              <a:avLst/>
              <a:gdLst/>
              <a:ahLst/>
              <a:cxnLst/>
              <a:rect l="l" t="t" r="r" b="b"/>
              <a:pathLst>
                <a:path w="53" h="538" extrusionOk="0">
                  <a:moveTo>
                    <a:pt x="20" y="0"/>
                  </a:moveTo>
                  <a:cubicBezTo>
                    <a:pt x="0" y="101"/>
                    <a:pt x="0" y="186"/>
                    <a:pt x="20" y="271"/>
                  </a:cubicBezTo>
                  <a:cubicBezTo>
                    <a:pt x="20" y="356"/>
                    <a:pt x="20" y="436"/>
                    <a:pt x="0" y="521"/>
                  </a:cubicBezTo>
                  <a:lnTo>
                    <a:pt x="0" y="537"/>
                  </a:lnTo>
                  <a:lnTo>
                    <a:pt x="20" y="537"/>
                  </a:lnTo>
                  <a:lnTo>
                    <a:pt x="20" y="521"/>
                  </a:lnTo>
                  <a:cubicBezTo>
                    <a:pt x="37" y="436"/>
                    <a:pt x="37" y="356"/>
                    <a:pt x="37" y="271"/>
                  </a:cubicBezTo>
                  <a:cubicBezTo>
                    <a:pt x="37" y="186"/>
                    <a:pt x="37" y="101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0">
              <a:extLst>
                <a:ext uri="{FF2B5EF4-FFF2-40B4-BE49-F238E27FC236}">
                  <a16:creationId xmlns:a16="http://schemas.microsoft.com/office/drawing/2014/main" id="{6F5C574E-F41B-3C70-A3E9-CA400CE7831A}"/>
                </a:ext>
              </a:extLst>
            </p:cNvPr>
            <p:cNvSpPr/>
            <p:nvPr/>
          </p:nvSpPr>
          <p:spPr>
            <a:xfrm>
              <a:off x="1381440" y="2560694"/>
              <a:ext cx="5264" cy="92372"/>
            </a:xfrm>
            <a:custGeom>
              <a:avLst/>
              <a:gdLst/>
              <a:ahLst/>
              <a:cxnLst/>
              <a:rect l="l" t="t" r="r" b="b"/>
              <a:pathLst>
                <a:path w="53" h="930" extrusionOk="0">
                  <a:moveTo>
                    <a:pt x="16" y="1"/>
                  </a:moveTo>
                  <a:cubicBezTo>
                    <a:pt x="0" y="1"/>
                    <a:pt x="0" y="1"/>
                    <a:pt x="0" y="21"/>
                  </a:cubicBezTo>
                  <a:cubicBezTo>
                    <a:pt x="16" y="138"/>
                    <a:pt x="16" y="271"/>
                    <a:pt x="16" y="388"/>
                  </a:cubicBezTo>
                  <a:lnTo>
                    <a:pt x="16" y="607"/>
                  </a:lnTo>
                  <a:lnTo>
                    <a:pt x="16" y="809"/>
                  </a:lnTo>
                  <a:lnTo>
                    <a:pt x="16" y="910"/>
                  </a:lnTo>
                  <a:cubicBezTo>
                    <a:pt x="16" y="930"/>
                    <a:pt x="16" y="930"/>
                    <a:pt x="33" y="930"/>
                  </a:cubicBezTo>
                  <a:cubicBezTo>
                    <a:pt x="33" y="930"/>
                    <a:pt x="53" y="930"/>
                    <a:pt x="53" y="910"/>
                  </a:cubicBezTo>
                  <a:lnTo>
                    <a:pt x="53" y="829"/>
                  </a:lnTo>
                  <a:cubicBezTo>
                    <a:pt x="53" y="744"/>
                    <a:pt x="53" y="675"/>
                    <a:pt x="33" y="607"/>
                  </a:cubicBezTo>
                  <a:cubicBezTo>
                    <a:pt x="33" y="542"/>
                    <a:pt x="33" y="457"/>
                    <a:pt x="53" y="388"/>
                  </a:cubicBezTo>
                  <a:cubicBezTo>
                    <a:pt x="53" y="271"/>
                    <a:pt x="53" y="13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0">
              <a:extLst>
                <a:ext uri="{FF2B5EF4-FFF2-40B4-BE49-F238E27FC236}">
                  <a16:creationId xmlns:a16="http://schemas.microsoft.com/office/drawing/2014/main" id="{1919B743-D71C-3DA8-24B5-D729A3DF10EC}"/>
                </a:ext>
              </a:extLst>
            </p:cNvPr>
            <p:cNvSpPr/>
            <p:nvPr/>
          </p:nvSpPr>
          <p:spPr>
            <a:xfrm>
              <a:off x="1735732" y="3216338"/>
              <a:ext cx="172627" cy="284169"/>
            </a:xfrm>
            <a:custGeom>
              <a:avLst/>
              <a:gdLst/>
              <a:ahLst/>
              <a:cxnLst/>
              <a:rect l="l" t="t" r="r" b="b"/>
              <a:pathLst>
                <a:path w="1738" h="2861" extrusionOk="0">
                  <a:moveTo>
                    <a:pt x="20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0" y="101"/>
                    <a:pt x="53" y="150"/>
                    <a:pt x="101" y="202"/>
                  </a:cubicBezTo>
                  <a:cubicBezTo>
                    <a:pt x="121" y="219"/>
                    <a:pt x="138" y="235"/>
                    <a:pt x="154" y="235"/>
                  </a:cubicBezTo>
                  <a:cubicBezTo>
                    <a:pt x="222" y="320"/>
                    <a:pt x="303" y="388"/>
                    <a:pt x="372" y="469"/>
                  </a:cubicBezTo>
                  <a:cubicBezTo>
                    <a:pt x="675" y="792"/>
                    <a:pt x="994" y="1127"/>
                    <a:pt x="1297" y="1479"/>
                  </a:cubicBezTo>
                  <a:cubicBezTo>
                    <a:pt x="1333" y="1515"/>
                    <a:pt x="1382" y="1564"/>
                    <a:pt x="1414" y="1600"/>
                  </a:cubicBezTo>
                  <a:cubicBezTo>
                    <a:pt x="1483" y="1665"/>
                    <a:pt x="1552" y="1733"/>
                    <a:pt x="1600" y="1802"/>
                  </a:cubicBezTo>
                  <a:cubicBezTo>
                    <a:pt x="1616" y="1818"/>
                    <a:pt x="1616" y="1818"/>
                    <a:pt x="1636" y="1834"/>
                  </a:cubicBezTo>
                  <a:cubicBezTo>
                    <a:pt x="1669" y="1867"/>
                    <a:pt x="1701" y="1903"/>
                    <a:pt x="1701" y="1952"/>
                  </a:cubicBezTo>
                  <a:cubicBezTo>
                    <a:pt x="1685" y="2121"/>
                    <a:pt x="1685" y="2287"/>
                    <a:pt x="1685" y="2440"/>
                  </a:cubicBezTo>
                  <a:cubicBezTo>
                    <a:pt x="1685" y="2541"/>
                    <a:pt x="1701" y="2642"/>
                    <a:pt x="1685" y="2727"/>
                  </a:cubicBezTo>
                  <a:cubicBezTo>
                    <a:pt x="1685" y="2760"/>
                    <a:pt x="1685" y="2812"/>
                    <a:pt x="1669" y="2844"/>
                  </a:cubicBezTo>
                  <a:lnTo>
                    <a:pt x="1669" y="2861"/>
                  </a:lnTo>
                  <a:lnTo>
                    <a:pt x="1685" y="2861"/>
                  </a:lnTo>
                  <a:cubicBezTo>
                    <a:pt x="1717" y="2812"/>
                    <a:pt x="1717" y="2776"/>
                    <a:pt x="1717" y="2727"/>
                  </a:cubicBezTo>
                  <a:lnTo>
                    <a:pt x="1717" y="2440"/>
                  </a:lnTo>
                  <a:cubicBezTo>
                    <a:pt x="1717" y="2287"/>
                    <a:pt x="1717" y="2121"/>
                    <a:pt x="1737" y="1968"/>
                  </a:cubicBezTo>
                  <a:cubicBezTo>
                    <a:pt x="1737" y="1903"/>
                    <a:pt x="1701" y="1851"/>
                    <a:pt x="1652" y="1818"/>
                  </a:cubicBezTo>
                  <a:lnTo>
                    <a:pt x="1616" y="1782"/>
                  </a:lnTo>
                  <a:cubicBezTo>
                    <a:pt x="1568" y="1717"/>
                    <a:pt x="1499" y="1649"/>
                    <a:pt x="1434" y="1580"/>
                  </a:cubicBezTo>
                  <a:cubicBezTo>
                    <a:pt x="1398" y="1548"/>
                    <a:pt x="1366" y="1499"/>
                    <a:pt x="1313" y="1463"/>
                  </a:cubicBezTo>
                  <a:cubicBezTo>
                    <a:pt x="1010" y="1111"/>
                    <a:pt x="691" y="772"/>
                    <a:pt x="388" y="453"/>
                  </a:cubicBezTo>
                  <a:cubicBezTo>
                    <a:pt x="323" y="368"/>
                    <a:pt x="239" y="303"/>
                    <a:pt x="170" y="219"/>
                  </a:cubicBezTo>
                  <a:cubicBezTo>
                    <a:pt x="154" y="202"/>
                    <a:pt x="138" y="202"/>
                    <a:pt x="121" y="186"/>
                  </a:cubicBezTo>
                  <a:cubicBezTo>
                    <a:pt x="69" y="134"/>
                    <a:pt x="37" y="85"/>
                    <a:pt x="37" y="17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0">
              <a:extLst>
                <a:ext uri="{FF2B5EF4-FFF2-40B4-BE49-F238E27FC236}">
                  <a16:creationId xmlns:a16="http://schemas.microsoft.com/office/drawing/2014/main" id="{B0141FC1-7E11-340C-87C2-4AFEE102338C}"/>
                </a:ext>
              </a:extLst>
            </p:cNvPr>
            <p:cNvSpPr/>
            <p:nvPr/>
          </p:nvSpPr>
          <p:spPr>
            <a:xfrm>
              <a:off x="856607" y="1937132"/>
              <a:ext cx="355981" cy="279401"/>
            </a:xfrm>
            <a:custGeom>
              <a:avLst/>
              <a:gdLst/>
              <a:ahLst/>
              <a:cxnLst/>
              <a:rect l="l" t="t" r="r" b="b"/>
              <a:pathLst>
                <a:path w="3584" h="2813" extrusionOk="0">
                  <a:moveTo>
                    <a:pt x="3535" y="1"/>
                  </a:moveTo>
                  <a:lnTo>
                    <a:pt x="3535" y="17"/>
                  </a:lnTo>
                  <a:cubicBezTo>
                    <a:pt x="3551" y="37"/>
                    <a:pt x="3551" y="53"/>
                    <a:pt x="3551" y="86"/>
                  </a:cubicBezTo>
                  <a:lnTo>
                    <a:pt x="3551" y="102"/>
                  </a:lnTo>
                  <a:lnTo>
                    <a:pt x="3551" y="320"/>
                  </a:lnTo>
                  <a:lnTo>
                    <a:pt x="3551" y="946"/>
                  </a:lnTo>
                  <a:cubicBezTo>
                    <a:pt x="3567" y="995"/>
                    <a:pt x="3551" y="1027"/>
                    <a:pt x="3483" y="1063"/>
                  </a:cubicBezTo>
                  <a:cubicBezTo>
                    <a:pt x="3180" y="1213"/>
                    <a:pt x="2860" y="1383"/>
                    <a:pt x="2557" y="1532"/>
                  </a:cubicBezTo>
                  <a:cubicBezTo>
                    <a:pt x="2339" y="1633"/>
                    <a:pt x="2121" y="1754"/>
                    <a:pt x="1903" y="1855"/>
                  </a:cubicBezTo>
                  <a:cubicBezTo>
                    <a:pt x="1531" y="2037"/>
                    <a:pt x="1144" y="2223"/>
                    <a:pt x="792" y="2409"/>
                  </a:cubicBezTo>
                  <a:lnTo>
                    <a:pt x="505" y="2542"/>
                  </a:lnTo>
                  <a:cubicBezTo>
                    <a:pt x="404" y="2611"/>
                    <a:pt x="287" y="2663"/>
                    <a:pt x="166" y="2712"/>
                  </a:cubicBezTo>
                  <a:lnTo>
                    <a:pt x="17" y="2796"/>
                  </a:lnTo>
                  <a:cubicBezTo>
                    <a:pt x="0" y="2796"/>
                    <a:pt x="0" y="2796"/>
                    <a:pt x="0" y="2813"/>
                  </a:cubicBezTo>
                  <a:lnTo>
                    <a:pt x="17" y="2813"/>
                  </a:lnTo>
                  <a:lnTo>
                    <a:pt x="186" y="2744"/>
                  </a:lnTo>
                  <a:cubicBezTo>
                    <a:pt x="303" y="2679"/>
                    <a:pt x="404" y="2627"/>
                    <a:pt x="521" y="2578"/>
                  </a:cubicBezTo>
                  <a:lnTo>
                    <a:pt x="792" y="2441"/>
                  </a:lnTo>
                  <a:cubicBezTo>
                    <a:pt x="1160" y="2259"/>
                    <a:pt x="1548" y="2073"/>
                    <a:pt x="1919" y="1887"/>
                  </a:cubicBezTo>
                  <a:cubicBezTo>
                    <a:pt x="2137" y="1770"/>
                    <a:pt x="2355" y="1669"/>
                    <a:pt x="2557" y="1552"/>
                  </a:cubicBezTo>
                  <a:cubicBezTo>
                    <a:pt x="2877" y="1399"/>
                    <a:pt x="3180" y="1249"/>
                    <a:pt x="3499" y="1080"/>
                  </a:cubicBezTo>
                  <a:cubicBezTo>
                    <a:pt x="3567" y="1047"/>
                    <a:pt x="3584" y="995"/>
                    <a:pt x="3584" y="946"/>
                  </a:cubicBezTo>
                  <a:lnTo>
                    <a:pt x="3584" y="320"/>
                  </a:lnTo>
                  <a:lnTo>
                    <a:pt x="3584" y="102"/>
                  </a:lnTo>
                  <a:lnTo>
                    <a:pt x="3584" y="86"/>
                  </a:lnTo>
                  <a:cubicBezTo>
                    <a:pt x="3584" y="53"/>
                    <a:pt x="3584" y="17"/>
                    <a:pt x="3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0">
              <a:extLst>
                <a:ext uri="{FF2B5EF4-FFF2-40B4-BE49-F238E27FC236}">
                  <a16:creationId xmlns:a16="http://schemas.microsoft.com/office/drawing/2014/main" id="{B3692CF7-5956-498C-74B4-3991D500CE34}"/>
                </a:ext>
              </a:extLst>
            </p:cNvPr>
            <p:cNvSpPr/>
            <p:nvPr/>
          </p:nvSpPr>
          <p:spPr>
            <a:xfrm>
              <a:off x="1521886" y="2495735"/>
              <a:ext cx="180573" cy="310987"/>
            </a:xfrm>
            <a:custGeom>
              <a:avLst/>
              <a:gdLst/>
              <a:ahLst/>
              <a:cxnLst/>
              <a:rect l="l" t="t" r="r" b="b"/>
              <a:pathLst>
                <a:path w="1818" h="3131" extrusionOk="0">
                  <a:moveTo>
                    <a:pt x="53" y="0"/>
                  </a:moveTo>
                  <a:cubicBezTo>
                    <a:pt x="16" y="32"/>
                    <a:pt x="0" y="85"/>
                    <a:pt x="0" y="117"/>
                  </a:cubicBezTo>
                  <a:cubicBezTo>
                    <a:pt x="0" y="170"/>
                    <a:pt x="16" y="234"/>
                    <a:pt x="53" y="271"/>
                  </a:cubicBezTo>
                  <a:cubicBezTo>
                    <a:pt x="202" y="404"/>
                    <a:pt x="335" y="574"/>
                    <a:pt x="457" y="739"/>
                  </a:cubicBezTo>
                  <a:cubicBezTo>
                    <a:pt x="505" y="824"/>
                    <a:pt x="574" y="909"/>
                    <a:pt x="638" y="994"/>
                  </a:cubicBezTo>
                  <a:cubicBezTo>
                    <a:pt x="893" y="1297"/>
                    <a:pt x="1127" y="1600"/>
                    <a:pt x="1366" y="1903"/>
                  </a:cubicBezTo>
                  <a:cubicBezTo>
                    <a:pt x="1467" y="2052"/>
                    <a:pt x="1584" y="2190"/>
                    <a:pt x="1685" y="2323"/>
                  </a:cubicBezTo>
                  <a:cubicBezTo>
                    <a:pt x="1749" y="2408"/>
                    <a:pt x="1786" y="2493"/>
                    <a:pt x="1786" y="2573"/>
                  </a:cubicBezTo>
                  <a:cubicBezTo>
                    <a:pt x="1769" y="2642"/>
                    <a:pt x="1769" y="2711"/>
                    <a:pt x="1786" y="2775"/>
                  </a:cubicBezTo>
                  <a:cubicBezTo>
                    <a:pt x="1786" y="2876"/>
                    <a:pt x="1786" y="2998"/>
                    <a:pt x="1749" y="3115"/>
                  </a:cubicBezTo>
                  <a:lnTo>
                    <a:pt x="1769" y="3131"/>
                  </a:lnTo>
                  <a:lnTo>
                    <a:pt x="1786" y="3115"/>
                  </a:lnTo>
                  <a:cubicBezTo>
                    <a:pt x="1818" y="2998"/>
                    <a:pt x="1802" y="2897"/>
                    <a:pt x="1802" y="2775"/>
                  </a:cubicBezTo>
                  <a:lnTo>
                    <a:pt x="1802" y="2594"/>
                  </a:lnTo>
                  <a:cubicBezTo>
                    <a:pt x="1818" y="2493"/>
                    <a:pt x="1786" y="2408"/>
                    <a:pt x="1701" y="2307"/>
                  </a:cubicBezTo>
                  <a:cubicBezTo>
                    <a:pt x="1600" y="2169"/>
                    <a:pt x="1499" y="2036"/>
                    <a:pt x="1382" y="1887"/>
                  </a:cubicBezTo>
                  <a:cubicBezTo>
                    <a:pt x="1143" y="1584"/>
                    <a:pt x="909" y="1281"/>
                    <a:pt x="659" y="978"/>
                  </a:cubicBezTo>
                  <a:cubicBezTo>
                    <a:pt x="590" y="893"/>
                    <a:pt x="537" y="808"/>
                    <a:pt x="473" y="723"/>
                  </a:cubicBezTo>
                  <a:cubicBezTo>
                    <a:pt x="356" y="554"/>
                    <a:pt x="218" y="388"/>
                    <a:pt x="69" y="251"/>
                  </a:cubicBezTo>
                  <a:cubicBezTo>
                    <a:pt x="53" y="218"/>
                    <a:pt x="16" y="170"/>
                    <a:pt x="16" y="117"/>
                  </a:cubicBezTo>
                  <a:cubicBezTo>
                    <a:pt x="16" y="85"/>
                    <a:pt x="32" y="49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0">
              <a:extLst>
                <a:ext uri="{FF2B5EF4-FFF2-40B4-BE49-F238E27FC236}">
                  <a16:creationId xmlns:a16="http://schemas.microsoft.com/office/drawing/2014/main" id="{CC9148B9-88A0-1088-1505-3E5A2176830B}"/>
                </a:ext>
              </a:extLst>
            </p:cNvPr>
            <p:cNvSpPr/>
            <p:nvPr/>
          </p:nvSpPr>
          <p:spPr>
            <a:xfrm>
              <a:off x="1249437" y="2820528"/>
              <a:ext cx="250796" cy="261920"/>
            </a:xfrm>
            <a:custGeom>
              <a:avLst/>
              <a:gdLst/>
              <a:ahLst/>
              <a:cxnLst/>
              <a:rect l="l" t="t" r="r" b="b"/>
              <a:pathLst>
                <a:path w="2525" h="2637" extrusionOk="0">
                  <a:moveTo>
                    <a:pt x="1612" y="0"/>
                  </a:moveTo>
                  <a:cubicBezTo>
                    <a:pt x="1585" y="0"/>
                    <a:pt x="1543" y="9"/>
                    <a:pt x="1483" y="31"/>
                  </a:cubicBezTo>
                  <a:cubicBezTo>
                    <a:pt x="1297" y="111"/>
                    <a:pt x="1111" y="180"/>
                    <a:pt x="909" y="265"/>
                  </a:cubicBezTo>
                  <a:cubicBezTo>
                    <a:pt x="622" y="366"/>
                    <a:pt x="335" y="483"/>
                    <a:pt x="49" y="600"/>
                  </a:cubicBezTo>
                  <a:cubicBezTo>
                    <a:pt x="0" y="616"/>
                    <a:pt x="0" y="637"/>
                    <a:pt x="0" y="653"/>
                  </a:cubicBezTo>
                  <a:lnTo>
                    <a:pt x="0" y="669"/>
                  </a:lnTo>
                  <a:lnTo>
                    <a:pt x="0" y="685"/>
                  </a:lnTo>
                  <a:lnTo>
                    <a:pt x="16" y="685"/>
                  </a:lnTo>
                  <a:lnTo>
                    <a:pt x="16" y="653"/>
                  </a:lnTo>
                  <a:cubicBezTo>
                    <a:pt x="16" y="637"/>
                    <a:pt x="16" y="637"/>
                    <a:pt x="49" y="616"/>
                  </a:cubicBezTo>
                  <a:cubicBezTo>
                    <a:pt x="335" y="515"/>
                    <a:pt x="638" y="398"/>
                    <a:pt x="925" y="281"/>
                  </a:cubicBezTo>
                  <a:cubicBezTo>
                    <a:pt x="1111" y="212"/>
                    <a:pt x="1313" y="132"/>
                    <a:pt x="1499" y="63"/>
                  </a:cubicBezTo>
                  <a:cubicBezTo>
                    <a:pt x="1560" y="40"/>
                    <a:pt x="1594" y="23"/>
                    <a:pt x="1614" y="23"/>
                  </a:cubicBezTo>
                  <a:cubicBezTo>
                    <a:pt x="1622" y="23"/>
                    <a:pt x="1628" y="25"/>
                    <a:pt x="1632" y="31"/>
                  </a:cubicBezTo>
                  <a:cubicBezTo>
                    <a:pt x="1665" y="47"/>
                    <a:pt x="1665" y="95"/>
                    <a:pt x="1665" y="180"/>
                  </a:cubicBezTo>
                  <a:cubicBezTo>
                    <a:pt x="1648" y="233"/>
                    <a:pt x="1648" y="297"/>
                    <a:pt x="1648" y="366"/>
                  </a:cubicBezTo>
                  <a:lnTo>
                    <a:pt x="1648" y="499"/>
                  </a:lnTo>
                  <a:cubicBezTo>
                    <a:pt x="1648" y="552"/>
                    <a:pt x="1665" y="568"/>
                    <a:pt x="1701" y="584"/>
                  </a:cubicBezTo>
                  <a:cubicBezTo>
                    <a:pt x="1766" y="669"/>
                    <a:pt x="1834" y="738"/>
                    <a:pt x="1903" y="818"/>
                  </a:cubicBezTo>
                  <a:cubicBezTo>
                    <a:pt x="2052" y="988"/>
                    <a:pt x="2222" y="1158"/>
                    <a:pt x="2371" y="1323"/>
                  </a:cubicBezTo>
                  <a:cubicBezTo>
                    <a:pt x="2456" y="1408"/>
                    <a:pt x="2509" y="1493"/>
                    <a:pt x="2493" y="1610"/>
                  </a:cubicBezTo>
                  <a:lnTo>
                    <a:pt x="2493" y="2285"/>
                  </a:lnTo>
                  <a:lnTo>
                    <a:pt x="2493" y="2454"/>
                  </a:lnTo>
                  <a:cubicBezTo>
                    <a:pt x="2493" y="2503"/>
                    <a:pt x="2493" y="2555"/>
                    <a:pt x="2472" y="2604"/>
                  </a:cubicBezTo>
                  <a:cubicBezTo>
                    <a:pt x="2456" y="2620"/>
                    <a:pt x="2472" y="2620"/>
                    <a:pt x="2472" y="2620"/>
                  </a:cubicBezTo>
                  <a:lnTo>
                    <a:pt x="2472" y="2636"/>
                  </a:lnTo>
                  <a:lnTo>
                    <a:pt x="2493" y="2620"/>
                  </a:lnTo>
                  <a:cubicBezTo>
                    <a:pt x="2525" y="2572"/>
                    <a:pt x="2525" y="2503"/>
                    <a:pt x="2525" y="2454"/>
                  </a:cubicBezTo>
                  <a:lnTo>
                    <a:pt x="2525" y="2285"/>
                  </a:lnTo>
                  <a:lnTo>
                    <a:pt x="2525" y="1610"/>
                  </a:lnTo>
                  <a:cubicBezTo>
                    <a:pt x="2525" y="1493"/>
                    <a:pt x="2493" y="1392"/>
                    <a:pt x="2392" y="1307"/>
                  </a:cubicBezTo>
                  <a:cubicBezTo>
                    <a:pt x="2238" y="1141"/>
                    <a:pt x="2068" y="956"/>
                    <a:pt x="1919" y="802"/>
                  </a:cubicBezTo>
                  <a:cubicBezTo>
                    <a:pt x="1850" y="717"/>
                    <a:pt x="1786" y="653"/>
                    <a:pt x="1717" y="568"/>
                  </a:cubicBezTo>
                  <a:cubicBezTo>
                    <a:pt x="1701" y="552"/>
                    <a:pt x="1685" y="536"/>
                    <a:pt x="1685" y="499"/>
                  </a:cubicBezTo>
                  <a:lnTo>
                    <a:pt x="1685" y="366"/>
                  </a:lnTo>
                  <a:lnTo>
                    <a:pt x="1685" y="180"/>
                  </a:lnTo>
                  <a:cubicBezTo>
                    <a:pt x="1685" y="95"/>
                    <a:pt x="1685" y="47"/>
                    <a:pt x="1648" y="10"/>
                  </a:cubicBezTo>
                  <a:cubicBezTo>
                    <a:pt x="1642" y="4"/>
                    <a:pt x="1630" y="0"/>
                    <a:pt x="16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0">
              <a:extLst>
                <a:ext uri="{FF2B5EF4-FFF2-40B4-BE49-F238E27FC236}">
                  <a16:creationId xmlns:a16="http://schemas.microsoft.com/office/drawing/2014/main" id="{A1BBF64F-D3EC-6A4F-23FA-7E7EE4547FE2}"/>
                </a:ext>
              </a:extLst>
            </p:cNvPr>
            <p:cNvSpPr/>
            <p:nvPr/>
          </p:nvSpPr>
          <p:spPr>
            <a:xfrm>
              <a:off x="852932" y="1353796"/>
              <a:ext cx="363232" cy="331050"/>
            </a:xfrm>
            <a:custGeom>
              <a:avLst/>
              <a:gdLst/>
              <a:ahLst/>
              <a:cxnLst/>
              <a:rect l="l" t="t" r="r" b="b"/>
              <a:pathLst>
                <a:path w="3657" h="3333" extrusionOk="0">
                  <a:moveTo>
                    <a:pt x="3637" y="0"/>
                  </a:moveTo>
                  <a:cubicBezTo>
                    <a:pt x="3621" y="0"/>
                    <a:pt x="3621" y="0"/>
                    <a:pt x="3621" y="16"/>
                  </a:cubicBezTo>
                  <a:cubicBezTo>
                    <a:pt x="3621" y="69"/>
                    <a:pt x="3588" y="85"/>
                    <a:pt x="3556" y="101"/>
                  </a:cubicBezTo>
                  <a:cubicBezTo>
                    <a:pt x="3536" y="117"/>
                    <a:pt x="3520" y="117"/>
                    <a:pt x="3503" y="134"/>
                  </a:cubicBezTo>
                  <a:cubicBezTo>
                    <a:pt x="3301" y="271"/>
                    <a:pt x="3083" y="388"/>
                    <a:pt x="2881" y="521"/>
                  </a:cubicBezTo>
                  <a:cubicBezTo>
                    <a:pt x="2728" y="606"/>
                    <a:pt x="2578" y="691"/>
                    <a:pt x="2445" y="792"/>
                  </a:cubicBezTo>
                  <a:cubicBezTo>
                    <a:pt x="2021" y="1042"/>
                    <a:pt x="1601" y="1297"/>
                    <a:pt x="1197" y="1531"/>
                  </a:cubicBezTo>
                  <a:cubicBezTo>
                    <a:pt x="1031" y="1632"/>
                    <a:pt x="845" y="1733"/>
                    <a:pt x="676" y="1834"/>
                  </a:cubicBezTo>
                  <a:cubicBezTo>
                    <a:pt x="607" y="1871"/>
                    <a:pt x="558" y="1903"/>
                    <a:pt x="506" y="1935"/>
                  </a:cubicBezTo>
                  <a:cubicBezTo>
                    <a:pt x="373" y="2020"/>
                    <a:pt x="255" y="2105"/>
                    <a:pt x="122" y="2174"/>
                  </a:cubicBezTo>
                  <a:cubicBezTo>
                    <a:pt x="37" y="2206"/>
                    <a:pt x="1" y="2254"/>
                    <a:pt x="21" y="2355"/>
                  </a:cubicBezTo>
                  <a:lnTo>
                    <a:pt x="21" y="3030"/>
                  </a:lnTo>
                  <a:lnTo>
                    <a:pt x="21" y="3184"/>
                  </a:lnTo>
                  <a:cubicBezTo>
                    <a:pt x="21" y="3216"/>
                    <a:pt x="21" y="3264"/>
                    <a:pt x="37" y="3317"/>
                  </a:cubicBezTo>
                  <a:lnTo>
                    <a:pt x="54" y="3333"/>
                  </a:lnTo>
                  <a:lnTo>
                    <a:pt x="70" y="3317"/>
                  </a:lnTo>
                  <a:lnTo>
                    <a:pt x="70" y="3301"/>
                  </a:lnTo>
                  <a:cubicBezTo>
                    <a:pt x="37" y="3264"/>
                    <a:pt x="37" y="3216"/>
                    <a:pt x="37" y="3184"/>
                  </a:cubicBezTo>
                  <a:lnTo>
                    <a:pt x="37" y="3030"/>
                  </a:lnTo>
                  <a:lnTo>
                    <a:pt x="37" y="2355"/>
                  </a:lnTo>
                  <a:cubicBezTo>
                    <a:pt x="37" y="2275"/>
                    <a:pt x="70" y="2222"/>
                    <a:pt x="122" y="2190"/>
                  </a:cubicBezTo>
                  <a:cubicBezTo>
                    <a:pt x="255" y="2121"/>
                    <a:pt x="389" y="2036"/>
                    <a:pt x="526" y="1972"/>
                  </a:cubicBezTo>
                  <a:cubicBezTo>
                    <a:pt x="575" y="1935"/>
                    <a:pt x="627" y="1903"/>
                    <a:pt x="676" y="1871"/>
                  </a:cubicBezTo>
                  <a:cubicBezTo>
                    <a:pt x="861" y="1749"/>
                    <a:pt x="1031" y="1648"/>
                    <a:pt x="1213" y="1547"/>
                  </a:cubicBezTo>
                  <a:cubicBezTo>
                    <a:pt x="1617" y="1313"/>
                    <a:pt x="2041" y="1063"/>
                    <a:pt x="2445" y="808"/>
                  </a:cubicBezTo>
                  <a:cubicBezTo>
                    <a:pt x="2594" y="707"/>
                    <a:pt x="2748" y="622"/>
                    <a:pt x="2897" y="538"/>
                  </a:cubicBezTo>
                  <a:cubicBezTo>
                    <a:pt x="3099" y="420"/>
                    <a:pt x="3318" y="287"/>
                    <a:pt x="3520" y="154"/>
                  </a:cubicBezTo>
                  <a:cubicBezTo>
                    <a:pt x="3536" y="134"/>
                    <a:pt x="3556" y="134"/>
                    <a:pt x="3556" y="134"/>
                  </a:cubicBezTo>
                  <a:cubicBezTo>
                    <a:pt x="3604" y="101"/>
                    <a:pt x="3637" y="85"/>
                    <a:pt x="3657" y="16"/>
                  </a:cubicBezTo>
                  <a:cubicBezTo>
                    <a:pt x="3657" y="0"/>
                    <a:pt x="3637" y="0"/>
                    <a:pt x="36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0">
              <a:extLst>
                <a:ext uri="{FF2B5EF4-FFF2-40B4-BE49-F238E27FC236}">
                  <a16:creationId xmlns:a16="http://schemas.microsoft.com/office/drawing/2014/main" id="{4C136B82-E878-D38B-A736-497A6BC64A45}"/>
                </a:ext>
              </a:extLst>
            </p:cNvPr>
            <p:cNvSpPr/>
            <p:nvPr/>
          </p:nvSpPr>
          <p:spPr>
            <a:xfrm>
              <a:off x="1555160" y="2398595"/>
              <a:ext cx="2086" cy="55523"/>
            </a:xfrm>
            <a:custGeom>
              <a:avLst/>
              <a:gdLst/>
              <a:ahLst/>
              <a:cxnLst/>
              <a:rect l="l" t="t" r="r" b="b"/>
              <a:pathLst>
                <a:path w="21" h="559" extrusionOk="0">
                  <a:moveTo>
                    <a:pt x="0" y="1"/>
                  </a:moveTo>
                  <a:lnTo>
                    <a:pt x="0" y="542"/>
                  </a:lnTo>
                  <a:lnTo>
                    <a:pt x="0" y="558"/>
                  </a:lnTo>
                  <a:cubicBezTo>
                    <a:pt x="21" y="558"/>
                    <a:pt x="21" y="558"/>
                    <a:pt x="21" y="542"/>
                  </a:cubicBez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0">
              <a:extLst>
                <a:ext uri="{FF2B5EF4-FFF2-40B4-BE49-F238E27FC236}">
                  <a16:creationId xmlns:a16="http://schemas.microsoft.com/office/drawing/2014/main" id="{348F6EE0-797A-2DCD-C1E6-89BB032D33DF}"/>
                </a:ext>
              </a:extLst>
            </p:cNvPr>
            <p:cNvSpPr/>
            <p:nvPr/>
          </p:nvSpPr>
          <p:spPr>
            <a:xfrm>
              <a:off x="1087339" y="2174717"/>
              <a:ext cx="4867" cy="85122"/>
            </a:xfrm>
            <a:custGeom>
              <a:avLst/>
              <a:gdLst/>
              <a:ahLst/>
              <a:cxnLst/>
              <a:rect l="l" t="t" r="r" b="b"/>
              <a:pathLst>
                <a:path w="49" h="857" extrusionOk="0">
                  <a:moveTo>
                    <a:pt x="0" y="0"/>
                  </a:moveTo>
                  <a:lnTo>
                    <a:pt x="0" y="186"/>
                  </a:lnTo>
                  <a:lnTo>
                    <a:pt x="0" y="707"/>
                  </a:lnTo>
                  <a:lnTo>
                    <a:pt x="0" y="740"/>
                  </a:lnTo>
                  <a:cubicBezTo>
                    <a:pt x="0" y="776"/>
                    <a:pt x="0" y="808"/>
                    <a:pt x="16" y="841"/>
                  </a:cubicBezTo>
                  <a:lnTo>
                    <a:pt x="32" y="857"/>
                  </a:lnTo>
                  <a:cubicBezTo>
                    <a:pt x="49" y="857"/>
                    <a:pt x="49" y="841"/>
                    <a:pt x="49" y="841"/>
                  </a:cubicBezTo>
                  <a:cubicBezTo>
                    <a:pt x="32" y="808"/>
                    <a:pt x="32" y="776"/>
                    <a:pt x="32" y="740"/>
                  </a:cubicBezTo>
                  <a:lnTo>
                    <a:pt x="32" y="707"/>
                  </a:lnTo>
                  <a:lnTo>
                    <a:pt x="32" y="186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0">
              <a:extLst>
                <a:ext uri="{FF2B5EF4-FFF2-40B4-BE49-F238E27FC236}">
                  <a16:creationId xmlns:a16="http://schemas.microsoft.com/office/drawing/2014/main" id="{58B8B585-E713-0682-16EF-0F93530B4C8F}"/>
                </a:ext>
              </a:extLst>
            </p:cNvPr>
            <p:cNvSpPr/>
            <p:nvPr/>
          </p:nvSpPr>
          <p:spPr>
            <a:xfrm>
              <a:off x="1523475" y="1828470"/>
              <a:ext cx="200736" cy="393327"/>
            </a:xfrm>
            <a:custGeom>
              <a:avLst/>
              <a:gdLst/>
              <a:ahLst/>
              <a:cxnLst/>
              <a:rect l="l" t="t" r="r" b="b"/>
              <a:pathLst>
                <a:path w="2021" h="3960" extrusionOk="0">
                  <a:moveTo>
                    <a:pt x="53" y="0"/>
                  </a:moveTo>
                  <a:cubicBezTo>
                    <a:pt x="0" y="53"/>
                    <a:pt x="16" y="101"/>
                    <a:pt x="16" y="170"/>
                  </a:cubicBezTo>
                  <a:lnTo>
                    <a:pt x="16" y="222"/>
                  </a:lnTo>
                  <a:lnTo>
                    <a:pt x="16" y="372"/>
                  </a:lnTo>
                  <a:cubicBezTo>
                    <a:pt x="0" y="525"/>
                    <a:pt x="0" y="675"/>
                    <a:pt x="16" y="808"/>
                  </a:cubicBezTo>
                  <a:cubicBezTo>
                    <a:pt x="53" y="978"/>
                    <a:pt x="154" y="1111"/>
                    <a:pt x="271" y="1248"/>
                  </a:cubicBezTo>
                  <a:cubicBezTo>
                    <a:pt x="303" y="1297"/>
                    <a:pt x="340" y="1349"/>
                    <a:pt x="372" y="1398"/>
                  </a:cubicBezTo>
                  <a:cubicBezTo>
                    <a:pt x="521" y="1636"/>
                    <a:pt x="675" y="1854"/>
                    <a:pt x="824" y="2073"/>
                  </a:cubicBezTo>
                  <a:cubicBezTo>
                    <a:pt x="1026" y="2392"/>
                    <a:pt x="1228" y="2695"/>
                    <a:pt x="1451" y="2998"/>
                  </a:cubicBezTo>
                  <a:cubicBezTo>
                    <a:pt x="1531" y="3131"/>
                    <a:pt x="1632" y="3284"/>
                    <a:pt x="1717" y="3418"/>
                  </a:cubicBezTo>
                  <a:cubicBezTo>
                    <a:pt x="1770" y="3486"/>
                    <a:pt x="1818" y="3571"/>
                    <a:pt x="1871" y="3636"/>
                  </a:cubicBezTo>
                  <a:cubicBezTo>
                    <a:pt x="1919" y="3737"/>
                    <a:pt x="1988" y="3822"/>
                    <a:pt x="1988" y="3939"/>
                  </a:cubicBezTo>
                  <a:lnTo>
                    <a:pt x="2004" y="3959"/>
                  </a:lnTo>
                  <a:cubicBezTo>
                    <a:pt x="2020" y="3959"/>
                    <a:pt x="2020" y="3939"/>
                    <a:pt x="2020" y="3939"/>
                  </a:cubicBezTo>
                  <a:cubicBezTo>
                    <a:pt x="2004" y="3822"/>
                    <a:pt x="1955" y="3721"/>
                    <a:pt x="1887" y="3620"/>
                  </a:cubicBezTo>
                  <a:cubicBezTo>
                    <a:pt x="1834" y="3555"/>
                    <a:pt x="1786" y="3470"/>
                    <a:pt x="1733" y="3402"/>
                  </a:cubicBezTo>
                  <a:cubicBezTo>
                    <a:pt x="1653" y="3268"/>
                    <a:pt x="1568" y="3115"/>
                    <a:pt x="1467" y="2981"/>
                  </a:cubicBezTo>
                  <a:cubicBezTo>
                    <a:pt x="1265" y="2678"/>
                    <a:pt x="1047" y="2376"/>
                    <a:pt x="845" y="2073"/>
                  </a:cubicBezTo>
                  <a:cubicBezTo>
                    <a:pt x="707" y="1838"/>
                    <a:pt x="558" y="1616"/>
                    <a:pt x="404" y="1382"/>
                  </a:cubicBezTo>
                  <a:cubicBezTo>
                    <a:pt x="372" y="1333"/>
                    <a:pt x="319" y="1281"/>
                    <a:pt x="287" y="1232"/>
                  </a:cubicBezTo>
                  <a:cubicBezTo>
                    <a:pt x="186" y="1111"/>
                    <a:pt x="85" y="978"/>
                    <a:pt x="53" y="808"/>
                  </a:cubicBezTo>
                  <a:cubicBezTo>
                    <a:pt x="37" y="675"/>
                    <a:pt x="37" y="525"/>
                    <a:pt x="37" y="372"/>
                  </a:cubicBezTo>
                  <a:cubicBezTo>
                    <a:pt x="37" y="323"/>
                    <a:pt x="53" y="271"/>
                    <a:pt x="53" y="222"/>
                  </a:cubicBezTo>
                  <a:lnTo>
                    <a:pt x="53" y="170"/>
                  </a:lnTo>
                  <a:cubicBezTo>
                    <a:pt x="37" y="101"/>
                    <a:pt x="37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0">
              <a:extLst>
                <a:ext uri="{FF2B5EF4-FFF2-40B4-BE49-F238E27FC236}">
                  <a16:creationId xmlns:a16="http://schemas.microsoft.com/office/drawing/2014/main" id="{4B821088-FC39-0AE3-6428-53928A93758F}"/>
                </a:ext>
              </a:extLst>
            </p:cNvPr>
            <p:cNvSpPr/>
            <p:nvPr/>
          </p:nvSpPr>
          <p:spPr>
            <a:xfrm>
              <a:off x="1841216" y="3371583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lnTo>
                    <a:pt x="17" y="17"/>
                  </a:lnTo>
                  <a:cubicBezTo>
                    <a:pt x="1" y="118"/>
                    <a:pt x="1" y="203"/>
                    <a:pt x="1" y="304"/>
                  </a:cubicBezTo>
                  <a:cubicBezTo>
                    <a:pt x="17" y="356"/>
                    <a:pt x="17" y="421"/>
                    <a:pt x="1" y="473"/>
                  </a:cubicBezTo>
                  <a:cubicBezTo>
                    <a:pt x="1" y="490"/>
                    <a:pt x="1" y="506"/>
                    <a:pt x="17" y="522"/>
                  </a:cubicBezTo>
                  <a:cubicBezTo>
                    <a:pt x="17" y="558"/>
                    <a:pt x="17" y="574"/>
                    <a:pt x="1" y="607"/>
                  </a:cubicBezTo>
                  <a:lnTo>
                    <a:pt x="1" y="623"/>
                  </a:lnTo>
                  <a:lnTo>
                    <a:pt x="17" y="623"/>
                  </a:lnTo>
                  <a:cubicBezTo>
                    <a:pt x="33" y="591"/>
                    <a:pt x="33" y="558"/>
                    <a:pt x="33" y="522"/>
                  </a:cubicBezTo>
                  <a:lnTo>
                    <a:pt x="33" y="473"/>
                  </a:lnTo>
                  <a:lnTo>
                    <a:pt x="33" y="304"/>
                  </a:lnTo>
                  <a:cubicBezTo>
                    <a:pt x="33" y="203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0">
              <a:extLst>
                <a:ext uri="{FF2B5EF4-FFF2-40B4-BE49-F238E27FC236}">
                  <a16:creationId xmlns:a16="http://schemas.microsoft.com/office/drawing/2014/main" id="{A1DC3405-7A6E-BFFE-8B84-2C7214B59087}"/>
                </a:ext>
              </a:extLst>
            </p:cNvPr>
            <p:cNvSpPr/>
            <p:nvPr/>
          </p:nvSpPr>
          <p:spPr>
            <a:xfrm>
              <a:off x="1841216" y="2484114"/>
              <a:ext cx="3377" cy="56615"/>
            </a:xfrm>
            <a:custGeom>
              <a:avLst/>
              <a:gdLst/>
              <a:ahLst/>
              <a:cxnLst/>
              <a:rect l="l" t="t" r="r" b="b"/>
              <a:pathLst>
                <a:path w="34" h="570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18"/>
                  </a:lnTo>
                  <a:cubicBezTo>
                    <a:pt x="17" y="319"/>
                    <a:pt x="17" y="436"/>
                    <a:pt x="1" y="553"/>
                  </a:cubicBezTo>
                  <a:lnTo>
                    <a:pt x="1" y="570"/>
                  </a:lnTo>
                  <a:cubicBezTo>
                    <a:pt x="17" y="570"/>
                    <a:pt x="17" y="553"/>
                    <a:pt x="17" y="553"/>
                  </a:cubicBezTo>
                  <a:cubicBezTo>
                    <a:pt x="33" y="436"/>
                    <a:pt x="33" y="335"/>
                    <a:pt x="33" y="218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0">
              <a:extLst>
                <a:ext uri="{FF2B5EF4-FFF2-40B4-BE49-F238E27FC236}">
                  <a16:creationId xmlns:a16="http://schemas.microsoft.com/office/drawing/2014/main" id="{38FC83BC-3C24-F427-1062-8DC8D915DCF6}"/>
                </a:ext>
              </a:extLst>
            </p:cNvPr>
            <p:cNvSpPr/>
            <p:nvPr/>
          </p:nvSpPr>
          <p:spPr>
            <a:xfrm>
              <a:off x="1742487" y="2167864"/>
              <a:ext cx="140545" cy="277812"/>
            </a:xfrm>
            <a:custGeom>
              <a:avLst/>
              <a:gdLst/>
              <a:ahLst/>
              <a:cxnLst/>
              <a:rect l="l" t="t" r="r" b="b"/>
              <a:pathLst>
                <a:path w="1415" h="2797" extrusionOk="0">
                  <a:moveTo>
                    <a:pt x="53" y="1"/>
                  </a:moveTo>
                  <a:cubicBezTo>
                    <a:pt x="17" y="17"/>
                    <a:pt x="1" y="53"/>
                    <a:pt x="1" y="102"/>
                  </a:cubicBezTo>
                  <a:lnTo>
                    <a:pt x="1" y="692"/>
                  </a:lnTo>
                  <a:cubicBezTo>
                    <a:pt x="1" y="744"/>
                    <a:pt x="17" y="793"/>
                    <a:pt x="53" y="825"/>
                  </a:cubicBezTo>
                  <a:cubicBezTo>
                    <a:pt x="219" y="1079"/>
                    <a:pt x="389" y="1350"/>
                    <a:pt x="558" y="1600"/>
                  </a:cubicBezTo>
                  <a:cubicBezTo>
                    <a:pt x="692" y="1802"/>
                    <a:pt x="825" y="2004"/>
                    <a:pt x="962" y="2206"/>
                  </a:cubicBezTo>
                  <a:cubicBezTo>
                    <a:pt x="1027" y="2291"/>
                    <a:pt x="1080" y="2376"/>
                    <a:pt x="1144" y="2477"/>
                  </a:cubicBezTo>
                  <a:cubicBezTo>
                    <a:pt x="1197" y="2542"/>
                    <a:pt x="1229" y="2627"/>
                    <a:pt x="1282" y="2695"/>
                  </a:cubicBezTo>
                  <a:cubicBezTo>
                    <a:pt x="1298" y="2711"/>
                    <a:pt x="1298" y="2711"/>
                    <a:pt x="1298" y="2728"/>
                  </a:cubicBezTo>
                  <a:cubicBezTo>
                    <a:pt x="1314" y="2764"/>
                    <a:pt x="1346" y="2796"/>
                    <a:pt x="1399" y="2796"/>
                  </a:cubicBezTo>
                  <a:lnTo>
                    <a:pt x="1415" y="2796"/>
                  </a:lnTo>
                  <a:cubicBezTo>
                    <a:pt x="1415" y="2780"/>
                    <a:pt x="1399" y="2780"/>
                    <a:pt x="1399" y="2780"/>
                  </a:cubicBezTo>
                  <a:cubicBezTo>
                    <a:pt x="1366" y="2764"/>
                    <a:pt x="1346" y="2744"/>
                    <a:pt x="1330" y="2711"/>
                  </a:cubicBezTo>
                  <a:lnTo>
                    <a:pt x="1314" y="2695"/>
                  </a:lnTo>
                  <a:cubicBezTo>
                    <a:pt x="1265" y="2610"/>
                    <a:pt x="1213" y="2526"/>
                    <a:pt x="1164" y="2461"/>
                  </a:cubicBezTo>
                  <a:cubicBezTo>
                    <a:pt x="1096" y="2376"/>
                    <a:pt x="1043" y="2275"/>
                    <a:pt x="979" y="2190"/>
                  </a:cubicBezTo>
                  <a:cubicBezTo>
                    <a:pt x="861" y="1988"/>
                    <a:pt x="724" y="1786"/>
                    <a:pt x="591" y="1584"/>
                  </a:cubicBezTo>
                  <a:cubicBezTo>
                    <a:pt x="405" y="1330"/>
                    <a:pt x="235" y="1063"/>
                    <a:pt x="70" y="809"/>
                  </a:cubicBezTo>
                  <a:cubicBezTo>
                    <a:pt x="53" y="776"/>
                    <a:pt x="33" y="744"/>
                    <a:pt x="33" y="692"/>
                  </a:cubicBezTo>
                  <a:lnTo>
                    <a:pt x="33" y="102"/>
                  </a:lnTo>
                  <a:cubicBezTo>
                    <a:pt x="33" y="69"/>
                    <a:pt x="33" y="37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0">
              <a:extLst>
                <a:ext uri="{FF2B5EF4-FFF2-40B4-BE49-F238E27FC236}">
                  <a16:creationId xmlns:a16="http://schemas.microsoft.com/office/drawing/2014/main" id="{ECDE5E04-5380-2DC7-53F2-574BF2DE0EBB}"/>
                </a:ext>
              </a:extLst>
            </p:cNvPr>
            <p:cNvSpPr/>
            <p:nvPr/>
          </p:nvSpPr>
          <p:spPr>
            <a:xfrm>
              <a:off x="1137498" y="1972491"/>
              <a:ext cx="4867" cy="98828"/>
            </a:xfrm>
            <a:custGeom>
              <a:avLst/>
              <a:gdLst/>
              <a:ahLst/>
              <a:cxnLst/>
              <a:rect l="l" t="t" r="r" b="b"/>
              <a:pathLst>
                <a:path w="49" h="995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6" y="150"/>
                    <a:pt x="16" y="303"/>
                    <a:pt x="16" y="437"/>
                  </a:cubicBezTo>
                  <a:lnTo>
                    <a:pt x="16" y="691"/>
                  </a:lnTo>
                  <a:lnTo>
                    <a:pt x="16" y="792"/>
                  </a:lnTo>
                  <a:cubicBezTo>
                    <a:pt x="16" y="857"/>
                    <a:pt x="16" y="926"/>
                    <a:pt x="32" y="994"/>
                  </a:cubicBezTo>
                  <a:lnTo>
                    <a:pt x="49" y="994"/>
                  </a:lnTo>
                  <a:lnTo>
                    <a:pt x="49" y="974"/>
                  </a:lnTo>
                  <a:cubicBezTo>
                    <a:pt x="32" y="926"/>
                    <a:pt x="32" y="857"/>
                    <a:pt x="32" y="792"/>
                  </a:cubicBezTo>
                  <a:cubicBezTo>
                    <a:pt x="32" y="756"/>
                    <a:pt x="49" y="724"/>
                    <a:pt x="32" y="691"/>
                  </a:cubicBezTo>
                  <a:lnTo>
                    <a:pt x="32" y="437"/>
                  </a:lnTo>
                  <a:cubicBezTo>
                    <a:pt x="49" y="303"/>
                    <a:pt x="49" y="150"/>
                    <a:pt x="32" y="17"/>
                  </a:cubicBez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0">
              <a:extLst>
                <a:ext uri="{FF2B5EF4-FFF2-40B4-BE49-F238E27FC236}">
                  <a16:creationId xmlns:a16="http://schemas.microsoft.com/office/drawing/2014/main" id="{A9A1DA48-CD7F-18EA-0EEA-E13C35D695CF}"/>
                </a:ext>
              </a:extLst>
            </p:cNvPr>
            <p:cNvSpPr/>
            <p:nvPr/>
          </p:nvSpPr>
          <p:spPr>
            <a:xfrm>
              <a:off x="1087339" y="1477356"/>
              <a:ext cx="4867" cy="63866"/>
            </a:xfrm>
            <a:custGeom>
              <a:avLst/>
              <a:gdLst/>
              <a:ahLst/>
              <a:cxnLst/>
              <a:rect l="l" t="t" r="r" b="b"/>
              <a:pathLst>
                <a:path w="49" h="643" extrusionOk="0">
                  <a:moveTo>
                    <a:pt x="16" y="0"/>
                  </a:moveTo>
                  <a:cubicBezTo>
                    <a:pt x="16" y="0"/>
                    <a:pt x="0" y="0"/>
                    <a:pt x="0" y="21"/>
                  </a:cubicBezTo>
                  <a:cubicBezTo>
                    <a:pt x="16" y="85"/>
                    <a:pt x="0" y="170"/>
                    <a:pt x="0" y="255"/>
                  </a:cubicBezTo>
                  <a:cubicBezTo>
                    <a:pt x="0" y="372"/>
                    <a:pt x="0" y="505"/>
                    <a:pt x="16" y="643"/>
                  </a:cubicBezTo>
                  <a:lnTo>
                    <a:pt x="49" y="643"/>
                  </a:lnTo>
                  <a:cubicBezTo>
                    <a:pt x="32" y="505"/>
                    <a:pt x="32" y="372"/>
                    <a:pt x="32" y="255"/>
                  </a:cubicBezTo>
                  <a:lnTo>
                    <a:pt x="32" y="21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0">
              <a:extLst>
                <a:ext uri="{FF2B5EF4-FFF2-40B4-BE49-F238E27FC236}">
                  <a16:creationId xmlns:a16="http://schemas.microsoft.com/office/drawing/2014/main" id="{93243441-8957-D821-DF45-DF63CF885DF0}"/>
                </a:ext>
              </a:extLst>
            </p:cNvPr>
            <p:cNvSpPr/>
            <p:nvPr/>
          </p:nvSpPr>
          <p:spPr>
            <a:xfrm>
              <a:off x="1251026" y="2525831"/>
              <a:ext cx="162198" cy="183851"/>
            </a:xfrm>
            <a:custGeom>
              <a:avLst/>
              <a:gdLst/>
              <a:ahLst/>
              <a:cxnLst/>
              <a:rect l="l" t="t" r="r" b="b"/>
              <a:pathLst>
                <a:path w="1633" h="1851" extrusionOk="0">
                  <a:moveTo>
                    <a:pt x="1616" y="0"/>
                  </a:moveTo>
                  <a:cubicBezTo>
                    <a:pt x="1467" y="16"/>
                    <a:pt x="1346" y="85"/>
                    <a:pt x="1228" y="133"/>
                  </a:cubicBezTo>
                  <a:cubicBezTo>
                    <a:pt x="1180" y="150"/>
                    <a:pt x="1127" y="186"/>
                    <a:pt x="1063" y="202"/>
                  </a:cubicBezTo>
                  <a:cubicBezTo>
                    <a:pt x="942" y="251"/>
                    <a:pt x="808" y="303"/>
                    <a:pt x="691" y="372"/>
                  </a:cubicBezTo>
                  <a:cubicBezTo>
                    <a:pt x="505" y="436"/>
                    <a:pt x="303" y="521"/>
                    <a:pt x="101" y="606"/>
                  </a:cubicBezTo>
                  <a:cubicBezTo>
                    <a:pt x="33" y="638"/>
                    <a:pt x="0" y="675"/>
                    <a:pt x="0" y="756"/>
                  </a:cubicBezTo>
                  <a:cubicBezTo>
                    <a:pt x="17" y="1059"/>
                    <a:pt x="17" y="1362"/>
                    <a:pt x="0" y="1664"/>
                  </a:cubicBezTo>
                  <a:cubicBezTo>
                    <a:pt x="0" y="1701"/>
                    <a:pt x="0" y="1717"/>
                    <a:pt x="17" y="1733"/>
                  </a:cubicBezTo>
                  <a:cubicBezTo>
                    <a:pt x="17" y="1765"/>
                    <a:pt x="33" y="1802"/>
                    <a:pt x="0" y="1818"/>
                  </a:cubicBezTo>
                  <a:lnTo>
                    <a:pt x="17" y="1850"/>
                  </a:lnTo>
                  <a:lnTo>
                    <a:pt x="33" y="1850"/>
                  </a:lnTo>
                  <a:cubicBezTo>
                    <a:pt x="69" y="1802"/>
                    <a:pt x="53" y="1765"/>
                    <a:pt x="33" y="1717"/>
                  </a:cubicBezTo>
                  <a:lnTo>
                    <a:pt x="33" y="1664"/>
                  </a:lnTo>
                  <a:lnTo>
                    <a:pt x="33" y="756"/>
                  </a:lnTo>
                  <a:cubicBezTo>
                    <a:pt x="33" y="675"/>
                    <a:pt x="53" y="655"/>
                    <a:pt x="117" y="622"/>
                  </a:cubicBezTo>
                  <a:cubicBezTo>
                    <a:pt x="319" y="554"/>
                    <a:pt x="505" y="473"/>
                    <a:pt x="707" y="388"/>
                  </a:cubicBezTo>
                  <a:cubicBezTo>
                    <a:pt x="824" y="335"/>
                    <a:pt x="962" y="287"/>
                    <a:pt x="1079" y="234"/>
                  </a:cubicBezTo>
                  <a:cubicBezTo>
                    <a:pt x="1127" y="202"/>
                    <a:pt x="1180" y="186"/>
                    <a:pt x="1228" y="170"/>
                  </a:cubicBezTo>
                  <a:cubicBezTo>
                    <a:pt x="1346" y="101"/>
                    <a:pt x="1483" y="49"/>
                    <a:pt x="1616" y="16"/>
                  </a:cubicBezTo>
                  <a:cubicBezTo>
                    <a:pt x="1616" y="16"/>
                    <a:pt x="1632" y="16"/>
                    <a:pt x="1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0">
              <a:extLst>
                <a:ext uri="{FF2B5EF4-FFF2-40B4-BE49-F238E27FC236}">
                  <a16:creationId xmlns:a16="http://schemas.microsoft.com/office/drawing/2014/main" id="{BF7AE696-C8CB-5542-B3C4-7E2117057A61}"/>
                </a:ext>
              </a:extLst>
            </p:cNvPr>
            <p:cNvSpPr/>
            <p:nvPr/>
          </p:nvSpPr>
          <p:spPr>
            <a:xfrm>
              <a:off x="1416701" y="3187832"/>
              <a:ext cx="85221" cy="80354"/>
            </a:xfrm>
            <a:custGeom>
              <a:avLst/>
              <a:gdLst/>
              <a:ahLst/>
              <a:cxnLst/>
              <a:rect l="l" t="t" r="r" b="b"/>
              <a:pathLst>
                <a:path w="858" h="809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33"/>
                    <a:pt x="1" y="33"/>
                    <a:pt x="17" y="33"/>
                  </a:cubicBezTo>
                  <a:cubicBezTo>
                    <a:pt x="49" y="33"/>
                    <a:pt x="82" y="49"/>
                    <a:pt x="118" y="85"/>
                  </a:cubicBezTo>
                  <a:cubicBezTo>
                    <a:pt x="219" y="170"/>
                    <a:pt x="320" y="271"/>
                    <a:pt x="421" y="372"/>
                  </a:cubicBezTo>
                  <a:cubicBezTo>
                    <a:pt x="538" y="489"/>
                    <a:pt x="671" y="623"/>
                    <a:pt x="809" y="740"/>
                  </a:cubicBezTo>
                  <a:cubicBezTo>
                    <a:pt x="825" y="740"/>
                    <a:pt x="825" y="756"/>
                    <a:pt x="825" y="776"/>
                  </a:cubicBezTo>
                  <a:cubicBezTo>
                    <a:pt x="841" y="776"/>
                    <a:pt x="841" y="792"/>
                    <a:pt x="841" y="792"/>
                  </a:cubicBezTo>
                  <a:lnTo>
                    <a:pt x="857" y="809"/>
                  </a:lnTo>
                  <a:lnTo>
                    <a:pt x="857" y="792"/>
                  </a:lnTo>
                  <a:lnTo>
                    <a:pt x="857" y="756"/>
                  </a:lnTo>
                  <a:cubicBezTo>
                    <a:pt x="857" y="740"/>
                    <a:pt x="841" y="724"/>
                    <a:pt x="825" y="708"/>
                  </a:cubicBezTo>
                  <a:cubicBezTo>
                    <a:pt x="687" y="607"/>
                    <a:pt x="554" y="473"/>
                    <a:pt x="437" y="352"/>
                  </a:cubicBezTo>
                  <a:cubicBezTo>
                    <a:pt x="336" y="251"/>
                    <a:pt x="235" y="150"/>
                    <a:pt x="134" y="69"/>
                  </a:cubicBezTo>
                  <a:cubicBezTo>
                    <a:pt x="102" y="3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0">
              <a:extLst>
                <a:ext uri="{FF2B5EF4-FFF2-40B4-BE49-F238E27FC236}">
                  <a16:creationId xmlns:a16="http://schemas.microsoft.com/office/drawing/2014/main" id="{D14499C5-7A15-6882-044A-657735A963B0}"/>
                </a:ext>
              </a:extLst>
            </p:cNvPr>
            <p:cNvSpPr/>
            <p:nvPr/>
          </p:nvSpPr>
          <p:spPr>
            <a:xfrm>
              <a:off x="574127" y="3057418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71"/>
                    <a:pt x="17" y="389"/>
                  </a:cubicBezTo>
                  <a:lnTo>
                    <a:pt x="17" y="607"/>
                  </a:lnTo>
                  <a:lnTo>
                    <a:pt x="17" y="809"/>
                  </a:lnTo>
                  <a:lnTo>
                    <a:pt x="17" y="910"/>
                  </a:lnTo>
                  <a:cubicBezTo>
                    <a:pt x="17" y="926"/>
                    <a:pt x="17" y="926"/>
                    <a:pt x="33" y="926"/>
                  </a:cubicBezTo>
                  <a:lnTo>
                    <a:pt x="33" y="910"/>
                  </a:lnTo>
                  <a:lnTo>
                    <a:pt x="33" y="809"/>
                  </a:lnTo>
                  <a:lnTo>
                    <a:pt x="33" y="607"/>
                  </a:lnTo>
                  <a:lnTo>
                    <a:pt x="33" y="389"/>
                  </a:lnTo>
                  <a:cubicBezTo>
                    <a:pt x="33" y="271"/>
                    <a:pt x="49" y="134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0">
              <a:extLst>
                <a:ext uri="{FF2B5EF4-FFF2-40B4-BE49-F238E27FC236}">
                  <a16:creationId xmlns:a16="http://schemas.microsoft.com/office/drawing/2014/main" id="{0535ECDB-E17A-FC21-6F61-CC576E5C7761}"/>
                </a:ext>
              </a:extLst>
            </p:cNvPr>
            <p:cNvSpPr/>
            <p:nvPr/>
          </p:nvSpPr>
          <p:spPr>
            <a:xfrm>
              <a:off x="1033505" y="2707993"/>
              <a:ext cx="5364" cy="85519"/>
            </a:xfrm>
            <a:custGeom>
              <a:avLst/>
              <a:gdLst/>
              <a:ahLst/>
              <a:cxnLst/>
              <a:rect l="l" t="t" r="r" b="b"/>
              <a:pathLst>
                <a:path w="54" h="861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69"/>
                    <a:pt x="37" y="101"/>
                    <a:pt x="37" y="154"/>
                  </a:cubicBezTo>
                  <a:lnTo>
                    <a:pt x="37" y="170"/>
                  </a:lnTo>
                  <a:lnTo>
                    <a:pt x="37" y="675"/>
                  </a:lnTo>
                  <a:lnTo>
                    <a:pt x="37" y="861"/>
                  </a:lnTo>
                  <a:lnTo>
                    <a:pt x="53" y="861"/>
                  </a:lnTo>
                  <a:lnTo>
                    <a:pt x="53" y="675"/>
                  </a:lnTo>
                  <a:lnTo>
                    <a:pt x="53" y="170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0">
              <a:extLst>
                <a:ext uri="{FF2B5EF4-FFF2-40B4-BE49-F238E27FC236}">
                  <a16:creationId xmlns:a16="http://schemas.microsoft.com/office/drawing/2014/main" id="{DA889735-6806-472B-46AB-B5ABD252FB2B}"/>
                </a:ext>
              </a:extLst>
            </p:cNvPr>
            <p:cNvSpPr/>
            <p:nvPr/>
          </p:nvSpPr>
          <p:spPr>
            <a:xfrm>
              <a:off x="1256191" y="1557611"/>
              <a:ext cx="160609" cy="88797"/>
            </a:xfrm>
            <a:custGeom>
              <a:avLst/>
              <a:gdLst/>
              <a:ahLst/>
              <a:cxnLst/>
              <a:rect l="l" t="t" r="r" b="b"/>
              <a:pathLst>
                <a:path w="1617" h="894" extrusionOk="0">
                  <a:moveTo>
                    <a:pt x="1580" y="0"/>
                  </a:moveTo>
                  <a:cubicBezTo>
                    <a:pt x="1548" y="0"/>
                    <a:pt x="1516" y="21"/>
                    <a:pt x="1479" y="37"/>
                  </a:cubicBezTo>
                  <a:cubicBezTo>
                    <a:pt x="1294" y="138"/>
                    <a:pt x="1092" y="239"/>
                    <a:pt x="910" y="340"/>
                  </a:cubicBezTo>
                  <a:cubicBezTo>
                    <a:pt x="671" y="473"/>
                    <a:pt x="437" y="606"/>
                    <a:pt x="203" y="707"/>
                  </a:cubicBezTo>
                  <a:cubicBezTo>
                    <a:pt x="203" y="728"/>
                    <a:pt x="183" y="728"/>
                    <a:pt x="166" y="744"/>
                  </a:cubicBezTo>
                  <a:cubicBezTo>
                    <a:pt x="102" y="760"/>
                    <a:pt x="17" y="792"/>
                    <a:pt x="1" y="877"/>
                  </a:cubicBezTo>
                  <a:lnTo>
                    <a:pt x="1" y="893"/>
                  </a:lnTo>
                  <a:lnTo>
                    <a:pt x="17" y="877"/>
                  </a:lnTo>
                  <a:cubicBezTo>
                    <a:pt x="33" y="808"/>
                    <a:pt x="118" y="776"/>
                    <a:pt x="166" y="760"/>
                  </a:cubicBezTo>
                  <a:cubicBezTo>
                    <a:pt x="183" y="760"/>
                    <a:pt x="203" y="744"/>
                    <a:pt x="219" y="744"/>
                  </a:cubicBezTo>
                  <a:cubicBezTo>
                    <a:pt x="453" y="627"/>
                    <a:pt x="688" y="489"/>
                    <a:pt x="926" y="372"/>
                  </a:cubicBezTo>
                  <a:cubicBezTo>
                    <a:pt x="1112" y="255"/>
                    <a:pt x="1294" y="154"/>
                    <a:pt x="1496" y="53"/>
                  </a:cubicBezTo>
                  <a:cubicBezTo>
                    <a:pt x="1532" y="37"/>
                    <a:pt x="1548" y="37"/>
                    <a:pt x="1580" y="37"/>
                  </a:cubicBezTo>
                  <a:lnTo>
                    <a:pt x="1597" y="37"/>
                  </a:lnTo>
                  <a:cubicBezTo>
                    <a:pt x="1617" y="37"/>
                    <a:pt x="1617" y="21"/>
                    <a:pt x="1617" y="21"/>
                  </a:cubicBezTo>
                  <a:cubicBezTo>
                    <a:pt x="1617" y="0"/>
                    <a:pt x="1617" y="0"/>
                    <a:pt x="1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0">
              <a:extLst>
                <a:ext uri="{FF2B5EF4-FFF2-40B4-BE49-F238E27FC236}">
                  <a16:creationId xmlns:a16="http://schemas.microsoft.com/office/drawing/2014/main" id="{E4C0DA67-684E-036B-6AFB-05AF81E23612}"/>
                </a:ext>
              </a:extLst>
            </p:cNvPr>
            <p:cNvSpPr/>
            <p:nvPr/>
          </p:nvSpPr>
          <p:spPr>
            <a:xfrm>
              <a:off x="1923059" y="1994144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53" y="1"/>
                  </a:moveTo>
                  <a:cubicBezTo>
                    <a:pt x="17" y="17"/>
                    <a:pt x="17" y="33"/>
                    <a:pt x="17" y="69"/>
                  </a:cubicBezTo>
                  <a:lnTo>
                    <a:pt x="17" y="85"/>
                  </a:lnTo>
                  <a:cubicBezTo>
                    <a:pt x="1" y="102"/>
                    <a:pt x="1" y="118"/>
                    <a:pt x="1" y="134"/>
                  </a:cubicBezTo>
                  <a:lnTo>
                    <a:pt x="1" y="170"/>
                  </a:lnTo>
                  <a:cubicBezTo>
                    <a:pt x="1" y="825"/>
                    <a:pt x="17" y="841"/>
                    <a:pt x="356" y="1398"/>
                  </a:cubicBezTo>
                  <a:lnTo>
                    <a:pt x="372" y="1447"/>
                  </a:lnTo>
                  <a:cubicBezTo>
                    <a:pt x="607" y="1818"/>
                    <a:pt x="825" y="2222"/>
                    <a:pt x="1043" y="2594"/>
                  </a:cubicBezTo>
                  <a:cubicBezTo>
                    <a:pt x="1128" y="2727"/>
                    <a:pt x="1197" y="2861"/>
                    <a:pt x="1281" y="3014"/>
                  </a:cubicBezTo>
                  <a:cubicBezTo>
                    <a:pt x="1314" y="3063"/>
                    <a:pt x="1346" y="3115"/>
                    <a:pt x="1399" y="3147"/>
                  </a:cubicBezTo>
                  <a:lnTo>
                    <a:pt x="1415" y="3147"/>
                  </a:lnTo>
                  <a:lnTo>
                    <a:pt x="1415" y="3131"/>
                  </a:lnTo>
                  <a:cubicBezTo>
                    <a:pt x="1366" y="3099"/>
                    <a:pt x="1330" y="3046"/>
                    <a:pt x="1298" y="2998"/>
                  </a:cubicBezTo>
                  <a:cubicBezTo>
                    <a:pt x="1229" y="2861"/>
                    <a:pt x="1144" y="2727"/>
                    <a:pt x="1063" y="2574"/>
                  </a:cubicBezTo>
                  <a:cubicBezTo>
                    <a:pt x="841" y="2206"/>
                    <a:pt x="623" y="1802"/>
                    <a:pt x="389" y="1431"/>
                  </a:cubicBezTo>
                  <a:lnTo>
                    <a:pt x="372" y="1398"/>
                  </a:lnTo>
                  <a:cubicBezTo>
                    <a:pt x="33" y="841"/>
                    <a:pt x="33" y="825"/>
                    <a:pt x="33" y="170"/>
                  </a:cubicBezTo>
                  <a:lnTo>
                    <a:pt x="33" y="134"/>
                  </a:lnTo>
                  <a:lnTo>
                    <a:pt x="33" y="85"/>
                  </a:lnTo>
                  <a:lnTo>
                    <a:pt x="33" y="69"/>
                  </a:lnTo>
                  <a:cubicBezTo>
                    <a:pt x="53" y="49"/>
                    <a:pt x="53" y="33"/>
                    <a:pt x="69" y="33"/>
                  </a:cubicBezTo>
                  <a:lnTo>
                    <a:pt x="69" y="17"/>
                  </a:ln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0">
              <a:extLst>
                <a:ext uri="{FF2B5EF4-FFF2-40B4-BE49-F238E27FC236}">
                  <a16:creationId xmlns:a16="http://schemas.microsoft.com/office/drawing/2014/main" id="{371AE5E7-D3DD-BCF4-01DD-EB3EEEE9F6F3}"/>
                </a:ext>
              </a:extLst>
            </p:cNvPr>
            <p:cNvSpPr/>
            <p:nvPr/>
          </p:nvSpPr>
          <p:spPr>
            <a:xfrm>
              <a:off x="1521886" y="2474082"/>
              <a:ext cx="197458" cy="355981"/>
            </a:xfrm>
            <a:custGeom>
              <a:avLst/>
              <a:gdLst/>
              <a:ahLst/>
              <a:cxnLst/>
              <a:rect l="l" t="t" r="r" b="b"/>
              <a:pathLst>
                <a:path w="1988" h="3584" extrusionOk="0">
                  <a:moveTo>
                    <a:pt x="0" y="0"/>
                  </a:moveTo>
                  <a:cubicBezTo>
                    <a:pt x="0" y="133"/>
                    <a:pt x="69" y="202"/>
                    <a:pt x="154" y="287"/>
                  </a:cubicBezTo>
                  <a:lnTo>
                    <a:pt x="154" y="303"/>
                  </a:lnTo>
                  <a:cubicBezTo>
                    <a:pt x="234" y="388"/>
                    <a:pt x="303" y="469"/>
                    <a:pt x="372" y="570"/>
                  </a:cubicBezTo>
                  <a:cubicBezTo>
                    <a:pt x="404" y="622"/>
                    <a:pt x="436" y="671"/>
                    <a:pt x="489" y="723"/>
                  </a:cubicBezTo>
                  <a:cubicBezTo>
                    <a:pt x="606" y="873"/>
                    <a:pt x="723" y="1026"/>
                    <a:pt x="861" y="1176"/>
                  </a:cubicBezTo>
                  <a:cubicBezTo>
                    <a:pt x="1180" y="1580"/>
                    <a:pt x="1499" y="2004"/>
                    <a:pt x="1818" y="2408"/>
                  </a:cubicBezTo>
                  <a:cubicBezTo>
                    <a:pt x="1834" y="2424"/>
                    <a:pt x="1834" y="2440"/>
                    <a:pt x="1850" y="2456"/>
                  </a:cubicBezTo>
                  <a:cubicBezTo>
                    <a:pt x="1903" y="2509"/>
                    <a:pt x="1951" y="2573"/>
                    <a:pt x="1951" y="2658"/>
                  </a:cubicBezTo>
                  <a:lnTo>
                    <a:pt x="1951" y="3296"/>
                  </a:lnTo>
                  <a:lnTo>
                    <a:pt x="1951" y="3450"/>
                  </a:lnTo>
                  <a:cubicBezTo>
                    <a:pt x="1951" y="3498"/>
                    <a:pt x="1951" y="3535"/>
                    <a:pt x="1935" y="3567"/>
                  </a:cubicBezTo>
                  <a:cubicBezTo>
                    <a:pt x="1919" y="3567"/>
                    <a:pt x="1919" y="3583"/>
                    <a:pt x="1935" y="3583"/>
                  </a:cubicBezTo>
                  <a:lnTo>
                    <a:pt x="1951" y="3583"/>
                  </a:lnTo>
                  <a:cubicBezTo>
                    <a:pt x="1971" y="3535"/>
                    <a:pt x="1988" y="3498"/>
                    <a:pt x="1988" y="3450"/>
                  </a:cubicBezTo>
                  <a:lnTo>
                    <a:pt x="1988" y="3296"/>
                  </a:lnTo>
                  <a:cubicBezTo>
                    <a:pt x="1971" y="3094"/>
                    <a:pt x="1971" y="2876"/>
                    <a:pt x="1988" y="2658"/>
                  </a:cubicBezTo>
                  <a:cubicBezTo>
                    <a:pt x="1988" y="2557"/>
                    <a:pt x="1919" y="2488"/>
                    <a:pt x="1870" y="2440"/>
                  </a:cubicBezTo>
                  <a:cubicBezTo>
                    <a:pt x="1870" y="2424"/>
                    <a:pt x="1850" y="2408"/>
                    <a:pt x="1834" y="2387"/>
                  </a:cubicBezTo>
                  <a:cubicBezTo>
                    <a:pt x="1515" y="1984"/>
                    <a:pt x="1196" y="1563"/>
                    <a:pt x="877" y="1159"/>
                  </a:cubicBezTo>
                  <a:cubicBezTo>
                    <a:pt x="760" y="1010"/>
                    <a:pt x="622" y="856"/>
                    <a:pt x="505" y="707"/>
                  </a:cubicBezTo>
                  <a:cubicBezTo>
                    <a:pt x="473" y="654"/>
                    <a:pt x="420" y="606"/>
                    <a:pt x="388" y="553"/>
                  </a:cubicBezTo>
                  <a:cubicBezTo>
                    <a:pt x="319" y="452"/>
                    <a:pt x="255" y="368"/>
                    <a:pt x="170" y="287"/>
                  </a:cubicBezTo>
                  <a:lnTo>
                    <a:pt x="170" y="267"/>
                  </a:lnTo>
                  <a:cubicBezTo>
                    <a:pt x="101" y="186"/>
                    <a:pt x="32" y="11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0">
              <a:extLst>
                <a:ext uri="{FF2B5EF4-FFF2-40B4-BE49-F238E27FC236}">
                  <a16:creationId xmlns:a16="http://schemas.microsoft.com/office/drawing/2014/main" id="{133CADB7-23C3-A961-9B8C-2C047CA1328F}"/>
                </a:ext>
              </a:extLst>
            </p:cNvPr>
            <p:cNvSpPr/>
            <p:nvPr/>
          </p:nvSpPr>
          <p:spPr>
            <a:xfrm>
              <a:off x="849753" y="3127641"/>
              <a:ext cx="359656" cy="242452"/>
            </a:xfrm>
            <a:custGeom>
              <a:avLst/>
              <a:gdLst/>
              <a:ahLst/>
              <a:cxnLst/>
              <a:rect l="l" t="t" r="r" b="b"/>
              <a:pathLst>
                <a:path w="3621" h="2441" extrusionOk="0">
                  <a:moveTo>
                    <a:pt x="3588" y="33"/>
                  </a:moveTo>
                  <a:lnTo>
                    <a:pt x="3588" y="304"/>
                  </a:lnTo>
                  <a:lnTo>
                    <a:pt x="3588" y="1128"/>
                  </a:lnTo>
                  <a:cubicBezTo>
                    <a:pt x="3588" y="1180"/>
                    <a:pt x="3552" y="1196"/>
                    <a:pt x="3487" y="1213"/>
                  </a:cubicBezTo>
                  <a:cubicBezTo>
                    <a:pt x="3099" y="1346"/>
                    <a:pt x="2695" y="1463"/>
                    <a:pt x="2307" y="1600"/>
                  </a:cubicBezTo>
                  <a:cubicBezTo>
                    <a:pt x="2122" y="1665"/>
                    <a:pt x="1952" y="1718"/>
                    <a:pt x="1786" y="1766"/>
                  </a:cubicBezTo>
                  <a:cubicBezTo>
                    <a:pt x="1382" y="1903"/>
                    <a:pt x="994" y="2037"/>
                    <a:pt x="590" y="2170"/>
                  </a:cubicBezTo>
                  <a:lnTo>
                    <a:pt x="69" y="2340"/>
                  </a:lnTo>
                  <a:cubicBezTo>
                    <a:pt x="33" y="2170"/>
                    <a:pt x="33" y="2004"/>
                    <a:pt x="53" y="1835"/>
                  </a:cubicBezTo>
                  <a:lnTo>
                    <a:pt x="53" y="1564"/>
                  </a:lnTo>
                  <a:cubicBezTo>
                    <a:pt x="33" y="1261"/>
                    <a:pt x="33" y="1261"/>
                    <a:pt x="320" y="1160"/>
                  </a:cubicBezTo>
                  <a:lnTo>
                    <a:pt x="336" y="1160"/>
                  </a:lnTo>
                  <a:cubicBezTo>
                    <a:pt x="691" y="1043"/>
                    <a:pt x="1043" y="910"/>
                    <a:pt x="1398" y="792"/>
                  </a:cubicBezTo>
                  <a:cubicBezTo>
                    <a:pt x="2021" y="574"/>
                    <a:pt x="2643" y="336"/>
                    <a:pt x="3265" y="118"/>
                  </a:cubicBezTo>
                  <a:cubicBezTo>
                    <a:pt x="3301" y="118"/>
                    <a:pt x="3317" y="102"/>
                    <a:pt x="3350" y="102"/>
                  </a:cubicBezTo>
                  <a:cubicBezTo>
                    <a:pt x="3418" y="69"/>
                    <a:pt x="3503" y="33"/>
                    <a:pt x="3588" y="33"/>
                  </a:cubicBezTo>
                  <a:close/>
                  <a:moveTo>
                    <a:pt x="3604" y="1"/>
                  </a:moveTo>
                  <a:cubicBezTo>
                    <a:pt x="3503" y="1"/>
                    <a:pt x="3418" y="33"/>
                    <a:pt x="3333" y="69"/>
                  </a:cubicBezTo>
                  <a:cubicBezTo>
                    <a:pt x="3317" y="85"/>
                    <a:pt x="3285" y="85"/>
                    <a:pt x="3265" y="102"/>
                  </a:cubicBezTo>
                  <a:cubicBezTo>
                    <a:pt x="2643" y="320"/>
                    <a:pt x="2004" y="538"/>
                    <a:pt x="1398" y="756"/>
                  </a:cubicBezTo>
                  <a:cubicBezTo>
                    <a:pt x="1043" y="893"/>
                    <a:pt x="675" y="1011"/>
                    <a:pt x="320" y="1144"/>
                  </a:cubicBezTo>
                  <a:cubicBezTo>
                    <a:pt x="17" y="1245"/>
                    <a:pt x="17" y="1245"/>
                    <a:pt x="17" y="1564"/>
                  </a:cubicBezTo>
                  <a:lnTo>
                    <a:pt x="17" y="1835"/>
                  </a:lnTo>
                  <a:cubicBezTo>
                    <a:pt x="17" y="2004"/>
                    <a:pt x="1" y="2190"/>
                    <a:pt x="53" y="2356"/>
                  </a:cubicBezTo>
                  <a:cubicBezTo>
                    <a:pt x="53" y="2356"/>
                    <a:pt x="33" y="2372"/>
                    <a:pt x="17" y="2392"/>
                  </a:cubicBezTo>
                  <a:cubicBezTo>
                    <a:pt x="17" y="2408"/>
                    <a:pt x="17" y="2408"/>
                    <a:pt x="1" y="2408"/>
                  </a:cubicBezTo>
                  <a:cubicBezTo>
                    <a:pt x="1" y="2424"/>
                    <a:pt x="1" y="2424"/>
                    <a:pt x="17" y="2441"/>
                  </a:cubicBezTo>
                  <a:lnTo>
                    <a:pt x="33" y="2424"/>
                  </a:lnTo>
                  <a:cubicBezTo>
                    <a:pt x="33" y="2424"/>
                    <a:pt x="33" y="2408"/>
                    <a:pt x="53" y="2408"/>
                  </a:cubicBezTo>
                  <a:cubicBezTo>
                    <a:pt x="53" y="2392"/>
                    <a:pt x="69" y="2372"/>
                    <a:pt x="69" y="2372"/>
                  </a:cubicBezTo>
                  <a:lnTo>
                    <a:pt x="86" y="2372"/>
                  </a:lnTo>
                  <a:lnTo>
                    <a:pt x="607" y="2190"/>
                  </a:lnTo>
                  <a:cubicBezTo>
                    <a:pt x="994" y="2069"/>
                    <a:pt x="1398" y="1936"/>
                    <a:pt x="1786" y="1802"/>
                  </a:cubicBezTo>
                  <a:cubicBezTo>
                    <a:pt x="1972" y="1750"/>
                    <a:pt x="2138" y="1685"/>
                    <a:pt x="2307" y="1633"/>
                  </a:cubicBezTo>
                  <a:cubicBezTo>
                    <a:pt x="2695" y="1499"/>
                    <a:pt x="3099" y="1362"/>
                    <a:pt x="3503" y="1229"/>
                  </a:cubicBezTo>
                  <a:cubicBezTo>
                    <a:pt x="3552" y="1213"/>
                    <a:pt x="3604" y="1196"/>
                    <a:pt x="3620" y="1128"/>
                  </a:cubicBezTo>
                  <a:lnTo>
                    <a:pt x="3620" y="304"/>
                  </a:lnTo>
                  <a:lnTo>
                    <a:pt x="3620" y="17"/>
                  </a:ln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0">
              <a:extLst>
                <a:ext uri="{FF2B5EF4-FFF2-40B4-BE49-F238E27FC236}">
                  <a16:creationId xmlns:a16="http://schemas.microsoft.com/office/drawing/2014/main" id="{860222C7-0F84-DAC4-4908-9B4FC0753AC2}"/>
                </a:ext>
              </a:extLst>
            </p:cNvPr>
            <p:cNvSpPr/>
            <p:nvPr/>
          </p:nvSpPr>
          <p:spPr>
            <a:xfrm>
              <a:off x="1521886" y="2126147"/>
              <a:ext cx="202325" cy="414583"/>
            </a:xfrm>
            <a:custGeom>
              <a:avLst/>
              <a:gdLst/>
              <a:ahLst/>
              <a:cxnLst/>
              <a:rect l="l" t="t" r="r" b="b"/>
              <a:pathLst>
                <a:path w="2037" h="4174" extrusionOk="0">
                  <a:moveTo>
                    <a:pt x="16" y="1"/>
                  </a:moveTo>
                  <a:lnTo>
                    <a:pt x="0" y="17"/>
                  </a:lnTo>
                  <a:cubicBezTo>
                    <a:pt x="0" y="118"/>
                    <a:pt x="53" y="186"/>
                    <a:pt x="117" y="271"/>
                  </a:cubicBezTo>
                  <a:cubicBezTo>
                    <a:pt x="202" y="356"/>
                    <a:pt x="271" y="457"/>
                    <a:pt x="335" y="538"/>
                  </a:cubicBezTo>
                  <a:cubicBezTo>
                    <a:pt x="335" y="574"/>
                    <a:pt x="356" y="590"/>
                    <a:pt x="372" y="607"/>
                  </a:cubicBezTo>
                  <a:cubicBezTo>
                    <a:pt x="558" y="877"/>
                    <a:pt x="739" y="1144"/>
                    <a:pt x="925" y="1398"/>
                  </a:cubicBezTo>
                  <a:cubicBezTo>
                    <a:pt x="1244" y="1871"/>
                    <a:pt x="1584" y="2356"/>
                    <a:pt x="1919" y="2845"/>
                  </a:cubicBezTo>
                  <a:cubicBezTo>
                    <a:pt x="1971" y="2897"/>
                    <a:pt x="1988" y="2962"/>
                    <a:pt x="1988" y="3030"/>
                  </a:cubicBezTo>
                  <a:lnTo>
                    <a:pt x="1988" y="3333"/>
                  </a:lnTo>
                  <a:cubicBezTo>
                    <a:pt x="1988" y="3487"/>
                    <a:pt x="1988" y="3652"/>
                    <a:pt x="1971" y="3806"/>
                  </a:cubicBezTo>
                  <a:lnTo>
                    <a:pt x="1971" y="3854"/>
                  </a:lnTo>
                  <a:cubicBezTo>
                    <a:pt x="1971" y="3955"/>
                    <a:pt x="1971" y="4056"/>
                    <a:pt x="2004" y="4157"/>
                  </a:cubicBezTo>
                  <a:lnTo>
                    <a:pt x="2020" y="4174"/>
                  </a:lnTo>
                  <a:lnTo>
                    <a:pt x="2036" y="4157"/>
                  </a:lnTo>
                  <a:cubicBezTo>
                    <a:pt x="1988" y="4056"/>
                    <a:pt x="1988" y="3955"/>
                    <a:pt x="2004" y="3871"/>
                  </a:cubicBezTo>
                  <a:lnTo>
                    <a:pt x="2004" y="3806"/>
                  </a:lnTo>
                  <a:lnTo>
                    <a:pt x="2004" y="3333"/>
                  </a:lnTo>
                  <a:lnTo>
                    <a:pt x="2004" y="3030"/>
                  </a:lnTo>
                  <a:cubicBezTo>
                    <a:pt x="2004" y="2962"/>
                    <a:pt x="1988" y="2897"/>
                    <a:pt x="1935" y="2828"/>
                  </a:cubicBezTo>
                  <a:cubicBezTo>
                    <a:pt x="1600" y="2340"/>
                    <a:pt x="1265" y="1851"/>
                    <a:pt x="941" y="1398"/>
                  </a:cubicBezTo>
                  <a:cubicBezTo>
                    <a:pt x="760" y="1128"/>
                    <a:pt x="574" y="861"/>
                    <a:pt x="404" y="590"/>
                  </a:cubicBezTo>
                  <a:cubicBezTo>
                    <a:pt x="388" y="574"/>
                    <a:pt x="372" y="558"/>
                    <a:pt x="356" y="522"/>
                  </a:cubicBezTo>
                  <a:cubicBezTo>
                    <a:pt x="287" y="437"/>
                    <a:pt x="218" y="336"/>
                    <a:pt x="133" y="255"/>
                  </a:cubicBezTo>
                  <a:cubicBezTo>
                    <a:pt x="69" y="170"/>
                    <a:pt x="32" y="118"/>
                    <a:pt x="32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0">
              <a:extLst>
                <a:ext uri="{FF2B5EF4-FFF2-40B4-BE49-F238E27FC236}">
                  <a16:creationId xmlns:a16="http://schemas.microsoft.com/office/drawing/2014/main" id="{870AC169-747C-E8A6-3075-4F068DE7B6A9}"/>
                </a:ext>
              </a:extLst>
            </p:cNvPr>
            <p:cNvSpPr/>
            <p:nvPr/>
          </p:nvSpPr>
          <p:spPr>
            <a:xfrm>
              <a:off x="1267912" y="2191602"/>
              <a:ext cx="143723" cy="158523"/>
            </a:xfrm>
            <a:custGeom>
              <a:avLst/>
              <a:gdLst/>
              <a:ahLst/>
              <a:cxnLst/>
              <a:rect l="l" t="t" r="r" b="b"/>
              <a:pathLst>
                <a:path w="1447" h="1596" extrusionOk="0">
                  <a:moveTo>
                    <a:pt x="1430" y="0"/>
                  </a:moveTo>
                  <a:cubicBezTo>
                    <a:pt x="1361" y="32"/>
                    <a:pt x="1313" y="49"/>
                    <a:pt x="1244" y="81"/>
                  </a:cubicBezTo>
                  <a:cubicBezTo>
                    <a:pt x="1127" y="133"/>
                    <a:pt x="994" y="202"/>
                    <a:pt x="856" y="251"/>
                  </a:cubicBezTo>
                  <a:cubicBezTo>
                    <a:pt x="772" y="303"/>
                    <a:pt x="691" y="335"/>
                    <a:pt x="590" y="384"/>
                  </a:cubicBezTo>
                  <a:cubicBezTo>
                    <a:pt x="436" y="453"/>
                    <a:pt x="267" y="537"/>
                    <a:pt x="117" y="606"/>
                  </a:cubicBezTo>
                  <a:cubicBezTo>
                    <a:pt x="16" y="655"/>
                    <a:pt x="0" y="707"/>
                    <a:pt x="0" y="788"/>
                  </a:cubicBezTo>
                  <a:lnTo>
                    <a:pt x="0" y="1111"/>
                  </a:lnTo>
                  <a:cubicBezTo>
                    <a:pt x="0" y="1260"/>
                    <a:pt x="0" y="1430"/>
                    <a:pt x="16" y="1580"/>
                  </a:cubicBezTo>
                  <a:cubicBezTo>
                    <a:pt x="16" y="1580"/>
                    <a:pt x="16" y="1596"/>
                    <a:pt x="32" y="1596"/>
                  </a:cubicBezTo>
                  <a:lnTo>
                    <a:pt x="32" y="1580"/>
                  </a:lnTo>
                  <a:cubicBezTo>
                    <a:pt x="16" y="1430"/>
                    <a:pt x="16" y="1260"/>
                    <a:pt x="32" y="1111"/>
                  </a:cubicBezTo>
                  <a:cubicBezTo>
                    <a:pt x="32" y="1010"/>
                    <a:pt x="32" y="909"/>
                    <a:pt x="16" y="788"/>
                  </a:cubicBezTo>
                  <a:cubicBezTo>
                    <a:pt x="16" y="723"/>
                    <a:pt x="32" y="671"/>
                    <a:pt x="117" y="622"/>
                  </a:cubicBezTo>
                  <a:cubicBezTo>
                    <a:pt x="287" y="554"/>
                    <a:pt x="452" y="485"/>
                    <a:pt x="606" y="404"/>
                  </a:cubicBezTo>
                  <a:cubicBezTo>
                    <a:pt x="691" y="368"/>
                    <a:pt x="772" y="319"/>
                    <a:pt x="873" y="283"/>
                  </a:cubicBezTo>
                  <a:cubicBezTo>
                    <a:pt x="994" y="218"/>
                    <a:pt x="1127" y="166"/>
                    <a:pt x="1260" y="101"/>
                  </a:cubicBezTo>
                  <a:cubicBezTo>
                    <a:pt x="1313" y="81"/>
                    <a:pt x="1378" y="49"/>
                    <a:pt x="1430" y="16"/>
                  </a:cubicBezTo>
                  <a:cubicBezTo>
                    <a:pt x="1446" y="16"/>
                    <a:pt x="1446" y="16"/>
                    <a:pt x="1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0">
              <a:extLst>
                <a:ext uri="{FF2B5EF4-FFF2-40B4-BE49-F238E27FC236}">
                  <a16:creationId xmlns:a16="http://schemas.microsoft.com/office/drawing/2014/main" id="{B61880BF-4D4F-98A4-778C-1610639933B1}"/>
                </a:ext>
              </a:extLst>
            </p:cNvPr>
            <p:cNvSpPr/>
            <p:nvPr/>
          </p:nvSpPr>
          <p:spPr>
            <a:xfrm>
              <a:off x="1944712" y="3485608"/>
              <a:ext cx="6953" cy="55026"/>
            </a:xfrm>
            <a:custGeom>
              <a:avLst/>
              <a:gdLst/>
              <a:ahLst/>
              <a:cxnLst/>
              <a:rect l="l" t="t" r="r" b="b"/>
              <a:pathLst>
                <a:path w="70" h="554" extrusionOk="0">
                  <a:moveTo>
                    <a:pt x="37" y="0"/>
                  </a:moveTo>
                  <a:cubicBezTo>
                    <a:pt x="17" y="101"/>
                    <a:pt x="17" y="182"/>
                    <a:pt x="17" y="283"/>
                  </a:cubicBezTo>
                  <a:cubicBezTo>
                    <a:pt x="17" y="368"/>
                    <a:pt x="17" y="452"/>
                    <a:pt x="1" y="537"/>
                  </a:cubicBezTo>
                  <a:cubicBezTo>
                    <a:pt x="1" y="553"/>
                    <a:pt x="1" y="553"/>
                    <a:pt x="17" y="553"/>
                  </a:cubicBezTo>
                  <a:lnTo>
                    <a:pt x="37" y="553"/>
                  </a:lnTo>
                  <a:cubicBezTo>
                    <a:pt x="53" y="452"/>
                    <a:pt x="53" y="368"/>
                    <a:pt x="53" y="283"/>
                  </a:cubicBezTo>
                  <a:cubicBezTo>
                    <a:pt x="37" y="182"/>
                    <a:pt x="37" y="101"/>
                    <a:pt x="53" y="16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0">
              <a:extLst>
                <a:ext uri="{FF2B5EF4-FFF2-40B4-BE49-F238E27FC236}">
                  <a16:creationId xmlns:a16="http://schemas.microsoft.com/office/drawing/2014/main" id="{42746BA8-E46D-D9F6-71AC-AE2C9E36AB4C}"/>
                </a:ext>
              </a:extLst>
            </p:cNvPr>
            <p:cNvSpPr/>
            <p:nvPr/>
          </p:nvSpPr>
          <p:spPr>
            <a:xfrm>
              <a:off x="1815987" y="2282783"/>
              <a:ext cx="5264" cy="64164"/>
            </a:xfrm>
            <a:custGeom>
              <a:avLst/>
              <a:gdLst/>
              <a:ahLst/>
              <a:cxnLst/>
              <a:rect l="l" t="t" r="r" b="b"/>
              <a:pathLst>
                <a:path w="53" h="646" extrusionOk="0">
                  <a:moveTo>
                    <a:pt x="41" y="0"/>
                  </a:moveTo>
                  <a:cubicBezTo>
                    <a:pt x="37" y="0"/>
                    <a:pt x="37" y="7"/>
                    <a:pt x="37" y="7"/>
                  </a:cubicBezTo>
                  <a:cubicBezTo>
                    <a:pt x="20" y="108"/>
                    <a:pt x="20" y="209"/>
                    <a:pt x="20" y="310"/>
                  </a:cubicBezTo>
                  <a:lnTo>
                    <a:pt x="20" y="496"/>
                  </a:lnTo>
                  <a:lnTo>
                    <a:pt x="20" y="544"/>
                  </a:lnTo>
                  <a:cubicBezTo>
                    <a:pt x="20" y="577"/>
                    <a:pt x="20" y="597"/>
                    <a:pt x="0" y="629"/>
                  </a:cubicBezTo>
                  <a:cubicBezTo>
                    <a:pt x="0" y="629"/>
                    <a:pt x="0" y="645"/>
                    <a:pt x="20" y="645"/>
                  </a:cubicBezTo>
                  <a:lnTo>
                    <a:pt x="37" y="645"/>
                  </a:lnTo>
                  <a:cubicBezTo>
                    <a:pt x="53" y="613"/>
                    <a:pt x="53" y="577"/>
                    <a:pt x="53" y="544"/>
                  </a:cubicBezTo>
                  <a:lnTo>
                    <a:pt x="53" y="496"/>
                  </a:lnTo>
                  <a:lnTo>
                    <a:pt x="53" y="310"/>
                  </a:lnTo>
                  <a:cubicBezTo>
                    <a:pt x="37" y="209"/>
                    <a:pt x="37" y="108"/>
                    <a:pt x="53" y="7"/>
                  </a:cubicBezTo>
                  <a:cubicBezTo>
                    <a:pt x="47" y="2"/>
                    <a:pt x="44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0">
              <a:extLst>
                <a:ext uri="{FF2B5EF4-FFF2-40B4-BE49-F238E27FC236}">
                  <a16:creationId xmlns:a16="http://schemas.microsoft.com/office/drawing/2014/main" id="{2A0C97AA-23BA-3C33-685A-0DF507CD9AD4}"/>
                </a:ext>
              </a:extLst>
            </p:cNvPr>
            <p:cNvSpPr/>
            <p:nvPr/>
          </p:nvSpPr>
          <p:spPr>
            <a:xfrm>
              <a:off x="500328" y="1019567"/>
              <a:ext cx="1402767" cy="1004772"/>
            </a:xfrm>
            <a:custGeom>
              <a:avLst/>
              <a:gdLst/>
              <a:ahLst/>
              <a:cxnLst/>
              <a:rect l="l" t="t" r="r" b="b"/>
              <a:pathLst>
                <a:path w="14123" h="10116" extrusionOk="0">
                  <a:moveTo>
                    <a:pt x="9174" y="0"/>
                  </a:moveTo>
                  <a:lnTo>
                    <a:pt x="8803" y="235"/>
                  </a:lnTo>
                  <a:cubicBezTo>
                    <a:pt x="8520" y="404"/>
                    <a:pt x="8249" y="590"/>
                    <a:pt x="7978" y="756"/>
                  </a:cubicBezTo>
                  <a:cubicBezTo>
                    <a:pt x="6985" y="1398"/>
                    <a:pt x="5975" y="2036"/>
                    <a:pt x="4985" y="2658"/>
                  </a:cubicBezTo>
                  <a:lnTo>
                    <a:pt x="4731" y="2828"/>
                  </a:lnTo>
                  <a:cubicBezTo>
                    <a:pt x="3854" y="3398"/>
                    <a:pt x="2981" y="3955"/>
                    <a:pt x="2105" y="4508"/>
                  </a:cubicBezTo>
                  <a:cubicBezTo>
                    <a:pt x="1733" y="4747"/>
                    <a:pt x="1349" y="4997"/>
                    <a:pt x="962" y="5236"/>
                  </a:cubicBezTo>
                  <a:cubicBezTo>
                    <a:pt x="659" y="5438"/>
                    <a:pt x="356" y="5640"/>
                    <a:pt x="53" y="5821"/>
                  </a:cubicBezTo>
                  <a:cubicBezTo>
                    <a:pt x="36" y="5842"/>
                    <a:pt x="36" y="5842"/>
                    <a:pt x="16" y="5842"/>
                  </a:cubicBezTo>
                  <a:lnTo>
                    <a:pt x="0" y="5842"/>
                  </a:lnTo>
                  <a:lnTo>
                    <a:pt x="0" y="5858"/>
                  </a:lnTo>
                  <a:cubicBezTo>
                    <a:pt x="0" y="5858"/>
                    <a:pt x="0" y="5874"/>
                    <a:pt x="16" y="5874"/>
                  </a:cubicBezTo>
                  <a:lnTo>
                    <a:pt x="36" y="5858"/>
                  </a:lnTo>
                  <a:lnTo>
                    <a:pt x="53" y="5858"/>
                  </a:lnTo>
                  <a:cubicBezTo>
                    <a:pt x="372" y="5656"/>
                    <a:pt x="675" y="5454"/>
                    <a:pt x="978" y="5268"/>
                  </a:cubicBezTo>
                  <a:cubicBezTo>
                    <a:pt x="1366" y="5013"/>
                    <a:pt x="1753" y="4763"/>
                    <a:pt x="2121" y="4529"/>
                  </a:cubicBezTo>
                  <a:cubicBezTo>
                    <a:pt x="2998" y="3971"/>
                    <a:pt x="3874" y="3418"/>
                    <a:pt x="4747" y="2860"/>
                  </a:cubicBezTo>
                  <a:lnTo>
                    <a:pt x="5001" y="2691"/>
                  </a:lnTo>
                  <a:cubicBezTo>
                    <a:pt x="5995" y="2052"/>
                    <a:pt x="6985" y="1414"/>
                    <a:pt x="7995" y="792"/>
                  </a:cubicBezTo>
                  <a:cubicBezTo>
                    <a:pt x="8265" y="606"/>
                    <a:pt x="8536" y="436"/>
                    <a:pt x="8823" y="251"/>
                  </a:cubicBezTo>
                  <a:lnTo>
                    <a:pt x="9174" y="33"/>
                  </a:lnTo>
                  <a:lnTo>
                    <a:pt x="9190" y="33"/>
                  </a:lnTo>
                  <a:cubicBezTo>
                    <a:pt x="9227" y="65"/>
                    <a:pt x="9243" y="65"/>
                    <a:pt x="9243" y="85"/>
                  </a:cubicBezTo>
                  <a:cubicBezTo>
                    <a:pt x="9207" y="166"/>
                    <a:pt x="9207" y="251"/>
                    <a:pt x="9207" y="319"/>
                  </a:cubicBezTo>
                  <a:lnTo>
                    <a:pt x="9207" y="420"/>
                  </a:lnTo>
                  <a:cubicBezTo>
                    <a:pt x="9207" y="505"/>
                    <a:pt x="9207" y="554"/>
                    <a:pt x="9259" y="638"/>
                  </a:cubicBezTo>
                  <a:cubicBezTo>
                    <a:pt x="9409" y="873"/>
                    <a:pt x="9578" y="1160"/>
                    <a:pt x="9748" y="1515"/>
                  </a:cubicBezTo>
                  <a:cubicBezTo>
                    <a:pt x="9764" y="1547"/>
                    <a:pt x="9796" y="1580"/>
                    <a:pt x="9812" y="1616"/>
                  </a:cubicBezTo>
                  <a:cubicBezTo>
                    <a:pt x="9897" y="1782"/>
                    <a:pt x="9982" y="1951"/>
                    <a:pt x="10067" y="2105"/>
                  </a:cubicBezTo>
                  <a:cubicBezTo>
                    <a:pt x="10136" y="2222"/>
                    <a:pt x="10200" y="2323"/>
                    <a:pt x="10253" y="2424"/>
                  </a:cubicBezTo>
                  <a:cubicBezTo>
                    <a:pt x="10338" y="2557"/>
                    <a:pt x="10402" y="2691"/>
                    <a:pt x="10487" y="2812"/>
                  </a:cubicBezTo>
                  <a:cubicBezTo>
                    <a:pt x="10620" y="3030"/>
                    <a:pt x="10742" y="3264"/>
                    <a:pt x="10859" y="3482"/>
                  </a:cubicBezTo>
                  <a:cubicBezTo>
                    <a:pt x="10923" y="3600"/>
                    <a:pt x="10992" y="3721"/>
                    <a:pt x="11061" y="3838"/>
                  </a:cubicBezTo>
                  <a:cubicBezTo>
                    <a:pt x="11194" y="4072"/>
                    <a:pt x="11327" y="4327"/>
                    <a:pt x="11465" y="4561"/>
                  </a:cubicBezTo>
                  <a:cubicBezTo>
                    <a:pt x="11598" y="4811"/>
                    <a:pt x="11752" y="5066"/>
                    <a:pt x="11885" y="5316"/>
                  </a:cubicBezTo>
                  <a:cubicBezTo>
                    <a:pt x="12071" y="5656"/>
                    <a:pt x="12236" y="5959"/>
                    <a:pt x="12406" y="6246"/>
                  </a:cubicBezTo>
                  <a:cubicBezTo>
                    <a:pt x="12422" y="6278"/>
                    <a:pt x="12438" y="6310"/>
                    <a:pt x="12458" y="6347"/>
                  </a:cubicBezTo>
                  <a:cubicBezTo>
                    <a:pt x="12507" y="6427"/>
                    <a:pt x="12576" y="6512"/>
                    <a:pt x="12559" y="6597"/>
                  </a:cubicBezTo>
                  <a:cubicBezTo>
                    <a:pt x="12539" y="6751"/>
                    <a:pt x="12539" y="6916"/>
                    <a:pt x="12539" y="7070"/>
                  </a:cubicBezTo>
                  <a:lnTo>
                    <a:pt x="12539" y="7373"/>
                  </a:lnTo>
                  <a:cubicBezTo>
                    <a:pt x="12539" y="7421"/>
                    <a:pt x="12539" y="7474"/>
                    <a:pt x="12559" y="7522"/>
                  </a:cubicBezTo>
                  <a:cubicBezTo>
                    <a:pt x="13012" y="8282"/>
                    <a:pt x="13468" y="9073"/>
                    <a:pt x="13921" y="9881"/>
                  </a:cubicBezTo>
                  <a:cubicBezTo>
                    <a:pt x="13921" y="9897"/>
                    <a:pt x="13937" y="9914"/>
                    <a:pt x="13937" y="9930"/>
                  </a:cubicBezTo>
                  <a:cubicBezTo>
                    <a:pt x="13990" y="9998"/>
                    <a:pt x="14022" y="10083"/>
                    <a:pt x="14107" y="10116"/>
                  </a:cubicBezTo>
                  <a:lnTo>
                    <a:pt x="14123" y="10116"/>
                  </a:lnTo>
                  <a:lnTo>
                    <a:pt x="14123" y="10099"/>
                  </a:lnTo>
                  <a:cubicBezTo>
                    <a:pt x="14038" y="10063"/>
                    <a:pt x="14006" y="9998"/>
                    <a:pt x="13973" y="9930"/>
                  </a:cubicBezTo>
                  <a:cubicBezTo>
                    <a:pt x="13953" y="9897"/>
                    <a:pt x="13953" y="9881"/>
                    <a:pt x="13937" y="9861"/>
                  </a:cubicBezTo>
                  <a:cubicBezTo>
                    <a:pt x="13485" y="9073"/>
                    <a:pt x="13028" y="8265"/>
                    <a:pt x="12592" y="7506"/>
                  </a:cubicBezTo>
                  <a:cubicBezTo>
                    <a:pt x="12559" y="7474"/>
                    <a:pt x="12559" y="7421"/>
                    <a:pt x="12559" y="7389"/>
                  </a:cubicBezTo>
                  <a:cubicBezTo>
                    <a:pt x="12576" y="7272"/>
                    <a:pt x="12576" y="7171"/>
                    <a:pt x="12559" y="7070"/>
                  </a:cubicBezTo>
                  <a:cubicBezTo>
                    <a:pt x="12559" y="6916"/>
                    <a:pt x="12559" y="6751"/>
                    <a:pt x="12576" y="6597"/>
                  </a:cubicBezTo>
                  <a:cubicBezTo>
                    <a:pt x="12592" y="6496"/>
                    <a:pt x="12539" y="6411"/>
                    <a:pt x="12491" y="6326"/>
                  </a:cubicBezTo>
                  <a:cubicBezTo>
                    <a:pt x="12458" y="6294"/>
                    <a:pt x="12438" y="6278"/>
                    <a:pt x="12422" y="6246"/>
                  </a:cubicBezTo>
                  <a:cubicBezTo>
                    <a:pt x="12256" y="5943"/>
                    <a:pt x="12103" y="5640"/>
                    <a:pt x="11917" y="5300"/>
                  </a:cubicBezTo>
                  <a:cubicBezTo>
                    <a:pt x="11768" y="5050"/>
                    <a:pt x="11630" y="4795"/>
                    <a:pt x="11481" y="4561"/>
                  </a:cubicBezTo>
                  <a:cubicBezTo>
                    <a:pt x="11348" y="4307"/>
                    <a:pt x="11210" y="4072"/>
                    <a:pt x="11077" y="3822"/>
                  </a:cubicBezTo>
                  <a:cubicBezTo>
                    <a:pt x="11008" y="3701"/>
                    <a:pt x="10944" y="3583"/>
                    <a:pt x="10891" y="3466"/>
                  </a:cubicBezTo>
                  <a:cubicBezTo>
                    <a:pt x="10758" y="3248"/>
                    <a:pt x="10641" y="3014"/>
                    <a:pt x="10503" y="2792"/>
                  </a:cubicBezTo>
                  <a:cubicBezTo>
                    <a:pt x="10418" y="2674"/>
                    <a:pt x="10354" y="2541"/>
                    <a:pt x="10285" y="2424"/>
                  </a:cubicBezTo>
                  <a:cubicBezTo>
                    <a:pt x="10216" y="2307"/>
                    <a:pt x="10168" y="2206"/>
                    <a:pt x="10099" y="2105"/>
                  </a:cubicBezTo>
                  <a:cubicBezTo>
                    <a:pt x="9998" y="1935"/>
                    <a:pt x="9913" y="1766"/>
                    <a:pt x="9833" y="1616"/>
                  </a:cubicBezTo>
                  <a:cubicBezTo>
                    <a:pt x="9812" y="1564"/>
                    <a:pt x="9796" y="1531"/>
                    <a:pt x="9780" y="1499"/>
                  </a:cubicBezTo>
                  <a:cubicBezTo>
                    <a:pt x="9594" y="1143"/>
                    <a:pt x="9445" y="873"/>
                    <a:pt x="9291" y="622"/>
                  </a:cubicBezTo>
                  <a:cubicBezTo>
                    <a:pt x="9243" y="554"/>
                    <a:pt x="9243" y="489"/>
                    <a:pt x="9243" y="420"/>
                  </a:cubicBezTo>
                  <a:lnTo>
                    <a:pt x="9243" y="319"/>
                  </a:lnTo>
                  <a:cubicBezTo>
                    <a:pt x="9227" y="235"/>
                    <a:pt x="9227" y="166"/>
                    <a:pt x="9259" y="101"/>
                  </a:cubicBezTo>
                  <a:cubicBezTo>
                    <a:pt x="9275" y="65"/>
                    <a:pt x="9243" y="33"/>
                    <a:pt x="9207" y="16"/>
                  </a:cubicBezTo>
                  <a:lnTo>
                    <a:pt x="91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0">
              <a:extLst>
                <a:ext uri="{FF2B5EF4-FFF2-40B4-BE49-F238E27FC236}">
                  <a16:creationId xmlns:a16="http://schemas.microsoft.com/office/drawing/2014/main" id="{334D87F5-7F86-910D-3D54-46560C688BD7}"/>
                </a:ext>
              </a:extLst>
            </p:cNvPr>
            <p:cNvSpPr/>
            <p:nvPr/>
          </p:nvSpPr>
          <p:spPr>
            <a:xfrm>
              <a:off x="1861279" y="2360057"/>
              <a:ext cx="4966" cy="53933"/>
            </a:xfrm>
            <a:custGeom>
              <a:avLst/>
              <a:gdLst/>
              <a:ahLst/>
              <a:cxnLst/>
              <a:rect l="l" t="t" r="r" b="b"/>
              <a:pathLst>
                <a:path w="50" h="543" extrusionOk="0">
                  <a:moveTo>
                    <a:pt x="33" y="1"/>
                  </a:moveTo>
                  <a:cubicBezTo>
                    <a:pt x="33" y="1"/>
                    <a:pt x="17" y="1"/>
                    <a:pt x="17" y="21"/>
                  </a:cubicBezTo>
                  <a:lnTo>
                    <a:pt x="17" y="203"/>
                  </a:lnTo>
                  <a:cubicBezTo>
                    <a:pt x="17" y="324"/>
                    <a:pt x="33" y="425"/>
                    <a:pt x="17" y="526"/>
                  </a:cubicBezTo>
                  <a:cubicBezTo>
                    <a:pt x="1" y="542"/>
                    <a:pt x="17" y="542"/>
                    <a:pt x="17" y="542"/>
                  </a:cubicBezTo>
                  <a:lnTo>
                    <a:pt x="33" y="542"/>
                  </a:lnTo>
                  <a:cubicBezTo>
                    <a:pt x="49" y="425"/>
                    <a:pt x="49" y="324"/>
                    <a:pt x="49" y="203"/>
                  </a:cubicBezTo>
                  <a:lnTo>
                    <a:pt x="49" y="21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0">
              <a:extLst>
                <a:ext uri="{FF2B5EF4-FFF2-40B4-BE49-F238E27FC236}">
                  <a16:creationId xmlns:a16="http://schemas.microsoft.com/office/drawing/2014/main" id="{AA8ADECD-0CB3-F879-C8E8-EF75214D28E8}"/>
                </a:ext>
              </a:extLst>
            </p:cNvPr>
            <p:cNvSpPr/>
            <p:nvPr/>
          </p:nvSpPr>
          <p:spPr>
            <a:xfrm>
              <a:off x="988610" y="1531091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67"/>
                  </a:lnTo>
                  <a:cubicBezTo>
                    <a:pt x="0" y="405"/>
                    <a:pt x="0" y="554"/>
                    <a:pt x="17" y="692"/>
                  </a:cubicBezTo>
                  <a:cubicBezTo>
                    <a:pt x="17" y="692"/>
                    <a:pt x="17" y="708"/>
                    <a:pt x="33" y="708"/>
                  </a:cubicBezTo>
                  <a:lnTo>
                    <a:pt x="33" y="692"/>
                  </a:lnTo>
                  <a:cubicBezTo>
                    <a:pt x="17" y="554"/>
                    <a:pt x="17" y="405"/>
                    <a:pt x="33" y="267"/>
                  </a:cubicBezTo>
                  <a:lnTo>
                    <a:pt x="33" y="17"/>
                  </a:ln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0">
              <a:extLst>
                <a:ext uri="{FF2B5EF4-FFF2-40B4-BE49-F238E27FC236}">
                  <a16:creationId xmlns:a16="http://schemas.microsoft.com/office/drawing/2014/main" id="{44F1F541-9E3D-F3F6-9A25-FAC5FC3F2622}"/>
                </a:ext>
              </a:extLst>
            </p:cNvPr>
            <p:cNvSpPr/>
            <p:nvPr/>
          </p:nvSpPr>
          <p:spPr>
            <a:xfrm>
              <a:off x="1291154" y="2077577"/>
              <a:ext cx="5264" cy="85618"/>
            </a:xfrm>
            <a:custGeom>
              <a:avLst/>
              <a:gdLst/>
              <a:ahLst/>
              <a:cxnLst/>
              <a:rect l="l" t="t" r="r" b="b"/>
              <a:pathLst>
                <a:path w="53" h="86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8"/>
                    <a:pt x="0" y="421"/>
                  </a:cubicBezTo>
                  <a:lnTo>
                    <a:pt x="0" y="692"/>
                  </a:lnTo>
                  <a:lnTo>
                    <a:pt x="0" y="724"/>
                  </a:lnTo>
                  <a:cubicBezTo>
                    <a:pt x="0" y="776"/>
                    <a:pt x="0" y="809"/>
                    <a:pt x="16" y="861"/>
                  </a:cubicBezTo>
                  <a:lnTo>
                    <a:pt x="33" y="861"/>
                  </a:lnTo>
                  <a:cubicBezTo>
                    <a:pt x="53" y="861"/>
                    <a:pt x="53" y="845"/>
                    <a:pt x="53" y="845"/>
                  </a:cubicBezTo>
                  <a:cubicBezTo>
                    <a:pt x="33" y="809"/>
                    <a:pt x="33" y="776"/>
                    <a:pt x="33" y="724"/>
                  </a:cubicBezTo>
                  <a:lnTo>
                    <a:pt x="33" y="692"/>
                  </a:lnTo>
                  <a:lnTo>
                    <a:pt x="33" y="441"/>
                  </a:lnTo>
                  <a:cubicBezTo>
                    <a:pt x="33" y="288"/>
                    <a:pt x="33" y="154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0">
              <a:extLst>
                <a:ext uri="{FF2B5EF4-FFF2-40B4-BE49-F238E27FC236}">
                  <a16:creationId xmlns:a16="http://schemas.microsoft.com/office/drawing/2014/main" id="{216F3CC7-333A-A9C9-6AAF-97538D70F78A}"/>
                </a:ext>
              </a:extLst>
            </p:cNvPr>
            <p:cNvSpPr/>
            <p:nvPr/>
          </p:nvSpPr>
          <p:spPr>
            <a:xfrm>
              <a:off x="1643857" y="2186338"/>
              <a:ext cx="6853" cy="68733"/>
            </a:xfrm>
            <a:custGeom>
              <a:avLst/>
              <a:gdLst/>
              <a:ahLst/>
              <a:cxnLst/>
              <a:rect l="l" t="t" r="r" b="b"/>
              <a:pathLst>
                <a:path w="69" h="692" extrusionOk="0">
                  <a:moveTo>
                    <a:pt x="37" y="1"/>
                  </a:moveTo>
                  <a:cubicBezTo>
                    <a:pt x="16" y="118"/>
                    <a:pt x="16" y="219"/>
                    <a:pt x="16" y="336"/>
                  </a:cubicBezTo>
                  <a:lnTo>
                    <a:pt x="16" y="538"/>
                  </a:lnTo>
                  <a:lnTo>
                    <a:pt x="16" y="574"/>
                  </a:lnTo>
                  <a:cubicBezTo>
                    <a:pt x="16" y="607"/>
                    <a:pt x="37" y="639"/>
                    <a:pt x="16" y="659"/>
                  </a:cubicBezTo>
                  <a:cubicBezTo>
                    <a:pt x="0" y="675"/>
                    <a:pt x="0" y="675"/>
                    <a:pt x="16" y="691"/>
                  </a:cubicBezTo>
                  <a:lnTo>
                    <a:pt x="37" y="675"/>
                  </a:lnTo>
                  <a:cubicBezTo>
                    <a:pt x="53" y="639"/>
                    <a:pt x="53" y="607"/>
                    <a:pt x="53" y="574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19"/>
                    <a:pt x="53" y="11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0">
              <a:extLst>
                <a:ext uri="{FF2B5EF4-FFF2-40B4-BE49-F238E27FC236}">
                  <a16:creationId xmlns:a16="http://schemas.microsoft.com/office/drawing/2014/main" id="{58F6AD6A-47A3-2F7E-29CA-487BCB789E75}"/>
                </a:ext>
              </a:extLst>
            </p:cNvPr>
            <p:cNvSpPr/>
            <p:nvPr/>
          </p:nvSpPr>
          <p:spPr>
            <a:xfrm>
              <a:off x="933186" y="2915383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21" y="134"/>
                    <a:pt x="21" y="267"/>
                    <a:pt x="21" y="388"/>
                  </a:cubicBezTo>
                  <a:lnTo>
                    <a:pt x="21" y="607"/>
                  </a:lnTo>
                  <a:lnTo>
                    <a:pt x="21" y="809"/>
                  </a:lnTo>
                  <a:lnTo>
                    <a:pt x="21" y="910"/>
                  </a:lnTo>
                  <a:cubicBezTo>
                    <a:pt x="21" y="926"/>
                    <a:pt x="21" y="926"/>
                    <a:pt x="37" y="926"/>
                  </a:cubicBezTo>
                  <a:lnTo>
                    <a:pt x="37" y="910"/>
                  </a:lnTo>
                  <a:lnTo>
                    <a:pt x="37" y="809"/>
                  </a:lnTo>
                  <a:cubicBezTo>
                    <a:pt x="37" y="740"/>
                    <a:pt x="53" y="671"/>
                    <a:pt x="37" y="607"/>
                  </a:cubicBezTo>
                  <a:lnTo>
                    <a:pt x="37" y="388"/>
                  </a:lnTo>
                  <a:cubicBezTo>
                    <a:pt x="53" y="267"/>
                    <a:pt x="53" y="134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0">
              <a:extLst>
                <a:ext uri="{FF2B5EF4-FFF2-40B4-BE49-F238E27FC236}">
                  <a16:creationId xmlns:a16="http://schemas.microsoft.com/office/drawing/2014/main" id="{23A60CAC-DD41-45C0-1E73-3EA7081B61C2}"/>
                </a:ext>
              </a:extLst>
            </p:cNvPr>
            <p:cNvSpPr/>
            <p:nvPr/>
          </p:nvSpPr>
          <p:spPr>
            <a:xfrm>
              <a:off x="1841216" y="2781394"/>
              <a:ext cx="4966" cy="53834"/>
            </a:xfrm>
            <a:custGeom>
              <a:avLst/>
              <a:gdLst/>
              <a:ahLst/>
              <a:cxnLst/>
              <a:rect l="l" t="t" r="r" b="b"/>
              <a:pathLst>
                <a:path w="50" h="542" extrusionOk="0">
                  <a:moveTo>
                    <a:pt x="33" y="0"/>
                  </a:moveTo>
                  <a:cubicBezTo>
                    <a:pt x="33" y="0"/>
                    <a:pt x="17" y="0"/>
                    <a:pt x="17" y="21"/>
                  </a:cubicBezTo>
                  <a:cubicBezTo>
                    <a:pt x="1" y="101"/>
                    <a:pt x="1" y="186"/>
                    <a:pt x="1" y="271"/>
                  </a:cubicBezTo>
                  <a:cubicBezTo>
                    <a:pt x="17" y="356"/>
                    <a:pt x="17" y="441"/>
                    <a:pt x="1" y="526"/>
                  </a:cubicBezTo>
                  <a:lnTo>
                    <a:pt x="1" y="542"/>
                  </a:lnTo>
                  <a:lnTo>
                    <a:pt x="17" y="542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1"/>
                    <a:pt x="49" y="21"/>
                  </a:cubicBezTo>
                  <a:cubicBezTo>
                    <a:pt x="49" y="21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0">
              <a:extLst>
                <a:ext uri="{FF2B5EF4-FFF2-40B4-BE49-F238E27FC236}">
                  <a16:creationId xmlns:a16="http://schemas.microsoft.com/office/drawing/2014/main" id="{FB90E62B-3E25-4B04-85A1-AC134EA2121C}"/>
                </a:ext>
              </a:extLst>
            </p:cNvPr>
            <p:cNvSpPr/>
            <p:nvPr/>
          </p:nvSpPr>
          <p:spPr>
            <a:xfrm>
              <a:off x="1861279" y="2515799"/>
              <a:ext cx="4966" cy="57013"/>
            </a:xfrm>
            <a:custGeom>
              <a:avLst/>
              <a:gdLst/>
              <a:ahLst/>
              <a:cxnLst/>
              <a:rect l="l" t="t" r="r" b="b"/>
              <a:pathLst>
                <a:path w="50" h="574" extrusionOk="0">
                  <a:moveTo>
                    <a:pt x="33" y="0"/>
                  </a:moveTo>
                  <a:lnTo>
                    <a:pt x="17" y="16"/>
                  </a:lnTo>
                  <a:lnTo>
                    <a:pt x="17" y="218"/>
                  </a:lnTo>
                  <a:cubicBezTo>
                    <a:pt x="17" y="335"/>
                    <a:pt x="33" y="436"/>
                    <a:pt x="17" y="554"/>
                  </a:cubicBezTo>
                  <a:cubicBezTo>
                    <a:pt x="1" y="554"/>
                    <a:pt x="17" y="574"/>
                    <a:pt x="17" y="574"/>
                  </a:cubicBezTo>
                  <a:cubicBezTo>
                    <a:pt x="33" y="574"/>
                    <a:pt x="33" y="574"/>
                    <a:pt x="33" y="554"/>
                  </a:cubicBezTo>
                  <a:cubicBezTo>
                    <a:pt x="49" y="453"/>
                    <a:pt x="49" y="335"/>
                    <a:pt x="49" y="218"/>
                  </a:cubicBezTo>
                  <a:lnTo>
                    <a:pt x="49" y="16"/>
                  </a:ln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0">
              <a:extLst>
                <a:ext uri="{FF2B5EF4-FFF2-40B4-BE49-F238E27FC236}">
                  <a16:creationId xmlns:a16="http://schemas.microsoft.com/office/drawing/2014/main" id="{65F3197D-064D-F9C6-D6D0-AD6556D77CB0}"/>
                </a:ext>
              </a:extLst>
            </p:cNvPr>
            <p:cNvSpPr/>
            <p:nvPr/>
          </p:nvSpPr>
          <p:spPr>
            <a:xfrm>
              <a:off x="1669085" y="1876941"/>
              <a:ext cx="4966" cy="65554"/>
            </a:xfrm>
            <a:custGeom>
              <a:avLst/>
              <a:gdLst/>
              <a:ahLst/>
              <a:cxnLst/>
              <a:rect l="l" t="t" r="r" b="b"/>
              <a:pathLst>
                <a:path w="50" h="660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55"/>
                    <a:pt x="17" y="272"/>
                    <a:pt x="17" y="405"/>
                  </a:cubicBezTo>
                  <a:lnTo>
                    <a:pt x="17" y="643"/>
                  </a:lnTo>
                  <a:lnTo>
                    <a:pt x="17" y="659"/>
                  </a:lnTo>
                  <a:lnTo>
                    <a:pt x="33" y="659"/>
                  </a:lnTo>
                  <a:lnTo>
                    <a:pt x="33" y="643"/>
                  </a:lnTo>
                  <a:lnTo>
                    <a:pt x="33" y="405"/>
                  </a:lnTo>
                  <a:cubicBezTo>
                    <a:pt x="33" y="272"/>
                    <a:pt x="33" y="15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0">
              <a:extLst>
                <a:ext uri="{FF2B5EF4-FFF2-40B4-BE49-F238E27FC236}">
                  <a16:creationId xmlns:a16="http://schemas.microsoft.com/office/drawing/2014/main" id="{B0180EF6-DC92-CD98-E4C2-BDF91D876750}"/>
                </a:ext>
              </a:extLst>
            </p:cNvPr>
            <p:cNvSpPr/>
            <p:nvPr/>
          </p:nvSpPr>
          <p:spPr>
            <a:xfrm>
              <a:off x="1520197" y="2298277"/>
              <a:ext cx="200736" cy="374853"/>
            </a:xfrm>
            <a:custGeom>
              <a:avLst/>
              <a:gdLst/>
              <a:ahLst/>
              <a:cxnLst/>
              <a:rect l="l" t="t" r="r" b="b"/>
              <a:pathLst>
                <a:path w="2021" h="3774" extrusionOk="0">
                  <a:moveTo>
                    <a:pt x="1" y="1"/>
                  </a:moveTo>
                  <a:lnTo>
                    <a:pt x="1" y="17"/>
                  </a:lnTo>
                  <a:cubicBezTo>
                    <a:pt x="203" y="356"/>
                    <a:pt x="437" y="659"/>
                    <a:pt x="676" y="962"/>
                  </a:cubicBezTo>
                  <a:cubicBezTo>
                    <a:pt x="809" y="1148"/>
                    <a:pt x="942" y="1330"/>
                    <a:pt x="1059" y="1516"/>
                  </a:cubicBezTo>
                  <a:cubicBezTo>
                    <a:pt x="1330" y="1871"/>
                    <a:pt x="1601" y="2239"/>
                    <a:pt x="1887" y="2643"/>
                  </a:cubicBezTo>
                  <a:cubicBezTo>
                    <a:pt x="1952" y="2727"/>
                    <a:pt x="2005" y="2812"/>
                    <a:pt x="1988" y="2929"/>
                  </a:cubicBezTo>
                  <a:cubicBezTo>
                    <a:pt x="1968" y="3099"/>
                    <a:pt x="1988" y="3249"/>
                    <a:pt x="1988" y="3418"/>
                  </a:cubicBezTo>
                  <a:lnTo>
                    <a:pt x="1988" y="3604"/>
                  </a:lnTo>
                  <a:cubicBezTo>
                    <a:pt x="1988" y="3653"/>
                    <a:pt x="1988" y="3705"/>
                    <a:pt x="1952" y="3754"/>
                  </a:cubicBezTo>
                  <a:lnTo>
                    <a:pt x="1952" y="3774"/>
                  </a:lnTo>
                  <a:lnTo>
                    <a:pt x="1968" y="3774"/>
                  </a:lnTo>
                  <a:cubicBezTo>
                    <a:pt x="2005" y="3721"/>
                    <a:pt x="2005" y="3673"/>
                    <a:pt x="2005" y="3604"/>
                  </a:cubicBezTo>
                  <a:lnTo>
                    <a:pt x="2005" y="3418"/>
                  </a:lnTo>
                  <a:cubicBezTo>
                    <a:pt x="2005" y="3249"/>
                    <a:pt x="2005" y="3099"/>
                    <a:pt x="2021" y="2929"/>
                  </a:cubicBezTo>
                  <a:cubicBezTo>
                    <a:pt x="2021" y="2796"/>
                    <a:pt x="1968" y="2711"/>
                    <a:pt x="1920" y="2626"/>
                  </a:cubicBezTo>
                  <a:cubicBezTo>
                    <a:pt x="1617" y="2222"/>
                    <a:pt x="1346" y="1855"/>
                    <a:pt x="1096" y="1499"/>
                  </a:cubicBezTo>
                  <a:cubicBezTo>
                    <a:pt x="958" y="1314"/>
                    <a:pt x="825" y="1128"/>
                    <a:pt x="692" y="946"/>
                  </a:cubicBezTo>
                  <a:cubicBezTo>
                    <a:pt x="474" y="643"/>
                    <a:pt x="235" y="34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0">
              <a:extLst>
                <a:ext uri="{FF2B5EF4-FFF2-40B4-BE49-F238E27FC236}">
                  <a16:creationId xmlns:a16="http://schemas.microsoft.com/office/drawing/2014/main" id="{C2555C78-D5CE-4555-9F50-0FE079856D23}"/>
                </a:ext>
              </a:extLst>
            </p:cNvPr>
            <p:cNvSpPr/>
            <p:nvPr/>
          </p:nvSpPr>
          <p:spPr>
            <a:xfrm>
              <a:off x="1675542" y="3672538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0" y="138"/>
                    <a:pt x="0" y="271"/>
                    <a:pt x="0" y="388"/>
                  </a:cubicBezTo>
                  <a:lnTo>
                    <a:pt x="0" y="606"/>
                  </a:lnTo>
                  <a:cubicBezTo>
                    <a:pt x="0" y="623"/>
                    <a:pt x="0" y="623"/>
                    <a:pt x="21" y="623"/>
                  </a:cubicBezTo>
                  <a:lnTo>
                    <a:pt x="37" y="606"/>
                  </a:lnTo>
                  <a:cubicBezTo>
                    <a:pt x="37" y="542"/>
                    <a:pt x="37" y="457"/>
                    <a:pt x="21" y="388"/>
                  </a:cubicBezTo>
                  <a:cubicBezTo>
                    <a:pt x="21" y="271"/>
                    <a:pt x="21" y="138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0">
              <a:extLst>
                <a:ext uri="{FF2B5EF4-FFF2-40B4-BE49-F238E27FC236}">
                  <a16:creationId xmlns:a16="http://schemas.microsoft.com/office/drawing/2014/main" id="{D512106E-BA06-DA69-FCFB-E2DADA9CECC1}"/>
                </a:ext>
              </a:extLst>
            </p:cNvPr>
            <p:cNvSpPr/>
            <p:nvPr/>
          </p:nvSpPr>
          <p:spPr>
            <a:xfrm>
              <a:off x="1518608" y="2639359"/>
              <a:ext cx="185539" cy="329461"/>
            </a:xfrm>
            <a:custGeom>
              <a:avLst/>
              <a:gdLst/>
              <a:ahLst/>
              <a:cxnLst/>
              <a:rect l="l" t="t" r="r" b="b"/>
              <a:pathLst>
                <a:path w="1868" h="3317" extrusionOk="0">
                  <a:moveTo>
                    <a:pt x="17" y="0"/>
                  </a:moveTo>
                  <a:lnTo>
                    <a:pt x="17" y="17"/>
                  </a:lnTo>
                  <a:cubicBezTo>
                    <a:pt x="17" y="37"/>
                    <a:pt x="17" y="53"/>
                    <a:pt x="33" y="53"/>
                  </a:cubicBezTo>
                  <a:cubicBezTo>
                    <a:pt x="49" y="138"/>
                    <a:pt x="65" y="202"/>
                    <a:pt x="49" y="303"/>
                  </a:cubicBezTo>
                  <a:cubicBezTo>
                    <a:pt x="1" y="404"/>
                    <a:pt x="86" y="473"/>
                    <a:pt x="134" y="521"/>
                  </a:cubicBezTo>
                  <a:cubicBezTo>
                    <a:pt x="166" y="558"/>
                    <a:pt x="187" y="574"/>
                    <a:pt x="203" y="590"/>
                  </a:cubicBezTo>
                  <a:cubicBezTo>
                    <a:pt x="368" y="808"/>
                    <a:pt x="554" y="1010"/>
                    <a:pt x="724" y="1228"/>
                  </a:cubicBezTo>
                  <a:cubicBezTo>
                    <a:pt x="1027" y="1600"/>
                    <a:pt x="1330" y="1972"/>
                    <a:pt x="1633" y="2339"/>
                  </a:cubicBezTo>
                  <a:cubicBezTo>
                    <a:pt x="1782" y="2509"/>
                    <a:pt x="1835" y="2663"/>
                    <a:pt x="1819" y="2828"/>
                  </a:cubicBezTo>
                  <a:cubicBezTo>
                    <a:pt x="1802" y="2913"/>
                    <a:pt x="1802" y="2998"/>
                    <a:pt x="1802" y="3083"/>
                  </a:cubicBezTo>
                  <a:cubicBezTo>
                    <a:pt x="1819" y="3115"/>
                    <a:pt x="1819" y="3147"/>
                    <a:pt x="1819" y="3184"/>
                  </a:cubicBezTo>
                  <a:lnTo>
                    <a:pt x="1819" y="3216"/>
                  </a:lnTo>
                  <a:cubicBezTo>
                    <a:pt x="1819" y="3248"/>
                    <a:pt x="1819" y="3285"/>
                    <a:pt x="1782" y="3301"/>
                  </a:cubicBezTo>
                  <a:lnTo>
                    <a:pt x="1782" y="3317"/>
                  </a:lnTo>
                  <a:lnTo>
                    <a:pt x="1802" y="3317"/>
                  </a:lnTo>
                  <a:cubicBezTo>
                    <a:pt x="1835" y="3285"/>
                    <a:pt x="1835" y="3248"/>
                    <a:pt x="1835" y="3216"/>
                  </a:cubicBezTo>
                  <a:lnTo>
                    <a:pt x="1835" y="3184"/>
                  </a:lnTo>
                  <a:lnTo>
                    <a:pt x="1835" y="3083"/>
                  </a:lnTo>
                  <a:lnTo>
                    <a:pt x="1835" y="2828"/>
                  </a:lnTo>
                  <a:cubicBezTo>
                    <a:pt x="1867" y="2610"/>
                    <a:pt x="1766" y="2461"/>
                    <a:pt x="1665" y="2323"/>
                  </a:cubicBezTo>
                  <a:cubicBezTo>
                    <a:pt x="1346" y="1956"/>
                    <a:pt x="1043" y="1584"/>
                    <a:pt x="740" y="1212"/>
                  </a:cubicBezTo>
                  <a:cubicBezTo>
                    <a:pt x="570" y="994"/>
                    <a:pt x="405" y="792"/>
                    <a:pt x="219" y="574"/>
                  </a:cubicBezTo>
                  <a:cubicBezTo>
                    <a:pt x="203" y="558"/>
                    <a:pt x="187" y="521"/>
                    <a:pt x="166" y="505"/>
                  </a:cubicBezTo>
                  <a:cubicBezTo>
                    <a:pt x="102" y="457"/>
                    <a:pt x="33" y="404"/>
                    <a:pt x="65" y="303"/>
                  </a:cubicBezTo>
                  <a:cubicBezTo>
                    <a:pt x="102" y="202"/>
                    <a:pt x="65" y="118"/>
                    <a:pt x="49" y="53"/>
                  </a:cubicBezTo>
                  <a:cubicBezTo>
                    <a:pt x="49" y="37"/>
                    <a:pt x="49" y="17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0">
              <a:extLst>
                <a:ext uri="{FF2B5EF4-FFF2-40B4-BE49-F238E27FC236}">
                  <a16:creationId xmlns:a16="http://schemas.microsoft.com/office/drawing/2014/main" id="{BC419FCD-458C-FABD-D204-BFB6EF198683}"/>
                </a:ext>
              </a:extLst>
            </p:cNvPr>
            <p:cNvSpPr/>
            <p:nvPr/>
          </p:nvSpPr>
          <p:spPr>
            <a:xfrm>
              <a:off x="1792646" y="2718025"/>
              <a:ext cx="5364" cy="53437"/>
            </a:xfrm>
            <a:custGeom>
              <a:avLst/>
              <a:gdLst/>
              <a:ahLst/>
              <a:cxnLst/>
              <a:rect l="l" t="t" r="r" b="b"/>
              <a:pathLst>
                <a:path w="54" h="538" extrusionOk="0">
                  <a:moveTo>
                    <a:pt x="17" y="0"/>
                  </a:moveTo>
                  <a:cubicBezTo>
                    <a:pt x="1" y="85"/>
                    <a:pt x="1" y="186"/>
                    <a:pt x="17" y="271"/>
                  </a:cubicBezTo>
                  <a:cubicBezTo>
                    <a:pt x="17" y="356"/>
                    <a:pt x="17" y="436"/>
                    <a:pt x="1" y="521"/>
                  </a:cubicBezTo>
                  <a:lnTo>
                    <a:pt x="1" y="537"/>
                  </a:lnTo>
                  <a:lnTo>
                    <a:pt x="17" y="537"/>
                  </a:lnTo>
                  <a:lnTo>
                    <a:pt x="17" y="521"/>
                  </a:lnTo>
                  <a:cubicBezTo>
                    <a:pt x="33" y="436"/>
                    <a:pt x="33" y="356"/>
                    <a:pt x="33" y="271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0">
              <a:extLst>
                <a:ext uri="{FF2B5EF4-FFF2-40B4-BE49-F238E27FC236}">
                  <a16:creationId xmlns:a16="http://schemas.microsoft.com/office/drawing/2014/main" id="{1143D437-FD52-D2C2-26D7-F8EC1A164944}"/>
                </a:ext>
              </a:extLst>
            </p:cNvPr>
            <p:cNvSpPr/>
            <p:nvPr/>
          </p:nvSpPr>
          <p:spPr>
            <a:xfrm>
              <a:off x="1183982" y="2643332"/>
              <a:ext cx="6953" cy="86413"/>
            </a:xfrm>
            <a:custGeom>
              <a:avLst/>
              <a:gdLst/>
              <a:ahLst/>
              <a:cxnLst/>
              <a:rect l="l" t="t" r="r" b="b"/>
              <a:pathLst>
                <a:path w="70" h="870" extrusionOk="0">
                  <a:moveTo>
                    <a:pt x="23" y="1"/>
                  </a:moveTo>
                  <a:cubicBezTo>
                    <a:pt x="21" y="1"/>
                    <a:pt x="21" y="5"/>
                    <a:pt x="21" y="13"/>
                  </a:cubicBezTo>
                  <a:cubicBezTo>
                    <a:pt x="1" y="13"/>
                    <a:pt x="1" y="13"/>
                    <a:pt x="1" y="29"/>
                  </a:cubicBezTo>
                  <a:cubicBezTo>
                    <a:pt x="37" y="61"/>
                    <a:pt x="37" y="114"/>
                    <a:pt x="37" y="146"/>
                  </a:cubicBezTo>
                  <a:lnTo>
                    <a:pt x="37" y="179"/>
                  </a:lnTo>
                  <a:lnTo>
                    <a:pt x="37" y="417"/>
                  </a:lnTo>
                  <a:cubicBezTo>
                    <a:pt x="37" y="566"/>
                    <a:pt x="21" y="720"/>
                    <a:pt x="53" y="853"/>
                  </a:cubicBezTo>
                  <a:lnTo>
                    <a:pt x="53" y="869"/>
                  </a:lnTo>
                  <a:cubicBezTo>
                    <a:pt x="69" y="869"/>
                    <a:pt x="69" y="853"/>
                    <a:pt x="69" y="853"/>
                  </a:cubicBezTo>
                  <a:cubicBezTo>
                    <a:pt x="53" y="704"/>
                    <a:pt x="53" y="566"/>
                    <a:pt x="53" y="417"/>
                  </a:cubicBezTo>
                  <a:cubicBezTo>
                    <a:pt x="53" y="348"/>
                    <a:pt x="69" y="263"/>
                    <a:pt x="53" y="179"/>
                  </a:cubicBezTo>
                  <a:lnTo>
                    <a:pt x="53" y="146"/>
                  </a:lnTo>
                  <a:cubicBezTo>
                    <a:pt x="53" y="98"/>
                    <a:pt x="53" y="61"/>
                    <a:pt x="37" y="13"/>
                  </a:cubicBezTo>
                  <a:cubicBezTo>
                    <a:pt x="29" y="5"/>
                    <a:pt x="25" y="1"/>
                    <a:pt x="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0">
              <a:extLst>
                <a:ext uri="{FF2B5EF4-FFF2-40B4-BE49-F238E27FC236}">
                  <a16:creationId xmlns:a16="http://schemas.microsoft.com/office/drawing/2014/main" id="{5A7393B5-41FC-0DEA-024C-3A29BC95864A}"/>
                </a:ext>
              </a:extLst>
            </p:cNvPr>
            <p:cNvSpPr/>
            <p:nvPr/>
          </p:nvSpPr>
          <p:spPr>
            <a:xfrm>
              <a:off x="888292" y="3099135"/>
              <a:ext cx="3278" cy="93663"/>
            </a:xfrm>
            <a:custGeom>
              <a:avLst/>
              <a:gdLst/>
              <a:ahLst/>
              <a:cxnLst/>
              <a:rect l="l" t="t" r="r" b="b"/>
              <a:pathLst>
                <a:path w="33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17" y="405"/>
                  </a:cubicBezTo>
                  <a:cubicBezTo>
                    <a:pt x="17" y="473"/>
                    <a:pt x="0" y="538"/>
                    <a:pt x="17" y="623"/>
                  </a:cubicBezTo>
                  <a:lnTo>
                    <a:pt x="17" y="825"/>
                  </a:lnTo>
                  <a:lnTo>
                    <a:pt x="17" y="926"/>
                  </a:lnTo>
                  <a:lnTo>
                    <a:pt x="17" y="942"/>
                  </a:lnTo>
                  <a:cubicBezTo>
                    <a:pt x="33" y="942"/>
                    <a:pt x="33" y="926"/>
                    <a:pt x="33" y="926"/>
                  </a:cubicBezTo>
                  <a:lnTo>
                    <a:pt x="33" y="825"/>
                  </a:lnTo>
                  <a:lnTo>
                    <a:pt x="33" y="607"/>
                  </a:lnTo>
                  <a:lnTo>
                    <a:pt x="33" y="405"/>
                  </a:lnTo>
                  <a:cubicBezTo>
                    <a:pt x="33" y="272"/>
                    <a:pt x="33" y="154"/>
                    <a:pt x="17" y="17"/>
                  </a:cubicBezTo>
                  <a:cubicBezTo>
                    <a:pt x="17" y="17"/>
                    <a:pt x="17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0">
              <a:extLst>
                <a:ext uri="{FF2B5EF4-FFF2-40B4-BE49-F238E27FC236}">
                  <a16:creationId xmlns:a16="http://schemas.microsoft.com/office/drawing/2014/main" id="{E05518F3-8546-4144-76BE-21CC05EBAD75}"/>
                </a:ext>
              </a:extLst>
            </p:cNvPr>
            <p:cNvSpPr/>
            <p:nvPr/>
          </p:nvSpPr>
          <p:spPr>
            <a:xfrm>
              <a:off x="1262647" y="3431774"/>
              <a:ext cx="147398" cy="142134"/>
            </a:xfrm>
            <a:custGeom>
              <a:avLst/>
              <a:gdLst/>
              <a:ahLst/>
              <a:cxnLst/>
              <a:rect l="l" t="t" r="r" b="b"/>
              <a:pathLst>
                <a:path w="1484" h="1431" extrusionOk="0">
                  <a:moveTo>
                    <a:pt x="1467" y="1"/>
                  </a:moveTo>
                  <a:cubicBezTo>
                    <a:pt x="1063" y="118"/>
                    <a:pt x="659" y="239"/>
                    <a:pt x="271" y="356"/>
                  </a:cubicBezTo>
                  <a:lnTo>
                    <a:pt x="255" y="356"/>
                  </a:lnTo>
                  <a:cubicBezTo>
                    <a:pt x="239" y="372"/>
                    <a:pt x="202" y="372"/>
                    <a:pt x="186" y="372"/>
                  </a:cubicBezTo>
                  <a:cubicBezTo>
                    <a:pt x="118" y="389"/>
                    <a:pt x="69" y="389"/>
                    <a:pt x="37" y="457"/>
                  </a:cubicBezTo>
                  <a:cubicBezTo>
                    <a:pt x="0" y="506"/>
                    <a:pt x="0" y="574"/>
                    <a:pt x="0" y="643"/>
                  </a:cubicBezTo>
                  <a:cubicBezTo>
                    <a:pt x="0" y="659"/>
                    <a:pt x="17" y="692"/>
                    <a:pt x="17" y="708"/>
                  </a:cubicBezTo>
                  <a:cubicBezTo>
                    <a:pt x="17" y="793"/>
                    <a:pt x="17" y="861"/>
                    <a:pt x="0" y="946"/>
                  </a:cubicBezTo>
                  <a:cubicBezTo>
                    <a:pt x="0" y="1095"/>
                    <a:pt x="0" y="1265"/>
                    <a:pt x="17" y="1431"/>
                  </a:cubicBezTo>
                  <a:lnTo>
                    <a:pt x="53" y="1431"/>
                  </a:lnTo>
                  <a:cubicBezTo>
                    <a:pt x="37" y="1265"/>
                    <a:pt x="37" y="1095"/>
                    <a:pt x="37" y="946"/>
                  </a:cubicBezTo>
                  <a:lnTo>
                    <a:pt x="37" y="708"/>
                  </a:lnTo>
                  <a:lnTo>
                    <a:pt x="37" y="643"/>
                  </a:lnTo>
                  <a:cubicBezTo>
                    <a:pt x="17" y="574"/>
                    <a:pt x="17" y="506"/>
                    <a:pt x="53" y="457"/>
                  </a:cubicBezTo>
                  <a:cubicBezTo>
                    <a:pt x="85" y="421"/>
                    <a:pt x="138" y="405"/>
                    <a:pt x="186" y="405"/>
                  </a:cubicBezTo>
                  <a:cubicBezTo>
                    <a:pt x="219" y="389"/>
                    <a:pt x="239" y="389"/>
                    <a:pt x="255" y="389"/>
                  </a:cubicBezTo>
                  <a:cubicBezTo>
                    <a:pt x="271" y="389"/>
                    <a:pt x="271" y="372"/>
                    <a:pt x="271" y="372"/>
                  </a:cubicBezTo>
                  <a:cubicBezTo>
                    <a:pt x="675" y="255"/>
                    <a:pt x="1079" y="138"/>
                    <a:pt x="1467" y="17"/>
                  </a:cubicBezTo>
                  <a:cubicBezTo>
                    <a:pt x="1483" y="17"/>
                    <a:pt x="1483" y="17"/>
                    <a:pt x="1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0">
              <a:extLst>
                <a:ext uri="{FF2B5EF4-FFF2-40B4-BE49-F238E27FC236}">
                  <a16:creationId xmlns:a16="http://schemas.microsoft.com/office/drawing/2014/main" id="{640F9368-5096-49F2-AE9A-F12DA97E1C66}"/>
                </a:ext>
              </a:extLst>
            </p:cNvPr>
            <p:cNvSpPr/>
            <p:nvPr/>
          </p:nvSpPr>
          <p:spPr>
            <a:xfrm>
              <a:off x="1762550" y="3602315"/>
              <a:ext cx="5364" cy="67144"/>
            </a:xfrm>
            <a:custGeom>
              <a:avLst/>
              <a:gdLst/>
              <a:ahLst/>
              <a:cxnLst/>
              <a:rect l="l" t="t" r="r" b="b"/>
              <a:pathLst>
                <a:path w="54" h="676" extrusionOk="0">
                  <a:moveTo>
                    <a:pt x="33" y="1"/>
                  </a:moveTo>
                  <a:cubicBezTo>
                    <a:pt x="17" y="118"/>
                    <a:pt x="17" y="219"/>
                    <a:pt x="17" y="320"/>
                  </a:cubicBezTo>
                  <a:lnTo>
                    <a:pt x="17" y="522"/>
                  </a:lnTo>
                  <a:lnTo>
                    <a:pt x="17" y="574"/>
                  </a:lnTo>
                  <a:cubicBezTo>
                    <a:pt x="17" y="607"/>
                    <a:pt x="17" y="643"/>
                    <a:pt x="1" y="659"/>
                  </a:cubicBezTo>
                  <a:cubicBezTo>
                    <a:pt x="1" y="675"/>
                    <a:pt x="1" y="675"/>
                    <a:pt x="17" y="675"/>
                  </a:cubicBezTo>
                  <a:lnTo>
                    <a:pt x="33" y="675"/>
                  </a:lnTo>
                  <a:cubicBezTo>
                    <a:pt x="53" y="643"/>
                    <a:pt x="53" y="607"/>
                    <a:pt x="53" y="574"/>
                  </a:cubicBezTo>
                  <a:cubicBezTo>
                    <a:pt x="33" y="558"/>
                    <a:pt x="33" y="542"/>
                    <a:pt x="33" y="522"/>
                  </a:cubicBezTo>
                  <a:cubicBezTo>
                    <a:pt x="53" y="457"/>
                    <a:pt x="53" y="388"/>
                    <a:pt x="33" y="320"/>
                  </a:cubicBezTo>
                  <a:cubicBezTo>
                    <a:pt x="33" y="219"/>
                    <a:pt x="33" y="118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0">
              <a:extLst>
                <a:ext uri="{FF2B5EF4-FFF2-40B4-BE49-F238E27FC236}">
                  <a16:creationId xmlns:a16="http://schemas.microsoft.com/office/drawing/2014/main" id="{ABF9B043-3109-6EF3-77C9-019C0521967A}"/>
                </a:ext>
              </a:extLst>
            </p:cNvPr>
            <p:cNvSpPr/>
            <p:nvPr/>
          </p:nvSpPr>
          <p:spPr>
            <a:xfrm>
              <a:off x="1518608" y="2686340"/>
              <a:ext cx="220799" cy="331050"/>
            </a:xfrm>
            <a:custGeom>
              <a:avLst/>
              <a:gdLst/>
              <a:ahLst/>
              <a:cxnLst/>
              <a:rect l="l" t="t" r="r" b="b"/>
              <a:pathLst>
                <a:path w="2223" h="3333" extrusionOk="0">
                  <a:moveTo>
                    <a:pt x="65" y="0"/>
                  </a:moveTo>
                  <a:cubicBezTo>
                    <a:pt x="33" y="32"/>
                    <a:pt x="33" y="85"/>
                    <a:pt x="33" y="117"/>
                  </a:cubicBezTo>
                  <a:lnTo>
                    <a:pt x="33" y="133"/>
                  </a:lnTo>
                  <a:cubicBezTo>
                    <a:pt x="33" y="186"/>
                    <a:pt x="49" y="218"/>
                    <a:pt x="49" y="250"/>
                  </a:cubicBezTo>
                  <a:cubicBezTo>
                    <a:pt x="49" y="335"/>
                    <a:pt x="49" y="436"/>
                    <a:pt x="33" y="521"/>
                  </a:cubicBezTo>
                  <a:cubicBezTo>
                    <a:pt x="1" y="824"/>
                    <a:pt x="150" y="1010"/>
                    <a:pt x="304" y="1180"/>
                  </a:cubicBezTo>
                  <a:cubicBezTo>
                    <a:pt x="506" y="1382"/>
                    <a:pt x="692" y="1600"/>
                    <a:pt x="857" y="1818"/>
                  </a:cubicBezTo>
                  <a:cubicBezTo>
                    <a:pt x="942" y="1919"/>
                    <a:pt x="1027" y="2004"/>
                    <a:pt x="1096" y="2105"/>
                  </a:cubicBezTo>
                  <a:lnTo>
                    <a:pt x="1245" y="2270"/>
                  </a:lnTo>
                  <a:cubicBezTo>
                    <a:pt x="1500" y="2593"/>
                    <a:pt x="1782" y="2913"/>
                    <a:pt x="2037" y="3232"/>
                  </a:cubicBezTo>
                  <a:cubicBezTo>
                    <a:pt x="2053" y="3232"/>
                    <a:pt x="2053" y="3232"/>
                    <a:pt x="2069" y="3248"/>
                  </a:cubicBezTo>
                  <a:cubicBezTo>
                    <a:pt x="2105" y="3280"/>
                    <a:pt x="2138" y="3333"/>
                    <a:pt x="2206" y="3333"/>
                  </a:cubicBezTo>
                  <a:lnTo>
                    <a:pt x="2223" y="3333"/>
                  </a:lnTo>
                  <a:cubicBezTo>
                    <a:pt x="2223" y="3317"/>
                    <a:pt x="2206" y="3317"/>
                    <a:pt x="2206" y="3317"/>
                  </a:cubicBezTo>
                  <a:cubicBezTo>
                    <a:pt x="2154" y="3317"/>
                    <a:pt x="2122" y="3264"/>
                    <a:pt x="2085" y="3232"/>
                  </a:cubicBezTo>
                  <a:lnTo>
                    <a:pt x="2069" y="3216"/>
                  </a:lnTo>
                  <a:cubicBezTo>
                    <a:pt x="1802" y="2896"/>
                    <a:pt x="1532" y="2573"/>
                    <a:pt x="1261" y="2254"/>
                  </a:cubicBezTo>
                  <a:lnTo>
                    <a:pt x="1112" y="2089"/>
                  </a:lnTo>
                  <a:cubicBezTo>
                    <a:pt x="1043" y="1988"/>
                    <a:pt x="958" y="1903"/>
                    <a:pt x="873" y="1802"/>
                  </a:cubicBezTo>
                  <a:cubicBezTo>
                    <a:pt x="708" y="1584"/>
                    <a:pt x="522" y="1361"/>
                    <a:pt x="320" y="1159"/>
                  </a:cubicBezTo>
                  <a:cubicBezTo>
                    <a:pt x="118" y="941"/>
                    <a:pt x="33" y="755"/>
                    <a:pt x="65" y="521"/>
                  </a:cubicBezTo>
                  <a:lnTo>
                    <a:pt x="65" y="250"/>
                  </a:lnTo>
                  <a:lnTo>
                    <a:pt x="65" y="133"/>
                  </a:lnTo>
                  <a:lnTo>
                    <a:pt x="65" y="117"/>
                  </a:lnTo>
                  <a:cubicBezTo>
                    <a:pt x="65" y="85"/>
                    <a:pt x="65" y="48"/>
                    <a:pt x="86" y="32"/>
                  </a:cubicBezTo>
                  <a:lnTo>
                    <a:pt x="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0">
              <a:extLst>
                <a:ext uri="{FF2B5EF4-FFF2-40B4-BE49-F238E27FC236}">
                  <a16:creationId xmlns:a16="http://schemas.microsoft.com/office/drawing/2014/main" id="{4BE52F37-CA65-A5F1-32E3-991446916434}"/>
                </a:ext>
              </a:extLst>
            </p:cNvPr>
            <p:cNvSpPr/>
            <p:nvPr/>
          </p:nvSpPr>
          <p:spPr>
            <a:xfrm>
              <a:off x="1792646" y="2567547"/>
              <a:ext cx="5364" cy="55423"/>
            </a:xfrm>
            <a:custGeom>
              <a:avLst/>
              <a:gdLst/>
              <a:ahLst/>
              <a:cxnLst/>
              <a:rect l="l" t="t" r="r" b="b"/>
              <a:pathLst>
                <a:path w="54" h="558" extrusionOk="0">
                  <a:moveTo>
                    <a:pt x="17" y="0"/>
                  </a:moveTo>
                  <a:cubicBezTo>
                    <a:pt x="1" y="101"/>
                    <a:pt x="1" y="186"/>
                    <a:pt x="17" y="287"/>
                  </a:cubicBezTo>
                  <a:cubicBezTo>
                    <a:pt x="17" y="372"/>
                    <a:pt x="17" y="457"/>
                    <a:pt x="1" y="538"/>
                  </a:cubicBezTo>
                  <a:lnTo>
                    <a:pt x="1" y="558"/>
                  </a:lnTo>
                  <a:lnTo>
                    <a:pt x="17" y="558"/>
                  </a:lnTo>
                  <a:cubicBezTo>
                    <a:pt x="53" y="457"/>
                    <a:pt x="33" y="372"/>
                    <a:pt x="33" y="287"/>
                  </a:cubicBezTo>
                  <a:cubicBezTo>
                    <a:pt x="33" y="186"/>
                    <a:pt x="33" y="101"/>
                    <a:pt x="53" y="16"/>
                  </a:cubicBezTo>
                  <a:cubicBezTo>
                    <a:pt x="53" y="0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0">
              <a:extLst>
                <a:ext uri="{FF2B5EF4-FFF2-40B4-BE49-F238E27FC236}">
                  <a16:creationId xmlns:a16="http://schemas.microsoft.com/office/drawing/2014/main" id="{7816E838-3459-F136-70D9-407B387F2EDD}"/>
                </a:ext>
              </a:extLst>
            </p:cNvPr>
            <p:cNvSpPr/>
            <p:nvPr/>
          </p:nvSpPr>
          <p:spPr>
            <a:xfrm>
              <a:off x="1734143" y="3258055"/>
              <a:ext cx="175805" cy="255663"/>
            </a:xfrm>
            <a:custGeom>
              <a:avLst/>
              <a:gdLst/>
              <a:ahLst/>
              <a:cxnLst/>
              <a:rect l="l" t="t" r="r" b="b"/>
              <a:pathLst>
                <a:path w="1770" h="2574" extrusionOk="0">
                  <a:moveTo>
                    <a:pt x="69" y="1"/>
                  </a:moveTo>
                  <a:cubicBezTo>
                    <a:pt x="36" y="33"/>
                    <a:pt x="36" y="85"/>
                    <a:pt x="36" y="118"/>
                  </a:cubicBezTo>
                  <a:lnTo>
                    <a:pt x="36" y="134"/>
                  </a:lnTo>
                  <a:lnTo>
                    <a:pt x="36" y="235"/>
                  </a:lnTo>
                  <a:lnTo>
                    <a:pt x="36" y="437"/>
                  </a:lnTo>
                  <a:cubicBezTo>
                    <a:pt x="0" y="655"/>
                    <a:pt x="69" y="825"/>
                    <a:pt x="255" y="994"/>
                  </a:cubicBezTo>
                  <a:cubicBezTo>
                    <a:pt x="505" y="1245"/>
                    <a:pt x="760" y="1499"/>
                    <a:pt x="994" y="1750"/>
                  </a:cubicBezTo>
                  <a:cubicBezTo>
                    <a:pt x="1095" y="1851"/>
                    <a:pt x="1196" y="1968"/>
                    <a:pt x="1297" y="2069"/>
                  </a:cubicBezTo>
                  <a:cubicBezTo>
                    <a:pt x="1349" y="2105"/>
                    <a:pt x="1382" y="2154"/>
                    <a:pt x="1414" y="2190"/>
                  </a:cubicBezTo>
                  <a:cubicBezTo>
                    <a:pt x="1499" y="2271"/>
                    <a:pt x="1584" y="2372"/>
                    <a:pt x="1668" y="2441"/>
                  </a:cubicBezTo>
                  <a:cubicBezTo>
                    <a:pt x="1701" y="2457"/>
                    <a:pt x="1701" y="2493"/>
                    <a:pt x="1717" y="2525"/>
                  </a:cubicBezTo>
                  <a:cubicBezTo>
                    <a:pt x="1717" y="2542"/>
                    <a:pt x="1717" y="2558"/>
                    <a:pt x="1733" y="2574"/>
                  </a:cubicBezTo>
                  <a:lnTo>
                    <a:pt x="1753" y="2574"/>
                  </a:lnTo>
                  <a:cubicBezTo>
                    <a:pt x="1769" y="2574"/>
                    <a:pt x="1769" y="2574"/>
                    <a:pt x="1753" y="2558"/>
                  </a:cubicBezTo>
                  <a:cubicBezTo>
                    <a:pt x="1753" y="2542"/>
                    <a:pt x="1753" y="2525"/>
                    <a:pt x="1733" y="2509"/>
                  </a:cubicBezTo>
                  <a:cubicBezTo>
                    <a:pt x="1733" y="2473"/>
                    <a:pt x="1717" y="2441"/>
                    <a:pt x="1685" y="2424"/>
                  </a:cubicBezTo>
                  <a:cubicBezTo>
                    <a:pt x="1600" y="2340"/>
                    <a:pt x="1515" y="2255"/>
                    <a:pt x="1450" y="2170"/>
                  </a:cubicBezTo>
                  <a:cubicBezTo>
                    <a:pt x="1398" y="2138"/>
                    <a:pt x="1366" y="2089"/>
                    <a:pt x="1329" y="2053"/>
                  </a:cubicBezTo>
                  <a:cubicBezTo>
                    <a:pt x="1212" y="1936"/>
                    <a:pt x="1111" y="1835"/>
                    <a:pt x="1010" y="1734"/>
                  </a:cubicBezTo>
                  <a:cubicBezTo>
                    <a:pt x="776" y="1483"/>
                    <a:pt x="521" y="1212"/>
                    <a:pt x="271" y="978"/>
                  </a:cubicBezTo>
                  <a:cubicBezTo>
                    <a:pt x="85" y="808"/>
                    <a:pt x="36" y="655"/>
                    <a:pt x="53" y="453"/>
                  </a:cubicBezTo>
                  <a:cubicBezTo>
                    <a:pt x="69" y="372"/>
                    <a:pt x="69" y="304"/>
                    <a:pt x="69" y="235"/>
                  </a:cubicBezTo>
                  <a:cubicBezTo>
                    <a:pt x="53" y="203"/>
                    <a:pt x="53" y="170"/>
                    <a:pt x="53" y="134"/>
                  </a:cubicBezTo>
                  <a:lnTo>
                    <a:pt x="53" y="118"/>
                  </a:lnTo>
                  <a:cubicBezTo>
                    <a:pt x="53" y="85"/>
                    <a:pt x="53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0">
              <a:extLst>
                <a:ext uri="{FF2B5EF4-FFF2-40B4-BE49-F238E27FC236}">
                  <a16:creationId xmlns:a16="http://schemas.microsoft.com/office/drawing/2014/main" id="{5F46140B-A3F6-510D-9161-57B2FA28D5F5}"/>
                </a:ext>
              </a:extLst>
            </p:cNvPr>
            <p:cNvSpPr/>
            <p:nvPr/>
          </p:nvSpPr>
          <p:spPr>
            <a:xfrm>
              <a:off x="852932" y="1365417"/>
              <a:ext cx="363232" cy="326283"/>
            </a:xfrm>
            <a:custGeom>
              <a:avLst/>
              <a:gdLst/>
              <a:ahLst/>
              <a:cxnLst/>
              <a:rect l="l" t="t" r="r" b="b"/>
              <a:pathLst>
                <a:path w="3657" h="3285" extrusionOk="0">
                  <a:moveTo>
                    <a:pt x="3604" y="0"/>
                  </a:moveTo>
                  <a:lnTo>
                    <a:pt x="3604" y="17"/>
                  </a:lnTo>
                  <a:cubicBezTo>
                    <a:pt x="3621" y="37"/>
                    <a:pt x="3621" y="69"/>
                    <a:pt x="3621" y="101"/>
                  </a:cubicBezTo>
                  <a:lnTo>
                    <a:pt x="3621" y="138"/>
                  </a:lnTo>
                  <a:lnTo>
                    <a:pt x="3621" y="542"/>
                  </a:lnTo>
                  <a:lnTo>
                    <a:pt x="3621" y="962"/>
                  </a:lnTo>
                  <a:cubicBezTo>
                    <a:pt x="3621" y="1047"/>
                    <a:pt x="3604" y="1095"/>
                    <a:pt x="3520" y="1148"/>
                  </a:cubicBezTo>
                  <a:cubicBezTo>
                    <a:pt x="3051" y="1414"/>
                    <a:pt x="2578" y="1701"/>
                    <a:pt x="2122" y="1972"/>
                  </a:cubicBezTo>
                  <a:cubicBezTo>
                    <a:pt x="1770" y="2190"/>
                    <a:pt x="1383" y="2408"/>
                    <a:pt x="1011" y="2626"/>
                  </a:cubicBezTo>
                  <a:lnTo>
                    <a:pt x="760" y="2780"/>
                  </a:lnTo>
                  <a:cubicBezTo>
                    <a:pt x="542" y="2913"/>
                    <a:pt x="304" y="3067"/>
                    <a:pt x="70" y="3168"/>
                  </a:cubicBezTo>
                  <a:cubicBezTo>
                    <a:pt x="37" y="3200"/>
                    <a:pt x="1" y="3232"/>
                    <a:pt x="1" y="3269"/>
                  </a:cubicBezTo>
                  <a:cubicBezTo>
                    <a:pt x="1" y="3285"/>
                    <a:pt x="1" y="3285"/>
                    <a:pt x="21" y="3285"/>
                  </a:cubicBezTo>
                  <a:cubicBezTo>
                    <a:pt x="37" y="3248"/>
                    <a:pt x="54" y="3216"/>
                    <a:pt x="86" y="3200"/>
                  </a:cubicBezTo>
                  <a:cubicBezTo>
                    <a:pt x="324" y="3083"/>
                    <a:pt x="558" y="2945"/>
                    <a:pt x="777" y="2812"/>
                  </a:cubicBezTo>
                  <a:cubicBezTo>
                    <a:pt x="861" y="2764"/>
                    <a:pt x="946" y="2695"/>
                    <a:pt x="1031" y="2642"/>
                  </a:cubicBezTo>
                  <a:cubicBezTo>
                    <a:pt x="1399" y="2440"/>
                    <a:pt x="1770" y="2206"/>
                    <a:pt x="2142" y="1988"/>
                  </a:cubicBezTo>
                  <a:cubicBezTo>
                    <a:pt x="2594" y="1717"/>
                    <a:pt x="3067" y="1451"/>
                    <a:pt x="3536" y="1164"/>
                  </a:cubicBezTo>
                  <a:cubicBezTo>
                    <a:pt x="3637" y="1111"/>
                    <a:pt x="3657" y="1063"/>
                    <a:pt x="3657" y="962"/>
                  </a:cubicBezTo>
                  <a:lnTo>
                    <a:pt x="3657" y="542"/>
                  </a:lnTo>
                  <a:lnTo>
                    <a:pt x="3657" y="138"/>
                  </a:lnTo>
                  <a:lnTo>
                    <a:pt x="3657" y="101"/>
                  </a:lnTo>
                  <a:cubicBezTo>
                    <a:pt x="3657" y="69"/>
                    <a:pt x="3657" y="37"/>
                    <a:pt x="3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0">
              <a:extLst>
                <a:ext uri="{FF2B5EF4-FFF2-40B4-BE49-F238E27FC236}">
                  <a16:creationId xmlns:a16="http://schemas.microsoft.com/office/drawing/2014/main" id="{039B398F-F7FE-CDAF-0122-4F85FDBE19D9}"/>
                </a:ext>
              </a:extLst>
            </p:cNvPr>
            <p:cNvSpPr/>
            <p:nvPr/>
          </p:nvSpPr>
          <p:spPr>
            <a:xfrm>
              <a:off x="1523475" y="1786753"/>
              <a:ext cx="177394" cy="378031"/>
            </a:xfrm>
            <a:custGeom>
              <a:avLst/>
              <a:gdLst/>
              <a:ahLst/>
              <a:cxnLst/>
              <a:rect l="l" t="t" r="r" b="b"/>
              <a:pathLst>
                <a:path w="1786" h="3806" extrusionOk="0">
                  <a:moveTo>
                    <a:pt x="69" y="0"/>
                  </a:moveTo>
                  <a:cubicBezTo>
                    <a:pt x="53" y="0"/>
                    <a:pt x="53" y="16"/>
                    <a:pt x="53" y="16"/>
                  </a:cubicBezTo>
                  <a:cubicBezTo>
                    <a:pt x="0" y="202"/>
                    <a:pt x="16" y="339"/>
                    <a:pt x="117" y="473"/>
                  </a:cubicBezTo>
                  <a:cubicBezTo>
                    <a:pt x="271" y="691"/>
                    <a:pt x="420" y="925"/>
                    <a:pt x="558" y="1147"/>
                  </a:cubicBezTo>
                  <a:cubicBezTo>
                    <a:pt x="590" y="1212"/>
                    <a:pt x="622" y="1264"/>
                    <a:pt x="659" y="1313"/>
                  </a:cubicBezTo>
                  <a:cubicBezTo>
                    <a:pt x="776" y="1483"/>
                    <a:pt x="877" y="1668"/>
                    <a:pt x="994" y="1818"/>
                  </a:cubicBezTo>
                  <a:cubicBezTo>
                    <a:pt x="1026" y="1870"/>
                    <a:pt x="1063" y="1919"/>
                    <a:pt x="1095" y="1971"/>
                  </a:cubicBezTo>
                  <a:cubicBezTo>
                    <a:pt x="1196" y="2137"/>
                    <a:pt x="1297" y="2307"/>
                    <a:pt x="1414" y="2476"/>
                  </a:cubicBezTo>
                  <a:lnTo>
                    <a:pt x="1717" y="2929"/>
                  </a:lnTo>
                  <a:cubicBezTo>
                    <a:pt x="1733" y="2981"/>
                    <a:pt x="1753" y="3030"/>
                    <a:pt x="1753" y="3082"/>
                  </a:cubicBezTo>
                  <a:cubicBezTo>
                    <a:pt x="1770" y="3300"/>
                    <a:pt x="1770" y="3519"/>
                    <a:pt x="1770" y="3737"/>
                  </a:cubicBezTo>
                  <a:cubicBezTo>
                    <a:pt x="1770" y="3737"/>
                    <a:pt x="1753" y="3753"/>
                    <a:pt x="1753" y="3773"/>
                  </a:cubicBezTo>
                  <a:cubicBezTo>
                    <a:pt x="1733" y="3773"/>
                    <a:pt x="1733" y="3773"/>
                    <a:pt x="1733" y="3789"/>
                  </a:cubicBezTo>
                  <a:lnTo>
                    <a:pt x="1733" y="3805"/>
                  </a:lnTo>
                  <a:lnTo>
                    <a:pt x="1753" y="3805"/>
                  </a:lnTo>
                  <a:lnTo>
                    <a:pt x="1753" y="3789"/>
                  </a:lnTo>
                  <a:lnTo>
                    <a:pt x="1770" y="3773"/>
                  </a:lnTo>
                  <a:cubicBezTo>
                    <a:pt x="1786" y="3773"/>
                    <a:pt x="1786" y="3753"/>
                    <a:pt x="1786" y="3737"/>
                  </a:cubicBezTo>
                  <a:lnTo>
                    <a:pt x="1786" y="3082"/>
                  </a:lnTo>
                  <a:cubicBezTo>
                    <a:pt x="1786" y="3014"/>
                    <a:pt x="1770" y="2965"/>
                    <a:pt x="1733" y="2913"/>
                  </a:cubicBezTo>
                  <a:lnTo>
                    <a:pt x="1430" y="2460"/>
                  </a:lnTo>
                  <a:cubicBezTo>
                    <a:pt x="1329" y="2291"/>
                    <a:pt x="1212" y="2121"/>
                    <a:pt x="1111" y="1955"/>
                  </a:cubicBezTo>
                  <a:cubicBezTo>
                    <a:pt x="1079" y="1903"/>
                    <a:pt x="1047" y="1854"/>
                    <a:pt x="1010" y="1818"/>
                  </a:cubicBezTo>
                  <a:cubicBezTo>
                    <a:pt x="909" y="1652"/>
                    <a:pt x="792" y="1483"/>
                    <a:pt x="691" y="1313"/>
                  </a:cubicBezTo>
                  <a:cubicBezTo>
                    <a:pt x="659" y="1248"/>
                    <a:pt x="606" y="1196"/>
                    <a:pt x="574" y="1147"/>
                  </a:cubicBezTo>
                  <a:cubicBezTo>
                    <a:pt x="441" y="909"/>
                    <a:pt x="303" y="675"/>
                    <a:pt x="138" y="457"/>
                  </a:cubicBezTo>
                  <a:cubicBezTo>
                    <a:pt x="37" y="303"/>
                    <a:pt x="37" y="170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0">
              <a:extLst>
                <a:ext uri="{FF2B5EF4-FFF2-40B4-BE49-F238E27FC236}">
                  <a16:creationId xmlns:a16="http://schemas.microsoft.com/office/drawing/2014/main" id="{76FF817C-DDC7-1C32-C28D-CC5A49C8D78B}"/>
                </a:ext>
              </a:extLst>
            </p:cNvPr>
            <p:cNvSpPr/>
            <p:nvPr/>
          </p:nvSpPr>
          <p:spPr>
            <a:xfrm>
              <a:off x="1792646" y="2244940"/>
              <a:ext cx="5364" cy="65058"/>
            </a:xfrm>
            <a:custGeom>
              <a:avLst/>
              <a:gdLst/>
              <a:ahLst/>
              <a:cxnLst/>
              <a:rect l="l" t="t" r="r" b="b"/>
              <a:pathLst>
                <a:path w="54" h="655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19"/>
                    <a:pt x="17" y="303"/>
                  </a:cubicBezTo>
                  <a:lnTo>
                    <a:pt x="17" y="505"/>
                  </a:lnTo>
                  <a:cubicBezTo>
                    <a:pt x="1" y="521"/>
                    <a:pt x="17" y="521"/>
                    <a:pt x="17" y="538"/>
                  </a:cubicBezTo>
                  <a:cubicBezTo>
                    <a:pt x="17" y="574"/>
                    <a:pt x="17" y="606"/>
                    <a:pt x="1" y="622"/>
                  </a:cubicBezTo>
                  <a:lnTo>
                    <a:pt x="1" y="639"/>
                  </a:lnTo>
                  <a:lnTo>
                    <a:pt x="17" y="655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505"/>
                  </a:lnTo>
                  <a:lnTo>
                    <a:pt x="33" y="303"/>
                  </a:lnTo>
                  <a:cubicBezTo>
                    <a:pt x="33" y="219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0">
              <a:extLst>
                <a:ext uri="{FF2B5EF4-FFF2-40B4-BE49-F238E27FC236}">
                  <a16:creationId xmlns:a16="http://schemas.microsoft.com/office/drawing/2014/main" id="{E4253BD0-DAAA-1690-86DA-98C68CBDC8A3}"/>
                </a:ext>
              </a:extLst>
            </p:cNvPr>
            <p:cNvSpPr/>
            <p:nvPr/>
          </p:nvSpPr>
          <p:spPr>
            <a:xfrm>
              <a:off x="1133823" y="2833540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21" y="1"/>
                  </a:moveTo>
                  <a:cubicBezTo>
                    <a:pt x="21" y="17"/>
                    <a:pt x="1" y="17"/>
                    <a:pt x="1" y="17"/>
                  </a:cubicBezTo>
                  <a:cubicBezTo>
                    <a:pt x="37" y="182"/>
                    <a:pt x="21" y="336"/>
                    <a:pt x="21" y="485"/>
                  </a:cubicBezTo>
                  <a:lnTo>
                    <a:pt x="21" y="772"/>
                  </a:lnTo>
                  <a:lnTo>
                    <a:pt x="21" y="809"/>
                  </a:lnTo>
                  <a:cubicBezTo>
                    <a:pt x="21" y="857"/>
                    <a:pt x="21" y="889"/>
                    <a:pt x="53" y="942"/>
                  </a:cubicBezTo>
                  <a:lnTo>
                    <a:pt x="69" y="942"/>
                  </a:lnTo>
                  <a:lnTo>
                    <a:pt x="69" y="910"/>
                  </a:lnTo>
                  <a:cubicBezTo>
                    <a:pt x="53" y="889"/>
                    <a:pt x="53" y="857"/>
                    <a:pt x="53" y="809"/>
                  </a:cubicBezTo>
                  <a:lnTo>
                    <a:pt x="53" y="772"/>
                  </a:lnTo>
                  <a:lnTo>
                    <a:pt x="53" y="485"/>
                  </a:lnTo>
                  <a:cubicBezTo>
                    <a:pt x="53" y="336"/>
                    <a:pt x="53" y="166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0">
              <a:extLst>
                <a:ext uri="{FF2B5EF4-FFF2-40B4-BE49-F238E27FC236}">
                  <a16:creationId xmlns:a16="http://schemas.microsoft.com/office/drawing/2014/main" id="{A3766A2E-F39D-C700-ACBC-1325B72B8554}"/>
                </a:ext>
              </a:extLst>
            </p:cNvPr>
            <p:cNvSpPr/>
            <p:nvPr/>
          </p:nvSpPr>
          <p:spPr>
            <a:xfrm>
              <a:off x="1140676" y="1460868"/>
              <a:ext cx="5264" cy="53536"/>
            </a:xfrm>
            <a:custGeom>
              <a:avLst/>
              <a:gdLst/>
              <a:ahLst/>
              <a:cxnLst/>
              <a:rect l="l" t="t" r="r" b="b"/>
              <a:pathLst>
                <a:path w="53" h="53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86"/>
                    <a:pt x="17" y="166"/>
                    <a:pt x="0" y="235"/>
                  </a:cubicBezTo>
                  <a:cubicBezTo>
                    <a:pt x="0" y="336"/>
                    <a:pt x="0" y="437"/>
                    <a:pt x="17" y="538"/>
                  </a:cubicBezTo>
                  <a:lnTo>
                    <a:pt x="33" y="538"/>
                  </a:lnTo>
                  <a:cubicBezTo>
                    <a:pt x="53" y="538"/>
                    <a:pt x="53" y="538"/>
                    <a:pt x="53" y="522"/>
                  </a:cubicBezTo>
                  <a:cubicBezTo>
                    <a:pt x="17" y="437"/>
                    <a:pt x="33" y="336"/>
                    <a:pt x="33" y="235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0">
              <a:extLst>
                <a:ext uri="{FF2B5EF4-FFF2-40B4-BE49-F238E27FC236}">
                  <a16:creationId xmlns:a16="http://schemas.microsoft.com/office/drawing/2014/main" id="{6AC0DFD4-641B-7B92-8E65-A7E230354F87}"/>
                </a:ext>
              </a:extLst>
            </p:cNvPr>
            <p:cNvSpPr/>
            <p:nvPr/>
          </p:nvSpPr>
          <p:spPr>
            <a:xfrm>
              <a:off x="574127" y="3373172"/>
              <a:ext cx="4867" cy="68733"/>
            </a:xfrm>
            <a:custGeom>
              <a:avLst/>
              <a:gdLst/>
              <a:ahLst/>
              <a:cxnLst/>
              <a:rect l="l" t="t" r="r" b="b"/>
              <a:pathLst>
                <a:path w="49" h="692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676"/>
                  </a:lnTo>
                  <a:cubicBezTo>
                    <a:pt x="17" y="692"/>
                    <a:pt x="17" y="692"/>
                    <a:pt x="33" y="692"/>
                  </a:cubicBezTo>
                  <a:lnTo>
                    <a:pt x="33" y="676"/>
                  </a:lnTo>
                  <a:lnTo>
                    <a:pt x="33" y="441"/>
                  </a:lnTo>
                  <a:cubicBezTo>
                    <a:pt x="33" y="288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0">
              <a:extLst>
                <a:ext uri="{FF2B5EF4-FFF2-40B4-BE49-F238E27FC236}">
                  <a16:creationId xmlns:a16="http://schemas.microsoft.com/office/drawing/2014/main" id="{5BA7DC26-3D96-5D35-C90D-0F2F4A33234B}"/>
                </a:ext>
              </a:extLst>
            </p:cNvPr>
            <p:cNvSpPr/>
            <p:nvPr/>
          </p:nvSpPr>
          <p:spPr>
            <a:xfrm>
              <a:off x="1379851" y="2744842"/>
              <a:ext cx="6853" cy="85221"/>
            </a:xfrm>
            <a:custGeom>
              <a:avLst/>
              <a:gdLst/>
              <a:ahLst/>
              <a:cxnLst/>
              <a:rect l="l" t="t" r="r" b="b"/>
              <a:pathLst>
                <a:path w="69" h="858" extrusionOk="0">
                  <a:moveTo>
                    <a:pt x="0" y="1"/>
                  </a:moveTo>
                  <a:lnTo>
                    <a:pt x="0" y="187"/>
                  </a:lnTo>
                  <a:lnTo>
                    <a:pt x="0" y="671"/>
                  </a:lnTo>
                  <a:cubicBezTo>
                    <a:pt x="0" y="740"/>
                    <a:pt x="16" y="793"/>
                    <a:pt x="32" y="841"/>
                  </a:cubicBezTo>
                  <a:lnTo>
                    <a:pt x="49" y="857"/>
                  </a:lnTo>
                  <a:cubicBezTo>
                    <a:pt x="49" y="857"/>
                    <a:pt x="69" y="841"/>
                    <a:pt x="49" y="841"/>
                  </a:cubicBezTo>
                  <a:cubicBezTo>
                    <a:pt x="32" y="793"/>
                    <a:pt x="32" y="740"/>
                    <a:pt x="32" y="671"/>
                  </a:cubicBezTo>
                  <a:lnTo>
                    <a:pt x="32" y="187"/>
                  </a:ln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0">
              <a:extLst>
                <a:ext uri="{FF2B5EF4-FFF2-40B4-BE49-F238E27FC236}">
                  <a16:creationId xmlns:a16="http://schemas.microsoft.com/office/drawing/2014/main" id="{D3574439-A5EB-2CD4-24DC-BFA76AA36016}"/>
                </a:ext>
              </a:extLst>
            </p:cNvPr>
            <p:cNvSpPr/>
            <p:nvPr/>
          </p:nvSpPr>
          <p:spPr>
            <a:xfrm>
              <a:off x="1841216" y="3672538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38"/>
                    <a:pt x="1" y="271"/>
                    <a:pt x="1" y="388"/>
                  </a:cubicBezTo>
                  <a:cubicBezTo>
                    <a:pt x="17" y="457"/>
                    <a:pt x="17" y="542"/>
                    <a:pt x="1" y="606"/>
                  </a:cubicBezTo>
                  <a:cubicBezTo>
                    <a:pt x="1" y="623"/>
                    <a:pt x="17" y="623"/>
                    <a:pt x="17" y="623"/>
                  </a:cubicBezTo>
                  <a:cubicBezTo>
                    <a:pt x="33" y="623"/>
                    <a:pt x="33" y="623"/>
                    <a:pt x="33" y="606"/>
                  </a:cubicBezTo>
                  <a:lnTo>
                    <a:pt x="33" y="388"/>
                  </a:lnTo>
                  <a:cubicBezTo>
                    <a:pt x="33" y="271"/>
                    <a:pt x="33" y="13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0">
              <a:extLst>
                <a:ext uri="{FF2B5EF4-FFF2-40B4-BE49-F238E27FC236}">
                  <a16:creationId xmlns:a16="http://schemas.microsoft.com/office/drawing/2014/main" id="{434FB1D2-D2F6-A64D-6312-698C3DD85214}"/>
                </a:ext>
              </a:extLst>
            </p:cNvPr>
            <p:cNvSpPr/>
            <p:nvPr/>
          </p:nvSpPr>
          <p:spPr>
            <a:xfrm>
              <a:off x="1944712" y="3348341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37" y="0"/>
                  </a:moveTo>
                  <a:cubicBezTo>
                    <a:pt x="17" y="101"/>
                    <a:pt x="17" y="186"/>
                    <a:pt x="17" y="287"/>
                  </a:cubicBezTo>
                  <a:cubicBezTo>
                    <a:pt x="17" y="372"/>
                    <a:pt x="17" y="453"/>
                    <a:pt x="1" y="554"/>
                  </a:cubicBezTo>
                  <a:lnTo>
                    <a:pt x="17" y="574"/>
                  </a:lnTo>
                  <a:lnTo>
                    <a:pt x="37" y="554"/>
                  </a:lnTo>
                  <a:cubicBezTo>
                    <a:pt x="53" y="473"/>
                    <a:pt x="53" y="372"/>
                    <a:pt x="53" y="287"/>
                  </a:cubicBezTo>
                  <a:cubicBezTo>
                    <a:pt x="37" y="186"/>
                    <a:pt x="37" y="101"/>
                    <a:pt x="53" y="17"/>
                  </a:cubicBezTo>
                  <a:cubicBezTo>
                    <a:pt x="70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0">
              <a:extLst>
                <a:ext uri="{FF2B5EF4-FFF2-40B4-BE49-F238E27FC236}">
                  <a16:creationId xmlns:a16="http://schemas.microsoft.com/office/drawing/2014/main" id="{926AAA96-E3C0-D7C4-EDDB-954B75243328}"/>
                </a:ext>
              </a:extLst>
            </p:cNvPr>
            <p:cNvSpPr/>
            <p:nvPr/>
          </p:nvSpPr>
          <p:spPr>
            <a:xfrm>
              <a:off x="851343" y="2438723"/>
              <a:ext cx="356477" cy="264502"/>
            </a:xfrm>
            <a:custGeom>
              <a:avLst/>
              <a:gdLst/>
              <a:ahLst/>
              <a:cxnLst/>
              <a:rect l="l" t="t" r="r" b="b"/>
              <a:pathLst>
                <a:path w="3589" h="2663" extrusionOk="0">
                  <a:moveTo>
                    <a:pt x="3572" y="1"/>
                  </a:moveTo>
                  <a:cubicBezTo>
                    <a:pt x="3386" y="53"/>
                    <a:pt x="3200" y="154"/>
                    <a:pt x="3031" y="219"/>
                  </a:cubicBezTo>
                  <a:cubicBezTo>
                    <a:pt x="2946" y="271"/>
                    <a:pt x="2881" y="304"/>
                    <a:pt x="2796" y="340"/>
                  </a:cubicBezTo>
                  <a:cubicBezTo>
                    <a:pt x="2324" y="542"/>
                    <a:pt x="1835" y="776"/>
                    <a:pt x="1382" y="978"/>
                  </a:cubicBezTo>
                  <a:cubicBezTo>
                    <a:pt x="1229" y="1047"/>
                    <a:pt x="1079" y="1111"/>
                    <a:pt x="926" y="1180"/>
                  </a:cubicBezTo>
                  <a:cubicBezTo>
                    <a:pt x="623" y="1330"/>
                    <a:pt x="340" y="1451"/>
                    <a:pt x="86" y="1584"/>
                  </a:cubicBezTo>
                  <a:lnTo>
                    <a:pt x="70" y="1584"/>
                  </a:lnTo>
                  <a:cubicBezTo>
                    <a:pt x="37" y="1600"/>
                    <a:pt x="1" y="1616"/>
                    <a:pt x="1" y="1669"/>
                  </a:cubicBezTo>
                  <a:lnTo>
                    <a:pt x="1" y="2259"/>
                  </a:lnTo>
                  <a:lnTo>
                    <a:pt x="1" y="2594"/>
                  </a:lnTo>
                  <a:cubicBezTo>
                    <a:pt x="1" y="2610"/>
                    <a:pt x="17" y="2626"/>
                    <a:pt x="17" y="2626"/>
                  </a:cubicBezTo>
                  <a:lnTo>
                    <a:pt x="37" y="2642"/>
                  </a:lnTo>
                  <a:lnTo>
                    <a:pt x="37" y="2663"/>
                  </a:lnTo>
                  <a:lnTo>
                    <a:pt x="53" y="2663"/>
                  </a:lnTo>
                  <a:lnTo>
                    <a:pt x="53" y="2642"/>
                  </a:lnTo>
                  <a:lnTo>
                    <a:pt x="53" y="2626"/>
                  </a:lnTo>
                  <a:cubicBezTo>
                    <a:pt x="37" y="2610"/>
                    <a:pt x="37" y="2594"/>
                    <a:pt x="37" y="2594"/>
                  </a:cubicBezTo>
                  <a:lnTo>
                    <a:pt x="37" y="2259"/>
                  </a:lnTo>
                  <a:lnTo>
                    <a:pt x="37" y="1669"/>
                  </a:lnTo>
                  <a:cubicBezTo>
                    <a:pt x="17" y="1633"/>
                    <a:pt x="53" y="1616"/>
                    <a:pt x="70" y="1616"/>
                  </a:cubicBezTo>
                  <a:lnTo>
                    <a:pt x="86" y="1600"/>
                  </a:lnTo>
                  <a:cubicBezTo>
                    <a:pt x="356" y="1483"/>
                    <a:pt x="643" y="1350"/>
                    <a:pt x="946" y="1212"/>
                  </a:cubicBezTo>
                  <a:cubicBezTo>
                    <a:pt x="1096" y="1148"/>
                    <a:pt x="1249" y="1079"/>
                    <a:pt x="1382" y="1010"/>
                  </a:cubicBezTo>
                  <a:cubicBezTo>
                    <a:pt x="1855" y="792"/>
                    <a:pt x="2324" y="574"/>
                    <a:pt x="2812" y="356"/>
                  </a:cubicBezTo>
                  <a:cubicBezTo>
                    <a:pt x="2881" y="320"/>
                    <a:pt x="2966" y="287"/>
                    <a:pt x="3031" y="255"/>
                  </a:cubicBezTo>
                  <a:cubicBezTo>
                    <a:pt x="3216" y="170"/>
                    <a:pt x="3386" y="85"/>
                    <a:pt x="3572" y="17"/>
                  </a:cubicBezTo>
                  <a:cubicBezTo>
                    <a:pt x="3588" y="17"/>
                    <a:pt x="3588" y="17"/>
                    <a:pt x="35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0">
              <a:extLst>
                <a:ext uri="{FF2B5EF4-FFF2-40B4-BE49-F238E27FC236}">
                  <a16:creationId xmlns:a16="http://schemas.microsoft.com/office/drawing/2014/main" id="{2A592F4E-BB49-E312-8188-A0D458EF5957}"/>
                </a:ext>
              </a:extLst>
            </p:cNvPr>
            <p:cNvSpPr/>
            <p:nvPr/>
          </p:nvSpPr>
          <p:spPr>
            <a:xfrm>
              <a:off x="852932" y="1525926"/>
              <a:ext cx="361245" cy="341181"/>
            </a:xfrm>
            <a:custGeom>
              <a:avLst/>
              <a:gdLst/>
              <a:ahLst/>
              <a:cxnLst/>
              <a:rect l="l" t="t" r="r" b="b"/>
              <a:pathLst>
                <a:path w="3637" h="3435" extrusionOk="0">
                  <a:moveTo>
                    <a:pt x="3604" y="0"/>
                  </a:moveTo>
                  <a:cubicBezTo>
                    <a:pt x="3588" y="69"/>
                    <a:pt x="3536" y="85"/>
                    <a:pt x="3471" y="117"/>
                  </a:cubicBezTo>
                  <a:cubicBezTo>
                    <a:pt x="3455" y="117"/>
                    <a:pt x="3435" y="138"/>
                    <a:pt x="3402" y="138"/>
                  </a:cubicBezTo>
                  <a:cubicBezTo>
                    <a:pt x="3152" y="303"/>
                    <a:pt x="2865" y="457"/>
                    <a:pt x="2594" y="590"/>
                  </a:cubicBezTo>
                  <a:cubicBezTo>
                    <a:pt x="2409" y="691"/>
                    <a:pt x="2223" y="792"/>
                    <a:pt x="2041" y="909"/>
                  </a:cubicBezTo>
                  <a:cubicBezTo>
                    <a:pt x="1787" y="1047"/>
                    <a:pt x="1516" y="1196"/>
                    <a:pt x="1282" y="1350"/>
                  </a:cubicBezTo>
                  <a:cubicBezTo>
                    <a:pt x="1096" y="1451"/>
                    <a:pt x="930" y="1552"/>
                    <a:pt x="744" y="1653"/>
                  </a:cubicBezTo>
                  <a:cubicBezTo>
                    <a:pt x="591" y="1733"/>
                    <a:pt x="389" y="1854"/>
                    <a:pt x="187" y="1955"/>
                  </a:cubicBezTo>
                  <a:cubicBezTo>
                    <a:pt x="54" y="2020"/>
                    <a:pt x="1" y="2105"/>
                    <a:pt x="21" y="2238"/>
                  </a:cubicBezTo>
                  <a:lnTo>
                    <a:pt x="21" y="2711"/>
                  </a:lnTo>
                  <a:cubicBezTo>
                    <a:pt x="21" y="2929"/>
                    <a:pt x="1" y="3131"/>
                    <a:pt x="37" y="3349"/>
                  </a:cubicBezTo>
                  <a:cubicBezTo>
                    <a:pt x="37" y="3369"/>
                    <a:pt x="21" y="3369"/>
                    <a:pt x="21" y="3386"/>
                  </a:cubicBezTo>
                  <a:cubicBezTo>
                    <a:pt x="21" y="3402"/>
                    <a:pt x="1" y="3402"/>
                    <a:pt x="1" y="3418"/>
                  </a:cubicBezTo>
                  <a:lnTo>
                    <a:pt x="1" y="3434"/>
                  </a:lnTo>
                  <a:lnTo>
                    <a:pt x="21" y="3434"/>
                  </a:lnTo>
                  <a:lnTo>
                    <a:pt x="21" y="3418"/>
                  </a:lnTo>
                  <a:cubicBezTo>
                    <a:pt x="37" y="3418"/>
                    <a:pt x="37" y="3402"/>
                    <a:pt x="37" y="3402"/>
                  </a:cubicBezTo>
                  <a:cubicBezTo>
                    <a:pt x="54" y="3386"/>
                    <a:pt x="70" y="3369"/>
                    <a:pt x="54" y="3349"/>
                  </a:cubicBezTo>
                  <a:cubicBezTo>
                    <a:pt x="37" y="3131"/>
                    <a:pt x="37" y="2929"/>
                    <a:pt x="37" y="2711"/>
                  </a:cubicBezTo>
                  <a:cubicBezTo>
                    <a:pt x="37" y="2561"/>
                    <a:pt x="54" y="2392"/>
                    <a:pt x="37" y="2238"/>
                  </a:cubicBezTo>
                  <a:cubicBezTo>
                    <a:pt x="37" y="2121"/>
                    <a:pt x="70" y="2036"/>
                    <a:pt x="187" y="1988"/>
                  </a:cubicBezTo>
                  <a:cubicBezTo>
                    <a:pt x="405" y="1871"/>
                    <a:pt x="591" y="1770"/>
                    <a:pt x="760" y="1669"/>
                  </a:cubicBezTo>
                  <a:cubicBezTo>
                    <a:pt x="946" y="1568"/>
                    <a:pt x="1112" y="1467"/>
                    <a:pt x="1282" y="1366"/>
                  </a:cubicBezTo>
                  <a:cubicBezTo>
                    <a:pt x="1536" y="1228"/>
                    <a:pt x="1787" y="1079"/>
                    <a:pt x="2057" y="925"/>
                  </a:cubicBezTo>
                  <a:cubicBezTo>
                    <a:pt x="2243" y="824"/>
                    <a:pt x="2425" y="723"/>
                    <a:pt x="2611" y="622"/>
                  </a:cubicBezTo>
                  <a:cubicBezTo>
                    <a:pt x="2881" y="473"/>
                    <a:pt x="3152" y="319"/>
                    <a:pt x="3419" y="170"/>
                  </a:cubicBezTo>
                  <a:cubicBezTo>
                    <a:pt x="3435" y="154"/>
                    <a:pt x="3471" y="154"/>
                    <a:pt x="3487" y="138"/>
                  </a:cubicBezTo>
                  <a:cubicBezTo>
                    <a:pt x="3536" y="117"/>
                    <a:pt x="3604" y="85"/>
                    <a:pt x="3637" y="16"/>
                  </a:cubicBezTo>
                  <a:cubicBezTo>
                    <a:pt x="3637" y="0"/>
                    <a:pt x="3637" y="0"/>
                    <a:pt x="3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0">
              <a:extLst>
                <a:ext uri="{FF2B5EF4-FFF2-40B4-BE49-F238E27FC236}">
                  <a16:creationId xmlns:a16="http://schemas.microsoft.com/office/drawing/2014/main" id="{DECF395B-2EF7-8B26-01E1-4849E3426933}"/>
                </a:ext>
              </a:extLst>
            </p:cNvPr>
            <p:cNvSpPr/>
            <p:nvPr/>
          </p:nvSpPr>
          <p:spPr>
            <a:xfrm>
              <a:off x="794827" y="1795097"/>
              <a:ext cx="4867" cy="93663"/>
            </a:xfrm>
            <a:custGeom>
              <a:avLst/>
              <a:gdLst/>
              <a:ahLst/>
              <a:cxnLst/>
              <a:rect l="l" t="t" r="r" b="b"/>
              <a:pathLst>
                <a:path w="49" h="943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55"/>
                    <a:pt x="0" y="373"/>
                  </a:cubicBezTo>
                  <a:lnTo>
                    <a:pt x="0" y="591"/>
                  </a:lnTo>
                  <a:cubicBezTo>
                    <a:pt x="16" y="623"/>
                    <a:pt x="0" y="659"/>
                    <a:pt x="0" y="708"/>
                  </a:cubicBezTo>
                  <a:cubicBezTo>
                    <a:pt x="0" y="777"/>
                    <a:pt x="0" y="861"/>
                    <a:pt x="16" y="926"/>
                  </a:cubicBezTo>
                  <a:lnTo>
                    <a:pt x="33" y="942"/>
                  </a:lnTo>
                  <a:lnTo>
                    <a:pt x="49" y="926"/>
                  </a:lnTo>
                  <a:cubicBezTo>
                    <a:pt x="33" y="841"/>
                    <a:pt x="33" y="777"/>
                    <a:pt x="33" y="708"/>
                  </a:cubicBezTo>
                  <a:lnTo>
                    <a:pt x="33" y="591"/>
                  </a:lnTo>
                  <a:lnTo>
                    <a:pt x="33" y="373"/>
                  </a:lnTo>
                  <a:cubicBezTo>
                    <a:pt x="33" y="255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0">
              <a:extLst>
                <a:ext uri="{FF2B5EF4-FFF2-40B4-BE49-F238E27FC236}">
                  <a16:creationId xmlns:a16="http://schemas.microsoft.com/office/drawing/2014/main" id="{1600E07C-DB7A-673A-3C8B-8E4D857E4813}"/>
                </a:ext>
              </a:extLst>
            </p:cNvPr>
            <p:cNvSpPr/>
            <p:nvPr/>
          </p:nvSpPr>
          <p:spPr>
            <a:xfrm>
              <a:off x="1202457" y="3670253"/>
              <a:ext cx="3675" cy="64164"/>
            </a:xfrm>
            <a:custGeom>
              <a:avLst/>
              <a:gdLst/>
              <a:ahLst/>
              <a:cxnLst/>
              <a:rect l="l" t="t" r="r" b="b"/>
              <a:pathLst>
                <a:path w="37" h="646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41"/>
                    <a:pt x="17" y="278"/>
                    <a:pt x="1" y="395"/>
                  </a:cubicBezTo>
                  <a:lnTo>
                    <a:pt x="1" y="629"/>
                  </a:lnTo>
                  <a:cubicBezTo>
                    <a:pt x="1" y="646"/>
                    <a:pt x="17" y="646"/>
                    <a:pt x="17" y="646"/>
                  </a:cubicBezTo>
                  <a:cubicBezTo>
                    <a:pt x="37" y="646"/>
                    <a:pt x="37" y="646"/>
                    <a:pt x="37" y="629"/>
                  </a:cubicBezTo>
                  <a:lnTo>
                    <a:pt x="37" y="395"/>
                  </a:lnTo>
                  <a:cubicBezTo>
                    <a:pt x="37" y="278"/>
                    <a:pt x="37" y="141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0">
              <a:extLst>
                <a:ext uri="{FF2B5EF4-FFF2-40B4-BE49-F238E27FC236}">
                  <a16:creationId xmlns:a16="http://schemas.microsoft.com/office/drawing/2014/main" id="{F785BD99-2497-A015-BEA9-217BA6624BBA}"/>
                </a:ext>
              </a:extLst>
            </p:cNvPr>
            <p:cNvSpPr/>
            <p:nvPr/>
          </p:nvSpPr>
          <p:spPr>
            <a:xfrm>
              <a:off x="574127" y="2452330"/>
              <a:ext cx="4867" cy="51947"/>
            </a:xfrm>
            <a:custGeom>
              <a:avLst/>
              <a:gdLst/>
              <a:ahLst/>
              <a:cxnLst/>
              <a:rect l="l" t="t" r="r" b="b"/>
              <a:pathLst>
                <a:path w="49" h="52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183"/>
                  </a:lnTo>
                  <a:cubicBezTo>
                    <a:pt x="17" y="304"/>
                    <a:pt x="0" y="405"/>
                    <a:pt x="33" y="506"/>
                  </a:cubicBezTo>
                  <a:lnTo>
                    <a:pt x="33" y="522"/>
                  </a:lnTo>
                  <a:cubicBezTo>
                    <a:pt x="49" y="522"/>
                    <a:pt x="49" y="506"/>
                    <a:pt x="49" y="506"/>
                  </a:cubicBezTo>
                  <a:cubicBezTo>
                    <a:pt x="33" y="405"/>
                    <a:pt x="33" y="304"/>
                    <a:pt x="33" y="18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0">
              <a:extLst>
                <a:ext uri="{FF2B5EF4-FFF2-40B4-BE49-F238E27FC236}">
                  <a16:creationId xmlns:a16="http://schemas.microsoft.com/office/drawing/2014/main" id="{659B98AA-2D3F-548D-E223-6087F371C285}"/>
                </a:ext>
              </a:extLst>
            </p:cNvPr>
            <p:cNvSpPr/>
            <p:nvPr/>
          </p:nvSpPr>
          <p:spPr>
            <a:xfrm>
              <a:off x="1137498" y="2153064"/>
              <a:ext cx="4867" cy="86711"/>
            </a:xfrm>
            <a:custGeom>
              <a:avLst/>
              <a:gdLst/>
              <a:ahLst/>
              <a:cxnLst/>
              <a:rect l="l" t="t" r="r" b="b"/>
              <a:pathLst>
                <a:path w="49" h="873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202"/>
                    <a:pt x="16" y="368"/>
                    <a:pt x="16" y="538"/>
                  </a:cubicBezTo>
                  <a:lnTo>
                    <a:pt x="16" y="857"/>
                  </a:lnTo>
                  <a:cubicBezTo>
                    <a:pt x="16" y="857"/>
                    <a:pt x="16" y="873"/>
                    <a:pt x="32" y="873"/>
                  </a:cubicBezTo>
                  <a:lnTo>
                    <a:pt x="32" y="857"/>
                  </a:lnTo>
                  <a:lnTo>
                    <a:pt x="32" y="538"/>
                  </a:lnTo>
                  <a:cubicBezTo>
                    <a:pt x="49" y="368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0">
              <a:extLst>
                <a:ext uri="{FF2B5EF4-FFF2-40B4-BE49-F238E27FC236}">
                  <a16:creationId xmlns:a16="http://schemas.microsoft.com/office/drawing/2014/main" id="{83C44E2A-CAE2-795C-677C-FAF80B40D0A1}"/>
                </a:ext>
              </a:extLst>
            </p:cNvPr>
            <p:cNvSpPr/>
            <p:nvPr/>
          </p:nvSpPr>
          <p:spPr>
            <a:xfrm>
              <a:off x="1383029" y="2226465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lnTo>
                    <a:pt x="0" y="255"/>
                  </a:lnTo>
                  <a:cubicBezTo>
                    <a:pt x="0" y="388"/>
                    <a:pt x="0" y="538"/>
                    <a:pt x="17" y="675"/>
                  </a:cubicBezTo>
                  <a:cubicBezTo>
                    <a:pt x="17" y="675"/>
                    <a:pt x="17" y="691"/>
                    <a:pt x="37" y="691"/>
                  </a:cubicBezTo>
                  <a:lnTo>
                    <a:pt x="37" y="675"/>
                  </a:lnTo>
                  <a:cubicBezTo>
                    <a:pt x="17" y="538"/>
                    <a:pt x="17" y="388"/>
                    <a:pt x="37" y="255"/>
                  </a:cubicBezTo>
                  <a:lnTo>
                    <a:pt x="37" y="17"/>
                  </a:ln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0">
              <a:extLst>
                <a:ext uri="{FF2B5EF4-FFF2-40B4-BE49-F238E27FC236}">
                  <a16:creationId xmlns:a16="http://schemas.microsoft.com/office/drawing/2014/main" id="{C6BBD282-647A-D99A-6CC5-CC61ED5327C0}"/>
                </a:ext>
              </a:extLst>
            </p:cNvPr>
            <p:cNvSpPr/>
            <p:nvPr/>
          </p:nvSpPr>
          <p:spPr>
            <a:xfrm>
              <a:off x="1520197" y="1957195"/>
              <a:ext cx="204014" cy="429879"/>
            </a:xfrm>
            <a:custGeom>
              <a:avLst/>
              <a:gdLst/>
              <a:ahLst/>
              <a:cxnLst/>
              <a:rect l="l" t="t" r="r" b="b"/>
              <a:pathLst>
                <a:path w="2054" h="4328" extrusionOk="0">
                  <a:moveTo>
                    <a:pt x="17" y="1"/>
                  </a:moveTo>
                  <a:lnTo>
                    <a:pt x="1" y="17"/>
                  </a:lnTo>
                  <a:lnTo>
                    <a:pt x="1" y="37"/>
                  </a:lnTo>
                  <a:cubicBezTo>
                    <a:pt x="70" y="86"/>
                    <a:pt x="86" y="154"/>
                    <a:pt x="70" y="239"/>
                  </a:cubicBezTo>
                  <a:cubicBezTo>
                    <a:pt x="49" y="272"/>
                    <a:pt x="49" y="304"/>
                    <a:pt x="49" y="340"/>
                  </a:cubicBezTo>
                  <a:cubicBezTo>
                    <a:pt x="70" y="506"/>
                    <a:pt x="49" y="676"/>
                    <a:pt x="49" y="845"/>
                  </a:cubicBezTo>
                  <a:cubicBezTo>
                    <a:pt x="33" y="979"/>
                    <a:pt x="33" y="1112"/>
                    <a:pt x="33" y="1249"/>
                  </a:cubicBezTo>
                  <a:cubicBezTo>
                    <a:pt x="33" y="1314"/>
                    <a:pt x="49" y="1382"/>
                    <a:pt x="102" y="1451"/>
                  </a:cubicBezTo>
                  <a:lnTo>
                    <a:pt x="118" y="1467"/>
                  </a:lnTo>
                  <a:cubicBezTo>
                    <a:pt x="474" y="1972"/>
                    <a:pt x="825" y="2493"/>
                    <a:pt x="1197" y="3015"/>
                  </a:cubicBezTo>
                  <a:cubicBezTo>
                    <a:pt x="1298" y="3168"/>
                    <a:pt x="1383" y="3318"/>
                    <a:pt x="1484" y="3451"/>
                  </a:cubicBezTo>
                  <a:cubicBezTo>
                    <a:pt x="1585" y="3604"/>
                    <a:pt x="1686" y="3774"/>
                    <a:pt x="1803" y="3923"/>
                  </a:cubicBezTo>
                  <a:cubicBezTo>
                    <a:pt x="1819" y="3956"/>
                    <a:pt x="1851" y="3976"/>
                    <a:pt x="1867" y="4008"/>
                  </a:cubicBezTo>
                  <a:cubicBezTo>
                    <a:pt x="1936" y="4109"/>
                    <a:pt x="2021" y="4194"/>
                    <a:pt x="2021" y="4311"/>
                  </a:cubicBezTo>
                  <a:cubicBezTo>
                    <a:pt x="2021" y="4327"/>
                    <a:pt x="2037" y="4327"/>
                    <a:pt x="2037" y="4327"/>
                  </a:cubicBezTo>
                  <a:cubicBezTo>
                    <a:pt x="2053" y="4327"/>
                    <a:pt x="2053" y="4327"/>
                    <a:pt x="2053" y="4311"/>
                  </a:cubicBezTo>
                  <a:cubicBezTo>
                    <a:pt x="2037" y="4178"/>
                    <a:pt x="1968" y="4093"/>
                    <a:pt x="1887" y="3992"/>
                  </a:cubicBezTo>
                  <a:cubicBezTo>
                    <a:pt x="1867" y="3956"/>
                    <a:pt x="1835" y="3940"/>
                    <a:pt x="1819" y="3907"/>
                  </a:cubicBezTo>
                  <a:cubicBezTo>
                    <a:pt x="1718" y="3754"/>
                    <a:pt x="1617" y="3588"/>
                    <a:pt x="1516" y="3435"/>
                  </a:cubicBezTo>
                  <a:cubicBezTo>
                    <a:pt x="1415" y="3301"/>
                    <a:pt x="1314" y="3148"/>
                    <a:pt x="1213" y="2998"/>
                  </a:cubicBezTo>
                  <a:cubicBezTo>
                    <a:pt x="857" y="2477"/>
                    <a:pt x="490" y="1956"/>
                    <a:pt x="134" y="1451"/>
                  </a:cubicBezTo>
                  <a:lnTo>
                    <a:pt x="118" y="1431"/>
                  </a:lnTo>
                  <a:cubicBezTo>
                    <a:pt x="86" y="1382"/>
                    <a:pt x="70" y="1330"/>
                    <a:pt x="70" y="1249"/>
                  </a:cubicBezTo>
                  <a:cubicBezTo>
                    <a:pt x="49" y="1112"/>
                    <a:pt x="70" y="979"/>
                    <a:pt x="70" y="845"/>
                  </a:cubicBezTo>
                  <a:cubicBezTo>
                    <a:pt x="86" y="676"/>
                    <a:pt x="102" y="506"/>
                    <a:pt x="86" y="320"/>
                  </a:cubicBezTo>
                  <a:lnTo>
                    <a:pt x="86" y="255"/>
                  </a:lnTo>
                  <a:cubicBezTo>
                    <a:pt x="118" y="154"/>
                    <a:pt x="102" y="7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0">
              <a:extLst>
                <a:ext uri="{FF2B5EF4-FFF2-40B4-BE49-F238E27FC236}">
                  <a16:creationId xmlns:a16="http://schemas.microsoft.com/office/drawing/2014/main" id="{1495C3D0-60E2-8744-1E4D-E4007F5E2B37}"/>
                </a:ext>
              </a:extLst>
            </p:cNvPr>
            <p:cNvSpPr/>
            <p:nvPr/>
          </p:nvSpPr>
          <p:spPr>
            <a:xfrm>
              <a:off x="1246160" y="3435449"/>
              <a:ext cx="168654" cy="148491"/>
            </a:xfrm>
            <a:custGeom>
              <a:avLst/>
              <a:gdLst/>
              <a:ahLst/>
              <a:cxnLst/>
              <a:rect l="l" t="t" r="r" b="b"/>
              <a:pathLst>
                <a:path w="1698" h="1495" extrusionOk="0">
                  <a:moveTo>
                    <a:pt x="1698" y="0"/>
                  </a:moveTo>
                  <a:cubicBezTo>
                    <a:pt x="1681" y="0"/>
                    <a:pt x="1681" y="0"/>
                    <a:pt x="1681" y="16"/>
                  </a:cubicBezTo>
                  <a:cubicBezTo>
                    <a:pt x="1649" y="117"/>
                    <a:pt x="1665" y="218"/>
                    <a:pt x="1665" y="319"/>
                  </a:cubicBezTo>
                  <a:lnTo>
                    <a:pt x="1665" y="485"/>
                  </a:lnTo>
                  <a:lnTo>
                    <a:pt x="1665" y="788"/>
                  </a:lnTo>
                  <a:cubicBezTo>
                    <a:pt x="1665" y="909"/>
                    <a:pt x="1649" y="974"/>
                    <a:pt x="1516" y="1010"/>
                  </a:cubicBezTo>
                  <a:cubicBezTo>
                    <a:pt x="1245" y="1075"/>
                    <a:pt x="991" y="1159"/>
                    <a:pt x="740" y="1244"/>
                  </a:cubicBezTo>
                  <a:cubicBezTo>
                    <a:pt x="587" y="1277"/>
                    <a:pt x="437" y="1329"/>
                    <a:pt x="284" y="1378"/>
                  </a:cubicBezTo>
                  <a:cubicBezTo>
                    <a:pt x="203" y="1394"/>
                    <a:pt x="118" y="1430"/>
                    <a:pt x="17" y="1479"/>
                  </a:cubicBezTo>
                  <a:cubicBezTo>
                    <a:pt x="1" y="1479"/>
                    <a:pt x="1" y="1479"/>
                    <a:pt x="1" y="1495"/>
                  </a:cubicBezTo>
                  <a:lnTo>
                    <a:pt x="17" y="1495"/>
                  </a:lnTo>
                  <a:cubicBezTo>
                    <a:pt x="134" y="1462"/>
                    <a:pt x="219" y="1430"/>
                    <a:pt x="304" y="1394"/>
                  </a:cubicBezTo>
                  <a:cubicBezTo>
                    <a:pt x="453" y="1361"/>
                    <a:pt x="607" y="1313"/>
                    <a:pt x="756" y="1260"/>
                  </a:cubicBezTo>
                  <a:cubicBezTo>
                    <a:pt x="991" y="1176"/>
                    <a:pt x="1261" y="1091"/>
                    <a:pt x="1516" y="1026"/>
                  </a:cubicBezTo>
                  <a:cubicBezTo>
                    <a:pt x="1681" y="990"/>
                    <a:pt x="1698" y="909"/>
                    <a:pt x="1681" y="788"/>
                  </a:cubicBezTo>
                  <a:lnTo>
                    <a:pt x="1681" y="485"/>
                  </a:lnTo>
                  <a:cubicBezTo>
                    <a:pt x="1698" y="436"/>
                    <a:pt x="1681" y="368"/>
                    <a:pt x="1681" y="319"/>
                  </a:cubicBezTo>
                  <a:cubicBezTo>
                    <a:pt x="1681" y="218"/>
                    <a:pt x="1681" y="117"/>
                    <a:pt x="1698" y="16"/>
                  </a:cubicBezTo>
                  <a:lnTo>
                    <a:pt x="16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0">
              <a:extLst>
                <a:ext uri="{FF2B5EF4-FFF2-40B4-BE49-F238E27FC236}">
                  <a16:creationId xmlns:a16="http://schemas.microsoft.com/office/drawing/2014/main" id="{B2E322F4-9619-D87E-C40C-0EC293FA90B4}"/>
                </a:ext>
              </a:extLst>
            </p:cNvPr>
            <p:cNvSpPr/>
            <p:nvPr/>
          </p:nvSpPr>
          <p:spPr>
            <a:xfrm>
              <a:off x="1254205" y="1805427"/>
              <a:ext cx="164184" cy="218912"/>
            </a:xfrm>
            <a:custGeom>
              <a:avLst/>
              <a:gdLst/>
              <a:ahLst/>
              <a:cxnLst/>
              <a:rect l="l" t="t" r="r" b="b"/>
              <a:pathLst>
                <a:path w="1653" h="2204" extrusionOk="0">
                  <a:moveTo>
                    <a:pt x="1557" y="1"/>
                  </a:moveTo>
                  <a:cubicBezTo>
                    <a:pt x="1522" y="1"/>
                    <a:pt x="1485" y="25"/>
                    <a:pt x="1451" y="50"/>
                  </a:cubicBezTo>
                  <a:lnTo>
                    <a:pt x="1435" y="50"/>
                  </a:lnTo>
                  <a:cubicBezTo>
                    <a:pt x="994" y="285"/>
                    <a:pt x="542" y="503"/>
                    <a:pt x="122" y="721"/>
                  </a:cubicBezTo>
                  <a:cubicBezTo>
                    <a:pt x="37" y="757"/>
                    <a:pt x="21" y="806"/>
                    <a:pt x="21" y="907"/>
                  </a:cubicBezTo>
                  <a:cubicBezTo>
                    <a:pt x="21" y="1262"/>
                    <a:pt x="1" y="1614"/>
                    <a:pt x="1" y="1949"/>
                  </a:cubicBezTo>
                  <a:lnTo>
                    <a:pt x="1" y="2034"/>
                  </a:lnTo>
                  <a:cubicBezTo>
                    <a:pt x="21" y="2086"/>
                    <a:pt x="21" y="2135"/>
                    <a:pt x="1" y="2187"/>
                  </a:cubicBezTo>
                  <a:lnTo>
                    <a:pt x="1" y="2204"/>
                  </a:lnTo>
                  <a:lnTo>
                    <a:pt x="21" y="2204"/>
                  </a:lnTo>
                  <a:cubicBezTo>
                    <a:pt x="37" y="2151"/>
                    <a:pt x="37" y="2086"/>
                    <a:pt x="37" y="2034"/>
                  </a:cubicBezTo>
                  <a:cubicBezTo>
                    <a:pt x="37" y="2018"/>
                    <a:pt x="21" y="1985"/>
                    <a:pt x="21" y="1949"/>
                  </a:cubicBezTo>
                  <a:cubicBezTo>
                    <a:pt x="37" y="1614"/>
                    <a:pt x="37" y="1262"/>
                    <a:pt x="37" y="907"/>
                  </a:cubicBezTo>
                  <a:cubicBezTo>
                    <a:pt x="37" y="822"/>
                    <a:pt x="69" y="790"/>
                    <a:pt x="122" y="757"/>
                  </a:cubicBezTo>
                  <a:cubicBezTo>
                    <a:pt x="558" y="535"/>
                    <a:pt x="1011" y="301"/>
                    <a:pt x="1451" y="67"/>
                  </a:cubicBezTo>
                  <a:cubicBezTo>
                    <a:pt x="1504" y="53"/>
                    <a:pt x="1538" y="26"/>
                    <a:pt x="1567" y="26"/>
                  </a:cubicBezTo>
                  <a:cubicBezTo>
                    <a:pt x="1573" y="26"/>
                    <a:pt x="1579" y="27"/>
                    <a:pt x="1584" y="30"/>
                  </a:cubicBezTo>
                  <a:cubicBezTo>
                    <a:pt x="1600" y="200"/>
                    <a:pt x="1584" y="370"/>
                    <a:pt x="1584" y="519"/>
                  </a:cubicBezTo>
                  <a:cubicBezTo>
                    <a:pt x="1568" y="806"/>
                    <a:pt x="1568" y="1093"/>
                    <a:pt x="1617" y="1379"/>
                  </a:cubicBezTo>
                  <a:cubicBezTo>
                    <a:pt x="1617" y="1379"/>
                    <a:pt x="1626" y="1387"/>
                    <a:pt x="1631" y="1387"/>
                  </a:cubicBezTo>
                  <a:cubicBezTo>
                    <a:pt x="1634" y="1387"/>
                    <a:pt x="1637" y="1385"/>
                    <a:pt x="1637" y="1379"/>
                  </a:cubicBezTo>
                  <a:lnTo>
                    <a:pt x="1653" y="1379"/>
                  </a:lnTo>
                  <a:cubicBezTo>
                    <a:pt x="1600" y="1093"/>
                    <a:pt x="1600" y="806"/>
                    <a:pt x="1617" y="519"/>
                  </a:cubicBezTo>
                  <a:lnTo>
                    <a:pt x="1617" y="30"/>
                  </a:lnTo>
                  <a:lnTo>
                    <a:pt x="1600" y="14"/>
                  </a:lnTo>
                  <a:cubicBezTo>
                    <a:pt x="1586" y="5"/>
                    <a:pt x="1572" y="1"/>
                    <a:pt x="15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0">
              <a:extLst>
                <a:ext uri="{FF2B5EF4-FFF2-40B4-BE49-F238E27FC236}">
                  <a16:creationId xmlns:a16="http://schemas.microsoft.com/office/drawing/2014/main" id="{A37659CA-5866-3BD6-F0F4-5B30E966F3CC}"/>
                </a:ext>
              </a:extLst>
            </p:cNvPr>
            <p:cNvSpPr/>
            <p:nvPr/>
          </p:nvSpPr>
          <p:spPr>
            <a:xfrm>
              <a:off x="687655" y="2773349"/>
              <a:ext cx="133691" cy="158622"/>
            </a:xfrm>
            <a:custGeom>
              <a:avLst/>
              <a:gdLst/>
              <a:ahLst/>
              <a:cxnLst/>
              <a:rect l="l" t="t" r="r" b="b"/>
              <a:pathLst>
                <a:path w="1346" h="1597" extrusionOk="0">
                  <a:moveTo>
                    <a:pt x="1314" y="1"/>
                  </a:moveTo>
                  <a:lnTo>
                    <a:pt x="1297" y="17"/>
                  </a:lnTo>
                  <a:cubicBezTo>
                    <a:pt x="1281" y="49"/>
                    <a:pt x="1297" y="102"/>
                    <a:pt x="1297" y="134"/>
                  </a:cubicBezTo>
                  <a:cubicBezTo>
                    <a:pt x="1314" y="182"/>
                    <a:pt x="1314" y="235"/>
                    <a:pt x="1281" y="267"/>
                  </a:cubicBezTo>
                  <a:cubicBezTo>
                    <a:pt x="1229" y="304"/>
                    <a:pt x="1180" y="320"/>
                    <a:pt x="1112" y="336"/>
                  </a:cubicBezTo>
                  <a:cubicBezTo>
                    <a:pt x="1095" y="352"/>
                    <a:pt x="1059" y="352"/>
                    <a:pt x="1043" y="368"/>
                  </a:cubicBezTo>
                  <a:cubicBezTo>
                    <a:pt x="756" y="485"/>
                    <a:pt x="453" y="623"/>
                    <a:pt x="118" y="740"/>
                  </a:cubicBezTo>
                  <a:cubicBezTo>
                    <a:pt x="33" y="772"/>
                    <a:pt x="1" y="825"/>
                    <a:pt x="1" y="926"/>
                  </a:cubicBezTo>
                  <a:lnTo>
                    <a:pt x="1" y="1192"/>
                  </a:lnTo>
                  <a:cubicBezTo>
                    <a:pt x="1" y="1330"/>
                    <a:pt x="1" y="1447"/>
                    <a:pt x="17" y="1580"/>
                  </a:cubicBezTo>
                  <a:cubicBezTo>
                    <a:pt x="17" y="1596"/>
                    <a:pt x="17" y="1596"/>
                    <a:pt x="33" y="1596"/>
                  </a:cubicBezTo>
                  <a:cubicBezTo>
                    <a:pt x="33" y="1596"/>
                    <a:pt x="49" y="1596"/>
                    <a:pt x="49" y="1580"/>
                  </a:cubicBezTo>
                  <a:cubicBezTo>
                    <a:pt x="33" y="1447"/>
                    <a:pt x="33" y="1314"/>
                    <a:pt x="33" y="1192"/>
                  </a:cubicBezTo>
                  <a:lnTo>
                    <a:pt x="33" y="926"/>
                  </a:lnTo>
                  <a:cubicBezTo>
                    <a:pt x="17" y="841"/>
                    <a:pt x="49" y="809"/>
                    <a:pt x="134" y="772"/>
                  </a:cubicBezTo>
                  <a:cubicBezTo>
                    <a:pt x="453" y="639"/>
                    <a:pt x="756" y="522"/>
                    <a:pt x="1043" y="384"/>
                  </a:cubicBezTo>
                  <a:cubicBezTo>
                    <a:pt x="1079" y="384"/>
                    <a:pt x="1095" y="368"/>
                    <a:pt x="1128" y="352"/>
                  </a:cubicBezTo>
                  <a:cubicBezTo>
                    <a:pt x="1180" y="336"/>
                    <a:pt x="1245" y="320"/>
                    <a:pt x="1297" y="283"/>
                  </a:cubicBezTo>
                  <a:cubicBezTo>
                    <a:pt x="1346" y="235"/>
                    <a:pt x="1330" y="182"/>
                    <a:pt x="1330" y="134"/>
                  </a:cubicBezTo>
                  <a:cubicBezTo>
                    <a:pt x="1314" y="102"/>
                    <a:pt x="1314" y="49"/>
                    <a:pt x="1330" y="17"/>
                  </a:cubicBezTo>
                  <a:lnTo>
                    <a:pt x="1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0">
              <a:extLst>
                <a:ext uri="{FF2B5EF4-FFF2-40B4-BE49-F238E27FC236}">
                  <a16:creationId xmlns:a16="http://schemas.microsoft.com/office/drawing/2014/main" id="{D2AF636C-2994-12FB-6EBE-2FBF7EA365DF}"/>
                </a:ext>
              </a:extLst>
            </p:cNvPr>
            <p:cNvSpPr/>
            <p:nvPr/>
          </p:nvSpPr>
          <p:spPr>
            <a:xfrm>
              <a:off x="1254205" y="1988979"/>
              <a:ext cx="164184" cy="195869"/>
            </a:xfrm>
            <a:custGeom>
              <a:avLst/>
              <a:gdLst/>
              <a:ahLst/>
              <a:cxnLst/>
              <a:rect l="l" t="t" r="r" b="b"/>
              <a:pathLst>
                <a:path w="1653" h="1972" extrusionOk="0">
                  <a:moveTo>
                    <a:pt x="1637" y="0"/>
                  </a:moveTo>
                  <a:lnTo>
                    <a:pt x="1350" y="137"/>
                  </a:lnTo>
                  <a:cubicBezTo>
                    <a:pt x="1132" y="255"/>
                    <a:pt x="910" y="356"/>
                    <a:pt x="675" y="473"/>
                  </a:cubicBezTo>
                  <a:cubicBezTo>
                    <a:pt x="627" y="505"/>
                    <a:pt x="558" y="541"/>
                    <a:pt x="489" y="574"/>
                  </a:cubicBezTo>
                  <a:cubicBezTo>
                    <a:pt x="372" y="642"/>
                    <a:pt x="239" y="707"/>
                    <a:pt x="102" y="760"/>
                  </a:cubicBezTo>
                  <a:cubicBezTo>
                    <a:pt x="21" y="808"/>
                    <a:pt x="1" y="844"/>
                    <a:pt x="1" y="929"/>
                  </a:cubicBezTo>
                  <a:lnTo>
                    <a:pt x="1" y="1551"/>
                  </a:lnTo>
                  <a:lnTo>
                    <a:pt x="1" y="1818"/>
                  </a:lnTo>
                  <a:lnTo>
                    <a:pt x="1" y="1854"/>
                  </a:lnTo>
                  <a:cubicBezTo>
                    <a:pt x="1" y="1887"/>
                    <a:pt x="1" y="1919"/>
                    <a:pt x="21" y="1971"/>
                  </a:cubicBezTo>
                  <a:lnTo>
                    <a:pt x="37" y="1971"/>
                  </a:lnTo>
                  <a:cubicBezTo>
                    <a:pt x="53" y="1971"/>
                    <a:pt x="53" y="1955"/>
                    <a:pt x="53" y="1955"/>
                  </a:cubicBezTo>
                  <a:cubicBezTo>
                    <a:pt x="21" y="1919"/>
                    <a:pt x="21" y="1887"/>
                    <a:pt x="21" y="1854"/>
                  </a:cubicBezTo>
                  <a:lnTo>
                    <a:pt x="21" y="1818"/>
                  </a:lnTo>
                  <a:lnTo>
                    <a:pt x="21" y="1551"/>
                  </a:lnTo>
                  <a:cubicBezTo>
                    <a:pt x="37" y="1349"/>
                    <a:pt x="37" y="1131"/>
                    <a:pt x="21" y="929"/>
                  </a:cubicBezTo>
                  <a:cubicBezTo>
                    <a:pt x="21" y="861"/>
                    <a:pt x="37" y="828"/>
                    <a:pt x="122" y="792"/>
                  </a:cubicBezTo>
                  <a:cubicBezTo>
                    <a:pt x="239" y="727"/>
                    <a:pt x="372" y="659"/>
                    <a:pt x="506" y="590"/>
                  </a:cubicBezTo>
                  <a:cubicBezTo>
                    <a:pt x="574" y="558"/>
                    <a:pt x="627" y="525"/>
                    <a:pt x="691" y="489"/>
                  </a:cubicBezTo>
                  <a:cubicBezTo>
                    <a:pt x="910" y="388"/>
                    <a:pt x="1132" y="271"/>
                    <a:pt x="1366" y="170"/>
                  </a:cubicBezTo>
                  <a:lnTo>
                    <a:pt x="1637" y="20"/>
                  </a:lnTo>
                  <a:cubicBezTo>
                    <a:pt x="1653" y="20"/>
                    <a:pt x="1653" y="20"/>
                    <a:pt x="16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0">
              <a:extLst>
                <a:ext uri="{FF2B5EF4-FFF2-40B4-BE49-F238E27FC236}">
                  <a16:creationId xmlns:a16="http://schemas.microsoft.com/office/drawing/2014/main" id="{069E5899-3D33-6AC9-A85A-45E6942BDBCC}"/>
                </a:ext>
              </a:extLst>
            </p:cNvPr>
            <p:cNvSpPr/>
            <p:nvPr/>
          </p:nvSpPr>
          <p:spPr>
            <a:xfrm>
              <a:off x="1819563" y="3348341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01"/>
                    <a:pt x="1" y="202"/>
                    <a:pt x="17" y="287"/>
                  </a:cubicBezTo>
                  <a:lnTo>
                    <a:pt x="17" y="473"/>
                  </a:lnTo>
                  <a:lnTo>
                    <a:pt x="17" y="522"/>
                  </a:lnTo>
                  <a:cubicBezTo>
                    <a:pt x="17" y="538"/>
                    <a:pt x="17" y="574"/>
                    <a:pt x="1" y="606"/>
                  </a:cubicBezTo>
                  <a:lnTo>
                    <a:pt x="1" y="623"/>
                  </a:lnTo>
                  <a:lnTo>
                    <a:pt x="17" y="623"/>
                  </a:lnTo>
                  <a:lnTo>
                    <a:pt x="17" y="606"/>
                  </a:lnTo>
                  <a:cubicBezTo>
                    <a:pt x="49" y="574"/>
                    <a:pt x="33" y="538"/>
                    <a:pt x="33" y="505"/>
                  </a:cubicBezTo>
                  <a:lnTo>
                    <a:pt x="33" y="473"/>
                  </a:lnTo>
                  <a:lnTo>
                    <a:pt x="33" y="287"/>
                  </a:lnTo>
                  <a:cubicBezTo>
                    <a:pt x="33" y="202"/>
                    <a:pt x="33" y="101"/>
                    <a:pt x="49" y="17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0">
              <a:extLst>
                <a:ext uri="{FF2B5EF4-FFF2-40B4-BE49-F238E27FC236}">
                  <a16:creationId xmlns:a16="http://schemas.microsoft.com/office/drawing/2014/main" id="{DA75A57A-11AA-0B74-997C-DF42F6F34299}"/>
                </a:ext>
              </a:extLst>
            </p:cNvPr>
            <p:cNvSpPr/>
            <p:nvPr/>
          </p:nvSpPr>
          <p:spPr>
            <a:xfrm>
              <a:off x="1087339" y="3024144"/>
              <a:ext cx="6456" cy="91975"/>
            </a:xfrm>
            <a:custGeom>
              <a:avLst/>
              <a:gdLst/>
              <a:ahLst/>
              <a:cxnLst/>
              <a:rect l="l" t="t" r="r" b="b"/>
              <a:pathLst>
                <a:path w="65" h="926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cubicBezTo>
                    <a:pt x="32" y="166"/>
                    <a:pt x="16" y="320"/>
                    <a:pt x="16" y="469"/>
                  </a:cubicBezTo>
                  <a:lnTo>
                    <a:pt x="16" y="740"/>
                  </a:lnTo>
                  <a:lnTo>
                    <a:pt x="16" y="756"/>
                  </a:lnTo>
                  <a:cubicBezTo>
                    <a:pt x="16" y="808"/>
                    <a:pt x="16" y="873"/>
                    <a:pt x="49" y="926"/>
                  </a:cubicBezTo>
                  <a:lnTo>
                    <a:pt x="65" y="926"/>
                  </a:lnTo>
                  <a:lnTo>
                    <a:pt x="65" y="909"/>
                  </a:lnTo>
                  <a:cubicBezTo>
                    <a:pt x="49" y="857"/>
                    <a:pt x="49" y="808"/>
                    <a:pt x="49" y="756"/>
                  </a:cubicBezTo>
                  <a:lnTo>
                    <a:pt x="49" y="740"/>
                  </a:lnTo>
                  <a:lnTo>
                    <a:pt x="49" y="469"/>
                  </a:lnTo>
                  <a:cubicBezTo>
                    <a:pt x="49" y="320"/>
                    <a:pt x="49" y="166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0">
              <a:extLst>
                <a:ext uri="{FF2B5EF4-FFF2-40B4-BE49-F238E27FC236}">
                  <a16:creationId xmlns:a16="http://schemas.microsoft.com/office/drawing/2014/main" id="{B65DEF17-C556-5230-BF9A-6A0F08E41AA9}"/>
                </a:ext>
              </a:extLst>
            </p:cNvPr>
            <p:cNvSpPr/>
            <p:nvPr/>
          </p:nvSpPr>
          <p:spPr>
            <a:xfrm>
              <a:off x="1815987" y="2602808"/>
              <a:ext cx="5264" cy="55125"/>
            </a:xfrm>
            <a:custGeom>
              <a:avLst/>
              <a:gdLst/>
              <a:ahLst/>
              <a:cxnLst/>
              <a:rect l="l" t="t" r="r" b="b"/>
              <a:pathLst>
                <a:path w="53" h="555" extrusionOk="0">
                  <a:moveTo>
                    <a:pt x="37" y="1"/>
                  </a:moveTo>
                  <a:cubicBezTo>
                    <a:pt x="20" y="102"/>
                    <a:pt x="20" y="183"/>
                    <a:pt x="20" y="267"/>
                  </a:cubicBezTo>
                  <a:cubicBezTo>
                    <a:pt x="20" y="368"/>
                    <a:pt x="20" y="453"/>
                    <a:pt x="0" y="538"/>
                  </a:cubicBezTo>
                  <a:cubicBezTo>
                    <a:pt x="0" y="554"/>
                    <a:pt x="0" y="554"/>
                    <a:pt x="20" y="554"/>
                  </a:cubicBezTo>
                  <a:lnTo>
                    <a:pt x="37" y="554"/>
                  </a:lnTo>
                  <a:cubicBezTo>
                    <a:pt x="53" y="453"/>
                    <a:pt x="53" y="368"/>
                    <a:pt x="53" y="267"/>
                  </a:cubicBezTo>
                  <a:cubicBezTo>
                    <a:pt x="37" y="183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0">
              <a:extLst>
                <a:ext uri="{FF2B5EF4-FFF2-40B4-BE49-F238E27FC236}">
                  <a16:creationId xmlns:a16="http://schemas.microsoft.com/office/drawing/2014/main" id="{9CDA9D87-6554-1D21-12B4-474ACA511E4B}"/>
                </a:ext>
              </a:extLst>
            </p:cNvPr>
            <p:cNvSpPr/>
            <p:nvPr/>
          </p:nvSpPr>
          <p:spPr>
            <a:xfrm>
              <a:off x="1792646" y="2407038"/>
              <a:ext cx="5364" cy="63469"/>
            </a:xfrm>
            <a:custGeom>
              <a:avLst/>
              <a:gdLst/>
              <a:ahLst/>
              <a:cxnLst/>
              <a:rect l="l" t="t" r="r" b="b"/>
              <a:pathLst>
                <a:path w="54" h="639" extrusionOk="0">
                  <a:moveTo>
                    <a:pt x="33" y="0"/>
                  </a:moveTo>
                  <a:cubicBezTo>
                    <a:pt x="33" y="0"/>
                    <a:pt x="17" y="0"/>
                    <a:pt x="17" y="17"/>
                  </a:cubicBezTo>
                  <a:cubicBezTo>
                    <a:pt x="1" y="118"/>
                    <a:pt x="1" y="202"/>
                    <a:pt x="17" y="303"/>
                  </a:cubicBezTo>
                  <a:lnTo>
                    <a:pt x="17" y="489"/>
                  </a:lnTo>
                  <a:cubicBezTo>
                    <a:pt x="1" y="505"/>
                    <a:pt x="17" y="522"/>
                    <a:pt x="17" y="538"/>
                  </a:cubicBezTo>
                  <a:cubicBezTo>
                    <a:pt x="17" y="558"/>
                    <a:pt x="17" y="590"/>
                    <a:pt x="1" y="623"/>
                  </a:cubicBezTo>
                  <a:lnTo>
                    <a:pt x="1" y="639"/>
                  </a:lnTo>
                  <a:lnTo>
                    <a:pt x="17" y="639"/>
                  </a:lnTo>
                  <a:cubicBezTo>
                    <a:pt x="53" y="606"/>
                    <a:pt x="33" y="574"/>
                    <a:pt x="33" y="538"/>
                  </a:cubicBezTo>
                  <a:lnTo>
                    <a:pt x="33" y="489"/>
                  </a:lnTo>
                  <a:lnTo>
                    <a:pt x="33" y="303"/>
                  </a:lnTo>
                  <a:cubicBezTo>
                    <a:pt x="33" y="202"/>
                    <a:pt x="33" y="118"/>
                    <a:pt x="53" y="17"/>
                  </a:cubicBezTo>
                  <a:cubicBezTo>
                    <a:pt x="53" y="17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0">
              <a:extLst>
                <a:ext uri="{FF2B5EF4-FFF2-40B4-BE49-F238E27FC236}">
                  <a16:creationId xmlns:a16="http://schemas.microsoft.com/office/drawing/2014/main" id="{7489AAC5-F6C7-5DC5-B0E2-76D5254A4BF3}"/>
                </a:ext>
              </a:extLst>
            </p:cNvPr>
            <p:cNvSpPr/>
            <p:nvPr/>
          </p:nvSpPr>
          <p:spPr>
            <a:xfrm>
              <a:off x="1583666" y="1741759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1"/>
                  </a:moveTo>
                  <a:cubicBezTo>
                    <a:pt x="37" y="1"/>
                    <a:pt x="16" y="1"/>
                    <a:pt x="16" y="17"/>
                  </a:cubicBezTo>
                  <a:cubicBezTo>
                    <a:pt x="0" y="134"/>
                    <a:pt x="0" y="251"/>
                    <a:pt x="0" y="368"/>
                  </a:cubicBezTo>
                  <a:cubicBezTo>
                    <a:pt x="0" y="453"/>
                    <a:pt x="16" y="522"/>
                    <a:pt x="0" y="590"/>
                  </a:cubicBezTo>
                  <a:cubicBezTo>
                    <a:pt x="0" y="607"/>
                    <a:pt x="16" y="607"/>
                    <a:pt x="16" y="607"/>
                  </a:cubicBezTo>
                  <a:cubicBezTo>
                    <a:pt x="37" y="607"/>
                    <a:pt x="37" y="607"/>
                    <a:pt x="37" y="590"/>
                  </a:cubicBezTo>
                  <a:lnTo>
                    <a:pt x="37" y="368"/>
                  </a:lnTo>
                  <a:cubicBezTo>
                    <a:pt x="37" y="251"/>
                    <a:pt x="37" y="13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0">
              <a:extLst>
                <a:ext uri="{FF2B5EF4-FFF2-40B4-BE49-F238E27FC236}">
                  <a16:creationId xmlns:a16="http://schemas.microsoft.com/office/drawing/2014/main" id="{336E40F1-D9CB-349A-09A3-12B7DD77D5B2}"/>
                </a:ext>
              </a:extLst>
            </p:cNvPr>
            <p:cNvSpPr/>
            <p:nvPr/>
          </p:nvSpPr>
          <p:spPr>
            <a:xfrm>
              <a:off x="1970040" y="2671044"/>
              <a:ext cx="4867" cy="53834"/>
            </a:xfrm>
            <a:custGeom>
              <a:avLst/>
              <a:gdLst/>
              <a:ahLst/>
              <a:cxnLst/>
              <a:rect l="l" t="t" r="r" b="b"/>
              <a:pathLst>
                <a:path w="49" h="542" extrusionOk="0">
                  <a:moveTo>
                    <a:pt x="33" y="1"/>
                  </a:moveTo>
                  <a:lnTo>
                    <a:pt x="17" y="21"/>
                  </a:lnTo>
                  <a:cubicBezTo>
                    <a:pt x="0" y="102"/>
                    <a:pt x="0" y="186"/>
                    <a:pt x="17" y="271"/>
                  </a:cubicBezTo>
                  <a:cubicBezTo>
                    <a:pt x="17" y="356"/>
                    <a:pt x="17" y="441"/>
                    <a:pt x="0" y="526"/>
                  </a:cubicBezTo>
                  <a:lnTo>
                    <a:pt x="0" y="542"/>
                  </a:lnTo>
                  <a:lnTo>
                    <a:pt x="17" y="542"/>
                  </a:lnTo>
                  <a:lnTo>
                    <a:pt x="17" y="526"/>
                  </a:lnTo>
                  <a:cubicBezTo>
                    <a:pt x="33" y="441"/>
                    <a:pt x="33" y="356"/>
                    <a:pt x="33" y="271"/>
                  </a:cubicBezTo>
                  <a:cubicBezTo>
                    <a:pt x="33" y="186"/>
                    <a:pt x="33" y="10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0">
              <a:extLst>
                <a:ext uri="{FF2B5EF4-FFF2-40B4-BE49-F238E27FC236}">
                  <a16:creationId xmlns:a16="http://schemas.microsoft.com/office/drawing/2014/main" id="{DEA1BE08-A39A-001E-BA1D-937860671767}"/>
                </a:ext>
              </a:extLst>
            </p:cNvPr>
            <p:cNvSpPr/>
            <p:nvPr/>
          </p:nvSpPr>
          <p:spPr>
            <a:xfrm>
              <a:off x="1841216" y="3517293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17"/>
                    <a:pt x="1" y="218"/>
                    <a:pt x="1" y="319"/>
                  </a:cubicBezTo>
                  <a:cubicBezTo>
                    <a:pt x="17" y="388"/>
                    <a:pt x="17" y="453"/>
                    <a:pt x="1" y="521"/>
                  </a:cubicBezTo>
                  <a:cubicBezTo>
                    <a:pt x="1" y="537"/>
                    <a:pt x="1" y="554"/>
                    <a:pt x="17" y="570"/>
                  </a:cubicBezTo>
                  <a:cubicBezTo>
                    <a:pt x="17" y="606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0">
              <a:extLst>
                <a:ext uri="{FF2B5EF4-FFF2-40B4-BE49-F238E27FC236}">
                  <a16:creationId xmlns:a16="http://schemas.microsoft.com/office/drawing/2014/main" id="{B204A238-EE51-F8B5-0DAF-D37AB67D8BD3}"/>
                </a:ext>
              </a:extLst>
            </p:cNvPr>
            <p:cNvSpPr/>
            <p:nvPr/>
          </p:nvSpPr>
          <p:spPr>
            <a:xfrm>
              <a:off x="1518608" y="2522553"/>
              <a:ext cx="202325" cy="324296"/>
            </a:xfrm>
            <a:custGeom>
              <a:avLst/>
              <a:gdLst/>
              <a:ahLst/>
              <a:cxnLst/>
              <a:rect l="l" t="t" r="r" b="b"/>
              <a:pathLst>
                <a:path w="2037" h="3265" extrusionOk="0">
                  <a:moveTo>
                    <a:pt x="86" y="1"/>
                  </a:moveTo>
                  <a:cubicBezTo>
                    <a:pt x="49" y="17"/>
                    <a:pt x="33" y="65"/>
                    <a:pt x="33" y="118"/>
                  </a:cubicBezTo>
                  <a:cubicBezTo>
                    <a:pt x="49" y="166"/>
                    <a:pt x="49" y="219"/>
                    <a:pt x="33" y="251"/>
                  </a:cubicBezTo>
                  <a:cubicBezTo>
                    <a:pt x="1" y="570"/>
                    <a:pt x="102" y="825"/>
                    <a:pt x="336" y="1112"/>
                  </a:cubicBezTo>
                  <a:cubicBezTo>
                    <a:pt x="623" y="1431"/>
                    <a:pt x="894" y="1782"/>
                    <a:pt x="1160" y="2138"/>
                  </a:cubicBezTo>
                  <a:cubicBezTo>
                    <a:pt x="1229" y="2223"/>
                    <a:pt x="1298" y="2303"/>
                    <a:pt x="1362" y="2404"/>
                  </a:cubicBezTo>
                  <a:cubicBezTo>
                    <a:pt x="1415" y="2457"/>
                    <a:pt x="1447" y="2505"/>
                    <a:pt x="1500" y="2558"/>
                  </a:cubicBezTo>
                  <a:cubicBezTo>
                    <a:pt x="1633" y="2744"/>
                    <a:pt x="1782" y="2930"/>
                    <a:pt x="1952" y="3095"/>
                  </a:cubicBezTo>
                  <a:cubicBezTo>
                    <a:pt x="1968" y="3111"/>
                    <a:pt x="1984" y="3148"/>
                    <a:pt x="1984" y="3180"/>
                  </a:cubicBezTo>
                  <a:cubicBezTo>
                    <a:pt x="1984" y="3196"/>
                    <a:pt x="2004" y="3233"/>
                    <a:pt x="2021" y="3249"/>
                  </a:cubicBezTo>
                  <a:lnTo>
                    <a:pt x="2021" y="3265"/>
                  </a:lnTo>
                  <a:lnTo>
                    <a:pt x="2037" y="3265"/>
                  </a:lnTo>
                  <a:lnTo>
                    <a:pt x="2037" y="3233"/>
                  </a:lnTo>
                  <a:cubicBezTo>
                    <a:pt x="2021" y="3212"/>
                    <a:pt x="2021" y="3196"/>
                    <a:pt x="2021" y="3164"/>
                  </a:cubicBezTo>
                  <a:cubicBezTo>
                    <a:pt x="2004" y="3132"/>
                    <a:pt x="2004" y="3095"/>
                    <a:pt x="1968" y="3079"/>
                  </a:cubicBezTo>
                  <a:cubicBezTo>
                    <a:pt x="1802" y="2909"/>
                    <a:pt x="1649" y="2728"/>
                    <a:pt x="1516" y="2542"/>
                  </a:cubicBezTo>
                  <a:cubicBezTo>
                    <a:pt x="1479" y="2489"/>
                    <a:pt x="1431" y="2441"/>
                    <a:pt x="1399" y="2388"/>
                  </a:cubicBezTo>
                  <a:cubicBezTo>
                    <a:pt x="1314" y="2287"/>
                    <a:pt x="1245" y="2202"/>
                    <a:pt x="1176" y="2122"/>
                  </a:cubicBezTo>
                  <a:cubicBezTo>
                    <a:pt x="910" y="1766"/>
                    <a:pt x="639" y="1415"/>
                    <a:pt x="352" y="1075"/>
                  </a:cubicBezTo>
                  <a:cubicBezTo>
                    <a:pt x="118" y="825"/>
                    <a:pt x="33" y="570"/>
                    <a:pt x="65" y="267"/>
                  </a:cubicBezTo>
                  <a:lnTo>
                    <a:pt x="65" y="118"/>
                  </a:lnTo>
                  <a:cubicBezTo>
                    <a:pt x="65" y="65"/>
                    <a:pt x="65" y="33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939CA940-B20E-C701-BAAF-00C400BF82EB}"/>
                </a:ext>
              </a:extLst>
            </p:cNvPr>
            <p:cNvSpPr/>
            <p:nvPr/>
          </p:nvSpPr>
          <p:spPr>
            <a:xfrm>
              <a:off x="1794334" y="3321424"/>
              <a:ext cx="6853" cy="63965"/>
            </a:xfrm>
            <a:custGeom>
              <a:avLst/>
              <a:gdLst/>
              <a:ahLst/>
              <a:cxnLst/>
              <a:rect l="l" t="t" r="r" b="b"/>
              <a:pathLst>
                <a:path w="69" h="644" extrusionOk="0">
                  <a:moveTo>
                    <a:pt x="36" y="1"/>
                  </a:moveTo>
                  <a:cubicBezTo>
                    <a:pt x="16" y="102"/>
                    <a:pt x="16" y="203"/>
                    <a:pt x="16" y="288"/>
                  </a:cubicBezTo>
                  <a:lnTo>
                    <a:pt x="16" y="473"/>
                  </a:lnTo>
                  <a:lnTo>
                    <a:pt x="16" y="522"/>
                  </a:lnTo>
                  <a:cubicBezTo>
                    <a:pt x="16" y="558"/>
                    <a:pt x="16" y="591"/>
                    <a:pt x="0" y="607"/>
                  </a:cubicBezTo>
                  <a:cubicBezTo>
                    <a:pt x="0" y="623"/>
                    <a:pt x="0" y="623"/>
                    <a:pt x="16" y="623"/>
                  </a:cubicBezTo>
                  <a:lnTo>
                    <a:pt x="16" y="643"/>
                  </a:lnTo>
                  <a:lnTo>
                    <a:pt x="36" y="623"/>
                  </a:lnTo>
                  <a:cubicBezTo>
                    <a:pt x="53" y="591"/>
                    <a:pt x="53" y="558"/>
                    <a:pt x="53" y="522"/>
                  </a:cubicBezTo>
                  <a:lnTo>
                    <a:pt x="53" y="473"/>
                  </a:lnTo>
                  <a:lnTo>
                    <a:pt x="53" y="288"/>
                  </a:lnTo>
                  <a:cubicBezTo>
                    <a:pt x="53" y="203"/>
                    <a:pt x="36" y="102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A7D77FF3-F436-BE35-6F9F-7DCC81A05A5D}"/>
                </a:ext>
              </a:extLst>
            </p:cNvPr>
            <p:cNvSpPr/>
            <p:nvPr/>
          </p:nvSpPr>
          <p:spPr>
            <a:xfrm>
              <a:off x="1185969" y="2299866"/>
              <a:ext cx="4966" cy="85618"/>
            </a:xfrm>
            <a:custGeom>
              <a:avLst/>
              <a:gdLst/>
              <a:ahLst/>
              <a:cxnLst/>
              <a:rect l="l" t="t" r="r" b="b"/>
              <a:pathLst>
                <a:path w="50" h="862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76"/>
                    <a:pt x="17" y="829"/>
                    <a:pt x="33" y="861"/>
                  </a:cubicBezTo>
                  <a:lnTo>
                    <a:pt x="49" y="861"/>
                  </a:lnTo>
                  <a:lnTo>
                    <a:pt x="49" y="845"/>
                  </a:lnTo>
                  <a:cubicBezTo>
                    <a:pt x="33" y="809"/>
                    <a:pt x="33" y="776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21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0">
              <a:extLst>
                <a:ext uri="{FF2B5EF4-FFF2-40B4-BE49-F238E27FC236}">
                  <a16:creationId xmlns:a16="http://schemas.microsoft.com/office/drawing/2014/main" id="{80F59A27-E573-E080-EF0D-1B4E91853ABD}"/>
                </a:ext>
              </a:extLst>
            </p:cNvPr>
            <p:cNvSpPr/>
            <p:nvPr/>
          </p:nvSpPr>
          <p:spPr>
            <a:xfrm>
              <a:off x="1528640" y="1482521"/>
              <a:ext cx="175507" cy="338003"/>
            </a:xfrm>
            <a:custGeom>
              <a:avLst/>
              <a:gdLst/>
              <a:ahLst/>
              <a:cxnLst/>
              <a:rect l="l" t="t" r="r" b="b"/>
              <a:pathLst>
                <a:path w="1767" h="3403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cubicBezTo>
                    <a:pt x="49" y="33"/>
                    <a:pt x="65" y="70"/>
                    <a:pt x="86" y="102"/>
                  </a:cubicBezTo>
                  <a:lnTo>
                    <a:pt x="86" y="118"/>
                  </a:lnTo>
                  <a:cubicBezTo>
                    <a:pt x="267" y="453"/>
                    <a:pt x="437" y="724"/>
                    <a:pt x="591" y="995"/>
                  </a:cubicBezTo>
                  <a:cubicBezTo>
                    <a:pt x="756" y="1261"/>
                    <a:pt x="926" y="1532"/>
                    <a:pt x="1075" y="1787"/>
                  </a:cubicBezTo>
                  <a:cubicBezTo>
                    <a:pt x="1245" y="2090"/>
                    <a:pt x="1431" y="2392"/>
                    <a:pt x="1601" y="2675"/>
                  </a:cubicBezTo>
                  <a:cubicBezTo>
                    <a:pt x="1734" y="2897"/>
                    <a:pt x="1734" y="3116"/>
                    <a:pt x="1681" y="3382"/>
                  </a:cubicBezTo>
                  <a:cubicBezTo>
                    <a:pt x="1665" y="3382"/>
                    <a:pt x="1681" y="3382"/>
                    <a:pt x="1681" y="3402"/>
                  </a:cubicBezTo>
                  <a:cubicBezTo>
                    <a:pt x="1701" y="3402"/>
                    <a:pt x="1701" y="3382"/>
                    <a:pt x="1701" y="3382"/>
                  </a:cubicBezTo>
                  <a:cubicBezTo>
                    <a:pt x="1766" y="3116"/>
                    <a:pt x="1766" y="2897"/>
                    <a:pt x="1633" y="2675"/>
                  </a:cubicBezTo>
                  <a:cubicBezTo>
                    <a:pt x="1447" y="2372"/>
                    <a:pt x="1261" y="2069"/>
                    <a:pt x="1096" y="1766"/>
                  </a:cubicBezTo>
                  <a:cubicBezTo>
                    <a:pt x="942" y="1516"/>
                    <a:pt x="772" y="1245"/>
                    <a:pt x="623" y="979"/>
                  </a:cubicBezTo>
                  <a:cubicBezTo>
                    <a:pt x="453" y="708"/>
                    <a:pt x="304" y="437"/>
                    <a:pt x="118" y="102"/>
                  </a:cubicBezTo>
                  <a:lnTo>
                    <a:pt x="102" y="86"/>
                  </a:lnTo>
                  <a:cubicBezTo>
                    <a:pt x="86" y="49"/>
                    <a:pt x="65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0">
              <a:extLst>
                <a:ext uri="{FF2B5EF4-FFF2-40B4-BE49-F238E27FC236}">
                  <a16:creationId xmlns:a16="http://schemas.microsoft.com/office/drawing/2014/main" id="{51B2B43C-E32B-0127-452E-44D36DCE5AF3}"/>
                </a:ext>
              </a:extLst>
            </p:cNvPr>
            <p:cNvSpPr/>
            <p:nvPr/>
          </p:nvSpPr>
          <p:spPr>
            <a:xfrm>
              <a:off x="1381440" y="2383796"/>
              <a:ext cx="5264" cy="91975"/>
            </a:xfrm>
            <a:custGeom>
              <a:avLst/>
              <a:gdLst/>
              <a:ahLst/>
              <a:cxnLst/>
              <a:rect l="l" t="t" r="r" b="b"/>
              <a:pathLst>
                <a:path w="53" h="926" extrusionOk="0">
                  <a:moveTo>
                    <a:pt x="16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6" y="166"/>
                    <a:pt x="16" y="319"/>
                    <a:pt x="16" y="469"/>
                  </a:cubicBezTo>
                  <a:lnTo>
                    <a:pt x="16" y="756"/>
                  </a:lnTo>
                  <a:lnTo>
                    <a:pt x="16" y="857"/>
                  </a:lnTo>
                  <a:cubicBezTo>
                    <a:pt x="33" y="873"/>
                    <a:pt x="33" y="893"/>
                    <a:pt x="33" y="909"/>
                  </a:cubicBezTo>
                  <a:cubicBezTo>
                    <a:pt x="33" y="925"/>
                    <a:pt x="33" y="925"/>
                    <a:pt x="53" y="925"/>
                  </a:cubicBezTo>
                  <a:lnTo>
                    <a:pt x="53" y="909"/>
                  </a:lnTo>
                  <a:lnTo>
                    <a:pt x="53" y="857"/>
                  </a:lnTo>
                  <a:lnTo>
                    <a:pt x="53" y="756"/>
                  </a:lnTo>
                  <a:cubicBezTo>
                    <a:pt x="33" y="655"/>
                    <a:pt x="33" y="554"/>
                    <a:pt x="53" y="469"/>
                  </a:cubicBezTo>
                  <a:cubicBezTo>
                    <a:pt x="53" y="319"/>
                    <a:pt x="53" y="166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0">
              <a:extLst>
                <a:ext uri="{FF2B5EF4-FFF2-40B4-BE49-F238E27FC236}">
                  <a16:creationId xmlns:a16="http://schemas.microsoft.com/office/drawing/2014/main" id="{F5A12308-71F3-5B38-5D2B-97FE231299D8}"/>
                </a:ext>
              </a:extLst>
            </p:cNvPr>
            <p:cNvSpPr/>
            <p:nvPr/>
          </p:nvSpPr>
          <p:spPr>
            <a:xfrm>
              <a:off x="1841216" y="2634492"/>
              <a:ext cx="4966" cy="56715"/>
            </a:xfrm>
            <a:custGeom>
              <a:avLst/>
              <a:gdLst/>
              <a:ahLst/>
              <a:cxnLst/>
              <a:rect l="l" t="t" r="r" b="b"/>
              <a:pathLst>
                <a:path w="50" h="571" extrusionOk="0">
                  <a:moveTo>
                    <a:pt x="17" y="1"/>
                  </a:moveTo>
                  <a:cubicBezTo>
                    <a:pt x="1" y="102"/>
                    <a:pt x="1" y="187"/>
                    <a:pt x="1" y="288"/>
                  </a:cubicBezTo>
                  <a:cubicBezTo>
                    <a:pt x="17" y="369"/>
                    <a:pt x="17" y="453"/>
                    <a:pt x="1" y="554"/>
                  </a:cubicBez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cubicBezTo>
                    <a:pt x="33" y="470"/>
                    <a:pt x="33" y="369"/>
                    <a:pt x="33" y="288"/>
                  </a:cubicBezTo>
                  <a:cubicBezTo>
                    <a:pt x="33" y="187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0">
              <a:extLst>
                <a:ext uri="{FF2B5EF4-FFF2-40B4-BE49-F238E27FC236}">
                  <a16:creationId xmlns:a16="http://schemas.microsoft.com/office/drawing/2014/main" id="{1D10E7C1-9C4D-204B-51D0-BA9BF2180994}"/>
                </a:ext>
              </a:extLst>
            </p:cNvPr>
            <p:cNvSpPr/>
            <p:nvPr/>
          </p:nvSpPr>
          <p:spPr>
            <a:xfrm>
              <a:off x="1379851" y="2915383"/>
              <a:ext cx="4867" cy="96842"/>
            </a:xfrm>
            <a:custGeom>
              <a:avLst/>
              <a:gdLst/>
              <a:ahLst/>
              <a:cxnLst/>
              <a:rect l="l" t="t" r="r" b="b"/>
              <a:pathLst>
                <a:path w="49" h="975" extrusionOk="0">
                  <a:moveTo>
                    <a:pt x="0" y="1"/>
                  </a:moveTo>
                  <a:cubicBezTo>
                    <a:pt x="16" y="166"/>
                    <a:pt x="0" y="336"/>
                    <a:pt x="0" y="506"/>
                  </a:cubicBezTo>
                  <a:lnTo>
                    <a:pt x="0" y="809"/>
                  </a:lnTo>
                  <a:cubicBezTo>
                    <a:pt x="0" y="841"/>
                    <a:pt x="16" y="873"/>
                    <a:pt x="16" y="910"/>
                  </a:cubicBezTo>
                  <a:lnTo>
                    <a:pt x="16" y="958"/>
                  </a:lnTo>
                  <a:cubicBezTo>
                    <a:pt x="16" y="974"/>
                    <a:pt x="32" y="974"/>
                    <a:pt x="32" y="974"/>
                  </a:cubicBezTo>
                  <a:cubicBezTo>
                    <a:pt x="32" y="974"/>
                    <a:pt x="49" y="974"/>
                    <a:pt x="49" y="958"/>
                  </a:cubicBezTo>
                  <a:cubicBezTo>
                    <a:pt x="49" y="942"/>
                    <a:pt x="49" y="926"/>
                    <a:pt x="32" y="910"/>
                  </a:cubicBezTo>
                  <a:lnTo>
                    <a:pt x="32" y="809"/>
                  </a:lnTo>
                  <a:lnTo>
                    <a:pt x="32" y="506"/>
                  </a:lnTo>
                  <a:cubicBezTo>
                    <a:pt x="32" y="336"/>
                    <a:pt x="32" y="166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0">
              <a:extLst>
                <a:ext uri="{FF2B5EF4-FFF2-40B4-BE49-F238E27FC236}">
                  <a16:creationId xmlns:a16="http://schemas.microsoft.com/office/drawing/2014/main" id="{C1313303-422A-68CC-A298-4EC27D85DC34}"/>
                </a:ext>
              </a:extLst>
            </p:cNvPr>
            <p:cNvSpPr/>
            <p:nvPr/>
          </p:nvSpPr>
          <p:spPr>
            <a:xfrm>
              <a:off x="851343" y="2604397"/>
              <a:ext cx="358067" cy="265794"/>
            </a:xfrm>
            <a:custGeom>
              <a:avLst/>
              <a:gdLst/>
              <a:ahLst/>
              <a:cxnLst/>
              <a:rect l="l" t="t" r="r" b="b"/>
              <a:pathLst>
                <a:path w="3605" h="2676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572" y="49"/>
                    <a:pt x="3552" y="66"/>
                    <a:pt x="3503" y="86"/>
                  </a:cubicBezTo>
                  <a:cubicBezTo>
                    <a:pt x="2982" y="304"/>
                    <a:pt x="2441" y="538"/>
                    <a:pt x="1936" y="756"/>
                  </a:cubicBezTo>
                  <a:cubicBezTo>
                    <a:pt x="1617" y="894"/>
                    <a:pt x="1298" y="1027"/>
                    <a:pt x="978" y="1160"/>
                  </a:cubicBezTo>
                  <a:cubicBezTo>
                    <a:pt x="744" y="1277"/>
                    <a:pt x="441" y="1399"/>
                    <a:pt x="138" y="1516"/>
                  </a:cubicBezTo>
                  <a:cubicBezTo>
                    <a:pt x="37" y="1548"/>
                    <a:pt x="1" y="1601"/>
                    <a:pt x="1" y="1702"/>
                  </a:cubicBezTo>
                  <a:lnTo>
                    <a:pt x="1" y="2489"/>
                  </a:lnTo>
                  <a:cubicBezTo>
                    <a:pt x="1" y="2510"/>
                    <a:pt x="1" y="2526"/>
                    <a:pt x="17" y="2558"/>
                  </a:cubicBezTo>
                  <a:cubicBezTo>
                    <a:pt x="17" y="2590"/>
                    <a:pt x="37" y="2627"/>
                    <a:pt x="1" y="2659"/>
                  </a:cubicBezTo>
                  <a:lnTo>
                    <a:pt x="1" y="2675"/>
                  </a:lnTo>
                  <a:lnTo>
                    <a:pt x="37" y="2675"/>
                  </a:lnTo>
                  <a:cubicBezTo>
                    <a:pt x="53" y="2627"/>
                    <a:pt x="53" y="2590"/>
                    <a:pt x="37" y="2542"/>
                  </a:cubicBezTo>
                  <a:cubicBezTo>
                    <a:pt x="37" y="2526"/>
                    <a:pt x="17" y="2510"/>
                    <a:pt x="17" y="2489"/>
                  </a:cubicBezTo>
                  <a:cubicBezTo>
                    <a:pt x="37" y="2239"/>
                    <a:pt x="37" y="1984"/>
                    <a:pt x="37" y="1702"/>
                  </a:cubicBezTo>
                  <a:cubicBezTo>
                    <a:pt x="17" y="1617"/>
                    <a:pt x="53" y="1564"/>
                    <a:pt x="138" y="1532"/>
                  </a:cubicBezTo>
                  <a:cubicBezTo>
                    <a:pt x="457" y="1415"/>
                    <a:pt x="744" y="1298"/>
                    <a:pt x="995" y="1197"/>
                  </a:cubicBezTo>
                  <a:cubicBezTo>
                    <a:pt x="1314" y="1059"/>
                    <a:pt x="1617" y="926"/>
                    <a:pt x="1936" y="793"/>
                  </a:cubicBezTo>
                  <a:cubicBezTo>
                    <a:pt x="2461" y="554"/>
                    <a:pt x="2982" y="336"/>
                    <a:pt x="3503" y="118"/>
                  </a:cubicBezTo>
                  <a:lnTo>
                    <a:pt x="3519" y="102"/>
                  </a:lnTo>
                  <a:cubicBezTo>
                    <a:pt x="3572" y="86"/>
                    <a:pt x="3604" y="66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0">
              <a:extLst>
                <a:ext uri="{FF2B5EF4-FFF2-40B4-BE49-F238E27FC236}">
                  <a16:creationId xmlns:a16="http://schemas.microsoft.com/office/drawing/2014/main" id="{4A775384-0C10-0B45-FB40-38BC49A1FBB3}"/>
                </a:ext>
              </a:extLst>
            </p:cNvPr>
            <p:cNvSpPr/>
            <p:nvPr/>
          </p:nvSpPr>
          <p:spPr>
            <a:xfrm>
              <a:off x="1615351" y="2475672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7" y="0"/>
                  </a:moveTo>
                  <a:lnTo>
                    <a:pt x="21" y="16"/>
                  </a:lnTo>
                  <a:cubicBezTo>
                    <a:pt x="0" y="101"/>
                    <a:pt x="0" y="186"/>
                    <a:pt x="21" y="287"/>
                  </a:cubicBezTo>
                  <a:lnTo>
                    <a:pt x="21" y="453"/>
                  </a:lnTo>
                  <a:lnTo>
                    <a:pt x="21" y="489"/>
                  </a:lnTo>
                  <a:cubicBezTo>
                    <a:pt x="21" y="521"/>
                    <a:pt x="21" y="554"/>
                    <a:pt x="0" y="590"/>
                  </a:cubicBezTo>
                  <a:lnTo>
                    <a:pt x="0" y="606"/>
                  </a:lnTo>
                  <a:lnTo>
                    <a:pt x="21" y="606"/>
                  </a:lnTo>
                  <a:cubicBezTo>
                    <a:pt x="53" y="574"/>
                    <a:pt x="37" y="521"/>
                    <a:pt x="37" y="489"/>
                  </a:cubicBezTo>
                  <a:lnTo>
                    <a:pt x="37" y="453"/>
                  </a:lnTo>
                  <a:lnTo>
                    <a:pt x="37" y="287"/>
                  </a:lnTo>
                  <a:cubicBezTo>
                    <a:pt x="37" y="202"/>
                    <a:pt x="37" y="101"/>
                    <a:pt x="53" y="16"/>
                  </a:cubicBezTo>
                  <a:cubicBezTo>
                    <a:pt x="53" y="16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0">
              <a:extLst>
                <a:ext uri="{FF2B5EF4-FFF2-40B4-BE49-F238E27FC236}">
                  <a16:creationId xmlns:a16="http://schemas.microsoft.com/office/drawing/2014/main" id="{7AE9D8C1-628C-2931-AB6F-0E0F6DD3C5FE}"/>
                </a:ext>
              </a:extLst>
            </p:cNvPr>
            <p:cNvSpPr/>
            <p:nvPr/>
          </p:nvSpPr>
          <p:spPr>
            <a:xfrm>
              <a:off x="1859690" y="3393236"/>
              <a:ext cx="4867" cy="63965"/>
            </a:xfrm>
            <a:custGeom>
              <a:avLst/>
              <a:gdLst/>
              <a:ahLst/>
              <a:cxnLst/>
              <a:rect l="l" t="t" r="r" b="b"/>
              <a:pathLst>
                <a:path w="49" h="644" extrusionOk="0">
                  <a:moveTo>
                    <a:pt x="33" y="1"/>
                  </a:moveTo>
                  <a:lnTo>
                    <a:pt x="33" y="21"/>
                  </a:lnTo>
                  <a:cubicBezTo>
                    <a:pt x="1" y="122"/>
                    <a:pt x="17" y="203"/>
                    <a:pt x="17" y="304"/>
                  </a:cubicBezTo>
                  <a:lnTo>
                    <a:pt x="17" y="474"/>
                  </a:lnTo>
                  <a:lnTo>
                    <a:pt x="17" y="526"/>
                  </a:lnTo>
                  <a:cubicBezTo>
                    <a:pt x="17" y="558"/>
                    <a:pt x="17" y="591"/>
                    <a:pt x="1" y="627"/>
                  </a:cubicBezTo>
                  <a:lnTo>
                    <a:pt x="1" y="643"/>
                  </a:lnTo>
                  <a:lnTo>
                    <a:pt x="17" y="643"/>
                  </a:lnTo>
                  <a:lnTo>
                    <a:pt x="17" y="627"/>
                  </a:lnTo>
                  <a:cubicBezTo>
                    <a:pt x="33" y="591"/>
                    <a:pt x="33" y="558"/>
                    <a:pt x="33" y="526"/>
                  </a:cubicBezTo>
                  <a:lnTo>
                    <a:pt x="33" y="474"/>
                  </a:lnTo>
                  <a:lnTo>
                    <a:pt x="33" y="304"/>
                  </a:lnTo>
                  <a:cubicBezTo>
                    <a:pt x="33" y="203"/>
                    <a:pt x="33" y="122"/>
                    <a:pt x="49" y="21"/>
                  </a:cubicBezTo>
                  <a:cubicBezTo>
                    <a:pt x="49" y="2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0">
              <a:extLst>
                <a:ext uri="{FF2B5EF4-FFF2-40B4-BE49-F238E27FC236}">
                  <a16:creationId xmlns:a16="http://schemas.microsoft.com/office/drawing/2014/main" id="{43E5E31C-B976-7CB7-B1FA-09C70B5E34B3}"/>
                </a:ext>
              </a:extLst>
            </p:cNvPr>
            <p:cNvSpPr/>
            <p:nvPr/>
          </p:nvSpPr>
          <p:spPr>
            <a:xfrm>
              <a:off x="1521886" y="3197864"/>
              <a:ext cx="197458" cy="279401"/>
            </a:xfrm>
            <a:custGeom>
              <a:avLst/>
              <a:gdLst/>
              <a:ahLst/>
              <a:cxnLst/>
              <a:rect l="l" t="t" r="r" b="b"/>
              <a:pathLst>
                <a:path w="1988" h="2813" extrusionOk="0">
                  <a:moveTo>
                    <a:pt x="32" y="1"/>
                  </a:moveTo>
                  <a:cubicBezTo>
                    <a:pt x="32" y="1"/>
                    <a:pt x="16" y="1"/>
                    <a:pt x="16" y="17"/>
                  </a:cubicBezTo>
                  <a:cubicBezTo>
                    <a:pt x="0" y="186"/>
                    <a:pt x="0" y="372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26"/>
                    <a:pt x="69" y="958"/>
                  </a:cubicBezTo>
                  <a:lnTo>
                    <a:pt x="85" y="978"/>
                  </a:lnTo>
                  <a:cubicBezTo>
                    <a:pt x="590" y="1447"/>
                    <a:pt x="1111" y="1936"/>
                    <a:pt x="1616" y="2424"/>
                  </a:cubicBezTo>
                  <a:cubicBezTo>
                    <a:pt x="1632" y="2441"/>
                    <a:pt x="1669" y="2473"/>
                    <a:pt x="1685" y="2493"/>
                  </a:cubicBezTo>
                  <a:cubicBezTo>
                    <a:pt x="1733" y="2542"/>
                    <a:pt x="1786" y="2594"/>
                    <a:pt x="1834" y="2626"/>
                  </a:cubicBezTo>
                  <a:cubicBezTo>
                    <a:pt x="1887" y="2675"/>
                    <a:pt x="1935" y="2727"/>
                    <a:pt x="1951" y="2796"/>
                  </a:cubicBezTo>
                  <a:lnTo>
                    <a:pt x="1971" y="2812"/>
                  </a:lnTo>
                  <a:lnTo>
                    <a:pt x="1988" y="2796"/>
                  </a:lnTo>
                  <a:cubicBezTo>
                    <a:pt x="1951" y="2711"/>
                    <a:pt x="1919" y="2659"/>
                    <a:pt x="1850" y="2610"/>
                  </a:cubicBezTo>
                  <a:cubicBezTo>
                    <a:pt x="1802" y="2558"/>
                    <a:pt x="1749" y="2509"/>
                    <a:pt x="1701" y="2473"/>
                  </a:cubicBezTo>
                  <a:cubicBezTo>
                    <a:pt x="1685" y="2441"/>
                    <a:pt x="1648" y="2424"/>
                    <a:pt x="1632" y="2408"/>
                  </a:cubicBezTo>
                  <a:cubicBezTo>
                    <a:pt x="1127" y="1919"/>
                    <a:pt x="606" y="1431"/>
                    <a:pt x="101" y="942"/>
                  </a:cubicBezTo>
                  <a:lnTo>
                    <a:pt x="85" y="942"/>
                  </a:lnTo>
                  <a:cubicBezTo>
                    <a:pt x="69" y="910"/>
                    <a:pt x="32" y="893"/>
                    <a:pt x="32" y="857"/>
                  </a:cubicBezTo>
                  <a:lnTo>
                    <a:pt x="32" y="538"/>
                  </a:lnTo>
                  <a:cubicBezTo>
                    <a:pt x="32" y="372"/>
                    <a:pt x="32" y="186"/>
                    <a:pt x="53" y="17"/>
                  </a:cubicBezTo>
                  <a:cubicBezTo>
                    <a:pt x="53" y="1"/>
                    <a:pt x="53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0">
              <a:extLst>
                <a:ext uri="{FF2B5EF4-FFF2-40B4-BE49-F238E27FC236}">
                  <a16:creationId xmlns:a16="http://schemas.microsoft.com/office/drawing/2014/main" id="{CA4C5AF2-34FD-EC22-B4B8-45C1DFEEA3AE}"/>
                </a:ext>
              </a:extLst>
            </p:cNvPr>
            <p:cNvSpPr/>
            <p:nvPr/>
          </p:nvSpPr>
          <p:spPr>
            <a:xfrm>
              <a:off x="1737719" y="2749709"/>
              <a:ext cx="172230" cy="316251"/>
            </a:xfrm>
            <a:custGeom>
              <a:avLst/>
              <a:gdLst/>
              <a:ahLst/>
              <a:cxnLst/>
              <a:rect l="l" t="t" r="r" b="b"/>
              <a:pathLst>
                <a:path w="1734" h="3184" extrusionOk="0">
                  <a:moveTo>
                    <a:pt x="17" y="0"/>
                  </a:moveTo>
                  <a:cubicBezTo>
                    <a:pt x="0" y="0"/>
                    <a:pt x="0" y="0"/>
                    <a:pt x="0" y="16"/>
                  </a:cubicBezTo>
                  <a:cubicBezTo>
                    <a:pt x="17" y="138"/>
                    <a:pt x="81" y="218"/>
                    <a:pt x="166" y="303"/>
                  </a:cubicBezTo>
                  <a:cubicBezTo>
                    <a:pt x="182" y="319"/>
                    <a:pt x="202" y="356"/>
                    <a:pt x="219" y="372"/>
                  </a:cubicBezTo>
                  <a:cubicBezTo>
                    <a:pt x="453" y="675"/>
                    <a:pt x="687" y="962"/>
                    <a:pt x="909" y="1265"/>
                  </a:cubicBezTo>
                  <a:lnTo>
                    <a:pt x="1229" y="1669"/>
                  </a:lnTo>
                  <a:cubicBezTo>
                    <a:pt x="1277" y="1717"/>
                    <a:pt x="1313" y="1786"/>
                    <a:pt x="1362" y="1834"/>
                  </a:cubicBezTo>
                  <a:cubicBezTo>
                    <a:pt x="1447" y="1955"/>
                    <a:pt x="1532" y="2056"/>
                    <a:pt x="1616" y="2174"/>
                  </a:cubicBezTo>
                  <a:cubicBezTo>
                    <a:pt x="1697" y="2275"/>
                    <a:pt x="1681" y="2376"/>
                    <a:pt x="1681" y="2493"/>
                  </a:cubicBezTo>
                  <a:cubicBezTo>
                    <a:pt x="1681" y="2561"/>
                    <a:pt x="1665" y="2610"/>
                    <a:pt x="1681" y="2679"/>
                  </a:cubicBezTo>
                  <a:cubicBezTo>
                    <a:pt x="1697" y="2844"/>
                    <a:pt x="1717" y="3014"/>
                    <a:pt x="1649" y="3167"/>
                  </a:cubicBezTo>
                  <a:lnTo>
                    <a:pt x="1649" y="3184"/>
                  </a:lnTo>
                  <a:lnTo>
                    <a:pt x="1665" y="3184"/>
                  </a:lnTo>
                  <a:cubicBezTo>
                    <a:pt x="1733" y="3014"/>
                    <a:pt x="1733" y="2844"/>
                    <a:pt x="1697" y="2679"/>
                  </a:cubicBezTo>
                  <a:lnTo>
                    <a:pt x="1697" y="2493"/>
                  </a:lnTo>
                  <a:cubicBezTo>
                    <a:pt x="1717" y="2376"/>
                    <a:pt x="1717" y="2258"/>
                    <a:pt x="1649" y="2157"/>
                  </a:cubicBezTo>
                  <a:cubicBezTo>
                    <a:pt x="1564" y="2036"/>
                    <a:pt x="1463" y="1935"/>
                    <a:pt x="1378" y="1818"/>
                  </a:cubicBezTo>
                  <a:cubicBezTo>
                    <a:pt x="1346" y="1770"/>
                    <a:pt x="1293" y="1701"/>
                    <a:pt x="1245" y="1653"/>
                  </a:cubicBezTo>
                  <a:lnTo>
                    <a:pt x="942" y="1249"/>
                  </a:lnTo>
                  <a:cubicBezTo>
                    <a:pt x="707" y="962"/>
                    <a:pt x="469" y="659"/>
                    <a:pt x="235" y="356"/>
                  </a:cubicBezTo>
                  <a:cubicBezTo>
                    <a:pt x="219" y="340"/>
                    <a:pt x="202" y="303"/>
                    <a:pt x="182" y="287"/>
                  </a:cubicBezTo>
                  <a:cubicBezTo>
                    <a:pt x="118" y="202"/>
                    <a:pt x="33" y="11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0">
              <a:extLst>
                <a:ext uri="{FF2B5EF4-FFF2-40B4-BE49-F238E27FC236}">
                  <a16:creationId xmlns:a16="http://schemas.microsoft.com/office/drawing/2014/main" id="{D1B0D351-C436-595C-8398-7D3CEC454B61}"/>
                </a:ext>
              </a:extLst>
            </p:cNvPr>
            <p:cNvSpPr/>
            <p:nvPr/>
          </p:nvSpPr>
          <p:spPr>
            <a:xfrm>
              <a:off x="1765828" y="3289044"/>
              <a:ext cx="5264" cy="67839"/>
            </a:xfrm>
            <a:custGeom>
              <a:avLst/>
              <a:gdLst/>
              <a:ahLst/>
              <a:cxnLst/>
              <a:rect l="l" t="t" r="r" b="b"/>
              <a:pathLst>
                <a:path w="53" h="683" extrusionOk="0">
                  <a:moveTo>
                    <a:pt x="32" y="1"/>
                  </a:moveTo>
                  <a:cubicBezTo>
                    <a:pt x="28" y="1"/>
                    <a:pt x="20" y="8"/>
                    <a:pt x="20" y="8"/>
                  </a:cubicBezTo>
                  <a:cubicBezTo>
                    <a:pt x="0" y="109"/>
                    <a:pt x="0" y="226"/>
                    <a:pt x="20" y="327"/>
                  </a:cubicBezTo>
                  <a:cubicBezTo>
                    <a:pt x="20" y="395"/>
                    <a:pt x="20" y="464"/>
                    <a:pt x="0" y="529"/>
                  </a:cubicBezTo>
                  <a:cubicBezTo>
                    <a:pt x="0" y="545"/>
                    <a:pt x="0" y="565"/>
                    <a:pt x="20" y="565"/>
                  </a:cubicBezTo>
                  <a:cubicBezTo>
                    <a:pt x="20" y="597"/>
                    <a:pt x="20" y="630"/>
                    <a:pt x="0" y="646"/>
                  </a:cubicBezTo>
                  <a:lnTo>
                    <a:pt x="0" y="682"/>
                  </a:lnTo>
                  <a:lnTo>
                    <a:pt x="20" y="682"/>
                  </a:lnTo>
                  <a:lnTo>
                    <a:pt x="20" y="666"/>
                  </a:lnTo>
                  <a:cubicBezTo>
                    <a:pt x="37" y="630"/>
                    <a:pt x="37" y="597"/>
                    <a:pt x="37" y="565"/>
                  </a:cubicBezTo>
                  <a:lnTo>
                    <a:pt x="37" y="529"/>
                  </a:lnTo>
                  <a:lnTo>
                    <a:pt x="37" y="327"/>
                  </a:lnTo>
                  <a:cubicBezTo>
                    <a:pt x="37" y="226"/>
                    <a:pt x="37" y="125"/>
                    <a:pt x="53" y="8"/>
                  </a:cubicBezTo>
                  <a:lnTo>
                    <a:pt x="37" y="8"/>
                  </a:lnTo>
                  <a:cubicBezTo>
                    <a:pt x="37" y="2"/>
                    <a:pt x="35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0">
              <a:extLst>
                <a:ext uri="{FF2B5EF4-FFF2-40B4-BE49-F238E27FC236}">
                  <a16:creationId xmlns:a16="http://schemas.microsoft.com/office/drawing/2014/main" id="{8EB2592B-E254-406D-1E87-DB84A6C3FF85}"/>
                </a:ext>
              </a:extLst>
            </p:cNvPr>
            <p:cNvSpPr/>
            <p:nvPr/>
          </p:nvSpPr>
          <p:spPr>
            <a:xfrm>
              <a:off x="1861279" y="2666276"/>
              <a:ext cx="6953" cy="51848"/>
            </a:xfrm>
            <a:custGeom>
              <a:avLst/>
              <a:gdLst/>
              <a:ahLst/>
              <a:cxnLst/>
              <a:rect l="l" t="t" r="r" b="b"/>
              <a:pathLst>
                <a:path w="70" h="522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01"/>
                    <a:pt x="17" y="186"/>
                    <a:pt x="17" y="250"/>
                  </a:cubicBezTo>
                  <a:cubicBezTo>
                    <a:pt x="17" y="335"/>
                    <a:pt x="33" y="420"/>
                    <a:pt x="17" y="505"/>
                  </a:cubicBezTo>
                  <a:cubicBezTo>
                    <a:pt x="1" y="505"/>
                    <a:pt x="17" y="505"/>
                    <a:pt x="17" y="521"/>
                  </a:cubicBezTo>
                  <a:lnTo>
                    <a:pt x="33" y="505"/>
                  </a:lnTo>
                  <a:cubicBezTo>
                    <a:pt x="49" y="420"/>
                    <a:pt x="49" y="335"/>
                    <a:pt x="49" y="250"/>
                  </a:cubicBezTo>
                  <a:cubicBezTo>
                    <a:pt x="49" y="186"/>
                    <a:pt x="49" y="101"/>
                    <a:pt x="69" y="16"/>
                  </a:cubicBezTo>
                  <a:cubicBezTo>
                    <a:pt x="69" y="16"/>
                    <a:pt x="69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0">
              <a:extLst>
                <a:ext uri="{FF2B5EF4-FFF2-40B4-BE49-F238E27FC236}">
                  <a16:creationId xmlns:a16="http://schemas.microsoft.com/office/drawing/2014/main" id="{66C079B2-2446-D877-06CF-1F6E57624BD3}"/>
                </a:ext>
              </a:extLst>
            </p:cNvPr>
            <p:cNvSpPr/>
            <p:nvPr/>
          </p:nvSpPr>
          <p:spPr>
            <a:xfrm>
              <a:off x="852932" y="1711664"/>
              <a:ext cx="359656" cy="334328"/>
            </a:xfrm>
            <a:custGeom>
              <a:avLst/>
              <a:gdLst/>
              <a:ahLst/>
              <a:cxnLst/>
              <a:rect l="l" t="t" r="r" b="b"/>
              <a:pathLst>
                <a:path w="3621" h="3366" extrusionOk="0">
                  <a:moveTo>
                    <a:pt x="3604" y="1"/>
                  </a:moveTo>
                  <a:cubicBezTo>
                    <a:pt x="3588" y="1"/>
                    <a:pt x="3588" y="17"/>
                    <a:pt x="3588" y="33"/>
                  </a:cubicBezTo>
                  <a:cubicBezTo>
                    <a:pt x="3572" y="49"/>
                    <a:pt x="3572" y="49"/>
                    <a:pt x="3556" y="65"/>
                  </a:cubicBezTo>
                  <a:cubicBezTo>
                    <a:pt x="2461" y="655"/>
                    <a:pt x="1467" y="1176"/>
                    <a:pt x="526" y="1701"/>
                  </a:cubicBezTo>
                  <a:cubicBezTo>
                    <a:pt x="490" y="1718"/>
                    <a:pt x="441" y="1750"/>
                    <a:pt x="405" y="1766"/>
                  </a:cubicBezTo>
                  <a:cubicBezTo>
                    <a:pt x="304" y="1819"/>
                    <a:pt x="203" y="1867"/>
                    <a:pt x="102" y="1936"/>
                  </a:cubicBezTo>
                  <a:cubicBezTo>
                    <a:pt x="37" y="1968"/>
                    <a:pt x="21" y="2004"/>
                    <a:pt x="21" y="2069"/>
                  </a:cubicBezTo>
                  <a:lnTo>
                    <a:pt x="21" y="2558"/>
                  </a:lnTo>
                  <a:cubicBezTo>
                    <a:pt x="21" y="2792"/>
                    <a:pt x="1" y="3047"/>
                    <a:pt x="21" y="3281"/>
                  </a:cubicBezTo>
                  <a:lnTo>
                    <a:pt x="21" y="3333"/>
                  </a:lnTo>
                  <a:cubicBezTo>
                    <a:pt x="1" y="3333"/>
                    <a:pt x="1" y="3350"/>
                    <a:pt x="1" y="3350"/>
                  </a:cubicBezTo>
                  <a:lnTo>
                    <a:pt x="1" y="3366"/>
                  </a:lnTo>
                  <a:lnTo>
                    <a:pt x="21" y="3366"/>
                  </a:lnTo>
                  <a:cubicBezTo>
                    <a:pt x="37" y="3350"/>
                    <a:pt x="37" y="3350"/>
                    <a:pt x="37" y="3333"/>
                  </a:cubicBezTo>
                  <a:cubicBezTo>
                    <a:pt x="54" y="3317"/>
                    <a:pt x="54" y="3297"/>
                    <a:pt x="54" y="3281"/>
                  </a:cubicBezTo>
                  <a:cubicBezTo>
                    <a:pt x="37" y="3047"/>
                    <a:pt x="37" y="2792"/>
                    <a:pt x="37" y="2558"/>
                  </a:cubicBezTo>
                  <a:lnTo>
                    <a:pt x="37" y="2069"/>
                  </a:lnTo>
                  <a:cubicBezTo>
                    <a:pt x="37" y="2020"/>
                    <a:pt x="54" y="1984"/>
                    <a:pt x="122" y="1952"/>
                  </a:cubicBezTo>
                  <a:cubicBezTo>
                    <a:pt x="203" y="1903"/>
                    <a:pt x="324" y="1835"/>
                    <a:pt x="425" y="1782"/>
                  </a:cubicBezTo>
                  <a:cubicBezTo>
                    <a:pt x="457" y="1766"/>
                    <a:pt x="490" y="1750"/>
                    <a:pt x="542" y="1718"/>
                  </a:cubicBezTo>
                  <a:cubicBezTo>
                    <a:pt x="1467" y="1213"/>
                    <a:pt x="2461" y="671"/>
                    <a:pt x="3556" y="85"/>
                  </a:cubicBezTo>
                  <a:cubicBezTo>
                    <a:pt x="3588" y="65"/>
                    <a:pt x="3604" y="49"/>
                    <a:pt x="3604" y="33"/>
                  </a:cubicBezTo>
                  <a:cubicBezTo>
                    <a:pt x="3604" y="33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0">
              <a:extLst>
                <a:ext uri="{FF2B5EF4-FFF2-40B4-BE49-F238E27FC236}">
                  <a16:creationId xmlns:a16="http://schemas.microsoft.com/office/drawing/2014/main" id="{BEE889A4-9944-04A7-6AA5-C5C7C3B8D78C}"/>
                </a:ext>
              </a:extLst>
            </p:cNvPr>
            <p:cNvSpPr/>
            <p:nvPr/>
          </p:nvSpPr>
          <p:spPr>
            <a:xfrm>
              <a:off x="794827" y="215147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6"/>
                    <a:pt x="16" y="319"/>
                    <a:pt x="0" y="485"/>
                  </a:cubicBezTo>
                  <a:lnTo>
                    <a:pt x="0" y="772"/>
                  </a:lnTo>
                  <a:lnTo>
                    <a:pt x="0" y="808"/>
                  </a:lnTo>
                  <a:cubicBezTo>
                    <a:pt x="0" y="840"/>
                    <a:pt x="0" y="889"/>
                    <a:pt x="16" y="925"/>
                  </a:cubicBezTo>
                  <a:lnTo>
                    <a:pt x="33" y="925"/>
                  </a:lnTo>
                  <a:cubicBezTo>
                    <a:pt x="49" y="925"/>
                    <a:pt x="49" y="925"/>
                    <a:pt x="49" y="909"/>
                  </a:cubicBezTo>
                  <a:cubicBezTo>
                    <a:pt x="33" y="873"/>
                    <a:pt x="33" y="840"/>
                    <a:pt x="33" y="808"/>
                  </a:cubicBezTo>
                  <a:lnTo>
                    <a:pt x="33" y="772"/>
                  </a:lnTo>
                  <a:lnTo>
                    <a:pt x="33" y="485"/>
                  </a:lnTo>
                  <a:cubicBezTo>
                    <a:pt x="33" y="319"/>
                    <a:pt x="33" y="166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0">
              <a:extLst>
                <a:ext uri="{FF2B5EF4-FFF2-40B4-BE49-F238E27FC236}">
                  <a16:creationId xmlns:a16="http://schemas.microsoft.com/office/drawing/2014/main" id="{5DFE8C3E-EE77-3AFD-43C7-5307A550A9A4}"/>
                </a:ext>
              </a:extLst>
            </p:cNvPr>
            <p:cNvSpPr/>
            <p:nvPr/>
          </p:nvSpPr>
          <p:spPr>
            <a:xfrm>
              <a:off x="751024" y="2336815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0"/>
                    <a:pt x="17" y="303"/>
                    <a:pt x="17" y="437"/>
                  </a:cubicBezTo>
                  <a:lnTo>
                    <a:pt x="17" y="691"/>
                  </a:lnTo>
                  <a:lnTo>
                    <a:pt x="17" y="808"/>
                  </a:lnTo>
                  <a:lnTo>
                    <a:pt x="17" y="861"/>
                  </a:lnTo>
                  <a:lnTo>
                    <a:pt x="17" y="877"/>
                  </a:lnTo>
                  <a:cubicBezTo>
                    <a:pt x="37" y="877"/>
                    <a:pt x="37" y="861"/>
                    <a:pt x="37" y="861"/>
                  </a:cubicBezTo>
                  <a:lnTo>
                    <a:pt x="37" y="808"/>
                  </a:lnTo>
                  <a:lnTo>
                    <a:pt x="37" y="691"/>
                  </a:lnTo>
                  <a:lnTo>
                    <a:pt x="37" y="437"/>
                  </a:lnTo>
                  <a:cubicBezTo>
                    <a:pt x="37" y="303"/>
                    <a:pt x="53" y="154"/>
                    <a:pt x="17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0">
              <a:extLst>
                <a:ext uri="{FF2B5EF4-FFF2-40B4-BE49-F238E27FC236}">
                  <a16:creationId xmlns:a16="http://schemas.microsoft.com/office/drawing/2014/main" id="{05C81398-D553-D8C7-3D81-7E4E3300D9FA}"/>
                </a:ext>
              </a:extLst>
            </p:cNvPr>
            <p:cNvSpPr/>
            <p:nvPr/>
          </p:nvSpPr>
          <p:spPr>
            <a:xfrm>
              <a:off x="1944712" y="2636181"/>
              <a:ext cx="6953" cy="57013"/>
            </a:xfrm>
            <a:custGeom>
              <a:avLst/>
              <a:gdLst/>
              <a:ahLst/>
              <a:cxnLst/>
              <a:rect l="l" t="t" r="r" b="b"/>
              <a:pathLst>
                <a:path w="70" h="574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01"/>
                    <a:pt x="17" y="202"/>
                    <a:pt x="17" y="287"/>
                  </a:cubicBezTo>
                  <a:cubicBezTo>
                    <a:pt x="17" y="388"/>
                    <a:pt x="17" y="473"/>
                    <a:pt x="1" y="553"/>
                  </a:cubicBezTo>
                  <a:cubicBezTo>
                    <a:pt x="1" y="574"/>
                    <a:pt x="1" y="574"/>
                    <a:pt x="17" y="574"/>
                  </a:cubicBezTo>
                  <a:lnTo>
                    <a:pt x="37" y="574"/>
                  </a:lnTo>
                  <a:cubicBezTo>
                    <a:pt x="53" y="473"/>
                    <a:pt x="53" y="388"/>
                    <a:pt x="53" y="287"/>
                  </a:cubicBezTo>
                  <a:cubicBezTo>
                    <a:pt x="37" y="202"/>
                    <a:pt x="37" y="117"/>
                    <a:pt x="53" y="16"/>
                  </a:cubicBezTo>
                  <a:cubicBezTo>
                    <a:pt x="70" y="16"/>
                    <a:pt x="53" y="16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0">
              <a:extLst>
                <a:ext uri="{FF2B5EF4-FFF2-40B4-BE49-F238E27FC236}">
                  <a16:creationId xmlns:a16="http://schemas.microsoft.com/office/drawing/2014/main" id="{A9D276E9-5193-373A-E58E-34D7B2200F02}"/>
                </a:ext>
              </a:extLst>
            </p:cNvPr>
            <p:cNvSpPr/>
            <p:nvPr/>
          </p:nvSpPr>
          <p:spPr>
            <a:xfrm>
              <a:off x="1416701" y="2831553"/>
              <a:ext cx="85221" cy="92372"/>
            </a:xfrm>
            <a:custGeom>
              <a:avLst/>
              <a:gdLst/>
              <a:ahLst/>
              <a:cxnLst/>
              <a:rect l="l" t="t" r="r" b="b"/>
              <a:pathLst>
                <a:path w="858" h="930" extrusionOk="0">
                  <a:moveTo>
                    <a:pt x="17" y="0"/>
                  </a:moveTo>
                  <a:cubicBezTo>
                    <a:pt x="1" y="0"/>
                    <a:pt x="1" y="0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65" y="53"/>
                    <a:pt x="102" y="69"/>
                  </a:cubicBezTo>
                  <a:cubicBezTo>
                    <a:pt x="102" y="69"/>
                    <a:pt x="102" y="85"/>
                    <a:pt x="118" y="85"/>
                  </a:cubicBezTo>
                  <a:cubicBezTo>
                    <a:pt x="251" y="223"/>
                    <a:pt x="384" y="372"/>
                    <a:pt x="506" y="526"/>
                  </a:cubicBezTo>
                  <a:lnTo>
                    <a:pt x="522" y="542"/>
                  </a:lnTo>
                  <a:lnTo>
                    <a:pt x="623" y="643"/>
                  </a:lnTo>
                  <a:cubicBezTo>
                    <a:pt x="708" y="728"/>
                    <a:pt x="788" y="808"/>
                    <a:pt x="825" y="930"/>
                  </a:cubicBezTo>
                  <a:lnTo>
                    <a:pt x="841" y="930"/>
                  </a:lnTo>
                  <a:cubicBezTo>
                    <a:pt x="841" y="930"/>
                    <a:pt x="857" y="930"/>
                    <a:pt x="857" y="909"/>
                  </a:cubicBezTo>
                  <a:cubicBezTo>
                    <a:pt x="825" y="792"/>
                    <a:pt x="724" y="707"/>
                    <a:pt x="639" y="627"/>
                  </a:cubicBezTo>
                  <a:cubicBezTo>
                    <a:pt x="607" y="590"/>
                    <a:pt x="570" y="558"/>
                    <a:pt x="538" y="526"/>
                  </a:cubicBezTo>
                  <a:lnTo>
                    <a:pt x="538" y="505"/>
                  </a:lnTo>
                  <a:cubicBezTo>
                    <a:pt x="405" y="356"/>
                    <a:pt x="267" y="202"/>
                    <a:pt x="134" y="69"/>
                  </a:cubicBezTo>
                  <a:cubicBezTo>
                    <a:pt x="118" y="69"/>
                    <a:pt x="118" y="53"/>
                    <a:pt x="118" y="53"/>
                  </a:cubicBezTo>
                  <a:cubicBezTo>
                    <a:pt x="82" y="21"/>
                    <a:pt x="65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0">
              <a:extLst>
                <a:ext uri="{FF2B5EF4-FFF2-40B4-BE49-F238E27FC236}">
                  <a16:creationId xmlns:a16="http://schemas.microsoft.com/office/drawing/2014/main" id="{185E8DC4-EBF5-114E-2E30-05E28A7E8EC9}"/>
                </a:ext>
              </a:extLst>
            </p:cNvPr>
            <p:cNvSpPr/>
            <p:nvPr/>
          </p:nvSpPr>
          <p:spPr>
            <a:xfrm>
              <a:off x="1336446" y="2930282"/>
              <a:ext cx="4966" cy="98729"/>
            </a:xfrm>
            <a:custGeom>
              <a:avLst/>
              <a:gdLst/>
              <a:ahLst/>
              <a:cxnLst/>
              <a:rect l="l" t="t" r="r" b="b"/>
              <a:pathLst>
                <a:path w="50" h="99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37"/>
                    <a:pt x="17" y="255"/>
                    <a:pt x="17" y="372"/>
                  </a:cubicBezTo>
                  <a:lnTo>
                    <a:pt x="17" y="558"/>
                  </a:lnTo>
                  <a:lnTo>
                    <a:pt x="17" y="844"/>
                  </a:lnTo>
                  <a:lnTo>
                    <a:pt x="17" y="978"/>
                  </a:lnTo>
                  <a:lnTo>
                    <a:pt x="17" y="994"/>
                  </a:lnTo>
                  <a:cubicBezTo>
                    <a:pt x="33" y="994"/>
                    <a:pt x="33" y="978"/>
                    <a:pt x="33" y="978"/>
                  </a:cubicBezTo>
                  <a:lnTo>
                    <a:pt x="33" y="844"/>
                  </a:lnTo>
                  <a:lnTo>
                    <a:pt x="33" y="558"/>
                  </a:lnTo>
                  <a:lnTo>
                    <a:pt x="33" y="372"/>
                  </a:lnTo>
                  <a:cubicBezTo>
                    <a:pt x="33" y="255"/>
                    <a:pt x="49" y="137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0">
              <a:extLst>
                <a:ext uri="{FF2B5EF4-FFF2-40B4-BE49-F238E27FC236}">
                  <a16:creationId xmlns:a16="http://schemas.microsoft.com/office/drawing/2014/main" id="{A1C70CFD-7ACD-B066-3EA2-1E05CD85201F}"/>
                </a:ext>
              </a:extLst>
            </p:cNvPr>
            <p:cNvSpPr/>
            <p:nvPr/>
          </p:nvSpPr>
          <p:spPr>
            <a:xfrm>
              <a:off x="1815987" y="2443987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287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37"/>
                    <a:pt x="20" y="570"/>
                    <a:pt x="0" y="606"/>
                  </a:cubicBezTo>
                  <a:lnTo>
                    <a:pt x="20" y="622"/>
                  </a:lnTo>
                  <a:lnTo>
                    <a:pt x="37" y="606"/>
                  </a:lnTo>
                  <a:cubicBezTo>
                    <a:pt x="53" y="570"/>
                    <a:pt x="53" y="537"/>
                    <a:pt x="53" y="505"/>
                  </a:cubicBezTo>
                  <a:lnTo>
                    <a:pt x="53" y="469"/>
                  </a:lnTo>
                  <a:lnTo>
                    <a:pt x="53" y="287"/>
                  </a:lnTo>
                  <a:cubicBezTo>
                    <a:pt x="37" y="202"/>
                    <a:pt x="37" y="10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0">
              <a:extLst>
                <a:ext uri="{FF2B5EF4-FFF2-40B4-BE49-F238E27FC236}">
                  <a16:creationId xmlns:a16="http://schemas.microsoft.com/office/drawing/2014/main" id="{D4189250-ADBB-FEDD-BE34-0F7AB4B7C6DB}"/>
                </a:ext>
              </a:extLst>
            </p:cNvPr>
            <p:cNvSpPr/>
            <p:nvPr/>
          </p:nvSpPr>
          <p:spPr>
            <a:xfrm>
              <a:off x="1336446" y="275328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cubicBezTo>
                    <a:pt x="17" y="522"/>
                    <a:pt x="1" y="607"/>
                    <a:pt x="17" y="687"/>
                  </a:cubicBezTo>
                  <a:lnTo>
                    <a:pt x="17" y="756"/>
                  </a:lnTo>
                  <a:cubicBezTo>
                    <a:pt x="17" y="809"/>
                    <a:pt x="1" y="857"/>
                    <a:pt x="33" y="910"/>
                  </a:cubicBezTo>
                  <a:lnTo>
                    <a:pt x="33" y="926"/>
                  </a:lnTo>
                  <a:lnTo>
                    <a:pt x="49" y="926"/>
                  </a:lnTo>
                  <a:lnTo>
                    <a:pt x="49" y="910"/>
                  </a:lnTo>
                  <a:cubicBezTo>
                    <a:pt x="33" y="857"/>
                    <a:pt x="33" y="809"/>
                    <a:pt x="33" y="756"/>
                  </a:cubicBezTo>
                  <a:lnTo>
                    <a:pt x="33" y="687"/>
                  </a:lnTo>
                  <a:lnTo>
                    <a:pt x="33" y="437"/>
                  </a:lnTo>
                  <a:cubicBezTo>
                    <a:pt x="33" y="304"/>
                    <a:pt x="49" y="150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0">
              <a:extLst>
                <a:ext uri="{FF2B5EF4-FFF2-40B4-BE49-F238E27FC236}">
                  <a16:creationId xmlns:a16="http://schemas.microsoft.com/office/drawing/2014/main" id="{9F325B78-FD5F-6500-69D8-243C2A46F480}"/>
                </a:ext>
              </a:extLst>
            </p:cNvPr>
            <p:cNvSpPr/>
            <p:nvPr/>
          </p:nvSpPr>
          <p:spPr>
            <a:xfrm>
              <a:off x="852932" y="1203318"/>
              <a:ext cx="359656" cy="324296"/>
            </a:xfrm>
            <a:custGeom>
              <a:avLst/>
              <a:gdLst/>
              <a:ahLst/>
              <a:cxnLst/>
              <a:rect l="l" t="t" r="r" b="b"/>
              <a:pathLst>
                <a:path w="3621" h="3265" extrusionOk="0">
                  <a:moveTo>
                    <a:pt x="3604" y="0"/>
                  </a:moveTo>
                  <a:cubicBezTo>
                    <a:pt x="3471" y="85"/>
                    <a:pt x="3334" y="170"/>
                    <a:pt x="3200" y="255"/>
                  </a:cubicBezTo>
                  <a:cubicBezTo>
                    <a:pt x="2914" y="421"/>
                    <a:pt x="2611" y="606"/>
                    <a:pt x="2324" y="792"/>
                  </a:cubicBezTo>
                  <a:cubicBezTo>
                    <a:pt x="1904" y="1043"/>
                    <a:pt x="1484" y="1313"/>
                    <a:pt x="1063" y="1568"/>
                  </a:cubicBezTo>
                  <a:cubicBezTo>
                    <a:pt x="744" y="1770"/>
                    <a:pt x="441" y="1952"/>
                    <a:pt x="122" y="2154"/>
                  </a:cubicBezTo>
                  <a:cubicBezTo>
                    <a:pt x="54" y="2206"/>
                    <a:pt x="21" y="2238"/>
                    <a:pt x="21" y="2356"/>
                  </a:cubicBezTo>
                  <a:cubicBezTo>
                    <a:pt x="37" y="2525"/>
                    <a:pt x="21" y="2711"/>
                    <a:pt x="21" y="2881"/>
                  </a:cubicBezTo>
                  <a:lnTo>
                    <a:pt x="21" y="3115"/>
                  </a:lnTo>
                  <a:lnTo>
                    <a:pt x="21" y="3131"/>
                  </a:lnTo>
                  <a:cubicBezTo>
                    <a:pt x="21" y="3184"/>
                    <a:pt x="1" y="3216"/>
                    <a:pt x="54" y="3248"/>
                  </a:cubicBezTo>
                  <a:lnTo>
                    <a:pt x="54" y="3264"/>
                  </a:lnTo>
                  <a:lnTo>
                    <a:pt x="70" y="3248"/>
                  </a:lnTo>
                  <a:lnTo>
                    <a:pt x="70" y="3232"/>
                  </a:lnTo>
                  <a:cubicBezTo>
                    <a:pt x="37" y="3216"/>
                    <a:pt x="37" y="3184"/>
                    <a:pt x="37" y="3131"/>
                  </a:cubicBezTo>
                  <a:lnTo>
                    <a:pt x="37" y="3115"/>
                  </a:lnTo>
                  <a:cubicBezTo>
                    <a:pt x="37" y="3030"/>
                    <a:pt x="54" y="2961"/>
                    <a:pt x="54" y="2881"/>
                  </a:cubicBezTo>
                  <a:lnTo>
                    <a:pt x="54" y="2356"/>
                  </a:lnTo>
                  <a:cubicBezTo>
                    <a:pt x="37" y="2255"/>
                    <a:pt x="70" y="2222"/>
                    <a:pt x="138" y="2174"/>
                  </a:cubicBezTo>
                  <a:cubicBezTo>
                    <a:pt x="457" y="1988"/>
                    <a:pt x="760" y="1786"/>
                    <a:pt x="1080" y="1600"/>
                  </a:cubicBezTo>
                  <a:cubicBezTo>
                    <a:pt x="1500" y="1329"/>
                    <a:pt x="1904" y="1079"/>
                    <a:pt x="2324" y="808"/>
                  </a:cubicBezTo>
                  <a:cubicBezTo>
                    <a:pt x="2627" y="622"/>
                    <a:pt x="2930" y="457"/>
                    <a:pt x="3217" y="271"/>
                  </a:cubicBezTo>
                  <a:cubicBezTo>
                    <a:pt x="3354" y="186"/>
                    <a:pt x="3487" y="101"/>
                    <a:pt x="3621" y="33"/>
                  </a:cubicBezTo>
                  <a:lnTo>
                    <a:pt x="3621" y="17"/>
                  </a:lnTo>
                  <a:cubicBezTo>
                    <a:pt x="3621" y="0"/>
                    <a:pt x="3604" y="0"/>
                    <a:pt x="36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0">
              <a:extLst>
                <a:ext uri="{FF2B5EF4-FFF2-40B4-BE49-F238E27FC236}">
                  <a16:creationId xmlns:a16="http://schemas.microsoft.com/office/drawing/2014/main" id="{366798E0-BBB6-2C82-7A24-A97C17C58504}"/>
                </a:ext>
              </a:extLst>
            </p:cNvPr>
            <p:cNvSpPr/>
            <p:nvPr/>
          </p:nvSpPr>
          <p:spPr>
            <a:xfrm>
              <a:off x="2024967" y="3573809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70"/>
                    <a:pt x="17" y="255"/>
                  </a:cubicBezTo>
                  <a:cubicBezTo>
                    <a:pt x="17" y="340"/>
                    <a:pt x="37" y="425"/>
                    <a:pt x="1" y="490"/>
                  </a:cubicBezTo>
                  <a:cubicBezTo>
                    <a:pt x="1" y="506"/>
                    <a:pt x="17" y="506"/>
                    <a:pt x="17" y="506"/>
                  </a:cubicBezTo>
                  <a:lnTo>
                    <a:pt x="37" y="506"/>
                  </a:lnTo>
                  <a:cubicBezTo>
                    <a:pt x="53" y="425"/>
                    <a:pt x="53" y="340"/>
                    <a:pt x="53" y="255"/>
                  </a:cubicBezTo>
                  <a:cubicBezTo>
                    <a:pt x="53" y="170"/>
                    <a:pt x="37" y="86"/>
                    <a:pt x="70" y="21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0">
              <a:extLst>
                <a:ext uri="{FF2B5EF4-FFF2-40B4-BE49-F238E27FC236}">
                  <a16:creationId xmlns:a16="http://schemas.microsoft.com/office/drawing/2014/main" id="{2D09F0A8-5546-5FB9-D2B3-1FC6D80B29CF}"/>
                </a:ext>
              </a:extLst>
            </p:cNvPr>
            <p:cNvSpPr/>
            <p:nvPr/>
          </p:nvSpPr>
          <p:spPr>
            <a:xfrm>
              <a:off x="706130" y="2213255"/>
              <a:ext cx="3278" cy="66647"/>
            </a:xfrm>
            <a:custGeom>
              <a:avLst/>
              <a:gdLst/>
              <a:ahLst/>
              <a:cxnLst/>
              <a:rect l="l" t="t" r="r" b="b"/>
              <a:pathLst>
                <a:path w="33" h="671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lnTo>
                    <a:pt x="0" y="655"/>
                  </a:lnTo>
                  <a:cubicBezTo>
                    <a:pt x="0" y="671"/>
                    <a:pt x="17" y="671"/>
                    <a:pt x="17" y="671"/>
                  </a:cubicBezTo>
                  <a:cubicBezTo>
                    <a:pt x="33" y="671"/>
                    <a:pt x="33" y="671"/>
                    <a:pt x="33" y="655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0">
              <a:extLst>
                <a:ext uri="{FF2B5EF4-FFF2-40B4-BE49-F238E27FC236}">
                  <a16:creationId xmlns:a16="http://schemas.microsoft.com/office/drawing/2014/main" id="{591CFBE9-3DA6-CEFB-1C71-7DFEE506A96B}"/>
                </a:ext>
              </a:extLst>
            </p:cNvPr>
            <p:cNvSpPr/>
            <p:nvPr/>
          </p:nvSpPr>
          <p:spPr>
            <a:xfrm>
              <a:off x="794827" y="1663094"/>
              <a:ext cx="6456" cy="55125"/>
            </a:xfrm>
            <a:custGeom>
              <a:avLst/>
              <a:gdLst/>
              <a:ahLst/>
              <a:cxnLst/>
              <a:rect l="l" t="t" r="r" b="b"/>
              <a:pathLst>
                <a:path w="65" h="555" extrusionOk="0">
                  <a:moveTo>
                    <a:pt x="16" y="1"/>
                  </a:moveTo>
                  <a:lnTo>
                    <a:pt x="16" y="102"/>
                  </a:lnTo>
                  <a:cubicBezTo>
                    <a:pt x="16" y="150"/>
                    <a:pt x="16" y="219"/>
                    <a:pt x="0" y="288"/>
                  </a:cubicBezTo>
                  <a:cubicBezTo>
                    <a:pt x="0" y="389"/>
                    <a:pt x="16" y="473"/>
                    <a:pt x="33" y="554"/>
                  </a:cubicBezTo>
                  <a:lnTo>
                    <a:pt x="49" y="554"/>
                  </a:lnTo>
                  <a:cubicBezTo>
                    <a:pt x="49" y="554"/>
                    <a:pt x="65" y="554"/>
                    <a:pt x="65" y="538"/>
                  </a:cubicBezTo>
                  <a:cubicBezTo>
                    <a:pt x="33" y="473"/>
                    <a:pt x="33" y="389"/>
                    <a:pt x="33" y="288"/>
                  </a:cubicBezTo>
                  <a:cubicBezTo>
                    <a:pt x="33" y="219"/>
                    <a:pt x="33" y="171"/>
                    <a:pt x="49" y="102"/>
                  </a:cubicBezTo>
                  <a:lnTo>
                    <a:pt x="49" y="17"/>
                  </a:lnTo>
                  <a:cubicBezTo>
                    <a:pt x="49" y="1"/>
                    <a:pt x="3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0">
              <a:extLst>
                <a:ext uri="{FF2B5EF4-FFF2-40B4-BE49-F238E27FC236}">
                  <a16:creationId xmlns:a16="http://schemas.microsoft.com/office/drawing/2014/main" id="{AEAF6714-D23D-27FA-7100-A3BDA3AA73AB}"/>
                </a:ext>
              </a:extLst>
            </p:cNvPr>
            <p:cNvSpPr/>
            <p:nvPr/>
          </p:nvSpPr>
          <p:spPr>
            <a:xfrm>
              <a:off x="1815987" y="2121379"/>
              <a:ext cx="5264" cy="61879"/>
            </a:xfrm>
            <a:custGeom>
              <a:avLst/>
              <a:gdLst/>
              <a:ahLst/>
              <a:cxnLst/>
              <a:rect l="l" t="t" r="r" b="b"/>
              <a:pathLst>
                <a:path w="53" h="623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20" y="101"/>
                    <a:pt x="20" y="202"/>
                    <a:pt x="20" y="303"/>
                  </a:cubicBezTo>
                  <a:lnTo>
                    <a:pt x="20" y="469"/>
                  </a:lnTo>
                  <a:lnTo>
                    <a:pt x="20" y="521"/>
                  </a:lnTo>
                  <a:cubicBezTo>
                    <a:pt x="20" y="554"/>
                    <a:pt x="20" y="570"/>
                    <a:pt x="0" y="606"/>
                  </a:cubicBezTo>
                  <a:cubicBezTo>
                    <a:pt x="0" y="606"/>
                    <a:pt x="0" y="622"/>
                    <a:pt x="20" y="622"/>
                  </a:cubicBezTo>
                  <a:lnTo>
                    <a:pt x="37" y="622"/>
                  </a:lnTo>
                  <a:cubicBezTo>
                    <a:pt x="53" y="586"/>
                    <a:pt x="53" y="554"/>
                    <a:pt x="53" y="521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>
              <a:extLst>
                <a:ext uri="{FF2B5EF4-FFF2-40B4-BE49-F238E27FC236}">
                  <a16:creationId xmlns:a16="http://schemas.microsoft.com/office/drawing/2014/main" id="{EFE715F3-D887-B338-CFB6-84194136297C}"/>
                </a:ext>
              </a:extLst>
            </p:cNvPr>
            <p:cNvSpPr/>
            <p:nvPr/>
          </p:nvSpPr>
          <p:spPr>
            <a:xfrm>
              <a:off x="1527051" y="2657834"/>
              <a:ext cx="192293" cy="336314"/>
            </a:xfrm>
            <a:custGeom>
              <a:avLst/>
              <a:gdLst/>
              <a:ahLst/>
              <a:cxnLst/>
              <a:rect l="l" t="t" r="r" b="b"/>
              <a:pathLst>
                <a:path w="1936" h="3386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33"/>
                  </a:lnTo>
                  <a:cubicBezTo>
                    <a:pt x="49" y="69"/>
                    <a:pt x="102" y="117"/>
                    <a:pt x="134" y="170"/>
                  </a:cubicBezTo>
                  <a:cubicBezTo>
                    <a:pt x="687" y="840"/>
                    <a:pt x="1261" y="1531"/>
                    <a:pt x="1818" y="2206"/>
                  </a:cubicBezTo>
                  <a:cubicBezTo>
                    <a:pt x="1883" y="2291"/>
                    <a:pt x="1899" y="2376"/>
                    <a:pt x="1899" y="2456"/>
                  </a:cubicBezTo>
                  <a:lnTo>
                    <a:pt x="1899" y="3030"/>
                  </a:lnTo>
                  <a:lnTo>
                    <a:pt x="1899" y="3216"/>
                  </a:lnTo>
                  <a:lnTo>
                    <a:pt x="1899" y="3232"/>
                  </a:lnTo>
                  <a:cubicBezTo>
                    <a:pt x="1899" y="3284"/>
                    <a:pt x="1899" y="3317"/>
                    <a:pt x="1883" y="3365"/>
                  </a:cubicBezTo>
                  <a:cubicBezTo>
                    <a:pt x="1867" y="3365"/>
                    <a:pt x="1867" y="3385"/>
                    <a:pt x="1883" y="3385"/>
                  </a:cubicBezTo>
                  <a:lnTo>
                    <a:pt x="1899" y="3385"/>
                  </a:lnTo>
                  <a:cubicBezTo>
                    <a:pt x="1936" y="3333"/>
                    <a:pt x="1936" y="3284"/>
                    <a:pt x="1936" y="3232"/>
                  </a:cubicBezTo>
                  <a:lnTo>
                    <a:pt x="1936" y="3216"/>
                  </a:lnTo>
                  <a:lnTo>
                    <a:pt x="1936" y="3014"/>
                  </a:lnTo>
                  <a:cubicBezTo>
                    <a:pt x="1919" y="2844"/>
                    <a:pt x="1919" y="2642"/>
                    <a:pt x="1936" y="2456"/>
                  </a:cubicBezTo>
                  <a:cubicBezTo>
                    <a:pt x="1936" y="2355"/>
                    <a:pt x="1899" y="2275"/>
                    <a:pt x="1835" y="2190"/>
                  </a:cubicBezTo>
                  <a:cubicBezTo>
                    <a:pt x="1277" y="1515"/>
                    <a:pt x="708" y="824"/>
                    <a:pt x="150" y="134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0">
              <a:extLst>
                <a:ext uri="{FF2B5EF4-FFF2-40B4-BE49-F238E27FC236}">
                  <a16:creationId xmlns:a16="http://schemas.microsoft.com/office/drawing/2014/main" id="{AC6D8E33-FEC7-00A3-49EA-3047B3C4526C}"/>
                </a:ext>
              </a:extLst>
            </p:cNvPr>
            <p:cNvSpPr/>
            <p:nvPr/>
          </p:nvSpPr>
          <p:spPr>
            <a:xfrm>
              <a:off x="1923059" y="2242655"/>
              <a:ext cx="147398" cy="360252"/>
            </a:xfrm>
            <a:custGeom>
              <a:avLst/>
              <a:gdLst/>
              <a:ahLst/>
              <a:cxnLst/>
              <a:rect l="l" t="t" r="r" b="b"/>
              <a:pathLst>
                <a:path w="1484" h="3627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69" y="225"/>
                    <a:pt x="187" y="411"/>
                    <a:pt x="304" y="597"/>
                  </a:cubicBezTo>
                  <a:cubicBezTo>
                    <a:pt x="356" y="678"/>
                    <a:pt x="421" y="763"/>
                    <a:pt x="473" y="847"/>
                  </a:cubicBezTo>
                  <a:cubicBezTo>
                    <a:pt x="724" y="1284"/>
                    <a:pt x="995" y="1724"/>
                    <a:pt x="1245" y="2144"/>
                  </a:cubicBezTo>
                  <a:lnTo>
                    <a:pt x="1399" y="2395"/>
                  </a:lnTo>
                  <a:cubicBezTo>
                    <a:pt x="1415" y="2431"/>
                    <a:pt x="1431" y="2447"/>
                    <a:pt x="1431" y="2479"/>
                  </a:cubicBezTo>
                  <a:lnTo>
                    <a:pt x="1431" y="2698"/>
                  </a:lnTo>
                  <a:cubicBezTo>
                    <a:pt x="1431" y="2883"/>
                    <a:pt x="1431" y="3069"/>
                    <a:pt x="1415" y="3255"/>
                  </a:cubicBezTo>
                  <a:cubicBezTo>
                    <a:pt x="1415" y="3356"/>
                    <a:pt x="1415" y="3473"/>
                    <a:pt x="1447" y="3607"/>
                  </a:cubicBezTo>
                  <a:lnTo>
                    <a:pt x="1467" y="3627"/>
                  </a:lnTo>
                  <a:lnTo>
                    <a:pt x="1483" y="3607"/>
                  </a:lnTo>
                  <a:cubicBezTo>
                    <a:pt x="1447" y="3473"/>
                    <a:pt x="1431" y="3356"/>
                    <a:pt x="1447" y="3255"/>
                  </a:cubicBezTo>
                  <a:cubicBezTo>
                    <a:pt x="1467" y="3069"/>
                    <a:pt x="1467" y="2883"/>
                    <a:pt x="1447" y="2698"/>
                  </a:cubicBezTo>
                  <a:lnTo>
                    <a:pt x="1447" y="2479"/>
                  </a:lnTo>
                  <a:cubicBezTo>
                    <a:pt x="1447" y="2447"/>
                    <a:pt x="1447" y="2415"/>
                    <a:pt x="1431" y="2379"/>
                  </a:cubicBezTo>
                  <a:lnTo>
                    <a:pt x="1281" y="2128"/>
                  </a:lnTo>
                  <a:cubicBezTo>
                    <a:pt x="1011" y="1708"/>
                    <a:pt x="740" y="1268"/>
                    <a:pt x="490" y="847"/>
                  </a:cubicBezTo>
                  <a:cubicBezTo>
                    <a:pt x="437" y="746"/>
                    <a:pt x="389" y="662"/>
                    <a:pt x="320" y="577"/>
                  </a:cubicBezTo>
                  <a:cubicBezTo>
                    <a:pt x="203" y="395"/>
                    <a:pt x="86" y="209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0">
              <a:extLst>
                <a:ext uri="{FF2B5EF4-FFF2-40B4-BE49-F238E27FC236}">
                  <a16:creationId xmlns:a16="http://schemas.microsoft.com/office/drawing/2014/main" id="{7234FE8C-30AF-4211-9F6C-D45FE18B24F0}"/>
                </a:ext>
              </a:extLst>
            </p:cNvPr>
            <p:cNvSpPr/>
            <p:nvPr/>
          </p:nvSpPr>
          <p:spPr>
            <a:xfrm>
              <a:off x="1185969" y="2472394"/>
              <a:ext cx="4966" cy="85221"/>
            </a:xfrm>
            <a:custGeom>
              <a:avLst/>
              <a:gdLst/>
              <a:ahLst/>
              <a:cxnLst/>
              <a:rect l="l" t="t" r="r" b="b"/>
              <a:pathLst>
                <a:path w="50" h="858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150"/>
                    <a:pt x="17" y="304"/>
                    <a:pt x="17" y="437"/>
                  </a:cubicBezTo>
                  <a:lnTo>
                    <a:pt x="17" y="688"/>
                  </a:lnTo>
                  <a:lnTo>
                    <a:pt x="17" y="740"/>
                  </a:lnTo>
                  <a:cubicBezTo>
                    <a:pt x="17" y="772"/>
                    <a:pt x="17" y="809"/>
                    <a:pt x="33" y="857"/>
                  </a:cubicBezTo>
                  <a:lnTo>
                    <a:pt x="49" y="857"/>
                  </a:lnTo>
                  <a:lnTo>
                    <a:pt x="49" y="841"/>
                  </a:lnTo>
                  <a:cubicBezTo>
                    <a:pt x="33" y="809"/>
                    <a:pt x="33" y="772"/>
                    <a:pt x="33" y="740"/>
                  </a:cubicBezTo>
                  <a:lnTo>
                    <a:pt x="33" y="688"/>
                  </a:lnTo>
                  <a:lnTo>
                    <a:pt x="33" y="437"/>
                  </a:lnTo>
                  <a:cubicBezTo>
                    <a:pt x="33" y="304"/>
                    <a:pt x="49" y="15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0">
              <a:extLst>
                <a:ext uri="{FF2B5EF4-FFF2-40B4-BE49-F238E27FC236}">
                  <a16:creationId xmlns:a16="http://schemas.microsoft.com/office/drawing/2014/main" id="{C920415F-4E04-9757-1C44-3E17A222E27A}"/>
                </a:ext>
              </a:extLst>
            </p:cNvPr>
            <p:cNvSpPr/>
            <p:nvPr/>
          </p:nvSpPr>
          <p:spPr>
            <a:xfrm>
              <a:off x="1794334" y="3477166"/>
              <a:ext cx="5264" cy="60290"/>
            </a:xfrm>
            <a:custGeom>
              <a:avLst/>
              <a:gdLst/>
              <a:ahLst/>
              <a:cxnLst/>
              <a:rect l="l" t="t" r="r" b="b"/>
              <a:pathLst>
                <a:path w="53" h="607" extrusionOk="0">
                  <a:moveTo>
                    <a:pt x="36" y="0"/>
                  </a:moveTo>
                  <a:cubicBezTo>
                    <a:pt x="36" y="0"/>
                    <a:pt x="16" y="0"/>
                    <a:pt x="16" y="16"/>
                  </a:cubicBezTo>
                  <a:lnTo>
                    <a:pt x="16" y="235"/>
                  </a:lnTo>
                  <a:cubicBezTo>
                    <a:pt x="16" y="352"/>
                    <a:pt x="16" y="469"/>
                    <a:pt x="0" y="590"/>
                  </a:cubicBezTo>
                  <a:cubicBezTo>
                    <a:pt x="0" y="606"/>
                    <a:pt x="16" y="606"/>
                    <a:pt x="16" y="606"/>
                  </a:cubicBezTo>
                  <a:cubicBezTo>
                    <a:pt x="36" y="606"/>
                    <a:pt x="36" y="606"/>
                    <a:pt x="36" y="590"/>
                  </a:cubicBezTo>
                  <a:cubicBezTo>
                    <a:pt x="53" y="469"/>
                    <a:pt x="53" y="352"/>
                    <a:pt x="53" y="235"/>
                  </a:cubicBezTo>
                  <a:lnTo>
                    <a:pt x="53" y="16"/>
                  </a:lnTo>
                  <a:cubicBezTo>
                    <a:pt x="53" y="0"/>
                    <a:pt x="36" y="0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0">
              <a:extLst>
                <a:ext uri="{FF2B5EF4-FFF2-40B4-BE49-F238E27FC236}">
                  <a16:creationId xmlns:a16="http://schemas.microsoft.com/office/drawing/2014/main" id="{1E34E5C1-B391-B329-31EC-07AC00CFDF86}"/>
                </a:ext>
              </a:extLst>
            </p:cNvPr>
            <p:cNvSpPr/>
            <p:nvPr/>
          </p:nvSpPr>
          <p:spPr>
            <a:xfrm>
              <a:off x="1521886" y="3366816"/>
              <a:ext cx="190605" cy="257252"/>
            </a:xfrm>
            <a:custGeom>
              <a:avLst/>
              <a:gdLst/>
              <a:ahLst/>
              <a:cxnLst/>
              <a:rect l="l" t="t" r="r" b="b"/>
              <a:pathLst>
                <a:path w="1919" h="2590" extrusionOk="0">
                  <a:moveTo>
                    <a:pt x="32" y="0"/>
                  </a:moveTo>
                  <a:cubicBezTo>
                    <a:pt x="32" y="0"/>
                    <a:pt x="16" y="0"/>
                    <a:pt x="16" y="16"/>
                  </a:cubicBezTo>
                  <a:cubicBezTo>
                    <a:pt x="0" y="186"/>
                    <a:pt x="0" y="368"/>
                    <a:pt x="0" y="538"/>
                  </a:cubicBezTo>
                  <a:cubicBezTo>
                    <a:pt x="16" y="639"/>
                    <a:pt x="16" y="740"/>
                    <a:pt x="0" y="857"/>
                  </a:cubicBezTo>
                  <a:cubicBezTo>
                    <a:pt x="0" y="893"/>
                    <a:pt x="32" y="909"/>
                    <a:pt x="53" y="942"/>
                  </a:cubicBezTo>
                  <a:lnTo>
                    <a:pt x="69" y="942"/>
                  </a:lnTo>
                  <a:cubicBezTo>
                    <a:pt x="218" y="1075"/>
                    <a:pt x="356" y="1212"/>
                    <a:pt x="505" y="1346"/>
                  </a:cubicBezTo>
                  <a:cubicBezTo>
                    <a:pt x="909" y="1717"/>
                    <a:pt x="1313" y="2105"/>
                    <a:pt x="1733" y="2456"/>
                  </a:cubicBezTo>
                  <a:cubicBezTo>
                    <a:pt x="1749" y="2473"/>
                    <a:pt x="1769" y="2489"/>
                    <a:pt x="1786" y="2509"/>
                  </a:cubicBezTo>
                  <a:cubicBezTo>
                    <a:pt x="1818" y="2541"/>
                    <a:pt x="1850" y="2590"/>
                    <a:pt x="1919" y="2590"/>
                  </a:cubicBezTo>
                  <a:lnTo>
                    <a:pt x="1919" y="2574"/>
                  </a:lnTo>
                  <a:cubicBezTo>
                    <a:pt x="1850" y="2574"/>
                    <a:pt x="1834" y="2541"/>
                    <a:pt x="1802" y="2489"/>
                  </a:cubicBezTo>
                  <a:cubicBezTo>
                    <a:pt x="1786" y="2473"/>
                    <a:pt x="1786" y="2456"/>
                    <a:pt x="1749" y="2440"/>
                  </a:cubicBezTo>
                  <a:cubicBezTo>
                    <a:pt x="1329" y="2085"/>
                    <a:pt x="925" y="1701"/>
                    <a:pt x="521" y="1329"/>
                  </a:cubicBezTo>
                  <a:cubicBezTo>
                    <a:pt x="372" y="1196"/>
                    <a:pt x="234" y="1059"/>
                    <a:pt x="85" y="925"/>
                  </a:cubicBezTo>
                  <a:lnTo>
                    <a:pt x="69" y="909"/>
                  </a:lnTo>
                  <a:cubicBezTo>
                    <a:pt x="53" y="893"/>
                    <a:pt x="32" y="873"/>
                    <a:pt x="32" y="857"/>
                  </a:cubicBezTo>
                  <a:lnTo>
                    <a:pt x="32" y="538"/>
                  </a:lnTo>
                  <a:cubicBezTo>
                    <a:pt x="32" y="368"/>
                    <a:pt x="32" y="186"/>
                    <a:pt x="53" y="16"/>
                  </a:cubicBezTo>
                  <a:cubicBezTo>
                    <a:pt x="53" y="16"/>
                    <a:pt x="53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0">
              <a:extLst>
                <a:ext uri="{FF2B5EF4-FFF2-40B4-BE49-F238E27FC236}">
                  <a16:creationId xmlns:a16="http://schemas.microsoft.com/office/drawing/2014/main" id="{BB3011CA-4EBB-6BB5-443D-012A3D6DD40F}"/>
                </a:ext>
              </a:extLst>
            </p:cNvPr>
            <p:cNvSpPr/>
            <p:nvPr/>
          </p:nvSpPr>
          <p:spPr>
            <a:xfrm>
              <a:off x="869817" y="2805033"/>
              <a:ext cx="334328" cy="225666"/>
            </a:xfrm>
            <a:custGeom>
              <a:avLst/>
              <a:gdLst/>
              <a:ahLst/>
              <a:cxnLst/>
              <a:rect l="l" t="t" r="r" b="b"/>
              <a:pathLst>
                <a:path w="3366" h="2272" extrusionOk="0">
                  <a:moveTo>
                    <a:pt x="3350" y="1"/>
                  </a:moveTo>
                  <a:cubicBezTo>
                    <a:pt x="3216" y="33"/>
                    <a:pt x="3083" y="86"/>
                    <a:pt x="2946" y="134"/>
                  </a:cubicBezTo>
                  <a:cubicBezTo>
                    <a:pt x="2881" y="166"/>
                    <a:pt x="2828" y="187"/>
                    <a:pt x="2760" y="219"/>
                  </a:cubicBezTo>
                  <a:cubicBezTo>
                    <a:pt x="2493" y="320"/>
                    <a:pt x="2222" y="421"/>
                    <a:pt x="1972" y="538"/>
                  </a:cubicBezTo>
                  <a:cubicBezTo>
                    <a:pt x="1851" y="570"/>
                    <a:pt x="1750" y="623"/>
                    <a:pt x="1649" y="655"/>
                  </a:cubicBezTo>
                  <a:cubicBezTo>
                    <a:pt x="1516" y="708"/>
                    <a:pt x="1398" y="756"/>
                    <a:pt x="1265" y="809"/>
                  </a:cubicBezTo>
                  <a:cubicBezTo>
                    <a:pt x="1063" y="894"/>
                    <a:pt x="861" y="974"/>
                    <a:pt x="639" y="1059"/>
                  </a:cubicBezTo>
                  <a:cubicBezTo>
                    <a:pt x="473" y="1128"/>
                    <a:pt x="320" y="1197"/>
                    <a:pt x="154" y="1245"/>
                  </a:cubicBezTo>
                  <a:cubicBezTo>
                    <a:pt x="33" y="1277"/>
                    <a:pt x="1" y="1346"/>
                    <a:pt x="1" y="1447"/>
                  </a:cubicBezTo>
                  <a:lnTo>
                    <a:pt x="1" y="1903"/>
                  </a:lnTo>
                  <a:lnTo>
                    <a:pt x="1" y="2122"/>
                  </a:lnTo>
                  <a:lnTo>
                    <a:pt x="1" y="2138"/>
                  </a:lnTo>
                  <a:cubicBezTo>
                    <a:pt x="1" y="2186"/>
                    <a:pt x="1" y="2223"/>
                    <a:pt x="33" y="2255"/>
                  </a:cubicBezTo>
                  <a:lnTo>
                    <a:pt x="53" y="2271"/>
                  </a:lnTo>
                  <a:lnTo>
                    <a:pt x="53" y="2255"/>
                  </a:lnTo>
                  <a:lnTo>
                    <a:pt x="53" y="2239"/>
                  </a:lnTo>
                  <a:cubicBezTo>
                    <a:pt x="33" y="2223"/>
                    <a:pt x="33" y="2186"/>
                    <a:pt x="33" y="2138"/>
                  </a:cubicBezTo>
                  <a:lnTo>
                    <a:pt x="33" y="2122"/>
                  </a:lnTo>
                  <a:lnTo>
                    <a:pt x="33" y="1903"/>
                  </a:lnTo>
                  <a:lnTo>
                    <a:pt x="33" y="1447"/>
                  </a:lnTo>
                  <a:cubicBezTo>
                    <a:pt x="33" y="1346"/>
                    <a:pt x="53" y="1314"/>
                    <a:pt x="154" y="1277"/>
                  </a:cubicBezTo>
                  <a:cubicBezTo>
                    <a:pt x="320" y="1229"/>
                    <a:pt x="489" y="1160"/>
                    <a:pt x="659" y="1096"/>
                  </a:cubicBezTo>
                  <a:lnTo>
                    <a:pt x="659" y="1075"/>
                  </a:lnTo>
                  <a:cubicBezTo>
                    <a:pt x="861" y="995"/>
                    <a:pt x="1079" y="926"/>
                    <a:pt x="1281" y="841"/>
                  </a:cubicBezTo>
                  <a:cubicBezTo>
                    <a:pt x="1398" y="793"/>
                    <a:pt x="1532" y="740"/>
                    <a:pt x="1669" y="692"/>
                  </a:cubicBezTo>
                  <a:cubicBezTo>
                    <a:pt x="1770" y="639"/>
                    <a:pt x="1871" y="607"/>
                    <a:pt x="1972" y="554"/>
                  </a:cubicBezTo>
                  <a:cubicBezTo>
                    <a:pt x="2239" y="453"/>
                    <a:pt x="2509" y="336"/>
                    <a:pt x="2760" y="235"/>
                  </a:cubicBezTo>
                  <a:cubicBezTo>
                    <a:pt x="2828" y="219"/>
                    <a:pt x="2897" y="187"/>
                    <a:pt x="2946" y="166"/>
                  </a:cubicBezTo>
                  <a:cubicBezTo>
                    <a:pt x="3083" y="102"/>
                    <a:pt x="3216" y="49"/>
                    <a:pt x="3366" y="17"/>
                  </a:cubicBezTo>
                  <a:lnTo>
                    <a:pt x="33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0">
              <a:extLst>
                <a:ext uri="{FF2B5EF4-FFF2-40B4-BE49-F238E27FC236}">
                  <a16:creationId xmlns:a16="http://schemas.microsoft.com/office/drawing/2014/main" id="{FCAE5360-9DF9-E6CD-B669-370E9BBCD52D}"/>
                </a:ext>
              </a:extLst>
            </p:cNvPr>
            <p:cNvSpPr/>
            <p:nvPr/>
          </p:nvSpPr>
          <p:spPr>
            <a:xfrm>
              <a:off x="1183982" y="2985606"/>
              <a:ext cx="5364" cy="98828"/>
            </a:xfrm>
            <a:custGeom>
              <a:avLst/>
              <a:gdLst/>
              <a:ahLst/>
              <a:cxnLst/>
              <a:rect l="l" t="t" r="r" b="b"/>
              <a:pathLst>
                <a:path w="54" h="995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41"/>
                  </a:lnTo>
                  <a:lnTo>
                    <a:pt x="1" y="873"/>
                  </a:lnTo>
                  <a:cubicBezTo>
                    <a:pt x="1" y="910"/>
                    <a:pt x="1" y="942"/>
                    <a:pt x="21" y="974"/>
                  </a:cubicBezTo>
                  <a:lnTo>
                    <a:pt x="37" y="994"/>
                  </a:lnTo>
                  <a:cubicBezTo>
                    <a:pt x="37" y="974"/>
                    <a:pt x="53" y="974"/>
                    <a:pt x="37" y="974"/>
                  </a:cubicBezTo>
                  <a:lnTo>
                    <a:pt x="37" y="873"/>
                  </a:lnTo>
                  <a:lnTo>
                    <a:pt x="37" y="841"/>
                  </a:lnTo>
                  <a:lnTo>
                    <a:pt x="37" y="219"/>
                  </a:lnTo>
                  <a:lnTo>
                    <a:pt x="37" y="17"/>
                  </a:ln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0">
              <a:extLst>
                <a:ext uri="{FF2B5EF4-FFF2-40B4-BE49-F238E27FC236}">
                  <a16:creationId xmlns:a16="http://schemas.microsoft.com/office/drawing/2014/main" id="{A78B98DA-D194-D55D-DC1D-CDA1DF81FA23}"/>
                </a:ext>
              </a:extLst>
            </p:cNvPr>
            <p:cNvSpPr/>
            <p:nvPr/>
          </p:nvSpPr>
          <p:spPr>
            <a:xfrm>
              <a:off x="1613761" y="3460280"/>
              <a:ext cx="3675" cy="67144"/>
            </a:xfrm>
            <a:custGeom>
              <a:avLst/>
              <a:gdLst/>
              <a:ahLst/>
              <a:cxnLst/>
              <a:rect l="l" t="t" r="r" b="b"/>
              <a:pathLst>
                <a:path w="37" h="67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675"/>
                  </a:lnTo>
                  <a:lnTo>
                    <a:pt x="37" y="675"/>
                  </a:lnTo>
                  <a:lnTo>
                    <a:pt x="37" y="17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0">
              <a:extLst>
                <a:ext uri="{FF2B5EF4-FFF2-40B4-BE49-F238E27FC236}">
                  <a16:creationId xmlns:a16="http://schemas.microsoft.com/office/drawing/2014/main" id="{AB9C799C-D0A5-B3C2-CAD2-893EC8620780}"/>
                </a:ext>
              </a:extLst>
            </p:cNvPr>
            <p:cNvSpPr/>
            <p:nvPr/>
          </p:nvSpPr>
          <p:spPr>
            <a:xfrm>
              <a:off x="1411536" y="3363141"/>
              <a:ext cx="6853" cy="55523"/>
            </a:xfrm>
            <a:custGeom>
              <a:avLst/>
              <a:gdLst/>
              <a:ahLst/>
              <a:cxnLst/>
              <a:rect l="l" t="t" r="r" b="b"/>
              <a:pathLst>
                <a:path w="69" h="559" extrusionOk="0">
                  <a:moveTo>
                    <a:pt x="33" y="1"/>
                  </a:moveTo>
                  <a:cubicBezTo>
                    <a:pt x="16" y="86"/>
                    <a:pt x="16" y="171"/>
                    <a:pt x="16" y="255"/>
                  </a:cubicBezTo>
                  <a:cubicBezTo>
                    <a:pt x="16" y="304"/>
                    <a:pt x="33" y="356"/>
                    <a:pt x="16" y="405"/>
                  </a:cubicBezTo>
                  <a:lnTo>
                    <a:pt x="16" y="441"/>
                  </a:lnTo>
                  <a:cubicBezTo>
                    <a:pt x="16" y="474"/>
                    <a:pt x="33" y="506"/>
                    <a:pt x="0" y="542"/>
                  </a:cubicBezTo>
                  <a:cubicBezTo>
                    <a:pt x="0" y="558"/>
                    <a:pt x="0" y="558"/>
                    <a:pt x="16" y="558"/>
                  </a:cubicBezTo>
                  <a:lnTo>
                    <a:pt x="33" y="558"/>
                  </a:lnTo>
                  <a:cubicBezTo>
                    <a:pt x="53" y="526"/>
                    <a:pt x="53" y="474"/>
                    <a:pt x="53" y="441"/>
                  </a:cubicBezTo>
                  <a:lnTo>
                    <a:pt x="53" y="405"/>
                  </a:lnTo>
                  <a:lnTo>
                    <a:pt x="53" y="255"/>
                  </a:lnTo>
                  <a:cubicBezTo>
                    <a:pt x="53" y="171"/>
                    <a:pt x="5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0">
              <a:extLst>
                <a:ext uri="{FF2B5EF4-FFF2-40B4-BE49-F238E27FC236}">
                  <a16:creationId xmlns:a16="http://schemas.microsoft.com/office/drawing/2014/main" id="{04517829-C04A-5473-92F0-3AEEC1D01796}"/>
                </a:ext>
              </a:extLst>
            </p:cNvPr>
            <p:cNvSpPr/>
            <p:nvPr/>
          </p:nvSpPr>
          <p:spPr>
            <a:xfrm>
              <a:off x="1841216" y="2935447"/>
              <a:ext cx="4966" cy="50258"/>
            </a:xfrm>
            <a:custGeom>
              <a:avLst/>
              <a:gdLst/>
              <a:ahLst/>
              <a:cxnLst/>
              <a:rect l="l" t="t" r="r" b="b"/>
              <a:pathLst>
                <a:path w="50" h="506" extrusionOk="0">
                  <a:moveTo>
                    <a:pt x="17" y="1"/>
                  </a:moveTo>
                  <a:cubicBezTo>
                    <a:pt x="1" y="85"/>
                    <a:pt x="1" y="166"/>
                    <a:pt x="1" y="251"/>
                  </a:cubicBezTo>
                  <a:cubicBezTo>
                    <a:pt x="17" y="336"/>
                    <a:pt x="17" y="405"/>
                    <a:pt x="1" y="489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33" y="421"/>
                    <a:pt x="33" y="336"/>
                    <a:pt x="33" y="251"/>
                  </a:cubicBezTo>
                  <a:cubicBezTo>
                    <a:pt x="33" y="166"/>
                    <a:pt x="33" y="85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0">
              <a:extLst>
                <a:ext uri="{FF2B5EF4-FFF2-40B4-BE49-F238E27FC236}">
                  <a16:creationId xmlns:a16="http://schemas.microsoft.com/office/drawing/2014/main" id="{2B9F792A-96E8-204F-88A3-6DA13359CFE0}"/>
                </a:ext>
              </a:extLst>
            </p:cNvPr>
            <p:cNvSpPr/>
            <p:nvPr/>
          </p:nvSpPr>
          <p:spPr>
            <a:xfrm>
              <a:off x="1384619" y="2031093"/>
              <a:ext cx="3675" cy="91975"/>
            </a:xfrm>
            <a:custGeom>
              <a:avLst/>
              <a:gdLst/>
              <a:ahLst/>
              <a:cxnLst/>
              <a:rect l="l" t="t" r="r" b="b"/>
              <a:pathLst>
                <a:path w="37" h="926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50"/>
                    <a:pt x="21" y="283"/>
                    <a:pt x="21" y="404"/>
                  </a:cubicBezTo>
                  <a:cubicBezTo>
                    <a:pt x="1" y="485"/>
                    <a:pt x="1" y="554"/>
                    <a:pt x="21" y="622"/>
                  </a:cubicBezTo>
                  <a:lnTo>
                    <a:pt x="21" y="824"/>
                  </a:lnTo>
                  <a:lnTo>
                    <a:pt x="21" y="909"/>
                  </a:lnTo>
                  <a:lnTo>
                    <a:pt x="21" y="925"/>
                  </a:lnTo>
                  <a:cubicBezTo>
                    <a:pt x="37" y="925"/>
                    <a:pt x="37" y="925"/>
                    <a:pt x="37" y="909"/>
                  </a:cubicBezTo>
                  <a:lnTo>
                    <a:pt x="37" y="824"/>
                  </a:lnTo>
                  <a:lnTo>
                    <a:pt x="37" y="622"/>
                  </a:lnTo>
                  <a:lnTo>
                    <a:pt x="37" y="420"/>
                  </a:lnTo>
                  <a:cubicBezTo>
                    <a:pt x="37" y="283"/>
                    <a:pt x="37" y="150"/>
                    <a:pt x="21" y="16"/>
                  </a:cubicBezTo>
                  <a:cubicBezTo>
                    <a:pt x="21" y="16"/>
                    <a:pt x="2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0">
              <a:extLst>
                <a:ext uri="{FF2B5EF4-FFF2-40B4-BE49-F238E27FC236}">
                  <a16:creationId xmlns:a16="http://schemas.microsoft.com/office/drawing/2014/main" id="{5C0C99D0-2F95-1C6E-3162-2457A381F7A3}"/>
                </a:ext>
              </a:extLst>
            </p:cNvPr>
            <p:cNvSpPr/>
            <p:nvPr/>
          </p:nvSpPr>
          <p:spPr>
            <a:xfrm>
              <a:off x="1444810" y="1521059"/>
              <a:ext cx="2086" cy="61879"/>
            </a:xfrm>
            <a:custGeom>
              <a:avLst/>
              <a:gdLst/>
              <a:ahLst/>
              <a:cxnLst/>
              <a:rect l="l" t="t" r="r" b="b"/>
              <a:pathLst>
                <a:path w="21" h="623" extrusionOk="0">
                  <a:moveTo>
                    <a:pt x="1" y="1"/>
                  </a:moveTo>
                  <a:lnTo>
                    <a:pt x="1" y="607"/>
                  </a:lnTo>
                  <a:cubicBezTo>
                    <a:pt x="1" y="607"/>
                    <a:pt x="1" y="623"/>
                    <a:pt x="21" y="623"/>
                  </a:cubicBezTo>
                  <a:lnTo>
                    <a:pt x="21" y="607"/>
                  </a:ln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0">
              <a:extLst>
                <a:ext uri="{FF2B5EF4-FFF2-40B4-BE49-F238E27FC236}">
                  <a16:creationId xmlns:a16="http://schemas.microsoft.com/office/drawing/2014/main" id="{9DFC1973-B467-E2BC-32BD-7EA14932529F}"/>
                </a:ext>
              </a:extLst>
            </p:cNvPr>
            <p:cNvSpPr/>
            <p:nvPr/>
          </p:nvSpPr>
          <p:spPr>
            <a:xfrm>
              <a:off x="1740897" y="2133000"/>
              <a:ext cx="162198" cy="344360"/>
            </a:xfrm>
            <a:custGeom>
              <a:avLst/>
              <a:gdLst/>
              <a:ahLst/>
              <a:cxnLst/>
              <a:rect l="l" t="t" r="r" b="b"/>
              <a:pathLst>
                <a:path w="1633" h="3467" extrusionOk="0">
                  <a:moveTo>
                    <a:pt x="69" y="0"/>
                  </a:moveTo>
                  <a:cubicBezTo>
                    <a:pt x="49" y="0"/>
                    <a:pt x="49" y="16"/>
                    <a:pt x="49" y="16"/>
                  </a:cubicBezTo>
                  <a:cubicBezTo>
                    <a:pt x="1" y="150"/>
                    <a:pt x="17" y="267"/>
                    <a:pt x="118" y="404"/>
                  </a:cubicBezTo>
                  <a:cubicBezTo>
                    <a:pt x="251" y="590"/>
                    <a:pt x="389" y="792"/>
                    <a:pt x="506" y="994"/>
                  </a:cubicBezTo>
                  <a:cubicBezTo>
                    <a:pt x="554" y="1075"/>
                    <a:pt x="623" y="1160"/>
                    <a:pt x="675" y="1245"/>
                  </a:cubicBezTo>
                  <a:lnTo>
                    <a:pt x="825" y="1499"/>
                  </a:lnTo>
                  <a:cubicBezTo>
                    <a:pt x="1027" y="1782"/>
                    <a:pt x="1213" y="2069"/>
                    <a:pt x="1399" y="2372"/>
                  </a:cubicBezTo>
                  <a:cubicBezTo>
                    <a:pt x="1431" y="2424"/>
                    <a:pt x="1447" y="2456"/>
                    <a:pt x="1431" y="2525"/>
                  </a:cubicBezTo>
                  <a:lnTo>
                    <a:pt x="1431" y="2812"/>
                  </a:lnTo>
                  <a:cubicBezTo>
                    <a:pt x="1431" y="2913"/>
                    <a:pt x="1431" y="3030"/>
                    <a:pt x="1415" y="3147"/>
                  </a:cubicBezTo>
                  <a:cubicBezTo>
                    <a:pt x="1399" y="3264"/>
                    <a:pt x="1483" y="3398"/>
                    <a:pt x="1617" y="3466"/>
                  </a:cubicBezTo>
                  <a:lnTo>
                    <a:pt x="1633" y="3466"/>
                  </a:lnTo>
                  <a:lnTo>
                    <a:pt x="1633" y="3450"/>
                  </a:lnTo>
                  <a:lnTo>
                    <a:pt x="1633" y="3434"/>
                  </a:lnTo>
                  <a:cubicBezTo>
                    <a:pt x="1516" y="3382"/>
                    <a:pt x="1431" y="3264"/>
                    <a:pt x="1447" y="3147"/>
                  </a:cubicBezTo>
                  <a:cubicBezTo>
                    <a:pt x="1463" y="3030"/>
                    <a:pt x="1463" y="2913"/>
                    <a:pt x="1463" y="2812"/>
                  </a:cubicBezTo>
                  <a:cubicBezTo>
                    <a:pt x="1463" y="2711"/>
                    <a:pt x="1447" y="2626"/>
                    <a:pt x="1463" y="2525"/>
                  </a:cubicBezTo>
                  <a:cubicBezTo>
                    <a:pt x="1463" y="2456"/>
                    <a:pt x="1447" y="2408"/>
                    <a:pt x="1415" y="2355"/>
                  </a:cubicBezTo>
                  <a:cubicBezTo>
                    <a:pt x="1229" y="2052"/>
                    <a:pt x="1043" y="1766"/>
                    <a:pt x="857" y="1479"/>
                  </a:cubicBezTo>
                  <a:lnTo>
                    <a:pt x="692" y="1228"/>
                  </a:lnTo>
                  <a:cubicBezTo>
                    <a:pt x="639" y="1144"/>
                    <a:pt x="591" y="1059"/>
                    <a:pt x="538" y="974"/>
                  </a:cubicBezTo>
                  <a:cubicBezTo>
                    <a:pt x="405" y="792"/>
                    <a:pt x="271" y="570"/>
                    <a:pt x="134" y="388"/>
                  </a:cubicBezTo>
                  <a:cubicBezTo>
                    <a:pt x="49" y="251"/>
                    <a:pt x="17" y="150"/>
                    <a:pt x="69" y="33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0">
              <a:extLst>
                <a:ext uri="{FF2B5EF4-FFF2-40B4-BE49-F238E27FC236}">
                  <a16:creationId xmlns:a16="http://schemas.microsoft.com/office/drawing/2014/main" id="{695E0DDA-0B8D-C1A6-780F-052927FDD96A}"/>
                </a:ext>
              </a:extLst>
            </p:cNvPr>
            <p:cNvSpPr/>
            <p:nvPr/>
          </p:nvSpPr>
          <p:spPr>
            <a:xfrm>
              <a:off x="852932" y="2087609"/>
              <a:ext cx="359656" cy="282580"/>
            </a:xfrm>
            <a:custGeom>
              <a:avLst/>
              <a:gdLst/>
              <a:ahLst/>
              <a:cxnLst/>
              <a:rect l="l" t="t" r="r" b="b"/>
              <a:pathLst>
                <a:path w="3621" h="2845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cubicBezTo>
                    <a:pt x="3572" y="37"/>
                    <a:pt x="3572" y="53"/>
                    <a:pt x="3556" y="69"/>
                  </a:cubicBezTo>
                  <a:cubicBezTo>
                    <a:pt x="2998" y="320"/>
                    <a:pt x="2425" y="607"/>
                    <a:pt x="1920" y="861"/>
                  </a:cubicBezTo>
                  <a:cubicBezTo>
                    <a:pt x="1718" y="946"/>
                    <a:pt x="1536" y="1047"/>
                    <a:pt x="1334" y="1148"/>
                  </a:cubicBezTo>
                  <a:cubicBezTo>
                    <a:pt x="946" y="1330"/>
                    <a:pt x="558" y="1532"/>
                    <a:pt x="155" y="1718"/>
                  </a:cubicBezTo>
                  <a:cubicBezTo>
                    <a:pt x="37" y="1770"/>
                    <a:pt x="1" y="1855"/>
                    <a:pt x="1" y="1972"/>
                  </a:cubicBezTo>
                  <a:lnTo>
                    <a:pt x="1" y="2461"/>
                  </a:lnTo>
                  <a:lnTo>
                    <a:pt x="1" y="2711"/>
                  </a:lnTo>
                  <a:lnTo>
                    <a:pt x="1" y="2728"/>
                  </a:lnTo>
                  <a:cubicBezTo>
                    <a:pt x="1" y="2780"/>
                    <a:pt x="1" y="2812"/>
                    <a:pt x="37" y="2845"/>
                  </a:cubicBezTo>
                  <a:lnTo>
                    <a:pt x="54" y="2845"/>
                  </a:lnTo>
                  <a:lnTo>
                    <a:pt x="54" y="2829"/>
                  </a:lnTo>
                  <a:cubicBezTo>
                    <a:pt x="21" y="2812"/>
                    <a:pt x="21" y="2780"/>
                    <a:pt x="21" y="2728"/>
                  </a:cubicBezTo>
                  <a:lnTo>
                    <a:pt x="21" y="2711"/>
                  </a:lnTo>
                  <a:cubicBezTo>
                    <a:pt x="21" y="2627"/>
                    <a:pt x="37" y="2542"/>
                    <a:pt x="37" y="2461"/>
                  </a:cubicBezTo>
                  <a:cubicBezTo>
                    <a:pt x="37" y="2307"/>
                    <a:pt x="37" y="2138"/>
                    <a:pt x="21" y="1972"/>
                  </a:cubicBezTo>
                  <a:cubicBezTo>
                    <a:pt x="21" y="1855"/>
                    <a:pt x="54" y="1786"/>
                    <a:pt x="171" y="1734"/>
                  </a:cubicBezTo>
                  <a:cubicBezTo>
                    <a:pt x="558" y="1552"/>
                    <a:pt x="962" y="1350"/>
                    <a:pt x="1350" y="1164"/>
                  </a:cubicBezTo>
                  <a:cubicBezTo>
                    <a:pt x="1536" y="1063"/>
                    <a:pt x="1738" y="978"/>
                    <a:pt x="1920" y="877"/>
                  </a:cubicBezTo>
                  <a:cubicBezTo>
                    <a:pt x="2425" y="643"/>
                    <a:pt x="2998" y="356"/>
                    <a:pt x="3556" y="86"/>
                  </a:cubicBezTo>
                  <a:cubicBezTo>
                    <a:pt x="3588" y="69"/>
                    <a:pt x="3604" y="53"/>
                    <a:pt x="3604" y="37"/>
                  </a:cubicBezTo>
                  <a:cubicBezTo>
                    <a:pt x="3604" y="17"/>
                    <a:pt x="3604" y="17"/>
                    <a:pt x="3621" y="17"/>
                  </a:cubicBezTo>
                  <a:lnTo>
                    <a:pt x="36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>
              <a:extLst>
                <a:ext uri="{FF2B5EF4-FFF2-40B4-BE49-F238E27FC236}">
                  <a16:creationId xmlns:a16="http://schemas.microsoft.com/office/drawing/2014/main" id="{52B6303D-EEB5-47AB-4D4D-ABE0AF6F881E}"/>
                </a:ext>
              </a:extLst>
            </p:cNvPr>
            <p:cNvSpPr/>
            <p:nvPr/>
          </p:nvSpPr>
          <p:spPr>
            <a:xfrm>
              <a:off x="610678" y="3202731"/>
              <a:ext cx="3675" cy="87108"/>
            </a:xfrm>
            <a:custGeom>
              <a:avLst/>
              <a:gdLst/>
              <a:ahLst/>
              <a:cxnLst/>
              <a:rect l="l" t="t" r="r" b="b"/>
              <a:pathLst>
                <a:path w="37" h="877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86"/>
                    <a:pt x="16" y="372"/>
                    <a:pt x="0" y="541"/>
                  </a:cubicBezTo>
                  <a:lnTo>
                    <a:pt x="0" y="861"/>
                  </a:lnTo>
                  <a:lnTo>
                    <a:pt x="16" y="877"/>
                  </a:lnTo>
                  <a:cubicBezTo>
                    <a:pt x="36" y="877"/>
                    <a:pt x="36" y="861"/>
                    <a:pt x="36" y="861"/>
                  </a:cubicBezTo>
                  <a:lnTo>
                    <a:pt x="36" y="541"/>
                  </a:lnTo>
                  <a:cubicBezTo>
                    <a:pt x="36" y="372"/>
                    <a:pt x="36" y="186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0">
              <a:extLst>
                <a:ext uri="{FF2B5EF4-FFF2-40B4-BE49-F238E27FC236}">
                  <a16:creationId xmlns:a16="http://schemas.microsoft.com/office/drawing/2014/main" id="{7C8BD05F-A6AB-B96F-FD81-60B4E48C1E8F}"/>
                </a:ext>
              </a:extLst>
            </p:cNvPr>
            <p:cNvSpPr/>
            <p:nvPr/>
          </p:nvSpPr>
          <p:spPr>
            <a:xfrm>
              <a:off x="1645446" y="2022650"/>
              <a:ext cx="3675" cy="58701"/>
            </a:xfrm>
            <a:custGeom>
              <a:avLst/>
              <a:gdLst/>
              <a:ahLst/>
              <a:cxnLst/>
              <a:rect l="l" t="t" r="r" b="b"/>
              <a:pathLst>
                <a:path w="37" h="591" extrusionOk="0">
                  <a:moveTo>
                    <a:pt x="21" y="0"/>
                  </a:moveTo>
                  <a:cubicBezTo>
                    <a:pt x="21" y="0"/>
                    <a:pt x="0" y="0"/>
                    <a:pt x="0" y="17"/>
                  </a:cubicBezTo>
                  <a:lnTo>
                    <a:pt x="0" y="570"/>
                  </a:lnTo>
                  <a:cubicBezTo>
                    <a:pt x="0" y="590"/>
                    <a:pt x="21" y="590"/>
                    <a:pt x="21" y="590"/>
                  </a:cubicBezTo>
                  <a:cubicBezTo>
                    <a:pt x="21" y="590"/>
                    <a:pt x="37" y="590"/>
                    <a:pt x="37" y="570"/>
                  </a:cubicBezTo>
                  <a:lnTo>
                    <a:pt x="37" y="17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0">
              <a:extLst>
                <a:ext uri="{FF2B5EF4-FFF2-40B4-BE49-F238E27FC236}">
                  <a16:creationId xmlns:a16="http://schemas.microsoft.com/office/drawing/2014/main" id="{6FBBDBDA-3E2B-D421-9C4D-075E2FE34CB3}"/>
                </a:ext>
              </a:extLst>
            </p:cNvPr>
            <p:cNvSpPr/>
            <p:nvPr/>
          </p:nvSpPr>
          <p:spPr>
            <a:xfrm>
              <a:off x="852932" y="1908725"/>
              <a:ext cx="356477" cy="314662"/>
            </a:xfrm>
            <a:custGeom>
              <a:avLst/>
              <a:gdLst/>
              <a:ahLst/>
              <a:cxnLst/>
              <a:rect l="l" t="t" r="r" b="b"/>
              <a:pathLst>
                <a:path w="3589" h="3168" extrusionOk="0">
                  <a:moveTo>
                    <a:pt x="3556" y="0"/>
                  </a:moveTo>
                  <a:cubicBezTo>
                    <a:pt x="3402" y="85"/>
                    <a:pt x="3253" y="170"/>
                    <a:pt x="3083" y="255"/>
                  </a:cubicBezTo>
                  <a:cubicBezTo>
                    <a:pt x="2748" y="424"/>
                    <a:pt x="2392" y="606"/>
                    <a:pt x="2041" y="792"/>
                  </a:cubicBezTo>
                  <a:cubicBezTo>
                    <a:pt x="1819" y="909"/>
                    <a:pt x="1601" y="1010"/>
                    <a:pt x="1399" y="1131"/>
                  </a:cubicBezTo>
                  <a:cubicBezTo>
                    <a:pt x="979" y="1349"/>
                    <a:pt x="542" y="1568"/>
                    <a:pt x="122" y="1786"/>
                  </a:cubicBezTo>
                  <a:cubicBezTo>
                    <a:pt x="21" y="1838"/>
                    <a:pt x="21" y="1887"/>
                    <a:pt x="21" y="1971"/>
                  </a:cubicBezTo>
                  <a:cubicBezTo>
                    <a:pt x="1" y="2089"/>
                    <a:pt x="21" y="2222"/>
                    <a:pt x="21" y="2343"/>
                  </a:cubicBezTo>
                  <a:cubicBezTo>
                    <a:pt x="21" y="2545"/>
                    <a:pt x="21" y="2763"/>
                    <a:pt x="1" y="2981"/>
                  </a:cubicBezTo>
                  <a:cubicBezTo>
                    <a:pt x="1" y="2998"/>
                    <a:pt x="1" y="3030"/>
                    <a:pt x="21" y="3050"/>
                  </a:cubicBezTo>
                  <a:cubicBezTo>
                    <a:pt x="21" y="3082"/>
                    <a:pt x="37" y="3115"/>
                    <a:pt x="1" y="3151"/>
                  </a:cubicBezTo>
                  <a:lnTo>
                    <a:pt x="1" y="3167"/>
                  </a:lnTo>
                  <a:lnTo>
                    <a:pt x="21" y="3167"/>
                  </a:lnTo>
                  <a:cubicBezTo>
                    <a:pt x="70" y="3115"/>
                    <a:pt x="54" y="3082"/>
                    <a:pt x="37" y="3030"/>
                  </a:cubicBezTo>
                  <a:cubicBezTo>
                    <a:pt x="37" y="3014"/>
                    <a:pt x="21" y="2998"/>
                    <a:pt x="37" y="2981"/>
                  </a:cubicBezTo>
                  <a:cubicBezTo>
                    <a:pt x="54" y="2763"/>
                    <a:pt x="37" y="2545"/>
                    <a:pt x="37" y="2343"/>
                  </a:cubicBezTo>
                  <a:lnTo>
                    <a:pt x="37" y="1971"/>
                  </a:lnTo>
                  <a:cubicBezTo>
                    <a:pt x="37" y="1887"/>
                    <a:pt x="54" y="1854"/>
                    <a:pt x="122" y="1818"/>
                  </a:cubicBezTo>
                  <a:cubicBezTo>
                    <a:pt x="558" y="1600"/>
                    <a:pt x="979" y="1366"/>
                    <a:pt x="1399" y="1147"/>
                  </a:cubicBezTo>
                  <a:cubicBezTo>
                    <a:pt x="1617" y="1046"/>
                    <a:pt x="1839" y="929"/>
                    <a:pt x="2041" y="808"/>
                  </a:cubicBezTo>
                  <a:cubicBezTo>
                    <a:pt x="2392" y="642"/>
                    <a:pt x="2764" y="457"/>
                    <a:pt x="3099" y="271"/>
                  </a:cubicBezTo>
                  <a:cubicBezTo>
                    <a:pt x="3253" y="186"/>
                    <a:pt x="3419" y="121"/>
                    <a:pt x="3572" y="36"/>
                  </a:cubicBezTo>
                  <a:cubicBezTo>
                    <a:pt x="3588" y="36"/>
                    <a:pt x="3588" y="20"/>
                    <a:pt x="3572" y="20"/>
                  </a:cubicBezTo>
                  <a:cubicBezTo>
                    <a:pt x="3572" y="0"/>
                    <a:pt x="3572" y="0"/>
                    <a:pt x="35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0">
              <a:extLst>
                <a:ext uri="{FF2B5EF4-FFF2-40B4-BE49-F238E27FC236}">
                  <a16:creationId xmlns:a16="http://schemas.microsoft.com/office/drawing/2014/main" id="{73234C76-E31B-4A1C-0497-887868B4E7A2}"/>
                </a:ext>
              </a:extLst>
            </p:cNvPr>
            <p:cNvSpPr/>
            <p:nvPr/>
          </p:nvSpPr>
          <p:spPr>
            <a:xfrm>
              <a:off x="1740897" y="1942396"/>
              <a:ext cx="169051" cy="401372"/>
            </a:xfrm>
            <a:custGeom>
              <a:avLst/>
              <a:gdLst/>
              <a:ahLst/>
              <a:cxnLst/>
              <a:rect l="l" t="t" r="r" b="b"/>
              <a:pathLst>
                <a:path w="1702" h="4041" extrusionOk="0">
                  <a:moveTo>
                    <a:pt x="1" y="0"/>
                  </a:moveTo>
                  <a:cubicBezTo>
                    <a:pt x="1" y="134"/>
                    <a:pt x="69" y="219"/>
                    <a:pt x="134" y="303"/>
                  </a:cubicBezTo>
                  <a:cubicBezTo>
                    <a:pt x="134" y="320"/>
                    <a:pt x="150" y="336"/>
                    <a:pt x="150" y="336"/>
                  </a:cubicBezTo>
                  <a:cubicBezTo>
                    <a:pt x="304" y="554"/>
                    <a:pt x="437" y="792"/>
                    <a:pt x="607" y="1059"/>
                  </a:cubicBezTo>
                  <a:cubicBezTo>
                    <a:pt x="776" y="1346"/>
                    <a:pt x="942" y="1616"/>
                    <a:pt x="1112" y="1883"/>
                  </a:cubicBezTo>
                  <a:cubicBezTo>
                    <a:pt x="1261" y="2154"/>
                    <a:pt x="1431" y="2440"/>
                    <a:pt x="1600" y="2711"/>
                  </a:cubicBezTo>
                  <a:cubicBezTo>
                    <a:pt x="1633" y="2776"/>
                    <a:pt x="1649" y="2828"/>
                    <a:pt x="1649" y="2893"/>
                  </a:cubicBezTo>
                  <a:lnTo>
                    <a:pt x="1649" y="3164"/>
                  </a:lnTo>
                  <a:cubicBezTo>
                    <a:pt x="1649" y="3317"/>
                    <a:pt x="1665" y="3483"/>
                    <a:pt x="1649" y="3652"/>
                  </a:cubicBezTo>
                  <a:cubicBezTo>
                    <a:pt x="1633" y="3802"/>
                    <a:pt x="1649" y="3923"/>
                    <a:pt x="1685" y="4040"/>
                  </a:cubicBezTo>
                  <a:lnTo>
                    <a:pt x="1701" y="4040"/>
                  </a:lnTo>
                  <a:lnTo>
                    <a:pt x="1701" y="4024"/>
                  </a:lnTo>
                  <a:cubicBezTo>
                    <a:pt x="1665" y="3923"/>
                    <a:pt x="1665" y="3802"/>
                    <a:pt x="1665" y="3652"/>
                  </a:cubicBezTo>
                  <a:cubicBezTo>
                    <a:pt x="1685" y="3483"/>
                    <a:pt x="1685" y="3317"/>
                    <a:pt x="1685" y="3164"/>
                  </a:cubicBezTo>
                  <a:lnTo>
                    <a:pt x="1685" y="2893"/>
                  </a:lnTo>
                  <a:cubicBezTo>
                    <a:pt x="1685" y="2828"/>
                    <a:pt x="1665" y="2760"/>
                    <a:pt x="1633" y="2711"/>
                  </a:cubicBezTo>
                  <a:cubicBezTo>
                    <a:pt x="1463" y="2424"/>
                    <a:pt x="1298" y="2137"/>
                    <a:pt x="1128" y="1867"/>
                  </a:cubicBezTo>
                  <a:cubicBezTo>
                    <a:pt x="958" y="1600"/>
                    <a:pt x="809" y="1330"/>
                    <a:pt x="639" y="1059"/>
                  </a:cubicBezTo>
                  <a:cubicBezTo>
                    <a:pt x="473" y="772"/>
                    <a:pt x="320" y="538"/>
                    <a:pt x="170" y="320"/>
                  </a:cubicBezTo>
                  <a:cubicBezTo>
                    <a:pt x="170" y="320"/>
                    <a:pt x="150" y="303"/>
                    <a:pt x="150" y="287"/>
                  </a:cubicBezTo>
                  <a:cubicBezTo>
                    <a:pt x="86" y="202"/>
                    <a:pt x="33" y="118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0">
              <a:extLst>
                <a:ext uri="{FF2B5EF4-FFF2-40B4-BE49-F238E27FC236}">
                  <a16:creationId xmlns:a16="http://schemas.microsoft.com/office/drawing/2014/main" id="{A3774EB1-AB4F-FBDF-D44A-BD5498501C3B}"/>
                </a:ext>
              </a:extLst>
            </p:cNvPr>
            <p:cNvSpPr/>
            <p:nvPr/>
          </p:nvSpPr>
          <p:spPr>
            <a:xfrm>
              <a:off x="1859690" y="3537357"/>
              <a:ext cx="4867" cy="66647"/>
            </a:xfrm>
            <a:custGeom>
              <a:avLst/>
              <a:gdLst/>
              <a:ahLst/>
              <a:cxnLst/>
              <a:rect l="l" t="t" r="r" b="b"/>
              <a:pathLst>
                <a:path w="49" h="671" extrusionOk="0">
                  <a:moveTo>
                    <a:pt x="33" y="0"/>
                  </a:moveTo>
                  <a:lnTo>
                    <a:pt x="33" y="16"/>
                  </a:lnTo>
                  <a:cubicBezTo>
                    <a:pt x="1" y="117"/>
                    <a:pt x="17" y="218"/>
                    <a:pt x="17" y="319"/>
                  </a:cubicBezTo>
                  <a:lnTo>
                    <a:pt x="17" y="505"/>
                  </a:lnTo>
                  <a:lnTo>
                    <a:pt x="17" y="554"/>
                  </a:lnTo>
                  <a:cubicBezTo>
                    <a:pt x="17" y="590"/>
                    <a:pt x="17" y="622"/>
                    <a:pt x="1" y="655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33" y="638"/>
                    <a:pt x="33" y="590"/>
                    <a:pt x="33" y="554"/>
                  </a:cubicBezTo>
                  <a:lnTo>
                    <a:pt x="33" y="521"/>
                  </a:lnTo>
                  <a:lnTo>
                    <a:pt x="33" y="319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0">
              <a:extLst>
                <a:ext uri="{FF2B5EF4-FFF2-40B4-BE49-F238E27FC236}">
                  <a16:creationId xmlns:a16="http://schemas.microsoft.com/office/drawing/2014/main" id="{C35B54B0-B0BA-C490-39FE-06BEC16EE5C8}"/>
                </a:ext>
              </a:extLst>
            </p:cNvPr>
            <p:cNvSpPr/>
            <p:nvPr/>
          </p:nvSpPr>
          <p:spPr>
            <a:xfrm>
              <a:off x="1139087" y="1609756"/>
              <a:ext cx="3278" cy="90386"/>
            </a:xfrm>
            <a:custGeom>
              <a:avLst/>
              <a:gdLst/>
              <a:ahLst/>
              <a:cxnLst/>
              <a:rect l="l" t="t" r="r" b="b"/>
              <a:pathLst>
                <a:path w="33" h="910" extrusionOk="0">
                  <a:moveTo>
                    <a:pt x="0" y="1"/>
                  </a:moveTo>
                  <a:lnTo>
                    <a:pt x="0" y="336"/>
                  </a:lnTo>
                  <a:cubicBezTo>
                    <a:pt x="0" y="522"/>
                    <a:pt x="0" y="708"/>
                    <a:pt x="16" y="889"/>
                  </a:cubicBezTo>
                  <a:lnTo>
                    <a:pt x="16" y="910"/>
                  </a:lnTo>
                  <a:lnTo>
                    <a:pt x="33" y="910"/>
                  </a:lnTo>
                  <a:lnTo>
                    <a:pt x="33" y="889"/>
                  </a:lnTo>
                  <a:cubicBezTo>
                    <a:pt x="16" y="708"/>
                    <a:pt x="16" y="522"/>
                    <a:pt x="16" y="336"/>
                  </a:cubicBezTo>
                  <a:cubicBezTo>
                    <a:pt x="33" y="235"/>
                    <a:pt x="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0">
              <a:extLst>
                <a:ext uri="{FF2B5EF4-FFF2-40B4-BE49-F238E27FC236}">
                  <a16:creationId xmlns:a16="http://schemas.microsoft.com/office/drawing/2014/main" id="{12111FC5-8BE0-C91F-E1BB-6F330D583A63}"/>
                </a:ext>
              </a:extLst>
            </p:cNvPr>
            <p:cNvSpPr/>
            <p:nvPr/>
          </p:nvSpPr>
          <p:spPr>
            <a:xfrm>
              <a:off x="1841216" y="3227959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186"/>
                    <a:pt x="1" y="287"/>
                  </a:cubicBezTo>
                  <a:cubicBezTo>
                    <a:pt x="17" y="336"/>
                    <a:pt x="17" y="388"/>
                    <a:pt x="1" y="453"/>
                  </a:cubicBezTo>
                  <a:cubicBezTo>
                    <a:pt x="1" y="473"/>
                    <a:pt x="1" y="489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53"/>
                  </a:lnTo>
                  <a:lnTo>
                    <a:pt x="33" y="287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0">
              <a:extLst>
                <a:ext uri="{FF2B5EF4-FFF2-40B4-BE49-F238E27FC236}">
                  <a16:creationId xmlns:a16="http://schemas.microsoft.com/office/drawing/2014/main" id="{E646E710-4F89-A756-A93C-8EC0D3EB4A26}"/>
                </a:ext>
              </a:extLst>
            </p:cNvPr>
            <p:cNvSpPr/>
            <p:nvPr/>
          </p:nvSpPr>
          <p:spPr>
            <a:xfrm>
              <a:off x="938451" y="2074399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808"/>
                  </a:lnTo>
                  <a:cubicBezTo>
                    <a:pt x="17" y="857"/>
                    <a:pt x="17" y="909"/>
                    <a:pt x="33" y="958"/>
                  </a:cubicBezTo>
                  <a:lnTo>
                    <a:pt x="49" y="978"/>
                  </a:lnTo>
                  <a:cubicBezTo>
                    <a:pt x="49" y="978"/>
                    <a:pt x="69" y="958"/>
                    <a:pt x="49" y="958"/>
                  </a:cubicBezTo>
                  <a:cubicBezTo>
                    <a:pt x="33" y="909"/>
                    <a:pt x="33" y="857"/>
                    <a:pt x="49" y="808"/>
                  </a:cubicBezTo>
                  <a:lnTo>
                    <a:pt x="49" y="724"/>
                  </a:lnTo>
                  <a:cubicBezTo>
                    <a:pt x="33" y="639"/>
                    <a:pt x="49" y="554"/>
                    <a:pt x="49" y="453"/>
                  </a:cubicBezTo>
                  <a:cubicBezTo>
                    <a:pt x="49" y="320"/>
                    <a:pt x="49" y="17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>
              <a:extLst>
                <a:ext uri="{FF2B5EF4-FFF2-40B4-BE49-F238E27FC236}">
                  <a16:creationId xmlns:a16="http://schemas.microsoft.com/office/drawing/2014/main" id="{27870DD6-B718-3086-FBDD-B04E2CD4B7B3}"/>
                </a:ext>
              </a:extLst>
            </p:cNvPr>
            <p:cNvSpPr/>
            <p:nvPr/>
          </p:nvSpPr>
          <p:spPr>
            <a:xfrm>
              <a:off x="1944712" y="2784970"/>
              <a:ext cx="6953" cy="50258"/>
            </a:xfrm>
            <a:custGeom>
              <a:avLst/>
              <a:gdLst/>
              <a:ahLst/>
              <a:cxnLst/>
              <a:rect l="l" t="t" r="r" b="b"/>
              <a:pathLst>
                <a:path w="70" h="506" extrusionOk="0">
                  <a:moveTo>
                    <a:pt x="37" y="1"/>
                  </a:moveTo>
                  <a:cubicBezTo>
                    <a:pt x="17" y="86"/>
                    <a:pt x="17" y="166"/>
                    <a:pt x="17" y="251"/>
                  </a:cubicBezTo>
                  <a:cubicBezTo>
                    <a:pt x="17" y="336"/>
                    <a:pt x="17" y="421"/>
                    <a:pt x="1" y="490"/>
                  </a:cubicBezTo>
                  <a:cubicBezTo>
                    <a:pt x="1" y="506"/>
                    <a:pt x="1" y="506"/>
                    <a:pt x="17" y="506"/>
                  </a:cubicBezTo>
                  <a:lnTo>
                    <a:pt x="37" y="506"/>
                  </a:lnTo>
                  <a:cubicBezTo>
                    <a:pt x="53" y="421"/>
                    <a:pt x="53" y="336"/>
                    <a:pt x="53" y="251"/>
                  </a:cubicBezTo>
                  <a:cubicBezTo>
                    <a:pt x="37" y="166"/>
                    <a:pt x="37" y="86"/>
                    <a:pt x="53" y="17"/>
                  </a:cubicBezTo>
                  <a:cubicBezTo>
                    <a:pt x="70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0">
              <a:extLst>
                <a:ext uri="{FF2B5EF4-FFF2-40B4-BE49-F238E27FC236}">
                  <a16:creationId xmlns:a16="http://schemas.microsoft.com/office/drawing/2014/main" id="{B2404A00-C2CC-464B-1CF9-5093FBABBF27}"/>
                </a:ext>
              </a:extLst>
            </p:cNvPr>
            <p:cNvSpPr/>
            <p:nvPr/>
          </p:nvSpPr>
          <p:spPr>
            <a:xfrm>
              <a:off x="1792646" y="2086020"/>
              <a:ext cx="5364" cy="57112"/>
            </a:xfrm>
            <a:custGeom>
              <a:avLst/>
              <a:gdLst/>
              <a:ahLst/>
              <a:cxnLst/>
              <a:rect l="l" t="t" r="r" b="b"/>
              <a:pathLst>
                <a:path w="54" h="575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85"/>
                    <a:pt x="1" y="154"/>
                    <a:pt x="17" y="219"/>
                  </a:cubicBezTo>
                  <a:cubicBezTo>
                    <a:pt x="17" y="336"/>
                    <a:pt x="17" y="457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lnTo>
                    <a:pt x="17" y="558"/>
                  </a:lnTo>
                  <a:cubicBezTo>
                    <a:pt x="53" y="457"/>
                    <a:pt x="33" y="336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0">
              <a:extLst>
                <a:ext uri="{FF2B5EF4-FFF2-40B4-BE49-F238E27FC236}">
                  <a16:creationId xmlns:a16="http://schemas.microsoft.com/office/drawing/2014/main" id="{63D23C70-DB29-0CFD-11E4-E9C18A0B3086}"/>
                </a:ext>
              </a:extLst>
            </p:cNvPr>
            <p:cNvSpPr/>
            <p:nvPr/>
          </p:nvSpPr>
          <p:spPr>
            <a:xfrm>
              <a:off x="1765828" y="3146115"/>
              <a:ext cx="3675" cy="60290"/>
            </a:xfrm>
            <a:custGeom>
              <a:avLst/>
              <a:gdLst/>
              <a:ahLst/>
              <a:cxnLst/>
              <a:rect l="l" t="t" r="r" b="b"/>
              <a:pathLst>
                <a:path w="37" h="607" extrusionOk="0">
                  <a:moveTo>
                    <a:pt x="20" y="0"/>
                  </a:moveTo>
                  <a:lnTo>
                    <a:pt x="20" y="17"/>
                  </a:lnTo>
                  <a:cubicBezTo>
                    <a:pt x="0" y="85"/>
                    <a:pt x="0" y="166"/>
                    <a:pt x="20" y="235"/>
                  </a:cubicBezTo>
                  <a:cubicBezTo>
                    <a:pt x="20" y="352"/>
                    <a:pt x="20" y="469"/>
                    <a:pt x="0" y="590"/>
                  </a:cubicBezTo>
                  <a:lnTo>
                    <a:pt x="0" y="606"/>
                  </a:lnTo>
                  <a:lnTo>
                    <a:pt x="20" y="606"/>
                  </a:lnTo>
                  <a:lnTo>
                    <a:pt x="20" y="590"/>
                  </a:lnTo>
                  <a:cubicBezTo>
                    <a:pt x="37" y="469"/>
                    <a:pt x="37" y="352"/>
                    <a:pt x="37" y="235"/>
                  </a:cubicBezTo>
                  <a:lnTo>
                    <a:pt x="37" y="17"/>
                  </a:lnTo>
                  <a:cubicBezTo>
                    <a:pt x="37" y="17"/>
                    <a:pt x="37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0">
              <a:extLst>
                <a:ext uri="{FF2B5EF4-FFF2-40B4-BE49-F238E27FC236}">
                  <a16:creationId xmlns:a16="http://schemas.microsoft.com/office/drawing/2014/main" id="{C64E65C4-1F49-383A-4BC7-5CF1704D8333}"/>
                </a:ext>
              </a:extLst>
            </p:cNvPr>
            <p:cNvSpPr/>
            <p:nvPr/>
          </p:nvSpPr>
          <p:spPr>
            <a:xfrm>
              <a:off x="1521886" y="2146211"/>
              <a:ext cx="180573" cy="342771"/>
            </a:xfrm>
            <a:custGeom>
              <a:avLst/>
              <a:gdLst/>
              <a:ahLst/>
              <a:cxnLst/>
              <a:rect l="l" t="t" r="r" b="b"/>
              <a:pathLst>
                <a:path w="1818" h="3451" extrusionOk="0">
                  <a:moveTo>
                    <a:pt x="53" y="1"/>
                  </a:moveTo>
                  <a:cubicBezTo>
                    <a:pt x="53" y="1"/>
                    <a:pt x="53" y="17"/>
                    <a:pt x="32" y="17"/>
                  </a:cubicBezTo>
                  <a:cubicBezTo>
                    <a:pt x="16" y="170"/>
                    <a:pt x="0" y="304"/>
                    <a:pt x="133" y="437"/>
                  </a:cubicBezTo>
                  <a:cubicBezTo>
                    <a:pt x="271" y="590"/>
                    <a:pt x="372" y="760"/>
                    <a:pt x="489" y="910"/>
                  </a:cubicBezTo>
                  <a:cubicBezTo>
                    <a:pt x="521" y="994"/>
                    <a:pt x="574" y="1063"/>
                    <a:pt x="638" y="1144"/>
                  </a:cubicBezTo>
                  <a:cubicBezTo>
                    <a:pt x="877" y="1483"/>
                    <a:pt x="1111" y="1835"/>
                    <a:pt x="1366" y="2174"/>
                  </a:cubicBezTo>
                  <a:lnTo>
                    <a:pt x="1382" y="2190"/>
                  </a:lnTo>
                  <a:cubicBezTo>
                    <a:pt x="1430" y="2275"/>
                    <a:pt x="1483" y="2340"/>
                    <a:pt x="1547" y="2424"/>
                  </a:cubicBezTo>
                  <a:cubicBezTo>
                    <a:pt x="1600" y="2509"/>
                    <a:pt x="1648" y="2578"/>
                    <a:pt x="1717" y="2659"/>
                  </a:cubicBezTo>
                  <a:lnTo>
                    <a:pt x="1717" y="2679"/>
                  </a:lnTo>
                  <a:cubicBezTo>
                    <a:pt x="1733" y="2711"/>
                    <a:pt x="1769" y="2727"/>
                    <a:pt x="1769" y="2744"/>
                  </a:cubicBezTo>
                  <a:lnTo>
                    <a:pt x="1769" y="2828"/>
                  </a:lnTo>
                  <a:cubicBezTo>
                    <a:pt x="1786" y="3030"/>
                    <a:pt x="1802" y="3232"/>
                    <a:pt x="1749" y="3434"/>
                  </a:cubicBezTo>
                  <a:cubicBezTo>
                    <a:pt x="1749" y="3450"/>
                    <a:pt x="1749" y="3450"/>
                    <a:pt x="1769" y="3450"/>
                  </a:cubicBezTo>
                  <a:lnTo>
                    <a:pt x="1786" y="3450"/>
                  </a:lnTo>
                  <a:cubicBezTo>
                    <a:pt x="1818" y="3232"/>
                    <a:pt x="1802" y="3030"/>
                    <a:pt x="1802" y="2828"/>
                  </a:cubicBezTo>
                  <a:cubicBezTo>
                    <a:pt x="1786" y="2796"/>
                    <a:pt x="1786" y="2780"/>
                    <a:pt x="1786" y="2744"/>
                  </a:cubicBezTo>
                  <a:cubicBezTo>
                    <a:pt x="1786" y="2727"/>
                    <a:pt x="1769" y="2695"/>
                    <a:pt x="1749" y="2659"/>
                  </a:cubicBezTo>
                  <a:lnTo>
                    <a:pt x="1733" y="2643"/>
                  </a:lnTo>
                  <a:cubicBezTo>
                    <a:pt x="1685" y="2578"/>
                    <a:pt x="1616" y="2493"/>
                    <a:pt x="1568" y="2408"/>
                  </a:cubicBezTo>
                  <a:cubicBezTo>
                    <a:pt x="1515" y="2323"/>
                    <a:pt x="1446" y="2255"/>
                    <a:pt x="1398" y="2174"/>
                  </a:cubicBezTo>
                  <a:lnTo>
                    <a:pt x="1382" y="2154"/>
                  </a:lnTo>
                  <a:cubicBezTo>
                    <a:pt x="1143" y="1818"/>
                    <a:pt x="893" y="1467"/>
                    <a:pt x="659" y="1128"/>
                  </a:cubicBezTo>
                  <a:cubicBezTo>
                    <a:pt x="606" y="1043"/>
                    <a:pt x="558" y="978"/>
                    <a:pt x="505" y="893"/>
                  </a:cubicBezTo>
                  <a:cubicBezTo>
                    <a:pt x="404" y="740"/>
                    <a:pt x="287" y="574"/>
                    <a:pt x="154" y="421"/>
                  </a:cubicBezTo>
                  <a:cubicBezTo>
                    <a:pt x="32" y="287"/>
                    <a:pt x="32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0">
              <a:extLst>
                <a:ext uri="{FF2B5EF4-FFF2-40B4-BE49-F238E27FC236}">
                  <a16:creationId xmlns:a16="http://schemas.microsoft.com/office/drawing/2014/main" id="{8682F2F8-45F1-2B2A-13D7-EB17D048BB7E}"/>
                </a:ext>
              </a:extLst>
            </p:cNvPr>
            <p:cNvSpPr/>
            <p:nvPr/>
          </p:nvSpPr>
          <p:spPr>
            <a:xfrm>
              <a:off x="1087339" y="2684651"/>
              <a:ext cx="6456" cy="86810"/>
            </a:xfrm>
            <a:custGeom>
              <a:avLst/>
              <a:gdLst/>
              <a:ahLst/>
              <a:cxnLst/>
              <a:rect l="l" t="t" r="r" b="b"/>
              <a:pathLst>
                <a:path w="65" h="874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150"/>
                    <a:pt x="16" y="304"/>
                    <a:pt x="16" y="437"/>
                  </a:cubicBezTo>
                  <a:lnTo>
                    <a:pt x="16" y="692"/>
                  </a:lnTo>
                  <a:cubicBezTo>
                    <a:pt x="16" y="740"/>
                    <a:pt x="16" y="772"/>
                    <a:pt x="32" y="809"/>
                  </a:cubicBezTo>
                  <a:lnTo>
                    <a:pt x="32" y="857"/>
                  </a:lnTo>
                  <a:cubicBezTo>
                    <a:pt x="32" y="857"/>
                    <a:pt x="32" y="873"/>
                    <a:pt x="49" y="873"/>
                  </a:cubicBezTo>
                  <a:lnTo>
                    <a:pt x="65" y="857"/>
                  </a:lnTo>
                  <a:cubicBezTo>
                    <a:pt x="49" y="841"/>
                    <a:pt x="49" y="825"/>
                    <a:pt x="49" y="809"/>
                  </a:cubicBezTo>
                  <a:lnTo>
                    <a:pt x="49" y="692"/>
                  </a:lnTo>
                  <a:lnTo>
                    <a:pt x="49" y="437"/>
                  </a:lnTo>
                  <a:cubicBezTo>
                    <a:pt x="49" y="304"/>
                    <a:pt x="49" y="150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0">
              <a:extLst>
                <a:ext uri="{FF2B5EF4-FFF2-40B4-BE49-F238E27FC236}">
                  <a16:creationId xmlns:a16="http://schemas.microsoft.com/office/drawing/2014/main" id="{847513AC-584D-643A-2F22-C536F3826D2A}"/>
                </a:ext>
              </a:extLst>
            </p:cNvPr>
            <p:cNvSpPr/>
            <p:nvPr/>
          </p:nvSpPr>
          <p:spPr>
            <a:xfrm>
              <a:off x="1737719" y="3411710"/>
              <a:ext cx="170640" cy="244439"/>
            </a:xfrm>
            <a:custGeom>
              <a:avLst/>
              <a:gdLst/>
              <a:ahLst/>
              <a:cxnLst/>
              <a:rect l="l" t="t" r="r" b="b"/>
              <a:pathLst>
                <a:path w="1718" h="2461" extrusionOk="0">
                  <a:moveTo>
                    <a:pt x="33" y="1"/>
                  </a:moveTo>
                  <a:cubicBezTo>
                    <a:pt x="17" y="1"/>
                    <a:pt x="17" y="17"/>
                    <a:pt x="17" y="17"/>
                  </a:cubicBezTo>
                  <a:cubicBezTo>
                    <a:pt x="0" y="170"/>
                    <a:pt x="0" y="340"/>
                    <a:pt x="0" y="490"/>
                  </a:cubicBezTo>
                  <a:lnTo>
                    <a:pt x="0" y="776"/>
                  </a:lnTo>
                  <a:cubicBezTo>
                    <a:pt x="0" y="825"/>
                    <a:pt x="17" y="845"/>
                    <a:pt x="49" y="861"/>
                  </a:cubicBezTo>
                  <a:cubicBezTo>
                    <a:pt x="49" y="861"/>
                    <a:pt x="65" y="861"/>
                    <a:pt x="65" y="877"/>
                  </a:cubicBezTo>
                  <a:cubicBezTo>
                    <a:pt x="352" y="1128"/>
                    <a:pt x="639" y="1398"/>
                    <a:pt x="926" y="1685"/>
                  </a:cubicBezTo>
                  <a:cubicBezTo>
                    <a:pt x="990" y="1754"/>
                    <a:pt x="1059" y="1819"/>
                    <a:pt x="1128" y="1887"/>
                  </a:cubicBezTo>
                  <a:cubicBezTo>
                    <a:pt x="1293" y="2037"/>
                    <a:pt x="1447" y="2190"/>
                    <a:pt x="1616" y="2340"/>
                  </a:cubicBezTo>
                  <a:cubicBezTo>
                    <a:pt x="1649" y="2376"/>
                    <a:pt x="1665" y="2408"/>
                    <a:pt x="1681" y="2461"/>
                  </a:cubicBezTo>
                  <a:lnTo>
                    <a:pt x="1697" y="2461"/>
                  </a:lnTo>
                  <a:cubicBezTo>
                    <a:pt x="1717" y="2461"/>
                    <a:pt x="1717" y="2461"/>
                    <a:pt x="1717" y="2441"/>
                  </a:cubicBezTo>
                  <a:cubicBezTo>
                    <a:pt x="1697" y="2408"/>
                    <a:pt x="1665" y="2360"/>
                    <a:pt x="1632" y="2324"/>
                  </a:cubicBezTo>
                  <a:cubicBezTo>
                    <a:pt x="1463" y="2174"/>
                    <a:pt x="1313" y="2021"/>
                    <a:pt x="1144" y="1871"/>
                  </a:cubicBezTo>
                  <a:cubicBezTo>
                    <a:pt x="1075" y="1802"/>
                    <a:pt x="1010" y="1734"/>
                    <a:pt x="942" y="1669"/>
                  </a:cubicBezTo>
                  <a:cubicBezTo>
                    <a:pt x="655" y="1382"/>
                    <a:pt x="368" y="1112"/>
                    <a:pt x="81" y="845"/>
                  </a:cubicBezTo>
                  <a:cubicBezTo>
                    <a:pt x="81" y="845"/>
                    <a:pt x="65" y="845"/>
                    <a:pt x="65" y="825"/>
                  </a:cubicBezTo>
                  <a:cubicBezTo>
                    <a:pt x="33" y="809"/>
                    <a:pt x="17" y="809"/>
                    <a:pt x="17" y="776"/>
                  </a:cubicBezTo>
                  <a:cubicBezTo>
                    <a:pt x="33" y="692"/>
                    <a:pt x="33" y="591"/>
                    <a:pt x="17" y="490"/>
                  </a:cubicBezTo>
                  <a:cubicBezTo>
                    <a:pt x="17" y="340"/>
                    <a:pt x="17" y="18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0">
              <a:extLst>
                <a:ext uri="{FF2B5EF4-FFF2-40B4-BE49-F238E27FC236}">
                  <a16:creationId xmlns:a16="http://schemas.microsoft.com/office/drawing/2014/main" id="{EB4419E4-D7CE-81BD-7E87-9DBB576A4F8C}"/>
                </a:ext>
              </a:extLst>
            </p:cNvPr>
            <p:cNvSpPr/>
            <p:nvPr/>
          </p:nvSpPr>
          <p:spPr>
            <a:xfrm>
              <a:off x="1923059" y="2985606"/>
              <a:ext cx="147398" cy="279401"/>
            </a:xfrm>
            <a:custGeom>
              <a:avLst/>
              <a:gdLst/>
              <a:ahLst/>
              <a:cxnLst/>
              <a:rect l="l" t="t" r="r" b="b"/>
              <a:pathLst>
                <a:path w="1484" h="281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66"/>
                    <a:pt x="102" y="267"/>
                    <a:pt x="187" y="368"/>
                  </a:cubicBezTo>
                  <a:cubicBezTo>
                    <a:pt x="219" y="405"/>
                    <a:pt x="255" y="437"/>
                    <a:pt x="288" y="489"/>
                  </a:cubicBezTo>
                  <a:cubicBezTo>
                    <a:pt x="574" y="857"/>
                    <a:pt x="861" y="1229"/>
                    <a:pt x="1144" y="1580"/>
                  </a:cubicBezTo>
                  <a:cubicBezTo>
                    <a:pt x="1229" y="1681"/>
                    <a:pt x="1314" y="1782"/>
                    <a:pt x="1399" y="1883"/>
                  </a:cubicBezTo>
                  <a:cubicBezTo>
                    <a:pt x="1431" y="1952"/>
                    <a:pt x="1447" y="2020"/>
                    <a:pt x="1447" y="2105"/>
                  </a:cubicBezTo>
                  <a:cubicBezTo>
                    <a:pt x="1431" y="2222"/>
                    <a:pt x="1431" y="2356"/>
                    <a:pt x="1431" y="2473"/>
                  </a:cubicBezTo>
                  <a:cubicBezTo>
                    <a:pt x="1431" y="2525"/>
                    <a:pt x="1447" y="2590"/>
                    <a:pt x="1431" y="2643"/>
                  </a:cubicBezTo>
                  <a:cubicBezTo>
                    <a:pt x="1431" y="2659"/>
                    <a:pt x="1447" y="2675"/>
                    <a:pt x="1447" y="2675"/>
                  </a:cubicBezTo>
                  <a:cubicBezTo>
                    <a:pt x="1447" y="2727"/>
                    <a:pt x="1447" y="2760"/>
                    <a:pt x="1415" y="2792"/>
                  </a:cubicBezTo>
                  <a:lnTo>
                    <a:pt x="1415" y="2812"/>
                  </a:lnTo>
                  <a:lnTo>
                    <a:pt x="1431" y="2812"/>
                  </a:lnTo>
                  <a:cubicBezTo>
                    <a:pt x="1467" y="2776"/>
                    <a:pt x="1467" y="2727"/>
                    <a:pt x="1467" y="2675"/>
                  </a:cubicBezTo>
                  <a:lnTo>
                    <a:pt x="1467" y="2643"/>
                  </a:lnTo>
                  <a:lnTo>
                    <a:pt x="1467" y="2473"/>
                  </a:lnTo>
                  <a:lnTo>
                    <a:pt x="1467" y="2105"/>
                  </a:lnTo>
                  <a:cubicBezTo>
                    <a:pt x="1483" y="2020"/>
                    <a:pt x="1467" y="1952"/>
                    <a:pt x="1415" y="1867"/>
                  </a:cubicBezTo>
                  <a:cubicBezTo>
                    <a:pt x="1330" y="1766"/>
                    <a:pt x="1245" y="1665"/>
                    <a:pt x="1164" y="1564"/>
                  </a:cubicBezTo>
                  <a:cubicBezTo>
                    <a:pt x="877" y="1213"/>
                    <a:pt x="591" y="841"/>
                    <a:pt x="304" y="469"/>
                  </a:cubicBezTo>
                  <a:cubicBezTo>
                    <a:pt x="271" y="421"/>
                    <a:pt x="235" y="388"/>
                    <a:pt x="219" y="352"/>
                  </a:cubicBezTo>
                  <a:cubicBezTo>
                    <a:pt x="118" y="251"/>
                    <a:pt x="33" y="150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0">
              <a:extLst>
                <a:ext uri="{FF2B5EF4-FFF2-40B4-BE49-F238E27FC236}">
                  <a16:creationId xmlns:a16="http://schemas.microsoft.com/office/drawing/2014/main" id="{F076ABF7-B06B-81E3-3614-33660D5229AB}"/>
                </a:ext>
              </a:extLst>
            </p:cNvPr>
            <p:cNvSpPr/>
            <p:nvPr/>
          </p:nvSpPr>
          <p:spPr>
            <a:xfrm>
              <a:off x="1088928" y="3528914"/>
              <a:ext cx="4867" cy="97140"/>
            </a:xfrm>
            <a:custGeom>
              <a:avLst/>
              <a:gdLst/>
              <a:ahLst/>
              <a:cxnLst/>
              <a:rect l="l" t="t" r="r" b="b"/>
              <a:pathLst>
                <a:path w="49" h="978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70"/>
                    <a:pt x="16" y="319"/>
                    <a:pt x="16" y="453"/>
                  </a:cubicBezTo>
                  <a:lnTo>
                    <a:pt x="16" y="740"/>
                  </a:lnTo>
                  <a:lnTo>
                    <a:pt x="16" y="808"/>
                  </a:lnTo>
                  <a:cubicBezTo>
                    <a:pt x="16" y="857"/>
                    <a:pt x="16" y="909"/>
                    <a:pt x="33" y="958"/>
                  </a:cubicBezTo>
                  <a:lnTo>
                    <a:pt x="49" y="978"/>
                  </a:lnTo>
                  <a:lnTo>
                    <a:pt x="49" y="958"/>
                  </a:lnTo>
                  <a:cubicBezTo>
                    <a:pt x="33" y="909"/>
                    <a:pt x="33" y="857"/>
                    <a:pt x="49" y="808"/>
                  </a:cubicBezTo>
                  <a:lnTo>
                    <a:pt x="49" y="740"/>
                  </a:lnTo>
                  <a:cubicBezTo>
                    <a:pt x="33" y="639"/>
                    <a:pt x="33" y="554"/>
                    <a:pt x="49" y="453"/>
                  </a:cubicBezTo>
                  <a:cubicBezTo>
                    <a:pt x="49" y="319"/>
                    <a:pt x="49" y="170"/>
                    <a:pt x="33" y="16"/>
                  </a:cubicBez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0">
              <a:extLst>
                <a:ext uri="{FF2B5EF4-FFF2-40B4-BE49-F238E27FC236}">
                  <a16:creationId xmlns:a16="http://schemas.microsoft.com/office/drawing/2014/main" id="{EF455FD9-E5FE-C9FD-2B40-63CCD780050D}"/>
                </a:ext>
              </a:extLst>
            </p:cNvPr>
            <p:cNvSpPr/>
            <p:nvPr/>
          </p:nvSpPr>
          <p:spPr>
            <a:xfrm>
              <a:off x="702554" y="2373764"/>
              <a:ext cx="5264" cy="66647"/>
            </a:xfrm>
            <a:custGeom>
              <a:avLst/>
              <a:gdLst/>
              <a:ahLst/>
              <a:cxnLst/>
              <a:rect l="l" t="t" r="r" b="b"/>
              <a:pathLst>
                <a:path w="53" h="671" extrusionOk="0">
                  <a:moveTo>
                    <a:pt x="36" y="0"/>
                  </a:moveTo>
                  <a:cubicBezTo>
                    <a:pt x="20" y="0"/>
                    <a:pt x="20" y="16"/>
                    <a:pt x="20" y="16"/>
                  </a:cubicBezTo>
                  <a:lnTo>
                    <a:pt x="20" y="267"/>
                  </a:lnTo>
                  <a:cubicBezTo>
                    <a:pt x="20" y="388"/>
                    <a:pt x="0" y="537"/>
                    <a:pt x="36" y="671"/>
                  </a:cubicBezTo>
                  <a:lnTo>
                    <a:pt x="53" y="671"/>
                  </a:lnTo>
                  <a:lnTo>
                    <a:pt x="53" y="655"/>
                  </a:lnTo>
                  <a:cubicBezTo>
                    <a:pt x="36" y="521"/>
                    <a:pt x="36" y="388"/>
                    <a:pt x="36" y="267"/>
                  </a:cubicBezTo>
                  <a:cubicBezTo>
                    <a:pt x="36" y="186"/>
                    <a:pt x="53" y="101"/>
                    <a:pt x="36" y="16"/>
                  </a:cubicBez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0">
              <a:extLst>
                <a:ext uri="{FF2B5EF4-FFF2-40B4-BE49-F238E27FC236}">
                  <a16:creationId xmlns:a16="http://schemas.microsoft.com/office/drawing/2014/main" id="{F27DD610-94A5-769F-7D1E-E923C8769F83}"/>
                </a:ext>
              </a:extLst>
            </p:cNvPr>
            <p:cNvSpPr/>
            <p:nvPr/>
          </p:nvSpPr>
          <p:spPr>
            <a:xfrm>
              <a:off x="1521886" y="1412398"/>
              <a:ext cx="203914" cy="463053"/>
            </a:xfrm>
            <a:custGeom>
              <a:avLst/>
              <a:gdLst/>
              <a:ahLst/>
              <a:cxnLst/>
              <a:rect l="l" t="t" r="r" b="b"/>
              <a:pathLst>
                <a:path w="2053" h="4662" extrusionOk="0">
                  <a:moveTo>
                    <a:pt x="16" y="0"/>
                  </a:moveTo>
                  <a:cubicBezTo>
                    <a:pt x="16" y="16"/>
                    <a:pt x="0" y="16"/>
                    <a:pt x="0" y="16"/>
                  </a:cubicBezTo>
                  <a:cubicBezTo>
                    <a:pt x="32" y="117"/>
                    <a:pt x="53" y="218"/>
                    <a:pt x="32" y="303"/>
                  </a:cubicBezTo>
                  <a:lnTo>
                    <a:pt x="32" y="925"/>
                  </a:lnTo>
                  <a:lnTo>
                    <a:pt x="32" y="1244"/>
                  </a:lnTo>
                  <a:cubicBezTo>
                    <a:pt x="32" y="1297"/>
                    <a:pt x="53" y="1345"/>
                    <a:pt x="85" y="1382"/>
                  </a:cubicBezTo>
                  <a:cubicBezTo>
                    <a:pt x="170" y="1531"/>
                    <a:pt x="271" y="1701"/>
                    <a:pt x="372" y="1866"/>
                  </a:cubicBezTo>
                  <a:cubicBezTo>
                    <a:pt x="505" y="2089"/>
                    <a:pt x="659" y="2323"/>
                    <a:pt x="792" y="2557"/>
                  </a:cubicBezTo>
                  <a:cubicBezTo>
                    <a:pt x="893" y="2727"/>
                    <a:pt x="994" y="2897"/>
                    <a:pt x="1079" y="3046"/>
                  </a:cubicBezTo>
                  <a:cubicBezTo>
                    <a:pt x="1265" y="3365"/>
                    <a:pt x="1467" y="3704"/>
                    <a:pt x="1669" y="4007"/>
                  </a:cubicBezTo>
                  <a:cubicBezTo>
                    <a:pt x="1701" y="4056"/>
                    <a:pt x="1733" y="4125"/>
                    <a:pt x="1749" y="4173"/>
                  </a:cubicBezTo>
                  <a:cubicBezTo>
                    <a:pt x="1818" y="4290"/>
                    <a:pt x="1887" y="4411"/>
                    <a:pt x="1988" y="4512"/>
                  </a:cubicBezTo>
                  <a:cubicBezTo>
                    <a:pt x="2004" y="4529"/>
                    <a:pt x="2004" y="4561"/>
                    <a:pt x="2004" y="4593"/>
                  </a:cubicBezTo>
                  <a:cubicBezTo>
                    <a:pt x="2020" y="4613"/>
                    <a:pt x="2020" y="4630"/>
                    <a:pt x="2020" y="4646"/>
                  </a:cubicBezTo>
                  <a:lnTo>
                    <a:pt x="2036" y="4662"/>
                  </a:lnTo>
                  <a:lnTo>
                    <a:pt x="2036" y="4646"/>
                  </a:lnTo>
                  <a:lnTo>
                    <a:pt x="2052" y="4646"/>
                  </a:lnTo>
                  <a:cubicBezTo>
                    <a:pt x="2036" y="4630"/>
                    <a:pt x="2036" y="4613"/>
                    <a:pt x="2036" y="4593"/>
                  </a:cubicBezTo>
                  <a:cubicBezTo>
                    <a:pt x="2036" y="4545"/>
                    <a:pt x="2020" y="4512"/>
                    <a:pt x="2004" y="4476"/>
                  </a:cubicBezTo>
                  <a:cubicBezTo>
                    <a:pt x="1903" y="4391"/>
                    <a:pt x="1834" y="4274"/>
                    <a:pt x="1786" y="4157"/>
                  </a:cubicBezTo>
                  <a:cubicBezTo>
                    <a:pt x="1749" y="4108"/>
                    <a:pt x="1717" y="4056"/>
                    <a:pt x="1685" y="3987"/>
                  </a:cubicBezTo>
                  <a:cubicBezTo>
                    <a:pt x="1483" y="3684"/>
                    <a:pt x="1297" y="3349"/>
                    <a:pt x="1111" y="3030"/>
                  </a:cubicBezTo>
                  <a:cubicBezTo>
                    <a:pt x="1010" y="2876"/>
                    <a:pt x="909" y="2711"/>
                    <a:pt x="808" y="2541"/>
                  </a:cubicBezTo>
                  <a:cubicBezTo>
                    <a:pt x="675" y="2307"/>
                    <a:pt x="537" y="2068"/>
                    <a:pt x="388" y="1850"/>
                  </a:cubicBezTo>
                  <a:cubicBezTo>
                    <a:pt x="303" y="1685"/>
                    <a:pt x="202" y="1531"/>
                    <a:pt x="101" y="1361"/>
                  </a:cubicBezTo>
                  <a:cubicBezTo>
                    <a:pt x="85" y="1329"/>
                    <a:pt x="69" y="1297"/>
                    <a:pt x="69" y="1244"/>
                  </a:cubicBezTo>
                  <a:lnTo>
                    <a:pt x="69" y="925"/>
                  </a:lnTo>
                  <a:cubicBezTo>
                    <a:pt x="53" y="723"/>
                    <a:pt x="53" y="505"/>
                    <a:pt x="69" y="303"/>
                  </a:cubicBezTo>
                  <a:cubicBezTo>
                    <a:pt x="69" y="202"/>
                    <a:pt x="69" y="117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0">
              <a:extLst>
                <a:ext uri="{FF2B5EF4-FFF2-40B4-BE49-F238E27FC236}">
                  <a16:creationId xmlns:a16="http://schemas.microsoft.com/office/drawing/2014/main" id="{F21A0347-EDDE-9ACA-480B-23A04336CFCB}"/>
                </a:ext>
              </a:extLst>
            </p:cNvPr>
            <p:cNvSpPr/>
            <p:nvPr/>
          </p:nvSpPr>
          <p:spPr>
            <a:xfrm>
              <a:off x="1617337" y="2151475"/>
              <a:ext cx="1689" cy="56615"/>
            </a:xfrm>
            <a:custGeom>
              <a:avLst/>
              <a:gdLst/>
              <a:ahLst/>
              <a:cxnLst/>
              <a:rect l="l" t="t" r="r" b="b"/>
              <a:pathLst>
                <a:path w="17" h="570" extrusionOk="0">
                  <a:moveTo>
                    <a:pt x="1" y="0"/>
                  </a:moveTo>
                  <a:lnTo>
                    <a:pt x="1" y="16"/>
                  </a:lnTo>
                  <a:lnTo>
                    <a:pt x="1" y="554"/>
                  </a:lnTo>
                  <a:lnTo>
                    <a:pt x="1" y="570"/>
                  </a:lnTo>
                  <a:cubicBezTo>
                    <a:pt x="17" y="570"/>
                    <a:pt x="17" y="554"/>
                    <a:pt x="17" y="554"/>
                  </a:cubicBezTo>
                  <a:lnTo>
                    <a:pt x="17" y="16"/>
                  </a:lnTo>
                  <a:cubicBezTo>
                    <a:pt x="17" y="0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0">
              <a:extLst>
                <a:ext uri="{FF2B5EF4-FFF2-40B4-BE49-F238E27FC236}">
                  <a16:creationId xmlns:a16="http://schemas.microsoft.com/office/drawing/2014/main" id="{382C7CCB-CC7C-71A7-B04E-1F8201F86108}"/>
                </a:ext>
              </a:extLst>
            </p:cNvPr>
            <p:cNvSpPr/>
            <p:nvPr/>
          </p:nvSpPr>
          <p:spPr>
            <a:xfrm>
              <a:off x="1336446" y="2402171"/>
              <a:ext cx="6555" cy="92074"/>
            </a:xfrm>
            <a:custGeom>
              <a:avLst/>
              <a:gdLst/>
              <a:ahLst/>
              <a:cxnLst/>
              <a:rect l="l" t="t" r="r" b="b"/>
              <a:pathLst>
                <a:path w="66" h="927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33"/>
                    <a:pt x="17" y="49"/>
                    <a:pt x="17" y="66"/>
                  </a:cubicBezTo>
                  <a:cubicBezTo>
                    <a:pt x="33" y="82"/>
                    <a:pt x="33" y="82"/>
                    <a:pt x="33" y="102"/>
                  </a:cubicBezTo>
                  <a:lnTo>
                    <a:pt x="33" y="304"/>
                  </a:lnTo>
                  <a:cubicBezTo>
                    <a:pt x="17" y="506"/>
                    <a:pt x="17" y="708"/>
                    <a:pt x="33" y="910"/>
                  </a:cubicBezTo>
                  <a:lnTo>
                    <a:pt x="49" y="926"/>
                  </a:lnTo>
                  <a:lnTo>
                    <a:pt x="65" y="910"/>
                  </a:lnTo>
                  <a:cubicBezTo>
                    <a:pt x="33" y="708"/>
                    <a:pt x="49" y="506"/>
                    <a:pt x="49" y="304"/>
                  </a:cubicBezTo>
                  <a:lnTo>
                    <a:pt x="49" y="102"/>
                  </a:lnTo>
                  <a:lnTo>
                    <a:pt x="49" y="49"/>
                  </a:lnTo>
                  <a:cubicBezTo>
                    <a:pt x="33" y="33"/>
                    <a:pt x="33" y="33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0">
              <a:extLst>
                <a:ext uri="{FF2B5EF4-FFF2-40B4-BE49-F238E27FC236}">
                  <a16:creationId xmlns:a16="http://schemas.microsoft.com/office/drawing/2014/main" id="{ACCDE892-A70E-15F1-7AD1-5DA4B1988791}"/>
                </a:ext>
              </a:extLst>
            </p:cNvPr>
            <p:cNvSpPr/>
            <p:nvPr/>
          </p:nvSpPr>
          <p:spPr>
            <a:xfrm>
              <a:off x="1185969" y="2127736"/>
              <a:ext cx="4966" cy="87207"/>
            </a:xfrm>
            <a:custGeom>
              <a:avLst/>
              <a:gdLst/>
              <a:ahLst/>
              <a:cxnLst/>
              <a:rect l="l" t="t" r="r" b="b"/>
              <a:pathLst>
                <a:path w="50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70"/>
                    <a:pt x="17" y="304"/>
                    <a:pt x="17" y="441"/>
                  </a:cubicBezTo>
                  <a:lnTo>
                    <a:pt x="17" y="708"/>
                  </a:lnTo>
                  <a:lnTo>
                    <a:pt x="17" y="744"/>
                  </a:lnTo>
                  <a:cubicBezTo>
                    <a:pt x="17" y="793"/>
                    <a:pt x="17" y="825"/>
                    <a:pt x="33" y="861"/>
                  </a:cubicBezTo>
                  <a:lnTo>
                    <a:pt x="33" y="877"/>
                  </a:lnTo>
                  <a:lnTo>
                    <a:pt x="49" y="877"/>
                  </a:lnTo>
                  <a:lnTo>
                    <a:pt x="49" y="845"/>
                  </a:lnTo>
                  <a:cubicBezTo>
                    <a:pt x="33" y="825"/>
                    <a:pt x="33" y="793"/>
                    <a:pt x="33" y="744"/>
                  </a:cubicBezTo>
                  <a:lnTo>
                    <a:pt x="33" y="708"/>
                  </a:lnTo>
                  <a:lnTo>
                    <a:pt x="33" y="441"/>
                  </a:lnTo>
                  <a:cubicBezTo>
                    <a:pt x="33" y="304"/>
                    <a:pt x="49" y="15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0">
              <a:extLst>
                <a:ext uri="{FF2B5EF4-FFF2-40B4-BE49-F238E27FC236}">
                  <a16:creationId xmlns:a16="http://schemas.microsoft.com/office/drawing/2014/main" id="{071A39BB-3387-1D84-7944-D8EE10A67F6D}"/>
                </a:ext>
              </a:extLst>
            </p:cNvPr>
            <p:cNvSpPr/>
            <p:nvPr/>
          </p:nvSpPr>
          <p:spPr>
            <a:xfrm>
              <a:off x="669181" y="1928788"/>
              <a:ext cx="147398" cy="210668"/>
            </a:xfrm>
            <a:custGeom>
              <a:avLst/>
              <a:gdLst/>
              <a:ahLst/>
              <a:cxnLst/>
              <a:rect l="l" t="t" r="r" b="b"/>
              <a:pathLst>
                <a:path w="1484" h="2121" extrusionOk="0">
                  <a:moveTo>
                    <a:pt x="1467" y="0"/>
                  </a:moveTo>
                  <a:cubicBezTo>
                    <a:pt x="1346" y="85"/>
                    <a:pt x="1213" y="137"/>
                    <a:pt x="1096" y="202"/>
                  </a:cubicBezTo>
                  <a:cubicBezTo>
                    <a:pt x="1027" y="238"/>
                    <a:pt x="942" y="271"/>
                    <a:pt x="877" y="323"/>
                  </a:cubicBezTo>
                  <a:cubicBezTo>
                    <a:pt x="639" y="457"/>
                    <a:pt x="389" y="574"/>
                    <a:pt x="170" y="707"/>
                  </a:cubicBezTo>
                  <a:lnTo>
                    <a:pt x="102" y="743"/>
                  </a:lnTo>
                  <a:cubicBezTo>
                    <a:pt x="53" y="760"/>
                    <a:pt x="17" y="792"/>
                    <a:pt x="17" y="861"/>
                  </a:cubicBezTo>
                  <a:cubicBezTo>
                    <a:pt x="33" y="994"/>
                    <a:pt x="33" y="1131"/>
                    <a:pt x="33" y="1265"/>
                  </a:cubicBezTo>
                  <a:cubicBezTo>
                    <a:pt x="17" y="1515"/>
                    <a:pt x="17" y="1786"/>
                    <a:pt x="33" y="2040"/>
                  </a:cubicBezTo>
                  <a:cubicBezTo>
                    <a:pt x="33" y="2072"/>
                    <a:pt x="17" y="2072"/>
                    <a:pt x="17" y="2089"/>
                  </a:cubicBezTo>
                  <a:lnTo>
                    <a:pt x="1" y="2105"/>
                  </a:lnTo>
                  <a:lnTo>
                    <a:pt x="1" y="2121"/>
                  </a:lnTo>
                  <a:lnTo>
                    <a:pt x="17" y="2121"/>
                  </a:lnTo>
                  <a:lnTo>
                    <a:pt x="33" y="2105"/>
                  </a:lnTo>
                  <a:cubicBezTo>
                    <a:pt x="53" y="2089"/>
                    <a:pt x="53" y="2072"/>
                    <a:pt x="53" y="2040"/>
                  </a:cubicBezTo>
                  <a:lnTo>
                    <a:pt x="53" y="1265"/>
                  </a:lnTo>
                  <a:lnTo>
                    <a:pt x="53" y="861"/>
                  </a:lnTo>
                  <a:cubicBezTo>
                    <a:pt x="53" y="808"/>
                    <a:pt x="70" y="792"/>
                    <a:pt x="118" y="760"/>
                  </a:cubicBezTo>
                  <a:lnTo>
                    <a:pt x="170" y="727"/>
                  </a:lnTo>
                  <a:cubicBezTo>
                    <a:pt x="405" y="606"/>
                    <a:pt x="659" y="473"/>
                    <a:pt x="877" y="339"/>
                  </a:cubicBezTo>
                  <a:cubicBezTo>
                    <a:pt x="962" y="303"/>
                    <a:pt x="1027" y="271"/>
                    <a:pt x="1112" y="222"/>
                  </a:cubicBezTo>
                  <a:cubicBezTo>
                    <a:pt x="1229" y="170"/>
                    <a:pt x="1366" y="101"/>
                    <a:pt x="1483" y="20"/>
                  </a:cubicBezTo>
                  <a:lnTo>
                    <a:pt x="1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0">
              <a:extLst>
                <a:ext uri="{FF2B5EF4-FFF2-40B4-BE49-F238E27FC236}">
                  <a16:creationId xmlns:a16="http://schemas.microsoft.com/office/drawing/2014/main" id="{A965A3DF-642D-0076-3B2A-44689324E96B}"/>
                </a:ext>
              </a:extLst>
            </p:cNvPr>
            <p:cNvSpPr/>
            <p:nvPr/>
          </p:nvSpPr>
          <p:spPr>
            <a:xfrm>
              <a:off x="1409946" y="2295993"/>
              <a:ext cx="10131" cy="74196"/>
            </a:xfrm>
            <a:custGeom>
              <a:avLst/>
              <a:gdLst/>
              <a:ahLst/>
              <a:cxnLst/>
              <a:rect l="l" t="t" r="r" b="b"/>
              <a:pathLst>
                <a:path w="102" h="747" extrusionOk="0">
                  <a:moveTo>
                    <a:pt x="81" y="0"/>
                  </a:moveTo>
                  <a:cubicBezTo>
                    <a:pt x="76" y="0"/>
                    <a:pt x="69" y="7"/>
                    <a:pt x="69" y="7"/>
                  </a:cubicBezTo>
                  <a:cubicBezTo>
                    <a:pt x="16" y="125"/>
                    <a:pt x="32" y="242"/>
                    <a:pt x="32" y="363"/>
                  </a:cubicBezTo>
                  <a:lnTo>
                    <a:pt x="32" y="496"/>
                  </a:lnTo>
                  <a:cubicBezTo>
                    <a:pt x="32" y="529"/>
                    <a:pt x="32" y="565"/>
                    <a:pt x="16" y="597"/>
                  </a:cubicBezTo>
                  <a:cubicBezTo>
                    <a:pt x="16" y="646"/>
                    <a:pt x="0" y="698"/>
                    <a:pt x="16" y="747"/>
                  </a:cubicBezTo>
                  <a:lnTo>
                    <a:pt x="32" y="747"/>
                  </a:lnTo>
                  <a:lnTo>
                    <a:pt x="32" y="731"/>
                  </a:lnTo>
                  <a:cubicBezTo>
                    <a:pt x="16" y="698"/>
                    <a:pt x="32" y="646"/>
                    <a:pt x="49" y="597"/>
                  </a:cubicBezTo>
                  <a:cubicBezTo>
                    <a:pt x="49" y="565"/>
                    <a:pt x="69" y="529"/>
                    <a:pt x="69" y="496"/>
                  </a:cubicBezTo>
                  <a:lnTo>
                    <a:pt x="69" y="363"/>
                  </a:lnTo>
                  <a:cubicBezTo>
                    <a:pt x="49" y="242"/>
                    <a:pt x="49" y="125"/>
                    <a:pt x="101" y="24"/>
                  </a:cubicBezTo>
                  <a:cubicBezTo>
                    <a:pt x="101" y="7"/>
                    <a:pt x="101" y="7"/>
                    <a:pt x="85" y="7"/>
                  </a:cubicBezTo>
                  <a:cubicBezTo>
                    <a:pt x="85" y="2"/>
                    <a:pt x="83" y="0"/>
                    <a:pt x="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>
              <a:extLst>
                <a:ext uri="{FF2B5EF4-FFF2-40B4-BE49-F238E27FC236}">
                  <a16:creationId xmlns:a16="http://schemas.microsoft.com/office/drawing/2014/main" id="{B6A4E7AE-2BC4-56D3-94A3-2CCE2E098ACA}"/>
                </a:ext>
              </a:extLst>
            </p:cNvPr>
            <p:cNvSpPr/>
            <p:nvPr/>
          </p:nvSpPr>
          <p:spPr>
            <a:xfrm>
              <a:off x="1819563" y="3202731"/>
              <a:ext cx="4966" cy="62277"/>
            </a:xfrm>
            <a:custGeom>
              <a:avLst/>
              <a:gdLst/>
              <a:ahLst/>
              <a:cxnLst/>
              <a:rect l="l" t="t" r="r" b="b"/>
              <a:pathLst>
                <a:path w="50" h="627" extrusionOk="0">
                  <a:moveTo>
                    <a:pt x="33" y="0"/>
                  </a:moveTo>
                  <a:lnTo>
                    <a:pt x="17" y="20"/>
                  </a:ln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525"/>
                  </a:lnTo>
                  <a:cubicBezTo>
                    <a:pt x="17" y="558"/>
                    <a:pt x="17" y="574"/>
                    <a:pt x="1" y="606"/>
                  </a:cubicBezTo>
                  <a:lnTo>
                    <a:pt x="1" y="626"/>
                  </a:lnTo>
                  <a:lnTo>
                    <a:pt x="17" y="626"/>
                  </a:lnTo>
                  <a:cubicBezTo>
                    <a:pt x="49" y="590"/>
                    <a:pt x="33" y="558"/>
                    <a:pt x="33" y="525"/>
                  </a:cubicBezTo>
                  <a:lnTo>
                    <a:pt x="33" y="473"/>
                  </a:lnTo>
                  <a:lnTo>
                    <a:pt x="33" y="303"/>
                  </a:lnTo>
                  <a:cubicBezTo>
                    <a:pt x="33" y="202"/>
                    <a:pt x="33" y="121"/>
                    <a:pt x="49" y="20"/>
                  </a:cubicBezTo>
                  <a:cubicBezTo>
                    <a:pt x="49" y="2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>
              <a:extLst>
                <a:ext uri="{FF2B5EF4-FFF2-40B4-BE49-F238E27FC236}">
                  <a16:creationId xmlns:a16="http://schemas.microsoft.com/office/drawing/2014/main" id="{FA7AB755-065F-BD78-9F70-77274A81B563}"/>
                </a:ext>
              </a:extLst>
            </p:cNvPr>
            <p:cNvSpPr/>
            <p:nvPr/>
          </p:nvSpPr>
          <p:spPr>
            <a:xfrm>
              <a:off x="1521886" y="1283573"/>
              <a:ext cx="203914" cy="446665"/>
            </a:xfrm>
            <a:custGeom>
              <a:avLst/>
              <a:gdLst/>
              <a:ahLst/>
              <a:cxnLst/>
              <a:rect l="l" t="t" r="r" b="b"/>
              <a:pathLst>
                <a:path w="2053" h="4497" extrusionOk="0">
                  <a:moveTo>
                    <a:pt x="53" y="0"/>
                  </a:moveTo>
                  <a:cubicBezTo>
                    <a:pt x="0" y="33"/>
                    <a:pt x="16" y="85"/>
                    <a:pt x="32" y="134"/>
                  </a:cubicBezTo>
                  <a:lnTo>
                    <a:pt x="32" y="186"/>
                  </a:lnTo>
                  <a:lnTo>
                    <a:pt x="32" y="437"/>
                  </a:lnTo>
                  <a:lnTo>
                    <a:pt x="32" y="760"/>
                  </a:lnTo>
                  <a:cubicBezTo>
                    <a:pt x="16" y="925"/>
                    <a:pt x="101" y="1063"/>
                    <a:pt x="170" y="1180"/>
                  </a:cubicBezTo>
                  <a:cubicBezTo>
                    <a:pt x="186" y="1196"/>
                    <a:pt x="202" y="1228"/>
                    <a:pt x="218" y="1265"/>
                  </a:cubicBezTo>
                  <a:cubicBezTo>
                    <a:pt x="707" y="2121"/>
                    <a:pt x="1228" y="3046"/>
                    <a:pt x="1870" y="4141"/>
                  </a:cubicBezTo>
                  <a:cubicBezTo>
                    <a:pt x="1887" y="4173"/>
                    <a:pt x="1903" y="4194"/>
                    <a:pt x="1919" y="4226"/>
                  </a:cubicBezTo>
                  <a:cubicBezTo>
                    <a:pt x="1971" y="4311"/>
                    <a:pt x="2020" y="4375"/>
                    <a:pt x="2036" y="4476"/>
                  </a:cubicBezTo>
                  <a:cubicBezTo>
                    <a:pt x="2036" y="4496"/>
                    <a:pt x="2036" y="4496"/>
                    <a:pt x="2052" y="4496"/>
                  </a:cubicBezTo>
                  <a:lnTo>
                    <a:pt x="2052" y="4476"/>
                  </a:lnTo>
                  <a:cubicBezTo>
                    <a:pt x="2052" y="4375"/>
                    <a:pt x="2004" y="4294"/>
                    <a:pt x="1951" y="4210"/>
                  </a:cubicBezTo>
                  <a:cubicBezTo>
                    <a:pt x="1935" y="4194"/>
                    <a:pt x="1919" y="4157"/>
                    <a:pt x="1903" y="4141"/>
                  </a:cubicBezTo>
                  <a:cubicBezTo>
                    <a:pt x="1265" y="3030"/>
                    <a:pt x="723" y="2105"/>
                    <a:pt x="234" y="1245"/>
                  </a:cubicBezTo>
                  <a:cubicBezTo>
                    <a:pt x="218" y="1212"/>
                    <a:pt x="202" y="1196"/>
                    <a:pt x="186" y="1164"/>
                  </a:cubicBezTo>
                  <a:cubicBezTo>
                    <a:pt x="117" y="1043"/>
                    <a:pt x="53" y="925"/>
                    <a:pt x="53" y="760"/>
                  </a:cubicBezTo>
                  <a:cubicBezTo>
                    <a:pt x="69" y="659"/>
                    <a:pt x="69" y="538"/>
                    <a:pt x="69" y="437"/>
                  </a:cubicBezTo>
                  <a:lnTo>
                    <a:pt x="69" y="186"/>
                  </a:lnTo>
                  <a:cubicBezTo>
                    <a:pt x="69" y="170"/>
                    <a:pt x="53" y="134"/>
                    <a:pt x="53" y="117"/>
                  </a:cubicBezTo>
                  <a:cubicBezTo>
                    <a:pt x="32" y="85"/>
                    <a:pt x="32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>
              <a:extLst>
                <a:ext uri="{FF2B5EF4-FFF2-40B4-BE49-F238E27FC236}">
                  <a16:creationId xmlns:a16="http://schemas.microsoft.com/office/drawing/2014/main" id="{68331E9E-36DC-A5CF-92EF-4AE19197D9F6}"/>
                </a:ext>
              </a:extLst>
            </p:cNvPr>
            <p:cNvSpPr/>
            <p:nvPr/>
          </p:nvSpPr>
          <p:spPr>
            <a:xfrm>
              <a:off x="1841216" y="2161507"/>
              <a:ext cx="4966" cy="60290"/>
            </a:xfrm>
            <a:custGeom>
              <a:avLst/>
              <a:gdLst/>
              <a:ahLst/>
              <a:cxnLst/>
              <a:rect l="l" t="t" r="r" b="b"/>
              <a:pathLst>
                <a:path w="50" h="607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cubicBezTo>
                    <a:pt x="17" y="335"/>
                    <a:pt x="17" y="384"/>
                    <a:pt x="1" y="453"/>
                  </a:cubicBezTo>
                  <a:cubicBezTo>
                    <a:pt x="1" y="469"/>
                    <a:pt x="1" y="485"/>
                    <a:pt x="17" y="485"/>
                  </a:cubicBezTo>
                  <a:cubicBezTo>
                    <a:pt x="17" y="521"/>
                    <a:pt x="17" y="554"/>
                    <a:pt x="1" y="570"/>
                  </a:cubicBezTo>
                  <a:lnTo>
                    <a:pt x="1" y="586"/>
                  </a:lnTo>
                  <a:lnTo>
                    <a:pt x="1" y="606"/>
                  </a:lnTo>
                  <a:lnTo>
                    <a:pt x="17" y="586"/>
                  </a:lnTo>
                  <a:cubicBezTo>
                    <a:pt x="33" y="554"/>
                    <a:pt x="33" y="521"/>
                    <a:pt x="33" y="485"/>
                  </a:cubicBezTo>
                  <a:lnTo>
                    <a:pt x="33" y="453"/>
                  </a:lnTo>
                  <a:lnTo>
                    <a:pt x="33" y="283"/>
                  </a:lnTo>
                  <a:cubicBezTo>
                    <a:pt x="33" y="202"/>
                    <a:pt x="33" y="101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>
              <a:extLst>
                <a:ext uri="{FF2B5EF4-FFF2-40B4-BE49-F238E27FC236}">
                  <a16:creationId xmlns:a16="http://schemas.microsoft.com/office/drawing/2014/main" id="{7FF95857-211D-78D2-01DC-A351590015E1}"/>
                </a:ext>
              </a:extLst>
            </p:cNvPr>
            <p:cNvSpPr/>
            <p:nvPr/>
          </p:nvSpPr>
          <p:spPr>
            <a:xfrm>
              <a:off x="1530229" y="1639852"/>
              <a:ext cx="170640" cy="351213"/>
            </a:xfrm>
            <a:custGeom>
              <a:avLst/>
              <a:gdLst/>
              <a:ahLst/>
              <a:cxnLst/>
              <a:rect l="l" t="t" r="r" b="b"/>
              <a:pathLst>
                <a:path w="1718" h="3536" extrusionOk="0">
                  <a:moveTo>
                    <a:pt x="1" y="1"/>
                  </a:moveTo>
                  <a:lnTo>
                    <a:pt x="1" y="17"/>
                  </a:lnTo>
                  <a:cubicBezTo>
                    <a:pt x="86" y="102"/>
                    <a:pt x="134" y="182"/>
                    <a:pt x="187" y="283"/>
                  </a:cubicBezTo>
                  <a:cubicBezTo>
                    <a:pt x="203" y="320"/>
                    <a:pt x="219" y="352"/>
                    <a:pt x="251" y="384"/>
                  </a:cubicBezTo>
                  <a:cubicBezTo>
                    <a:pt x="405" y="639"/>
                    <a:pt x="554" y="909"/>
                    <a:pt x="708" y="1160"/>
                  </a:cubicBezTo>
                  <a:cubicBezTo>
                    <a:pt x="793" y="1313"/>
                    <a:pt x="878" y="1447"/>
                    <a:pt x="958" y="1580"/>
                  </a:cubicBezTo>
                  <a:cubicBezTo>
                    <a:pt x="1197" y="1984"/>
                    <a:pt x="1431" y="2356"/>
                    <a:pt x="1649" y="2727"/>
                  </a:cubicBezTo>
                  <a:cubicBezTo>
                    <a:pt x="1665" y="2727"/>
                    <a:pt x="1665" y="2743"/>
                    <a:pt x="1665" y="2743"/>
                  </a:cubicBezTo>
                  <a:cubicBezTo>
                    <a:pt x="1685" y="2760"/>
                    <a:pt x="1702" y="2776"/>
                    <a:pt x="1702" y="2792"/>
                  </a:cubicBezTo>
                  <a:lnTo>
                    <a:pt x="1702" y="3010"/>
                  </a:lnTo>
                  <a:lnTo>
                    <a:pt x="1702" y="3467"/>
                  </a:lnTo>
                  <a:cubicBezTo>
                    <a:pt x="1702" y="3483"/>
                    <a:pt x="1685" y="3483"/>
                    <a:pt x="1685" y="3483"/>
                  </a:cubicBezTo>
                  <a:lnTo>
                    <a:pt x="1665" y="3499"/>
                  </a:lnTo>
                  <a:lnTo>
                    <a:pt x="1665" y="3515"/>
                  </a:lnTo>
                  <a:lnTo>
                    <a:pt x="1685" y="3535"/>
                  </a:lnTo>
                  <a:lnTo>
                    <a:pt x="1685" y="3515"/>
                  </a:lnTo>
                  <a:lnTo>
                    <a:pt x="1702" y="3499"/>
                  </a:lnTo>
                  <a:cubicBezTo>
                    <a:pt x="1702" y="3499"/>
                    <a:pt x="1718" y="3483"/>
                    <a:pt x="1718" y="3467"/>
                  </a:cubicBezTo>
                  <a:lnTo>
                    <a:pt x="1718" y="3010"/>
                  </a:lnTo>
                  <a:lnTo>
                    <a:pt x="1718" y="2792"/>
                  </a:lnTo>
                  <a:cubicBezTo>
                    <a:pt x="1718" y="2760"/>
                    <a:pt x="1702" y="2743"/>
                    <a:pt x="1685" y="2727"/>
                  </a:cubicBezTo>
                  <a:lnTo>
                    <a:pt x="1685" y="2707"/>
                  </a:lnTo>
                  <a:cubicBezTo>
                    <a:pt x="1463" y="2356"/>
                    <a:pt x="1229" y="1968"/>
                    <a:pt x="995" y="1580"/>
                  </a:cubicBezTo>
                  <a:cubicBezTo>
                    <a:pt x="910" y="1431"/>
                    <a:pt x="825" y="1293"/>
                    <a:pt x="740" y="1160"/>
                  </a:cubicBezTo>
                  <a:cubicBezTo>
                    <a:pt x="591" y="889"/>
                    <a:pt x="437" y="639"/>
                    <a:pt x="272" y="368"/>
                  </a:cubicBezTo>
                  <a:cubicBezTo>
                    <a:pt x="251" y="336"/>
                    <a:pt x="235" y="304"/>
                    <a:pt x="203" y="267"/>
                  </a:cubicBezTo>
                  <a:cubicBezTo>
                    <a:pt x="150" y="166"/>
                    <a:pt x="102" y="8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>
              <a:extLst>
                <a:ext uri="{FF2B5EF4-FFF2-40B4-BE49-F238E27FC236}">
                  <a16:creationId xmlns:a16="http://schemas.microsoft.com/office/drawing/2014/main" id="{D235AA4E-820F-8165-6A22-5371FC755DD3}"/>
                </a:ext>
              </a:extLst>
            </p:cNvPr>
            <p:cNvSpPr/>
            <p:nvPr/>
          </p:nvSpPr>
          <p:spPr>
            <a:xfrm>
              <a:off x="987021" y="1690011"/>
              <a:ext cx="6456" cy="96842"/>
            </a:xfrm>
            <a:custGeom>
              <a:avLst/>
              <a:gdLst/>
              <a:ahLst/>
              <a:cxnLst/>
              <a:rect l="l" t="t" r="r" b="b"/>
              <a:pathLst>
                <a:path w="65" h="975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66"/>
                    <a:pt x="16" y="336"/>
                    <a:pt x="16" y="505"/>
                  </a:cubicBezTo>
                  <a:lnTo>
                    <a:pt x="16" y="808"/>
                  </a:lnTo>
                  <a:lnTo>
                    <a:pt x="16" y="841"/>
                  </a:lnTo>
                  <a:cubicBezTo>
                    <a:pt x="16" y="873"/>
                    <a:pt x="16" y="926"/>
                    <a:pt x="49" y="958"/>
                  </a:cubicBezTo>
                  <a:lnTo>
                    <a:pt x="49" y="974"/>
                  </a:lnTo>
                  <a:lnTo>
                    <a:pt x="65" y="958"/>
                  </a:lnTo>
                  <a:lnTo>
                    <a:pt x="65" y="942"/>
                  </a:lnTo>
                  <a:cubicBezTo>
                    <a:pt x="33" y="909"/>
                    <a:pt x="33" y="873"/>
                    <a:pt x="49" y="841"/>
                  </a:cubicBezTo>
                  <a:lnTo>
                    <a:pt x="49" y="808"/>
                  </a:lnTo>
                  <a:cubicBezTo>
                    <a:pt x="33" y="707"/>
                    <a:pt x="33" y="606"/>
                    <a:pt x="49" y="505"/>
                  </a:cubicBezTo>
                  <a:cubicBezTo>
                    <a:pt x="49" y="336"/>
                    <a:pt x="49" y="166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>
              <a:extLst>
                <a:ext uri="{FF2B5EF4-FFF2-40B4-BE49-F238E27FC236}">
                  <a16:creationId xmlns:a16="http://schemas.microsoft.com/office/drawing/2014/main" id="{DA498E14-4811-4805-F22A-661900827A31}"/>
                </a:ext>
              </a:extLst>
            </p:cNvPr>
            <p:cNvSpPr/>
            <p:nvPr/>
          </p:nvSpPr>
          <p:spPr>
            <a:xfrm>
              <a:off x="1035591" y="3209485"/>
              <a:ext cx="4867" cy="91975"/>
            </a:xfrm>
            <a:custGeom>
              <a:avLst/>
              <a:gdLst/>
              <a:ahLst/>
              <a:cxnLst/>
              <a:rect l="l" t="t" r="r" b="b"/>
              <a:pathLst>
                <a:path w="49" h="926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54"/>
                    <a:pt x="16" y="288"/>
                    <a:pt x="16" y="405"/>
                  </a:cubicBezTo>
                  <a:lnTo>
                    <a:pt x="16" y="623"/>
                  </a:lnTo>
                  <a:lnTo>
                    <a:pt x="16" y="825"/>
                  </a:lnTo>
                  <a:lnTo>
                    <a:pt x="16" y="910"/>
                  </a:lnTo>
                  <a:cubicBezTo>
                    <a:pt x="16" y="910"/>
                    <a:pt x="16" y="926"/>
                    <a:pt x="32" y="926"/>
                  </a:cubicBezTo>
                  <a:lnTo>
                    <a:pt x="32" y="910"/>
                  </a:lnTo>
                  <a:lnTo>
                    <a:pt x="32" y="825"/>
                  </a:lnTo>
                  <a:cubicBezTo>
                    <a:pt x="32" y="760"/>
                    <a:pt x="49" y="692"/>
                    <a:pt x="32" y="623"/>
                  </a:cubicBezTo>
                  <a:lnTo>
                    <a:pt x="32" y="405"/>
                  </a:lnTo>
                  <a:cubicBezTo>
                    <a:pt x="49" y="288"/>
                    <a:pt x="49" y="154"/>
                    <a:pt x="32" y="17"/>
                  </a:cubicBezTo>
                  <a:cubicBezTo>
                    <a:pt x="32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>
              <a:extLst>
                <a:ext uri="{FF2B5EF4-FFF2-40B4-BE49-F238E27FC236}">
                  <a16:creationId xmlns:a16="http://schemas.microsoft.com/office/drawing/2014/main" id="{E30223E1-F1F0-3BE1-C314-085A34555B63}"/>
                </a:ext>
              </a:extLst>
            </p:cNvPr>
            <p:cNvSpPr/>
            <p:nvPr/>
          </p:nvSpPr>
          <p:spPr>
            <a:xfrm>
              <a:off x="1792646" y="2873667"/>
              <a:ext cx="5364" cy="50258"/>
            </a:xfrm>
            <a:custGeom>
              <a:avLst/>
              <a:gdLst/>
              <a:ahLst/>
              <a:cxnLst/>
              <a:rect l="l" t="t" r="r" b="b"/>
              <a:pathLst>
                <a:path w="54" h="506" extrusionOk="0">
                  <a:moveTo>
                    <a:pt x="17" y="1"/>
                  </a:moveTo>
                  <a:cubicBezTo>
                    <a:pt x="1" y="81"/>
                    <a:pt x="1" y="166"/>
                    <a:pt x="17" y="251"/>
                  </a:cubicBezTo>
                  <a:cubicBezTo>
                    <a:pt x="17" y="336"/>
                    <a:pt x="17" y="421"/>
                    <a:pt x="1" y="485"/>
                  </a:cubicBezTo>
                  <a:lnTo>
                    <a:pt x="1" y="506"/>
                  </a:lnTo>
                  <a:lnTo>
                    <a:pt x="17" y="506"/>
                  </a:lnTo>
                  <a:cubicBezTo>
                    <a:pt x="53" y="421"/>
                    <a:pt x="33" y="336"/>
                    <a:pt x="33" y="251"/>
                  </a:cubicBezTo>
                  <a:cubicBezTo>
                    <a:pt x="33" y="166"/>
                    <a:pt x="33" y="81"/>
                    <a:pt x="53" y="17"/>
                  </a:cubicBezTo>
                  <a:cubicBezTo>
                    <a:pt x="53" y="1"/>
                    <a:pt x="5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>
              <a:extLst>
                <a:ext uri="{FF2B5EF4-FFF2-40B4-BE49-F238E27FC236}">
                  <a16:creationId xmlns:a16="http://schemas.microsoft.com/office/drawing/2014/main" id="{CD418780-11E3-EBD0-E717-52DF8245E6D6}"/>
                </a:ext>
              </a:extLst>
            </p:cNvPr>
            <p:cNvSpPr/>
            <p:nvPr/>
          </p:nvSpPr>
          <p:spPr>
            <a:xfrm>
              <a:off x="936861" y="2276624"/>
              <a:ext cx="4867" cy="55423"/>
            </a:xfrm>
            <a:custGeom>
              <a:avLst/>
              <a:gdLst/>
              <a:ahLst/>
              <a:cxnLst/>
              <a:rect l="l" t="t" r="r" b="b"/>
              <a:pathLst>
                <a:path w="49" h="558" extrusionOk="0">
                  <a:moveTo>
                    <a:pt x="16" y="1"/>
                  </a:moveTo>
                  <a:lnTo>
                    <a:pt x="0" y="17"/>
                  </a:lnTo>
                  <a:cubicBezTo>
                    <a:pt x="16" y="85"/>
                    <a:pt x="16" y="154"/>
                    <a:pt x="0" y="219"/>
                  </a:cubicBezTo>
                  <a:cubicBezTo>
                    <a:pt x="0" y="320"/>
                    <a:pt x="0" y="437"/>
                    <a:pt x="16" y="558"/>
                  </a:cubicBezTo>
                  <a:lnTo>
                    <a:pt x="33" y="558"/>
                  </a:lnTo>
                  <a:cubicBezTo>
                    <a:pt x="49" y="558"/>
                    <a:pt x="49" y="558"/>
                    <a:pt x="49" y="538"/>
                  </a:cubicBezTo>
                  <a:cubicBezTo>
                    <a:pt x="33" y="437"/>
                    <a:pt x="33" y="320"/>
                    <a:pt x="33" y="219"/>
                  </a:cubicBezTo>
                  <a:lnTo>
                    <a:pt x="33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>
              <a:extLst>
                <a:ext uri="{FF2B5EF4-FFF2-40B4-BE49-F238E27FC236}">
                  <a16:creationId xmlns:a16="http://schemas.microsoft.com/office/drawing/2014/main" id="{1F4239CC-5013-543A-3289-449EDCD0C545}"/>
                </a:ext>
              </a:extLst>
            </p:cNvPr>
            <p:cNvSpPr/>
            <p:nvPr/>
          </p:nvSpPr>
          <p:spPr>
            <a:xfrm>
              <a:off x="1819563" y="3495640"/>
              <a:ext cx="4966" cy="66647"/>
            </a:xfrm>
            <a:custGeom>
              <a:avLst/>
              <a:gdLst/>
              <a:ahLst/>
              <a:cxnLst/>
              <a:rect l="l" t="t" r="r" b="b"/>
              <a:pathLst>
                <a:path w="50" h="671" extrusionOk="0">
                  <a:moveTo>
                    <a:pt x="33" y="0"/>
                  </a:moveTo>
                  <a:lnTo>
                    <a:pt x="17" y="16"/>
                  </a:lnTo>
                  <a:cubicBezTo>
                    <a:pt x="1" y="117"/>
                    <a:pt x="1" y="218"/>
                    <a:pt x="17" y="335"/>
                  </a:cubicBezTo>
                  <a:lnTo>
                    <a:pt x="17" y="521"/>
                  </a:lnTo>
                  <a:lnTo>
                    <a:pt x="17" y="570"/>
                  </a:lnTo>
                  <a:cubicBezTo>
                    <a:pt x="17" y="606"/>
                    <a:pt x="17" y="638"/>
                    <a:pt x="1" y="654"/>
                  </a:cubicBezTo>
                  <a:lnTo>
                    <a:pt x="1" y="671"/>
                  </a:lnTo>
                  <a:lnTo>
                    <a:pt x="17" y="671"/>
                  </a:lnTo>
                  <a:cubicBezTo>
                    <a:pt x="49" y="638"/>
                    <a:pt x="33" y="606"/>
                    <a:pt x="33" y="570"/>
                  </a:cubicBezTo>
                  <a:lnTo>
                    <a:pt x="33" y="521"/>
                  </a:lnTo>
                  <a:lnTo>
                    <a:pt x="33" y="335"/>
                  </a:lnTo>
                  <a:cubicBezTo>
                    <a:pt x="33" y="218"/>
                    <a:pt x="33" y="117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>
              <a:extLst>
                <a:ext uri="{FF2B5EF4-FFF2-40B4-BE49-F238E27FC236}">
                  <a16:creationId xmlns:a16="http://schemas.microsoft.com/office/drawing/2014/main" id="{9399CD33-A77D-3FB3-791C-650DEB0EAC87}"/>
                </a:ext>
              </a:extLst>
            </p:cNvPr>
            <p:cNvSpPr/>
            <p:nvPr/>
          </p:nvSpPr>
          <p:spPr>
            <a:xfrm>
              <a:off x="608990" y="2243351"/>
              <a:ext cx="5364" cy="85122"/>
            </a:xfrm>
            <a:custGeom>
              <a:avLst/>
              <a:gdLst/>
              <a:ahLst/>
              <a:cxnLst/>
              <a:rect l="l" t="t" r="r" b="b"/>
              <a:pathLst>
                <a:path w="54" h="857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50"/>
                    <a:pt x="17" y="303"/>
                    <a:pt x="17" y="437"/>
                  </a:cubicBezTo>
                  <a:cubicBezTo>
                    <a:pt x="17" y="521"/>
                    <a:pt x="1" y="606"/>
                    <a:pt x="17" y="671"/>
                  </a:cubicBezTo>
                  <a:lnTo>
                    <a:pt x="17" y="792"/>
                  </a:lnTo>
                  <a:lnTo>
                    <a:pt x="17" y="840"/>
                  </a:lnTo>
                  <a:lnTo>
                    <a:pt x="17" y="857"/>
                  </a:lnTo>
                  <a:cubicBezTo>
                    <a:pt x="33" y="857"/>
                    <a:pt x="33" y="840"/>
                    <a:pt x="33" y="840"/>
                  </a:cubicBezTo>
                  <a:lnTo>
                    <a:pt x="33" y="792"/>
                  </a:lnTo>
                  <a:lnTo>
                    <a:pt x="33" y="671"/>
                  </a:lnTo>
                  <a:lnTo>
                    <a:pt x="33" y="437"/>
                  </a:lnTo>
                  <a:cubicBezTo>
                    <a:pt x="33" y="303"/>
                    <a:pt x="53" y="150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>
              <a:extLst>
                <a:ext uri="{FF2B5EF4-FFF2-40B4-BE49-F238E27FC236}">
                  <a16:creationId xmlns:a16="http://schemas.microsoft.com/office/drawing/2014/main" id="{64F5ED0E-9347-1014-6DD5-242E0CB1C746}"/>
                </a:ext>
              </a:extLst>
            </p:cNvPr>
            <p:cNvSpPr/>
            <p:nvPr/>
          </p:nvSpPr>
          <p:spPr>
            <a:xfrm>
              <a:off x="851343" y="2955511"/>
              <a:ext cx="354789" cy="250895"/>
            </a:xfrm>
            <a:custGeom>
              <a:avLst/>
              <a:gdLst/>
              <a:ahLst/>
              <a:cxnLst/>
              <a:rect l="l" t="t" r="r" b="b"/>
              <a:pathLst>
                <a:path w="3572" h="2526" extrusionOk="0">
                  <a:moveTo>
                    <a:pt x="3552" y="1"/>
                  </a:moveTo>
                  <a:cubicBezTo>
                    <a:pt x="2946" y="219"/>
                    <a:pt x="2340" y="437"/>
                    <a:pt x="1887" y="623"/>
                  </a:cubicBezTo>
                  <a:cubicBezTo>
                    <a:pt x="1532" y="756"/>
                    <a:pt x="1148" y="893"/>
                    <a:pt x="793" y="1027"/>
                  </a:cubicBezTo>
                  <a:cubicBezTo>
                    <a:pt x="643" y="1075"/>
                    <a:pt x="506" y="1128"/>
                    <a:pt x="356" y="1176"/>
                  </a:cubicBezTo>
                  <a:cubicBezTo>
                    <a:pt x="271" y="1213"/>
                    <a:pt x="171" y="1245"/>
                    <a:pt x="86" y="1277"/>
                  </a:cubicBezTo>
                  <a:cubicBezTo>
                    <a:pt x="37" y="1297"/>
                    <a:pt x="1" y="1346"/>
                    <a:pt x="1" y="1415"/>
                  </a:cubicBezTo>
                  <a:lnTo>
                    <a:pt x="1" y="2105"/>
                  </a:lnTo>
                  <a:lnTo>
                    <a:pt x="1" y="2441"/>
                  </a:lnTo>
                  <a:cubicBezTo>
                    <a:pt x="1" y="2457"/>
                    <a:pt x="1" y="2473"/>
                    <a:pt x="17" y="2489"/>
                  </a:cubicBezTo>
                  <a:lnTo>
                    <a:pt x="17" y="2509"/>
                  </a:lnTo>
                  <a:cubicBezTo>
                    <a:pt x="17" y="2509"/>
                    <a:pt x="17" y="2525"/>
                    <a:pt x="37" y="2525"/>
                  </a:cubicBezTo>
                  <a:cubicBezTo>
                    <a:pt x="37" y="2525"/>
                    <a:pt x="53" y="2509"/>
                    <a:pt x="37" y="2509"/>
                  </a:cubicBezTo>
                  <a:lnTo>
                    <a:pt x="37" y="2473"/>
                  </a:lnTo>
                  <a:lnTo>
                    <a:pt x="37" y="2441"/>
                  </a:lnTo>
                  <a:lnTo>
                    <a:pt x="37" y="2105"/>
                  </a:lnTo>
                  <a:lnTo>
                    <a:pt x="37" y="1415"/>
                  </a:lnTo>
                  <a:cubicBezTo>
                    <a:pt x="37" y="1346"/>
                    <a:pt x="53" y="1330"/>
                    <a:pt x="102" y="1297"/>
                  </a:cubicBezTo>
                  <a:cubicBezTo>
                    <a:pt x="187" y="1277"/>
                    <a:pt x="271" y="1245"/>
                    <a:pt x="372" y="1213"/>
                  </a:cubicBezTo>
                  <a:cubicBezTo>
                    <a:pt x="522" y="1160"/>
                    <a:pt x="659" y="1112"/>
                    <a:pt x="809" y="1043"/>
                  </a:cubicBezTo>
                  <a:cubicBezTo>
                    <a:pt x="1164" y="926"/>
                    <a:pt x="1532" y="772"/>
                    <a:pt x="1904" y="639"/>
                  </a:cubicBezTo>
                  <a:cubicBezTo>
                    <a:pt x="2360" y="469"/>
                    <a:pt x="2946" y="235"/>
                    <a:pt x="3572" y="17"/>
                  </a:cubicBezTo>
                  <a:lnTo>
                    <a:pt x="35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>
              <a:extLst>
                <a:ext uri="{FF2B5EF4-FFF2-40B4-BE49-F238E27FC236}">
                  <a16:creationId xmlns:a16="http://schemas.microsoft.com/office/drawing/2014/main" id="{42069E31-8326-9B80-3549-642A359AC365}"/>
                </a:ext>
              </a:extLst>
            </p:cNvPr>
            <p:cNvSpPr/>
            <p:nvPr/>
          </p:nvSpPr>
          <p:spPr>
            <a:xfrm>
              <a:off x="1841216" y="3077482"/>
              <a:ext cx="4966" cy="61879"/>
            </a:xfrm>
            <a:custGeom>
              <a:avLst/>
              <a:gdLst/>
              <a:ahLst/>
              <a:cxnLst/>
              <a:rect l="l" t="t" r="r" b="b"/>
              <a:pathLst>
                <a:path w="50" h="623" extrusionOk="0">
                  <a:moveTo>
                    <a:pt x="17" y="1"/>
                  </a:moveTo>
                  <a:cubicBezTo>
                    <a:pt x="1" y="102"/>
                    <a:pt x="1" y="203"/>
                    <a:pt x="1" y="288"/>
                  </a:cubicBezTo>
                  <a:cubicBezTo>
                    <a:pt x="17" y="352"/>
                    <a:pt x="17" y="405"/>
                    <a:pt x="1" y="473"/>
                  </a:cubicBezTo>
                  <a:cubicBezTo>
                    <a:pt x="1" y="490"/>
                    <a:pt x="1" y="506"/>
                    <a:pt x="17" y="506"/>
                  </a:cubicBezTo>
                  <a:cubicBezTo>
                    <a:pt x="17" y="538"/>
                    <a:pt x="17" y="574"/>
                    <a:pt x="1" y="590"/>
                  </a:cubicBezTo>
                  <a:lnTo>
                    <a:pt x="1" y="607"/>
                  </a:lnTo>
                  <a:lnTo>
                    <a:pt x="1" y="623"/>
                  </a:lnTo>
                  <a:lnTo>
                    <a:pt x="17" y="607"/>
                  </a:lnTo>
                  <a:cubicBezTo>
                    <a:pt x="33" y="574"/>
                    <a:pt x="33" y="538"/>
                    <a:pt x="33" y="506"/>
                  </a:cubicBezTo>
                  <a:lnTo>
                    <a:pt x="33" y="473"/>
                  </a:lnTo>
                  <a:lnTo>
                    <a:pt x="33" y="288"/>
                  </a:lnTo>
                  <a:cubicBezTo>
                    <a:pt x="33" y="203"/>
                    <a:pt x="33" y="102"/>
                    <a:pt x="49" y="17"/>
                  </a:cubicBez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>
              <a:extLst>
                <a:ext uri="{FF2B5EF4-FFF2-40B4-BE49-F238E27FC236}">
                  <a16:creationId xmlns:a16="http://schemas.microsoft.com/office/drawing/2014/main" id="{2C10DC98-FA64-89F0-1E36-6156BFF32E31}"/>
                </a:ext>
              </a:extLst>
            </p:cNvPr>
            <p:cNvSpPr/>
            <p:nvPr/>
          </p:nvSpPr>
          <p:spPr>
            <a:xfrm>
              <a:off x="1670675" y="2714747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7"/>
                    <a:pt x="17" y="267"/>
                  </a:cubicBezTo>
                  <a:cubicBezTo>
                    <a:pt x="17" y="320"/>
                    <a:pt x="33" y="368"/>
                    <a:pt x="17" y="437"/>
                  </a:cubicBezTo>
                  <a:lnTo>
                    <a:pt x="17" y="490"/>
                  </a:lnTo>
                  <a:cubicBezTo>
                    <a:pt x="17" y="522"/>
                    <a:pt x="33" y="538"/>
                    <a:pt x="17" y="570"/>
                  </a:cubicBezTo>
                  <a:cubicBezTo>
                    <a:pt x="1" y="570"/>
                    <a:pt x="17" y="591"/>
                    <a:pt x="17" y="591"/>
                  </a:cubicBezTo>
                  <a:lnTo>
                    <a:pt x="33" y="591"/>
                  </a:lnTo>
                  <a:cubicBezTo>
                    <a:pt x="49" y="554"/>
                    <a:pt x="49" y="522"/>
                    <a:pt x="49" y="469"/>
                  </a:cubicBezTo>
                  <a:lnTo>
                    <a:pt x="49" y="437"/>
                  </a:lnTo>
                  <a:lnTo>
                    <a:pt x="49" y="267"/>
                  </a:lnTo>
                  <a:cubicBezTo>
                    <a:pt x="49" y="187"/>
                    <a:pt x="49" y="102"/>
                    <a:pt x="70" y="17"/>
                  </a:cubicBezTo>
                  <a:cubicBezTo>
                    <a:pt x="70" y="17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>
              <a:extLst>
                <a:ext uri="{FF2B5EF4-FFF2-40B4-BE49-F238E27FC236}">
                  <a16:creationId xmlns:a16="http://schemas.microsoft.com/office/drawing/2014/main" id="{BAE6BBE5-0633-53A5-EDBE-3630A1CCC006}"/>
                </a:ext>
              </a:extLst>
            </p:cNvPr>
            <p:cNvSpPr/>
            <p:nvPr/>
          </p:nvSpPr>
          <p:spPr>
            <a:xfrm>
              <a:off x="687655" y="1785065"/>
              <a:ext cx="125348" cy="165873"/>
            </a:xfrm>
            <a:custGeom>
              <a:avLst/>
              <a:gdLst/>
              <a:ahLst/>
              <a:cxnLst/>
              <a:rect l="l" t="t" r="r" b="b"/>
              <a:pathLst>
                <a:path w="1262" h="1670" extrusionOk="0">
                  <a:moveTo>
                    <a:pt x="1245" y="1"/>
                  </a:moveTo>
                  <a:cubicBezTo>
                    <a:pt x="1180" y="33"/>
                    <a:pt x="1128" y="70"/>
                    <a:pt x="1059" y="86"/>
                  </a:cubicBezTo>
                  <a:cubicBezTo>
                    <a:pt x="926" y="171"/>
                    <a:pt x="792" y="235"/>
                    <a:pt x="655" y="304"/>
                  </a:cubicBezTo>
                  <a:lnTo>
                    <a:pt x="405" y="457"/>
                  </a:lnTo>
                  <a:cubicBezTo>
                    <a:pt x="304" y="522"/>
                    <a:pt x="203" y="575"/>
                    <a:pt x="102" y="623"/>
                  </a:cubicBezTo>
                  <a:lnTo>
                    <a:pt x="85" y="639"/>
                  </a:lnTo>
                  <a:cubicBezTo>
                    <a:pt x="49" y="659"/>
                    <a:pt x="1" y="692"/>
                    <a:pt x="1" y="740"/>
                  </a:cubicBezTo>
                  <a:lnTo>
                    <a:pt x="1" y="1063"/>
                  </a:lnTo>
                  <a:cubicBezTo>
                    <a:pt x="1" y="1265"/>
                    <a:pt x="1" y="1467"/>
                    <a:pt x="17" y="1669"/>
                  </a:cubicBezTo>
                  <a:lnTo>
                    <a:pt x="33" y="1669"/>
                  </a:lnTo>
                  <a:cubicBezTo>
                    <a:pt x="33" y="1669"/>
                    <a:pt x="49" y="1669"/>
                    <a:pt x="49" y="1649"/>
                  </a:cubicBezTo>
                  <a:cubicBezTo>
                    <a:pt x="17" y="1467"/>
                    <a:pt x="33" y="1265"/>
                    <a:pt x="33" y="1063"/>
                  </a:cubicBezTo>
                  <a:lnTo>
                    <a:pt x="33" y="740"/>
                  </a:lnTo>
                  <a:cubicBezTo>
                    <a:pt x="33" y="708"/>
                    <a:pt x="49" y="692"/>
                    <a:pt x="102" y="659"/>
                  </a:cubicBezTo>
                  <a:lnTo>
                    <a:pt x="118" y="659"/>
                  </a:lnTo>
                  <a:cubicBezTo>
                    <a:pt x="219" y="607"/>
                    <a:pt x="320" y="538"/>
                    <a:pt x="421" y="490"/>
                  </a:cubicBezTo>
                  <a:lnTo>
                    <a:pt x="675" y="336"/>
                  </a:lnTo>
                  <a:cubicBezTo>
                    <a:pt x="809" y="255"/>
                    <a:pt x="942" y="187"/>
                    <a:pt x="1079" y="118"/>
                  </a:cubicBezTo>
                  <a:cubicBezTo>
                    <a:pt x="1128" y="86"/>
                    <a:pt x="1196" y="53"/>
                    <a:pt x="1245" y="17"/>
                  </a:cubicBezTo>
                  <a:cubicBezTo>
                    <a:pt x="1261" y="17"/>
                    <a:pt x="1261" y="17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>
              <a:extLst>
                <a:ext uri="{FF2B5EF4-FFF2-40B4-BE49-F238E27FC236}">
                  <a16:creationId xmlns:a16="http://schemas.microsoft.com/office/drawing/2014/main" id="{7B4FDE40-50AF-3DFD-E851-8FA58A1DD3D6}"/>
                </a:ext>
              </a:extLst>
            </p:cNvPr>
            <p:cNvSpPr/>
            <p:nvPr/>
          </p:nvSpPr>
          <p:spPr>
            <a:xfrm>
              <a:off x="1528640" y="2005765"/>
              <a:ext cx="177096" cy="327971"/>
            </a:xfrm>
            <a:custGeom>
              <a:avLst/>
              <a:gdLst/>
              <a:ahLst/>
              <a:cxnLst/>
              <a:rect l="l" t="t" r="r" b="b"/>
              <a:pathLst>
                <a:path w="1783" h="3302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1" y="17"/>
                    <a:pt x="17" y="33"/>
                    <a:pt x="17" y="33"/>
                  </a:cubicBezTo>
                  <a:cubicBezTo>
                    <a:pt x="65" y="53"/>
                    <a:pt x="102" y="102"/>
                    <a:pt x="118" y="154"/>
                  </a:cubicBezTo>
                  <a:lnTo>
                    <a:pt x="134" y="154"/>
                  </a:lnTo>
                  <a:cubicBezTo>
                    <a:pt x="288" y="421"/>
                    <a:pt x="453" y="675"/>
                    <a:pt x="607" y="893"/>
                  </a:cubicBezTo>
                  <a:cubicBezTo>
                    <a:pt x="708" y="1027"/>
                    <a:pt x="793" y="1164"/>
                    <a:pt x="873" y="1281"/>
                  </a:cubicBezTo>
                  <a:cubicBezTo>
                    <a:pt x="1043" y="1532"/>
                    <a:pt x="1213" y="1802"/>
                    <a:pt x="1399" y="2037"/>
                  </a:cubicBezTo>
                  <a:cubicBezTo>
                    <a:pt x="1665" y="2376"/>
                    <a:pt x="1766" y="2728"/>
                    <a:pt x="1718" y="3115"/>
                  </a:cubicBezTo>
                  <a:cubicBezTo>
                    <a:pt x="1701" y="3131"/>
                    <a:pt x="1718" y="3148"/>
                    <a:pt x="1718" y="3164"/>
                  </a:cubicBezTo>
                  <a:cubicBezTo>
                    <a:pt x="1718" y="3216"/>
                    <a:pt x="1718" y="3249"/>
                    <a:pt x="1681" y="3285"/>
                  </a:cubicBezTo>
                  <a:lnTo>
                    <a:pt x="1681" y="3301"/>
                  </a:lnTo>
                  <a:lnTo>
                    <a:pt x="1701" y="3301"/>
                  </a:lnTo>
                  <a:cubicBezTo>
                    <a:pt x="1734" y="3249"/>
                    <a:pt x="1734" y="3216"/>
                    <a:pt x="1734" y="3164"/>
                  </a:cubicBezTo>
                  <a:lnTo>
                    <a:pt x="1734" y="3115"/>
                  </a:lnTo>
                  <a:cubicBezTo>
                    <a:pt x="1782" y="2711"/>
                    <a:pt x="1681" y="2356"/>
                    <a:pt x="1415" y="2021"/>
                  </a:cubicBezTo>
                  <a:cubicBezTo>
                    <a:pt x="1229" y="1786"/>
                    <a:pt x="1059" y="1516"/>
                    <a:pt x="894" y="1281"/>
                  </a:cubicBezTo>
                  <a:cubicBezTo>
                    <a:pt x="809" y="1144"/>
                    <a:pt x="724" y="1011"/>
                    <a:pt x="639" y="877"/>
                  </a:cubicBezTo>
                  <a:cubicBezTo>
                    <a:pt x="469" y="659"/>
                    <a:pt x="304" y="405"/>
                    <a:pt x="150" y="154"/>
                  </a:cubicBezTo>
                  <a:lnTo>
                    <a:pt x="150" y="134"/>
                  </a:lnTo>
                  <a:cubicBezTo>
                    <a:pt x="118" y="86"/>
                    <a:pt x="86" y="33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>
              <a:extLst>
                <a:ext uri="{FF2B5EF4-FFF2-40B4-BE49-F238E27FC236}">
                  <a16:creationId xmlns:a16="http://schemas.microsoft.com/office/drawing/2014/main" id="{9B35FD8A-A30D-EC69-CFBB-D9B15FFF3EAF}"/>
                </a:ext>
              </a:extLst>
            </p:cNvPr>
            <p:cNvSpPr/>
            <p:nvPr/>
          </p:nvSpPr>
          <p:spPr>
            <a:xfrm>
              <a:off x="1247848" y="3051558"/>
              <a:ext cx="168952" cy="186532"/>
            </a:xfrm>
            <a:custGeom>
              <a:avLst/>
              <a:gdLst/>
              <a:ahLst/>
              <a:cxnLst/>
              <a:rect l="l" t="t" r="r" b="b"/>
              <a:pathLst>
                <a:path w="1701" h="1878" extrusionOk="0">
                  <a:moveTo>
                    <a:pt x="1686" y="0"/>
                  </a:moveTo>
                  <a:cubicBezTo>
                    <a:pt x="1683" y="0"/>
                    <a:pt x="1681" y="2"/>
                    <a:pt x="1681" y="7"/>
                  </a:cubicBezTo>
                  <a:lnTo>
                    <a:pt x="1313" y="128"/>
                  </a:lnTo>
                  <a:cubicBezTo>
                    <a:pt x="994" y="246"/>
                    <a:pt x="671" y="363"/>
                    <a:pt x="351" y="480"/>
                  </a:cubicBezTo>
                  <a:cubicBezTo>
                    <a:pt x="267" y="512"/>
                    <a:pt x="186" y="532"/>
                    <a:pt x="85" y="565"/>
                  </a:cubicBezTo>
                  <a:cubicBezTo>
                    <a:pt x="49" y="581"/>
                    <a:pt x="0" y="597"/>
                    <a:pt x="16" y="682"/>
                  </a:cubicBezTo>
                  <a:lnTo>
                    <a:pt x="16" y="1118"/>
                  </a:lnTo>
                  <a:cubicBezTo>
                    <a:pt x="16" y="1340"/>
                    <a:pt x="0" y="1575"/>
                    <a:pt x="16" y="1793"/>
                  </a:cubicBezTo>
                  <a:lnTo>
                    <a:pt x="16" y="1825"/>
                  </a:lnTo>
                  <a:cubicBezTo>
                    <a:pt x="0" y="1845"/>
                    <a:pt x="0" y="1845"/>
                    <a:pt x="0" y="1861"/>
                  </a:cubicBezTo>
                  <a:lnTo>
                    <a:pt x="0" y="1878"/>
                  </a:lnTo>
                  <a:lnTo>
                    <a:pt x="16" y="1878"/>
                  </a:lnTo>
                  <a:lnTo>
                    <a:pt x="16" y="1861"/>
                  </a:lnTo>
                  <a:cubicBezTo>
                    <a:pt x="32" y="1861"/>
                    <a:pt x="32" y="1861"/>
                    <a:pt x="32" y="1845"/>
                  </a:cubicBezTo>
                  <a:cubicBezTo>
                    <a:pt x="49" y="1825"/>
                    <a:pt x="49" y="1809"/>
                    <a:pt x="49" y="1793"/>
                  </a:cubicBezTo>
                  <a:cubicBezTo>
                    <a:pt x="32" y="1575"/>
                    <a:pt x="32" y="1340"/>
                    <a:pt x="32" y="1118"/>
                  </a:cubicBezTo>
                  <a:lnTo>
                    <a:pt x="32" y="682"/>
                  </a:lnTo>
                  <a:cubicBezTo>
                    <a:pt x="32" y="633"/>
                    <a:pt x="49" y="613"/>
                    <a:pt x="101" y="597"/>
                  </a:cubicBezTo>
                  <a:cubicBezTo>
                    <a:pt x="186" y="565"/>
                    <a:pt x="267" y="532"/>
                    <a:pt x="368" y="496"/>
                  </a:cubicBezTo>
                  <a:cubicBezTo>
                    <a:pt x="691" y="379"/>
                    <a:pt x="994" y="278"/>
                    <a:pt x="1313" y="161"/>
                  </a:cubicBezTo>
                  <a:lnTo>
                    <a:pt x="1681" y="27"/>
                  </a:lnTo>
                  <a:cubicBezTo>
                    <a:pt x="1701" y="27"/>
                    <a:pt x="1701" y="7"/>
                    <a:pt x="1701" y="7"/>
                  </a:cubicBezTo>
                  <a:cubicBezTo>
                    <a:pt x="1701" y="7"/>
                    <a:pt x="1692" y="0"/>
                    <a:pt x="16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>
              <a:extLst>
                <a:ext uri="{FF2B5EF4-FFF2-40B4-BE49-F238E27FC236}">
                  <a16:creationId xmlns:a16="http://schemas.microsoft.com/office/drawing/2014/main" id="{8C2C0397-C3B0-52A6-6170-091C85FFB656}"/>
                </a:ext>
              </a:extLst>
            </p:cNvPr>
            <p:cNvSpPr/>
            <p:nvPr/>
          </p:nvSpPr>
          <p:spPr>
            <a:xfrm>
              <a:off x="1928324" y="2122969"/>
              <a:ext cx="142134" cy="331150"/>
            </a:xfrm>
            <a:custGeom>
              <a:avLst/>
              <a:gdLst/>
              <a:ahLst/>
              <a:cxnLst/>
              <a:rect l="l" t="t" r="r" b="b"/>
              <a:pathLst>
                <a:path w="1431" h="3334" extrusionOk="0">
                  <a:moveTo>
                    <a:pt x="0" y="0"/>
                  </a:moveTo>
                  <a:lnTo>
                    <a:pt x="0" y="16"/>
                  </a:lnTo>
                  <a:cubicBezTo>
                    <a:pt x="101" y="85"/>
                    <a:pt x="134" y="166"/>
                    <a:pt x="182" y="267"/>
                  </a:cubicBezTo>
                  <a:cubicBezTo>
                    <a:pt x="202" y="303"/>
                    <a:pt x="218" y="336"/>
                    <a:pt x="235" y="368"/>
                  </a:cubicBezTo>
                  <a:cubicBezTo>
                    <a:pt x="469" y="756"/>
                    <a:pt x="687" y="1144"/>
                    <a:pt x="909" y="1515"/>
                  </a:cubicBezTo>
                  <a:cubicBezTo>
                    <a:pt x="1043" y="1749"/>
                    <a:pt x="1176" y="1968"/>
                    <a:pt x="1313" y="2206"/>
                  </a:cubicBezTo>
                  <a:cubicBezTo>
                    <a:pt x="1362" y="2287"/>
                    <a:pt x="1378" y="2372"/>
                    <a:pt x="1378" y="2440"/>
                  </a:cubicBezTo>
                  <a:cubicBezTo>
                    <a:pt x="1362" y="2525"/>
                    <a:pt x="1362" y="2626"/>
                    <a:pt x="1378" y="2711"/>
                  </a:cubicBezTo>
                  <a:cubicBezTo>
                    <a:pt x="1378" y="2828"/>
                    <a:pt x="1378" y="2961"/>
                    <a:pt x="1346" y="3095"/>
                  </a:cubicBezTo>
                  <a:cubicBezTo>
                    <a:pt x="1346" y="3147"/>
                    <a:pt x="1362" y="3196"/>
                    <a:pt x="1378" y="3248"/>
                  </a:cubicBezTo>
                  <a:cubicBezTo>
                    <a:pt x="1394" y="3281"/>
                    <a:pt x="1394" y="3297"/>
                    <a:pt x="1394" y="3333"/>
                  </a:cubicBezTo>
                  <a:lnTo>
                    <a:pt x="1414" y="3333"/>
                  </a:lnTo>
                  <a:cubicBezTo>
                    <a:pt x="1430" y="3333"/>
                    <a:pt x="1430" y="3333"/>
                    <a:pt x="1430" y="3317"/>
                  </a:cubicBezTo>
                  <a:cubicBezTo>
                    <a:pt x="1430" y="3297"/>
                    <a:pt x="1414" y="3264"/>
                    <a:pt x="1414" y="3248"/>
                  </a:cubicBezTo>
                  <a:cubicBezTo>
                    <a:pt x="1378" y="3196"/>
                    <a:pt x="1362" y="3147"/>
                    <a:pt x="1378" y="3095"/>
                  </a:cubicBezTo>
                  <a:cubicBezTo>
                    <a:pt x="1394" y="2961"/>
                    <a:pt x="1394" y="2828"/>
                    <a:pt x="1394" y="2691"/>
                  </a:cubicBezTo>
                  <a:lnTo>
                    <a:pt x="1394" y="2440"/>
                  </a:lnTo>
                  <a:cubicBezTo>
                    <a:pt x="1414" y="2355"/>
                    <a:pt x="1378" y="2287"/>
                    <a:pt x="1329" y="2186"/>
                  </a:cubicBezTo>
                  <a:cubicBezTo>
                    <a:pt x="1192" y="1968"/>
                    <a:pt x="1059" y="1733"/>
                    <a:pt x="925" y="1499"/>
                  </a:cubicBezTo>
                  <a:cubicBezTo>
                    <a:pt x="707" y="1127"/>
                    <a:pt x="485" y="740"/>
                    <a:pt x="267" y="352"/>
                  </a:cubicBezTo>
                  <a:cubicBezTo>
                    <a:pt x="235" y="319"/>
                    <a:pt x="218" y="287"/>
                    <a:pt x="202" y="251"/>
                  </a:cubicBezTo>
                  <a:cubicBezTo>
                    <a:pt x="166" y="166"/>
                    <a:pt x="117" y="6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>
              <a:extLst>
                <a:ext uri="{FF2B5EF4-FFF2-40B4-BE49-F238E27FC236}">
                  <a16:creationId xmlns:a16="http://schemas.microsoft.com/office/drawing/2014/main" id="{5450D4BC-A8F2-171D-B85D-0F1C54658405}"/>
                </a:ext>
              </a:extLst>
            </p:cNvPr>
            <p:cNvSpPr/>
            <p:nvPr/>
          </p:nvSpPr>
          <p:spPr>
            <a:xfrm>
              <a:off x="1923059" y="3136084"/>
              <a:ext cx="148988" cy="282580"/>
            </a:xfrm>
            <a:custGeom>
              <a:avLst/>
              <a:gdLst/>
              <a:ahLst/>
              <a:cxnLst/>
              <a:rect l="l" t="t" r="r" b="b"/>
              <a:pathLst>
                <a:path w="1500" h="2845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34"/>
                    <a:pt x="86" y="219"/>
                    <a:pt x="154" y="287"/>
                  </a:cubicBezTo>
                  <a:cubicBezTo>
                    <a:pt x="187" y="320"/>
                    <a:pt x="219" y="336"/>
                    <a:pt x="255" y="368"/>
                  </a:cubicBezTo>
                  <a:cubicBezTo>
                    <a:pt x="506" y="691"/>
                    <a:pt x="776" y="1027"/>
                    <a:pt x="1027" y="1330"/>
                  </a:cubicBezTo>
                  <a:cubicBezTo>
                    <a:pt x="1144" y="1479"/>
                    <a:pt x="1265" y="1616"/>
                    <a:pt x="1382" y="1750"/>
                  </a:cubicBezTo>
                  <a:cubicBezTo>
                    <a:pt x="1415" y="1802"/>
                    <a:pt x="1447" y="1867"/>
                    <a:pt x="1447" y="1935"/>
                  </a:cubicBezTo>
                  <a:cubicBezTo>
                    <a:pt x="1431" y="2053"/>
                    <a:pt x="1431" y="2170"/>
                    <a:pt x="1431" y="2287"/>
                  </a:cubicBezTo>
                  <a:lnTo>
                    <a:pt x="1431" y="2558"/>
                  </a:lnTo>
                  <a:lnTo>
                    <a:pt x="1431" y="2574"/>
                  </a:lnTo>
                  <a:cubicBezTo>
                    <a:pt x="1447" y="2590"/>
                    <a:pt x="1447" y="2610"/>
                    <a:pt x="1431" y="2626"/>
                  </a:cubicBezTo>
                  <a:cubicBezTo>
                    <a:pt x="1399" y="2711"/>
                    <a:pt x="1415" y="2776"/>
                    <a:pt x="1483" y="2828"/>
                  </a:cubicBezTo>
                  <a:lnTo>
                    <a:pt x="1500" y="2844"/>
                  </a:lnTo>
                  <a:lnTo>
                    <a:pt x="1500" y="2828"/>
                  </a:lnTo>
                  <a:lnTo>
                    <a:pt x="1500" y="2812"/>
                  </a:lnTo>
                  <a:cubicBezTo>
                    <a:pt x="1431" y="2776"/>
                    <a:pt x="1415" y="2711"/>
                    <a:pt x="1447" y="2642"/>
                  </a:cubicBezTo>
                  <a:cubicBezTo>
                    <a:pt x="1467" y="2610"/>
                    <a:pt x="1467" y="2590"/>
                    <a:pt x="1467" y="2574"/>
                  </a:cubicBezTo>
                  <a:lnTo>
                    <a:pt x="1467" y="2558"/>
                  </a:lnTo>
                  <a:lnTo>
                    <a:pt x="1467" y="2287"/>
                  </a:lnTo>
                  <a:lnTo>
                    <a:pt x="1467" y="1935"/>
                  </a:lnTo>
                  <a:cubicBezTo>
                    <a:pt x="1467" y="1867"/>
                    <a:pt x="1447" y="1802"/>
                    <a:pt x="1399" y="1734"/>
                  </a:cubicBezTo>
                  <a:cubicBezTo>
                    <a:pt x="1281" y="1600"/>
                    <a:pt x="1164" y="1463"/>
                    <a:pt x="1043" y="1313"/>
                  </a:cubicBezTo>
                  <a:cubicBezTo>
                    <a:pt x="793" y="1010"/>
                    <a:pt x="522" y="671"/>
                    <a:pt x="271" y="352"/>
                  </a:cubicBezTo>
                  <a:cubicBezTo>
                    <a:pt x="235" y="320"/>
                    <a:pt x="203" y="287"/>
                    <a:pt x="187" y="267"/>
                  </a:cubicBezTo>
                  <a:cubicBezTo>
                    <a:pt x="102" y="202"/>
                    <a:pt x="33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>
              <a:extLst>
                <a:ext uri="{FF2B5EF4-FFF2-40B4-BE49-F238E27FC236}">
                  <a16:creationId xmlns:a16="http://schemas.microsoft.com/office/drawing/2014/main" id="{2B61D580-70F8-318A-9078-9EF628BFE5CE}"/>
                </a:ext>
              </a:extLst>
            </p:cNvPr>
            <p:cNvSpPr/>
            <p:nvPr/>
          </p:nvSpPr>
          <p:spPr>
            <a:xfrm>
              <a:off x="1033505" y="3042221"/>
              <a:ext cx="6953" cy="97140"/>
            </a:xfrm>
            <a:custGeom>
              <a:avLst/>
              <a:gdLst/>
              <a:ahLst/>
              <a:cxnLst/>
              <a:rect l="l" t="t" r="r" b="b"/>
              <a:pathLst>
                <a:path w="70" h="978" extrusionOk="0">
                  <a:moveTo>
                    <a:pt x="21" y="0"/>
                  </a:moveTo>
                  <a:cubicBezTo>
                    <a:pt x="1" y="0"/>
                    <a:pt x="1" y="20"/>
                    <a:pt x="1" y="20"/>
                  </a:cubicBezTo>
                  <a:cubicBezTo>
                    <a:pt x="21" y="69"/>
                    <a:pt x="37" y="121"/>
                    <a:pt x="37" y="186"/>
                  </a:cubicBezTo>
                  <a:lnTo>
                    <a:pt x="37" y="760"/>
                  </a:lnTo>
                  <a:lnTo>
                    <a:pt x="37" y="962"/>
                  </a:lnTo>
                  <a:cubicBezTo>
                    <a:pt x="37" y="962"/>
                    <a:pt x="37" y="978"/>
                    <a:pt x="53" y="978"/>
                  </a:cubicBezTo>
                  <a:lnTo>
                    <a:pt x="53" y="962"/>
                  </a:lnTo>
                  <a:lnTo>
                    <a:pt x="53" y="760"/>
                  </a:lnTo>
                  <a:lnTo>
                    <a:pt x="53" y="186"/>
                  </a:lnTo>
                  <a:cubicBezTo>
                    <a:pt x="70" y="121"/>
                    <a:pt x="53" y="69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>
              <a:extLst>
                <a:ext uri="{FF2B5EF4-FFF2-40B4-BE49-F238E27FC236}">
                  <a16:creationId xmlns:a16="http://schemas.microsoft.com/office/drawing/2014/main" id="{DAE7F79A-F2E9-8AEB-E79B-3689A0547EFC}"/>
                </a:ext>
              </a:extLst>
            </p:cNvPr>
            <p:cNvSpPr/>
            <p:nvPr/>
          </p:nvSpPr>
          <p:spPr>
            <a:xfrm>
              <a:off x="1413125" y="1368993"/>
              <a:ext cx="5264" cy="50258"/>
            </a:xfrm>
            <a:custGeom>
              <a:avLst/>
              <a:gdLst/>
              <a:ahLst/>
              <a:cxnLst/>
              <a:rect l="l" t="t" r="r" b="b"/>
              <a:pathLst>
                <a:path w="53" h="506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0" y="118"/>
                    <a:pt x="0" y="219"/>
                    <a:pt x="0" y="320"/>
                  </a:cubicBezTo>
                  <a:cubicBezTo>
                    <a:pt x="17" y="368"/>
                    <a:pt x="17" y="437"/>
                    <a:pt x="0" y="506"/>
                  </a:cubicBezTo>
                  <a:lnTo>
                    <a:pt x="37" y="506"/>
                  </a:lnTo>
                  <a:lnTo>
                    <a:pt x="37" y="320"/>
                  </a:lnTo>
                  <a:cubicBezTo>
                    <a:pt x="37" y="219"/>
                    <a:pt x="37" y="118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>
              <a:extLst>
                <a:ext uri="{FF2B5EF4-FFF2-40B4-BE49-F238E27FC236}">
                  <a16:creationId xmlns:a16="http://schemas.microsoft.com/office/drawing/2014/main" id="{D7660737-57B5-C21C-8473-9640E4CA33B7}"/>
                </a:ext>
              </a:extLst>
            </p:cNvPr>
            <p:cNvSpPr/>
            <p:nvPr/>
          </p:nvSpPr>
          <p:spPr>
            <a:xfrm>
              <a:off x="1553570" y="2057513"/>
              <a:ext cx="5264" cy="67144"/>
            </a:xfrm>
            <a:custGeom>
              <a:avLst/>
              <a:gdLst/>
              <a:ahLst/>
              <a:cxnLst/>
              <a:rect l="l" t="t" r="r" b="b"/>
              <a:pathLst>
                <a:path w="53" h="676" extrusionOk="0">
                  <a:moveTo>
                    <a:pt x="16" y="1"/>
                  </a:moveTo>
                  <a:cubicBezTo>
                    <a:pt x="0" y="86"/>
                    <a:pt x="16" y="171"/>
                    <a:pt x="16" y="255"/>
                  </a:cubicBezTo>
                  <a:cubicBezTo>
                    <a:pt x="16" y="389"/>
                    <a:pt x="16" y="522"/>
                    <a:pt x="0" y="659"/>
                  </a:cubicBezTo>
                  <a:cubicBezTo>
                    <a:pt x="0" y="659"/>
                    <a:pt x="0" y="675"/>
                    <a:pt x="16" y="675"/>
                  </a:cubicBezTo>
                  <a:lnTo>
                    <a:pt x="16" y="659"/>
                  </a:ln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>
              <a:extLst>
                <a:ext uri="{FF2B5EF4-FFF2-40B4-BE49-F238E27FC236}">
                  <a16:creationId xmlns:a16="http://schemas.microsoft.com/office/drawing/2014/main" id="{8D543C7F-6B23-07D9-2B94-FFE1468346E4}"/>
                </a:ext>
              </a:extLst>
            </p:cNvPr>
            <p:cNvSpPr/>
            <p:nvPr/>
          </p:nvSpPr>
          <p:spPr>
            <a:xfrm>
              <a:off x="1861279" y="2196370"/>
              <a:ext cx="6953" cy="58701"/>
            </a:xfrm>
            <a:custGeom>
              <a:avLst/>
              <a:gdLst/>
              <a:ahLst/>
              <a:cxnLst/>
              <a:rect l="l" t="t" r="r" b="b"/>
              <a:pathLst>
                <a:path w="70" h="591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102"/>
                    <a:pt x="17" y="186"/>
                    <a:pt x="17" y="287"/>
                  </a:cubicBezTo>
                  <a:lnTo>
                    <a:pt x="17" y="457"/>
                  </a:lnTo>
                  <a:lnTo>
                    <a:pt x="17" y="489"/>
                  </a:lnTo>
                  <a:cubicBezTo>
                    <a:pt x="33" y="522"/>
                    <a:pt x="33" y="558"/>
                    <a:pt x="17" y="574"/>
                  </a:cubicBezTo>
                  <a:cubicBezTo>
                    <a:pt x="1" y="590"/>
                    <a:pt x="1" y="590"/>
                    <a:pt x="17" y="590"/>
                  </a:cubicBezTo>
                  <a:lnTo>
                    <a:pt x="33" y="590"/>
                  </a:lnTo>
                  <a:cubicBezTo>
                    <a:pt x="49" y="558"/>
                    <a:pt x="49" y="522"/>
                    <a:pt x="49" y="489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186"/>
                    <a:pt x="49" y="102"/>
                    <a:pt x="6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>
              <a:extLst>
                <a:ext uri="{FF2B5EF4-FFF2-40B4-BE49-F238E27FC236}">
                  <a16:creationId xmlns:a16="http://schemas.microsoft.com/office/drawing/2014/main" id="{79929903-90E7-932C-847D-B6245A78192B}"/>
                </a:ext>
              </a:extLst>
            </p:cNvPr>
            <p:cNvSpPr/>
            <p:nvPr/>
          </p:nvSpPr>
          <p:spPr>
            <a:xfrm>
              <a:off x="574127" y="3217927"/>
              <a:ext cx="4867" cy="55125"/>
            </a:xfrm>
            <a:custGeom>
              <a:avLst/>
              <a:gdLst/>
              <a:ahLst/>
              <a:cxnLst/>
              <a:rect l="l" t="t" r="r" b="b"/>
              <a:pathLst>
                <a:path w="49" h="555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18"/>
                    <a:pt x="17" y="235"/>
                    <a:pt x="17" y="336"/>
                  </a:cubicBezTo>
                  <a:lnTo>
                    <a:pt x="17" y="538"/>
                  </a:lnTo>
                  <a:cubicBezTo>
                    <a:pt x="17" y="554"/>
                    <a:pt x="17" y="554"/>
                    <a:pt x="33" y="554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49" y="11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>
              <a:extLst>
                <a:ext uri="{FF2B5EF4-FFF2-40B4-BE49-F238E27FC236}">
                  <a16:creationId xmlns:a16="http://schemas.microsoft.com/office/drawing/2014/main" id="{FA3C01C5-4BA1-70F6-0778-5495286D28BA}"/>
                </a:ext>
              </a:extLst>
            </p:cNvPr>
            <p:cNvSpPr/>
            <p:nvPr/>
          </p:nvSpPr>
          <p:spPr>
            <a:xfrm>
              <a:off x="527146" y="3349930"/>
              <a:ext cx="108860" cy="41816"/>
            </a:xfrm>
            <a:custGeom>
              <a:avLst/>
              <a:gdLst/>
              <a:ahLst/>
              <a:cxnLst/>
              <a:rect l="l" t="t" r="r" b="b"/>
              <a:pathLst>
                <a:path w="1096" h="421" extrusionOk="0">
                  <a:moveTo>
                    <a:pt x="1079" y="1"/>
                  </a:moveTo>
                  <a:cubicBezTo>
                    <a:pt x="942" y="33"/>
                    <a:pt x="825" y="69"/>
                    <a:pt x="724" y="118"/>
                  </a:cubicBezTo>
                  <a:cubicBezTo>
                    <a:pt x="675" y="134"/>
                    <a:pt x="623" y="154"/>
                    <a:pt x="574" y="170"/>
                  </a:cubicBezTo>
                  <a:cubicBezTo>
                    <a:pt x="522" y="186"/>
                    <a:pt x="473" y="203"/>
                    <a:pt x="421" y="219"/>
                  </a:cubicBezTo>
                  <a:cubicBezTo>
                    <a:pt x="271" y="271"/>
                    <a:pt x="134" y="320"/>
                    <a:pt x="1" y="388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150" y="336"/>
                    <a:pt x="288" y="304"/>
                    <a:pt x="421" y="255"/>
                  </a:cubicBezTo>
                  <a:cubicBezTo>
                    <a:pt x="473" y="235"/>
                    <a:pt x="522" y="219"/>
                    <a:pt x="591" y="203"/>
                  </a:cubicBezTo>
                  <a:cubicBezTo>
                    <a:pt x="639" y="186"/>
                    <a:pt x="675" y="170"/>
                    <a:pt x="724" y="154"/>
                  </a:cubicBezTo>
                  <a:cubicBezTo>
                    <a:pt x="841" y="102"/>
                    <a:pt x="958" y="53"/>
                    <a:pt x="1079" y="33"/>
                  </a:cubicBezTo>
                  <a:cubicBezTo>
                    <a:pt x="1096" y="33"/>
                    <a:pt x="1096" y="33"/>
                    <a:pt x="1096" y="17"/>
                  </a:cubicBezTo>
                  <a:lnTo>
                    <a:pt x="10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>
              <a:extLst>
                <a:ext uri="{FF2B5EF4-FFF2-40B4-BE49-F238E27FC236}">
                  <a16:creationId xmlns:a16="http://schemas.microsoft.com/office/drawing/2014/main" id="{86AE15F4-6514-ED44-A932-0476E6D7818B}"/>
                </a:ext>
              </a:extLst>
            </p:cNvPr>
            <p:cNvSpPr/>
            <p:nvPr/>
          </p:nvSpPr>
          <p:spPr>
            <a:xfrm>
              <a:off x="1530229" y="1434050"/>
              <a:ext cx="193982" cy="424614"/>
            </a:xfrm>
            <a:custGeom>
              <a:avLst/>
              <a:gdLst/>
              <a:ahLst/>
              <a:cxnLst/>
              <a:rect l="l" t="t" r="r" b="b"/>
              <a:pathLst>
                <a:path w="1953" h="4275" extrusionOk="0">
                  <a:moveTo>
                    <a:pt x="1" y="0"/>
                  </a:moveTo>
                  <a:lnTo>
                    <a:pt x="1" y="16"/>
                  </a:lnTo>
                  <a:cubicBezTo>
                    <a:pt x="102" y="117"/>
                    <a:pt x="150" y="234"/>
                    <a:pt x="219" y="356"/>
                  </a:cubicBezTo>
                  <a:cubicBezTo>
                    <a:pt x="251" y="404"/>
                    <a:pt x="272" y="457"/>
                    <a:pt x="304" y="505"/>
                  </a:cubicBezTo>
                  <a:cubicBezTo>
                    <a:pt x="825" y="1382"/>
                    <a:pt x="1330" y="2254"/>
                    <a:pt x="1718" y="2929"/>
                  </a:cubicBezTo>
                  <a:cubicBezTo>
                    <a:pt x="1750" y="2981"/>
                    <a:pt x="1766" y="3014"/>
                    <a:pt x="1803" y="3062"/>
                  </a:cubicBezTo>
                  <a:cubicBezTo>
                    <a:pt x="1835" y="3131"/>
                    <a:pt x="1867" y="3183"/>
                    <a:pt x="1904" y="3248"/>
                  </a:cubicBezTo>
                  <a:cubicBezTo>
                    <a:pt x="1904" y="3264"/>
                    <a:pt x="1920" y="3301"/>
                    <a:pt x="1920" y="3333"/>
                  </a:cubicBezTo>
                  <a:lnTo>
                    <a:pt x="1920" y="3838"/>
                  </a:lnTo>
                  <a:lnTo>
                    <a:pt x="1920" y="4157"/>
                  </a:lnTo>
                  <a:cubicBezTo>
                    <a:pt x="1920" y="4193"/>
                    <a:pt x="1920" y="4210"/>
                    <a:pt x="1904" y="4226"/>
                  </a:cubicBezTo>
                  <a:lnTo>
                    <a:pt x="1904" y="4258"/>
                  </a:lnTo>
                  <a:lnTo>
                    <a:pt x="1904" y="4274"/>
                  </a:lnTo>
                  <a:lnTo>
                    <a:pt x="1920" y="4258"/>
                  </a:lnTo>
                  <a:lnTo>
                    <a:pt x="1936" y="4242"/>
                  </a:lnTo>
                  <a:cubicBezTo>
                    <a:pt x="1936" y="4210"/>
                    <a:pt x="1952" y="4193"/>
                    <a:pt x="1952" y="4157"/>
                  </a:cubicBezTo>
                  <a:lnTo>
                    <a:pt x="1952" y="3838"/>
                  </a:lnTo>
                  <a:lnTo>
                    <a:pt x="1952" y="3349"/>
                  </a:lnTo>
                  <a:cubicBezTo>
                    <a:pt x="1952" y="3301"/>
                    <a:pt x="1936" y="3248"/>
                    <a:pt x="1920" y="3232"/>
                  </a:cubicBezTo>
                  <a:cubicBezTo>
                    <a:pt x="1887" y="3163"/>
                    <a:pt x="1851" y="3115"/>
                    <a:pt x="1819" y="3046"/>
                  </a:cubicBezTo>
                  <a:cubicBezTo>
                    <a:pt x="1803" y="3014"/>
                    <a:pt x="1766" y="2961"/>
                    <a:pt x="1750" y="2913"/>
                  </a:cubicBezTo>
                  <a:cubicBezTo>
                    <a:pt x="1362" y="2254"/>
                    <a:pt x="841" y="1366"/>
                    <a:pt x="320" y="489"/>
                  </a:cubicBezTo>
                  <a:cubicBezTo>
                    <a:pt x="304" y="436"/>
                    <a:pt x="272" y="388"/>
                    <a:pt x="251" y="335"/>
                  </a:cubicBezTo>
                  <a:cubicBezTo>
                    <a:pt x="187" y="218"/>
                    <a:pt x="118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>
              <a:extLst>
                <a:ext uri="{FF2B5EF4-FFF2-40B4-BE49-F238E27FC236}">
                  <a16:creationId xmlns:a16="http://schemas.microsoft.com/office/drawing/2014/main" id="{E1F520A6-0E41-9CE4-9200-BBE1D2B4B123}"/>
                </a:ext>
              </a:extLst>
            </p:cNvPr>
            <p:cNvSpPr/>
            <p:nvPr/>
          </p:nvSpPr>
          <p:spPr>
            <a:xfrm>
              <a:off x="1643857" y="2679487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7"/>
                  </a:cubicBezTo>
                  <a:cubicBezTo>
                    <a:pt x="16" y="101"/>
                    <a:pt x="16" y="202"/>
                    <a:pt x="16" y="303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58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58"/>
                    <a:pt x="53" y="521"/>
                  </a:cubicBezTo>
                  <a:lnTo>
                    <a:pt x="53" y="473"/>
                  </a:lnTo>
                  <a:lnTo>
                    <a:pt x="53" y="303"/>
                  </a:lnTo>
                  <a:cubicBezTo>
                    <a:pt x="53" y="202"/>
                    <a:pt x="53" y="117"/>
                    <a:pt x="69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>
              <a:extLst>
                <a:ext uri="{FF2B5EF4-FFF2-40B4-BE49-F238E27FC236}">
                  <a16:creationId xmlns:a16="http://schemas.microsoft.com/office/drawing/2014/main" id="{18A2365C-74BB-FB7F-BBD9-CC3D81408BFE}"/>
                </a:ext>
              </a:extLst>
            </p:cNvPr>
            <p:cNvSpPr/>
            <p:nvPr/>
          </p:nvSpPr>
          <p:spPr>
            <a:xfrm>
              <a:off x="1252616" y="3179787"/>
              <a:ext cx="165773" cy="75189"/>
            </a:xfrm>
            <a:custGeom>
              <a:avLst/>
              <a:gdLst/>
              <a:ahLst/>
              <a:cxnLst/>
              <a:rect l="l" t="t" r="r" b="b"/>
              <a:pathLst>
                <a:path w="1669" h="757" extrusionOk="0">
                  <a:moveTo>
                    <a:pt x="1571" y="1"/>
                  </a:moveTo>
                  <a:cubicBezTo>
                    <a:pt x="1551" y="1"/>
                    <a:pt x="1525" y="5"/>
                    <a:pt x="1499" y="13"/>
                  </a:cubicBezTo>
                  <a:cubicBezTo>
                    <a:pt x="1249" y="82"/>
                    <a:pt x="994" y="166"/>
                    <a:pt x="760" y="251"/>
                  </a:cubicBezTo>
                  <a:lnTo>
                    <a:pt x="303" y="401"/>
                  </a:lnTo>
                  <a:cubicBezTo>
                    <a:pt x="239" y="417"/>
                    <a:pt x="170" y="433"/>
                    <a:pt x="101" y="469"/>
                  </a:cubicBezTo>
                  <a:lnTo>
                    <a:pt x="17" y="486"/>
                  </a:lnTo>
                  <a:lnTo>
                    <a:pt x="1" y="502"/>
                  </a:lnTo>
                  <a:cubicBezTo>
                    <a:pt x="1" y="518"/>
                    <a:pt x="17" y="518"/>
                    <a:pt x="17" y="518"/>
                  </a:cubicBezTo>
                  <a:lnTo>
                    <a:pt x="118" y="486"/>
                  </a:lnTo>
                  <a:cubicBezTo>
                    <a:pt x="186" y="469"/>
                    <a:pt x="255" y="453"/>
                    <a:pt x="320" y="417"/>
                  </a:cubicBezTo>
                  <a:cubicBezTo>
                    <a:pt x="473" y="368"/>
                    <a:pt x="606" y="332"/>
                    <a:pt x="760" y="284"/>
                  </a:cubicBezTo>
                  <a:cubicBezTo>
                    <a:pt x="1010" y="199"/>
                    <a:pt x="1265" y="114"/>
                    <a:pt x="1499" y="29"/>
                  </a:cubicBezTo>
                  <a:cubicBezTo>
                    <a:pt x="1514" y="24"/>
                    <a:pt x="1528" y="22"/>
                    <a:pt x="1540" y="22"/>
                  </a:cubicBezTo>
                  <a:cubicBezTo>
                    <a:pt x="1570" y="22"/>
                    <a:pt x="1593" y="35"/>
                    <a:pt x="1616" y="49"/>
                  </a:cubicBezTo>
                  <a:cubicBezTo>
                    <a:pt x="1633" y="65"/>
                    <a:pt x="1633" y="82"/>
                    <a:pt x="1633" y="114"/>
                  </a:cubicBezTo>
                  <a:cubicBezTo>
                    <a:pt x="1633" y="267"/>
                    <a:pt x="1616" y="417"/>
                    <a:pt x="1600" y="554"/>
                  </a:cubicBezTo>
                  <a:cubicBezTo>
                    <a:pt x="1600" y="619"/>
                    <a:pt x="1584" y="671"/>
                    <a:pt x="1584" y="736"/>
                  </a:cubicBezTo>
                  <a:cubicBezTo>
                    <a:pt x="1584" y="736"/>
                    <a:pt x="1584" y="756"/>
                    <a:pt x="1600" y="756"/>
                  </a:cubicBezTo>
                  <a:lnTo>
                    <a:pt x="1616" y="736"/>
                  </a:lnTo>
                  <a:cubicBezTo>
                    <a:pt x="1616" y="671"/>
                    <a:pt x="1616" y="619"/>
                    <a:pt x="1633" y="554"/>
                  </a:cubicBezTo>
                  <a:cubicBezTo>
                    <a:pt x="1633" y="417"/>
                    <a:pt x="1653" y="267"/>
                    <a:pt x="1669" y="114"/>
                  </a:cubicBezTo>
                  <a:cubicBezTo>
                    <a:pt x="1669" y="82"/>
                    <a:pt x="1653" y="49"/>
                    <a:pt x="1616" y="13"/>
                  </a:cubicBezTo>
                  <a:cubicBezTo>
                    <a:pt x="1608" y="5"/>
                    <a:pt x="1592" y="1"/>
                    <a:pt x="15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>
              <a:extLst>
                <a:ext uri="{FF2B5EF4-FFF2-40B4-BE49-F238E27FC236}">
                  <a16:creationId xmlns:a16="http://schemas.microsoft.com/office/drawing/2014/main" id="{88FF2F53-CA34-DCD6-B769-DFFC352BC630}"/>
                </a:ext>
              </a:extLst>
            </p:cNvPr>
            <p:cNvSpPr/>
            <p:nvPr/>
          </p:nvSpPr>
          <p:spPr>
            <a:xfrm>
              <a:off x="1132234" y="3515704"/>
              <a:ext cx="5364" cy="96743"/>
            </a:xfrm>
            <a:custGeom>
              <a:avLst/>
              <a:gdLst/>
              <a:ahLst/>
              <a:cxnLst/>
              <a:rect l="l" t="t" r="r" b="b"/>
              <a:pathLst>
                <a:path w="54" h="974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166"/>
                    <a:pt x="17" y="303"/>
                    <a:pt x="17" y="452"/>
                  </a:cubicBezTo>
                  <a:cubicBezTo>
                    <a:pt x="17" y="537"/>
                    <a:pt x="1" y="622"/>
                    <a:pt x="17" y="723"/>
                  </a:cubicBezTo>
                  <a:lnTo>
                    <a:pt x="17" y="788"/>
                  </a:lnTo>
                  <a:cubicBezTo>
                    <a:pt x="1" y="856"/>
                    <a:pt x="1" y="909"/>
                    <a:pt x="37" y="957"/>
                  </a:cubicBezTo>
                  <a:lnTo>
                    <a:pt x="37" y="974"/>
                  </a:lnTo>
                  <a:cubicBezTo>
                    <a:pt x="53" y="974"/>
                    <a:pt x="53" y="957"/>
                    <a:pt x="53" y="957"/>
                  </a:cubicBezTo>
                  <a:cubicBezTo>
                    <a:pt x="37" y="909"/>
                    <a:pt x="37" y="856"/>
                    <a:pt x="37" y="788"/>
                  </a:cubicBezTo>
                  <a:lnTo>
                    <a:pt x="37" y="723"/>
                  </a:lnTo>
                  <a:lnTo>
                    <a:pt x="37" y="452"/>
                  </a:lnTo>
                  <a:cubicBezTo>
                    <a:pt x="37" y="303"/>
                    <a:pt x="53" y="149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>
              <a:extLst>
                <a:ext uri="{FF2B5EF4-FFF2-40B4-BE49-F238E27FC236}">
                  <a16:creationId xmlns:a16="http://schemas.microsoft.com/office/drawing/2014/main" id="{1B17278D-3598-F3CE-C105-7F1B99F0AA32}"/>
                </a:ext>
              </a:extLst>
            </p:cNvPr>
            <p:cNvSpPr/>
            <p:nvPr/>
          </p:nvSpPr>
          <p:spPr>
            <a:xfrm>
              <a:off x="1523475" y="3701044"/>
              <a:ext cx="50258" cy="33373"/>
            </a:xfrm>
            <a:custGeom>
              <a:avLst/>
              <a:gdLst/>
              <a:ahLst/>
              <a:cxnLst/>
              <a:rect l="l" t="t" r="r" b="b"/>
              <a:pathLst>
                <a:path w="506" h="336" extrusionOk="0">
                  <a:moveTo>
                    <a:pt x="0" y="0"/>
                  </a:moveTo>
                  <a:cubicBezTo>
                    <a:pt x="0" y="17"/>
                    <a:pt x="0" y="17"/>
                    <a:pt x="16" y="17"/>
                  </a:cubicBezTo>
                  <a:cubicBezTo>
                    <a:pt x="101" y="69"/>
                    <a:pt x="186" y="134"/>
                    <a:pt x="255" y="202"/>
                  </a:cubicBezTo>
                  <a:cubicBezTo>
                    <a:pt x="287" y="235"/>
                    <a:pt x="340" y="271"/>
                    <a:pt x="372" y="303"/>
                  </a:cubicBezTo>
                  <a:cubicBezTo>
                    <a:pt x="404" y="319"/>
                    <a:pt x="441" y="336"/>
                    <a:pt x="489" y="336"/>
                  </a:cubicBezTo>
                  <a:cubicBezTo>
                    <a:pt x="505" y="336"/>
                    <a:pt x="505" y="336"/>
                    <a:pt x="505" y="319"/>
                  </a:cubicBezTo>
                  <a:cubicBezTo>
                    <a:pt x="505" y="319"/>
                    <a:pt x="505" y="303"/>
                    <a:pt x="489" y="303"/>
                  </a:cubicBezTo>
                  <a:cubicBezTo>
                    <a:pt x="457" y="303"/>
                    <a:pt x="420" y="303"/>
                    <a:pt x="388" y="271"/>
                  </a:cubicBezTo>
                  <a:cubicBezTo>
                    <a:pt x="356" y="255"/>
                    <a:pt x="303" y="202"/>
                    <a:pt x="271" y="170"/>
                  </a:cubicBezTo>
                  <a:cubicBezTo>
                    <a:pt x="202" y="101"/>
                    <a:pt x="117" y="3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>
              <a:extLst>
                <a:ext uri="{FF2B5EF4-FFF2-40B4-BE49-F238E27FC236}">
                  <a16:creationId xmlns:a16="http://schemas.microsoft.com/office/drawing/2014/main" id="{2AAE8617-71BE-E35D-F573-A73EC4CF4CCA}"/>
                </a:ext>
              </a:extLst>
            </p:cNvPr>
            <p:cNvSpPr/>
            <p:nvPr/>
          </p:nvSpPr>
          <p:spPr>
            <a:xfrm>
              <a:off x="700865" y="3038944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lnTo>
                    <a:pt x="1" y="17"/>
                  </a:lnTo>
                  <a:lnTo>
                    <a:pt x="1" y="219"/>
                  </a:lnTo>
                  <a:cubicBezTo>
                    <a:pt x="1" y="336"/>
                    <a:pt x="1" y="457"/>
                    <a:pt x="17" y="575"/>
                  </a:cubicBezTo>
                  <a:cubicBezTo>
                    <a:pt x="17" y="575"/>
                    <a:pt x="17" y="591"/>
                    <a:pt x="37" y="591"/>
                  </a:cubicBezTo>
                  <a:lnTo>
                    <a:pt x="53" y="575"/>
                  </a:lnTo>
                  <a:cubicBezTo>
                    <a:pt x="17" y="457"/>
                    <a:pt x="37" y="336"/>
                    <a:pt x="37" y="219"/>
                  </a:cubicBezTo>
                  <a:lnTo>
                    <a:pt x="37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>
              <a:extLst>
                <a:ext uri="{FF2B5EF4-FFF2-40B4-BE49-F238E27FC236}">
                  <a16:creationId xmlns:a16="http://schemas.microsoft.com/office/drawing/2014/main" id="{E159F24A-9D1B-2C22-646C-C28C67A3E432}"/>
                </a:ext>
              </a:extLst>
            </p:cNvPr>
            <p:cNvSpPr/>
            <p:nvPr/>
          </p:nvSpPr>
          <p:spPr>
            <a:xfrm>
              <a:off x="1342902" y="1323700"/>
              <a:ext cx="3675" cy="68733"/>
            </a:xfrm>
            <a:custGeom>
              <a:avLst/>
              <a:gdLst/>
              <a:ahLst/>
              <a:cxnLst/>
              <a:rect l="l" t="t" r="r" b="b"/>
              <a:pathLst>
                <a:path w="37" h="692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lnTo>
                    <a:pt x="0" y="271"/>
                  </a:lnTo>
                  <a:cubicBezTo>
                    <a:pt x="0" y="404"/>
                    <a:pt x="0" y="538"/>
                    <a:pt x="17" y="675"/>
                  </a:cubicBezTo>
                  <a:lnTo>
                    <a:pt x="17" y="691"/>
                  </a:lnTo>
                  <a:lnTo>
                    <a:pt x="37" y="691"/>
                  </a:lnTo>
                  <a:lnTo>
                    <a:pt x="37" y="675"/>
                  </a:lnTo>
                  <a:cubicBezTo>
                    <a:pt x="17" y="538"/>
                    <a:pt x="17" y="404"/>
                    <a:pt x="17" y="271"/>
                  </a:cubicBezTo>
                  <a:cubicBezTo>
                    <a:pt x="37" y="186"/>
                    <a:pt x="37" y="101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>
              <a:extLst>
                <a:ext uri="{FF2B5EF4-FFF2-40B4-BE49-F238E27FC236}">
                  <a16:creationId xmlns:a16="http://schemas.microsoft.com/office/drawing/2014/main" id="{A2931803-51D3-94C7-0F8A-F85061A9345B}"/>
                </a:ext>
              </a:extLst>
            </p:cNvPr>
            <p:cNvSpPr/>
            <p:nvPr/>
          </p:nvSpPr>
          <p:spPr>
            <a:xfrm>
              <a:off x="851343" y="2776527"/>
              <a:ext cx="356477" cy="262516"/>
            </a:xfrm>
            <a:custGeom>
              <a:avLst/>
              <a:gdLst/>
              <a:ahLst/>
              <a:cxnLst/>
              <a:rect l="l" t="t" r="r" b="b"/>
              <a:pathLst>
                <a:path w="3589" h="2643" extrusionOk="0">
                  <a:moveTo>
                    <a:pt x="3552" y="1"/>
                  </a:moveTo>
                  <a:lnTo>
                    <a:pt x="3552" y="33"/>
                  </a:lnTo>
                  <a:cubicBezTo>
                    <a:pt x="3552" y="49"/>
                    <a:pt x="3552" y="70"/>
                    <a:pt x="3519" y="70"/>
                  </a:cubicBezTo>
                  <a:cubicBezTo>
                    <a:pt x="2663" y="405"/>
                    <a:pt x="1887" y="708"/>
                    <a:pt x="1128" y="1011"/>
                  </a:cubicBezTo>
                  <a:cubicBezTo>
                    <a:pt x="978" y="1080"/>
                    <a:pt x="809" y="1144"/>
                    <a:pt x="643" y="1197"/>
                  </a:cubicBezTo>
                  <a:cubicBezTo>
                    <a:pt x="473" y="1261"/>
                    <a:pt x="288" y="1346"/>
                    <a:pt x="102" y="1415"/>
                  </a:cubicBezTo>
                  <a:cubicBezTo>
                    <a:pt x="37" y="1447"/>
                    <a:pt x="1" y="1463"/>
                    <a:pt x="1" y="1532"/>
                  </a:cubicBezTo>
                  <a:lnTo>
                    <a:pt x="1" y="2611"/>
                  </a:lnTo>
                  <a:cubicBezTo>
                    <a:pt x="1" y="2611"/>
                    <a:pt x="1" y="2627"/>
                    <a:pt x="17" y="2627"/>
                  </a:cubicBezTo>
                  <a:lnTo>
                    <a:pt x="17" y="2643"/>
                  </a:lnTo>
                  <a:lnTo>
                    <a:pt x="37" y="2643"/>
                  </a:lnTo>
                  <a:cubicBezTo>
                    <a:pt x="37" y="2643"/>
                    <a:pt x="53" y="2627"/>
                    <a:pt x="37" y="2627"/>
                  </a:cubicBezTo>
                  <a:lnTo>
                    <a:pt x="37" y="2611"/>
                  </a:lnTo>
                  <a:lnTo>
                    <a:pt x="37" y="1532"/>
                  </a:lnTo>
                  <a:cubicBezTo>
                    <a:pt x="37" y="1484"/>
                    <a:pt x="53" y="1463"/>
                    <a:pt x="118" y="1431"/>
                  </a:cubicBezTo>
                  <a:cubicBezTo>
                    <a:pt x="288" y="1362"/>
                    <a:pt x="473" y="1298"/>
                    <a:pt x="659" y="1229"/>
                  </a:cubicBezTo>
                  <a:cubicBezTo>
                    <a:pt x="809" y="1160"/>
                    <a:pt x="978" y="1096"/>
                    <a:pt x="1148" y="1027"/>
                  </a:cubicBezTo>
                  <a:cubicBezTo>
                    <a:pt x="1904" y="724"/>
                    <a:pt x="2679" y="421"/>
                    <a:pt x="3536" y="102"/>
                  </a:cubicBezTo>
                  <a:cubicBezTo>
                    <a:pt x="3588" y="86"/>
                    <a:pt x="3588" y="49"/>
                    <a:pt x="3588" y="33"/>
                  </a:cubicBezTo>
                  <a:lnTo>
                    <a:pt x="3588" y="17"/>
                  </a:lnTo>
                  <a:cubicBezTo>
                    <a:pt x="3588" y="17"/>
                    <a:pt x="3588" y="1"/>
                    <a:pt x="3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>
              <a:extLst>
                <a:ext uri="{FF2B5EF4-FFF2-40B4-BE49-F238E27FC236}">
                  <a16:creationId xmlns:a16="http://schemas.microsoft.com/office/drawing/2014/main" id="{CDCE62D6-0331-0E65-56EE-117830C11820}"/>
                </a:ext>
              </a:extLst>
            </p:cNvPr>
            <p:cNvSpPr/>
            <p:nvPr/>
          </p:nvSpPr>
          <p:spPr>
            <a:xfrm>
              <a:off x="981756" y="2562680"/>
              <a:ext cx="6953" cy="85221"/>
            </a:xfrm>
            <a:custGeom>
              <a:avLst/>
              <a:gdLst/>
              <a:ahLst/>
              <a:cxnLst/>
              <a:rect l="l" t="t" r="r" b="b"/>
              <a:pathLst>
                <a:path w="70" h="858" extrusionOk="0">
                  <a:moveTo>
                    <a:pt x="37" y="1"/>
                  </a:moveTo>
                  <a:cubicBezTo>
                    <a:pt x="17" y="1"/>
                    <a:pt x="17" y="17"/>
                    <a:pt x="17" y="17"/>
                  </a:cubicBezTo>
                  <a:lnTo>
                    <a:pt x="17" y="203"/>
                  </a:lnTo>
                  <a:lnTo>
                    <a:pt x="17" y="708"/>
                  </a:lnTo>
                  <a:lnTo>
                    <a:pt x="17" y="740"/>
                  </a:lnTo>
                  <a:cubicBezTo>
                    <a:pt x="17" y="772"/>
                    <a:pt x="1" y="825"/>
                    <a:pt x="53" y="857"/>
                  </a:cubicBezTo>
                  <a:lnTo>
                    <a:pt x="69" y="857"/>
                  </a:lnTo>
                  <a:lnTo>
                    <a:pt x="69" y="825"/>
                  </a:lnTo>
                  <a:cubicBezTo>
                    <a:pt x="37" y="809"/>
                    <a:pt x="37" y="772"/>
                    <a:pt x="37" y="740"/>
                  </a:cubicBezTo>
                  <a:lnTo>
                    <a:pt x="37" y="708"/>
                  </a:lnTo>
                  <a:lnTo>
                    <a:pt x="37" y="203"/>
                  </a:ln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>
              <a:extLst>
                <a:ext uri="{FF2B5EF4-FFF2-40B4-BE49-F238E27FC236}">
                  <a16:creationId xmlns:a16="http://schemas.microsoft.com/office/drawing/2014/main" id="{04327F10-2230-5AA5-6803-3047D5334103}"/>
                </a:ext>
              </a:extLst>
            </p:cNvPr>
            <p:cNvSpPr/>
            <p:nvPr/>
          </p:nvSpPr>
          <p:spPr>
            <a:xfrm>
              <a:off x="1413125" y="2468818"/>
              <a:ext cx="5264" cy="55423"/>
            </a:xfrm>
            <a:custGeom>
              <a:avLst/>
              <a:gdLst/>
              <a:ahLst/>
              <a:cxnLst/>
              <a:rect l="l" t="t" r="r" b="b"/>
              <a:pathLst>
                <a:path w="53" h="55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202"/>
                    <a:pt x="0" y="372"/>
                    <a:pt x="17" y="542"/>
                  </a:cubicBezTo>
                  <a:cubicBezTo>
                    <a:pt x="17" y="558"/>
                    <a:pt x="37" y="558"/>
                    <a:pt x="37" y="558"/>
                  </a:cubicBezTo>
                  <a:cubicBezTo>
                    <a:pt x="53" y="558"/>
                    <a:pt x="53" y="558"/>
                    <a:pt x="53" y="542"/>
                  </a:cubicBezTo>
                  <a:cubicBezTo>
                    <a:pt x="17" y="372"/>
                    <a:pt x="17" y="2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>
              <a:extLst>
                <a:ext uri="{FF2B5EF4-FFF2-40B4-BE49-F238E27FC236}">
                  <a16:creationId xmlns:a16="http://schemas.microsoft.com/office/drawing/2014/main" id="{DEFD6F14-5192-B919-8574-ACB7C812686B}"/>
                </a:ext>
              </a:extLst>
            </p:cNvPr>
            <p:cNvSpPr/>
            <p:nvPr/>
          </p:nvSpPr>
          <p:spPr>
            <a:xfrm>
              <a:off x="1520197" y="2997227"/>
              <a:ext cx="183950" cy="291022"/>
            </a:xfrm>
            <a:custGeom>
              <a:avLst/>
              <a:gdLst/>
              <a:ahLst/>
              <a:cxnLst/>
              <a:rect l="l" t="t" r="r" b="b"/>
              <a:pathLst>
                <a:path w="1852" h="2930" extrusionOk="0">
                  <a:moveTo>
                    <a:pt x="70" y="1"/>
                  </a:moveTo>
                  <a:cubicBezTo>
                    <a:pt x="70" y="1"/>
                    <a:pt x="49" y="1"/>
                    <a:pt x="49" y="17"/>
                  </a:cubicBezTo>
                  <a:cubicBezTo>
                    <a:pt x="1" y="134"/>
                    <a:pt x="1" y="251"/>
                    <a:pt x="134" y="372"/>
                  </a:cubicBezTo>
                  <a:cubicBezTo>
                    <a:pt x="336" y="574"/>
                    <a:pt x="538" y="793"/>
                    <a:pt x="724" y="1011"/>
                  </a:cubicBezTo>
                  <a:cubicBezTo>
                    <a:pt x="825" y="1096"/>
                    <a:pt x="910" y="1197"/>
                    <a:pt x="995" y="1281"/>
                  </a:cubicBezTo>
                  <a:cubicBezTo>
                    <a:pt x="1043" y="1346"/>
                    <a:pt x="1096" y="1415"/>
                    <a:pt x="1160" y="1463"/>
                  </a:cubicBezTo>
                  <a:cubicBezTo>
                    <a:pt x="1298" y="1617"/>
                    <a:pt x="1431" y="1786"/>
                    <a:pt x="1585" y="1920"/>
                  </a:cubicBezTo>
                  <a:cubicBezTo>
                    <a:pt x="1750" y="2069"/>
                    <a:pt x="1819" y="2239"/>
                    <a:pt x="1803" y="2509"/>
                  </a:cubicBezTo>
                  <a:cubicBezTo>
                    <a:pt x="1786" y="2558"/>
                    <a:pt x="1786" y="2610"/>
                    <a:pt x="1803" y="2659"/>
                  </a:cubicBezTo>
                  <a:cubicBezTo>
                    <a:pt x="1803" y="2744"/>
                    <a:pt x="1803" y="2829"/>
                    <a:pt x="1766" y="2913"/>
                  </a:cubicBezTo>
                  <a:lnTo>
                    <a:pt x="1766" y="2930"/>
                  </a:lnTo>
                  <a:lnTo>
                    <a:pt x="1786" y="2930"/>
                  </a:lnTo>
                  <a:cubicBezTo>
                    <a:pt x="1835" y="2829"/>
                    <a:pt x="1819" y="2744"/>
                    <a:pt x="1819" y="2659"/>
                  </a:cubicBezTo>
                  <a:lnTo>
                    <a:pt x="1819" y="2509"/>
                  </a:lnTo>
                  <a:cubicBezTo>
                    <a:pt x="1851" y="2239"/>
                    <a:pt x="1786" y="2053"/>
                    <a:pt x="1601" y="1903"/>
                  </a:cubicBezTo>
                  <a:cubicBezTo>
                    <a:pt x="1447" y="1766"/>
                    <a:pt x="1314" y="1600"/>
                    <a:pt x="1181" y="1447"/>
                  </a:cubicBezTo>
                  <a:cubicBezTo>
                    <a:pt x="1128" y="1398"/>
                    <a:pt x="1059" y="1330"/>
                    <a:pt x="1011" y="1261"/>
                  </a:cubicBezTo>
                  <a:cubicBezTo>
                    <a:pt x="926" y="1180"/>
                    <a:pt x="841" y="1079"/>
                    <a:pt x="756" y="995"/>
                  </a:cubicBezTo>
                  <a:cubicBezTo>
                    <a:pt x="554" y="776"/>
                    <a:pt x="352" y="554"/>
                    <a:pt x="150" y="352"/>
                  </a:cubicBezTo>
                  <a:cubicBezTo>
                    <a:pt x="33" y="235"/>
                    <a:pt x="33" y="134"/>
                    <a:pt x="86" y="17"/>
                  </a:cubicBezTo>
                  <a:cubicBezTo>
                    <a:pt x="86" y="17"/>
                    <a:pt x="70" y="17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>
              <a:extLst>
                <a:ext uri="{FF2B5EF4-FFF2-40B4-BE49-F238E27FC236}">
                  <a16:creationId xmlns:a16="http://schemas.microsoft.com/office/drawing/2014/main" id="{2DBEA920-EF8D-28F0-AB42-88B05AAC9269}"/>
                </a:ext>
              </a:extLst>
            </p:cNvPr>
            <p:cNvSpPr/>
            <p:nvPr/>
          </p:nvSpPr>
          <p:spPr>
            <a:xfrm>
              <a:off x="1583666" y="3100823"/>
              <a:ext cx="3675" cy="61879"/>
            </a:xfrm>
            <a:custGeom>
              <a:avLst/>
              <a:gdLst/>
              <a:ahLst/>
              <a:cxnLst/>
              <a:rect l="l" t="t" r="r" b="b"/>
              <a:pathLst>
                <a:path w="37" h="623" extrusionOk="0">
                  <a:moveTo>
                    <a:pt x="16" y="0"/>
                  </a:moveTo>
                  <a:lnTo>
                    <a:pt x="0" y="16"/>
                  </a:lnTo>
                  <a:lnTo>
                    <a:pt x="0" y="606"/>
                  </a:lnTo>
                  <a:cubicBezTo>
                    <a:pt x="0" y="622"/>
                    <a:pt x="16" y="622"/>
                    <a:pt x="16" y="622"/>
                  </a:cubicBezTo>
                  <a:cubicBezTo>
                    <a:pt x="37" y="622"/>
                    <a:pt x="37" y="622"/>
                    <a:pt x="37" y="606"/>
                  </a:cubicBezTo>
                  <a:lnTo>
                    <a:pt x="37" y="16"/>
                  </a:lnTo>
                  <a:cubicBezTo>
                    <a:pt x="37" y="16"/>
                    <a:pt x="3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>
              <a:extLst>
                <a:ext uri="{FF2B5EF4-FFF2-40B4-BE49-F238E27FC236}">
                  <a16:creationId xmlns:a16="http://schemas.microsoft.com/office/drawing/2014/main" id="{43385184-3CD3-0016-405B-2E32C8AF2A79}"/>
                </a:ext>
              </a:extLst>
            </p:cNvPr>
            <p:cNvSpPr/>
            <p:nvPr/>
          </p:nvSpPr>
          <p:spPr>
            <a:xfrm>
              <a:off x="1859690" y="3252890"/>
              <a:ext cx="4867" cy="57013"/>
            </a:xfrm>
            <a:custGeom>
              <a:avLst/>
              <a:gdLst/>
              <a:ahLst/>
              <a:cxnLst/>
              <a:rect l="l" t="t" r="r" b="b"/>
              <a:pathLst>
                <a:path w="49" h="574" extrusionOk="0">
                  <a:moveTo>
                    <a:pt x="33" y="0"/>
                  </a:moveTo>
                  <a:cubicBezTo>
                    <a:pt x="1" y="101"/>
                    <a:pt x="17" y="186"/>
                    <a:pt x="17" y="271"/>
                  </a:cubicBezTo>
                  <a:lnTo>
                    <a:pt x="17" y="424"/>
                  </a:lnTo>
                  <a:lnTo>
                    <a:pt x="17" y="473"/>
                  </a:lnTo>
                  <a:cubicBezTo>
                    <a:pt x="17" y="505"/>
                    <a:pt x="17" y="541"/>
                    <a:pt x="1" y="558"/>
                  </a:cubicBezTo>
                  <a:lnTo>
                    <a:pt x="1" y="574"/>
                  </a:lnTo>
                  <a:lnTo>
                    <a:pt x="17" y="574"/>
                  </a:lnTo>
                  <a:cubicBezTo>
                    <a:pt x="49" y="541"/>
                    <a:pt x="33" y="505"/>
                    <a:pt x="33" y="473"/>
                  </a:cubicBezTo>
                  <a:lnTo>
                    <a:pt x="33" y="440"/>
                  </a:lnTo>
                  <a:lnTo>
                    <a:pt x="33" y="271"/>
                  </a:lnTo>
                  <a:cubicBezTo>
                    <a:pt x="33" y="186"/>
                    <a:pt x="33" y="101"/>
                    <a:pt x="49" y="20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>
              <a:extLst>
                <a:ext uri="{FF2B5EF4-FFF2-40B4-BE49-F238E27FC236}">
                  <a16:creationId xmlns:a16="http://schemas.microsoft.com/office/drawing/2014/main" id="{E4DCEF08-6F0F-8755-E9FE-8001539BB72C}"/>
                </a:ext>
              </a:extLst>
            </p:cNvPr>
            <p:cNvSpPr/>
            <p:nvPr/>
          </p:nvSpPr>
          <p:spPr>
            <a:xfrm>
              <a:off x="1520197" y="2983123"/>
              <a:ext cx="197557" cy="319926"/>
            </a:xfrm>
            <a:custGeom>
              <a:avLst/>
              <a:gdLst/>
              <a:ahLst/>
              <a:cxnLst/>
              <a:rect l="l" t="t" r="r" b="b"/>
              <a:pathLst>
                <a:path w="1989" h="3221" extrusionOk="0">
                  <a:moveTo>
                    <a:pt x="12" y="0"/>
                  </a:moveTo>
                  <a:cubicBezTo>
                    <a:pt x="10" y="0"/>
                    <a:pt x="6" y="3"/>
                    <a:pt x="1" y="9"/>
                  </a:cubicBezTo>
                  <a:lnTo>
                    <a:pt x="1" y="26"/>
                  </a:lnTo>
                  <a:cubicBezTo>
                    <a:pt x="1" y="26"/>
                    <a:pt x="1" y="42"/>
                    <a:pt x="17" y="58"/>
                  </a:cubicBezTo>
                  <a:cubicBezTo>
                    <a:pt x="17" y="90"/>
                    <a:pt x="33" y="143"/>
                    <a:pt x="49" y="159"/>
                  </a:cubicBezTo>
                  <a:cubicBezTo>
                    <a:pt x="235" y="292"/>
                    <a:pt x="389" y="478"/>
                    <a:pt x="522" y="632"/>
                  </a:cubicBezTo>
                  <a:cubicBezTo>
                    <a:pt x="607" y="716"/>
                    <a:pt x="676" y="797"/>
                    <a:pt x="740" y="882"/>
                  </a:cubicBezTo>
                  <a:cubicBezTo>
                    <a:pt x="995" y="1137"/>
                    <a:pt x="1245" y="1423"/>
                    <a:pt x="1484" y="1674"/>
                  </a:cubicBezTo>
                  <a:cubicBezTo>
                    <a:pt x="1617" y="1827"/>
                    <a:pt x="1750" y="1961"/>
                    <a:pt x="1887" y="2094"/>
                  </a:cubicBezTo>
                  <a:cubicBezTo>
                    <a:pt x="1920" y="2146"/>
                    <a:pt x="1952" y="2195"/>
                    <a:pt x="1952" y="2264"/>
                  </a:cubicBezTo>
                  <a:lnTo>
                    <a:pt x="1952" y="3120"/>
                  </a:lnTo>
                  <a:cubicBezTo>
                    <a:pt x="1952" y="3156"/>
                    <a:pt x="1952" y="3173"/>
                    <a:pt x="1936" y="3189"/>
                  </a:cubicBezTo>
                  <a:lnTo>
                    <a:pt x="1936" y="3205"/>
                  </a:lnTo>
                  <a:lnTo>
                    <a:pt x="1936" y="3221"/>
                  </a:lnTo>
                  <a:lnTo>
                    <a:pt x="1952" y="3205"/>
                  </a:lnTo>
                  <a:cubicBezTo>
                    <a:pt x="1968" y="3189"/>
                    <a:pt x="1988" y="3156"/>
                    <a:pt x="1988" y="3120"/>
                  </a:cubicBezTo>
                  <a:lnTo>
                    <a:pt x="1988" y="2264"/>
                  </a:lnTo>
                  <a:cubicBezTo>
                    <a:pt x="1988" y="2195"/>
                    <a:pt x="1936" y="2130"/>
                    <a:pt x="1904" y="2078"/>
                  </a:cubicBezTo>
                  <a:cubicBezTo>
                    <a:pt x="1766" y="1944"/>
                    <a:pt x="1633" y="1807"/>
                    <a:pt x="1516" y="1658"/>
                  </a:cubicBezTo>
                  <a:cubicBezTo>
                    <a:pt x="1261" y="1387"/>
                    <a:pt x="1011" y="1120"/>
                    <a:pt x="756" y="850"/>
                  </a:cubicBezTo>
                  <a:cubicBezTo>
                    <a:pt x="692" y="781"/>
                    <a:pt x="623" y="696"/>
                    <a:pt x="554" y="615"/>
                  </a:cubicBezTo>
                  <a:cubicBezTo>
                    <a:pt x="405" y="462"/>
                    <a:pt x="251" y="276"/>
                    <a:pt x="70" y="143"/>
                  </a:cubicBezTo>
                  <a:cubicBezTo>
                    <a:pt x="49" y="127"/>
                    <a:pt x="49" y="90"/>
                    <a:pt x="33" y="58"/>
                  </a:cubicBezTo>
                  <a:cubicBezTo>
                    <a:pt x="33" y="42"/>
                    <a:pt x="33" y="26"/>
                    <a:pt x="17" y="9"/>
                  </a:cubicBezTo>
                  <a:cubicBezTo>
                    <a:pt x="17" y="9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>
              <a:extLst>
                <a:ext uri="{FF2B5EF4-FFF2-40B4-BE49-F238E27FC236}">
                  <a16:creationId xmlns:a16="http://schemas.microsoft.com/office/drawing/2014/main" id="{D36E48C0-03ED-A69C-E6EE-028703ED7950}"/>
                </a:ext>
              </a:extLst>
            </p:cNvPr>
            <p:cNvSpPr/>
            <p:nvPr/>
          </p:nvSpPr>
          <p:spPr>
            <a:xfrm>
              <a:off x="608990" y="190067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50"/>
                    <a:pt x="17" y="303"/>
                    <a:pt x="17" y="453"/>
                  </a:cubicBezTo>
                  <a:cubicBezTo>
                    <a:pt x="17" y="538"/>
                    <a:pt x="1" y="639"/>
                    <a:pt x="17" y="723"/>
                  </a:cubicBezTo>
                  <a:lnTo>
                    <a:pt x="17" y="772"/>
                  </a:lnTo>
                  <a:cubicBezTo>
                    <a:pt x="1" y="824"/>
                    <a:pt x="1" y="857"/>
                    <a:pt x="17" y="909"/>
                  </a:cubicBezTo>
                  <a:lnTo>
                    <a:pt x="53" y="909"/>
                  </a:lnTo>
                  <a:lnTo>
                    <a:pt x="53" y="889"/>
                  </a:lnTo>
                  <a:cubicBezTo>
                    <a:pt x="33" y="857"/>
                    <a:pt x="33" y="824"/>
                    <a:pt x="33" y="772"/>
                  </a:cubicBezTo>
                  <a:lnTo>
                    <a:pt x="33" y="723"/>
                  </a:lnTo>
                  <a:lnTo>
                    <a:pt x="33" y="453"/>
                  </a:lnTo>
                  <a:cubicBezTo>
                    <a:pt x="33" y="303"/>
                    <a:pt x="33" y="15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>
              <a:extLst>
                <a:ext uri="{FF2B5EF4-FFF2-40B4-BE49-F238E27FC236}">
                  <a16:creationId xmlns:a16="http://schemas.microsoft.com/office/drawing/2014/main" id="{F243230F-758E-7D47-0CA3-39BFFFBDF6D6}"/>
                </a:ext>
              </a:extLst>
            </p:cNvPr>
            <p:cNvSpPr/>
            <p:nvPr/>
          </p:nvSpPr>
          <p:spPr>
            <a:xfrm>
              <a:off x="518703" y="2535863"/>
              <a:ext cx="120481" cy="165376"/>
            </a:xfrm>
            <a:custGeom>
              <a:avLst/>
              <a:gdLst/>
              <a:ahLst/>
              <a:cxnLst/>
              <a:rect l="l" t="t" r="r" b="b"/>
              <a:pathLst>
                <a:path w="1213" h="1665" extrusionOk="0">
                  <a:moveTo>
                    <a:pt x="1181" y="0"/>
                  </a:moveTo>
                  <a:lnTo>
                    <a:pt x="1164" y="16"/>
                  </a:lnTo>
                  <a:lnTo>
                    <a:pt x="1164" y="32"/>
                  </a:lnTo>
                  <a:cubicBezTo>
                    <a:pt x="1197" y="49"/>
                    <a:pt x="1197" y="69"/>
                    <a:pt x="1197" y="101"/>
                  </a:cubicBezTo>
                  <a:lnTo>
                    <a:pt x="1197" y="117"/>
                  </a:lnTo>
                  <a:lnTo>
                    <a:pt x="1197" y="352"/>
                  </a:lnTo>
                  <a:lnTo>
                    <a:pt x="1197" y="994"/>
                  </a:lnTo>
                  <a:cubicBezTo>
                    <a:pt x="1197" y="1059"/>
                    <a:pt x="1181" y="1095"/>
                    <a:pt x="1112" y="1127"/>
                  </a:cubicBezTo>
                  <a:cubicBezTo>
                    <a:pt x="825" y="1244"/>
                    <a:pt x="558" y="1382"/>
                    <a:pt x="304" y="1499"/>
                  </a:cubicBezTo>
                  <a:cubicBezTo>
                    <a:pt x="203" y="1547"/>
                    <a:pt x="102" y="1600"/>
                    <a:pt x="1" y="1632"/>
                  </a:cubicBezTo>
                  <a:lnTo>
                    <a:pt x="1" y="1648"/>
                  </a:lnTo>
                  <a:lnTo>
                    <a:pt x="17" y="1664"/>
                  </a:lnTo>
                  <a:cubicBezTo>
                    <a:pt x="118" y="1616"/>
                    <a:pt x="219" y="1563"/>
                    <a:pt x="304" y="1531"/>
                  </a:cubicBezTo>
                  <a:cubicBezTo>
                    <a:pt x="575" y="1398"/>
                    <a:pt x="841" y="1281"/>
                    <a:pt x="1112" y="1160"/>
                  </a:cubicBezTo>
                  <a:cubicBezTo>
                    <a:pt x="1197" y="1111"/>
                    <a:pt x="1213" y="1079"/>
                    <a:pt x="1213" y="994"/>
                  </a:cubicBezTo>
                  <a:lnTo>
                    <a:pt x="1213" y="352"/>
                  </a:lnTo>
                  <a:lnTo>
                    <a:pt x="1213" y="117"/>
                  </a:lnTo>
                  <a:lnTo>
                    <a:pt x="1213" y="101"/>
                  </a:lnTo>
                  <a:cubicBezTo>
                    <a:pt x="1213" y="69"/>
                    <a:pt x="1213" y="32"/>
                    <a:pt x="1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>
              <a:extLst>
                <a:ext uri="{FF2B5EF4-FFF2-40B4-BE49-F238E27FC236}">
                  <a16:creationId xmlns:a16="http://schemas.microsoft.com/office/drawing/2014/main" id="{9CC76774-1854-DEA5-34B2-636EF5AA50CB}"/>
                </a:ext>
              </a:extLst>
            </p:cNvPr>
            <p:cNvSpPr/>
            <p:nvPr/>
          </p:nvSpPr>
          <p:spPr>
            <a:xfrm>
              <a:off x="1133823" y="33430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" y="1"/>
                  </a:moveTo>
                  <a:lnTo>
                    <a:pt x="1" y="21"/>
                  </a:lnTo>
                  <a:cubicBezTo>
                    <a:pt x="21" y="203"/>
                    <a:pt x="21" y="405"/>
                    <a:pt x="1" y="591"/>
                  </a:cubicBezTo>
                  <a:lnTo>
                    <a:pt x="1" y="744"/>
                  </a:lnTo>
                  <a:lnTo>
                    <a:pt x="1" y="777"/>
                  </a:lnTo>
                  <a:lnTo>
                    <a:pt x="1" y="979"/>
                  </a:lnTo>
                  <a:lnTo>
                    <a:pt x="21" y="979"/>
                  </a:lnTo>
                  <a:cubicBezTo>
                    <a:pt x="37" y="979"/>
                    <a:pt x="37" y="979"/>
                    <a:pt x="37" y="962"/>
                  </a:cubicBezTo>
                  <a:lnTo>
                    <a:pt x="37" y="777"/>
                  </a:lnTo>
                  <a:lnTo>
                    <a:pt x="37" y="744"/>
                  </a:lnTo>
                  <a:lnTo>
                    <a:pt x="37" y="591"/>
                  </a:lnTo>
                  <a:cubicBezTo>
                    <a:pt x="37" y="405"/>
                    <a:pt x="53" y="203"/>
                    <a:pt x="21" y="21"/>
                  </a:cubicBezTo>
                  <a:cubicBezTo>
                    <a:pt x="21" y="21"/>
                    <a:pt x="2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>
              <a:extLst>
                <a:ext uri="{FF2B5EF4-FFF2-40B4-BE49-F238E27FC236}">
                  <a16:creationId xmlns:a16="http://schemas.microsoft.com/office/drawing/2014/main" id="{80B47352-D8B2-8611-0786-C9C4E2E9056A}"/>
                </a:ext>
              </a:extLst>
            </p:cNvPr>
            <p:cNvSpPr/>
            <p:nvPr/>
          </p:nvSpPr>
          <p:spPr>
            <a:xfrm>
              <a:off x="875081" y="3647707"/>
              <a:ext cx="332739" cy="87207"/>
            </a:xfrm>
            <a:custGeom>
              <a:avLst/>
              <a:gdLst/>
              <a:ahLst/>
              <a:cxnLst/>
              <a:rect l="l" t="t" r="r" b="b"/>
              <a:pathLst>
                <a:path w="3350" h="878" extrusionOk="0">
                  <a:moveTo>
                    <a:pt x="3297" y="0"/>
                  </a:moveTo>
                  <a:cubicBezTo>
                    <a:pt x="3147" y="32"/>
                    <a:pt x="2994" y="85"/>
                    <a:pt x="2860" y="117"/>
                  </a:cubicBezTo>
                  <a:cubicBezTo>
                    <a:pt x="2525" y="218"/>
                    <a:pt x="2186" y="303"/>
                    <a:pt x="1834" y="404"/>
                  </a:cubicBezTo>
                  <a:cubicBezTo>
                    <a:pt x="1665" y="453"/>
                    <a:pt x="1479" y="505"/>
                    <a:pt x="1293" y="554"/>
                  </a:cubicBezTo>
                  <a:cubicBezTo>
                    <a:pt x="1059" y="622"/>
                    <a:pt x="788" y="691"/>
                    <a:pt x="537" y="755"/>
                  </a:cubicBezTo>
                  <a:cubicBezTo>
                    <a:pt x="505" y="772"/>
                    <a:pt x="469" y="772"/>
                    <a:pt x="436" y="792"/>
                  </a:cubicBezTo>
                  <a:cubicBezTo>
                    <a:pt x="334" y="817"/>
                    <a:pt x="229" y="851"/>
                    <a:pt x="119" y="851"/>
                  </a:cubicBezTo>
                  <a:cubicBezTo>
                    <a:pt x="85" y="851"/>
                    <a:pt x="51" y="848"/>
                    <a:pt x="16" y="840"/>
                  </a:cubicBezTo>
                  <a:lnTo>
                    <a:pt x="16" y="856"/>
                  </a:lnTo>
                  <a:cubicBezTo>
                    <a:pt x="0" y="873"/>
                    <a:pt x="16" y="873"/>
                    <a:pt x="16" y="873"/>
                  </a:cubicBezTo>
                  <a:lnTo>
                    <a:pt x="117" y="873"/>
                  </a:lnTo>
                  <a:cubicBezTo>
                    <a:pt x="234" y="873"/>
                    <a:pt x="335" y="840"/>
                    <a:pt x="453" y="808"/>
                  </a:cubicBezTo>
                  <a:cubicBezTo>
                    <a:pt x="485" y="808"/>
                    <a:pt x="521" y="792"/>
                    <a:pt x="554" y="772"/>
                  </a:cubicBezTo>
                  <a:cubicBezTo>
                    <a:pt x="808" y="707"/>
                    <a:pt x="1059" y="638"/>
                    <a:pt x="1313" y="570"/>
                  </a:cubicBezTo>
                  <a:cubicBezTo>
                    <a:pt x="1495" y="521"/>
                    <a:pt x="1665" y="469"/>
                    <a:pt x="1850" y="420"/>
                  </a:cubicBezTo>
                  <a:cubicBezTo>
                    <a:pt x="2186" y="335"/>
                    <a:pt x="2525" y="234"/>
                    <a:pt x="2860" y="150"/>
                  </a:cubicBezTo>
                  <a:cubicBezTo>
                    <a:pt x="3010" y="101"/>
                    <a:pt x="3147" y="65"/>
                    <a:pt x="3297" y="16"/>
                  </a:cubicBezTo>
                  <a:cubicBezTo>
                    <a:pt x="3313" y="101"/>
                    <a:pt x="3313" y="150"/>
                    <a:pt x="3297" y="202"/>
                  </a:cubicBezTo>
                  <a:cubicBezTo>
                    <a:pt x="3147" y="234"/>
                    <a:pt x="3010" y="287"/>
                    <a:pt x="2893" y="319"/>
                  </a:cubicBezTo>
                  <a:cubicBezTo>
                    <a:pt x="2775" y="352"/>
                    <a:pt x="2674" y="388"/>
                    <a:pt x="2557" y="404"/>
                  </a:cubicBezTo>
                  <a:cubicBezTo>
                    <a:pt x="2424" y="453"/>
                    <a:pt x="2287" y="489"/>
                    <a:pt x="2169" y="521"/>
                  </a:cubicBezTo>
                  <a:cubicBezTo>
                    <a:pt x="1951" y="590"/>
                    <a:pt x="1733" y="638"/>
                    <a:pt x="1515" y="691"/>
                  </a:cubicBezTo>
                  <a:cubicBezTo>
                    <a:pt x="1446" y="707"/>
                    <a:pt x="1362" y="739"/>
                    <a:pt x="1293" y="772"/>
                  </a:cubicBezTo>
                  <a:cubicBezTo>
                    <a:pt x="1177" y="812"/>
                    <a:pt x="1058" y="851"/>
                    <a:pt x="941" y="851"/>
                  </a:cubicBezTo>
                  <a:cubicBezTo>
                    <a:pt x="908" y="851"/>
                    <a:pt x="874" y="848"/>
                    <a:pt x="840" y="840"/>
                  </a:cubicBezTo>
                  <a:cubicBezTo>
                    <a:pt x="824" y="840"/>
                    <a:pt x="824" y="856"/>
                    <a:pt x="824" y="856"/>
                  </a:cubicBezTo>
                  <a:lnTo>
                    <a:pt x="824" y="873"/>
                  </a:lnTo>
                  <a:cubicBezTo>
                    <a:pt x="852" y="876"/>
                    <a:pt x="880" y="877"/>
                    <a:pt x="906" y="877"/>
                  </a:cubicBezTo>
                  <a:cubicBezTo>
                    <a:pt x="1055" y="877"/>
                    <a:pt x="1183" y="833"/>
                    <a:pt x="1313" y="792"/>
                  </a:cubicBezTo>
                  <a:cubicBezTo>
                    <a:pt x="1378" y="772"/>
                    <a:pt x="1446" y="739"/>
                    <a:pt x="1531" y="723"/>
                  </a:cubicBezTo>
                  <a:cubicBezTo>
                    <a:pt x="1749" y="671"/>
                    <a:pt x="1951" y="606"/>
                    <a:pt x="2169" y="554"/>
                  </a:cubicBezTo>
                  <a:cubicBezTo>
                    <a:pt x="2303" y="505"/>
                    <a:pt x="2440" y="469"/>
                    <a:pt x="2557" y="436"/>
                  </a:cubicBezTo>
                  <a:cubicBezTo>
                    <a:pt x="2674" y="404"/>
                    <a:pt x="2792" y="368"/>
                    <a:pt x="2893" y="335"/>
                  </a:cubicBezTo>
                  <a:cubicBezTo>
                    <a:pt x="3030" y="303"/>
                    <a:pt x="3163" y="267"/>
                    <a:pt x="3297" y="234"/>
                  </a:cubicBezTo>
                  <a:lnTo>
                    <a:pt x="3313" y="218"/>
                  </a:lnTo>
                  <a:cubicBezTo>
                    <a:pt x="3349" y="166"/>
                    <a:pt x="3333" y="85"/>
                    <a:pt x="3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>
              <a:extLst>
                <a:ext uri="{FF2B5EF4-FFF2-40B4-BE49-F238E27FC236}">
                  <a16:creationId xmlns:a16="http://schemas.microsoft.com/office/drawing/2014/main" id="{C1E65736-C6CB-AB15-D17A-162D5766A5BD}"/>
                </a:ext>
              </a:extLst>
            </p:cNvPr>
            <p:cNvSpPr/>
            <p:nvPr/>
          </p:nvSpPr>
          <p:spPr>
            <a:xfrm>
              <a:off x="888292" y="2930282"/>
              <a:ext cx="3278" cy="55423"/>
            </a:xfrm>
            <a:custGeom>
              <a:avLst/>
              <a:gdLst/>
              <a:ahLst/>
              <a:cxnLst/>
              <a:rect l="l" t="t" r="r" b="b"/>
              <a:pathLst>
                <a:path w="33" h="55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7"/>
                    <a:pt x="17" y="238"/>
                    <a:pt x="17" y="356"/>
                  </a:cubicBezTo>
                  <a:cubicBezTo>
                    <a:pt x="0" y="404"/>
                    <a:pt x="0" y="473"/>
                    <a:pt x="17" y="541"/>
                  </a:cubicBezTo>
                  <a:lnTo>
                    <a:pt x="17" y="558"/>
                  </a:lnTo>
                  <a:cubicBezTo>
                    <a:pt x="33" y="558"/>
                    <a:pt x="33" y="558"/>
                    <a:pt x="33" y="541"/>
                  </a:cubicBezTo>
                  <a:lnTo>
                    <a:pt x="33" y="356"/>
                  </a:lnTo>
                  <a:cubicBezTo>
                    <a:pt x="33" y="238"/>
                    <a:pt x="33" y="117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>
              <a:extLst>
                <a:ext uri="{FF2B5EF4-FFF2-40B4-BE49-F238E27FC236}">
                  <a16:creationId xmlns:a16="http://schemas.microsoft.com/office/drawing/2014/main" id="{3CDCA99E-1094-640D-99FE-556EA7526ACE}"/>
                </a:ext>
              </a:extLst>
            </p:cNvPr>
            <p:cNvSpPr/>
            <p:nvPr/>
          </p:nvSpPr>
          <p:spPr>
            <a:xfrm>
              <a:off x="1252616" y="3001896"/>
              <a:ext cx="160609" cy="57211"/>
            </a:xfrm>
            <a:custGeom>
              <a:avLst/>
              <a:gdLst/>
              <a:ahLst/>
              <a:cxnLst/>
              <a:rect l="l" t="t" r="r" b="b"/>
              <a:pathLst>
                <a:path w="1617" h="576" extrusionOk="0">
                  <a:moveTo>
                    <a:pt x="1560" y="1"/>
                  </a:moveTo>
                  <a:cubicBezTo>
                    <a:pt x="1537" y="1"/>
                    <a:pt x="1518" y="11"/>
                    <a:pt x="1499" y="22"/>
                  </a:cubicBezTo>
                  <a:cubicBezTo>
                    <a:pt x="1483" y="22"/>
                    <a:pt x="1483" y="22"/>
                    <a:pt x="1467" y="39"/>
                  </a:cubicBezTo>
                  <a:cubicBezTo>
                    <a:pt x="1148" y="140"/>
                    <a:pt x="825" y="273"/>
                    <a:pt x="505" y="390"/>
                  </a:cubicBezTo>
                  <a:cubicBezTo>
                    <a:pt x="372" y="443"/>
                    <a:pt x="239" y="491"/>
                    <a:pt x="85" y="544"/>
                  </a:cubicBezTo>
                  <a:lnTo>
                    <a:pt x="37" y="544"/>
                  </a:lnTo>
                  <a:cubicBezTo>
                    <a:pt x="37" y="560"/>
                    <a:pt x="17" y="560"/>
                    <a:pt x="17" y="560"/>
                  </a:cubicBezTo>
                  <a:cubicBezTo>
                    <a:pt x="1" y="560"/>
                    <a:pt x="1" y="560"/>
                    <a:pt x="1" y="576"/>
                  </a:cubicBezTo>
                  <a:lnTo>
                    <a:pt x="53" y="576"/>
                  </a:lnTo>
                  <a:cubicBezTo>
                    <a:pt x="69" y="576"/>
                    <a:pt x="85" y="576"/>
                    <a:pt x="101" y="560"/>
                  </a:cubicBezTo>
                  <a:cubicBezTo>
                    <a:pt x="239" y="507"/>
                    <a:pt x="388" y="459"/>
                    <a:pt x="522" y="406"/>
                  </a:cubicBezTo>
                  <a:cubicBezTo>
                    <a:pt x="845" y="289"/>
                    <a:pt x="1164" y="172"/>
                    <a:pt x="1483" y="55"/>
                  </a:cubicBezTo>
                  <a:cubicBezTo>
                    <a:pt x="1483" y="55"/>
                    <a:pt x="1499" y="55"/>
                    <a:pt x="1515" y="39"/>
                  </a:cubicBezTo>
                  <a:cubicBezTo>
                    <a:pt x="1523" y="31"/>
                    <a:pt x="1537" y="26"/>
                    <a:pt x="1552" y="26"/>
                  </a:cubicBezTo>
                  <a:cubicBezTo>
                    <a:pt x="1567" y="26"/>
                    <a:pt x="1584" y="31"/>
                    <a:pt x="1600" y="39"/>
                  </a:cubicBezTo>
                  <a:lnTo>
                    <a:pt x="1616" y="39"/>
                  </a:lnTo>
                  <a:lnTo>
                    <a:pt x="1616" y="22"/>
                  </a:lnTo>
                  <a:cubicBezTo>
                    <a:pt x="1595" y="7"/>
                    <a:pt x="1577" y="1"/>
                    <a:pt x="15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>
              <a:extLst>
                <a:ext uri="{FF2B5EF4-FFF2-40B4-BE49-F238E27FC236}">
                  <a16:creationId xmlns:a16="http://schemas.microsoft.com/office/drawing/2014/main" id="{C713BB5E-0A5D-C5CB-65A3-BED9F65ECC7D}"/>
                </a:ext>
              </a:extLst>
            </p:cNvPr>
            <p:cNvSpPr/>
            <p:nvPr/>
          </p:nvSpPr>
          <p:spPr>
            <a:xfrm>
              <a:off x="1553570" y="3069039"/>
              <a:ext cx="5264" cy="65554"/>
            </a:xfrm>
            <a:custGeom>
              <a:avLst/>
              <a:gdLst/>
              <a:ahLst/>
              <a:cxnLst/>
              <a:rect l="l" t="t" r="r" b="b"/>
              <a:pathLst>
                <a:path w="53" h="660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lnTo>
                    <a:pt x="16" y="255"/>
                  </a:lnTo>
                  <a:cubicBezTo>
                    <a:pt x="16" y="389"/>
                    <a:pt x="16" y="522"/>
                    <a:pt x="0" y="639"/>
                  </a:cubicBezTo>
                  <a:cubicBezTo>
                    <a:pt x="0" y="659"/>
                    <a:pt x="0" y="659"/>
                    <a:pt x="16" y="659"/>
                  </a:cubicBezTo>
                  <a:cubicBezTo>
                    <a:pt x="53" y="522"/>
                    <a:pt x="37" y="389"/>
                    <a:pt x="37" y="255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>
              <a:extLst>
                <a:ext uri="{FF2B5EF4-FFF2-40B4-BE49-F238E27FC236}">
                  <a16:creationId xmlns:a16="http://schemas.microsoft.com/office/drawing/2014/main" id="{F481CBB0-BAF4-5DE5-D3F3-742981B814DF}"/>
                </a:ext>
              </a:extLst>
            </p:cNvPr>
            <p:cNvSpPr/>
            <p:nvPr/>
          </p:nvSpPr>
          <p:spPr>
            <a:xfrm>
              <a:off x="1739308" y="2282783"/>
              <a:ext cx="169051" cy="350220"/>
            </a:xfrm>
            <a:custGeom>
              <a:avLst/>
              <a:gdLst/>
              <a:ahLst/>
              <a:cxnLst/>
              <a:rect l="l" t="t" r="r" b="b"/>
              <a:pathLst>
                <a:path w="1702" h="3526" extrusionOk="0">
                  <a:moveTo>
                    <a:pt x="28" y="0"/>
                  </a:moveTo>
                  <a:cubicBezTo>
                    <a:pt x="26" y="0"/>
                    <a:pt x="22" y="2"/>
                    <a:pt x="17" y="7"/>
                  </a:cubicBezTo>
                  <a:cubicBezTo>
                    <a:pt x="17" y="7"/>
                    <a:pt x="1" y="7"/>
                    <a:pt x="1" y="23"/>
                  </a:cubicBezTo>
                  <a:cubicBezTo>
                    <a:pt x="49" y="209"/>
                    <a:pt x="166" y="359"/>
                    <a:pt x="287" y="496"/>
                  </a:cubicBezTo>
                  <a:cubicBezTo>
                    <a:pt x="336" y="561"/>
                    <a:pt x="388" y="629"/>
                    <a:pt x="437" y="698"/>
                  </a:cubicBezTo>
                  <a:cubicBezTo>
                    <a:pt x="691" y="1102"/>
                    <a:pt x="958" y="1506"/>
                    <a:pt x="1229" y="1890"/>
                  </a:cubicBezTo>
                  <a:cubicBezTo>
                    <a:pt x="1362" y="2075"/>
                    <a:pt x="1479" y="2277"/>
                    <a:pt x="1616" y="2463"/>
                  </a:cubicBezTo>
                  <a:cubicBezTo>
                    <a:pt x="1649" y="2516"/>
                    <a:pt x="1665" y="2580"/>
                    <a:pt x="1665" y="2665"/>
                  </a:cubicBezTo>
                  <a:cubicBezTo>
                    <a:pt x="1649" y="2782"/>
                    <a:pt x="1649" y="2900"/>
                    <a:pt x="1665" y="3001"/>
                  </a:cubicBezTo>
                  <a:cubicBezTo>
                    <a:pt x="1665" y="3122"/>
                    <a:pt x="1665" y="3239"/>
                    <a:pt x="1649" y="3356"/>
                  </a:cubicBezTo>
                  <a:lnTo>
                    <a:pt x="1649" y="3388"/>
                  </a:lnTo>
                  <a:cubicBezTo>
                    <a:pt x="1649" y="3425"/>
                    <a:pt x="1649" y="3473"/>
                    <a:pt x="1616" y="3506"/>
                  </a:cubicBezTo>
                  <a:lnTo>
                    <a:pt x="1616" y="3526"/>
                  </a:lnTo>
                  <a:lnTo>
                    <a:pt x="1633" y="3526"/>
                  </a:lnTo>
                  <a:cubicBezTo>
                    <a:pt x="1681" y="3473"/>
                    <a:pt x="1681" y="3425"/>
                    <a:pt x="1681" y="3388"/>
                  </a:cubicBezTo>
                  <a:lnTo>
                    <a:pt x="1681" y="3356"/>
                  </a:lnTo>
                  <a:cubicBezTo>
                    <a:pt x="1701" y="3239"/>
                    <a:pt x="1681" y="3122"/>
                    <a:pt x="1681" y="3001"/>
                  </a:cubicBezTo>
                  <a:lnTo>
                    <a:pt x="1681" y="2681"/>
                  </a:lnTo>
                  <a:cubicBezTo>
                    <a:pt x="1701" y="2580"/>
                    <a:pt x="1681" y="2516"/>
                    <a:pt x="1633" y="2447"/>
                  </a:cubicBezTo>
                  <a:cubicBezTo>
                    <a:pt x="1516" y="2261"/>
                    <a:pt x="1378" y="2075"/>
                    <a:pt x="1245" y="1890"/>
                  </a:cubicBezTo>
                  <a:cubicBezTo>
                    <a:pt x="994" y="1486"/>
                    <a:pt x="708" y="1102"/>
                    <a:pt x="453" y="698"/>
                  </a:cubicBezTo>
                  <a:cubicBezTo>
                    <a:pt x="405" y="613"/>
                    <a:pt x="352" y="544"/>
                    <a:pt x="304" y="476"/>
                  </a:cubicBezTo>
                  <a:cubicBezTo>
                    <a:pt x="186" y="342"/>
                    <a:pt x="85" y="193"/>
                    <a:pt x="33" y="7"/>
                  </a:cubicBezTo>
                  <a:cubicBezTo>
                    <a:pt x="33" y="7"/>
                    <a:pt x="3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>
              <a:extLst>
                <a:ext uri="{FF2B5EF4-FFF2-40B4-BE49-F238E27FC236}">
                  <a16:creationId xmlns:a16="http://schemas.microsoft.com/office/drawing/2014/main" id="{5DCFC8E9-216D-DCD6-C2C2-4C805CBF245D}"/>
                </a:ext>
              </a:extLst>
            </p:cNvPr>
            <p:cNvSpPr/>
            <p:nvPr/>
          </p:nvSpPr>
          <p:spPr>
            <a:xfrm>
              <a:off x="1643857" y="2515799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53"/>
                  </a:lnTo>
                  <a:lnTo>
                    <a:pt x="16" y="505"/>
                  </a:lnTo>
                  <a:cubicBezTo>
                    <a:pt x="16" y="537"/>
                    <a:pt x="37" y="574"/>
                    <a:pt x="16" y="606"/>
                  </a:cubicBezTo>
                  <a:cubicBezTo>
                    <a:pt x="0" y="606"/>
                    <a:pt x="0" y="622"/>
                    <a:pt x="16" y="622"/>
                  </a:cubicBezTo>
                  <a:lnTo>
                    <a:pt x="37" y="622"/>
                  </a:lnTo>
                  <a:cubicBezTo>
                    <a:pt x="53" y="590"/>
                    <a:pt x="53" y="537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>
              <a:extLst>
                <a:ext uri="{FF2B5EF4-FFF2-40B4-BE49-F238E27FC236}">
                  <a16:creationId xmlns:a16="http://schemas.microsoft.com/office/drawing/2014/main" id="{72306E40-9FE9-3328-BE3C-6366182137C1}"/>
                </a:ext>
              </a:extLst>
            </p:cNvPr>
            <p:cNvSpPr/>
            <p:nvPr/>
          </p:nvSpPr>
          <p:spPr>
            <a:xfrm>
              <a:off x="889881" y="2438723"/>
              <a:ext cx="5364" cy="58701"/>
            </a:xfrm>
            <a:custGeom>
              <a:avLst/>
              <a:gdLst/>
              <a:ahLst/>
              <a:cxnLst/>
              <a:rect l="l" t="t" r="r" b="b"/>
              <a:pathLst>
                <a:path w="54" h="591" extrusionOk="0">
                  <a:moveTo>
                    <a:pt x="17" y="1"/>
                  </a:moveTo>
                  <a:cubicBezTo>
                    <a:pt x="17" y="17"/>
                    <a:pt x="1" y="17"/>
                    <a:pt x="1" y="17"/>
                  </a:cubicBezTo>
                  <a:cubicBezTo>
                    <a:pt x="17" y="138"/>
                    <a:pt x="17" y="255"/>
                    <a:pt x="17" y="372"/>
                  </a:cubicBezTo>
                  <a:lnTo>
                    <a:pt x="17" y="574"/>
                  </a:lnTo>
                  <a:cubicBezTo>
                    <a:pt x="17" y="590"/>
                    <a:pt x="33" y="590"/>
                    <a:pt x="33" y="590"/>
                  </a:cubicBezTo>
                  <a:cubicBezTo>
                    <a:pt x="33" y="590"/>
                    <a:pt x="53" y="590"/>
                    <a:pt x="53" y="574"/>
                  </a:cubicBezTo>
                  <a:lnTo>
                    <a:pt x="53" y="372"/>
                  </a:lnTo>
                  <a:cubicBezTo>
                    <a:pt x="53" y="255"/>
                    <a:pt x="53" y="138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>
              <a:extLst>
                <a:ext uri="{FF2B5EF4-FFF2-40B4-BE49-F238E27FC236}">
                  <a16:creationId xmlns:a16="http://schemas.microsoft.com/office/drawing/2014/main" id="{AB2AF63C-6FC7-D8E8-FDEB-E4318060C4A4}"/>
                </a:ext>
              </a:extLst>
            </p:cNvPr>
            <p:cNvSpPr/>
            <p:nvPr/>
          </p:nvSpPr>
          <p:spPr>
            <a:xfrm>
              <a:off x="1523475" y="1582839"/>
              <a:ext cx="200736" cy="443089"/>
            </a:xfrm>
            <a:custGeom>
              <a:avLst/>
              <a:gdLst/>
              <a:ahLst/>
              <a:cxnLst/>
              <a:rect l="l" t="t" r="r" b="b"/>
              <a:pathLst>
                <a:path w="2021" h="4461" extrusionOk="0">
                  <a:moveTo>
                    <a:pt x="0" y="1"/>
                  </a:moveTo>
                  <a:cubicBezTo>
                    <a:pt x="0" y="134"/>
                    <a:pt x="69" y="219"/>
                    <a:pt x="117" y="304"/>
                  </a:cubicBezTo>
                  <a:cubicBezTo>
                    <a:pt x="154" y="336"/>
                    <a:pt x="170" y="352"/>
                    <a:pt x="186" y="389"/>
                  </a:cubicBezTo>
                  <a:cubicBezTo>
                    <a:pt x="723" y="1281"/>
                    <a:pt x="1265" y="2170"/>
                    <a:pt x="1802" y="3031"/>
                  </a:cubicBezTo>
                  <a:lnTo>
                    <a:pt x="1935" y="3265"/>
                  </a:lnTo>
                  <a:cubicBezTo>
                    <a:pt x="1972" y="3334"/>
                    <a:pt x="1988" y="3382"/>
                    <a:pt x="1988" y="3435"/>
                  </a:cubicBezTo>
                  <a:lnTo>
                    <a:pt x="1988" y="4311"/>
                  </a:lnTo>
                  <a:cubicBezTo>
                    <a:pt x="1988" y="4360"/>
                    <a:pt x="1988" y="4412"/>
                    <a:pt x="1955" y="4445"/>
                  </a:cubicBezTo>
                  <a:lnTo>
                    <a:pt x="1955" y="4461"/>
                  </a:lnTo>
                  <a:lnTo>
                    <a:pt x="1972" y="4461"/>
                  </a:lnTo>
                  <a:cubicBezTo>
                    <a:pt x="2004" y="4412"/>
                    <a:pt x="2020" y="4360"/>
                    <a:pt x="2020" y="4311"/>
                  </a:cubicBezTo>
                  <a:lnTo>
                    <a:pt x="2020" y="3435"/>
                  </a:lnTo>
                  <a:cubicBezTo>
                    <a:pt x="2020" y="3366"/>
                    <a:pt x="2004" y="3317"/>
                    <a:pt x="1972" y="3249"/>
                  </a:cubicBezTo>
                  <a:lnTo>
                    <a:pt x="1818" y="3015"/>
                  </a:lnTo>
                  <a:cubicBezTo>
                    <a:pt x="1281" y="2154"/>
                    <a:pt x="744" y="1261"/>
                    <a:pt x="202" y="373"/>
                  </a:cubicBezTo>
                  <a:cubicBezTo>
                    <a:pt x="186" y="336"/>
                    <a:pt x="170" y="320"/>
                    <a:pt x="154" y="288"/>
                  </a:cubicBezTo>
                  <a:cubicBezTo>
                    <a:pt x="85" y="203"/>
                    <a:pt x="16" y="118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>
              <a:extLst>
                <a:ext uri="{FF2B5EF4-FFF2-40B4-BE49-F238E27FC236}">
                  <a16:creationId xmlns:a16="http://schemas.microsoft.com/office/drawing/2014/main" id="{71F053AC-FDC2-CB9B-6A33-89260712640E}"/>
                </a:ext>
              </a:extLst>
            </p:cNvPr>
            <p:cNvSpPr/>
            <p:nvPr/>
          </p:nvSpPr>
          <p:spPr>
            <a:xfrm>
              <a:off x="702554" y="2527420"/>
              <a:ext cx="5264" cy="85519"/>
            </a:xfrm>
            <a:custGeom>
              <a:avLst/>
              <a:gdLst/>
              <a:ahLst/>
              <a:cxnLst/>
              <a:rect l="l" t="t" r="r" b="b"/>
              <a:pathLst>
                <a:path w="53" h="861" extrusionOk="0">
                  <a:moveTo>
                    <a:pt x="20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20" y="154"/>
                    <a:pt x="20" y="303"/>
                    <a:pt x="20" y="437"/>
                  </a:cubicBezTo>
                  <a:lnTo>
                    <a:pt x="20" y="691"/>
                  </a:lnTo>
                  <a:lnTo>
                    <a:pt x="20" y="792"/>
                  </a:lnTo>
                  <a:cubicBezTo>
                    <a:pt x="20" y="808"/>
                    <a:pt x="36" y="824"/>
                    <a:pt x="36" y="841"/>
                  </a:cubicBezTo>
                  <a:lnTo>
                    <a:pt x="36" y="861"/>
                  </a:lnTo>
                  <a:cubicBezTo>
                    <a:pt x="53" y="861"/>
                    <a:pt x="53" y="861"/>
                    <a:pt x="53" y="841"/>
                  </a:cubicBezTo>
                  <a:lnTo>
                    <a:pt x="53" y="792"/>
                  </a:lnTo>
                  <a:cubicBezTo>
                    <a:pt x="53" y="760"/>
                    <a:pt x="36" y="723"/>
                    <a:pt x="36" y="691"/>
                  </a:cubicBezTo>
                  <a:lnTo>
                    <a:pt x="36" y="437"/>
                  </a:lnTo>
                  <a:cubicBezTo>
                    <a:pt x="53" y="303"/>
                    <a:pt x="53" y="154"/>
                    <a:pt x="36" y="16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>
              <a:extLst>
                <a:ext uri="{FF2B5EF4-FFF2-40B4-BE49-F238E27FC236}">
                  <a16:creationId xmlns:a16="http://schemas.microsoft.com/office/drawing/2014/main" id="{164A0F50-4B42-BAB3-5449-59BB2FB3D4C5}"/>
                </a:ext>
              </a:extLst>
            </p:cNvPr>
            <p:cNvSpPr/>
            <p:nvPr/>
          </p:nvSpPr>
          <p:spPr>
            <a:xfrm>
              <a:off x="1246160" y="3416975"/>
              <a:ext cx="257351" cy="197061"/>
            </a:xfrm>
            <a:custGeom>
              <a:avLst/>
              <a:gdLst/>
              <a:ahLst/>
              <a:cxnLst/>
              <a:rect l="l" t="t" r="r" b="b"/>
              <a:pathLst>
                <a:path w="2591" h="1984" extrusionOk="0">
                  <a:moveTo>
                    <a:pt x="1665" y="0"/>
                  </a:moveTo>
                  <a:lnTo>
                    <a:pt x="17" y="489"/>
                  </a:lnTo>
                  <a:lnTo>
                    <a:pt x="1" y="489"/>
                  </a:lnTo>
                  <a:lnTo>
                    <a:pt x="1" y="942"/>
                  </a:lnTo>
                  <a:cubicBezTo>
                    <a:pt x="1" y="1176"/>
                    <a:pt x="1" y="1414"/>
                    <a:pt x="17" y="1648"/>
                  </a:cubicBezTo>
                  <a:lnTo>
                    <a:pt x="33" y="1648"/>
                  </a:lnTo>
                  <a:cubicBezTo>
                    <a:pt x="17" y="1414"/>
                    <a:pt x="17" y="1176"/>
                    <a:pt x="33" y="942"/>
                  </a:cubicBezTo>
                  <a:lnTo>
                    <a:pt x="33" y="505"/>
                  </a:lnTo>
                  <a:lnTo>
                    <a:pt x="1665" y="16"/>
                  </a:lnTo>
                  <a:cubicBezTo>
                    <a:pt x="1681" y="49"/>
                    <a:pt x="1665" y="65"/>
                    <a:pt x="1665" y="85"/>
                  </a:cubicBezTo>
                  <a:cubicBezTo>
                    <a:pt x="1649" y="117"/>
                    <a:pt x="1633" y="134"/>
                    <a:pt x="1649" y="166"/>
                  </a:cubicBezTo>
                  <a:cubicBezTo>
                    <a:pt x="1799" y="267"/>
                    <a:pt x="1952" y="404"/>
                    <a:pt x="2085" y="521"/>
                  </a:cubicBezTo>
                  <a:cubicBezTo>
                    <a:pt x="2122" y="570"/>
                    <a:pt x="2170" y="606"/>
                    <a:pt x="2223" y="655"/>
                  </a:cubicBezTo>
                  <a:cubicBezTo>
                    <a:pt x="2255" y="691"/>
                    <a:pt x="2271" y="723"/>
                    <a:pt x="2271" y="772"/>
                  </a:cubicBezTo>
                  <a:cubicBezTo>
                    <a:pt x="2255" y="909"/>
                    <a:pt x="2255" y="1043"/>
                    <a:pt x="2255" y="1176"/>
                  </a:cubicBezTo>
                  <a:lnTo>
                    <a:pt x="2255" y="1515"/>
                  </a:lnTo>
                  <a:cubicBezTo>
                    <a:pt x="2239" y="1632"/>
                    <a:pt x="2271" y="1681"/>
                    <a:pt x="2356" y="1749"/>
                  </a:cubicBezTo>
                  <a:cubicBezTo>
                    <a:pt x="2372" y="1766"/>
                    <a:pt x="2404" y="1782"/>
                    <a:pt x="2425" y="1802"/>
                  </a:cubicBezTo>
                  <a:cubicBezTo>
                    <a:pt x="2489" y="1834"/>
                    <a:pt x="2558" y="1883"/>
                    <a:pt x="2574" y="1968"/>
                  </a:cubicBezTo>
                  <a:lnTo>
                    <a:pt x="2574" y="1984"/>
                  </a:lnTo>
                  <a:cubicBezTo>
                    <a:pt x="2590" y="1984"/>
                    <a:pt x="2590" y="1968"/>
                    <a:pt x="2590" y="1968"/>
                  </a:cubicBezTo>
                  <a:cubicBezTo>
                    <a:pt x="2574" y="1867"/>
                    <a:pt x="2505" y="1818"/>
                    <a:pt x="2441" y="1766"/>
                  </a:cubicBezTo>
                  <a:cubicBezTo>
                    <a:pt x="2404" y="1766"/>
                    <a:pt x="2388" y="1749"/>
                    <a:pt x="2372" y="1733"/>
                  </a:cubicBezTo>
                  <a:cubicBezTo>
                    <a:pt x="2287" y="1665"/>
                    <a:pt x="2271" y="1616"/>
                    <a:pt x="2271" y="1531"/>
                  </a:cubicBezTo>
                  <a:cubicBezTo>
                    <a:pt x="2287" y="1414"/>
                    <a:pt x="2287" y="1277"/>
                    <a:pt x="2287" y="1176"/>
                  </a:cubicBezTo>
                  <a:cubicBezTo>
                    <a:pt x="2287" y="1043"/>
                    <a:pt x="2287" y="909"/>
                    <a:pt x="2303" y="772"/>
                  </a:cubicBezTo>
                  <a:cubicBezTo>
                    <a:pt x="2303" y="723"/>
                    <a:pt x="2287" y="671"/>
                    <a:pt x="2239" y="639"/>
                  </a:cubicBezTo>
                  <a:cubicBezTo>
                    <a:pt x="2186" y="590"/>
                    <a:pt x="2138" y="554"/>
                    <a:pt x="2101" y="505"/>
                  </a:cubicBezTo>
                  <a:cubicBezTo>
                    <a:pt x="1968" y="388"/>
                    <a:pt x="1835" y="251"/>
                    <a:pt x="1665" y="150"/>
                  </a:cubicBezTo>
                  <a:cubicBezTo>
                    <a:pt x="1665" y="134"/>
                    <a:pt x="1665" y="117"/>
                    <a:pt x="1681" y="101"/>
                  </a:cubicBezTo>
                  <a:cubicBezTo>
                    <a:pt x="1698" y="85"/>
                    <a:pt x="1718" y="49"/>
                    <a:pt x="1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>
              <a:extLst>
                <a:ext uri="{FF2B5EF4-FFF2-40B4-BE49-F238E27FC236}">
                  <a16:creationId xmlns:a16="http://schemas.microsoft.com/office/drawing/2014/main" id="{F2E05E5A-A2D7-1E15-99B0-8BCE4897C539}"/>
                </a:ext>
              </a:extLst>
            </p:cNvPr>
            <p:cNvSpPr/>
            <p:nvPr/>
          </p:nvSpPr>
          <p:spPr>
            <a:xfrm>
              <a:off x="1289565" y="1711664"/>
              <a:ext cx="8443" cy="95253"/>
            </a:xfrm>
            <a:custGeom>
              <a:avLst/>
              <a:gdLst/>
              <a:ahLst/>
              <a:cxnLst/>
              <a:rect l="l" t="t" r="r" b="b"/>
              <a:pathLst>
                <a:path w="85" h="959" extrusionOk="0">
                  <a:moveTo>
                    <a:pt x="49" y="1"/>
                  </a:moveTo>
                  <a:cubicBezTo>
                    <a:pt x="16" y="287"/>
                    <a:pt x="0" y="623"/>
                    <a:pt x="49" y="958"/>
                  </a:cubicBezTo>
                  <a:lnTo>
                    <a:pt x="69" y="958"/>
                  </a:lnTo>
                  <a:cubicBezTo>
                    <a:pt x="69" y="958"/>
                    <a:pt x="85" y="958"/>
                    <a:pt x="85" y="942"/>
                  </a:cubicBezTo>
                  <a:cubicBezTo>
                    <a:pt x="16" y="623"/>
                    <a:pt x="49" y="287"/>
                    <a:pt x="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>
              <a:extLst>
                <a:ext uri="{FF2B5EF4-FFF2-40B4-BE49-F238E27FC236}">
                  <a16:creationId xmlns:a16="http://schemas.microsoft.com/office/drawing/2014/main" id="{49139B20-8196-CC97-77CB-1CED11A217E9}"/>
                </a:ext>
              </a:extLst>
            </p:cNvPr>
            <p:cNvSpPr/>
            <p:nvPr/>
          </p:nvSpPr>
          <p:spPr>
            <a:xfrm>
              <a:off x="1765828" y="2207991"/>
              <a:ext cx="5264" cy="55523"/>
            </a:xfrm>
            <a:custGeom>
              <a:avLst/>
              <a:gdLst/>
              <a:ahLst/>
              <a:cxnLst/>
              <a:rect l="l" t="t" r="r" b="b"/>
              <a:pathLst>
                <a:path w="53" h="559" extrusionOk="0">
                  <a:moveTo>
                    <a:pt x="37" y="1"/>
                  </a:moveTo>
                  <a:lnTo>
                    <a:pt x="20" y="17"/>
                  </a:lnTo>
                  <a:cubicBezTo>
                    <a:pt x="0" y="138"/>
                    <a:pt x="0" y="239"/>
                    <a:pt x="20" y="356"/>
                  </a:cubicBezTo>
                  <a:lnTo>
                    <a:pt x="20" y="542"/>
                  </a:lnTo>
                  <a:cubicBezTo>
                    <a:pt x="0" y="558"/>
                    <a:pt x="20" y="558"/>
                    <a:pt x="20" y="558"/>
                  </a:cubicBezTo>
                  <a:lnTo>
                    <a:pt x="37" y="558"/>
                  </a:lnTo>
                  <a:lnTo>
                    <a:pt x="37" y="356"/>
                  </a:lnTo>
                  <a:cubicBezTo>
                    <a:pt x="37" y="239"/>
                    <a:pt x="37" y="138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0">
              <a:extLst>
                <a:ext uri="{FF2B5EF4-FFF2-40B4-BE49-F238E27FC236}">
                  <a16:creationId xmlns:a16="http://schemas.microsoft.com/office/drawing/2014/main" id="{D5F28B0F-FB66-0507-755E-8CE64FAE1110}"/>
                </a:ext>
              </a:extLst>
            </p:cNvPr>
            <p:cNvSpPr/>
            <p:nvPr/>
          </p:nvSpPr>
          <p:spPr>
            <a:xfrm>
              <a:off x="1520197" y="3027323"/>
              <a:ext cx="199147" cy="291022"/>
            </a:xfrm>
            <a:custGeom>
              <a:avLst/>
              <a:gdLst/>
              <a:ahLst/>
              <a:cxnLst/>
              <a:rect l="l" t="t" r="r" b="b"/>
              <a:pathLst>
                <a:path w="2005" h="2930" extrusionOk="0">
                  <a:moveTo>
                    <a:pt x="49" y="1"/>
                  </a:moveTo>
                  <a:cubicBezTo>
                    <a:pt x="17" y="33"/>
                    <a:pt x="17" y="69"/>
                    <a:pt x="17" y="102"/>
                  </a:cubicBezTo>
                  <a:lnTo>
                    <a:pt x="17" y="288"/>
                  </a:lnTo>
                  <a:lnTo>
                    <a:pt x="17" y="453"/>
                  </a:lnTo>
                  <a:cubicBezTo>
                    <a:pt x="1" y="591"/>
                    <a:pt x="1" y="724"/>
                    <a:pt x="33" y="841"/>
                  </a:cubicBezTo>
                  <a:cubicBezTo>
                    <a:pt x="86" y="958"/>
                    <a:pt x="203" y="1059"/>
                    <a:pt x="304" y="1160"/>
                  </a:cubicBezTo>
                  <a:cubicBezTo>
                    <a:pt x="352" y="1196"/>
                    <a:pt x="389" y="1245"/>
                    <a:pt x="437" y="1281"/>
                  </a:cubicBezTo>
                  <a:cubicBezTo>
                    <a:pt x="724" y="1584"/>
                    <a:pt x="1027" y="1903"/>
                    <a:pt x="1330" y="2206"/>
                  </a:cubicBezTo>
                  <a:lnTo>
                    <a:pt x="1665" y="2542"/>
                  </a:lnTo>
                  <a:cubicBezTo>
                    <a:pt x="1686" y="2574"/>
                    <a:pt x="1718" y="2610"/>
                    <a:pt x="1750" y="2627"/>
                  </a:cubicBezTo>
                  <a:cubicBezTo>
                    <a:pt x="1851" y="2728"/>
                    <a:pt x="1936" y="2796"/>
                    <a:pt x="1968" y="2930"/>
                  </a:cubicBezTo>
                  <a:lnTo>
                    <a:pt x="1988" y="2930"/>
                  </a:lnTo>
                  <a:cubicBezTo>
                    <a:pt x="1988" y="2930"/>
                    <a:pt x="2005" y="2930"/>
                    <a:pt x="2005" y="2913"/>
                  </a:cubicBezTo>
                  <a:cubicBezTo>
                    <a:pt x="1952" y="2776"/>
                    <a:pt x="1851" y="2695"/>
                    <a:pt x="1766" y="2610"/>
                  </a:cubicBezTo>
                  <a:cubicBezTo>
                    <a:pt x="1734" y="2594"/>
                    <a:pt x="1718" y="2558"/>
                    <a:pt x="1686" y="2526"/>
                  </a:cubicBezTo>
                  <a:lnTo>
                    <a:pt x="1346" y="2190"/>
                  </a:lnTo>
                  <a:cubicBezTo>
                    <a:pt x="1043" y="1887"/>
                    <a:pt x="756" y="1564"/>
                    <a:pt x="453" y="1261"/>
                  </a:cubicBezTo>
                  <a:cubicBezTo>
                    <a:pt x="421" y="1213"/>
                    <a:pt x="373" y="1180"/>
                    <a:pt x="320" y="1144"/>
                  </a:cubicBezTo>
                  <a:cubicBezTo>
                    <a:pt x="219" y="1043"/>
                    <a:pt x="118" y="942"/>
                    <a:pt x="70" y="825"/>
                  </a:cubicBezTo>
                  <a:cubicBezTo>
                    <a:pt x="17" y="724"/>
                    <a:pt x="33" y="591"/>
                    <a:pt x="33" y="453"/>
                  </a:cubicBezTo>
                  <a:cubicBezTo>
                    <a:pt x="49" y="405"/>
                    <a:pt x="49" y="336"/>
                    <a:pt x="49" y="288"/>
                  </a:cubicBezTo>
                  <a:lnTo>
                    <a:pt x="49" y="102"/>
                  </a:lnTo>
                  <a:cubicBezTo>
                    <a:pt x="49" y="69"/>
                    <a:pt x="49" y="3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0">
              <a:extLst>
                <a:ext uri="{FF2B5EF4-FFF2-40B4-BE49-F238E27FC236}">
                  <a16:creationId xmlns:a16="http://schemas.microsoft.com/office/drawing/2014/main" id="{FF3E2055-77E8-71F6-793E-43E1356990FD}"/>
                </a:ext>
              </a:extLst>
            </p:cNvPr>
            <p:cNvSpPr/>
            <p:nvPr/>
          </p:nvSpPr>
          <p:spPr>
            <a:xfrm>
              <a:off x="608990" y="2074399"/>
              <a:ext cx="5364" cy="90386"/>
            </a:xfrm>
            <a:custGeom>
              <a:avLst/>
              <a:gdLst/>
              <a:ahLst/>
              <a:cxnLst/>
              <a:rect l="l" t="t" r="r" b="b"/>
              <a:pathLst>
                <a:path w="54" h="910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34"/>
                    <a:pt x="17" y="251"/>
                    <a:pt x="17" y="372"/>
                  </a:cubicBezTo>
                  <a:cubicBezTo>
                    <a:pt x="17" y="453"/>
                    <a:pt x="1" y="538"/>
                    <a:pt x="17" y="606"/>
                  </a:cubicBezTo>
                  <a:lnTo>
                    <a:pt x="17" y="707"/>
                  </a:lnTo>
                  <a:cubicBezTo>
                    <a:pt x="1" y="776"/>
                    <a:pt x="1" y="841"/>
                    <a:pt x="17" y="893"/>
                  </a:cubicBezTo>
                  <a:lnTo>
                    <a:pt x="33" y="909"/>
                  </a:lnTo>
                  <a:cubicBezTo>
                    <a:pt x="53" y="909"/>
                    <a:pt x="53" y="893"/>
                    <a:pt x="53" y="893"/>
                  </a:cubicBezTo>
                  <a:cubicBezTo>
                    <a:pt x="33" y="825"/>
                    <a:pt x="33" y="776"/>
                    <a:pt x="33" y="707"/>
                  </a:cubicBezTo>
                  <a:lnTo>
                    <a:pt x="33" y="606"/>
                  </a:lnTo>
                  <a:lnTo>
                    <a:pt x="33" y="372"/>
                  </a:lnTo>
                  <a:cubicBezTo>
                    <a:pt x="33" y="251"/>
                    <a:pt x="33" y="134"/>
                    <a:pt x="17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0">
              <a:extLst>
                <a:ext uri="{FF2B5EF4-FFF2-40B4-BE49-F238E27FC236}">
                  <a16:creationId xmlns:a16="http://schemas.microsoft.com/office/drawing/2014/main" id="{FC000455-04A2-CD37-A7C9-F3132F7DDB21}"/>
                </a:ext>
              </a:extLst>
            </p:cNvPr>
            <p:cNvSpPr/>
            <p:nvPr/>
          </p:nvSpPr>
          <p:spPr>
            <a:xfrm>
              <a:off x="1254205" y="1746626"/>
              <a:ext cx="159019" cy="83930"/>
            </a:xfrm>
            <a:custGeom>
              <a:avLst/>
              <a:gdLst/>
              <a:ahLst/>
              <a:cxnLst/>
              <a:rect l="l" t="t" r="r" b="b"/>
              <a:pathLst>
                <a:path w="1601" h="845" extrusionOk="0">
                  <a:moveTo>
                    <a:pt x="1584" y="0"/>
                  </a:moveTo>
                  <a:cubicBezTo>
                    <a:pt x="1467" y="16"/>
                    <a:pt x="1366" y="85"/>
                    <a:pt x="1265" y="137"/>
                  </a:cubicBezTo>
                  <a:cubicBezTo>
                    <a:pt x="1233" y="170"/>
                    <a:pt x="1180" y="186"/>
                    <a:pt x="1148" y="218"/>
                  </a:cubicBezTo>
                  <a:cubicBezTo>
                    <a:pt x="877" y="356"/>
                    <a:pt x="590" y="505"/>
                    <a:pt x="324" y="642"/>
                  </a:cubicBezTo>
                  <a:cubicBezTo>
                    <a:pt x="223" y="707"/>
                    <a:pt x="122" y="760"/>
                    <a:pt x="1" y="824"/>
                  </a:cubicBezTo>
                  <a:lnTo>
                    <a:pt x="1" y="844"/>
                  </a:lnTo>
                  <a:lnTo>
                    <a:pt x="21" y="844"/>
                  </a:lnTo>
                  <a:cubicBezTo>
                    <a:pt x="122" y="776"/>
                    <a:pt x="239" y="723"/>
                    <a:pt x="340" y="675"/>
                  </a:cubicBezTo>
                  <a:cubicBezTo>
                    <a:pt x="607" y="521"/>
                    <a:pt x="877" y="372"/>
                    <a:pt x="1164" y="238"/>
                  </a:cubicBezTo>
                  <a:cubicBezTo>
                    <a:pt x="1196" y="218"/>
                    <a:pt x="1249" y="186"/>
                    <a:pt x="1281" y="170"/>
                  </a:cubicBezTo>
                  <a:cubicBezTo>
                    <a:pt x="1366" y="101"/>
                    <a:pt x="1467" y="53"/>
                    <a:pt x="1584" y="36"/>
                  </a:cubicBezTo>
                  <a:lnTo>
                    <a:pt x="1600" y="16"/>
                  </a:lnTo>
                  <a:lnTo>
                    <a:pt x="15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0">
              <a:extLst>
                <a:ext uri="{FF2B5EF4-FFF2-40B4-BE49-F238E27FC236}">
                  <a16:creationId xmlns:a16="http://schemas.microsoft.com/office/drawing/2014/main" id="{FC037765-E369-489F-969C-535C5587F37A}"/>
                </a:ext>
              </a:extLst>
            </p:cNvPr>
            <p:cNvSpPr/>
            <p:nvPr/>
          </p:nvSpPr>
          <p:spPr>
            <a:xfrm>
              <a:off x="848164" y="3480344"/>
              <a:ext cx="354392" cy="223978"/>
            </a:xfrm>
            <a:custGeom>
              <a:avLst/>
              <a:gdLst/>
              <a:ahLst/>
              <a:cxnLst/>
              <a:rect l="l" t="t" r="r" b="b"/>
              <a:pathLst>
                <a:path w="3568" h="2255" extrusionOk="0">
                  <a:moveTo>
                    <a:pt x="3568" y="1"/>
                  </a:moveTo>
                  <a:cubicBezTo>
                    <a:pt x="3467" y="1"/>
                    <a:pt x="3382" y="17"/>
                    <a:pt x="3301" y="53"/>
                  </a:cubicBezTo>
                  <a:cubicBezTo>
                    <a:pt x="3281" y="53"/>
                    <a:pt x="3248" y="69"/>
                    <a:pt x="3216" y="85"/>
                  </a:cubicBezTo>
                  <a:cubicBezTo>
                    <a:pt x="2828" y="186"/>
                    <a:pt x="2440" y="304"/>
                    <a:pt x="2053" y="421"/>
                  </a:cubicBezTo>
                  <a:cubicBezTo>
                    <a:pt x="1786" y="505"/>
                    <a:pt x="1515" y="590"/>
                    <a:pt x="1245" y="675"/>
                  </a:cubicBezTo>
                  <a:cubicBezTo>
                    <a:pt x="1079" y="724"/>
                    <a:pt x="893" y="776"/>
                    <a:pt x="724" y="825"/>
                  </a:cubicBezTo>
                  <a:lnTo>
                    <a:pt x="170" y="978"/>
                  </a:lnTo>
                  <a:cubicBezTo>
                    <a:pt x="85" y="1010"/>
                    <a:pt x="1" y="1043"/>
                    <a:pt x="1" y="1164"/>
                  </a:cubicBezTo>
                  <a:cubicBezTo>
                    <a:pt x="17" y="1313"/>
                    <a:pt x="17" y="1447"/>
                    <a:pt x="1" y="1584"/>
                  </a:cubicBezTo>
                  <a:cubicBezTo>
                    <a:pt x="1" y="1802"/>
                    <a:pt x="1" y="2004"/>
                    <a:pt x="17" y="2222"/>
                  </a:cubicBezTo>
                  <a:lnTo>
                    <a:pt x="17" y="2239"/>
                  </a:lnTo>
                  <a:cubicBezTo>
                    <a:pt x="1" y="2255"/>
                    <a:pt x="17" y="2255"/>
                    <a:pt x="17" y="2255"/>
                  </a:cubicBezTo>
                  <a:lnTo>
                    <a:pt x="33" y="2255"/>
                  </a:lnTo>
                  <a:lnTo>
                    <a:pt x="33" y="2239"/>
                  </a:lnTo>
                  <a:cubicBezTo>
                    <a:pt x="49" y="2239"/>
                    <a:pt x="49" y="2239"/>
                    <a:pt x="49" y="2222"/>
                  </a:cubicBezTo>
                  <a:cubicBezTo>
                    <a:pt x="33" y="2004"/>
                    <a:pt x="33" y="1802"/>
                    <a:pt x="33" y="1584"/>
                  </a:cubicBezTo>
                  <a:lnTo>
                    <a:pt x="33" y="1164"/>
                  </a:lnTo>
                  <a:cubicBezTo>
                    <a:pt x="33" y="1063"/>
                    <a:pt x="102" y="1027"/>
                    <a:pt x="170" y="1010"/>
                  </a:cubicBezTo>
                  <a:cubicBezTo>
                    <a:pt x="352" y="962"/>
                    <a:pt x="538" y="893"/>
                    <a:pt x="724" y="841"/>
                  </a:cubicBezTo>
                  <a:cubicBezTo>
                    <a:pt x="893" y="792"/>
                    <a:pt x="1079" y="740"/>
                    <a:pt x="1261" y="691"/>
                  </a:cubicBezTo>
                  <a:cubicBezTo>
                    <a:pt x="1515" y="606"/>
                    <a:pt x="1786" y="538"/>
                    <a:pt x="2053" y="457"/>
                  </a:cubicBezTo>
                  <a:cubicBezTo>
                    <a:pt x="2440" y="336"/>
                    <a:pt x="2844" y="219"/>
                    <a:pt x="3232" y="102"/>
                  </a:cubicBezTo>
                  <a:cubicBezTo>
                    <a:pt x="3248" y="102"/>
                    <a:pt x="3281" y="85"/>
                    <a:pt x="3317" y="69"/>
                  </a:cubicBezTo>
                  <a:cubicBezTo>
                    <a:pt x="3402" y="53"/>
                    <a:pt x="3467" y="17"/>
                    <a:pt x="3568" y="17"/>
                  </a:cubicBezTo>
                  <a:lnTo>
                    <a:pt x="35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0">
              <a:extLst>
                <a:ext uri="{FF2B5EF4-FFF2-40B4-BE49-F238E27FC236}">
                  <a16:creationId xmlns:a16="http://schemas.microsoft.com/office/drawing/2014/main" id="{8868B42E-92C5-B1A7-6870-E5A45A98C144}"/>
                </a:ext>
              </a:extLst>
            </p:cNvPr>
            <p:cNvSpPr/>
            <p:nvPr/>
          </p:nvSpPr>
          <p:spPr>
            <a:xfrm>
              <a:off x="1416701" y="3540138"/>
              <a:ext cx="53536" cy="37446"/>
            </a:xfrm>
            <a:custGeom>
              <a:avLst/>
              <a:gdLst/>
              <a:ahLst/>
              <a:cxnLst/>
              <a:rect l="l" t="t" r="r" b="b"/>
              <a:pathLst>
                <a:path w="539" h="377" extrusionOk="0">
                  <a:moveTo>
                    <a:pt x="42" y="0"/>
                  </a:moveTo>
                  <a:cubicBezTo>
                    <a:pt x="34" y="0"/>
                    <a:pt x="26" y="2"/>
                    <a:pt x="17" y="4"/>
                  </a:cubicBezTo>
                  <a:cubicBezTo>
                    <a:pt x="1" y="4"/>
                    <a:pt x="1" y="4"/>
                    <a:pt x="1" y="21"/>
                  </a:cubicBezTo>
                  <a:lnTo>
                    <a:pt x="17" y="21"/>
                  </a:lnTo>
                  <a:cubicBezTo>
                    <a:pt x="49" y="21"/>
                    <a:pt x="82" y="37"/>
                    <a:pt x="118" y="73"/>
                  </a:cubicBezTo>
                  <a:lnTo>
                    <a:pt x="134" y="89"/>
                  </a:lnTo>
                  <a:cubicBezTo>
                    <a:pt x="183" y="122"/>
                    <a:pt x="219" y="158"/>
                    <a:pt x="251" y="190"/>
                  </a:cubicBezTo>
                  <a:cubicBezTo>
                    <a:pt x="336" y="259"/>
                    <a:pt x="421" y="340"/>
                    <a:pt x="522" y="376"/>
                  </a:cubicBezTo>
                  <a:lnTo>
                    <a:pt x="538" y="376"/>
                  </a:lnTo>
                  <a:lnTo>
                    <a:pt x="538" y="360"/>
                  </a:lnTo>
                  <a:cubicBezTo>
                    <a:pt x="437" y="307"/>
                    <a:pt x="352" y="239"/>
                    <a:pt x="267" y="174"/>
                  </a:cubicBezTo>
                  <a:cubicBezTo>
                    <a:pt x="235" y="138"/>
                    <a:pt x="203" y="105"/>
                    <a:pt x="150" y="73"/>
                  </a:cubicBezTo>
                  <a:cubicBezTo>
                    <a:pt x="150" y="57"/>
                    <a:pt x="134" y="57"/>
                    <a:pt x="134" y="57"/>
                  </a:cubicBezTo>
                  <a:cubicBezTo>
                    <a:pt x="108" y="27"/>
                    <a:pt x="78" y="0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>
              <a:extLst>
                <a:ext uri="{FF2B5EF4-FFF2-40B4-BE49-F238E27FC236}">
                  <a16:creationId xmlns:a16="http://schemas.microsoft.com/office/drawing/2014/main" id="{5D954B7E-DC32-A527-05F5-C89867D9DAD3}"/>
                </a:ext>
              </a:extLst>
            </p:cNvPr>
            <p:cNvSpPr/>
            <p:nvPr/>
          </p:nvSpPr>
          <p:spPr>
            <a:xfrm>
              <a:off x="1670675" y="2550662"/>
              <a:ext cx="6953" cy="62277"/>
            </a:xfrm>
            <a:custGeom>
              <a:avLst/>
              <a:gdLst/>
              <a:ahLst/>
              <a:cxnLst/>
              <a:rect l="l" t="t" r="r" b="b"/>
              <a:pathLst>
                <a:path w="70" h="627" extrusionOk="0">
                  <a:moveTo>
                    <a:pt x="49" y="1"/>
                  </a:moveTo>
                  <a:cubicBezTo>
                    <a:pt x="49" y="1"/>
                    <a:pt x="33" y="1"/>
                    <a:pt x="33" y="21"/>
                  </a:cubicBezTo>
                  <a:cubicBezTo>
                    <a:pt x="17" y="102"/>
                    <a:pt x="17" y="203"/>
                    <a:pt x="17" y="287"/>
                  </a:cubicBezTo>
                  <a:cubicBezTo>
                    <a:pt x="17" y="340"/>
                    <a:pt x="33" y="405"/>
                    <a:pt x="17" y="457"/>
                  </a:cubicBezTo>
                  <a:lnTo>
                    <a:pt x="17" y="506"/>
                  </a:lnTo>
                  <a:cubicBezTo>
                    <a:pt x="33" y="542"/>
                    <a:pt x="33" y="574"/>
                    <a:pt x="17" y="607"/>
                  </a:cubicBezTo>
                  <a:cubicBezTo>
                    <a:pt x="1" y="607"/>
                    <a:pt x="17" y="627"/>
                    <a:pt x="17" y="627"/>
                  </a:cubicBezTo>
                  <a:lnTo>
                    <a:pt x="33" y="627"/>
                  </a:lnTo>
                  <a:cubicBezTo>
                    <a:pt x="49" y="574"/>
                    <a:pt x="49" y="542"/>
                    <a:pt x="49" y="506"/>
                  </a:cubicBezTo>
                  <a:lnTo>
                    <a:pt x="49" y="457"/>
                  </a:lnTo>
                  <a:lnTo>
                    <a:pt x="49" y="287"/>
                  </a:lnTo>
                  <a:cubicBezTo>
                    <a:pt x="49" y="203"/>
                    <a:pt x="49" y="102"/>
                    <a:pt x="70" y="21"/>
                  </a:cubicBezTo>
                  <a:cubicBezTo>
                    <a:pt x="70" y="21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>
              <a:extLst>
                <a:ext uri="{FF2B5EF4-FFF2-40B4-BE49-F238E27FC236}">
                  <a16:creationId xmlns:a16="http://schemas.microsoft.com/office/drawing/2014/main" id="{54B52651-0433-A31E-D411-DA8811CB4529}"/>
                </a:ext>
              </a:extLst>
            </p:cNvPr>
            <p:cNvSpPr/>
            <p:nvPr/>
          </p:nvSpPr>
          <p:spPr>
            <a:xfrm>
              <a:off x="1291154" y="2253382"/>
              <a:ext cx="5264" cy="83532"/>
            </a:xfrm>
            <a:custGeom>
              <a:avLst/>
              <a:gdLst/>
              <a:ahLst/>
              <a:cxnLst/>
              <a:rect l="l" t="t" r="r" b="b"/>
              <a:pathLst>
                <a:path w="53" h="841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50"/>
                    <a:pt x="16" y="303"/>
                    <a:pt x="0" y="436"/>
                  </a:cubicBezTo>
                  <a:lnTo>
                    <a:pt x="0" y="691"/>
                  </a:lnTo>
                  <a:lnTo>
                    <a:pt x="0" y="723"/>
                  </a:lnTo>
                  <a:cubicBezTo>
                    <a:pt x="0" y="756"/>
                    <a:pt x="0" y="808"/>
                    <a:pt x="16" y="840"/>
                  </a:cubicBezTo>
                  <a:lnTo>
                    <a:pt x="33" y="840"/>
                  </a:lnTo>
                  <a:cubicBezTo>
                    <a:pt x="53" y="840"/>
                    <a:pt x="53" y="840"/>
                    <a:pt x="53" y="824"/>
                  </a:cubicBezTo>
                  <a:cubicBezTo>
                    <a:pt x="33" y="792"/>
                    <a:pt x="33" y="756"/>
                    <a:pt x="33" y="723"/>
                  </a:cubicBezTo>
                  <a:lnTo>
                    <a:pt x="33" y="691"/>
                  </a:lnTo>
                  <a:lnTo>
                    <a:pt x="33" y="436"/>
                  </a:lnTo>
                  <a:cubicBezTo>
                    <a:pt x="33" y="287"/>
                    <a:pt x="33" y="150"/>
                    <a:pt x="16" y="16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>
              <a:extLst>
                <a:ext uri="{FF2B5EF4-FFF2-40B4-BE49-F238E27FC236}">
                  <a16:creationId xmlns:a16="http://schemas.microsoft.com/office/drawing/2014/main" id="{1AAF9704-E6EF-5376-7C29-57A549281C67}"/>
                </a:ext>
              </a:extLst>
            </p:cNvPr>
            <p:cNvSpPr/>
            <p:nvPr/>
          </p:nvSpPr>
          <p:spPr>
            <a:xfrm>
              <a:off x="2080390" y="2978753"/>
              <a:ext cx="8542" cy="50258"/>
            </a:xfrm>
            <a:custGeom>
              <a:avLst/>
              <a:gdLst/>
              <a:ahLst/>
              <a:cxnLst/>
              <a:rect l="l" t="t" r="r" b="b"/>
              <a:pathLst>
                <a:path w="86" h="506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70"/>
                    <a:pt x="33" y="134"/>
                    <a:pt x="33" y="203"/>
                  </a:cubicBezTo>
                  <a:lnTo>
                    <a:pt x="33" y="304"/>
                  </a:lnTo>
                  <a:lnTo>
                    <a:pt x="33" y="356"/>
                  </a:lnTo>
                  <a:cubicBezTo>
                    <a:pt x="33" y="405"/>
                    <a:pt x="33" y="457"/>
                    <a:pt x="0" y="490"/>
                  </a:cubicBezTo>
                  <a:cubicBezTo>
                    <a:pt x="0" y="490"/>
                    <a:pt x="0" y="506"/>
                    <a:pt x="17" y="506"/>
                  </a:cubicBezTo>
                  <a:lnTo>
                    <a:pt x="33" y="506"/>
                  </a:lnTo>
                  <a:cubicBezTo>
                    <a:pt x="49" y="457"/>
                    <a:pt x="49" y="405"/>
                    <a:pt x="49" y="356"/>
                  </a:cubicBezTo>
                  <a:cubicBezTo>
                    <a:pt x="49" y="336"/>
                    <a:pt x="49" y="320"/>
                    <a:pt x="65" y="304"/>
                  </a:cubicBezTo>
                  <a:cubicBezTo>
                    <a:pt x="65" y="272"/>
                    <a:pt x="65" y="235"/>
                    <a:pt x="49" y="203"/>
                  </a:cubicBezTo>
                  <a:cubicBezTo>
                    <a:pt x="49" y="134"/>
                    <a:pt x="49" y="86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>
              <a:extLst>
                <a:ext uri="{FF2B5EF4-FFF2-40B4-BE49-F238E27FC236}">
                  <a16:creationId xmlns:a16="http://schemas.microsoft.com/office/drawing/2014/main" id="{37B9F0C9-56B4-5E36-94CC-60AAA1E52E41}"/>
                </a:ext>
              </a:extLst>
            </p:cNvPr>
            <p:cNvSpPr/>
            <p:nvPr/>
          </p:nvSpPr>
          <p:spPr>
            <a:xfrm>
              <a:off x="1180804" y="3677008"/>
              <a:ext cx="3278" cy="57410"/>
            </a:xfrm>
            <a:custGeom>
              <a:avLst/>
              <a:gdLst/>
              <a:ahLst/>
              <a:cxnLst/>
              <a:rect l="l" t="t" r="r" b="b"/>
              <a:pathLst>
                <a:path w="33" h="578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7" y="125"/>
                    <a:pt x="17" y="242"/>
                    <a:pt x="17" y="360"/>
                  </a:cubicBezTo>
                  <a:cubicBezTo>
                    <a:pt x="0" y="428"/>
                    <a:pt x="0" y="497"/>
                    <a:pt x="17" y="561"/>
                  </a:cubicBezTo>
                  <a:lnTo>
                    <a:pt x="17" y="578"/>
                  </a:lnTo>
                  <a:cubicBezTo>
                    <a:pt x="33" y="578"/>
                    <a:pt x="33" y="578"/>
                    <a:pt x="33" y="561"/>
                  </a:cubicBezTo>
                  <a:lnTo>
                    <a:pt x="33" y="360"/>
                  </a:lnTo>
                  <a:cubicBezTo>
                    <a:pt x="33" y="242"/>
                    <a:pt x="33" y="12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>
              <a:extLst>
                <a:ext uri="{FF2B5EF4-FFF2-40B4-BE49-F238E27FC236}">
                  <a16:creationId xmlns:a16="http://schemas.microsoft.com/office/drawing/2014/main" id="{79A14726-C7F9-93B3-E501-AF3104C34F4D}"/>
                </a:ext>
              </a:extLst>
            </p:cNvPr>
            <p:cNvSpPr/>
            <p:nvPr/>
          </p:nvSpPr>
          <p:spPr>
            <a:xfrm>
              <a:off x="1287876" y="2948657"/>
              <a:ext cx="4966" cy="97239"/>
            </a:xfrm>
            <a:custGeom>
              <a:avLst/>
              <a:gdLst/>
              <a:ahLst/>
              <a:cxnLst/>
              <a:rect l="l" t="t" r="r" b="b"/>
              <a:pathLst>
                <a:path w="50" h="979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72"/>
                    <a:pt x="17" y="389"/>
                  </a:cubicBezTo>
                  <a:lnTo>
                    <a:pt x="17" y="575"/>
                  </a:lnTo>
                  <a:lnTo>
                    <a:pt x="17" y="841"/>
                  </a:lnTo>
                  <a:lnTo>
                    <a:pt x="17" y="962"/>
                  </a:lnTo>
                  <a:cubicBezTo>
                    <a:pt x="17" y="979"/>
                    <a:pt x="17" y="979"/>
                    <a:pt x="33" y="979"/>
                  </a:cubicBezTo>
                  <a:lnTo>
                    <a:pt x="33" y="962"/>
                  </a:lnTo>
                  <a:lnTo>
                    <a:pt x="33" y="841"/>
                  </a:lnTo>
                  <a:lnTo>
                    <a:pt x="33" y="575"/>
                  </a:lnTo>
                  <a:lnTo>
                    <a:pt x="33" y="389"/>
                  </a:lnTo>
                  <a:cubicBezTo>
                    <a:pt x="49" y="272"/>
                    <a:pt x="49" y="134"/>
                    <a:pt x="33" y="17"/>
                  </a:cubicBezTo>
                  <a:cubicBezTo>
                    <a:pt x="17" y="17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>
              <a:extLst>
                <a:ext uri="{FF2B5EF4-FFF2-40B4-BE49-F238E27FC236}">
                  <a16:creationId xmlns:a16="http://schemas.microsoft.com/office/drawing/2014/main" id="{C241F7EF-2B2C-B65E-A450-27CAF4A1A4BD}"/>
                </a:ext>
              </a:extLst>
            </p:cNvPr>
            <p:cNvSpPr/>
            <p:nvPr/>
          </p:nvSpPr>
          <p:spPr>
            <a:xfrm>
              <a:off x="2010167" y="3553745"/>
              <a:ext cx="4867" cy="55523"/>
            </a:xfrm>
            <a:custGeom>
              <a:avLst/>
              <a:gdLst/>
              <a:ahLst/>
              <a:cxnLst/>
              <a:rect l="l" t="t" r="r" b="b"/>
              <a:pathLst>
                <a:path w="49" h="559" extrusionOk="0">
                  <a:moveTo>
                    <a:pt x="33" y="1"/>
                  </a:moveTo>
                  <a:cubicBezTo>
                    <a:pt x="33" y="1"/>
                    <a:pt x="33" y="21"/>
                    <a:pt x="17" y="21"/>
                  </a:cubicBezTo>
                  <a:cubicBezTo>
                    <a:pt x="0" y="102"/>
                    <a:pt x="0" y="187"/>
                    <a:pt x="17" y="288"/>
                  </a:cubicBezTo>
                  <a:cubicBezTo>
                    <a:pt x="17" y="372"/>
                    <a:pt x="17" y="457"/>
                    <a:pt x="0" y="542"/>
                  </a:cubicBezTo>
                  <a:lnTo>
                    <a:pt x="0" y="558"/>
                  </a:lnTo>
                  <a:lnTo>
                    <a:pt x="17" y="558"/>
                  </a:lnTo>
                  <a:lnTo>
                    <a:pt x="17" y="542"/>
                  </a:lnTo>
                  <a:cubicBezTo>
                    <a:pt x="49" y="457"/>
                    <a:pt x="33" y="372"/>
                    <a:pt x="33" y="271"/>
                  </a:cubicBezTo>
                  <a:cubicBezTo>
                    <a:pt x="33" y="203"/>
                    <a:pt x="33" y="102"/>
                    <a:pt x="49" y="21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>
              <a:extLst>
                <a:ext uri="{FF2B5EF4-FFF2-40B4-BE49-F238E27FC236}">
                  <a16:creationId xmlns:a16="http://schemas.microsoft.com/office/drawing/2014/main" id="{BE397D77-17DE-0D88-5597-C9A376931383}"/>
                </a:ext>
              </a:extLst>
            </p:cNvPr>
            <p:cNvSpPr/>
            <p:nvPr/>
          </p:nvSpPr>
          <p:spPr>
            <a:xfrm>
              <a:off x="1033505" y="2539041"/>
              <a:ext cx="8542" cy="83930"/>
            </a:xfrm>
            <a:custGeom>
              <a:avLst/>
              <a:gdLst/>
              <a:ahLst/>
              <a:cxnLst/>
              <a:rect l="l" t="t" r="r" b="b"/>
              <a:pathLst>
                <a:path w="86" h="845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cubicBezTo>
                    <a:pt x="37" y="53"/>
                    <a:pt x="37" y="101"/>
                    <a:pt x="37" y="154"/>
                  </a:cubicBezTo>
                  <a:lnTo>
                    <a:pt x="37" y="707"/>
                  </a:lnTo>
                  <a:lnTo>
                    <a:pt x="37" y="724"/>
                  </a:lnTo>
                  <a:cubicBezTo>
                    <a:pt x="37" y="760"/>
                    <a:pt x="37" y="808"/>
                    <a:pt x="70" y="845"/>
                  </a:cubicBezTo>
                  <a:lnTo>
                    <a:pt x="86" y="845"/>
                  </a:lnTo>
                  <a:lnTo>
                    <a:pt x="86" y="825"/>
                  </a:lnTo>
                  <a:cubicBezTo>
                    <a:pt x="53" y="792"/>
                    <a:pt x="53" y="760"/>
                    <a:pt x="53" y="724"/>
                  </a:cubicBezTo>
                  <a:lnTo>
                    <a:pt x="53" y="707"/>
                  </a:lnTo>
                  <a:lnTo>
                    <a:pt x="53" y="154"/>
                  </a:lnTo>
                  <a:cubicBezTo>
                    <a:pt x="53" y="101"/>
                    <a:pt x="53" y="5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>
              <a:extLst>
                <a:ext uri="{FF2B5EF4-FFF2-40B4-BE49-F238E27FC236}">
                  <a16:creationId xmlns:a16="http://schemas.microsoft.com/office/drawing/2014/main" id="{80FB5900-78C5-9A83-3F83-64A72F1F30AB}"/>
                </a:ext>
              </a:extLst>
            </p:cNvPr>
            <p:cNvSpPr/>
            <p:nvPr/>
          </p:nvSpPr>
          <p:spPr>
            <a:xfrm>
              <a:off x="1923059" y="2555926"/>
              <a:ext cx="145809" cy="305822"/>
            </a:xfrm>
            <a:custGeom>
              <a:avLst/>
              <a:gdLst/>
              <a:ahLst/>
              <a:cxnLst/>
              <a:rect l="l" t="t" r="r" b="b"/>
              <a:pathLst>
                <a:path w="1468" h="3079" extrusionOk="0">
                  <a:moveTo>
                    <a:pt x="17" y="0"/>
                  </a:moveTo>
                  <a:lnTo>
                    <a:pt x="1" y="16"/>
                  </a:lnTo>
                  <a:cubicBezTo>
                    <a:pt x="1" y="117"/>
                    <a:pt x="69" y="186"/>
                    <a:pt x="118" y="251"/>
                  </a:cubicBezTo>
                  <a:cubicBezTo>
                    <a:pt x="134" y="271"/>
                    <a:pt x="134" y="287"/>
                    <a:pt x="154" y="303"/>
                  </a:cubicBezTo>
                  <a:cubicBezTo>
                    <a:pt x="288" y="489"/>
                    <a:pt x="405" y="675"/>
                    <a:pt x="522" y="857"/>
                  </a:cubicBezTo>
                  <a:cubicBezTo>
                    <a:pt x="591" y="958"/>
                    <a:pt x="659" y="1059"/>
                    <a:pt x="724" y="1160"/>
                  </a:cubicBezTo>
                  <a:cubicBezTo>
                    <a:pt x="962" y="1499"/>
                    <a:pt x="1164" y="1818"/>
                    <a:pt x="1382" y="2121"/>
                  </a:cubicBezTo>
                  <a:cubicBezTo>
                    <a:pt x="1415" y="2169"/>
                    <a:pt x="1431" y="2222"/>
                    <a:pt x="1431" y="2307"/>
                  </a:cubicBezTo>
                  <a:lnTo>
                    <a:pt x="1431" y="2541"/>
                  </a:lnTo>
                  <a:cubicBezTo>
                    <a:pt x="1431" y="2711"/>
                    <a:pt x="1415" y="2876"/>
                    <a:pt x="1431" y="3030"/>
                  </a:cubicBezTo>
                  <a:lnTo>
                    <a:pt x="1431" y="3046"/>
                  </a:lnTo>
                  <a:lnTo>
                    <a:pt x="1415" y="3062"/>
                  </a:lnTo>
                  <a:lnTo>
                    <a:pt x="1415" y="3078"/>
                  </a:lnTo>
                  <a:lnTo>
                    <a:pt x="1431" y="3078"/>
                  </a:lnTo>
                  <a:lnTo>
                    <a:pt x="1447" y="3062"/>
                  </a:lnTo>
                  <a:cubicBezTo>
                    <a:pt x="1447" y="3062"/>
                    <a:pt x="1467" y="3046"/>
                    <a:pt x="1467" y="3030"/>
                  </a:cubicBezTo>
                  <a:cubicBezTo>
                    <a:pt x="1447" y="2860"/>
                    <a:pt x="1447" y="2711"/>
                    <a:pt x="1447" y="2541"/>
                  </a:cubicBezTo>
                  <a:lnTo>
                    <a:pt x="1447" y="2307"/>
                  </a:lnTo>
                  <a:cubicBezTo>
                    <a:pt x="1447" y="2222"/>
                    <a:pt x="1431" y="2153"/>
                    <a:pt x="1399" y="2105"/>
                  </a:cubicBezTo>
                  <a:cubicBezTo>
                    <a:pt x="1197" y="1802"/>
                    <a:pt x="978" y="1483"/>
                    <a:pt x="740" y="1143"/>
                  </a:cubicBezTo>
                  <a:cubicBezTo>
                    <a:pt x="675" y="1042"/>
                    <a:pt x="623" y="941"/>
                    <a:pt x="558" y="840"/>
                  </a:cubicBezTo>
                  <a:cubicBezTo>
                    <a:pt x="421" y="675"/>
                    <a:pt x="304" y="473"/>
                    <a:pt x="187" y="303"/>
                  </a:cubicBezTo>
                  <a:cubicBezTo>
                    <a:pt x="170" y="271"/>
                    <a:pt x="154" y="251"/>
                    <a:pt x="134" y="234"/>
                  </a:cubicBezTo>
                  <a:cubicBezTo>
                    <a:pt x="86" y="170"/>
                    <a:pt x="33" y="101"/>
                    <a:pt x="33" y="16"/>
                  </a:cubicBezTo>
                  <a:cubicBezTo>
                    <a:pt x="33" y="16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>
              <a:extLst>
                <a:ext uri="{FF2B5EF4-FFF2-40B4-BE49-F238E27FC236}">
                  <a16:creationId xmlns:a16="http://schemas.microsoft.com/office/drawing/2014/main" id="{8D74FFC2-B74E-18C1-B928-74A04D013885}"/>
                </a:ext>
              </a:extLst>
            </p:cNvPr>
            <p:cNvSpPr/>
            <p:nvPr/>
          </p:nvSpPr>
          <p:spPr>
            <a:xfrm>
              <a:off x="2095190" y="3522061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70"/>
                    <a:pt x="17" y="255"/>
                  </a:cubicBezTo>
                  <a:cubicBezTo>
                    <a:pt x="17" y="320"/>
                    <a:pt x="17" y="405"/>
                    <a:pt x="1" y="473"/>
                  </a:cubicBezTo>
                  <a:cubicBezTo>
                    <a:pt x="1" y="489"/>
                    <a:pt x="1" y="489"/>
                    <a:pt x="17" y="489"/>
                  </a:cubicBezTo>
                  <a:lnTo>
                    <a:pt x="37" y="473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37" y="170"/>
                    <a:pt x="37" y="102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>
              <a:extLst>
                <a:ext uri="{FF2B5EF4-FFF2-40B4-BE49-F238E27FC236}">
                  <a16:creationId xmlns:a16="http://schemas.microsoft.com/office/drawing/2014/main" id="{20835FF7-7AD5-94FE-D563-A1C692C9089D}"/>
                </a:ext>
              </a:extLst>
            </p:cNvPr>
            <p:cNvSpPr/>
            <p:nvPr/>
          </p:nvSpPr>
          <p:spPr>
            <a:xfrm>
              <a:off x="1408258" y="2731235"/>
              <a:ext cx="6555" cy="90386"/>
            </a:xfrm>
            <a:custGeom>
              <a:avLst/>
              <a:gdLst/>
              <a:ahLst/>
              <a:cxnLst/>
              <a:rect l="l" t="t" r="r" b="b"/>
              <a:pathLst>
                <a:path w="66" h="910" extrusionOk="0">
                  <a:moveTo>
                    <a:pt x="66" y="0"/>
                  </a:moveTo>
                  <a:cubicBezTo>
                    <a:pt x="49" y="0"/>
                    <a:pt x="49" y="21"/>
                    <a:pt x="49" y="21"/>
                  </a:cubicBezTo>
                  <a:cubicBezTo>
                    <a:pt x="17" y="170"/>
                    <a:pt x="33" y="324"/>
                    <a:pt x="33" y="473"/>
                  </a:cubicBezTo>
                  <a:lnTo>
                    <a:pt x="33" y="728"/>
                  </a:lnTo>
                  <a:lnTo>
                    <a:pt x="33" y="744"/>
                  </a:lnTo>
                  <a:cubicBezTo>
                    <a:pt x="33" y="792"/>
                    <a:pt x="33" y="845"/>
                    <a:pt x="1" y="893"/>
                  </a:cubicBezTo>
                  <a:cubicBezTo>
                    <a:pt x="1" y="893"/>
                    <a:pt x="1" y="909"/>
                    <a:pt x="17" y="909"/>
                  </a:cubicBezTo>
                  <a:lnTo>
                    <a:pt x="33" y="909"/>
                  </a:lnTo>
                  <a:cubicBezTo>
                    <a:pt x="49" y="861"/>
                    <a:pt x="49" y="808"/>
                    <a:pt x="49" y="744"/>
                  </a:cubicBezTo>
                  <a:lnTo>
                    <a:pt x="49" y="728"/>
                  </a:lnTo>
                  <a:cubicBezTo>
                    <a:pt x="66" y="643"/>
                    <a:pt x="49" y="558"/>
                    <a:pt x="49" y="473"/>
                  </a:cubicBezTo>
                  <a:cubicBezTo>
                    <a:pt x="49" y="324"/>
                    <a:pt x="49" y="170"/>
                    <a:pt x="66" y="21"/>
                  </a:cubicBez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>
              <a:extLst>
                <a:ext uri="{FF2B5EF4-FFF2-40B4-BE49-F238E27FC236}">
                  <a16:creationId xmlns:a16="http://schemas.microsoft.com/office/drawing/2014/main" id="{A3E85A34-3017-7A85-B0EB-4A165AB12403}"/>
                </a:ext>
              </a:extLst>
            </p:cNvPr>
            <p:cNvSpPr/>
            <p:nvPr/>
          </p:nvSpPr>
          <p:spPr>
            <a:xfrm>
              <a:off x="1247848" y="2874561"/>
              <a:ext cx="168952" cy="191399"/>
            </a:xfrm>
            <a:custGeom>
              <a:avLst/>
              <a:gdLst/>
              <a:ahLst/>
              <a:cxnLst/>
              <a:rect l="l" t="t" r="r" b="b"/>
              <a:pathLst>
                <a:path w="1701" h="1927" extrusionOk="0">
                  <a:moveTo>
                    <a:pt x="1686" y="1"/>
                  </a:moveTo>
                  <a:cubicBezTo>
                    <a:pt x="1683" y="1"/>
                    <a:pt x="1681" y="2"/>
                    <a:pt x="1681" y="8"/>
                  </a:cubicBezTo>
                  <a:cubicBezTo>
                    <a:pt x="1479" y="93"/>
                    <a:pt x="1277" y="173"/>
                    <a:pt x="1075" y="242"/>
                  </a:cubicBezTo>
                  <a:cubicBezTo>
                    <a:pt x="974" y="274"/>
                    <a:pt x="873" y="311"/>
                    <a:pt x="772" y="343"/>
                  </a:cubicBezTo>
                  <a:cubicBezTo>
                    <a:pt x="570" y="428"/>
                    <a:pt x="351" y="513"/>
                    <a:pt x="117" y="597"/>
                  </a:cubicBezTo>
                  <a:cubicBezTo>
                    <a:pt x="32" y="614"/>
                    <a:pt x="0" y="662"/>
                    <a:pt x="16" y="763"/>
                  </a:cubicBezTo>
                  <a:lnTo>
                    <a:pt x="16" y="1183"/>
                  </a:lnTo>
                  <a:cubicBezTo>
                    <a:pt x="0" y="1405"/>
                    <a:pt x="0" y="1624"/>
                    <a:pt x="32" y="1858"/>
                  </a:cubicBezTo>
                  <a:cubicBezTo>
                    <a:pt x="32" y="1858"/>
                    <a:pt x="32" y="1874"/>
                    <a:pt x="16" y="1890"/>
                  </a:cubicBezTo>
                  <a:lnTo>
                    <a:pt x="0" y="1910"/>
                  </a:lnTo>
                  <a:lnTo>
                    <a:pt x="0" y="1927"/>
                  </a:lnTo>
                  <a:lnTo>
                    <a:pt x="16" y="1927"/>
                  </a:lnTo>
                  <a:lnTo>
                    <a:pt x="32" y="1910"/>
                  </a:lnTo>
                  <a:cubicBezTo>
                    <a:pt x="49" y="1890"/>
                    <a:pt x="65" y="1874"/>
                    <a:pt x="65" y="1842"/>
                  </a:cubicBezTo>
                  <a:cubicBezTo>
                    <a:pt x="32" y="1624"/>
                    <a:pt x="32" y="1405"/>
                    <a:pt x="32" y="1183"/>
                  </a:cubicBezTo>
                  <a:cubicBezTo>
                    <a:pt x="32" y="1050"/>
                    <a:pt x="49" y="900"/>
                    <a:pt x="32" y="747"/>
                  </a:cubicBezTo>
                  <a:cubicBezTo>
                    <a:pt x="32" y="678"/>
                    <a:pt x="49" y="646"/>
                    <a:pt x="117" y="614"/>
                  </a:cubicBezTo>
                  <a:cubicBezTo>
                    <a:pt x="368" y="529"/>
                    <a:pt x="590" y="460"/>
                    <a:pt x="792" y="375"/>
                  </a:cubicBezTo>
                  <a:cubicBezTo>
                    <a:pt x="873" y="343"/>
                    <a:pt x="974" y="311"/>
                    <a:pt x="1075" y="258"/>
                  </a:cubicBezTo>
                  <a:cubicBezTo>
                    <a:pt x="1277" y="194"/>
                    <a:pt x="1499" y="109"/>
                    <a:pt x="1701" y="24"/>
                  </a:cubicBezTo>
                  <a:lnTo>
                    <a:pt x="1701" y="8"/>
                  </a:lnTo>
                  <a:cubicBezTo>
                    <a:pt x="1701" y="8"/>
                    <a:pt x="1692" y="1"/>
                    <a:pt x="16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>
              <a:extLst>
                <a:ext uri="{FF2B5EF4-FFF2-40B4-BE49-F238E27FC236}">
                  <a16:creationId xmlns:a16="http://schemas.microsoft.com/office/drawing/2014/main" id="{E5AA06D3-1692-CD03-1404-EE5D8BB1840C}"/>
                </a:ext>
              </a:extLst>
            </p:cNvPr>
            <p:cNvSpPr/>
            <p:nvPr/>
          </p:nvSpPr>
          <p:spPr>
            <a:xfrm>
              <a:off x="1521886" y="2350026"/>
              <a:ext cx="200636" cy="343168"/>
            </a:xfrm>
            <a:custGeom>
              <a:avLst/>
              <a:gdLst/>
              <a:ahLst/>
              <a:cxnLst/>
              <a:rect l="l" t="t" r="r" b="b"/>
              <a:pathLst>
                <a:path w="2020" h="3455" extrusionOk="0">
                  <a:moveTo>
                    <a:pt x="53" y="1"/>
                  </a:moveTo>
                  <a:cubicBezTo>
                    <a:pt x="32" y="21"/>
                    <a:pt x="0" y="53"/>
                    <a:pt x="0" y="86"/>
                  </a:cubicBezTo>
                  <a:lnTo>
                    <a:pt x="0" y="223"/>
                  </a:lnTo>
                  <a:lnTo>
                    <a:pt x="0" y="728"/>
                  </a:lnTo>
                  <a:cubicBezTo>
                    <a:pt x="0" y="793"/>
                    <a:pt x="53" y="845"/>
                    <a:pt x="85" y="894"/>
                  </a:cubicBezTo>
                  <a:cubicBezTo>
                    <a:pt x="101" y="910"/>
                    <a:pt x="117" y="930"/>
                    <a:pt x="117" y="930"/>
                  </a:cubicBezTo>
                  <a:cubicBezTo>
                    <a:pt x="335" y="1233"/>
                    <a:pt x="574" y="1516"/>
                    <a:pt x="792" y="1802"/>
                  </a:cubicBezTo>
                  <a:cubicBezTo>
                    <a:pt x="1010" y="2089"/>
                    <a:pt x="1244" y="2392"/>
                    <a:pt x="1467" y="2679"/>
                  </a:cubicBezTo>
                  <a:cubicBezTo>
                    <a:pt x="1499" y="2728"/>
                    <a:pt x="1547" y="2780"/>
                    <a:pt x="1584" y="2829"/>
                  </a:cubicBezTo>
                  <a:cubicBezTo>
                    <a:pt x="1701" y="2982"/>
                    <a:pt x="1802" y="3132"/>
                    <a:pt x="1935" y="3285"/>
                  </a:cubicBezTo>
                  <a:cubicBezTo>
                    <a:pt x="1971" y="3301"/>
                    <a:pt x="1971" y="3334"/>
                    <a:pt x="1988" y="3386"/>
                  </a:cubicBezTo>
                  <a:lnTo>
                    <a:pt x="1988" y="3455"/>
                  </a:lnTo>
                  <a:lnTo>
                    <a:pt x="2004" y="3455"/>
                  </a:lnTo>
                  <a:cubicBezTo>
                    <a:pt x="2020" y="3455"/>
                    <a:pt x="2020" y="3455"/>
                    <a:pt x="2020" y="3434"/>
                  </a:cubicBezTo>
                  <a:cubicBezTo>
                    <a:pt x="2020" y="3418"/>
                    <a:pt x="2004" y="3402"/>
                    <a:pt x="2004" y="3386"/>
                  </a:cubicBezTo>
                  <a:cubicBezTo>
                    <a:pt x="2004" y="3334"/>
                    <a:pt x="1988" y="3285"/>
                    <a:pt x="1951" y="3269"/>
                  </a:cubicBezTo>
                  <a:cubicBezTo>
                    <a:pt x="1834" y="3115"/>
                    <a:pt x="1717" y="2966"/>
                    <a:pt x="1600" y="2812"/>
                  </a:cubicBezTo>
                  <a:cubicBezTo>
                    <a:pt x="1568" y="2764"/>
                    <a:pt x="1531" y="2711"/>
                    <a:pt x="1483" y="2663"/>
                  </a:cubicBezTo>
                  <a:cubicBezTo>
                    <a:pt x="1265" y="2376"/>
                    <a:pt x="1042" y="2073"/>
                    <a:pt x="824" y="1786"/>
                  </a:cubicBezTo>
                  <a:cubicBezTo>
                    <a:pt x="590" y="1499"/>
                    <a:pt x="372" y="1213"/>
                    <a:pt x="133" y="910"/>
                  </a:cubicBezTo>
                  <a:cubicBezTo>
                    <a:pt x="133" y="910"/>
                    <a:pt x="117" y="894"/>
                    <a:pt x="117" y="877"/>
                  </a:cubicBezTo>
                  <a:cubicBezTo>
                    <a:pt x="69" y="845"/>
                    <a:pt x="32" y="793"/>
                    <a:pt x="32" y="728"/>
                  </a:cubicBezTo>
                  <a:lnTo>
                    <a:pt x="32" y="223"/>
                  </a:lnTo>
                  <a:lnTo>
                    <a:pt x="32" y="86"/>
                  </a:lnTo>
                  <a:cubicBezTo>
                    <a:pt x="32" y="69"/>
                    <a:pt x="53" y="37"/>
                    <a:pt x="69" y="21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>
              <a:extLst>
                <a:ext uri="{FF2B5EF4-FFF2-40B4-BE49-F238E27FC236}">
                  <a16:creationId xmlns:a16="http://schemas.microsoft.com/office/drawing/2014/main" id="{8C1253FF-CC82-864C-196C-0ABEA42982ED}"/>
                </a:ext>
              </a:extLst>
            </p:cNvPr>
            <p:cNvSpPr/>
            <p:nvPr/>
          </p:nvSpPr>
          <p:spPr>
            <a:xfrm>
              <a:off x="610678" y="2896909"/>
              <a:ext cx="1689" cy="57112"/>
            </a:xfrm>
            <a:custGeom>
              <a:avLst/>
              <a:gdLst/>
              <a:ahLst/>
              <a:cxnLst/>
              <a:rect l="l" t="t" r="r" b="b"/>
              <a:pathLst>
                <a:path w="17" h="575" extrusionOk="0">
                  <a:moveTo>
                    <a:pt x="0" y="1"/>
                  </a:moveTo>
                  <a:lnTo>
                    <a:pt x="0" y="17"/>
                  </a:lnTo>
                  <a:lnTo>
                    <a:pt x="0" y="554"/>
                  </a:lnTo>
                  <a:lnTo>
                    <a:pt x="0" y="574"/>
                  </a:lnTo>
                  <a:cubicBezTo>
                    <a:pt x="16" y="574"/>
                    <a:pt x="16" y="554"/>
                    <a:pt x="16" y="554"/>
                  </a:cubicBezTo>
                  <a:lnTo>
                    <a:pt x="16" y="17"/>
                  </a:lnTo>
                  <a:cubicBezTo>
                    <a:pt x="16" y="17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>
              <a:extLst>
                <a:ext uri="{FF2B5EF4-FFF2-40B4-BE49-F238E27FC236}">
                  <a16:creationId xmlns:a16="http://schemas.microsoft.com/office/drawing/2014/main" id="{7EA4A114-2BE2-F4F5-D938-05690CAEBC7F}"/>
                </a:ext>
              </a:extLst>
            </p:cNvPr>
            <p:cNvSpPr/>
            <p:nvPr/>
          </p:nvSpPr>
          <p:spPr>
            <a:xfrm>
              <a:off x="1742487" y="1791918"/>
              <a:ext cx="167462" cy="394519"/>
            </a:xfrm>
            <a:custGeom>
              <a:avLst/>
              <a:gdLst/>
              <a:ahLst/>
              <a:cxnLst/>
              <a:rect l="l" t="t" r="r" b="b"/>
              <a:pathLst>
                <a:path w="1686" h="397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" y="134"/>
                    <a:pt x="70" y="235"/>
                    <a:pt x="134" y="320"/>
                  </a:cubicBezTo>
                  <a:cubicBezTo>
                    <a:pt x="171" y="352"/>
                    <a:pt x="187" y="388"/>
                    <a:pt x="203" y="437"/>
                  </a:cubicBezTo>
                  <a:cubicBezTo>
                    <a:pt x="474" y="893"/>
                    <a:pt x="740" y="1362"/>
                    <a:pt x="1011" y="1818"/>
                  </a:cubicBezTo>
                  <a:cubicBezTo>
                    <a:pt x="1128" y="2004"/>
                    <a:pt x="1245" y="2206"/>
                    <a:pt x="1346" y="2388"/>
                  </a:cubicBezTo>
                  <a:cubicBezTo>
                    <a:pt x="1383" y="2441"/>
                    <a:pt x="1399" y="2489"/>
                    <a:pt x="1431" y="2525"/>
                  </a:cubicBezTo>
                  <a:cubicBezTo>
                    <a:pt x="1467" y="2610"/>
                    <a:pt x="1516" y="2691"/>
                    <a:pt x="1568" y="2760"/>
                  </a:cubicBezTo>
                  <a:cubicBezTo>
                    <a:pt x="1617" y="2845"/>
                    <a:pt x="1633" y="2929"/>
                    <a:pt x="1633" y="3030"/>
                  </a:cubicBezTo>
                  <a:lnTo>
                    <a:pt x="1633" y="3281"/>
                  </a:lnTo>
                  <a:cubicBezTo>
                    <a:pt x="1633" y="3434"/>
                    <a:pt x="1649" y="3584"/>
                    <a:pt x="1617" y="3721"/>
                  </a:cubicBezTo>
                  <a:cubicBezTo>
                    <a:pt x="1601" y="3770"/>
                    <a:pt x="1617" y="3838"/>
                    <a:pt x="1649" y="3887"/>
                  </a:cubicBezTo>
                  <a:cubicBezTo>
                    <a:pt x="1649" y="3903"/>
                    <a:pt x="1649" y="3939"/>
                    <a:pt x="1669" y="3955"/>
                  </a:cubicBezTo>
                  <a:cubicBezTo>
                    <a:pt x="1669" y="3955"/>
                    <a:pt x="1669" y="3972"/>
                    <a:pt x="1685" y="3972"/>
                  </a:cubicBezTo>
                  <a:lnTo>
                    <a:pt x="1685" y="3955"/>
                  </a:lnTo>
                  <a:cubicBezTo>
                    <a:pt x="1685" y="3923"/>
                    <a:pt x="1669" y="3903"/>
                    <a:pt x="1669" y="3871"/>
                  </a:cubicBezTo>
                  <a:cubicBezTo>
                    <a:pt x="1649" y="3822"/>
                    <a:pt x="1633" y="3770"/>
                    <a:pt x="1633" y="3721"/>
                  </a:cubicBezTo>
                  <a:cubicBezTo>
                    <a:pt x="1669" y="3584"/>
                    <a:pt x="1669" y="3434"/>
                    <a:pt x="1669" y="3281"/>
                  </a:cubicBezTo>
                  <a:cubicBezTo>
                    <a:pt x="1669" y="3196"/>
                    <a:pt x="1649" y="3115"/>
                    <a:pt x="1669" y="3030"/>
                  </a:cubicBezTo>
                  <a:cubicBezTo>
                    <a:pt x="1669" y="2913"/>
                    <a:pt x="1649" y="2828"/>
                    <a:pt x="1584" y="2744"/>
                  </a:cubicBezTo>
                  <a:cubicBezTo>
                    <a:pt x="1532" y="2675"/>
                    <a:pt x="1500" y="2590"/>
                    <a:pt x="1447" y="2525"/>
                  </a:cubicBezTo>
                  <a:cubicBezTo>
                    <a:pt x="1431" y="2473"/>
                    <a:pt x="1399" y="2424"/>
                    <a:pt x="1383" y="2372"/>
                  </a:cubicBezTo>
                  <a:cubicBezTo>
                    <a:pt x="1265" y="2186"/>
                    <a:pt x="1144" y="1984"/>
                    <a:pt x="1043" y="1802"/>
                  </a:cubicBezTo>
                  <a:cubicBezTo>
                    <a:pt x="777" y="1346"/>
                    <a:pt x="490" y="873"/>
                    <a:pt x="235" y="421"/>
                  </a:cubicBezTo>
                  <a:cubicBezTo>
                    <a:pt x="203" y="388"/>
                    <a:pt x="187" y="336"/>
                    <a:pt x="154" y="304"/>
                  </a:cubicBezTo>
                  <a:cubicBezTo>
                    <a:pt x="86" y="219"/>
                    <a:pt x="17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>
              <a:extLst>
                <a:ext uri="{FF2B5EF4-FFF2-40B4-BE49-F238E27FC236}">
                  <a16:creationId xmlns:a16="http://schemas.microsoft.com/office/drawing/2014/main" id="{7F868CD2-387E-6E1E-E5CF-E416EE365995}"/>
                </a:ext>
              </a:extLst>
            </p:cNvPr>
            <p:cNvSpPr/>
            <p:nvPr/>
          </p:nvSpPr>
          <p:spPr>
            <a:xfrm>
              <a:off x="1553570" y="2226465"/>
              <a:ext cx="5264" cy="63469"/>
            </a:xfrm>
            <a:custGeom>
              <a:avLst/>
              <a:gdLst/>
              <a:ahLst/>
              <a:cxnLst/>
              <a:rect l="l" t="t" r="r" b="b"/>
              <a:pathLst>
                <a:path w="53" h="639" extrusionOk="0">
                  <a:moveTo>
                    <a:pt x="37" y="1"/>
                  </a:moveTo>
                  <a:cubicBezTo>
                    <a:pt x="0" y="102"/>
                    <a:pt x="16" y="203"/>
                    <a:pt x="16" y="304"/>
                  </a:cubicBezTo>
                  <a:lnTo>
                    <a:pt x="16" y="489"/>
                  </a:lnTo>
                  <a:lnTo>
                    <a:pt x="16" y="538"/>
                  </a:lnTo>
                  <a:cubicBezTo>
                    <a:pt x="16" y="574"/>
                    <a:pt x="16" y="607"/>
                    <a:pt x="0" y="623"/>
                  </a:cubicBezTo>
                  <a:lnTo>
                    <a:pt x="0" y="639"/>
                  </a:lnTo>
                  <a:lnTo>
                    <a:pt x="16" y="639"/>
                  </a:lnTo>
                  <a:cubicBezTo>
                    <a:pt x="53" y="607"/>
                    <a:pt x="37" y="574"/>
                    <a:pt x="37" y="538"/>
                  </a:cubicBezTo>
                  <a:lnTo>
                    <a:pt x="37" y="506"/>
                  </a:lnTo>
                  <a:lnTo>
                    <a:pt x="37" y="304"/>
                  </a:lnTo>
                  <a:cubicBezTo>
                    <a:pt x="37" y="203"/>
                    <a:pt x="37" y="118"/>
                    <a:pt x="53" y="17"/>
                  </a:cubicBezTo>
                  <a:cubicBezTo>
                    <a:pt x="53" y="1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>
              <a:extLst>
                <a:ext uri="{FF2B5EF4-FFF2-40B4-BE49-F238E27FC236}">
                  <a16:creationId xmlns:a16="http://schemas.microsoft.com/office/drawing/2014/main" id="{B4BD9E62-C56A-B35F-60AD-BB1BF2843AEE}"/>
                </a:ext>
              </a:extLst>
            </p:cNvPr>
            <p:cNvSpPr/>
            <p:nvPr/>
          </p:nvSpPr>
          <p:spPr>
            <a:xfrm>
              <a:off x="1643857" y="2355290"/>
              <a:ext cx="6853" cy="61879"/>
            </a:xfrm>
            <a:custGeom>
              <a:avLst/>
              <a:gdLst/>
              <a:ahLst/>
              <a:cxnLst/>
              <a:rect l="l" t="t" r="r" b="b"/>
              <a:pathLst>
                <a:path w="69" h="62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01"/>
                    <a:pt x="16" y="202"/>
                    <a:pt x="16" y="287"/>
                  </a:cubicBezTo>
                  <a:lnTo>
                    <a:pt x="16" y="473"/>
                  </a:lnTo>
                  <a:lnTo>
                    <a:pt x="16" y="521"/>
                  </a:lnTo>
                  <a:cubicBezTo>
                    <a:pt x="16" y="538"/>
                    <a:pt x="37" y="574"/>
                    <a:pt x="16" y="606"/>
                  </a:cubicBezTo>
                  <a:cubicBezTo>
                    <a:pt x="0" y="606"/>
                    <a:pt x="0" y="606"/>
                    <a:pt x="16" y="622"/>
                  </a:cubicBezTo>
                  <a:lnTo>
                    <a:pt x="37" y="606"/>
                  </a:lnTo>
                  <a:cubicBezTo>
                    <a:pt x="53" y="574"/>
                    <a:pt x="53" y="538"/>
                    <a:pt x="53" y="505"/>
                  </a:cubicBezTo>
                  <a:lnTo>
                    <a:pt x="53" y="473"/>
                  </a:lnTo>
                  <a:lnTo>
                    <a:pt x="53" y="287"/>
                  </a:lnTo>
                  <a:cubicBezTo>
                    <a:pt x="53" y="202"/>
                    <a:pt x="53" y="101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>
              <a:extLst>
                <a:ext uri="{FF2B5EF4-FFF2-40B4-BE49-F238E27FC236}">
                  <a16:creationId xmlns:a16="http://schemas.microsoft.com/office/drawing/2014/main" id="{E59B502C-13C2-274E-BC82-6BFEB194A029}"/>
                </a:ext>
              </a:extLst>
            </p:cNvPr>
            <p:cNvSpPr/>
            <p:nvPr/>
          </p:nvSpPr>
          <p:spPr>
            <a:xfrm>
              <a:off x="869817" y="2978753"/>
              <a:ext cx="334328" cy="219210"/>
            </a:xfrm>
            <a:custGeom>
              <a:avLst/>
              <a:gdLst/>
              <a:ahLst/>
              <a:cxnLst/>
              <a:rect l="l" t="t" r="r" b="b"/>
              <a:pathLst>
                <a:path w="3366" h="2207" extrusionOk="0">
                  <a:moveTo>
                    <a:pt x="3350" y="1"/>
                  </a:moveTo>
                  <a:cubicBezTo>
                    <a:pt x="3200" y="33"/>
                    <a:pt x="3063" y="86"/>
                    <a:pt x="2929" y="154"/>
                  </a:cubicBezTo>
                  <a:cubicBezTo>
                    <a:pt x="2881" y="171"/>
                    <a:pt x="2828" y="187"/>
                    <a:pt x="2780" y="203"/>
                  </a:cubicBezTo>
                  <a:cubicBezTo>
                    <a:pt x="2392" y="356"/>
                    <a:pt x="2004" y="490"/>
                    <a:pt x="1633" y="639"/>
                  </a:cubicBezTo>
                  <a:cubicBezTo>
                    <a:pt x="1415" y="724"/>
                    <a:pt x="1180" y="809"/>
                    <a:pt x="962" y="894"/>
                  </a:cubicBezTo>
                  <a:cubicBezTo>
                    <a:pt x="792" y="962"/>
                    <a:pt x="623" y="1011"/>
                    <a:pt x="473" y="1080"/>
                  </a:cubicBezTo>
                  <a:cubicBezTo>
                    <a:pt x="356" y="1128"/>
                    <a:pt x="235" y="1164"/>
                    <a:pt x="118" y="1213"/>
                  </a:cubicBezTo>
                  <a:cubicBezTo>
                    <a:pt x="33" y="1245"/>
                    <a:pt x="1" y="1298"/>
                    <a:pt x="1" y="1383"/>
                  </a:cubicBezTo>
                  <a:cubicBezTo>
                    <a:pt x="17" y="1568"/>
                    <a:pt x="1" y="1734"/>
                    <a:pt x="1" y="1920"/>
                  </a:cubicBezTo>
                  <a:lnTo>
                    <a:pt x="1" y="2053"/>
                  </a:lnTo>
                  <a:cubicBezTo>
                    <a:pt x="1" y="2106"/>
                    <a:pt x="1" y="2154"/>
                    <a:pt x="33" y="2207"/>
                  </a:cubicBezTo>
                  <a:lnTo>
                    <a:pt x="53" y="2207"/>
                  </a:lnTo>
                  <a:cubicBezTo>
                    <a:pt x="69" y="2207"/>
                    <a:pt x="69" y="2190"/>
                    <a:pt x="53" y="2190"/>
                  </a:cubicBezTo>
                  <a:cubicBezTo>
                    <a:pt x="33" y="2138"/>
                    <a:pt x="33" y="2106"/>
                    <a:pt x="33" y="2053"/>
                  </a:cubicBezTo>
                  <a:lnTo>
                    <a:pt x="33" y="1920"/>
                  </a:lnTo>
                  <a:lnTo>
                    <a:pt x="33" y="1383"/>
                  </a:lnTo>
                  <a:cubicBezTo>
                    <a:pt x="33" y="1298"/>
                    <a:pt x="53" y="1265"/>
                    <a:pt x="134" y="1229"/>
                  </a:cubicBezTo>
                  <a:cubicBezTo>
                    <a:pt x="255" y="1197"/>
                    <a:pt x="356" y="1144"/>
                    <a:pt x="473" y="1112"/>
                  </a:cubicBezTo>
                  <a:cubicBezTo>
                    <a:pt x="639" y="1043"/>
                    <a:pt x="809" y="979"/>
                    <a:pt x="978" y="926"/>
                  </a:cubicBezTo>
                  <a:cubicBezTo>
                    <a:pt x="1196" y="841"/>
                    <a:pt x="1415" y="740"/>
                    <a:pt x="1649" y="659"/>
                  </a:cubicBezTo>
                  <a:cubicBezTo>
                    <a:pt x="2020" y="522"/>
                    <a:pt x="2408" y="373"/>
                    <a:pt x="2780" y="235"/>
                  </a:cubicBezTo>
                  <a:cubicBezTo>
                    <a:pt x="2828" y="219"/>
                    <a:pt x="2897" y="187"/>
                    <a:pt x="2946" y="171"/>
                  </a:cubicBezTo>
                  <a:cubicBezTo>
                    <a:pt x="3083" y="118"/>
                    <a:pt x="3216" y="53"/>
                    <a:pt x="3366" y="33"/>
                  </a:cubicBezTo>
                  <a:lnTo>
                    <a:pt x="3366" y="17"/>
                  </a:lnTo>
                  <a:cubicBezTo>
                    <a:pt x="3366" y="1"/>
                    <a:pt x="3366" y="1"/>
                    <a:pt x="33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>
              <a:extLst>
                <a:ext uri="{FF2B5EF4-FFF2-40B4-BE49-F238E27FC236}">
                  <a16:creationId xmlns:a16="http://schemas.microsoft.com/office/drawing/2014/main" id="{238EEECE-C984-8CE3-5454-9D7B579A9EBF}"/>
                </a:ext>
              </a:extLst>
            </p:cNvPr>
            <p:cNvSpPr/>
            <p:nvPr/>
          </p:nvSpPr>
          <p:spPr>
            <a:xfrm>
              <a:off x="1257880" y="1238579"/>
              <a:ext cx="160509" cy="204014"/>
            </a:xfrm>
            <a:custGeom>
              <a:avLst/>
              <a:gdLst/>
              <a:ahLst/>
              <a:cxnLst/>
              <a:rect l="l" t="t" r="r" b="b"/>
              <a:pathLst>
                <a:path w="1616" h="2054" extrusionOk="0">
                  <a:moveTo>
                    <a:pt x="1600" y="1"/>
                  </a:moveTo>
                  <a:lnTo>
                    <a:pt x="1277" y="183"/>
                  </a:lnTo>
                  <a:cubicBezTo>
                    <a:pt x="994" y="352"/>
                    <a:pt x="707" y="522"/>
                    <a:pt x="436" y="688"/>
                  </a:cubicBezTo>
                  <a:cubicBezTo>
                    <a:pt x="388" y="724"/>
                    <a:pt x="351" y="740"/>
                    <a:pt x="319" y="772"/>
                  </a:cubicBezTo>
                  <a:cubicBezTo>
                    <a:pt x="250" y="809"/>
                    <a:pt x="186" y="857"/>
                    <a:pt x="101" y="890"/>
                  </a:cubicBezTo>
                  <a:cubicBezTo>
                    <a:pt x="32" y="926"/>
                    <a:pt x="0" y="974"/>
                    <a:pt x="0" y="1043"/>
                  </a:cubicBezTo>
                  <a:lnTo>
                    <a:pt x="0" y="1968"/>
                  </a:lnTo>
                  <a:cubicBezTo>
                    <a:pt x="0" y="1984"/>
                    <a:pt x="16" y="2001"/>
                    <a:pt x="16" y="2021"/>
                  </a:cubicBezTo>
                  <a:cubicBezTo>
                    <a:pt x="32" y="2037"/>
                    <a:pt x="32" y="2037"/>
                    <a:pt x="32" y="2053"/>
                  </a:cubicBezTo>
                  <a:lnTo>
                    <a:pt x="48" y="2053"/>
                  </a:lnTo>
                  <a:cubicBezTo>
                    <a:pt x="48" y="2053"/>
                    <a:pt x="65" y="2037"/>
                    <a:pt x="48" y="2037"/>
                  </a:cubicBezTo>
                  <a:lnTo>
                    <a:pt x="48" y="2021"/>
                  </a:lnTo>
                  <a:cubicBezTo>
                    <a:pt x="32" y="2001"/>
                    <a:pt x="32" y="1984"/>
                    <a:pt x="32" y="1968"/>
                  </a:cubicBezTo>
                  <a:lnTo>
                    <a:pt x="32" y="1043"/>
                  </a:lnTo>
                  <a:cubicBezTo>
                    <a:pt x="32" y="974"/>
                    <a:pt x="48" y="942"/>
                    <a:pt x="117" y="910"/>
                  </a:cubicBezTo>
                  <a:cubicBezTo>
                    <a:pt x="186" y="873"/>
                    <a:pt x="250" y="841"/>
                    <a:pt x="319" y="789"/>
                  </a:cubicBezTo>
                  <a:cubicBezTo>
                    <a:pt x="368" y="756"/>
                    <a:pt x="404" y="740"/>
                    <a:pt x="436" y="708"/>
                  </a:cubicBezTo>
                  <a:cubicBezTo>
                    <a:pt x="723" y="538"/>
                    <a:pt x="1010" y="385"/>
                    <a:pt x="1297" y="219"/>
                  </a:cubicBezTo>
                  <a:lnTo>
                    <a:pt x="1600" y="33"/>
                  </a:lnTo>
                  <a:cubicBezTo>
                    <a:pt x="1616" y="17"/>
                    <a:pt x="1616" y="17"/>
                    <a:pt x="1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>
              <a:extLst>
                <a:ext uri="{FF2B5EF4-FFF2-40B4-BE49-F238E27FC236}">
                  <a16:creationId xmlns:a16="http://schemas.microsoft.com/office/drawing/2014/main" id="{AE6ABCE5-6F1E-B2EF-10F4-AE7E2A534921}"/>
                </a:ext>
              </a:extLst>
            </p:cNvPr>
            <p:cNvSpPr/>
            <p:nvPr/>
          </p:nvSpPr>
          <p:spPr>
            <a:xfrm>
              <a:off x="871406" y="1393923"/>
              <a:ext cx="339592" cy="280891"/>
            </a:xfrm>
            <a:custGeom>
              <a:avLst/>
              <a:gdLst/>
              <a:ahLst/>
              <a:cxnLst/>
              <a:rect l="l" t="t" r="r" b="b"/>
              <a:pathLst>
                <a:path w="3419" h="2828" extrusionOk="0">
                  <a:moveTo>
                    <a:pt x="3402" y="0"/>
                  </a:moveTo>
                  <a:cubicBezTo>
                    <a:pt x="3233" y="69"/>
                    <a:pt x="3083" y="170"/>
                    <a:pt x="2930" y="255"/>
                  </a:cubicBezTo>
                  <a:cubicBezTo>
                    <a:pt x="2881" y="303"/>
                    <a:pt x="2812" y="336"/>
                    <a:pt x="2764" y="372"/>
                  </a:cubicBezTo>
                  <a:cubicBezTo>
                    <a:pt x="2174" y="707"/>
                    <a:pt x="1601" y="1042"/>
                    <a:pt x="1047" y="1382"/>
                  </a:cubicBezTo>
                  <a:lnTo>
                    <a:pt x="623" y="1632"/>
                  </a:lnTo>
                  <a:cubicBezTo>
                    <a:pt x="558" y="1669"/>
                    <a:pt x="490" y="1701"/>
                    <a:pt x="421" y="1733"/>
                  </a:cubicBezTo>
                  <a:cubicBezTo>
                    <a:pt x="320" y="1802"/>
                    <a:pt x="203" y="1887"/>
                    <a:pt x="69" y="1951"/>
                  </a:cubicBezTo>
                  <a:cubicBezTo>
                    <a:pt x="37" y="1972"/>
                    <a:pt x="1" y="1988"/>
                    <a:pt x="1" y="2036"/>
                  </a:cubicBezTo>
                  <a:lnTo>
                    <a:pt x="1" y="2323"/>
                  </a:lnTo>
                  <a:cubicBezTo>
                    <a:pt x="1" y="2493"/>
                    <a:pt x="1" y="2658"/>
                    <a:pt x="17" y="2812"/>
                  </a:cubicBezTo>
                  <a:cubicBezTo>
                    <a:pt x="17" y="2828"/>
                    <a:pt x="17" y="2828"/>
                    <a:pt x="37" y="2828"/>
                  </a:cubicBezTo>
                  <a:lnTo>
                    <a:pt x="53" y="2812"/>
                  </a:lnTo>
                  <a:cubicBezTo>
                    <a:pt x="17" y="2658"/>
                    <a:pt x="37" y="2493"/>
                    <a:pt x="37" y="2323"/>
                  </a:cubicBezTo>
                  <a:lnTo>
                    <a:pt x="37" y="2036"/>
                  </a:lnTo>
                  <a:cubicBezTo>
                    <a:pt x="37" y="2004"/>
                    <a:pt x="53" y="1988"/>
                    <a:pt x="86" y="1972"/>
                  </a:cubicBezTo>
                  <a:cubicBezTo>
                    <a:pt x="203" y="1903"/>
                    <a:pt x="320" y="1834"/>
                    <a:pt x="441" y="1770"/>
                  </a:cubicBezTo>
                  <a:cubicBezTo>
                    <a:pt x="506" y="1717"/>
                    <a:pt x="574" y="1685"/>
                    <a:pt x="623" y="1648"/>
                  </a:cubicBezTo>
                  <a:lnTo>
                    <a:pt x="1047" y="1398"/>
                  </a:lnTo>
                  <a:cubicBezTo>
                    <a:pt x="1617" y="1079"/>
                    <a:pt x="2190" y="723"/>
                    <a:pt x="2764" y="388"/>
                  </a:cubicBezTo>
                  <a:cubicBezTo>
                    <a:pt x="2829" y="356"/>
                    <a:pt x="2897" y="319"/>
                    <a:pt x="2946" y="287"/>
                  </a:cubicBezTo>
                  <a:cubicBezTo>
                    <a:pt x="3099" y="186"/>
                    <a:pt x="3249" y="101"/>
                    <a:pt x="3418" y="33"/>
                  </a:cubicBezTo>
                  <a:lnTo>
                    <a:pt x="3418" y="16"/>
                  </a:lnTo>
                  <a:cubicBezTo>
                    <a:pt x="3418" y="0"/>
                    <a:pt x="3402" y="0"/>
                    <a:pt x="34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>
              <a:extLst>
                <a:ext uri="{FF2B5EF4-FFF2-40B4-BE49-F238E27FC236}">
                  <a16:creationId xmlns:a16="http://schemas.microsoft.com/office/drawing/2014/main" id="{ACC1F366-B251-B7E3-157A-F8FBCCC29352}"/>
                </a:ext>
              </a:extLst>
            </p:cNvPr>
            <p:cNvSpPr/>
            <p:nvPr/>
          </p:nvSpPr>
          <p:spPr>
            <a:xfrm>
              <a:off x="936861" y="2418659"/>
              <a:ext cx="4867" cy="83930"/>
            </a:xfrm>
            <a:custGeom>
              <a:avLst/>
              <a:gdLst/>
              <a:ahLst/>
              <a:cxnLst/>
              <a:rect l="l" t="t" r="r" b="b"/>
              <a:pathLst>
                <a:path w="49" h="845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54"/>
                    <a:pt x="16" y="287"/>
                    <a:pt x="0" y="421"/>
                  </a:cubicBezTo>
                  <a:lnTo>
                    <a:pt x="0" y="691"/>
                  </a:lnTo>
                  <a:cubicBezTo>
                    <a:pt x="16" y="691"/>
                    <a:pt x="0" y="707"/>
                    <a:pt x="0" y="724"/>
                  </a:cubicBezTo>
                  <a:cubicBezTo>
                    <a:pt x="0" y="760"/>
                    <a:pt x="0" y="808"/>
                    <a:pt x="33" y="845"/>
                  </a:cubicBezTo>
                  <a:lnTo>
                    <a:pt x="49" y="845"/>
                  </a:lnTo>
                  <a:lnTo>
                    <a:pt x="49" y="825"/>
                  </a:lnTo>
                  <a:cubicBezTo>
                    <a:pt x="33" y="792"/>
                    <a:pt x="33" y="760"/>
                    <a:pt x="33" y="724"/>
                  </a:cubicBezTo>
                  <a:lnTo>
                    <a:pt x="33" y="691"/>
                  </a:lnTo>
                  <a:lnTo>
                    <a:pt x="33" y="421"/>
                  </a:lnTo>
                  <a:cubicBezTo>
                    <a:pt x="33" y="287"/>
                    <a:pt x="33" y="154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>
              <a:extLst>
                <a:ext uri="{FF2B5EF4-FFF2-40B4-BE49-F238E27FC236}">
                  <a16:creationId xmlns:a16="http://schemas.microsoft.com/office/drawing/2014/main" id="{F5085176-1B51-91F3-121D-56A19F5A5368}"/>
                </a:ext>
              </a:extLst>
            </p:cNvPr>
            <p:cNvSpPr/>
            <p:nvPr/>
          </p:nvSpPr>
          <p:spPr>
            <a:xfrm>
              <a:off x="687655" y="2637770"/>
              <a:ext cx="127335" cy="135678"/>
            </a:xfrm>
            <a:custGeom>
              <a:avLst/>
              <a:gdLst/>
              <a:ahLst/>
              <a:cxnLst/>
              <a:rect l="l" t="t" r="r" b="b"/>
              <a:pathLst>
                <a:path w="1282" h="1366" extrusionOk="0">
                  <a:moveTo>
                    <a:pt x="1261" y="0"/>
                  </a:moveTo>
                  <a:cubicBezTo>
                    <a:pt x="1128" y="53"/>
                    <a:pt x="978" y="117"/>
                    <a:pt x="841" y="186"/>
                  </a:cubicBezTo>
                  <a:cubicBezTo>
                    <a:pt x="740" y="235"/>
                    <a:pt x="639" y="271"/>
                    <a:pt x="538" y="319"/>
                  </a:cubicBezTo>
                  <a:cubicBezTo>
                    <a:pt x="421" y="356"/>
                    <a:pt x="304" y="420"/>
                    <a:pt x="203" y="473"/>
                  </a:cubicBezTo>
                  <a:cubicBezTo>
                    <a:pt x="170" y="489"/>
                    <a:pt x="150" y="489"/>
                    <a:pt x="118" y="505"/>
                  </a:cubicBezTo>
                  <a:lnTo>
                    <a:pt x="102" y="505"/>
                  </a:lnTo>
                  <a:cubicBezTo>
                    <a:pt x="69" y="537"/>
                    <a:pt x="1" y="558"/>
                    <a:pt x="1" y="622"/>
                  </a:cubicBezTo>
                  <a:lnTo>
                    <a:pt x="1" y="877"/>
                  </a:lnTo>
                  <a:cubicBezTo>
                    <a:pt x="1" y="1026"/>
                    <a:pt x="1" y="1196"/>
                    <a:pt x="17" y="1366"/>
                  </a:cubicBezTo>
                  <a:lnTo>
                    <a:pt x="33" y="1366"/>
                  </a:lnTo>
                  <a:cubicBezTo>
                    <a:pt x="33" y="1366"/>
                    <a:pt x="49" y="1366"/>
                    <a:pt x="49" y="1345"/>
                  </a:cubicBezTo>
                  <a:cubicBezTo>
                    <a:pt x="17" y="1196"/>
                    <a:pt x="33" y="1026"/>
                    <a:pt x="33" y="877"/>
                  </a:cubicBezTo>
                  <a:lnTo>
                    <a:pt x="33" y="622"/>
                  </a:lnTo>
                  <a:cubicBezTo>
                    <a:pt x="33" y="574"/>
                    <a:pt x="69" y="558"/>
                    <a:pt x="118" y="537"/>
                  </a:cubicBezTo>
                  <a:lnTo>
                    <a:pt x="134" y="521"/>
                  </a:lnTo>
                  <a:cubicBezTo>
                    <a:pt x="150" y="521"/>
                    <a:pt x="186" y="505"/>
                    <a:pt x="219" y="489"/>
                  </a:cubicBezTo>
                  <a:cubicBezTo>
                    <a:pt x="320" y="437"/>
                    <a:pt x="437" y="388"/>
                    <a:pt x="554" y="336"/>
                  </a:cubicBezTo>
                  <a:cubicBezTo>
                    <a:pt x="655" y="303"/>
                    <a:pt x="756" y="255"/>
                    <a:pt x="857" y="202"/>
                  </a:cubicBezTo>
                  <a:cubicBezTo>
                    <a:pt x="994" y="134"/>
                    <a:pt x="1128" y="69"/>
                    <a:pt x="1281" y="33"/>
                  </a:cubicBezTo>
                  <a:lnTo>
                    <a:pt x="1281" y="16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>
              <a:extLst>
                <a:ext uri="{FF2B5EF4-FFF2-40B4-BE49-F238E27FC236}">
                  <a16:creationId xmlns:a16="http://schemas.microsoft.com/office/drawing/2014/main" id="{3B2CBD83-A026-850D-1F1C-60E145CED666}"/>
                </a:ext>
              </a:extLst>
            </p:cNvPr>
            <p:cNvSpPr/>
            <p:nvPr/>
          </p:nvSpPr>
          <p:spPr>
            <a:xfrm>
              <a:off x="540455" y="3329867"/>
              <a:ext cx="97140" cy="33373"/>
            </a:xfrm>
            <a:custGeom>
              <a:avLst/>
              <a:gdLst/>
              <a:ahLst/>
              <a:cxnLst/>
              <a:rect l="l" t="t" r="r" b="b"/>
              <a:pathLst>
                <a:path w="978" h="336" extrusionOk="0">
                  <a:moveTo>
                    <a:pt x="962" y="1"/>
                  </a:moveTo>
                  <a:cubicBezTo>
                    <a:pt x="776" y="53"/>
                    <a:pt x="606" y="118"/>
                    <a:pt x="440" y="186"/>
                  </a:cubicBezTo>
                  <a:cubicBezTo>
                    <a:pt x="356" y="203"/>
                    <a:pt x="271" y="235"/>
                    <a:pt x="202" y="271"/>
                  </a:cubicBezTo>
                  <a:cubicBezTo>
                    <a:pt x="186" y="271"/>
                    <a:pt x="170" y="271"/>
                    <a:pt x="154" y="287"/>
                  </a:cubicBezTo>
                  <a:cubicBezTo>
                    <a:pt x="101" y="304"/>
                    <a:pt x="69" y="320"/>
                    <a:pt x="16" y="320"/>
                  </a:cubicBezTo>
                  <a:cubicBezTo>
                    <a:pt x="0" y="320"/>
                    <a:pt x="0" y="320"/>
                    <a:pt x="0" y="336"/>
                  </a:cubicBezTo>
                  <a:lnTo>
                    <a:pt x="16" y="336"/>
                  </a:lnTo>
                  <a:cubicBezTo>
                    <a:pt x="69" y="336"/>
                    <a:pt x="117" y="320"/>
                    <a:pt x="154" y="304"/>
                  </a:cubicBezTo>
                  <a:cubicBezTo>
                    <a:pt x="170" y="304"/>
                    <a:pt x="186" y="304"/>
                    <a:pt x="202" y="287"/>
                  </a:cubicBezTo>
                  <a:cubicBezTo>
                    <a:pt x="287" y="271"/>
                    <a:pt x="372" y="235"/>
                    <a:pt x="440" y="203"/>
                  </a:cubicBezTo>
                  <a:cubicBezTo>
                    <a:pt x="606" y="134"/>
                    <a:pt x="792" y="69"/>
                    <a:pt x="962" y="33"/>
                  </a:cubicBezTo>
                  <a:cubicBezTo>
                    <a:pt x="978" y="33"/>
                    <a:pt x="978" y="17"/>
                    <a:pt x="978" y="17"/>
                  </a:cubicBezTo>
                  <a:cubicBezTo>
                    <a:pt x="978" y="17"/>
                    <a:pt x="978" y="1"/>
                    <a:pt x="9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>
              <a:extLst>
                <a:ext uri="{FF2B5EF4-FFF2-40B4-BE49-F238E27FC236}">
                  <a16:creationId xmlns:a16="http://schemas.microsoft.com/office/drawing/2014/main" id="{07E7C4B3-8DBE-C44F-6B4A-85540EFA5DE4}"/>
                </a:ext>
              </a:extLst>
            </p:cNvPr>
            <p:cNvSpPr/>
            <p:nvPr/>
          </p:nvSpPr>
          <p:spPr>
            <a:xfrm>
              <a:off x="1413125" y="1562080"/>
              <a:ext cx="5264" cy="47775"/>
            </a:xfrm>
            <a:custGeom>
              <a:avLst/>
              <a:gdLst/>
              <a:ahLst/>
              <a:cxnLst/>
              <a:rect l="l" t="t" r="r" b="b"/>
              <a:pathLst>
                <a:path w="53" h="481" extrusionOk="0">
                  <a:moveTo>
                    <a:pt x="31" y="1"/>
                  </a:moveTo>
                  <a:cubicBezTo>
                    <a:pt x="26" y="1"/>
                    <a:pt x="17" y="8"/>
                    <a:pt x="17" y="8"/>
                  </a:cubicBezTo>
                  <a:cubicBezTo>
                    <a:pt x="0" y="109"/>
                    <a:pt x="0" y="210"/>
                    <a:pt x="0" y="311"/>
                  </a:cubicBezTo>
                  <a:cubicBezTo>
                    <a:pt x="0" y="359"/>
                    <a:pt x="17" y="412"/>
                    <a:pt x="0" y="481"/>
                  </a:cubicBezTo>
                  <a:lnTo>
                    <a:pt x="37" y="481"/>
                  </a:lnTo>
                  <a:lnTo>
                    <a:pt x="37" y="311"/>
                  </a:lnTo>
                  <a:cubicBezTo>
                    <a:pt x="37" y="210"/>
                    <a:pt x="37" y="109"/>
                    <a:pt x="53" y="8"/>
                  </a:cubicBezTo>
                  <a:lnTo>
                    <a:pt x="37" y="8"/>
                  </a:lnTo>
                  <a:cubicBezTo>
                    <a:pt x="37" y="3"/>
                    <a:pt x="34" y="1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>
              <a:extLst>
                <a:ext uri="{FF2B5EF4-FFF2-40B4-BE49-F238E27FC236}">
                  <a16:creationId xmlns:a16="http://schemas.microsoft.com/office/drawing/2014/main" id="{ADAFE8B7-C313-6652-155B-E85617CEDE42}"/>
                </a:ext>
              </a:extLst>
            </p:cNvPr>
            <p:cNvSpPr/>
            <p:nvPr/>
          </p:nvSpPr>
          <p:spPr>
            <a:xfrm>
              <a:off x="1583666" y="1928788"/>
              <a:ext cx="3675" cy="55423"/>
            </a:xfrm>
            <a:custGeom>
              <a:avLst/>
              <a:gdLst/>
              <a:ahLst/>
              <a:cxnLst/>
              <a:rect l="l" t="t" r="r" b="b"/>
              <a:pathLst>
                <a:path w="37" h="558" extrusionOk="0">
                  <a:moveTo>
                    <a:pt x="0" y="0"/>
                  </a:moveTo>
                  <a:lnTo>
                    <a:pt x="0" y="558"/>
                  </a:lnTo>
                  <a:lnTo>
                    <a:pt x="37" y="55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0">
              <a:extLst>
                <a:ext uri="{FF2B5EF4-FFF2-40B4-BE49-F238E27FC236}">
                  <a16:creationId xmlns:a16="http://schemas.microsoft.com/office/drawing/2014/main" id="{6DA37125-F128-2982-F3BD-30539DE99674}"/>
                </a:ext>
              </a:extLst>
            </p:cNvPr>
            <p:cNvSpPr/>
            <p:nvPr/>
          </p:nvSpPr>
          <p:spPr>
            <a:xfrm>
              <a:off x="891470" y="2106083"/>
              <a:ext cx="5364" cy="88797"/>
            </a:xfrm>
            <a:custGeom>
              <a:avLst/>
              <a:gdLst/>
              <a:ahLst/>
              <a:cxnLst/>
              <a:rect l="l" t="t" r="r" b="b"/>
              <a:pathLst>
                <a:path w="54" h="894" extrusionOk="0">
                  <a:moveTo>
                    <a:pt x="1" y="1"/>
                  </a:moveTo>
                  <a:lnTo>
                    <a:pt x="1" y="203"/>
                  </a:lnTo>
                  <a:lnTo>
                    <a:pt x="1" y="760"/>
                  </a:lnTo>
                  <a:lnTo>
                    <a:pt x="1" y="776"/>
                  </a:lnTo>
                  <a:cubicBezTo>
                    <a:pt x="1" y="809"/>
                    <a:pt x="1" y="861"/>
                    <a:pt x="17" y="893"/>
                  </a:cubicBezTo>
                  <a:lnTo>
                    <a:pt x="37" y="893"/>
                  </a:lnTo>
                  <a:cubicBezTo>
                    <a:pt x="53" y="893"/>
                    <a:pt x="53" y="893"/>
                    <a:pt x="37" y="877"/>
                  </a:cubicBezTo>
                  <a:lnTo>
                    <a:pt x="37" y="776"/>
                  </a:lnTo>
                  <a:lnTo>
                    <a:pt x="37" y="760"/>
                  </a:lnTo>
                  <a:lnTo>
                    <a:pt x="37" y="203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0">
              <a:extLst>
                <a:ext uri="{FF2B5EF4-FFF2-40B4-BE49-F238E27FC236}">
                  <a16:creationId xmlns:a16="http://schemas.microsoft.com/office/drawing/2014/main" id="{8816AAEA-E03B-C5D6-5738-93059093E0AF}"/>
                </a:ext>
              </a:extLst>
            </p:cNvPr>
            <p:cNvSpPr/>
            <p:nvPr/>
          </p:nvSpPr>
          <p:spPr>
            <a:xfrm>
              <a:off x="1815987" y="1976564"/>
              <a:ext cx="5264" cy="42610"/>
            </a:xfrm>
            <a:custGeom>
              <a:avLst/>
              <a:gdLst/>
              <a:ahLst/>
              <a:cxnLst/>
              <a:rect l="l" t="t" r="r" b="b"/>
              <a:pathLst>
                <a:path w="53" h="429" extrusionOk="0">
                  <a:moveTo>
                    <a:pt x="41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20" y="77"/>
                    <a:pt x="20" y="145"/>
                    <a:pt x="20" y="210"/>
                  </a:cubicBezTo>
                  <a:cubicBezTo>
                    <a:pt x="20" y="279"/>
                    <a:pt x="20" y="347"/>
                    <a:pt x="0" y="412"/>
                  </a:cubicBezTo>
                  <a:cubicBezTo>
                    <a:pt x="0" y="428"/>
                    <a:pt x="0" y="428"/>
                    <a:pt x="20" y="428"/>
                  </a:cubicBezTo>
                  <a:lnTo>
                    <a:pt x="37" y="428"/>
                  </a:lnTo>
                  <a:cubicBezTo>
                    <a:pt x="53" y="363"/>
                    <a:pt x="53" y="279"/>
                    <a:pt x="53" y="210"/>
                  </a:cubicBezTo>
                  <a:cubicBezTo>
                    <a:pt x="37" y="145"/>
                    <a:pt x="37" y="77"/>
                    <a:pt x="53" y="24"/>
                  </a:cubicBezTo>
                  <a:lnTo>
                    <a:pt x="53" y="8"/>
                  </a:lnTo>
                  <a:cubicBezTo>
                    <a:pt x="47" y="3"/>
                    <a:pt x="44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>
              <a:extLst>
                <a:ext uri="{FF2B5EF4-FFF2-40B4-BE49-F238E27FC236}">
                  <a16:creationId xmlns:a16="http://schemas.microsoft.com/office/drawing/2014/main" id="{717CB990-8F52-6B26-1A4A-9A6F22864B82}"/>
                </a:ext>
              </a:extLst>
            </p:cNvPr>
            <p:cNvSpPr/>
            <p:nvPr/>
          </p:nvSpPr>
          <p:spPr>
            <a:xfrm>
              <a:off x="1182393" y="3328277"/>
              <a:ext cx="5364" cy="97239"/>
            </a:xfrm>
            <a:custGeom>
              <a:avLst/>
              <a:gdLst/>
              <a:ahLst/>
              <a:cxnLst/>
              <a:rect l="l" t="t" r="r" b="b"/>
              <a:pathLst>
                <a:path w="54" h="97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7" y="134"/>
                    <a:pt x="17" y="251"/>
                    <a:pt x="17" y="372"/>
                  </a:cubicBezTo>
                  <a:lnTo>
                    <a:pt x="17" y="574"/>
                  </a:lnTo>
                  <a:lnTo>
                    <a:pt x="17" y="841"/>
                  </a:lnTo>
                  <a:lnTo>
                    <a:pt x="17" y="958"/>
                  </a:lnTo>
                  <a:lnTo>
                    <a:pt x="37" y="978"/>
                  </a:lnTo>
                  <a:lnTo>
                    <a:pt x="53" y="958"/>
                  </a:lnTo>
                  <a:lnTo>
                    <a:pt x="53" y="841"/>
                  </a:lnTo>
                  <a:lnTo>
                    <a:pt x="53" y="574"/>
                  </a:lnTo>
                  <a:lnTo>
                    <a:pt x="53" y="372"/>
                  </a:lnTo>
                  <a:cubicBezTo>
                    <a:pt x="53" y="251"/>
                    <a:pt x="53" y="134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>
              <a:extLst>
                <a:ext uri="{FF2B5EF4-FFF2-40B4-BE49-F238E27FC236}">
                  <a16:creationId xmlns:a16="http://schemas.microsoft.com/office/drawing/2014/main" id="{CF64B0C2-8806-D808-ACC2-B850538F1FE3}"/>
                </a:ext>
              </a:extLst>
            </p:cNvPr>
            <p:cNvSpPr/>
            <p:nvPr/>
          </p:nvSpPr>
          <p:spPr>
            <a:xfrm>
              <a:off x="1923059" y="2398595"/>
              <a:ext cx="145809" cy="324693"/>
            </a:xfrm>
            <a:custGeom>
              <a:avLst/>
              <a:gdLst/>
              <a:ahLst/>
              <a:cxnLst/>
              <a:rect l="l" t="t" r="r" b="b"/>
              <a:pathLst>
                <a:path w="1468" h="3269" extrusionOk="0">
                  <a:moveTo>
                    <a:pt x="1" y="1"/>
                  </a:moveTo>
                  <a:cubicBezTo>
                    <a:pt x="1" y="118"/>
                    <a:pt x="53" y="203"/>
                    <a:pt x="118" y="287"/>
                  </a:cubicBezTo>
                  <a:cubicBezTo>
                    <a:pt x="134" y="304"/>
                    <a:pt x="154" y="340"/>
                    <a:pt x="170" y="372"/>
                  </a:cubicBezTo>
                  <a:cubicBezTo>
                    <a:pt x="558" y="978"/>
                    <a:pt x="978" y="1633"/>
                    <a:pt x="1399" y="2291"/>
                  </a:cubicBezTo>
                  <a:cubicBezTo>
                    <a:pt x="1415" y="2323"/>
                    <a:pt x="1431" y="2376"/>
                    <a:pt x="1431" y="2408"/>
                  </a:cubicBezTo>
                  <a:lnTo>
                    <a:pt x="1431" y="2695"/>
                  </a:lnTo>
                  <a:cubicBezTo>
                    <a:pt x="1431" y="2845"/>
                    <a:pt x="1415" y="2982"/>
                    <a:pt x="1431" y="3131"/>
                  </a:cubicBezTo>
                  <a:cubicBezTo>
                    <a:pt x="1447" y="3147"/>
                    <a:pt x="1431" y="3184"/>
                    <a:pt x="1415" y="3200"/>
                  </a:cubicBezTo>
                  <a:cubicBezTo>
                    <a:pt x="1415" y="3216"/>
                    <a:pt x="1399" y="3232"/>
                    <a:pt x="1399" y="3248"/>
                  </a:cubicBezTo>
                  <a:cubicBezTo>
                    <a:pt x="1399" y="3248"/>
                    <a:pt x="1399" y="3269"/>
                    <a:pt x="1415" y="3269"/>
                  </a:cubicBezTo>
                  <a:lnTo>
                    <a:pt x="1431" y="3248"/>
                  </a:lnTo>
                  <a:cubicBezTo>
                    <a:pt x="1431" y="3248"/>
                    <a:pt x="1431" y="3232"/>
                    <a:pt x="1447" y="3216"/>
                  </a:cubicBezTo>
                  <a:cubicBezTo>
                    <a:pt x="1447" y="3184"/>
                    <a:pt x="1467" y="3147"/>
                    <a:pt x="1467" y="3131"/>
                  </a:cubicBezTo>
                  <a:cubicBezTo>
                    <a:pt x="1447" y="2982"/>
                    <a:pt x="1447" y="2845"/>
                    <a:pt x="1447" y="2695"/>
                  </a:cubicBezTo>
                  <a:lnTo>
                    <a:pt x="1447" y="2408"/>
                  </a:lnTo>
                  <a:cubicBezTo>
                    <a:pt x="1447" y="2360"/>
                    <a:pt x="1447" y="2323"/>
                    <a:pt x="1415" y="2275"/>
                  </a:cubicBezTo>
                  <a:cubicBezTo>
                    <a:pt x="995" y="1616"/>
                    <a:pt x="591" y="962"/>
                    <a:pt x="203" y="356"/>
                  </a:cubicBezTo>
                  <a:cubicBezTo>
                    <a:pt x="187" y="320"/>
                    <a:pt x="154" y="287"/>
                    <a:pt x="134" y="271"/>
                  </a:cubicBezTo>
                  <a:cubicBezTo>
                    <a:pt x="86" y="186"/>
                    <a:pt x="17" y="118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>
              <a:extLst>
                <a:ext uri="{FF2B5EF4-FFF2-40B4-BE49-F238E27FC236}">
                  <a16:creationId xmlns:a16="http://schemas.microsoft.com/office/drawing/2014/main" id="{508DEBCB-891F-91C5-E0B0-7966B68DAC87}"/>
                </a:ext>
              </a:extLst>
            </p:cNvPr>
            <p:cNvSpPr/>
            <p:nvPr/>
          </p:nvSpPr>
          <p:spPr>
            <a:xfrm>
              <a:off x="2153791" y="2945479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5"/>
                    <a:pt x="17" y="166"/>
                    <a:pt x="17" y="251"/>
                  </a:cubicBezTo>
                  <a:cubicBezTo>
                    <a:pt x="17" y="320"/>
                    <a:pt x="33" y="405"/>
                    <a:pt x="17" y="469"/>
                  </a:cubicBezTo>
                  <a:cubicBezTo>
                    <a:pt x="1" y="469"/>
                    <a:pt x="17" y="489"/>
                    <a:pt x="17" y="489"/>
                  </a:cubicBezTo>
                  <a:lnTo>
                    <a:pt x="33" y="469"/>
                  </a:lnTo>
                  <a:cubicBezTo>
                    <a:pt x="53" y="405"/>
                    <a:pt x="53" y="320"/>
                    <a:pt x="53" y="235"/>
                  </a:cubicBezTo>
                  <a:cubicBezTo>
                    <a:pt x="53" y="166"/>
                    <a:pt x="33" y="85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>
              <a:extLst>
                <a:ext uri="{FF2B5EF4-FFF2-40B4-BE49-F238E27FC236}">
                  <a16:creationId xmlns:a16="http://schemas.microsoft.com/office/drawing/2014/main" id="{341BA447-FC04-2DF1-9CA5-15763FA0C0FE}"/>
                </a:ext>
              </a:extLst>
            </p:cNvPr>
            <p:cNvSpPr/>
            <p:nvPr/>
          </p:nvSpPr>
          <p:spPr>
            <a:xfrm>
              <a:off x="1491790" y="1230236"/>
              <a:ext cx="8443" cy="102007"/>
            </a:xfrm>
            <a:custGeom>
              <a:avLst/>
              <a:gdLst/>
              <a:ahLst/>
              <a:cxnLst/>
              <a:rect l="l" t="t" r="r" b="b"/>
              <a:pathLst>
                <a:path w="85" h="1027" extrusionOk="0">
                  <a:moveTo>
                    <a:pt x="53" y="0"/>
                  </a:moveTo>
                  <a:cubicBezTo>
                    <a:pt x="16" y="32"/>
                    <a:pt x="32" y="85"/>
                    <a:pt x="32" y="117"/>
                  </a:cubicBezTo>
                  <a:lnTo>
                    <a:pt x="32" y="150"/>
                  </a:lnTo>
                  <a:lnTo>
                    <a:pt x="32" y="420"/>
                  </a:lnTo>
                  <a:cubicBezTo>
                    <a:pt x="53" y="553"/>
                    <a:pt x="53" y="691"/>
                    <a:pt x="16" y="824"/>
                  </a:cubicBezTo>
                  <a:cubicBezTo>
                    <a:pt x="0" y="873"/>
                    <a:pt x="16" y="925"/>
                    <a:pt x="32" y="957"/>
                  </a:cubicBezTo>
                  <a:cubicBezTo>
                    <a:pt x="53" y="974"/>
                    <a:pt x="53" y="1010"/>
                    <a:pt x="53" y="1026"/>
                  </a:cubicBezTo>
                  <a:lnTo>
                    <a:pt x="69" y="1026"/>
                  </a:lnTo>
                  <a:cubicBezTo>
                    <a:pt x="85" y="1026"/>
                    <a:pt x="85" y="1026"/>
                    <a:pt x="85" y="1010"/>
                  </a:cubicBezTo>
                  <a:cubicBezTo>
                    <a:pt x="69" y="994"/>
                    <a:pt x="69" y="974"/>
                    <a:pt x="69" y="957"/>
                  </a:cubicBezTo>
                  <a:cubicBezTo>
                    <a:pt x="53" y="909"/>
                    <a:pt x="32" y="873"/>
                    <a:pt x="53" y="840"/>
                  </a:cubicBezTo>
                  <a:cubicBezTo>
                    <a:pt x="69" y="691"/>
                    <a:pt x="69" y="553"/>
                    <a:pt x="69" y="420"/>
                  </a:cubicBezTo>
                  <a:lnTo>
                    <a:pt x="69" y="150"/>
                  </a:lnTo>
                  <a:lnTo>
                    <a:pt x="69" y="101"/>
                  </a:lnTo>
                  <a:cubicBezTo>
                    <a:pt x="53" y="65"/>
                    <a:pt x="53" y="49"/>
                    <a:pt x="69" y="32"/>
                  </a:cubicBezTo>
                  <a:lnTo>
                    <a:pt x="85" y="16"/>
                  </a:ln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>
              <a:extLst>
                <a:ext uri="{FF2B5EF4-FFF2-40B4-BE49-F238E27FC236}">
                  <a16:creationId xmlns:a16="http://schemas.microsoft.com/office/drawing/2014/main" id="{BDCCBD77-5712-960E-3B5E-E55C104B069A}"/>
                </a:ext>
              </a:extLst>
            </p:cNvPr>
            <p:cNvSpPr/>
            <p:nvPr/>
          </p:nvSpPr>
          <p:spPr>
            <a:xfrm>
              <a:off x="1734143" y="3369994"/>
              <a:ext cx="174216" cy="276124"/>
            </a:xfrm>
            <a:custGeom>
              <a:avLst/>
              <a:gdLst/>
              <a:ahLst/>
              <a:cxnLst/>
              <a:rect l="l" t="t" r="r" b="b"/>
              <a:pathLst>
                <a:path w="1754" h="278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6" y="118"/>
                    <a:pt x="101" y="186"/>
                    <a:pt x="186" y="255"/>
                  </a:cubicBezTo>
                  <a:cubicBezTo>
                    <a:pt x="218" y="271"/>
                    <a:pt x="238" y="304"/>
                    <a:pt x="271" y="320"/>
                  </a:cubicBezTo>
                  <a:cubicBezTo>
                    <a:pt x="622" y="691"/>
                    <a:pt x="978" y="1043"/>
                    <a:pt x="1329" y="1398"/>
                  </a:cubicBezTo>
                  <a:lnTo>
                    <a:pt x="1632" y="1701"/>
                  </a:lnTo>
                  <a:cubicBezTo>
                    <a:pt x="1632" y="1717"/>
                    <a:pt x="1652" y="1717"/>
                    <a:pt x="1652" y="1717"/>
                  </a:cubicBezTo>
                  <a:cubicBezTo>
                    <a:pt x="1685" y="1770"/>
                    <a:pt x="1733" y="1802"/>
                    <a:pt x="1717" y="1851"/>
                  </a:cubicBezTo>
                  <a:cubicBezTo>
                    <a:pt x="1701" y="2020"/>
                    <a:pt x="1701" y="2174"/>
                    <a:pt x="1701" y="2340"/>
                  </a:cubicBezTo>
                  <a:cubicBezTo>
                    <a:pt x="1701" y="2424"/>
                    <a:pt x="1717" y="2525"/>
                    <a:pt x="1701" y="2610"/>
                  </a:cubicBezTo>
                  <a:lnTo>
                    <a:pt x="1701" y="2643"/>
                  </a:lnTo>
                  <a:cubicBezTo>
                    <a:pt x="1701" y="2679"/>
                    <a:pt x="1701" y="2727"/>
                    <a:pt x="1685" y="2760"/>
                  </a:cubicBezTo>
                  <a:lnTo>
                    <a:pt x="1685" y="2780"/>
                  </a:lnTo>
                  <a:lnTo>
                    <a:pt x="1701" y="2780"/>
                  </a:lnTo>
                  <a:cubicBezTo>
                    <a:pt x="1733" y="2727"/>
                    <a:pt x="1733" y="2679"/>
                    <a:pt x="1733" y="2643"/>
                  </a:cubicBezTo>
                  <a:lnTo>
                    <a:pt x="1733" y="2610"/>
                  </a:lnTo>
                  <a:lnTo>
                    <a:pt x="1733" y="2340"/>
                  </a:lnTo>
                  <a:cubicBezTo>
                    <a:pt x="1733" y="2174"/>
                    <a:pt x="1733" y="2020"/>
                    <a:pt x="1753" y="1871"/>
                  </a:cubicBezTo>
                  <a:cubicBezTo>
                    <a:pt x="1753" y="1786"/>
                    <a:pt x="1717" y="1750"/>
                    <a:pt x="1668" y="1701"/>
                  </a:cubicBezTo>
                  <a:cubicBezTo>
                    <a:pt x="1668" y="1701"/>
                    <a:pt x="1652" y="1701"/>
                    <a:pt x="1652" y="1685"/>
                  </a:cubicBezTo>
                  <a:lnTo>
                    <a:pt x="1349" y="1382"/>
                  </a:lnTo>
                  <a:cubicBezTo>
                    <a:pt x="994" y="1027"/>
                    <a:pt x="642" y="675"/>
                    <a:pt x="287" y="304"/>
                  </a:cubicBezTo>
                  <a:cubicBezTo>
                    <a:pt x="255" y="287"/>
                    <a:pt x="238" y="255"/>
                    <a:pt x="202" y="235"/>
                  </a:cubicBezTo>
                  <a:cubicBezTo>
                    <a:pt x="117" y="170"/>
                    <a:pt x="53" y="102"/>
                    <a:pt x="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>
              <a:extLst>
                <a:ext uri="{FF2B5EF4-FFF2-40B4-BE49-F238E27FC236}">
                  <a16:creationId xmlns:a16="http://schemas.microsoft.com/office/drawing/2014/main" id="{FC4C9003-9FFB-C843-26B8-8D29CFEB8AAD}"/>
                </a:ext>
              </a:extLst>
            </p:cNvPr>
            <p:cNvSpPr/>
            <p:nvPr/>
          </p:nvSpPr>
          <p:spPr>
            <a:xfrm>
              <a:off x="2153791" y="3463459"/>
              <a:ext cx="6953" cy="43902"/>
            </a:xfrm>
            <a:custGeom>
              <a:avLst/>
              <a:gdLst/>
              <a:ahLst/>
              <a:cxnLst/>
              <a:rect l="l" t="t" r="r" b="b"/>
              <a:pathLst>
                <a:path w="70" h="442" extrusionOk="0">
                  <a:moveTo>
                    <a:pt x="33" y="1"/>
                  </a:moveTo>
                  <a:cubicBezTo>
                    <a:pt x="17" y="86"/>
                    <a:pt x="17" y="154"/>
                    <a:pt x="17" y="223"/>
                  </a:cubicBezTo>
                  <a:cubicBezTo>
                    <a:pt x="17" y="288"/>
                    <a:pt x="33" y="356"/>
                    <a:pt x="17" y="425"/>
                  </a:cubicBezTo>
                  <a:cubicBezTo>
                    <a:pt x="1" y="425"/>
                    <a:pt x="17" y="425"/>
                    <a:pt x="17" y="441"/>
                  </a:cubicBezTo>
                  <a:lnTo>
                    <a:pt x="33" y="425"/>
                  </a:lnTo>
                  <a:cubicBezTo>
                    <a:pt x="53" y="356"/>
                    <a:pt x="53" y="288"/>
                    <a:pt x="53" y="223"/>
                  </a:cubicBezTo>
                  <a:cubicBezTo>
                    <a:pt x="53" y="154"/>
                    <a:pt x="33" y="86"/>
                    <a:pt x="69" y="21"/>
                  </a:cubicBezTo>
                  <a:cubicBezTo>
                    <a:pt x="69" y="1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>
              <a:extLst>
                <a:ext uri="{FF2B5EF4-FFF2-40B4-BE49-F238E27FC236}">
                  <a16:creationId xmlns:a16="http://schemas.microsoft.com/office/drawing/2014/main" id="{F0476642-EB01-9D42-D65E-CE5A528BB1D7}"/>
                </a:ext>
              </a:extLst>
            </p:cNvPr>
            <p:cNvSpPr/>
            <p:nvPr/>
          </p:nvSpPr>
          <p:spPr>
            <a:xfrm>
              <a:off x="1249437" y="2701835"/>
              <a:ext cx="250796" cy="206795"/>
            </a:xfrm>
            <a:custGeom>
              <a:avLst/>
              <a:gdLst/>
              <a:ahLst/>
              <a:cxnLst/>
              <a:rect l="l" t="t" r="r" b="b"/>
              <a:pathLst>
                <a:path w="2525" h="2082" extrusionOk="0">
                  <a:moveTo>
                    <a:pt x="1632" y="1"/>
                  </a:moveTo>
                  <a:cubicBezTo>
                    <a:pt x="1597" y="1"/>
                    <a:pt x="1558" y="11"/>
                    <a:pt x="1515" y="30"/>
                  </a:cubicBezTo>
                  <a:lnTo>
                    <a:pt x="1244" y="131"/>
                  </a:lnTo>
                  <a:cubicBezTo>
                    <a:pt x="877" y="280"/>
                    <a:pt x="489" y="434"/>
                    <a:pt x="101" y="583"/>
                  </a:cubicBezTo>
                  <a:lnTo>
                    <a:pt x="85" y="583"/>
                  </a:lnTo>
                  <a:cubicBezTo>
                    <a:pt x="49" y="599"/>
                    <a:pt x="16" y="620"/>
                    <a:pt x="16" y="668"/>
                  </a:cubicBezTo>
                  <a:cubicBezTo>
                    <a:pt x="0" y="1056"/>
                    <a:pt x="0" y="1428"/>
                    <a:pt x="16" y="1795"/>
                  </a:cubicBezTo>
                  <a:lnTo>
                    <a:pt x="33" y="1811"/>
                  </a:lnTo>
                  <a:lnTo>
                    <a:pt x="49" y="1795"/>
                  </a:lnTo>
                  <a:cubicBezTo>
                    <a:pt x="16" y="1428"/>
                    <a:pt x="33" y="1056"/>
                    <a:pt x="49" y="668"/>
                  </a:cubicBezTo>
                  <a:cubicBezTo>
                    <a:pt x="49" y="636"/>
                    <a:pt x="69" y="636"/>
                    <a:pt x="101" y="620"/>
                  </a:cubicBezTo>
                  <a:cubicBezTo>
                    <a:pt x="489" y="466"/>
                    <a:pt x="877" y="317"/>
                    <a:pt x="1244" y="163"/>
                  </a:cubicBezTo>
                  <a:lnTo>
                    <a:pt x="1531" y="46"/>
                  </a:lnTo>
                  <a:cubicBezTo>
                    <a:pt x="1563" y="36"/>
                    <a:pt x="1593" y="31"/>
                    <a:pt x="1621" y="31"/>
                  </a:cubicBezTo>
                  <a:cubicBezTo>
                    <a:pt x="1684" y="31"/>
                    <a:pt x="1739" y="56"/>
                    <a:pt x="1786" y="115"/>
                  </a:cubicBezTo>
                  <a:cubicBezTo>
                    <a:pt x="2036" y="397"/>
                    <a:pt x="2238" y="636"/>
                    <a:pt x="2424" y="854"/>
                  </a:cubicBezTo>
                  <a:cubicBezTo>
                    <a:pt x="2472" y="902"/>
                    <a:pt x="2493" y="955"/>
                    <a:pt x="2493" y="1040"/>
                  </a:cubicBezTo>
                  <a:lnTo>
                    <a:pt x="2493" y="1630"/>
                  </a:lnTo>
                  <a:lnTo>
                    <a:pt x="2493" y="1933"/>
                  </a:lnTo>
                  <a:lnTo>
                    <a:pt x="2493" y="1949"/>
                  </a:lnTo>
                  <a:cubicBezTo>
                    <a:pt x="2493" y="1997"/>
                    <a:pt x="2493" y="2034"/>
                    <a:pt x="2472" y="2050"/>
                  </a:cubicBezTo>
                  <a:lnTo>
                    <a:pt x="2472" y="2066"/>
                  </a:lnTo>
                  <a:lnTo>
                    <a:pt x="2472" y="2082"/>
                  </a:lnTo>
                  <a:lnTo>
                    <a:pt x="2493" y="2066"/>
                  </a:lnTo>
                  <a:cubicBezTo>
                    <a:pt x="2525" y="2034"/>
                    <a:pt x="2525" y="1997"/>
                    <a:pt x="2525" y="1949"/>
                  </a:cubicBezTo>
                  <a:lnTo>
                    <a:pt x="2525" y="1933"/>
                  </a:lnTo>
                  <a:lnTo>
                    <a:pt x="2525" y="1630"/>
                  </a:lnTo>
                  <a:lnTo>
                    <a:pt x="2525" y="1040"/>
                  </a:lnTo>
                  <a:cubicBezTo>
                    <a:pt x="2525" y="955"/>
                    <a:pt x="2509" y="886"/>
                    <a:pt x="2456" y="838"/>
                  </a:cubicBezTo>
                  <a:cubicBezTo>
                    <a:pt x="2254" y="620"/>
                    <a:pt x="2052" y="381"/>
                    <a:pt x="1802" y="94"/>
                  </a:cubicBezTo>
                  <a:cubicBezTo>
                    <a:pt x="1748" y="31"/>
                    <a:pt x="1694" y="1"/>
                    <a:pt x="1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>
              <a:extLst>
                <a:ext uri="{FF2B5EF4-FFF2-40B4-BE49-F238E27FC236}">
                  <a16:creationId xmlns:a16="http://schemas.microsoft.com/office/drawing/2014/main" id="{14E78D95-A671-6D6D-CEFE-1607AF13A340}"/>
                </a:ext>
              </a:extLst>
            </p:cNvPr>
            <p:cNvSpPr/>
            <p:nvPr/>
          </p:nvSpPr>
          <p:spPr>
            <a:xfrm>
              <a:off x="2081979" y="2792518"/>
              <a:ext cx="100418" cy="244935"/>
            </a:xfrm>
            <a:custGeom>
              <a:avLst/>
              <a:gdLst/>
              <a:ahLst/>
              <a:cxnLst/>
              <a:rect l="l" t="t" r="r" b="b"/>
              <a:pathLst>
                <a:path w="1011" h="2466" extrusionOk="0">
                  <a:moveTo>
                    <a:pt x="21" y="1"/>
                  </a:moveTo>
                  <a:cubicBezTo>
                    <a:pt x="18" y="1"/>
                    <a:pt x="17" y="3"/>
                    <a:pt x="17" y="10"/>
                  </a:cubicBezTo>
                  <a:cubicBezTo>
                    <a:pt x="1" y="10"/>
                    <a:pt x="1" y="10"/>
                    <a:pt x="1" y="26"/>
                  </a:cubicBezTo>
                  <a:cubicBezTo>
                    <a:pt x="49" y="228"/>
                    <a:pt x="33" y="430"/>
                    <a:pt x="17" y="648"/>
                  </a:cubicBezTo>
                  <a:lnTo>
                    <a:pt x="17" y="834"/>
                  </a:lnTo>
                  <a:cubicBezTo>
                    <a:pt x="1" y="1020"/>
                    <a:pt x="49" y="1185"/>
                    <a:pt x="186" y="1355"/>
                  </a:cubicBezTo>
                  <a:cubicBezTo>
                    <a:pt x="336" y="1557"/>
                    <a:pt x="489" y="1775"/>
                    <a:pt x="639" y="1993"/>
                  </a:cubicBezTo>
                  <a:cubicBezTo>
                    <a:pt x="707" y="2110"/>
                    <a:pt x="792" y="2231"/>
                    <a:pt x="877" y="2349"/>
                  </a:cubicBezTo>
                  <a:cubicBezTo>
                    <a:pt x="877" y="2349"/>
                    <a:pt x="877" y="2365"/>
                    <a:pt x="893" y="2381"/>
                  </a:cubicBezTo>
                  <a:cubicBezTo>
                    <a:pt x="909" y="2413"/>
                    <a:pt x="926" y="2450"/>
                    <a:pt x="994" y="2466"/>
                  </a:cubicBezTo>
                  <a:cubicBezTo>
                    <a:pt x="994" y="2466"/>
                    <a:pt x="994" y="2450"/>
                    <a:pt x="1010" y="2450"/>
                  </a:cubicBezTo>
                  <a:cubicBezTo>
                    <a:pt x="1010" y="2433"/>
                    <a:pt x="994" y="2433"/>
                    <a:pt x="994" y="2433"/>
                  </a:cubicBezTo>
                  <a:cubicBezTo>
                    <a:pt x="942" y="2433"/>
                    <a:pt x="926" y="2397"/>
                    <a:pt x="909" y="2365"/>
                  </a:cubicBezTo>
                  <a:cubicBezTo>
                    <a:pt x="909" y="2349"/>
                    <a:pt x="893" y="2349"/>
                    <a:pt x="893" y="2332"/>
                  </a:cubicBezTo>
                  <a:cubicBezTo>
                    <a:pt x="808" y="2211"/>
                    <a:pt x="740" y="2094"/>
                    <a:pt x="655" y="1977"/>
                  </a:cubicBezTo>
                  <a:cubicBezTo>
                    <a:pt x="505" y="1775"/>
                    <a:pt x="352" y="1541"/>
                    <a:pt x="202" y="1339"/>
                  </a:cubicBezTo>
                  <a:cubicBezTo>
                    <a:pt x="85" y="1169"/>
                    <a:pt x="33" y="1020"/>
                    <a:pt x="33" y="834"/>
                  </a:cubicBezTo>
                  <a:cubicBezTo>
                    <a:pt x="33" y="765"/>
                    <a:pt x="49" y="717"/>
                    <a:pt x="49" y="648"/>
                  </a:cubicBezTo>
                  <a:cubicBezTo>
                    <a:pt x="69" y="430"/>
                    <a:pt x="69" y="228"/>
                    <a:pt x="33" y="10"/>
                  </a:cubicBezTo>
                  <a:cubicBezTo>
                    <a:pt x="33" y="10"/>
                    <a:pt x="26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>
              <a:extLst>
                <a:ext uri="{FF2B5EF4-FFF2-40B4-BE49-F238E27FC236}">
                  <a16:creationId xmlns:a16="http://schemas.microsoft.com/office/drawing/2014/main" id="{652AB59E-772C-C362-558E-A69BD9E52DBE}"/>
                </a:ext>
              </a:extLst>
            </p:cNvPr>
            <p:cNvSpPr/>
            <p:nvPr/>
          </p:nvSpPr>
          <p:spPr>
            <a:xfrm>
              <a:off x="1520197" y="2816654"/>
              <a:ext cx="199147" cy="346048"/>
            </a:xfrm>
            <a:custGeom>
              <a:avLst/>
              <a:gdLst/>
              <a:ahLst/>
              <a:cxnLst/>
              <a:rect l="l" t="t" r="r" b="b"/>
              <a:pathLst>
                <a:path w="2005" h="3484" extrusionOk="0">
                  <a:moveTo>
                    <a:pt x="17" y="1"/>
                  </a:moveTo>
                  <a:lnTo>
                    <a:pt x="17" y="17"/>
                  </a:lnTo>
                  <a:cubicBezTo>
                    <a:pt x="1" y="102"/>
                    <a:pt x="49" y="150"/>
                    <a:pt x="118" y="187"/>
                  </a:cubicBezTo>
                  <a:cubicBezTo>
                    <a:pt x="134" y="203"/>
                    <a:pt x="150" y="219"/>
                    <a:pt x="171" y="235"/>
                  </a:cubicBezTo>
                  <a:cubicBezTo>
                    <a:pt x="272" y="373"/>
                    <a:pt x="389" y="490"/>
                    <a:pt x="490" y="607"/>
                  </a:cubicBezTo>
                  <a:cubicBezTo>
                    <a:pt x="538" y="655"/>
                    <a:pt x="575" y="708"/>
                    <a:pt x="623" y="756"/>
                  </a:cubicBezTo>
                  <a:cubicBezTo>
                    <a:pt x="724" y="878"/>
                    <a:pt x="825" y="995"/>
                    <a:pt x="910" y="1096"/>
                  </a:cubicBezTo>
                  <a:cubicBezTo>
                    <a:pt x="1213" y="1431"/>
                    <a:pt x="1516" y="1786"/>
                    <a:pt x="1803" y="2138"/>
                  </a:cubicBezTo>
                  <a:cubicBezTo>
                    <a:pt x="1819" y="2154"/>
                    <a:pt x="1835" y="2170"/>
                    <a:pt x="1867" y="2190"/>
                  </a:cubicBezTo>
                  <a:cubicBezTo>
                    <a:pt x="1920" y="2239"/>
                    <a:pt x="1968" y="2308"/>
                    <a:pt x="1968" y="2392"/>
                  </a:cubicBezTo>
                  <a:lnTo>
                    <a:pt x="1968" y="2760"/>
                  </a:lnTo>
                  <a:cubicBezTo>
                    <a:pt x="1968" y="2962"/>
                    <a:pt x="1988" y="3180"/>
                    <a:pt x="1936" y="3382"/>
                  </a:cubicBezTo>
                  <a:cubicBezTo>
                    <a:pt x="1936" y="3418"/>
                    <a:pt x="1936" y="3451"/>
                    <a:pt x="1968" y="3483"/>
                  </a:cubicBezTo>
                  <a:lnTo>
                    <a:pt x="1988" y="3483"/>
                  </a:lnTo>
                  <a:cubicBezTo>
                    <a:pt x="2005" y="3467"/>
                    <a:pt x="2005" y="3467"/>
                    <a:pt x="1988" y="3467"/>
                  </a:cubicBezTo>
                  <a:cubicBezTo>
                    <a:pt x="1968" y="3451"/>
                    <a:pt x="1968" y="3418"/>
                    <a:pt x="1968" y="3382"/>
                  </a:cubicBezTo>
                  <a:cubicBezTo>
                    <a:pt x="2005" y="3180"/>
                    <a:pt x="2005" y="2962"/>
                    <a:pt x="2005" y="2760"/>
                  </a:cubicBezTo>
                  <a:cubicBezTo>
                    <a:pt x="1988" y="2643"/>
                    <a:pt x="1988" y="2526"/>
                    <a:pt x="2005" y="2392"/>
                  </a:cubicBezTo>
                  <a:cubicBezTo>
                    <a:pt x="2005" y="2291"/>
                    <a:pt x="1936" y="2223"/>
                    <a:pt x="1887" y="2170"/>
                  </a:cubicBezTo>
                  <a:cubicBezTo>
                    <a:pt x="1867" y="2154"/>
                    <a:pt x="1835" y="2138"/>
                    <a:pt x="1835" y="2122"/>
                  </a:cubicBezTo>
                  <a:cubicBezTo>
                    <a:pt x="1532" y="1766"/>
                    <a:pt x="1229" y="1415"/>
                    <a:pt x="942" y="1080"/>
                  </a:cubicBezTo>
                  <a:cubicBezTo>
                    <a:pt x="841" y="979"/>
                    <a:pt x="740" y="857"/>
                    <a:pt x="639" y="740"/>
                  </a:cubicBezTo>
                  <a:cubicBezTo>
                    <a:pt x="591" y="692"/>
                    <a:pt x="554" y="639"/>
                    <a:pt x="506" y="591"/>
                  </a:cubicBezTo>
                  <a:cubicBezTo>
                    <a:pt x="405" y="474"/>
                    <a:pt x="288" y="336"/>
                    <a:pt x="187" y="219"/>
                  </a:cubicBezTo>
                  <a:cubicBezTo>
                    <a:pt x="171" y="203"/>
                    <a:pt x="150" y="187"/>
                    <a:pt x="134" y="171"/>
                  </a:cubicBezTo>
                  <a:cubicBezTo>
                    <a:pt x="86" y="118"/>
                    <a:pt x="33" y="86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>
              <a:extLst>
                <a:ext uri="{FF2B5EF4-FFF2-40B4-BE49-F238E27FC236}">
                  <a16:creationId xmlns:a16="http://schemas.microsoft.com/office/drawing/2014/main" id="{E973F81B-AF1D-2B17-E115-5F1112E61F37}"/>
                </a:ext>
              </a:extLst>
            </p:cNvPr>
            <p:cNvSpPr/>
            <p:nvPr/>
          </p:nvSpPr>
          <p:spPr>
            <a:xfrm>
              <a:off x="1384619" y="1708088"/>
              <a:ext cx="5364" cy="46981"/>
            </a:xfrm>
            <a:custGeom>
              <a:avLst/>
              <a:gdLst/>
              <a:ahLst/>
              <a:cxnLst/>
              <a:rect l="l" t="t" r="r" b="b"/>
              <a:pathLst>
                <a:path w="54" h="473" extrusionOk="0">
                  <a:moveTo>
                    <a:pt x="21" y="0"/>
                  </a:moveTo>
                  <a:lnTo>
                    <a:pt x="21" y="20"/>
                  </a:lnTo>
                  <a:lnTo>
                    <a:pt x="21" y="186"/>
                  </a:lnTo>
                  <a:cubicBezTo>
                    <a:pt x="1" y="271"/>
                    <a:pt x="1" y="372"/>
                    <a:pt x="21" y="457"/>
                  </a:cubicBezTo>
                  <a:cubicBezTo>
                    <a:pt x="21" y="473"/>
                    <a:pt x="37" y="473"/>
                    <a:pt x="37" y="473"/>
                  </a:cubicBezTo>
                  <a:cubicBezTo>
                    <a:pt x="53" y="473"/>
                    <a:pt x="53" y="473"/>
                    <a:pt x="53" y="457"/>
                  </a:cubicBezTo>
                  <a:cubicBezTo>
                    <a:pt x="37" y="372"/>
                    <a:pt x="37" y="271"/>
                    <a:pt x="37" y="186"/>
                  </a:cubicBezTo>
                  <a:lnTo>
                    <a:pt x="37" y="20"/>
                  </a:lnTo>
                  <a:cubicBezTo>
                    <a:pt x="37" y="0"/>
                    <a:pt x="3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>
              <a:extLst>
                <a:ext uri="{FF2B5EF4-FFF2-40B4-BE49-F238E27FC236}">
                  <a16:creationId xmlns:a16="http://schemas.microsoft.com/office/drawing/2014/main" id="{12999083-8768-A877-4FBB-6A2DC5BAE9FF}"/>
                </a:ext>
              </a:extLst>
            </p:cNvPr>
            <p:cNvSpPr/>
            <p:nvPr/>
          </p:nvSpPr>
          <p:spPr>
            <a:xfrm>
              <a:off x="2095190" y="3649296"/>
              <a:ext cx="5364" cy="48669"/>
            </a:xfrm>
            <a:custGeom>
              <a:avLst/>
              <a:gdLst/>
              <a:ahLst/>
              <a:cxnLst/>
              <a:rect l="l" t="t" r="r" b="b"/>
              <a:pathLst>
                <a:path w="54" h="490" extrusionOk="0">
                  <a:moveTo>
                    <a:pt x="37" y="0"/>
                  </a:moveTo>
                  <a:cubicBezTo>
                    <a:pt x="17" y="85"/>
                    <a:pt x="17" y="170"/>
                    <a:pt x="17" y="235"/>
                  </a:cubicBezTo>
                  <a:cubicBezTo>
                    <a:pt x="17" y="319"/>
                    <a:pt x="17" y="388"/>
                    <a:pt x="1" y="473"/>
                  </a:cubicBezTo>
                  <a:lnTo>
                    <a:pt x="17" y="489"/>
                  </a:lnTo>
                  <a:lnTo>
                    <a:pt x="37" y="473"/>
                  </a:lnTo>
                  <a:cubicBezTo>
                    <a:pt x="53" y="388"/>
                    <a:pt x="53" y="319"/>
                    <a:pt x="53" y="235"/>
                  </a:cubicBezTo>
                  <a:cubicBezTo>
                    <a:pt x="37" y="170"/>
                    <a:pt x="37" y="85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>
              <a:extLst>
                <a:ext uri="{FF2B5EF4-FFF2-40B4-BE49-F238E27FC236}">
                  <a16:creationId xmlns:a16="http://schemas.microsoft.com/office/drawing/2014/main" id="{6CBBCBDF-2F20-F486-2C54-B5FCB5ABD58D}"/>
                </a:ext>
              </a:extLst>
            </p:cNvPr>
            <p:cNvSpPr/>
            <p:nvPr/>
          </p:nvSpPr>
          <p:spPr>
            <a:xfrm>
              <a:off x="852932" y="1198452"/>
              <a:ext cx="364920" cy="337606"/>
            </a:xfrm>
            <a:custGeom>
              <a:avLst/>
              <a:gdLst/>
              <a:ahLst/>
              <a:cxnLst/>
              <a:rect l="l" t="t" r="r" b="b"/>
              <a:pathLst>
                <a:path w="3674" h="3399" extrusionOk="0">
                  <a:moveTo>
                    <a:pt x="3637" y="1"/>
                  </a:moveTo>
                  <a:cubicBezTo>
                    <a:pt x="3621" y="1"/>
                    <a:pt x="3621" y="1"/>
                    <a:pt x="3621" y="17"/>
                  </a:cubicBezTo>
                  <a:lnTo>
                    <a:pt x="3621" y="251"/>
                  </a:lnTo>
                  <a:cubicBezTo>
                    <a:pt x="3621" y="421"/>
                    <a:pt x="3604" y="607"/>
                    <a:pt x="3621" y="789"/>
                  </a:cubicBezTo>
                  <a:cubicBezTo>
                    <a:pt x="3657" y="1043"/>
                    <a:pt x="3572" y="1193"/>
                    <a:pt x="3318" y="1330"/>
                  </a:cubicBezTo>
                  <a:cubicBezTo>
                    <a:pt x="2562" y="1782"/>
                    <a:pt x="1787" y="2255"/>
                    <a:pt x="1031" y="2728"/>
                  </a:cubicBezTo>
                  <a:cubicBezTo>
                    <a:pt x="760" y="2893"/>
                    <a:pt x="474" y="3063"/>
                    <a:pt x="187" y="3249"/>
                  </a:cubicBezTo>
                  <a:cubicBezTo>
                    <a:pt x="171" y="3249"/>
                    <a:pt x="138" y="3265"/>
                    <a:pt x="122" y="3265"/>
                  </a:cubicBezTo>
                  <a:cubicBezTo>
                    <a:pt x="70" y="3281"/>
                    <a:pt x="21" y="3313"/>
                    <a:pt x="1" y="3382"/>
                  </a:cubicBezTo>
                  <a:cubicBezTo>
                    <a:pt x="1" y="3398"/>
                    <a:pt x="1" y="3398"/>
                    <a:pt x="21" y="3398"/>
                  </a:cubicBezTo>
                  <a:cubicBezTo>
                    <a:pt x="37" y="3334"/>
                    <a:pt x="86" y="3313"/>
                    <a:pt x="138" y="3297"/>
                  </a:cubicBezTo>
                  <a:cubicBezTo>
                    <a:pt x="155" y="3281"/>
                    <a:pt x="171" y="3281"/>
                    <a:pt x="203" y="3265"/>
                  </a:cubicBezTo>
                  <a:cubicBezTo>
                    <a:pt x="474" y="3095"/>
                    <a:pt x="760" y="2909"/>
                    <a:pt x="1047" y="2744"/>
                  </a:cubicBezTo>
                  <a:cubicBezTo>
                    <a:pt x="1803" y="2287"/>
                    <a:pt x="2562" y="1799"/>
                    <a:pt x="3334" y="1362"/>
                  </a:cubicBezTo>
                  <a:cubicBezTo>
                    <a:pt x="3588" y="1213"/>
                    <a:pt x="3673" y="1059"/>
                    <a:pt x="3657" y="772"/>
                  </a:cubicBezTo>
                  <a:cubicBezTo>
                    <a:pt x="3637" y="607"/>
                    <a:pt x="3637" y="421"/>
                    <a:pt x="3637" y="251"/>
                  </a:cubicBezTo>
                  <a:cubicBezTo>
                    <a:pt x="3637" y="167"/>
                    <a:pt x="3657" y="82"/>
                    <a:pt x="3657" y="17"/>
                  </a:cubicBezTo>
                  <a:cubicBezTo>
                    <a:pt x="3657" y="1"/>
                    <a:pt x="3637" y="1"/>
                    <a:pt x="3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>
              <a:extLst>
                <a:ext uri="{FF2B5EF4-FFF2-40B4-BE49-F238E27FC236}">
                  <a16:creationId xmlns:a16="http://schemas.microsoft.com/office/drawing/2014/main" id="{3BC481A4-762A-10EB-EA74-39B2C1CE3282}"/>
                </a:ext>
              </a:extLst>
            </p:cNvPr>
            <p:cNvSpPr/>
            <p:nvPr/>
          </p:nvSpPr>
          <p:spPr>
            <a:xfrm>
              <a:off x="515525" y="3648104"/>
              <a:ext cx="122070" cy="86313"/>
            </a:xfrm>
            <a:custGeom>
              <a:avLst/>
              <a:gdLst/>
              <a:ahLst/>
              <a:cxnLst/>
              <a:rect l="l" t="t" r="r" b="b"/>
              <a:pathLst>
                <a:path w="1229" h="869" extrusionOk="0">
                  <a:moveTo>
                    <a:pt x="1174" y="0"/>
                  </a:moveTo>
                  <a:cubicBezTo>
                    <a:pt x="1157" y="0"/>
                    <a:pt x="1136" y="4"/>
                    <a:pt x="1112" y="12"/>
                  </a:cubicBezTo>
                  <a:cubicBezTo>
                    <a:pt x="893" y="81"/>
                    <a:pt x="671" y="146"/>
                    <a:pt x="453" y="214"/>
                  </a:cubicBezTo>
                  <a:cubicBezTo>
                    <a:pt x="336" y="247"/>
                    <a:pt x="219" y="283"/>
                    <a:pt x="85" y="315"/>
                  </a:cubicBezTo>
                  <a:cubicBezTo>
                    <a:pt x="65" y="331"/>
                    <a:pt x="65" y="331"/>
                    <a:pt x="49" y="331"/>
                  </a:cubicBezTo>
                  <a:lnTo>
                    <a:pt x="17" y="331"/>
                  </a:lnTo>
                  <a:cubicBezTo>
                    <a:pt x="17" y="331"/>
                    <a:pt x="1" y="331"/>
                    <a:pt x="1" y="348"/>
                  </a:cubicBezTo>
                  <a:cubicBezTo>
                    <a:pt x="11" y="348"/>
                    <a:pt x="15" y="355"/>
                    <a:pt x="16" y="355"/>
                  </a:cubicBezTo>
                  <a:cubicBezTo>
                    <a:pt x="17" y="355"/>
                    <a:pt x="17" y="353"/>
                    <a:pt x="17" y="348"/>
                  </a:cubicBezTo>
                  <a:lnTo>
                    <a:pt x="85" y="348"/>
                  </a:lnTo>
                  <a:cubicBezTo>
                    <a:pt x="219" y="315"/>
                    <a:pt x="352" y="263"/>
                    <a:pt x="469" y="230"/>
                  </a:cubicBezTo>
                  <a:cubicBezTo>
                    <a:pt x="691" y="182"/>
                    <a:pt x="910" y="113"/>
                    <a:pt x="1112" y="45"/>
                  </a:cubicBezTo>
                  <a:cubicBezTo>
                    <a:pt x="1160" y="28"/>
                    <a:pt x="1176" y="28"/>
                    <a:pt x="1196" y="28"/>
                  </a:cubicBezTo>
                  <a:cubicBezTo>
                    <a:pt x="1213" y="45"/>
                    <a:pt x="1213" y="61"/>
                    <a:pt x="1213" y="97"/>
                  </a:cubicBezTo>
                  <a:lnTo>
                    <a:pt x="1213" y="634"/>
                  </a:lnTo>
                  <a:lnTo>
                    <a:pt x="1213" y="852"/>
                  </a:lnTo>
                  <a:cubicBezTo>
                    <a:pt x="1213" y="869"/>
                    <a:pt x="1213" y="869"/>
                    <a:pt x="1229" y="869"/>
                  </a:cubicBezTo>
                  <a:lnTo>
                    <a:pt x="1229" y="852"/>
                  </a:lnTo>
                  <a:lnTo>
                    <a:pt x="1229" y="634"/>
                  </a:lnTo>
                  <a:lnTo>
                    <a:pt x="1229" y="97"/>
                  </a:lnTo>
                  <a:cubicBezTo>
                    <a:pt x="1229" y="45"/>
                    <a:pt x="1229" y="28"/>
                    <a:pt x="1213" y="12"/>
                  </a:cubicBezTo>
                  <a:cubicBezTo>
                    <a:pt x="1204" y="4"/>
                    <a:pt x="1191" y="0"/>
                    <a:pt x="1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>
              <a:extLst>
                <a:ext uri="{FF2B5EF4-FFF2-40B4-BE49-F238E27FC236}">
                  <a16:creationId xmlns:a16="http://schemas.microsoft.com/office/drawing/2014/main" id="{B0EAB46E-6245-6729-D60E-FE18CC16CCA9}"/>
                </a:ext>
              </a:extLst>
            </p:cNvPr>
            <p:cNvSpPr/>
            <p:nvPr/>
          </p:nvSpPr>
          <p:spPr>
            <a:xfrm>
              <a:off x="789563" y="3296593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" y="0"/>
                  </a:moveTo>
                  <a:lnTo>
                    <a:pt x="1" y="186"/>
                  </a:lnTo>
                  <a:lnTo>
                    <a:pt x="1" y="671"/>
                  </a:lnTo>
                  <a:lnTo>
                    <a:pt x="1" y="707"/>
                  </a:lnTo>
                  <a:cubicBezTo>
                    <a:pt x="1" y="740"/>
                    <a:pt x="1" y="792"/>
                    <a:pt x="17" y="824"/>
                  </a:cubicBezTo>
                  <a:lnTo>
                    <a:pt x="33" y="824"/>
                  </a:lnTo>
                  <a:cubicBezTo>
                    <a:pt x="53" y="824"/>
                    <a:pt x="53" y="824"/>
                    <a:pt x="33" y="808"/>
                  </a:cubicBezTo>
                  <a:lnTo>
                    <a:pt x="33" y="707"/>
                  </a:lnTo>
                  <a:lnTo>
                    <a:pt x="33" y="671"/>
                  </a:lnTo>
                  <a:lnTo>
                    <a:pt x="33" y="186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>
              <a:extLst>
                <a:ext uri="{FF2B5EF4-FFF2-40B4-BE49-F238E27FC236}">
                  <a16:creationId xmlns:a16="http://schemas.microsoft.com/office/drawing/2014/main" id="{D4D1982B-508B-41EB-0166-3FB0D237B022}"/>
                </a:ext>
              </a:extLst>
            </p:cNvPr>
            <p:cNvSpPr/>
            <p:nvPr/>
          </p:nvSpPr>
          <p:spPr>
            <a:xfrm>
              <a:off x="697687" y="3647707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01"/>
                    <a:pt x="17" y="186"/>
                    <a:pt x="17" y="251"/>
                  </a:cubicBezTo>
                  <a:cubicBezTo>
                    <a:pt x="17" y="303"/>
                    <a:pt x="1" y="352"/>
                    <a:pt x="17" y="404"/>
                  </a:cubicBezTo>
                  <a:lnTo>
                    <a:pt x="17" y="420"/>
                  </a:lnTo>
                  <a:cubicBezTo>
                    <a:pt x="33" y="420"/>
                    <a:pt x="33" y="404"/>
                    <a:pt x="33" y="404"/>
                  </a:cubicBezTo>
                  <a:lnTo>
                    <a:pt x="33" y="251"/>
                  </a:lnTo>
                  <a:cubicBezTo>
                    <a:pt x="33" y="166"/>
                    <a:pt x="33" y="8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>
              <a:extLst>
                <a:ext uri="{FF2B5EF4-FFF2-40B4-BE49-F238E27FC236}">
                  <a16:creationId xmlns:a16="http://schemas.microsoft.com/office/drawing/2014/main" id="{04FC838F-004F-A900-B628-C84FA0B0E9AE}"/>
                </a:ext>
              </a:extLst>
            </p:cNvPr>
            <p:cNvSpPr/>
            <p:nvPr/>
          </p:nvSpPr>
          <p:spPr>
            <a:xfrm>
              <a:off x="1409946" y="1288738"/>
              <a:ext cx="83532" cy="192293"/>
            </a:xfrm>
            <a:custGeom>
              <a:avLst/>
              <a:gdLst/>
              <a:ahLst/>
              <a:cxnLst/>
              <a:rect l="l" t="t" r="r" b="b"/>
              <a:pathLst>
                <a:path w="841" h="1936" extrusionOk="0">
                  <a:moveTo>
                    <a:pt x="32" y="1"/>
                  </a:moveTo>
                  <a:cubicBezTo>
                    <a:pt x="0" y="235"/>
                    <a:pt x="16" y="453"/>
                    <a:pt x="16" y="671"/>
                  </a:cubicBezTo>
                  <a:lnTo>
                    <a:pt x="16" y="708"/>
                  </a:lnTo>
                  <a:cubicBezTo>
                    <a:pt x="16" y="756"/>
                    <a:pt x="49" y="772"/>
                    <a:pt x="69" y="789"/>
                  </a:cubicBezTo>
                  <a:cubicBezTo>
                    <a:pt x="186" y="890"/>
                    <a:pt x="271" y="1043"/>
                    <a:pt x="335" y="1176"/>
                  </a:cubicBezTo>
                  <a:cubicBezTo>
                    <a:pt x="388" y="1277"/>
                    <a:pt x="452" y="1378"/>
                    <a:pt x="521" y="1463"/>
                  </a:cubicBezTo>
                  <a:cubicBezTo>
                    <a:pt x="574" y="1516"/>
                    <a:pt x="606" y="1597"/>
                    <a:pt x="638" y="1665"/>
                  </a:cubicBezTo>
                  <a:cubicBezTo>
                    <a:pt x="691" y="1766"/>
                    <a:pt x="739" y="1867"/>
                    <a:pt x="824" y="1936"/>
                  </a:cubicBezTo>
                  <a:lnTo>
                    <a:pt x="840" y="1936"/>
                  </a:lnTo>
                  <a:lnTo>
                    <a:pt x="840" y="1920"/>
                  </a:lnTo>
                  <a:cubicBezTo>
                    <a:pt x="755" y="1851"/>
                    <a:pt x="707" y="1750"/>
                    <a:pt x="654" y="1649"/>
                  </a:cubicBezTo>
                  <a:cubicBezTo>
                    <a:pt x="622" y="1580"/>
                    <a:pt x="590" y="1516"/>
                    <a:pt x="537" y="1447"/>
                  </a:cubicBezTo>
                  <a:cubicBezTo>
                    <a:pt x="473" y="1362"/>
                    <a:pt x="420" y="1261"/>
                    <a:pt x="372" y="1160"/>
                  </a:cubicBezTo>
                  <a:cubicBezTo>
                    <a:pt x="287" y="1027"/>
                    <a:pt x="202" y="873"/>
                    <a:pt x="85" y="772"/>
                  </a:cubicBezTo>
                  <a:cubicBezTo>
                    <a:pt x="69" y="756"/>
                    <a:pt x="49" y="740"/>
                    <a:pt x="49" y="708"/>
                  </a:cubicBezTo>
                  <a:lnTo>
                    <a:pt x="49" y="671"/>
                  </a:lnTo>
                  <a:cubicBezTo>
                    <a:pt x="32" y="453"/>
                    <a:pt x="32" y="235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0">
              <a:extLst>
                <a:ext uri="{FF2B5EF4-FFF2-40B4-BE49-F238E27FC236}">
                  <a16:creationId xmlns:a16="http://schemas.microsoft.com/office/drawing/2014/main" id="{0CBF5B51-FC67-9068-5413-3CEB57604EE1}"/>
                </a:ext>
              </a:extLst>
            </p:cNvPr>
            <p:cNvSpPr/>
            <p:nvPr/>
          </p:nvSpPr>
          <p:spPr>
            <a:xfrm>
              <a:off x="1520197" y="3167073"/>
              <a:ext cx="180672" cy="281686"/>
            </a:xfrm>
            <a:custGeom>
              <a:avLst/>
              <a:gdLst/>
              <a:ahLst/>
              <a:cxnLst/>
              <a:rect l="l" t="t" r="r" b="b"/>
              <a:pathLst>
                <a:path w="1819" h="2836" extrusionOk="0">
                  <a:moveTo>
                    <a:pt x="64" y="0"/>
                  </a:moveTo>
                  <a:cubicBezTo>
                    <a:pt x="58" y="0"/>
                    <a:pt x="49" y="8"/>
                    <a:pt x="49" y="8"/>
                  </a:cubicBezTo>
                  <a:cubicBezTo>
                    <a:pt x="1" y="157"/>
                    <a:pt x="1" y="258"/>
                    <a:pt x="150" y="379"/>
                  </a:cubicBezTo>
                  <a:cubicBezTo>
                    <a:pt x="352" y="561"/>
                    <a:pt x="538" y="747"/>
                    <a:pt x="724" y="949"/>
                  </a:cubicBezTo>
                  <a:cubicBezTo>
                    <a:pt x="793" y="1018"/>
                    <a:pt x="857" y="1086"/>
                    <a:pt x="926" y="1151"/>
                  </a:cubicBezTo>
                  <a:cubicBezTo>
                    <a:pt x="1027" y="1252"/>
                    <a:pt x="1128" y="1353"/>
                    <a:pt x="1213" y="1454"/>
                  </a:cubicBezTo>
                  <a:cubicBezTo>
                    <a:pt x="1399" y="1623"/>
                    <a:pt x="1564" y="1809"/>
                    <a:pt x="1750" y="1975"/>
                  </a:cubicBezTo>
                  <a:cubicBezTo>
                    <a:pt x="1786" y="2011"/>
                    <a:pt x="1803" y="2027"/>
                    <a:pt x="1803" y="2060"/>
                  </a:cubicBezTo>
                  <a:lnTo>
                    <a:pt x="1803" y="2751"/>
                  </a:lnTo>
                  <a:cubicBezTo>
                    <a:pt x="1803" y="2767"/>
                    <a:pt x="1786" y="2783"/>
                    <a:pt x="1786" y="2803"/>
                  </a:cubicBezTo>
                  <a:cubicBezTo>
                    <a:pt x="1766" y="2803"/>
                    <a:pt x="1766" y="2819"/>
                    <a:pt x="1766" y="2819"/>
                  </a:cubicBezTo>
                  <a:lnTo>
                    <a:pt x="1766" y="2835"/>
                  </a:lnTo>
                  <a:lnTo>
                    <a:pt x="1803" y="2835"/>
                  </a:lnTo>
                  <a:lnTo>
                    <a:pt x="1803" y="2819"/>
                  </a:lnTo>
                  <a:cubicBezTo>
                    <a:pt x="1819" y="2803"/>
                    <a:pt x="1819" y="2767"/>
                    <a:pt x="1819" y="2751"/>
                  </a:cubicBezTo>
                  <a:lnTo>
                    <a:pt x="1819" y="2060"/>
                  </a:lnTo>
                  <a:cubicBezTo>
                    <a:pt x="1819" y="2027"/>
                    <a:pt x="1803" y="1995"/>
                    <a:pt x="1766" y="1959"/>
                  </a:cubicBezTo>
                  <a:cubicBezTo>
                    <a:pt x="1585" y="1793"/>
                    <a:pt x="1415" y="1607"/>
                    <a:pt x="1245" y="1422"/>
                  </a:cubicBezTo>
                  <a:cubicBezTo>
                    <a:pt x="1144" y="1337"/>
                    <a:pt x="1043" y="1236"/>
                    <a:pt x="958" y="1135"/>
                  </a:cubicBezTo>
                  <a:cubicBezTo>
                    <a:pt x="878" y="1066"/>
                    <a:pt x="809" y="1001"/>
                    <a:pt x="740" y="933"/>
                  </a:cubicBezTo>
                  <a:cubicBezTo>
                    <a:pt x="554" y="731"/>
                    <a:pt x="373" y="529"/>
                    <a:pt x="171" y="359"/>
                  </a:cubicBezTo>
                  <a:cubicBezTo>
                    <a:pt x="33" y="242"/>
                    <a:pt x="33" y="157"/>
                    <a:pt x="86" y="24"/>
                  </a:cubicBezTo>
                  <a:cubicBezTo>
                    <a:pt x="86" y="8"/>
                    <a:pt x="70" y="8"/>
                    <a:pt x="70" y="8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0">
              <a:extLst>
                <a:ext uri="{FF2B5EF4-FFF2-40B4-BE49-F238E27FC236}">
                  <a16:creationId xmlns:a16="http://schemas.microsoft.com/office/drawing/2014/main" id="{89E65DED-A243-C07A-0FC1-5387DDF5CD52}"/>
                </a:ext>
              </a:extLst>
            </p:cNvPr>
            <p:cNvSpPr/>
            <p:nvPr/>
          </p:nvSpPr>
          <p:spPr>
            <a:xfrm>
              <a:off x="1133823" y="3004081"/>
              <a:ext cx="6953" cy="96743"/>
            </a:xfrm>
            <a:custGeom>
              <a:avLst/>
              <a:gdLst/>
              <a:ahLst/>
              <a:cxnLst/>
              <a:rect l="l" t="t" r="r" b="b"/>
              <a:pathLst>
                <a:path w="70" h="974" extrusionOk="0">
                  <a:moveTo>
                    <a:pt x="1" y="0"/>
                  </a:moveTo>
                  <a:lnTo>
                    <a:pt x="1" y="17"/>
                  </a:lnTo>
                  <a:cubicBezTo>
                    <a:pt x="21" y="81"/>
                    <a:pt x="21" y="150"/>
                    <a:pt x="21" y="202"/>
                  </a:cubicBezTo>
                  <a:lnTo>
                    <a:pt x="21" y="788"/>
                  </a:lnTo>
                  <a:lnTo>
                    <a:pt x="21" y="825"/>
                  </a:lnTo>
                  <a:lnTo>
                    <a:pt x="21" y="857"/>
                  </a:lnTo>
                  <a:cubicBezTo>
                    <a:pt x="21" y="889"/>
                    <a:pt x="21" y="942"/>
                    <a:pt x="53" y="974"/>
                  </a:cubicBezTo>
                  <a:lnTo>
                    <a:pt x="69" y="974"/>
                  </a:lnTo>
                  <a:lnTo>
                    <a:pt x="69" y="958"/>
                  </a:lnTo>
                  <a:cubicBezTo>
                    <a:pt x="53" y="926"/>
                    <a:pt x="53" y="889"/>
                    <a:pt x="53" y="857"/>
                  </a:cubicBezTo>
                  <a:lnTo>
                    <a:pt x="53" y="825"/>
                  </a:lnTo>
                  <a:lnTo>
                    <a:pt x="53" y="788"/>
                  </a:lnTo>
                  <a:lnTo>
                    <a:pt x="53" y="202"/>
                  </a:lnTo>
                  <a:cubicBezTo>
                    <a:pt x="53" y="150"/>
                    <a:pt x="53" y="81"/>
                    <a:pt x="21" y="17"/>
                  </a:cubicBezTo>
                  <a:cubicBezTo>
                    <a:pt x="21" y="0"/>
                    <a:pt x="2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>
              <a:extLst>
                <a:ext uri="{FF2B5EF4-FFF2-40B4-BE49-F238E27FC236}">
                  <a16:creationId xmlns:a16="http://schemas.microsoft.com/office/drawing/2014/main" id="{55B18958-40E1-6CD3-5723-C252001011CA}"/>
                </a:ext>
              </a:extLst>
            </p:cNvPr>
            <p:cNvSpPr/>
            <p:nvPr/>
          </p:nvSpPr>
          <p:spPr>
            <a:xfrm>
              <a:off x="2028642" y="2900187"/>
              <a:ext cx="4867" cy="48570"/>
            </a:xfrm>
            <a:custGeom>
              <a:avLst/>
              <a:gdLst/>
              <a:ahLst/>
              <a:cxnLst/>
              <a:rect l="l" t="t" r="r" b="b"/>
              <a:pathLst>
                <a:path w="49" h="489" extrusionOk="0">
                  <a:moveTo>
                    <a:pt x="33" y="0"/>
                  </a:moveTo>
                  <a:cubicBezTo>
                    <a:pt x="0" y="85"/>
                    <a:pt x="16" y="170"/>
                    <a:pt x="16" y="239"/>
                  </a:cubicBezTo>
                  <a:cubicBezTo>
                    <a:pt x="16" y="319"/>
                    <a:pt x="16" y="388"/>
                    <a:pt x="0" y="473"/>
                  </a:cubicBezTo>
                  <a:cubicBezTo>
                    <a:pt x="0" y="473"/>
                    <a:pt x="0" y="489"/>
                    <a:pt x="16" y="489"/>
                  </a:cubicBezTo>
                  <a:lnTo>
                    <a:pt x="33" y="473"/>
                  </a:lnTo>
                  <a:cubicBezTo>
                    <a:pt x="49" y="388"/>
                    <a:pt x="49" y="319"/>
                    <a:pt x="33" y="239"/>
                  </a:cubicBezTo>
                  <a:cubicBezTo>
                    <a:pt x="33" y="170"/>
                    <a:pt x="33" y="85"/>
                    <a:pt x="49" y="16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>
              <a:extLst>
                <a:ext uri="{FF2B5EF4-FFF2-40B4-BE49-F238E27FC236}">
                  <a16:creationId xmlns:a16="http://schemas.microsoft.com/office/drawing/2014/main" id="{5AD1864D-C679-DBEA-7DB7-C52A09B32857}"/>
                </a:ext>
              </a:extLst>
            </p:cNvPr>
            <p:cNvSpPr/>
            <p:nvPr/>
          </p:nvSpPr>
          <p:spPr>
            <a:xfrm>
              <a:off x="1525064" y="1604591"/>
              <a:ext cx="200736" cy="444678"/>
            </a:xfrm>
            <a:custGeom>
              <a:avLst/>
              <a:gdLst/>
              <a:ahLst/>
              <a:cxnLst/>
              <a:rect l="l" t="t" r="r" b="b"/>
              <a:pathLst>
                <a:path w="2021" h="4477" extrusionOk="0">
                  <a:moveTo>
                    <a:pt x="37" y="0"/>
                  </a:moveTo>
                  <a:cubicBezTo>
                    <a:pt x="0" y="53"/>
                    <a:pt x="0" y="85"/>
                    <a:pt x="0" y="133"/>
                  </a:cubicBezTo>
                  <a:lnTo>
                    <a:pt x="0" y="170"/>
                  </a:lnTo>
                  <a:lnTo>
                    <a:pt x="0" y="707"/>
                  </a:lnTo>
                  <a:lnTo>
                    <a:pt x="0" y="1127"/>
                  </a:lnTo>
                  <a:cubicBezTo>
                    <a:pt x="0" y="1196"/>
                    <a:pt x="21" y="1244"/>
                    <a:pt x="53" y="1313"/>
                  </a:cubicBezTo>
                  <a:cubicBezTo>
                    <a:pt x="154" y="1466"/>
                    <a:pt x="255" y="1616"/>
                    <a:pt x="340" y="1769"/>
                  </a:cubicBezTo>
                  <a:cubicBezTo>
                    <a:pt x="526" y="2052"/>
                    <a:pt x="691" y="2339"/>
                    <a:pt x="877" y="2626"/>
                  </a:cubicBezTo>
                  <a:cubicBezTo>
                    <a:pt x="994" y="2796"/>
                    <a:pt x="1111" y="2981"/>
                    <a:pt x="1212" y="3163"/>
                  </a:cubicBezTo>
                  <a:cubicBezTo>
                    <a:pt x="1350" y="3365"/>
                    <a:pt x="1467" y="3587"/>
                    <a:pt x="1600" y="3769"/>
                  </a:cubicBezTo>
                  <a:cubicBezTo>
                    <a:pt x="1637" y="3822"/>
                    <a:pt x="1669" y="3870"/>
                    <a:pt x="1685" y="3923"/>
                  </a:cubicBezTo>
                  <a:cubicBezTo>
                    <a:pt x="1754" y="4040"/>
                    <a:pt x="1818" y="4157"/>
                    <a:pt x="1919" y="4242"/>
                  </a:cubicBezTo>
                  <a:cubicBezTo>
                    <a:pt x="1972" y="4294"/>
                    <a:pt x="1988" y="4395"/>
                    <a:pt x="1972" y="4460"/>
                  </a:cubicBezTo>
                  <a:cubicBezTo>
                    <a:pt x="1972" y="4460"/>
                    <a:pt x="1972" y="4476"/>
                    <a:pt x="1988" y="4476"/>
                  </a:cubicBezTo>
                  <a:cubicBezTo>
                    <a:pt x="1988" y="4476"/>
                    <a:pt x="2004" y="4476"/>
                    <a:pt x="2004" y="4460"/>
                  </a:cubicBezTo>
                  <a:cubicBezTo>
                    <a:pt x="2020" y="4359"/>
                    <a:pt x="1988" y="4274"/>
                    <a:pt x="1939" y="4226"/>
                  </a:cubicBezTo>
                  <a:cubicBezTo>
                    <a:pt x="1838" y="4141"/>
                    <a:pt x="1770" y="4024"/>
                    <a:pt x="1717" y="3923"/>
                  </a:cubicBezTo>
                  <a:cubicBezTo>
                    <a:pt x="1685" y="3870"/>
                    <a:pt x="1653" y="3805"/>
                    <a:pt x="1616" y="3769"/>
                  </a:cubicBezTo>
                  <a:cubicBezTo>
                    <a:pt x="1499" y="3567"/>
                    <a:pt x="1366" y="3349"/>
                    <a:pt x="1249" y="3147"/>
                  </a:cubicBezTo>
                  <a:cubicBezTo>
                    <a:pt x="1132" y="2981"/>
                    <a:pt x="1031" y="2779"/>
                    <a:pt x="909" y="2610"/>
                  </a:cubicBezTo>
                  <a:cubicBezTo>
                    <a:pt x="728" y="2323"/>
                    <a:pt x="542" y="2036"/>
                    <a:pt x="372" y="1749"/>
                  </a:cubicBezTo>
                  <a:cubicBezTo>
                    <a:pt x="271" y="1600"/>
                    <a:pt x="170" y="1446"/>
                    <a:pt x="85" y="1297"/>
                  </a:cubicBezTo>
                  <a:cubicBezTo>
                    <a:pt x="37" y="1244"/>
                    <a:pt x="37" y="1196"/>
                    <a:pt x="37" y="1127"/>
                  </a:cubicBezTo>
                  <a:lnTo>
                    <a:pt x="37" y="707"/>
                  </a:lnTo>
                  <a:lnTo>
                    <a:pt x="37" y="170"/>
                  </a:lnTo>
                  <a:lnTo>
                    <a:pt x="37" y="133"/>
                  </a:lnTo>
                  <a:cubicBezTo>
                    <a:pt x="21" y="101"/>
                    <a:pt x="21" y="53"/>
                    <a:pt x="53" y="32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>
              <a:extLst>
                <a:ext uri="{FF2B5EF4-FFF2-40B4-BE49-F238E27FC236}">
                  <a16:creationId xmlns:a16="http://schemas.microsoft.com/office/drawing/2014/main" id="{B34F7EBA-0F4A-E466-8424-256D0B07744A}"/>
                </a:ext>
              </a:extLst>
            </p:cNvPr>
            <p:cNvSpPr/>
            <p:nvPr/>
          </p:nvSpPr>
          <p:spPr>
            <a:xfrm>
              <a:off x="849753" y="2262918"/>
              <a:ext cx="364423" cy="279799"/>
            </a:xfrm>
            <a:custGeom>
              <a:avLst/>
              <a:gdLst/>
              <a:ahLst/>
              <a:cxnLst/>
              <a:rect l="l" t="t" r="r" b="b"/>
              <a:pathLst>
                <a:path w="3669" h="2817" extrusionOk="0">
                  <a:moveTo>
                    <a:pt x="3583" y="1"/>
                  </a:moveTo>
                  <a:cubicBezTo>
                    <a:pt x="3529" y="1"/>
                    <a:pt x="3480" y="27"/>
                    <a:pt x="3451" y="54"/>
                  </a:cubicBezTo>
                  <a:cubicBezTo>
                    <a:pt x="3434" y="54"/>
                    <a:pt x="3418" y="70"/>
                    <a:pt x="3386" y="90"/>
                  </a:cubicBezTo>
                  <a:cubicBezTo>
                    <a:pt x="2493" y="510"/>
                    <a:pt x="1568" y="946"/>
                    <a:pt x="675" y="1367"/>
                  </a:cubicBezTo>
                  <a:lnTo>
                    <a:pt x="372" y="1520"/>
                  </a:lnTo>
                  <a:cubicBezTo>
                    <a:pt x="356" y="1520"/>
                    <a:pt x="356" y="1520"/>
                    <a:pt x="356" y="1536"/>
                  </a:cubicBezTo>
                  <a:lnTo>
                    <a:pt x="336" y="1536"/>
                  </a:lnTo>
                  <a:cubicBezTo>
                    <a:pt x="102" y="1585"/>
                    <a:pt x="1" y="1722"/>
                    <a:pt x="33" y="1989"/>
                  </a:cubicBezTo>
                  <a:lnTo>
                    <a:pt x="33" y="2461"/>
                  </a:lnTo>
                  <a:cubicBezTo>
                    <a:pt x="17" y="2530"/>
                    <a:pt x="17" y="2595"/>
                    <a:pt x="17" y="2663"/>
                  </a:cubicBezTo>
                  <a:lnTo>
                    <a:pt x="17" y="2696"/>
                  </a:lnTo>
                  <a:cubicBezTo>
                    <a:pt x="17" y="2732"/>
                    <a:pt x="17" y="2780"/>
                    <a:pt x="33" y="2817"/>
                  </a:cubicBezTo>
                  <a:lnTo>
                    <a:pt x="53" y="2817"/>
                  </a:lnTo>
                  <a:cubicBezTo>
                    <a:pt x="53" y="2817"/>
                    <a:pt x="69" y="2797"/>
                    <a:pt x="53" y="2797"/>
                  </a:cubicBezTo>
                  <a:cubicBezTo>
                    <a:pt x="33" y="2764"/>
                    <a:pt x="53" y="2732"/>
                    <a:pt x="53" y="2696"/>
                  </a:cubicBezTo>
                  <a:lnTo>
                    <a:pt x="53" y="2663"/>
                  </a:lnTo>
                  <a:lnTo>
                    <a:pt x="53" y="2461"/>
                  </a:lnTo>
                  <a:cubicBezTo>
                    <a:pt x="69" y="2312"/>
                    <a:pt x="69" y="2142"/>
                    <a:pt x="53" y="1989"/>
                  </a:cubicBezTo>
                  <a:cubicBezTo>
                    <a:pt x="33" y="1738"/>
                    <a:pt x="118" y="1605"/>
                    <a:pt x="336" y="1569"/>
                  </a:cubicBezTo>
                  <a:lnTo>
                    <a:pt x="372" y="1536"/>
                  </a:lnTo>
                  <a:lnTo>
                    <a:pt x="691" y="1383"/>
                  </a:lnTo>
                  <a:cubicBezTo>
                    <a:pt x="1584" y="963"/>
                    <a:pt x="2493" y="526"/>
                    <a:pt x="3402" y="106"/>
                  </a:cubicBezTo>
                  <a:cubicBezTo>
                    <a:pt x="3418" y="90"/>
                    <a:pt x="3434" y="90"/>
                    <a:pt x="3451" y="70"/>
                  </a:cubicBezTo>
                  <a:cubicBezTo>
                    <a:pt x="3503" y="38"/>
                    <a:pt x="3552" y="21"/>
                    <a:pt x="3604" y="21"/>
                  </a:cubicBezTo>
                  <a:cubicBezTo>
                    <a:pt x="3636" y="207"/>
                    <a:pt x="3636" y="223"/>
                    <a:pt x="3467" y="292"/>
                  </a:cubicBezTo>
                  <a:cubicBezTo>
                    <a:pt x="3350" y="357"/>
                    <a:pt x="3216" y="409"/>
                    <a:pt x="3083" y="474"/>
                  </a:cubicBezTo>
                  <a:cubicBezTo>
                    <a:pt x="2946" y="542"/>
                    <a:pt x="2796" y="611"/>
                    <a:pt x="2659" y="676"/>
                  </a:cubicBezTo>
                  <a:cubicBezTo>
                    <a:pt x="2542" y="728"/>
                    <a:pt x="2408" y="797"/>
                    <a:pt x="2291" y="862"/>
                  </a:cubicBezTo>
                  <a:cubicBezTo>
                    <a:pt x="2138" y="930"/>
                    <a:pt x="1988" y="1015"/>
                    <a:pt x="1835" y="1080"/>
                  </a:cubicBezTo>
                  <a:cubicBezTo>
                    <a:pt x="1516" y="1233"/>
                    <a:pt x="1196" y="1383"/>
                    <a:pt x="877" y="1520"/>
                  </a:cubicBezTo>
                  <a:cubicBezTo>
                    <a:pt x="691" y="1621"/>
                    <a:pt x="489" y="1706"/>
                    <a:pt x="304" y="1787"/>
                  </a:cubicBezTo>
                  <a:cubicBezTo>
                    <a:pt x="235" y="1823"/>
                    <a:pt x="203" y="1872"/>
                    <a:pt x="203" y="1956"/>
                  </a:cubicBezTo>
                  <a:lnTo>
                    <a:pt x="203" y="2259"/>
                  </a:lnTo>
                  <a:lnTo>
                    <a:pt x="203" y="2514"/>
                  </a:lnTo>
                  <a:lnTo>
                    <a:pt x="203" y="2562"/>
                  </a:lnTo>
                  <a:cubicBezTo>
                    <a:pt x="203" y="2615"/>
                    <a:pt x="203" y="2663"/>
                    <a:pt x="235" y="2716"/>
                  </a:cubicBezTo>
                  <a:lnTo>
                    <a:pt x="255" y="2716"/>
                  </a:lnTo>
                  <a:lnTo>
                    <a:pt x="255" y="2696"/>
                  </a:lnTo>
                  <a:cubicBezTo>
                    <a:pt x="219" y="2663"/>
                    <a:pt x="235" y="2615"/>
                    <a:pt x="235" y="2562"/>
                  </a:cubicBezTo>
                  <a:lnTo>
                    <a:pt x="235" y="2514"/>
                  </a:lnTo>
                  <a:lnTo>
                    <a:pt x="235" y="2259"/>
                  </a:lnTo>
                  <a:lnTo>
                    <a:pt x="235" y="1956"/>
                  </a:lnTo>
                  <a:cubicBezTo>
                    <a:pt x="235" y="1888"/>
                    <a:pt x="255" y="1839"/>
                    <a:pt x="304" y="1823"/>
                  </a:cubicBezTo>
                  <a:cubicBezTo>
                    <a:pt x="506" y="1722"/>
                    <a:pt x="691" y="1637"/>
                    <a:pt x="893" y="1552"/>
                  </a:cubicBezTo>
                  <a:cubicBezTo>
                    <a:pt x="1213" y="1403"/>
                    <a:pt x="1532" y="1249"/>
                    <a:pt x="1851" y="1100"/>
                  </a:cubicBezTo>
                  <a:cubicBezTo>
                    <a:pt x="2004" y="1031"/>
                    <a:pt x="2154" y="946"/>
                    <a:pt x="2307" y="878"/>
                  </a:cubicBezTo>
                  <a:cubicBezTo>
                    <a:pt x="2424" y="813"/>
                    <a:pt x="2542" y="761"/>
                    <a:pt x="2679" y="696"/>
                  </a:cubicBezTo>
                  <a:cubicBezTo>
                    <a:pt x="2812" y="627"/>
                    <a:pt x="2962" y="559"/>
                    <a:pt x="3099" y="494"/>
                  </a:cubicBezTo>
                  <a:cubicBezTo>
                    <a:pt x="3216" y="441"/>
                    <a:pt x="3350" y="373"/>
                    <a:pt x="3487" y="324"/>
                  </a:cubicBezTo>
                  <a:cubicBezTo>
                    <a:pt x="3653" y="240"/>
                    <a:pt x="3669" y="223"/>
                    <a:pt x="3620" y="21"/>
                  </a:cubicBezTo>
                  <a:lnTo>
                    <a:pt x="3620" y="5"/>
                  </a:lnTo>
                  <a:cubicBezTo>
                    <a:pt x="3608" y="2"/>
                    <a:pt x="3595" y="1"/>
                    <a:pt x="35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>
              <a:extLst>
                <a:ext uri="{FF2B5EF4-FFF2-40B4-BE49-F238E27FC236}">
                  <a16:creationId xmlns:a16="http://schemas.microsoft.com/office/drawing/2014/main" id="{78535AFF-907A-0E6C-F6A7-021441B9D718}"/>
                </a:ext>
              </a:extLst>
            </p:cNvPr>
            <p:cNvSpPr/>
            <p:nvPr/>
          </p:nvSpPr>
          <p:spPr>
            <a:xfrm>
              <a:off x="751024" y="2042714"/>
              <a:ext cx="5364" cy="46583"/>
            </a:xfrm>
            <a:custGeom>
              <a:avLst/>
              <a:gdLst/>
              <a:ahLst/>
              <a:cxnLst/>
              <a:rect l="l" t="t" r="r" b="b"/>
              <a:pathLst>
                <a:path w="54" h="469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66"/>
                    <a:pt x="1" y="320"/>
                    <a:pt x="37" y="453"/>
                  </a:cubicBezTo>
                  <a:lnTo>
                    <a:pt x="37" y="469"/>
                  </a:lnTo>
                  <a:cubicBezTo>
                    <a:pt x="53" y="469"/>
                    <a:pt x="53" y="453"/>
                    <a:pt x="53" y="453"/>
                  </a:cubicBezTo>
                  <a:cubicBezTo>
                    <a:pt x="37" y="320"/>
                    <a:pt x="37" y="166"/>
                    <a:pt x="53" y="17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>
              <a:extLst>
                <a:ext uri="{FF2B5EF4-FFF2-40B4-BE49-F238E27FC236}">
                  <a16:creationId xmlns:a16="http://schemas.microsoft.com/office/drawing/2014/main" id="{13358B1C-C946-473C-DC3A-E744154955EC}"/>
                </a:ext>
              </a:extLst>
            </p:cNvPr>
            <p:cNvSpPr/>
            <p:nvPr/>
          </p:nvSpPr>
          <p:spPr>
            <a:xfrm>
              <a:off x="2006592" y="2873667"/>
              <a:ext cx="5264" cy="48272"/>
            </a:xfrm>
            <a:custGeom>
              <a:avLst/>
              <a:gdLst/>
              <a:ahLst/>
              <a:cxnLst/>
              <a:rect l="l" t="t" r="r" b="b"/>
              <a:pathLst>
                <a:path w="53" h="486" extrusionOk="0">
                  <a:moveTo>
                    <a:pt x="36" y="1"/>
                  </a:moveTo>
                  <a:cubicBezTo>
                    <a:pt x="20" y="81"/>
                    <a:pt x="20" y="166"/>
                    <a:pt x="20" y="235"/>
                  </a:cubicBezTo>
                  <a:cubicBezTo>
                    <a:pt x="20" y="320"/>
                    <a:pt x="20" y="384"/>
                    <a:pt x="0" y="469"/>
                  </a:cubicBezTo>
                  <a:lnTo>
                    <a:pt x="20" y="485"/>
                  </a:lnTo>
                  <a:lnTo>
                    <a:pt x="36" y="469"/>
                  </a:lnTo>
                  <a:cubicBezTo>
                    <a:pt x="53" y="384"/>
                    <a:pt x="53" y="320"/>
                    <a:pt x="53" y="235"/>
                  </a:cubicBezTo>
                  <a:cubicBezTo>
                    <a:pt x="36" y="166"/>
                    <a:pt x="36" y="81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>
              <a:extLst>
                <a:ext uri="{FF2B5EF4-FFF2-40B4-BE49-F238E27FC236}">
                  <a16:creationId xmlns:a16="http://schemas.microsoft.com/office/drawing/2014/main" id="{42A713EB-91A5-FC4F-A8BF-996D499E130A}"/>
                </a:ext>
              </a:extLst>
            </p:cNvPr>
            <p:cNvSpPr/>
            <p:nvPr/>
          </p:nvSpPr>
          <p:spPr>
            <a:xfrm>
              <a:off x="672458" y="1751791"/>
              <a:ext cx="144121" cy="207192"/>
            </a:xfrm>
            <a:custGeom>
              <a:avLst/>
              <a:gdLst/>
              <a:ahLst/>
              <a:cxnLst/>
              <a:rect l="l" t="t" r="r" b="b"/>
              <a:pathLst>
                <a:path w="1451" h="2086" extrusionOk="0">
                  <a:moveTo>
                    <a:pt x="1434" y="1"/>
                  </a:moveTo>
                  <a:cubicBezTo>
                    <a:pt x="1414" y="33"/>
                    <a:pt x="1398" y="33"/>
                    <a:pt x="1366" y="49"/>
                  </a:cubicBezTo>
                  <a:cubicBezTo>
                    <a:pt x="1349" y="49"/>
                    <a:pt x="1333" y="65"/>
                    <a:pt x="1333" y="65"/>
                  </a:cubicBezTo>
                  <a:cubicBezTo>
                    <a:pt x="1131" y="186"/>
                    <a:pt x="909" y="304"/>
                    <a:pt x="707" y="421"/>
                  </a:cubicBezTo>
                  <a:cubicBezTo>
                    <a:pt x="505" y="538"/>
                    <a:pt x="287" y="671"/>
                    <a:pt x="69" y="792"/>
                  </a:cubicBezTo>
                  <a:cubicBezTo>
                    <a:pt x="20" y="809"/>
                    <a:pt x="0" y="825"/>
                    <a:pt x="0" y="893"/>
                  </a:cubicBezTo>
                  <a:lnTo>
                    <a:pt x="0" y="1362"/>
                  </a:lnTo>
                  <a:lnTo>
                    <a:pt x="0" y="2037"/>
                  </a:lnTo>
                  <a:cubicBezTo>
                    <a:pt x="0" y="2053"/>
                    <a:pt x="0" y="2053"/>
                    <a:pt x="20" y="2069"/>
                  </a:cubicBezTo>
                  <a:lnTo>
                    <a:pt x="20" y="2085"/>
                  </a:lnTo>
                  <a:lnTo>
                    <a:pt x="37" y="2085"/>
                  </a:lnTo>
                  <a:cubicBezTo>
                    <a:pt x="53" y="2085"/>
                    <a:pt x="53" y="2069"/>
                    <a:pt x="53" y="2069"/>
                  </a:cubicBezTo>
                  <a:lnTo>
                    <a:pt x="37" y="2053"/>
                  </a:lnTo>
                  <a:lnTo>
                    <a:pt x="20" y="2037"/>
                  </a:lnTo>
                  <a:lnTo>
                    <a:pt x="20" y="1362"/>
                  </a:lnTo>
                  <a:lnTo>
                    <a:pt x="20" y="893"/>
                  </a:lnTo>
                  <a:cubicBezTo>
                    <a:pt x="20" y="841"/>
                    <a:pt x="37" y="841"/>
                    <a:pt x="69" y="825"/>
                  </a:cubicBezTo>
                  <a:lnTo>
                    <a:pt x="85" y="809"/>
                  </a:lnTo>
                  <a:cubicBezTo>
                    <a:pt x="287" y="691"/>
                    <a:pt x="505" y="570"/>
                    <a:pt x="727" y="437"/>
                  </a:cubicBezTo>
                  <a:cubicBezTo>
                    <a:pt x="929" y="320"/>
                    <a:pt x="1131" y="203"/>
                    <a:pt x="1333" y="85"/>
                  </a:cubicBezTo>
                  <a:lnTo>
                    <a:pt x="1382" y="85"/>
                  </a:lnTo>
                  <a:cubicBezTo>
                    <a:pt x="1398" y="65"/>
                    <a:pt x="1434" y="49"/>
                    <a:pt x="1450" y="17"/>
                  </a:cubicBezTo>
                  <a:lnTo>
                    <a:pt x="14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>
              <a:extLst>
                <a:ext uri="{FF2B5EF4-FFF2-40B4-BE49-F238E27FC236}">
                  <a16:creationId xmlns:a16="http://schemas.microsoft.com/office/drawing/2014/main" id="{97667223-3B06-76F5-697C-DC1CE10B1BC0}"/>
                </a:ext>
              </a:extLst>
            </p:cNvPr>
            <p:cNvSpPr/>
            <p:nvPr/>
          </p:nvSpPr>
          <p:spPr>
            <a:xfrm>
              <a:off x="1521886" y="1766690"/>
              <a:ext cx="202325" cy="429779"/>
            </a:xfrm>
            <a:custGeom>
              <a:avLst/>
              <a:gdLst/>
              <a:ahLst/>
              <a:cxnLst/>
              <a:rect l="l" t="t" r="r" b="b"/>
              <a:pathLst>
                <a:path w="2037" h="4327" extrusionOk="0">
                  <a:moveTo>
                    <a:pt x="16" y="0"/>
                  </a:moveTo>
                  <a:lnTo>
                    <a:pt x="0" y="16"/>
                  </a:lnTo>
                  <a:cubicBezTo>
                    <a:pt x="16" y="117"/>
                    <a:pt x="69" y="186"/>
                    <a:pt x="117" y="271"/>
                  </a:cubicBezTo>
                  <a:cubicBezTo>
                    <a:pt x="133" y="287"/>
                    <a:pt x="154" y="303"/>
                    <a:pt x="170" y="339"/>
                  </a:cubicBezTo>
                  <a:cubicBezTo>
                    <a:pt x="319" y="574"/>
                    <a:pt x="473" y="808"/>
                    <a:pt x="622" y="1046"/>
                  </a:cubicBezTo>
                  <a:cubicBezTo>
                    <a:pt x="962" y="1567"/>
                    <a:pt x="1313" y="2121"/>
                    <a:pt x="1648" y="2642"/>
                  </a:cubicBezTo>
                  <a:cubicBezTo>
                    <a:pt x="1685" y="2711"/>
                    <a:pt x="1717" y="2763"/>
                    <a:pt x="1749" y="2812"/>
                  </a:cubicBezTo>
                  <a:cubicBezTo>
                    <a:pt x="1850" y="2929"/>
                    <a:pt x="1935" y="3066"/>
                    <a:pt x="1971" y="3216"/>
                  </a:cubicBezTo>
                  <a:cubicBezTo>
                    <a:pt x="2004" y="3349"/>
                    <a:pt x="1988" y="3486"/>
                    <a:pt x="1988" y="3636"/>
                  </a:cubicBezTo>
                  <a:lnTo>
                    <a:pt x="1988" y="3789"/>
                  </a:lnTo>
                  <a:cubicBezTo>
                    <a:pt x="1971" y="3838"/>
                    <a:pt x="1988" y="3906"/>
                    <a:pt x="1988" y="3955"/>
                  </a:cubicBezTo>
                  <a:cubicBezTo>
                    <a:pt x="1988" y="4076"/>
                    <a:pt x="1988" y="4193"/>
                    <a:pt x="1971" y="4310"/>
                  </a:cubicBezTo>
                  <a:lnTo>
                    <a:pt x="1971" y="4327"/>
                  </a:lnTo>
                  <a:lnTo>
                    <a:pt x="1988" y="4327"/>
                  </a:lnTo>
                  <a:lnTo>
                    <a:pt x="1988" y="4310"/>
                  </a:lnTo>
                  <a:cubicBezTo>
                    <a:pt x="2020" y="4193"/>
                    <a:pt x="2004" y="4076"/>
                    <a:pt x="2004" y="3955"/>
                  </a:cubicBezTo>
                  <a:lnTo>
                    <a:pt x="2004" y="3789"/>
                  </a:lnTo>
                  <a:cubicBezTo>
                    <a:pt x="2004" y="3737"/>
                    <a:pt x="2004" y="3688"/>
                    <a:pt x="2020" y="3636"/>
                  </a:cubicBezTo>
                  <a:cubicBezTo>
                    <a:pt x="2020" y="3486"/>
                    <a:pt x="2036" y="3349"/>
                    <a:pt x="2004" y="3200"/>
                  </a:cubicBezTo>
                  <a:cubicBezTo>
                    <a:pt x="1971" y="3046"/>
                    <a:pt x="1870" y="2929"/>
                    <a:pt x="1769" y="2796"/>
                  </a:cubicBezTo>
                  <a:cubicBezTo>
                    <a:pt x="1733" y="2743"/>
                    <a:pt x="1701" y="2695"/>
                    <a:pt x="1669" y="2642"/>
                  </a:cubicBezTo>
                  <a:cubicBezTo>
                    <a:pt x="1329" y="2105"/>
                    <a:pt x="978" y="1567"/>
                    <a:pt x="659" y="1046"/>
                  </a:cubicBezTo>
                  <a:cubicBezTo>
                    <a:pt x="505" y="792"/>
                    <a:pt x="356" y="558"/>
                    <a:pt x="202" y="319"/>
                  </a:cubicBezTo>
                  <a:cubicBezTo>
                    <a:pt x="186" y="303"/>
                    <a:pt x="154" y="271"/>
                    <a:pt x="133" y="255"/>
                  </a:cubicBezTo>
                  <a:cubicBezTo>
                    <a:pt x="85" y="170"/>
                    <a:pt x="32" y="117"/>
                    <a:pt x="32" y="16"/>
                  </a:cubicBez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>
              <a:extLst>
                <a:ext uri="{FF2B5EF4-FFF2-40B4-BE49-F238E27FC236}">
                  <a16:creationId xmlns:a16="http://schemas.microsoft.com/office/drawing/2014/main" id="{1808EE69-E7C2-19D6-AA3D-E1D873970048}"/>
                </a:ext>
              </a:extLst>
            </p:cNvPr>
            <p:cNvSpPr/>
            <p:nvPr/>
          </p:nvSpPr>
          <p:spPr>
            <a:xfrm>
              <a:off x="1411536" y="2376943"/>
              <a:ext cx="90386" cy="195869"/>
            </a:xfrm>
            <a:custGeom>
              <a:avLst/>
              <a:gdLst/>
              <a:ahLst/>
              <a:cxnLst/>
              <a:rect l="l" t="t" r="r" b="b"/>
              <a:pathLst>
                <a:path w="910" h="1972" extrusionOk="0">
                  <a:moveTo>
                    <a:pt x="33" y="0"/>
                  </a:moveTo>
                  <a:cubicBezTo>
                    <a:pt x="0" y="33"/>
                    <a:pt x="0" y="85"/>
                    <a:pt x="0" y="118"/>
                  </a:cubicBezTo>
                  <a:lnTo>
                    <a:pt x="0" y="154"/>
                  </a:lnTo>
                  <a:lnTo>
                    <a:pt x="0" y="675"/>
                  </a:lnTo>
                  <a:cubicBezTo>
                    <a:pt x="0" y="792"/>
                    <a:pt x="0" y="893"/>
                    <a:pt x="134" y="994"/>
                  </a:cubicBezTo>
                  <a:cubicBezTo>
                    <a:pt x="218" y="1043"/>
                    <a:pt x="271" y="1127"/>
                    <a:pt x="336" y="1212"/>
                  </a:cubicBezTo>
                  <a:cubicBezTo>
                    <a:pt x="372" y="1265"/>
                    <a:pt x="404" y="1313"/>
                    <a:pt x="457" y="1346"/>
                  </a:cubicBezTo>
                  <a:cubicBezTo>
                    <a:pt x="505" y="1414"/>
                    <a:pt x="558" y="1483"/>
                    <a:pt x="590" y="1548"/>
                  </a:cubicBezTo>
                  <a:cubicBezTo>
                    <a:pt x="659" y="1632"/>
                    <a:pt x="739" y="1733"/>
                    <a:pt x="824" y="1818"/>
                  </a:cubicBezTo>
                  <a:cubicBezTo>
                    <a:pt x="840" y="1834"/>
                    <a:pt x="861" y="1871"/>
                    <a:pt x="861" y="1903"/>
                  </a:cubicBezTo>
                  <a:cubicBezTo>
                    <a:pt x="861" y="1919"/>
                    <a:pt x="877" y="1935"/>
                    <a:pt x="877" y="1952"/>
                  </a:cubicBezTo>
                  <a:lnTo>
                    <a:pt x="893" y="1972"/>
                  </a:lnTo>
                  <a:lnTo>
                    <a:pt x="909" y="1952"/>
                  </a:lnTo>
                  <a:cubicBezTo>
                    <a:pt x="893" y="1935"/>
                    <a:pt x="893" y="1919"/>
                    <a:pt x="893" y="1903"/>
                  </a:cubicBezTo>
                  <a:cubicBezTo>
                    <a:pt x="877" y="1871"/>
                    <a:pt x="877" y="1818"/>
                    <a:pt x="840" y="1802"/>
                  </a:cubicBezTo>
                  <a:cubicBezTo>
                    <a:pt x="760" y="1717"/>
                    <a:pt x="691" y="1616"/>
                    <a:pt x="622" y="1531"/>
                  </a:cubicBezTo>
                  <a:cubicBezTo>
                    <a:pt x="574" y="1467"/>
                    <a:pt x="521" y="1398"/>
                    <a:pt x="473" y="1329"/>
                  </a:cubicBezTo>
                  <a:cubicBezTo>
                    <a:pt x="420" y="1297"/>
                    <a:pt x="388" y="1245"/>
                    <a:pt x="356" y="1196"/>
                  </a:cubicBezTo>
                  <a:cubicBezTo>
                    <a:pt x="287" y="1111"/>
                    <a:pt x="235" y="1027"/>
                    <a:pt x="154" y="962"/>
                  </a:cubicBezTo>
                  <a:cubicBezTo>
                    <a:pt x="16" y="893"/>
                    <a:pt x="16" y="792"/>
                    <a:pt x="16" y="675"/>
                  </a:cubicBezTo>
                  <a:lnTo>
                    <a:pt x="16" y="154"/>
                  </a:lnTo>
                  <a:lnTo>
                    <a:pt x="16" y="118"/>
                  </a:lnTo>
                  <a:cubicBezTo>
                    <a:pt x="16" y="85"/>
                    <a:pt x="16" y="53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>
              <a:extLst>
                <a:ext uri="{FF2B5EF4-FFF2-40B4-BE49-F238E27FC236}">
                  <a16:creationId xmlns:a16="http://schemas.microsoft.com/office/drawing/2014/main" id="{808EB507-9FCD-E016-66CD-2458F7938BD0}"/>
                </a:ext>
              </a:extLst>
            </p:cNvPr>
            <p:cNvSpPr/>
            <p:nvPr/>
          </p:nvSpPr>
          <p:spPr>
            <a:xfrm>
              <a:off x="1334459" y="3102412"/>
              <a:ext cx="5364" cy="97140"/>
            </a:xfrm>
            <a:custGeom>
              <a:avLst/>
              <a:gdLst/>
              <a:ahLst/>
              <a:cxnLst/>
              <a:rect l="l" t="t" r="r" b="b"/>
              <a:pathLst>
                <a:path w="54" h="978" extrusionOk="0">
                  <a:moveTo>
                    <a:pt x="37" y="0"/>
                  </a:moveTo>
                  <a:cubicBezTo>
                    <a:pt x="21" y="0"/>
                    <a:pt x="21" y="0"/>
                    <a:pt x="21" y="20"/>
                  </a:cubicBezTo>
                  <a:lnTo>
                    <a:pt x="21" y="222"/>
                  </a:lnTo>
                  <a:cubicBezTo>
                    <a:pt x="1" y="424"/>
                    <a:pt x="1" y="626"/>
                    <a:pt x="1" y="828"/>
                  </a:cubicBezTo>
                  <a:lnTo>
                    <a:pt x="1" y="844"/>
                  </a:lnTo>
                  <a:cubicBezTo>
                    <a:pt x="1" y="893"/>
                    <a:pt x="1" y="929"/>
                    <a:pt x="21" y="962"/>
                  </a:cubicBezTo>
                  <a:lnTo>
                    <a:pt x="37" y="978"/>
                  </a:lnTo>
                  <a:cubicBezTo>
                    <a:pt x="37" y="962"/>
                    <a:pt x="53" y="962"/>
                    <a:pt x="37" y="962"/>
                  </a:cubicBezTo>
                  <a:cubicBezTo>
                    <a:pt x="21" y="929"/>
                    <a:pt x="37" y="893"/>
                    <a:pt x="37" y="861"/>
                  </a:cubicBezTo>
                  <a:lnTo>
                    <a:pt x="37" y="828"/>
                  </a:lnTo>
                  <a:lnTo>
                    <a:pt x="37" y="222"/>
                  </a:lnTo>
                  <a:lnTo>
                    <a:pt x="37" y="20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>
              <a:extLst>
                <a:ext uri="{FF2B5EF4-FFF2-40B4-BE49-F238E27FC236}">
                  <a16:creationId xmlns:a16="http://schemas.microsoft.com/office/drawing/2014/main" id="{58A880F9-9048-4FF0-6801-24FF7854A91B}"/>
                </a:ext>
              </a:extLst>
            </p:cNvPr>
            <p:cNvSpPr/>
            <p:nvPr/>
          </p:nvSpPr>
          <p:spPr>
            <a:xfrm>
              <a:off x="2083569" y="3192699"/>
              <a:ext cx="103596" cy="158920"/>
            </a:xfrm>
            <a:custGeom>
              <a:avLst/>
              <a:gdLst/>
              <a:ahLst/>
              <a:cxnLst/>
              <a:rect l="l" t="t" r="r" b="b"/>
              <a:pathLst>
                <a:path w="1043" h="1600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17" y="154"/>
                    <a:pt x="69" y="202"/>
                  </a:cubicBezTo>
                  <a:cubicBezTo>
                    <a:pt x="118" y="255"/>
                    <a:pt x="170" y="303"/>
                    <a:pt x="203" y="356"/>
                  </a:cubicBezTo>
                  <a:cubicBezTo>
                    <a:pt x="287" y="457"/>
                    <a:pt x="356" y="541"/>
                    <a:pt x="421" y="642"/>
                  </a:cubicBezTo>
                  <a:cubicBezTo>
                    <a:pt x="574" y="844"/>
                    <a:pt x="740" y="1046"/>
                    <a:pt x="893" y="1232"/>
                  </a:cubicBezTo>
                  <a:cubicBezTo>
                    <a:pt x="994" y="1349"/>
                    <a:pt x="1027" y="1450"/>
                    <a:pt x="978" y="1584"/>
                  </a:cubicBezTo>
                  <a:lnTo>
                    <a:pt x="978" y="1600"/>
                  </a:lnTo>
                  <a:lnTo>
                    <a:pt x="994" y="1600"/>
                  </a:lnTo>
                  <a:cubicBezTo>
                    <a:pt x="1043" y="1450"/>
                    <a:pt x="1027" y="1349"/>
                    <a:pt x="926" y="1212"/>
                  </a:cubicBezTo>
                  <a:cubicBezTo>
                    <a:pt x="760" y="1030"/>
                    <a:pt x="590" y="828"/>
                    <a:pt x="437" y="626"/>
                  </a:cubicBezTo>
                  <a:cubicBezTo>
                    <a:pt x="372" y="525"/>
                    <a:pt x="304" y="440"/>
                    <a:pt x="219" y="339"/>
                  </a:cubicBezTo>
                  <a:cubicBezTo>
                    <a:pt x="186" y="287"/>
                    <a:pt x="134" y="238"/>
                    <a:pt x="85" y="186"/>
                  </a:cubicBezTo>
                  <a:cubicBezTo>
                    <a:pt x="33" y="154"/>
                    <a:pt x="17" y="85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>
              <a:extLst>
                <a:ext uri="{FF2B5EF4-FFF2-40B4-BE49-F238E27FC236}">
                  <a16:creationId xmlns:a16="http://schemas.microsoft.com/office/drawing/2014/main" id="{ABEBC379-AD1B-AE43-E42D-CECEBE03B744}"/>
                </a:ext>
              </a:extLst>
            </p:cNvPr>
            <p:cNvSpPr/>
            <p:nvPr/>
          </p:nvSpPr>
          <p:spPr>
            <a:xfrm>
              <a:off x="1923059" y="3323013"/>
              <a:ext cx="147398" cy="229242"/>
            </a:xfrm>
            <a:custGeom>
              <a:avLst/>
              <a:gdLst/>
              <a:ahLst/>
              <a:cxnLst/>
              <a:rect l="l" t="t" r="r" b="b"/>
              <a:pathLst>
                <a:path w="1484" h="2308" extrusionOk="0">
                  <a:moveTo>
                    <a:pt x="53" y="1"/>
                  </a:moveTo>
                  <a:lnTo>
                    <a:pt x="33" y="21"/>
                  </a:lnTo>
                  <a:cubicBezTo>
                    <a:pt x="17" y="102"/>
                    <a:pt x="17" y="187"/>
                    <a:pt x="17" y="272"/>
                  </a:cubicBezTo>
                  <a:cubicBezTo>
                    <a:pt x="17" y="340"/>
                    <a:pt x="33" y="405"/>
                    <a:pt x="17" y="474"/>
                  </a:cubicBezTo>
                  <a:cubicBezTo>
                    <a:pt x="1" y="607"/>
                    <a:pt x="53" y="708"/>
                    <a:pt x="154" y="829"/>
                  </a:cubicBezTo>
                  <a:cubicBezTo>
                    <a:pt x="457" y="1148"/>
                    <a:pt x="740" y="1467"/>
                    <a:pt x="1063" y="1819"/>
                  </a:cubicBezTo>
                  <a:cubicBezTo>
                    <a:pt x="1096" y="1855"/>
                    <a:pt x="1144" y="1888"/>
                    <a:pt x="1180" y="1940"/>
                  </a:cubicBezTo>
                  <a:cubicBezTo>
                    <a:pt x="1245" y="2005"/>
                    <a:pt x="1314" y="2073"/>
                    <a:pt x="1366" y="2158"/>
                  </a:cubicBezTo>
                  <a:cubicBezTo>
                    <a:pt x="1415" y="2207"/>
                    <a:pt x="1431" y="2259"/>
                    <a:pt x="1447" y="2291"/>
                  </a:cubicBezTo>
                  <a:lnTo>
                    <a:pt x="1467" y="2308"/>
                  </a:lnTo>
                  <a:cubicBezTo>
                    <a:pt x="1483" y="2308"/>
                    <a:pt x="1483" y="2291"/>
                    <a:pt x="1483" y="2291"/>
                  </a:cubicBezTo>
                  <a:cubicBezTo>
                    <a:pt x="1467" y="2243"/>
                    <a:pt x="1431" y="2190"/>
                    <a:pt x="1382" y="2142"/>
                  </a:cubicBezTo>
                  <a:cubicBezTo>
                    <a:pt x="1330" y="2057"/>
                    <a:pt x="1265" y="1989"/>
                    <a:pt x="1197" y="1920"/>
                  </a:cubicBezTo>
                  <a:cubicBezTo>
                    <a:pt x="1164" y="1871"/>
                    <a:pt x="1112" y="1839"/>
                    <a:pt x="1079" y="1803"/>
                  </a:cubicBezTo>
                  <a:cubicBezTo>
                    <a:pt x="776" y="1451"/>
                    <a:pt x="473" y="1132"/>
                    <a:pt x="187" y="809"/>
                  </a:cubicBezTo>
                  <a:cubicBezTo>
                    <a:pt x="69" y="692"/>
                    <a:pt x="33" y="591"/>
                    <a:pt x="53" y="474"/>
                  </a:cubicBezTo>
                  <a:lnTo>
                    <a:pt x="53" y="272"/>
                  </a:lnTo>
                  <a:cubicBezTo>
                    <a:pt x="53" y="187"/>
                    <a:pt x="53" y="102"/>
                    <a:pt x="69" y="21"/>
                  </a:cubicBezTo>
                  <a:cubicBezTo>
                    <a:pt x="69" y="21"/>
                    <a:pt x="53" y="2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>
              <a:extLst>
                <a:ext uri="{FF2B5EF4-FFF2-40B4-BE49-F238E27FC236}">
                  <a16:creationId xmlns:a16="http://schemas.microsoft.com/office/drawing/2014/main" id="{C014BED2-F8BE-3FE8-01BA-310EF412FCE0}"/>
                </a:ext>
              </a:extLst>
            </p:cNvPr>
            <p:cNvSpPr/>
            <p:nvPr/>
          </p:nvSpPr>
          <p:spPr>
            <a:xfrm>
              <a:off x="1132234" y="3172635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17" y="0"/>
                  </a:moveTo>
                  <a:cubicBezTo>
                    <a:pt x="1" y="36"/>
                    <a:pt x="17" y="53"/>
                    <a:pt x="17" y="69"/>
                  </a:cubicBezTo>
                  <a:cubicBezTo>
                    <a:pt x="37" y="69"/>
                    <a:pt x="37" y="85"/>
                    <a:pt x="37" y="101"/>
                  </a:cubicBezTo>
                  <a:lnTo>
                    <a:pt x="37" y="271"/>
                  </a:lnTo>
                  <a:cubicBezTo>
                    <a:pt x="17" y="489"/>
                    <a:pt x="17" y="727"/>
                    <a:pt x="37" y="945"/>
                  </a:cubicBezTo>
                  <a:lnTo>
                    <a:pt x="53" y="962"/>
                  </a:lnTo>
                  <a:cubicBezTo>
                    <a:pt x="69" y="962"/>
                    <a:pt x="69" y="945"/>
                    <a:pt x="69" y="945"/>
                  </a:cubicBezTo>
                  <a:cubicBezTo>
                    <a:pt x="53" y="707"/>
                    <a:pt x="53" y="489"/>
                    <a:pt x="53" y="271"/>
                  </a:cubicBezTo>
                  <a:lnTo>
                    <a:pt x="53" y="101"/>
                  </a:lnTo>
                  <a:lnTo>
                    <a:pt x="53" y="53"/>
                  </a:lnTo>
                  <a:cubicBezTo>
                    <a:pt x="37" y="36"/>
                    <a:pt x="37" y="20"/>
                    <a:pt x="37" y="20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>
              <a:extLst>
                <a:ext uri="{FF2B5EF4-FFF2-40B4-BE49-F238E27FC236}">
                  <a16:creationId xmlns:a16="http://schemas.microsoft.com/office/drawing/2014/main" id="{D0F9A5A8-ED84-0529-3F22-78C806E6A565}"/>
                </a:ext>
              </a:extLst>
            </p:cNvPr>
            <p:cNvSpPr/>
            <p:nvPr/>
          </p:nvSpPr>
          <p:spPr>
            <a:xfrm>
              <a:off x="1734143" y="3706209"/>
              <a:ext cx="21752" cy="28208"/>
            </a:xfrm>
            <a:custGeom>
              <a:avLst/>
              <a:gdLst/>
              <a:ahLst/>
              <a:cxnLst/>
              <a:rect l="l" t="t" r="r" b="b"/>
              <a:pathLst>
                <a:path w="219" h="284" extrusionOk="0">
                  <a:moveTo>
                    <a:pt x="53" y="1"/>
                  </a:moveTo>
                  <a:lnTo>
                    <a:pt x="36" y="17"/>
                  </a:lnTo>
                  <a:cubicBezTo>
                    <a:pt x="0" y="102"/>
                    <a:pt x="16" y="183"/>
                    <a:pt x="53" y="267"/>
                  </a:cubicBezTo>
                  <a:lnTo>
                    <a:pt x="69" y="284"/>
                  </a:lnTo>
                  <a:lnTo>
                    <a:pt x="202" y="284"/>
                  </a:lnTo>
                  <a:cubicBezTo>
                    <a:pt x="218" y="284"/>
                    <a:pt x="218" y="284"/>
                    <a:pt x="218" y="267"/>
                  </a:cubicBezTo>
                  <a:cubicBezTo>
                    <a:pt x="218" y="267"/>
                    <a:pt x="218" y="251"/>
                    <a:pt x="202" y="251"/>
                  </a:cubicBezTo>
                  <a:lnTo>
                    <a:pt x="69" y="251"/>
                  </a:lnTo>
                  <a:cubicBezTo>
                    <a:pt x="53" y="183"/>
                    <a:pt x="36" y="102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>
              <a:extLst>
                <a:ext uri="{FF2B5EF4-FFF2-40B4-BE49-F238E27FC236}">
                  <a16:creationId xmlns:a16="http://schemas.microsoft.com/office/drawing/2014/main" id="{9BDB14CD-FF52-C173-6DC3-DA001EFDCE6D}"/>
                </a:ext>
              </a:extLst>
            </p:cNvPr>
            <p:cNvSpPr/>
            <p:nvPr/>
          </p:nvSpPr>
          <p:spPr>
            <a:xfrm>
              <a:off x="1520197" y="3343077"/>
              <a:ext cx="182261" cy="266191"/>
            </a:xfrm>
            <a:custGeom>
              <a:avLst/>
              <a:gdLst/>
              <a:ahLst/>
              <a:cxnLst/>
              <a:rect l="l" t="t" r="r" b="b"/>
              <a:pathLst>
                <a:path w="1835" h="2680" extrusionOk="0">
                  <a:moveTo>
                    <a:pt x="33" y="1"/>
                  </a:moveTo>
                  <a:cubicBezTo>
                    <a:pt x="17" y="122"/>
                    <a:pt x="1" y="223"/>
                    <a:pt x="134" y="288"/>
                  </a:cubicBezTo>
                  <a:cubicBezTo>
                    <a:pt x="203" y="340"/>
                    <a:pt x="272" y="405"/>
                    <a:pt x="320" y="457"/>
                  </a:cubicBezTo>
                  <a:cubicBezTo>
                    <a:pt x="352" y="490"/>
                    <a:pt x="389" y="526"/>
                    <a:pt x="405" y="542"/>
                  </a:cubicBezTo>
                  <a:lnTo>
                    <a:pt x="692" y="829"/>
                  </a:lnTo>
                  <a:cubicBezTo>
                    <a:pt x="1027" y="1148"/>
                    <a:pt x="1383" y="1484"/>
                    <a:pt x="1734" y="1819"/>
                  </a:cubicBezTo>
                  <a:cubicBezTo>
                    <a:pt x="1766" y="1839"/>
                    <a:pt x="1803" y="1871"/>
                    <a:pt x="1786" y="1904"/>
                  </a:cubicBezTo>
                  <a:cubicBezTo>
                    <a:pt x="1786" y="1988"/>
                    <a:pt x="1786" y="2073"/>
                    <a:pt x="1803" y="2174"/>
                  </a:cubicBezTo>
                  <a:cubicBezTo>
                    <a:pt x="1803" y="2324"/>
                    <a:pt x="1803" y="2510"/>
                    <a:pt x="1786" y="2663"/>
                  </a:cubicBezTo>
                  <a:lnTo>
                    <a:pt x="1786" y="2679"/>
                  </a:lnTo>
                  <a:lnTo>
                    <a:pt x="1803" y="2679"/>
                  </a:lnTo>
                  <a:cubicBezTo>
                    <a:pt x="1835" y="2510"/>
                    <a:pt x="1819" y="2324"/>
                    <a:pt x="1819" y="2174"/>
                  </a:cubicBezTo>
                  <a:lnTo>
                    <a:pt x="1819" y="1904"/>
                  </a:lnTo>
                  <a:cubicBezTo>
                    <a:pt x="1819" y="1855"/>
                    <a:pt x="1786" y="1839"/>
                    <a:pt x="1750" y="1803"/>
                  </a:cubicBezTo>
                  <a:lnTo>
                    <a:pt x="1750" y="1787"/>
                  </a:lnTo>
                  <a:cubicBezTo>
                    <a:pt x="1399" y="1467"/>
                    <a:pt x="1059" y="1132"/>
                    <a:pt x="708" y="809"/>
                  </a:cubicBezTo>
                  <a:lnTo>
                    <a:pt x="421" y="526"/>
                  </a:lnTo>
                  <a:cubicBezTo>
                    <a:pt x="405" y="506"/>
                    <a:pt x="373" y="474"/>
                    <a:pt x="352" y="441"/>
                  </a:cubicBezTo>
                  <a:cubicBezTo>
                    <a:pt x="288" y="389"/>
                    <a:pt x="219" y="324"/>
                    <a:pt x="150" y="272"/>
                  </a:cubicBezTo>
                  <a:cubicBezTo>
                    <a:pt x="33" y="203"/>
                    <a:pt x="33" y="122"/>
                    <a:pt x="70" y="21"/>
                  </a:cubicBezTo>
                  <a:cubicBezTo>
                    <a:pt x="70" y="1"/>
                    <a:pt x="70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>
              <a:extLst>
                <a:ext uri="{FF2B5EF4-FFF2-40B4-BE49-F238E27FC236}">
                  <a16:creationId xmlns:a16="http://schemas.microsoft.com/office/drawing/2014/main" id="{1BAA1B2E-0F95-B6B0-DB5D-9AD1E3B09C1D}"/>
                </a:ext>
              </a:extLst>
            </p:cNvPr>
            <p:cNvSpPr/>
            <p:nvPr/>
          </p:nvSpPr>
          <p:spPr>
            <a:xfrm>
              <a:off x="1413125" y="3610758"/>
              <a:ext cx="60290" cy="123660"/>
            </a:xfrm>
            <a:custGeom>
              <a:avLst/>
              <a:gdLst/>
              <a:ahLst/>
              <a:cxnLst/>
              <a:rect l="l" t="t" r="r" b="b"/>
              <a:pathLst>
                <a:path w="607" h="1245" extrusionOk="0">
                  <a:moveTo>
                    <a:pt x="17" y="0"/>
                  </a:moveTo>
                  <a:cubicBezTo>
                    <a:pt x="0" y="0"/>
                    <a:pt x="0" y="0"/>
                    <a:pt x="0" y="17"/>
                  </a:cubicBezTo>
                  <a:lnTo>
                    <a:pt x="0" y="33"/>
                  </a:lnTo>
                  <a:cubicBezTo>
                    <a:pt x="101" y="69"/>
                    <a:pt x="186" y="134"/>
                    <a:pt x="271" y="202"/>
                  </a:cubicBezTo>
                  <a:cubicBezTo>
                    <a:pt x="320" y="255"/>
                    <a:pt x="372" y="303"/>
                    <a:pt x="441" y="336"/>
                  </a:cubicBezTo>
                  <a:cubicBezTo>
                    <a:pt x="542" y="404"/>
                    <a:pt x="590" y="505"/>
                    <a:pt x="574" y="659"/>
                  </a:cubicBezTo>
                  <a:lnTo>
                    <a:pt x="574" y="909"/>
                  </a:lnTo>
                  <a:cubicBezTo>
                    <a:pt x="574" y="1010"/>
                    <a:pt x="574" y="1127"/>
                    <a:pt x="558" y="1228"/>
                  </a:cubicBezTo>
                  <a:cubicBezTo>
                    <a:pt x="558" y="1245"/>
                    <a:pt x="574" y="1245"/>
                    <a:pt x="574" y="1245"/>
                  </a:cubicBezTo>
                  <a:cubicBezTo>
                    <a:pt x="574" y="1245"/>
                    <a:pt x="590" y="1245"/>
                    <a:pt x="590" y="1228"/>
                  </a:cubicBezTo>
                  <a:cubicBezTo>
                    <a:pt x="606" y="1127"/>
                    <a:pt x="606" y="1010"/>
                    <a:pt x="606" y="909"/>
                  </a:cubicBezTo>
                  <a:cubicBezTo>
                    <a:pt x="606" y="825"/>
                    <a:pt x="590" y="740"/>
                    <a:pt x="606" y="675"/>
                  </a:cubicBezTo>
                  <a:cubicBezTo>
                    <a:pt x="606" y="505"/>
                    <a:pt x="574" y="388"/>
                    <a:pt x="441" y="320"/>
                  </a:cubicBezTo>
                  <a:cubicBezTo>
                    <a:pt x="388" y="287"/>
                    <a:pt x="340" y="235"/>
                    <a:pt x="287" y="186"/>
                  </a:cubicBezTo>
                  <a:cubicBezTo>
                    <a:pt x="202" y="118"/>
                    <a:pt x="118" y="33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0">
              <a:extLst>
                <a:ext uri="{FF2B5EF4-FFF2-40B4-BE49-F238E27FC236}">
                  <a16:creationId xmlns:a16="http://schemas.microsoft.com/office/drawing/2014/main" id="{1D08B82B-0FEE-CAD3-0D14-C0943ADFB688}"/>
                </a:ext>
              </a:extLst>
            </p:cNvPr>
            <p:cNvSpPr/>
            <p:nvPr/>
          </p:nvSpPr>
          <p:spPr>
            <a:xfrm>
              <a:off x="706130" y="2031093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0"/>
                  </a:moveTo>
                  <a:cubicBezTo>
                    <a:pt x="17" y="101"/>
                    <a:pt x="0" y="218"/>
                    <a:pt x="0" y="303"/>
                  </a:cubicBezTo>
                  <a:cubicBezTo>
                    <a:pt x="0" y="469"/>
                    <a:pt x="0" y="655"/>
                    <a:pt x="17" y="824"/>
                  </a:cubicBezTo>
                  <a:lnTo>
                    <a:pt x="49" y="824"/>
                  </a:lnTo>
                  <a:cubicBezTo>
                    <a:pt x="33" y="655"/>
                    <a:pt x="33" y="469"/>
                    <a:pt x="33" y="319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0">
              <a:extLst>
                <a:ext uri="{FF2B5EF4-FFF2-40B4-BE49-F238E27FC236}">
                  <a16:creationId xmlns:a16="http://schemas.microsoft.com/office/drawing/2014/main" id="{0D93A946-FE40-BE90-6A48-B1DBC3B2AAA1}"/>
                </a:ext>
              </a:extLst>
            </p:cNvPr>
            <p:cNvSpPr/>
            <p:nvPr/>
          </p:nvSpPr>
          <p:spPr>
            <a:xfrm>
              <a:off x="1923059" y="3281297"/>
              <a:ext cx="147398" cy="259338"/>
            </a:xfrm>
            <a:custGeom>
              <a:avLst/>
              <a:gdLst/>
              <a:ahLst/>
              <a:cxnLst/>
              <a:rect l="l" t="t" r="r" b="b"/>
              <a:pathLst>
                <a:path w="1484" h="2611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8"/>
                    <a:pt x="86" y="203"/>
                    <a:pt x="170" y="272"/>
                  </a:cubicBezTo>
                  <a:cubicBezTo>
                    <a:pt x="203" y="288"/>
                    <a:pt x="235" y="320"/>
                    <a:pt x="255" y="356"/>
                  </a:cubicBezTo>
                  <a:lnTo>
                    <a:pt x="304" y="421"/>
                  </a:lnTo>
                  <a:cubicBezTo>
                    <a:pt x="607" y="776"/>
                    <a:pt x="910" y="1164"/>
                    <a:pt x="1245" y="1500"/>
                  </a:cubicBezTo>
                  <a:cubicBezTo>
                    <a:pt x="1399" y="1653"/>
                    <a:pt x="1467" y="1819"/>
                    <a:pt x="1447" y="2057"/>
                  </a:cubicBezTo>
                  <a:cubicBezTo>
                    <a:pt x="1431" y="2122"/>
                    <a:pt x="1431" y="2190"/>
                    <a:pt x="1447" y="2259"/>
                  </a:cubicBezTo>
                  <a:cubicBezTo>
                    <a:pt x="1447" y="2376"/>
                    <a:pt x="1447" y="2477"/>
                    <a:pt x="1415" y="2594"/>
                  </a:cubicBezTo>
                  <a:lnTo>
                    <a:pt x="1415" y="2610"/>
                  </a:lnTo>
                  <a:lnTo>
                    <a:pt x="1431" y="2610"/>
                  </a:lnTo>
                  <a:lnTo>
                    <a:pt x="1431" y="2594"/>
                  </a:lnTo>
                  <a:cubicBezTo>
                    <a:pt x="1483" y="2493"/>
                    <a:pt x="1467" y="2376"/>
                    <a:pt x="1467" y="2259"/>
                  </a:cubicBezTo>
                  <a:lnTo>
                    <a:pt x="1467" y="2073"/>
                  </a:lnTo>
                  <a:cubicBezTo>
                    <a:pt x="1483" y="1819"/>
                    <a:pt x="1431" y="1653"/>
                    <a:pt x="1265" y="1483"/>
                  </a:cubicBezTo>
                  <a:cubicBezTo>
                    <a:pt x="942" y="1148"/>
                    <a:pt x="623" y="760"/>
                    <a:pt x="336" y="405"/>
                  </a:cubicBezTo>
                  <a:lnTo>
                    <a:pt x="271" y="340"/>
                  </a:lnTo>
                  <a:cubicBezTo>
                    <a:pt x="255" y="304"/>
                    <a:pt x="219" y="272"/>
                    <a:pt x="187" y="255"/>
                  </a:cubicBezTo>
                  <a:cubicBezTo>
                    <a:pt x="118" y="187"/>
                    <a:pt x="33" y="11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>
              <a:extLst>
                <a:ext uri="{FF2B5EF4-FFF2-40B4-BE49-F238E27FC236}">
                  <a16:creationId xmlns:a16="http://schemas.microsoft.com/office/drawing/2014/main" id="{06630420-E4D9-A9BB-0952-D5B4B2CB726E}"/>
                </a:ext>
              </a:extLst>
            </p:cNvPr>
            <p:cNvSpPr/>
            <p:nvPr/>
          </p:nvSpPr>
          <p:spPr>
            <a:xfrm>
              <a:off x="575716" y="2096052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1"/>
                  </a:moveTo>
                  <a:cubicBezTo>
                    <a:pt x="17" y="1"/>
                    <a:pt x="1" y="1"/>
                    <a:pt x="17" y="17"/>
                  </a:cubicBezTo>
                  <a:cubicBezTo>
                    <a:pt x="33" y="170"/>
                    <a:pt x="33" y="304"/>
                    <a:pt x="17" y="457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65" y="893"/>
                    <a:pt x="65" y="877"/>
                    <a:pt x="65" y="877"/>
                  </a:cubicBezTo>
                  <a:cubicBezTo>
                    <a:pt x="49" y="841"/>
                    <a:pt x="49" y="809"/>
                    <a:pt x="49" y="776"/>
                  </a:cubicBezTo>
                  <a:lnTo>
                    <a:pt x="49" y="724"/>
                  </a:lnTo>
                  <a:lnTo>
                    <a:pt x="49" y="457"/>
                  </a:ln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0">
              <a:extLst>
                <a:ext uri="{FF2B5EF4-FFF2-40B4-BE49-F238E27FC236}">
                  <a16:creationId xmlns:a16="http://schemas.microsoft.com/office/drawing/2014/main" id="{5514738D-659E-29B7-22ED-C3606793629D}"/>
                </a:ext>
              </a:extLst>
            </p:cNvPr>
            <p:cNvSpPr/>
            <p:nvPr/>
          </p:nvSpPr>
          <p:spPr>
            <a:xfrm>
              <a:off x="2080390" y="3346752"/>
              <a:ext cx="106774" cy="193882"/>
            </a:xfrm>
            <a:custGeom>
              <a:avLst/>
              <a:gdLst/>
              <a:ahLst/>
              <a:cxnLst/>
              <a:rect l="l" t="t" r="r" b="b"/>
              <a:pathLst>
                <a:path w="1075" h="1952" extrusionOk="0">
                  <a:moveTo>
                    <a:pt x="85" y="0"/>
                  </a:moveTo>
                  <a:cubicBezTo>
                    <a:pt x="65" y="0"/>
                    <a:pt x="65" y="0"/>
                    <a:pt x="65" y="16"/>
                  </a:cubicBezTo>
                  <a:cubicBezTo>
                    <a:pt x="49" y="16"/>
                    <a:pt x="49" y="16"/>
                    <a:pt x="49" y="33"/>
                  </a:cubicBezTo>
                  <a:cubicBezTo>
                    <a:pt x="49" y="49"/>
                    <a:pt x="33" y="65"/>
                    <a:pt x="33" y="85"/>
                  </a:cubicBezTo>
                  <a:cubicBezTo>
                    <a:pt x="0" y="186"/>
                    <a:pt x="65" y="251"/>
                    <a:pt x="134" y="319"/>
                  </a:cubicBezTo>
                  <a:cubicBezTo>
                    <a:pt x="150" y="336"/>
                    <a:pt x="166" y="336"/>
                    <a:pt x="166" y="352"/>
                  </a:cubicBezTo>
                  <a:cubicBezTo>
                    <a:pt x="287" y="489"/>
                    <a:pt x="388" y="622"/>
                    <a:pt x="489" y="756"/>
                  </a:cubicBezTo>
                  <a:cubicBezTo>
                    <a:pt x="655" y="942"/>
                    <a:pt x="808" y="1160"/>
                    <a:pt x="994" y="1329"/>
                  </a:cubicBezTo>
                  <a:cubicBezTo>
                    <a:pt x="1010" y="1362"/>
                    <a:pt x="1026" y="1378"/>
                    <a:pt x="1026" y="1398"/>
                  </a:cubicBezTo>
                  <a:lnTo>
                    <a:pt x="1026" y="1580"/>
                  </a:lnTo>
                  <a:cubicBezTo>
                    <a:pt x="1043" y="1701"/>
                    <a:pt x="1043" y="1834"/>
                    <a:pt x="1010" y="1935"/>
                  </a:cubicBezTo>
                  <a:lnTo>
                    <a:pt x="1010" y="1951"/>
                  </a:lnTo>
                  <a:lnTo>
                    <a:pt x="1026" y="1951"/>
                  </a:lnTo>
                  <a:cubicBezTo>
                    <a:pt x="1075" y="1834"/>
                    <a:pt x="1059" y="1701"/>
                    <a:pt x="1059" y="1580"/>
                  </a:cubicBezTo>
                  <a:lnTo>
                    <a:pt x="1059" y="1398"/>
                  </a:lnTo>
                  <a:cubicBezTo>
                    <a:pt x="1059" y="1362"/>
                    <a:pt x="1026" y="1329"/>
                    <a:pt x="1010" y="1313"/>
                  </a:cubicBezTo>
                  <a:cubicBezTo>
                    <a:pt x="824" y="1144"/>
                    <a:pt x="671" y="925"/>
                    <a:pt x="521" y="740"/>
                  </a:cubicBezTo>
                  <a:cubicBezTo>
                    <a:pt x="404" y="606"/>
                    <a:pt x="303" y="469"/>
                    <a:pt x="186" y="336"/>
                  </a:cubicBezTo>
                  <a:cubicBezTo>
                    <a:pt x="186" y="319"/>
                    <a:pt x="166" y="303"/>
                    <a:pt x="150" y="303"/>
                  </a:cubicBezTo>
                  <a:cubicBezTo>
                    <a:pt x="85" y="235"/>
                    <a:pt x="33" y="186"/>
                    <a:pt x="65" y="85"/>
                  </a:cubicBezTo>
                  <a:cubicBezTo>
                    <a:pt x="65" y="65"/>
                    <a:pt x="65" y="49"/>
                    <a:pt x="85" y="33"/>
                  </a:cubicBezTo>
                  <a:lnTo>
                    <a:pt x="85" y="16"/>
                  </a:ln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>
              <a:extLst>
                <a:ext uri="{FF2B5EF4-FFF2-40B4-BE49-F238E27FC236}">
                  <a16:creationId xmlns:a16="http://schemas.microsoft.com/office/drawing/2014/main" id="{014C0C9B-9C21-9389-E9DC-808024ECF066}"/>
                </a:ext>
              </a:extLst>
            </p:cNvPr>
            <p:cNvSpPr/>
            <p:nvPr/>
          </p:nvSpPr>
          <p:spPr>
            <a:xfrm>
              <a:off x="1284300" y="3470312"/>
              <a:ext cx="6953" cy="97239"/>
            </a:xfrm>
            <a:custGeom>
              <a:avLst/>
              <a:gdLst/>
              <a:ahLst/>
              <a:cxnLst/>
              <a:rect l="l" t="t" r="r" b="b"/>
              <a:pathLst>
                <a:path w="70" h="979" extrusionOk="0">
                  <a:moveTo>
                    <a:pt x="21" y="1"/>
                  </a:moveTo>
                  <a:cubicBezTo>
                    <a:pt x="21" y="1"/>
                    <a:pt x="1" y="1"/>
                    <a:pt x="1" y="17"/>
                  </a:cubicBezTo>
                  <a:cubicBezTo>
                    <a:pt x="21" y="154"/>
                    <a:pt x="21" y="304"/>
                    <a:pt x="21" y="457"/>
                  </a:cubicBezTo>
                  <a:lnTo>
                    <a:pt x="21" y="724"/>
                  </a:lnTo>
                  <a:lnTo>
                    <a:pt x="21" y="792"/>
                  </a:lnTo>
                  <a:cubicBezTo>
                    <a:pt x="21" y="861"/>
                    <a:pt x="21" y="909"/>
                    <a:pt x="37" y="962"/>
                  </a:cubicBezTo>
                  <a:lnTo>
                    <a:pt x="53" y="978"/>
                  </a:lnTo>
                  <a:cubicBezTo>
                    <a:pt x="53" y="962"/>
                    <a:pt x="69" y="962"/>
                    <a:pt x="53" y="962"/>
                  </a:cubicBezTo>
                  <a:cubicBezTo>
                    <a:pt x="37" y="909"/>
                    <a:pt x="53" y="861"/>
                    <a:pt x="53" y="808"/>
                  </a:cubicBezTo>
                  <a:lnTo>
                    <a:pt x="53" y="724"/>
                  </a:lnTo>
                  <a:lnTo>
                    <a:pt x="53" y="457"/>
                  </a:lnTo>
                  <a:cubicBezTo>
                    <a:pt x="53" y="304"/>
                    <a:pt x="53" y="154"/>
                    <a:pt x="37" y="17"/>
                  </a:cubicBezTo>
                  <a:cubicBezTo>
                    <a:pt x="37" y="1"/>
                    <a:pt x="21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>
              <a:extLst>
                <a:ext uri="{FF2B5EF4-FFF2-40B4-BE49-F238E27FC236}">
                  <a16:creationId xmlns:a16="http://schemas.microsoft.com/office/drawing/2014/main" id="{CA9C9C84-0D11-EB3A-DF0D-B49CF7E00522}"/>
                </a:ext>
              </a:extLst>
            </p:cNvPr>
            <p:cNvSpPr/>
            <p:nvPr/>
          </p:nvSpPr>
          <p:spPr>
            <a:xfrm>
              <a:off x="1993282" y="3543713"/>
              <a:ext cx="5364" cy="45491"/>
            </a:xfrm>
            <a:custGeom>
              <a:avLst/>
              <a:gdLst/>
              <a:ahLst/>
              <a:cxnLst/>
              <a:rect l="l" t="t" r="r" b="b"/>
              <a:pathLst>
                <a:path w="54" h="458" extrusionOk="0">
                  <a:moveTo>
                    <a:pt x="33" y="1"/>
                  </a:moveTo>
                  <a:cubicBezTo>
                    <a:pt x="17" y="1"/>
                    <a:pt x="17" y="1"/>
                    <a:pt x="17" y="21"/>
                  </a:cubicBezTo>
                  <a:lnTo>
                    <a:pt x="17" y="187"/>
                  </a:lnTo>
                  <a:cubicBezTo>
                    <a:pt x="17" y="271"/>
                    <a:pt x="17" y="356"/>
                    <a:pt x="1" y="441"/>
                  </a:cubicBezTo>
                  <a:cubicBezTo>
                    <a:pt x="1" y="457"/>
                    <a:pt x="1" y="457"/>
                    <a:pt x="17" y="457"/>
                  </a:cubicBezTo>
                  <a:lnTo>
                    <a:pt x="33" y="457"/>
                  </a:lnTo>
                  <a:cubicBezTo>
                    <a:pt x="53" y="356"/>
                    <a:pt x="53" y="271"/>
                    <a:pt x="53" y="170"/>
                  </a:cubicBezTo>
                  <a:cubicBezTo>
                    <a:pt x="33" y="122"/>
                    <a:pt x="33" y="69"/>
                    <a:pt x="53" y="21"/>
                  </a:cubicBezTo>
                  <a:cubicBezTo>
                    <a:pt x="53" y="1"/>
                    <a:pt x="33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>
              <a:extLst>
                <a:ext uri="{FF2B5EF4-FFF2-40B4-BE49-F238E27FC236}">
                  <a16:creationId xmlns:a16="http://schemas.microsoft.com/office/drawing/2014/main" id="{F0246411-534C-E2E4-9C52-40650F7C404C}"/>
                </a:ext>
              </a:extLst>
            </p:cNvPr>
            <p:cNvSpPr/>
            <p:nvPr/>
          </p:nvSpPr>
          <p:spPr>
            <a:xfrm>
              <a:off x="985431" y="1870584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219"/>
                  </a:lnTo>
                  <a:lnTo>
                    <a:pt x="0" y="808"/>
                  </a:lnTo>
                  <a:lnTo>
                    <a:pt x="0" y="841"/>
                  </a:lnTo>
                  <a:cubicBezTo>
                    <a:pt x="0" y="873"/>
                    <a:pt x="0" y="925"/>
                    <a:pt x="16" y="958"/>
                  </a:cubicBezTo>
                  <a:lnTo>
                    <a:pt x="32" y="958"/>
                  </a:lnTo>
                  <a:cubicBezTo>
                    <a:pt x="49" y="958"/>
                    <a:pt x="49" y="942"/>
                    <a:pt x="49" y="942"/>
                  </a:cubicBezTo>
                  <a:cubicBezTo>
                    <a:pt x="32" y="909"/>
                    <a:pt x="32" y="873"/>
                    <a:pt x="32" y="857"/>
                  </a:cubicBezTo>
                  <a:lnTo>
                    <a:pt x="32" y="808"/>
                  </a:lnTo>
                  <a:lnTo>
                    <a:pt x="32" y="219"/>
                  </a:lnTo>
                  <a:lnTo>
                    <a:pt x="32" y="17"/>
                  </a:lnTo>
                  <a:cubicBezTo>
                    <a:pt x="32" y="0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0">
              <a:extLst>
                <a:ext uri="{FF2B5EF4-FFF2-40B4-BE49-F238E27FC236}">
                  <a16:creationId xmlns:a16="http://schemas.microsoft.com/office/drawing/2014/main" id="{BFB899DF-F595-C37E-9232-468608574689}"/>
                </a:ext>
              </a:extLst>
            </p:cNvPr>
            <p:cNvSpPr/>
            <p:nvPr/>
          </p:nvSpPr>
          <p:spPr>
            <a:xfrm>
              <a:off x="1744175" y="1813571"/>
              <a:ext cx="138856" cy="312675"/>
            </a:xfrm>
            <a:custGeom>
              <a:avLst/>
              <a:gdLst/>
              <a:ahLst/>
              <a:cxnLst/>
              <a:rect l="l" t="t" r="r" b="b"/>
              <a:pathLst>
                <a:path w="1398" h="3148" extrusionOk="0">
                  <a:moveTo>
                    <a:pt x="16" y="1"/>
                  </a:moveTo>
                  <a:lnTo>
                    <a:pt x="16" y="437"/>
                  </a:lnTo>
                  <a:lnTo>
                    <a:pt x="16" y="776"/>
                  </a:lnTo>
                  <a:cubicBezTo>
                    <a:pt x="0" y="893"/>
                    <a:pt x="36" y="1011"/>
                    <a:pt x="101" y="1112"/>
                  </a:cubicBezTo>
                  <a:cubicBezTo>
                    <a:pt x="303" y="1415"/>
                    <a:pt x="489" y="1750"/>
                    <a:pt x="675" y="2069"/>
                  </a:cubicBezTo>
                  <a:cubicBezTo>
                    <a:pt x="743" y="2190"/>
                    <a:pt x="808" y="2291"/>
                    <a:pt x="877" y="2408"/>
                  </a:cubicBezTo>
                  <a:cubicBezTo>
                    <a:pt x="925" y="2493"/>
                    <a:pt x="978" y="2574"/>
                    <a:pt x="1026" y="2659"/>
                  </a:cubicBezTo>
                  <a:cubicBezTo>
                    <a:pt x="1111" y="2776"/>
                    <a:pt x="1180" y="2897"/>
                    <a:pt x="1248" y="3030"/>
                  </a:cubicBezTo>
                  <a:cubicBezTo>
                    <a:pt x="1281" y="3079"/>
                    <a:pt x="1313" y="3131"/>
                    <a:pt x="1366" y="3148"/>
                  </a:cubicBezTo>
                  <a:lnTo>
                    <a:pt x="1382" y="3148"/>
                  </a:lnTo>
                  <a:cubicBezTo>
                    <a:pt x="1398" y="3148"/>
                    <a:pt x="1382" y="3131"/>
                    <a:pt x="1382" y="3131"/>
                  </a:cubicBezTo>
                  <a:cubicBezTo>
                    <a:pt x="1329" y="3115"/>
                    <a:pt x="1313" y="3063"/>
                    <a:pt x="1281" y="3014"/>
                  </a:cubicBezTo>
                  <a:cubicBezTo>
                    <a:pt x="1212" y="2897"/>
                    <a:pt x="1127" y="2760"/>
                    <a:pt x="1046" y="2643"/>
                  </a:cubicBezTo>
                  <a:cubicBezTo>
                    <a:pt x="994" y="2558"/>
                    <a:pt x="945" y="2473"/>
                    <a:pt x="909" y="2392"/>
                  </a:cubicBezTo>
                  <a:cubicBezTo>
                    <a:pt x="844" y="2271"/>
                    <a:pt x="776" y="2170"/>
                    <a:pt x="707" y="2053"/>
                  </a:cubicBezTo>
                  <a:cubicBezTo>
                    <a:pt x="521" y="1734"/>
                    <a:pt x="319" y="1415"/>
                    <a:pt x="117" y="1095"/>
                  </a:cubicBezTo>
                  <a:cubicBezTo>
                    <a:pt x="53" y="994"/>
                    <a:pt x="36" y="893"/>
                    <a:pt x="36" y="776"/>
                  </a:cubicBezTo>
                  <a:cubicBezTo>
                    <a:pt x="53" y="655"/>
                    <a:pt x="53" y="538"/>
                    <a:pt x="36" y="437"/>
                  </a:cubicBezTo>
                  <a:cubicBezTo>
                    <a:pt x="36" y="288"/>
                    <a:pt x="36" y="150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0">
              <a:extLst>
                <a:ext uri="{FF2B5EF4-FFF2-40B4-BE49-F238E27FC236}">
                  <a16:creationId xmlns:a16="http://schemas.microsoft.com/office/drawing/2014/main" id="{AD9BEA9F-44F9-D158-FAB4-D23414203C98}"/>
                </a:ext>
              </a:extLst>
            </p:cNvPr>
            <p:cNvSpPr/>
            <p:nvPr/>
          </p:nvSpPr>
          <p:spPr>
            <a:xfrm>
              <a:off x="2095190" y="3390952"/>
              <a:ext cx="5364" cy="47775"/>
            </a:xfrm>
            <a:custGeom>
              <a:avLst/>
              <a:gdLst/>
              <a:ahLst/>
              <a:cxnLst/>
              <a:rect l="l" t="t" r="r" b="b"/>
              <a:pathLst>
                <a:path w="54" h="481" extrusionOk="0">
                  <a:moveTo>
                    <a:pt x="42" y="1"/>
                  </a:moveTo>
                  <a:cubicBezTo>
                    <a:pt x="37" y="1"/>
                    <a:pt x="37" y="8"/>
                    <a:pt x="37" y="8"/>
                  </a:cubicBezTo>
                  <a:cubicBezTo>
                    <a:pt x="17" y="93"/>
                    <a:pt x="17" y="161"/>
                    <a:pt x="17" y="246"/>
                  </a:cubicBezTo>
                  <a:cubicBezTo>
                    <a:pt x="17" y="311"/>
                    <a:pt x="17" y="396"/>
                    <a:pt x="1" y="464"/>
                  </a:cubicBezTo>
                  <a:cubicBezTo>
                    <a:pt x="1" y="480"/>
                    <a:pt x="1" y="480"/>
                    <a:pt x="17" y="480"/>
                  </a:cubicBezTo>
                  <a:lnTo>
                    <a:pt x="37" y="480"/>
                  </a:lnTo>
                  <a:cubicBezTo>
                    <a:pt x="53" y="396"/>
                    <a:pt x="53" y="327"/>
                    <a:pt x="53" y="246"/>
                  </a:cubicBezTo>
                  <a:cubicBezTo>
                    <a:pt x="37" y="177"/>
                    <a:pt x="37" y="93"/>
                    <a:pt x="53" y="24"/>
                  </a:cubicBezTo>
                  <a:lnTo>
                    <a:pt x="53" y="8"/>
                  </a:lnTo>
                  <a:cubicBezTo>
                    <a:pt x="48" y="2"/>
                    <a:pt x="44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0">
              <a:extLst>
                <a:ext uri="{FF2B5EF4-FFF2-40B4-BE49-F238E27FC236}">
                  <a16:creationId xmlns:a16="http://schemas.microsoft.com/office/drawing/2014/main" id="{4179CC1C-AE58-B6B7-C03A-618405DC6412}"/>
                </a:ext>
              </a:extLst>
            </p:cNvPr>
            <p:cNvSpPr/>
            <p:nvPr/>
          </p:nvSpPr>
          <p:spPr>
            <a:xfrm>
              <a:off x="2028642" y="3037355"/>
              <a:ext cx="4867" cy="40227"/>
            </a:xfrm>
            <a:custGeom>
              <a:avLst/>
              <a:gdLst/>
              <a:ahLst/>
              <a:cxnLst/>
              <a:rect l="l" t="t" r="r" b="b"/>
              <a:pathLst>
                <a:path w="49" h="405" extrusionOk="0">
                  <a:moveTo>
                    <a:pt x="33" y="1"/>
                  </a:moveTo>
                  <a:cubicBezTo>
                    <a:pt x="0" y="69"/>
                    <a:pt x="16" y="134"/>
                    <a:pt x="16" y="203"/>
                  </a:cubicBezTo>
                  <a:cubicBezTo>
                    <a:pt x="16" y="271"/>
                    <a:pt x="16" y="336"/>
                    <a:pt x="0" y="389"/>
                  </a:cubicBezTo>
                  <a:cubicBezTo>
                    <a:pt x="0" y="405"/>
                    <a:pt x="0" y="405"/>
                    <a:pt x="16" y="405"/>
                  </a:cubicBezTo>
                  <a:lnTo>
                    <a:pt x="33" y="405"/>
                  </a:lnTo>
                  <a:cubicBezTo>
                    <a:pt x="49" y="336"/>
                    <a:pt x="49" y="271"/>
                    <a:pt x="33" y="203"/>
                  </a:cubicBezTo>
                  <a:cubicBezTo>
                    <a:pt x="33" y="134"/>
                    <a:pt x="33" y="69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0">
              <a:extLst>
                <a:ext uri="{FF2B5EF4-FFF2-40B4-BE49-F238E27FC236}">
                  <a16:creationId xmlns:a16="http://schemas.microsoft.com/office/drawing/2014/main" id="{91938FFC-CC03-9166-8A49-E582706A55F5}"/>
                </a:ext>
              </a:extLst>
            </p:cNvPr>
            <p:cNvSpPr/>
            <p:nvPr/>
          </p:nvSpPr>
          <p:spPr>
            <a:xfrm>
              <a:off x="983346" y="2729646"/>
              <a:ext cx="3774" cy="83930"/>
            </a:xfrm>
            <a:custGeom>
              <a:avLst/>
              <a:gdLst/>
              <a:ahLst/>
              <a:cxnLst/>
              <a:rect l="l" t="t" r="r" b="b"/>
              <a:pathLst>
                <a:path w="38" h="845" extrusionOk="0">
                  <a:moveTo>
                    <a:pt x="21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186"/>
                  </a:lnTo>
                  <a:lnTo>
                    <a:pt x="1" y="691"/>
                  </a:lnTo>
                  <a:lnTo>
                    <a:pt x="1" y="723"/>
                  </a:lnTo>
                  <a:cubicBezTo>
                    <a:pt x="1" y="760"/>
                    <a:pt x="1" y="792"/>
                    <a:pt x="21" y="824"/>
                  </a:cubicBezTo>
                  <a:lnTo>
                    <a:pt x="21" y="845"/>
                  </a:lnTo>
                  <a:lnTo>
                    <a:pt x="37" y="824"/>
                  </a:lnTo>
                  <a:lnTo>
                    <a:pt x="37" y="808"/>
                  </a:lnTo>
                  <a:cubicBezTo>
                    <a:pt x="21" y="792"/>
                    <a:pt x="21" y="760"/>
                    <a:pt x="21" y="723"/>
                  </a:cubicBezTo>
                  <a:lnTo>
                    <a:pt x="21" y="691"/>
                  </a:lnTo>
                  <a:lnTo>
                    <a:pt x="21" y="18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0">
              <a:extLst>
                <a:ext uri="{FF2B5EF4-FFF2-40B4-BE49-F238E27FC236}">
                  <a16:creationId xmlns:a16="http://schemas.microsoft.com/office/drawing/2014/main" id="{EA6E7C3A-4E14-344D-1AE0-C828D8102ABF}"/>
                </a:ext>
              </a:extLst>
            </p:cNvPr>
            <p:cNvSpPr/>
            <p:nvPr/>
          </p:nvSpPr>
          <p:spPr>
            <a:xfrm>
              <a:off x="1520197" y="2861649"/>
              <a:ext cx="193982" cy="291022"/>
            </a:xfrm>
            <a:custGeom>
              <a:avLst/>
              <a:gdLst/>
              <a:ahLst/>
              <a:cxnLst/>
              <a:rect l="l" t="t" r="r" b="b"/>
              <a:pathLst>
                <a:path w="1953" h="2930" extrusionOk="0">
                  <a:moveTo>
                    <a:pt x="49" y="0"/>
                  </a:moveTo>
                  <a:cubicBezTo>
                    <a:pt x="17" y="37"/>
                    <a:pt x="17" y="69"/>
                    <a:pt x="17" y="122"/>
                  </a:cubicBezTo>
                  <a:lnTo>
                    <a:pt x="17" y="138"/>
                  </a:lnTo>
                  <a:cubicBezTo>
                    <a:pt x="17" y="186"/>
                    <a:pt x="17" y="223"/>
                    <a:pt x="33" y="271"/>
                  </a:cubicBezTo>
                  <a:cubicBezTo>
                    <a:pt x="33" y="356"/>
                    <a:pt x="33" y="441"/>
                    <a:pt x="17" y="526"/>
                  </a:cubicBezTo>
                  <a:cubicBezTo>
                    <a:pt x="1" y="744"/>
                    <a:pt x="70" y="929"/>
                    <a:pt x="251" y="1095"/>
                  </a:cubicBezTo>
                  <a:cubicBezTo>
                    <a:pt x="421" y="1265"/>
                    <a:pt x="591" y="1451"/>
                    <a:pt x="740" y="1636"/>
                  </a:cubicBezTo>
                  <a:cubicBezTo>
                    <a:pt x="878" y="1786"/>
                    <a:pt x="995" y="1939"/>
                    <a:pt x="1144" y="2073"/>
                  </a:cubicBezTo>
                  <a:cubicBezTo>
                    <a:pt x="1245" y="2190"/>
                    <a:pt x="1330" y="2291"/>
                    <a:pt x="1431" y="2392"/>
                  </a:cubicBezTo>
                  <a:cubicBezTo>
                    <a:pt x="1585" y="2578"/>
                    <a:pt x="1750" y="2763"/>
                    <a:pt x="1936" y="2913"/>
                  </a:cubicBezTo>
                  <a:lnTo>
                    <a:pt x="1936" y="2929"/>
                  </a:lnTo>
                  <a:lnTo>
                    <a:pt x="1952" y="2913"/>
                  </a:lnTo>
                  <a:lnTo>
                    <a:pt x="1952" y="2897"/>
                  </a:lnTo>
                  <a:cubicBezTo>
                    <a:pt x="1766" y="2747"/>
                    <a:pt x="1601" y="2562"/>
                    <a:pt x="1447" y="2376"/>
                  </a:cubicBezTo>
                  <a:cubicBezTo>
                    <a:pt x="1346" y="2275"/>
                    <a:pt x="1261" y="2158"/>
                    <a:pt x="1160" y="2057"/>
                  </a:cubicBezTo>
                  <a:cubicBezTo>
                    <a:pt x="1027" y="1919"/>
                    <a:pt x="894" y="1770"/>
                    <a:pt x="756" y="1616"/>
                  </a:cubicBezTo>
                  <a:cubicBezTo>
                    <a:pt x="607" y="1434"/>
                    <a:pt x="437" y="1249"/>
                    <a:pt x="272" y="1079"/>
                  </a:cubicBezTo>
                  <a:cubicBezTo>
                    <a:pt x="86" y="909"/>
                    <a:pt x="33" y="744"/>
                    <a:pt x="49" y="526"/>
                  </a:cubicBezTo>
                  <a:lnTo>
                    <a:pt x="49" y="271"/>
                  </a:lnTo>
                  <a:lnTo>
                    <a:pt x="49" y="138"/>
                  </a:lnTo>
                  <a:lnTo>
                    <a:pt x="49" y="122"/>
                  </a:lnTo>
                  <a:cubicBezTo>
                    <a:pt x="49" y="69"/>
                    <a:pt x="49" y="37"/>
                    <a:pt x="70" y="21"/>
                  </a:cubicBezTo>
                  <a:lnTo>
                    <a:pt x="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0">
              <a:extLst>
                <a:ext uri="{FF2B5EF4-FFF2-40B4-BE49-F238E27FC236}">
                  <a16:creationId xmlns:a16="http://schemas.microsoft.com/office/drawing/2014/main" id="{B464BD34-6A33-BC37-10DA-37F08F4C7F31}"/>
                </a:ext>
              </a:extLst>
            </p:cNvPr>
            <p:cNvSpPr/>
            <p:nvPr/>
          </p:nvSpPr>
          <p:spPr>
            <a:xfrm>
              <a:off x="674445" y="1964049"/>
              <a:ext cx="143723" cy="172230"/>
            </a:xfrm>
            <a:custGeom>
              <a:avLst/>
              <a:gdLst/>
              <a:ahLst/>
              <a:cxnLst/>
              <a:rect l="l" t="t" r="r" b="b"/>
              <a:pathLst>
                <a:path w="1447" h="1734" extrusionOk="0">
                  <a:moveTo>
                    <a:pt x="1394" y="1"/>
                  </a:moveTo>
                  <a:cubicBezTo>
                    <a:pt x="1414" y="170"/>
                    <a:pt x="1414" y="336"/>
                    <a:pt x="1414" y="506"/>
                  </a:cubicBezTo>
                  <a:cubicBezTo>
                    <a:pt x="1414" y="607"/>
                    <a:pt x="1394" y="708"/>
                    <a:pt x="1414" y="809"/>
                  </a:cubicBezTo>
                  <a:lnTo>
                    <a:pt x="1414" y="841"/>
                  </a:lnTo>
                  <a:cubicBezTo>
                    <a:pt x="1414" y="877"/>
                    <a:pt x="1414" y="926"/>
                    <a:pt x="1430" y="978"/>
                  </a:cubicBezTo>
                  <a:lnTo>
                    <a:pt x="17" y="1717"/>
                  </a:lnTo>
                  <a:cubicBezTo>
                    <a:pt x="0" y="1717"/>
                    <a:pt x="0" y="1717"/>
                    <a:pt x="0" y="1734"/>
                  </a:cubicBezTo>
                  <a:lnTo>
                    <a:pt x="17" y="1734"/>
                  </a:lnTo>
                  <a:lnTo>
                    <a:pt x="1447" y="994"/>
                  </a:lnTo>
                  <a:lnTo>
                    <a:pt x="1447" y="978"/>
                  </a:lnTo>
                  <a:cubicBezTo>
                    <a:pt x="1430" y="926"/>
                    <a:pt x="1430" y="877"/>
                    <a:pt x="1430" y="841"/>
                  </a:cubicBezTo>
                  <a:lnTo>
                    <a:pt x="1430" y="809"/>
                  </a:lnTo>
                  <a:lnTo>
                    <a:pt x="1430" y="506"/>
                  </a:lnTo>
                  <a:cubicBezTo>
                    <a:pt x="1430" y="336"/>
                    <a:pt x="1447" y="170"/>
                    <a:pt x="14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0">
              <a:extLst>
                <a:ext uri="{FF2B5EF4-FFF2-40B4-BE49-F238E27FC236}">
                  <a16:creationId xmlns:a16="http://schemas.microsoft.com/office/drawing/2014/main" id="{BD9C79BF-888B-BF01-8E63-3CA8DAF33E7C}"/>
                </a:ext>
              </a:extLst>
            </p:cNvPr>
            <p:cNvSpPr/>
            <p:nvPr/>
          </p:nvSpPr>
          <p:spPr>
            <a:xfrm>
              <a:off x="1087339" y="2343669"/>
              <a:ext cx="6456" cy="88697"/>
            </a:xfrm>
            <a:custGeom>
              <a:avLst/>
              <a:gdLst/>
              <a:ahLst/>
              <a:cxnLst/>
              <a:rect l="l" t="t" r="r" b="b"/>
              <a:pathLst>
                <a:path w="65" h="893" extrusionOk="0">
                  <a:moveTo>
                    <a:pt x="16" y="0"/>
                  </a:moveTo>
                  <a:lnTo>
                    <a:pt x="0" y="16"/>
                  </a:lnTo>
                  <a:lnTo>
                    <a:pt x="0" y="202"/>
                  </a:lnTo>
                  <a:lnTo>
                    <a:pt x="0" y="707"/>
                  </a:lnTo>
                  <a:cubicBezTo>
                    <a:pt x="0" y="772"/>
                    <a:pt x="16" y="840"/>
                    <a:pt x="32" y="893"/>
                  </a:cubicBezTo>
                  <a:lnTo>
                    <a:pt x="49" y="893"/>
                  </a:lnTo>
                  <a:cubicBezTo>
                    <a:pt x="49" y="893"/>
                    <a:pt x="65" y="893"/>
                    <a:pt x="49" y="873"/>
                  </a:cubicBezTo>
                  <a:cubicBezTo>
                    <a:pt x="32" y="824"/>
                    <a:pt x="32" y="772"/>
                    <a:pt x="32" y="707"/>
                  </a:cubicBezTo>
                  <a:lnTo>
                    <a:pt x="32" y="202"/>
                  </a:lnTo>
                  <a:lnTo>
                    <a:pt x="32" y="16"/>
                  </a:lnTo>
                  <a:cubicBezTo>
                    <a:pt x="32" y="16"/>
                    <a:pt x="32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0">
              <a:extLst>
                <a:ext uri="{FF2B5EF4-FFF2-40B4-BE49-F238E27FC236}">
                  <a16:creationId xmlns:a16="http://schemas.microsoft.com/office/drawing/2014/main" id="{30521BCE-E942-997B-EDD1-CF3F67AD2C48}"/>
                </a:ext>
              </a:extLst>
            </p:cNvPr>
            <p:cNvSpPr/>
            <p:nvPr/>
          </p:nvSpPr>
          <p:spPr>
            <a:xfrm>
              <a:off x="686066" y="3261630"/>
              <a:ext cx="138956" cy="151769"/>
            </a:xfrm>
            <a:custGeom>
              <a:avLst/>
              <a:gdLst/>
              <a:ahLst/>
              <a:cxnLst/>
              <a:rect l="l" t="t" r="r" b="b"/>
              <a:pathLst>
                <a:path w="1399" h="1528" extrusionOk="0">
                  <a:moveTo>
                    <a:pt x="1354" y="1"/>
                  </a:moveTo>
                  <a:cubicBezTo>
                    <a:pt x="1350" y="1"/>
                    <a:pt x="1346" y="5"/>
                    <a:pt x="1346" y="13"/>
                  </a:cubicBezTo>
                  <a:cubicBezTo>
                    <a:pt x="1330" y="49"/>
                    <a:pt x="1330" y="98"/>
                    <a:pt x="1346" y="134"/>
                  </a:cubicBezTo>
                  <a:cubicBezTo>
                    <a:pt x="1346" y="183"/>
                    <a:pt x="1362" y="215"/>
                    <a:pt x="1313" y="235"/>
                  </a:cubicBezTo>
                  <a:cubicBezTo>
                    <a:pt x="1277" y="268"/>
                    <a:pt x="1229" y="268"/>
                    <a:pt x="1176" y="284"/>
                  </a:cubicBezTo>
                  <a:cubicBezTo>
                    <a:pt x="1160" y="284"/>
                    <a:pt x="1128" y="300"/>
                    <a:pt x="1095" y="300"/>
                  </a:cubicBezTo>
                  <a:cubicBezTo>
                    <a:pt x="974" y="352"/>
                    <a:pt x="857" y="385"/>
                    <a:pt x="740" y="437"/>
                  </a:cubicBezTo>
                  <a:cubicBezTo>
                    <a:pt x="554" y="486"/>
                    <a:pt x="368" y="571"/>
                    <a:pt x="186" y="619"/>
                  </a:cubicBezTo>
                  <a:cubicBezTo>
                    <a:pt x="49" y="671"/>
                    <a:pt x="0" y="740"/>
                    <a:pt x="17" y="857"/>
                  </a:cubicBezTo>
                  <a:lnTo>
                    <a:pt x="17" y="1209"/>
                  </a:lnTo>
                  <a:lnTo>
                    <a:pt x="17" y="1378"/>
                  </a:lnTo>
                  <a:lnTo>
                    <a:pt x="17" y="1411"/>
                  </a:lnTo>
                  <a:cubicBezTo>
                    <a:pt x="17" y="1447"/>
                    <a:pt x="17" y="1496"/>
                    <a:pt x="49" y="1528"/>
                  </a:cubicBezTo>
                  <a:lnTo>
                    <a:pt x="65" y="1528"/>
                  </a:lnTo>
                  <a:lnTo>
                    <a:pt x="65" y="1512"/>
                  </a:lnTo>
                  <a:cubicBezTo>
                    <a:pt x="33" y="1479"/>
                    <a:pt x="49" y="1447"/>
                    <a:pt x="49" y="1411"/>
                  </a:cubicBezTo>
                  <a:lnTo>
                    <a:pt x="49" y="1378"/>
                  </a:lnTo>
                  <a:lnTo>
                    <a:pt x="49" y="1209"/>
                  </a:lnTo>
                  <a:lnTo>
                    <a:pt x="49" y="857"/>
                  </a:lnTo>
                  <a:cubicBezTo>
                    <a:pt x="33" y="740"/>
                    <a:pt x="65" y="688"/>
                    <a:pt x="186" y="655"/>
                  </a:cubicBezTo>
                  <a:cubicBezTo>
                    <a:pt x="368" y="587"/>
                    <a:pt x="570" y="518"/>
                    <a:pt x="756" y="453"/>
                  </a:cubicBezTo>
                  <a:cubicBezTo>
                    <a:pt x="873" y="417"/>
                    <a:pt x="994" y="369"/>
                    <a:pt x="1111" y="336"/>
                  </a:cubicBezTo>
                  <a:cubicBezTo>
                    <a:pt x="1128" y="316"/>
                    <a:pt x="1160" y="316"/>
                    <a:pt x="1196" y="300"/>
                  </a:cubicBezTo>
                  <a:cubicBezTo>
                    <a:pt x="1245" y="300"/>
                    <a:pt x="1297" y="284"/>
                    <a:pt x="1330" y="251"/>
                  </a:cubicBezTo>
                  <a:cubicBezTo>
                    <a:pt x="1398" y="215"/>
                    <a:pt x="1378" y="167"/>
                    <a:pt x="1362" y="114"/>
                  </a:cubicBezTo>
                  <a:cubicBezTo>
                    <a:pt x="1362" y="82"/>
                    <a:pt x="1346" y="49"/>
                    <a:pt x="1362" y="33"/>
                  </a:cubicBezTo>
                  <a:cubicBezTo>
                    <a:pt x="1378" y="13"/>
                    <a:pt x="1362" y="13"/>
                    <a:pt x="1362" y="13"/>
                  </a:cubicBezTo>
                  <a:cubicBezTo>
                    <a:pt x="1362" y="5"/>
                    <a:pt x="1358" y="1"/>
                    <a:pt x="13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0">
              <a:extLst>
                <a:ext uri="{FF2B5EF4-FFF2-40B4-BE49-F238E27FC236}">
                  <a16:creationId xmlns:a16="http://schemas.microsoft.com/office/drawing/2014/main" id="{799A7323-CE8B-0D0F-0296-F11CB848B72A}"/>
                </a:ext>
              </a:extLst>
            </p:cNvPr>
            <p:cNvSpPr/>
            <p:nvPr/>
          </p:nvSpPr>
          <p:spPr>
            <a:xfrm>
              <a:off x="1792646" y="3020569"/>
              <a:ext cx="5364" cy="48570"/>
            </a:xfrm>
            <a:custGeom>
              <a:avLst/>
              <a:gdLst/>
              <a:ahLst/>
              <a:cxnLst/>
              <a:rect l="l" t="t" r="r" b="b"/>
              <a:pathLst>
                <a:path w="54" h="489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1" y="101"/>
                    <a:pt x="1" y="202"/>
                    <a:pt x="17" y="303"/>
                  </a:cubicBezTo>
                  <a:lnTo>
                    <a:pt x="17" y="473"/>
                  </a:lnTo>
                  <a:lnTo>
                    <a:pt x="17" y="489"/>
                  </a:lnTo>
                  <a:cubicBezTo>
                    <a:pt x="33" y="489"/>
                    <a:pt x="33" y="489"/>
                    <a:pt x="33" y="473"/>
                  </a:cubicBezTo>
                  <a:lnTo>
                    <a:pt x="33" y="303"/>
                  </a:lnTo>
                  <a:cubicBezTo>
                    <a:pt x="33" y="202"/>
                    <a:pt x="33" y="117"/>
                    <a:pt x="53" y="16"/>
                  </a:cubicBezTo>
                  <a:cubicBezTo>
                    <a:pt x="53" y="16"/>
                    <a:pt x="53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0">
              <a:extLst>
                <a:ext uri="{FF2B5EF4-FFF2-40B4-BE49-F238E27FC236}">
                  <a16:creationId xmlns:a16="http://schemas.microsoft.com/office/drawing/2014/main" id="{8B80D16B-AA6A-8C2C-B315-EDF16559A5F5}"/>
                </a:ext>
              </a:extLst>
            </p:cNvPr>
            <p:cNvSpPr/>
            <p:nvPr/>
          </p:nvSpPr>
          <p:spPr>
            <a:xfrm>
              <a:off x="1416701" y="3234813"/>
              <a:ext cx="85221" cy="195472"/>
            </a:xfrm>
            <a:custGeom>
              <a:avLst/>
              <a:gdLst/>
              <a:ahLst/>
              <a:cxnLst/>
              <a:rect l="l" t="t" r="r" b="b"/>
              <a:pathLst>
                <a:path w="858" h="1968" extrusionOk="0">
                  <a:moveTo>
                    <a:pt x="1" y="0"/>
                  </a:moveTo>
                  <a:lnTo>
                    <a:pt x="1" y="16"/>
                  </a:lnTo>
                  <a:cubicBezTo>
                    <a:pt x="65" y="81"/>
                    <a:pt x="134" y="134"/>
                    <a:pt x="203" y="202"/>
                  </a:cubicBezTo>
                  <a:cubicBezTo>
                    <a:pt x="368" y="352"/>
                    <a:pt x="538" y="521"/>
                    <a:pt x="708" y="671"/>
                  </a:cubicBezTo>
                  <a:cubicBezTo>
                    <a:pt x="788" y="756"/>
                    <a:pt x="825" y="841"/>
                    <a:pt x="825" y="958"/>
                  </a:cubicBezTo>
                  <a:lnTo>
                    <a:pt x="825" y="1547"/>
                  </a:lnTo>
                  <a:lnTo>
                    <a:pt x="825" y="1818"/>
                  </a:lnTo>
                  <a:lnTo>
                    <a:pt x="825" y="1850"/>
                  </a:lnTo>
                  <a:cubicBezTo>
                    <a:pt x="825" y="1883"/>
                    <a:pt x="825" y="1919"/>
                    <a:pt x="809" y="1935"/>
                  </a:cubicBezTo>
                  <a:lnTo>
                    <a:pt x="809" y="1968"/>
                  </a:lnTo>
                  <a:lnTo>
                    <a:pt x="825" y="1968"/>
                  </a:lnTo>
                  <a:cubicBezTo>
                    <a:pt x="857" y="1919"/>
                    <a:pt x="857" y="1883"/>
                    <a:pt x="857" y="1850"/>
                  </a:cubicBezTo>
                  <a:lnTo>
                    <a:pt x="857" y="1818"/>
                  </a:lnTo>
                  <a:cubicBezTo>
                    <a:pt x="857" y="1733"/>
                    <a:pt x="857" y="1632"/>
                    <a:pt x="841" y="1547"/>
                  </a:cubicBezTo>
                  <a:cubicBezTo>
                    <a:pt x="841" y="1345"/>
                    <a:pt x="841" y="1143"/>
                    <a:pt x="857" y="958"/>
                  </a:cubicBezTo>
                  <a:cubicBezTo>
                    <a:pt x="857" y="824"/>
                    <a:pt x="825" y="740"/>
                    <a:pt x="724" y="655"/>
                  </a:cubicBezTo>
                  <a:cubicBezTo>
                    <a:pt x="554" y="505"/>
                    <a:pt x="384" y="336"/>
                    <a:pt x="219" y="182"/>
                  </a:cubicBezTo>
                  <a:cubicBezTo>
                    <a:pt x="150" y="117"/>
                    <a:pt x="82" y="6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0">
              <a:extLst>
                <a:ext uri="{FF2B5EF4-FFF2-40B4-BE49-F238E27FC236}">
                  <a16:creationId xmlns:a16="http://schemas.microsoft.com/office/drawing/2014/main" id="{7164AB23-912D-8432-3E05-0F2483F4D72C}"/>
                </a:ext>
              </a:extLst>
            </p:cNvPr>
            <p:cNvSpPr/>
            <p:nvPr/>
          </p:nvSpPr>
          <p:spPr>
            <a:xfrm>
              <a:off x="871406" y="1559597"/>
              <a:ext cx="338003" cy="289036"/>
            </a:xfrm>
            <a:custGeom>
              <a:avLst/>
              <a:gdLst/>
              <a:ahLst/>
              <a:cxnLst/>
              <a:rect l="l" t="t" r="r" b="b"/>
              <a:pathLst>
                <a:path w="3403" h="2910" extrusionOk="0">
                  <a:moveTo>
                    <a:pt x="3386" y="1"/>
                  </a:moveTo>
                  <a:cubicBezTo>
                    <a:pt x="3184" y="118"/>
                    <a:pt x="2966" y="235"/>
                    <a:pt x="2764" y="352"/>
                  </a:cubicBezTo>
                  <a:cubicBezTo>
                    <a:pt x="2461" y="522"/>
                    <a:pt x="2138" y="687"/>
                    <a:pt x="1855" y="873"/>
                  </a:cubicBezTo>
                  <a:cubicBezTo>
                    <a:pt x="1399" y="1144"/>
                    <a:pt x="946" y="1394"/>
                    <a:pt x="490" y="1633"/>
                  </a:cubicBezTo>
                  <a:cubicBezTo>
                    <a:pt x="372" y="1697"/>
                    <a:pt x="239" y="1782"/>
                    <a:pt x="102" y="1851"/>
                  </a:cubicBezTo>
                  <a:cubicBezTo>
                    <a:pt x="37" y="1883"/>
                    <a:pt x="1" y="1919"/>
                    <a:pt x="1" y="2020"/>
                  </a:cubicBezTo>
                  <a:lnTo>
                    <a:pt x="1" y="2643"/>
                  </a:lnTo>
                  <a:lnTo>
                    <a:pt x="1" y="2760"/>
                  </a:lnTo>
                  <a:cubicBezTo>
                    <a:pt x="1" y="2808"/>
                    <a:pt x="1" y="2861"/>
                    <a:pt x="37" y="2909"/>
                  </a:cubicBezTo>
                  <a:lnTo>
                    <a:pt x="53" y="2909"/>
                  </a:lnTo>
                  <a:lnTo>
                    <a:pt x="53" y="2893"/>
                  </a:lnTo>
                  <a:cubicBezTo>
                    <a:pt x="37" y="2861"/>
                    <a:pt x="37" y="2808"/>
                    <a:pt x="37" y="2760"/>
                  </a:cubicBezTo>
                  <a:lnTo>
                    <a:pt x="37" y="2643"/>
                  </a:lnTo>
                  <a:lnTo>
                    <a:pt x="37" y="2000"/>
                  </a:lnTo>
                  <a:cubicBezTo>
                    <a:pt x="17" y="1936"/>
                    <a:pt x="53" y="1899"/>
                    <a:pt x="118" y="1867"/>
                  </a:cubicBezTo>
                  <a:cubicBezTo>
                    <a:pt x="255" y="1798"/>
                    <a:pt x="372" y="1734"/>
                    <a:pt x="506" y="1649"/>
                  </a:cubicBezTo>
                  <a:cubicBezTo>
                    <a:pt x="962" y="1415"/>
                    <a:pt x="1415" y="1160"/>
                    <a:pt x="1855" y="889"/>
                  </a:cubicBezTo>
                  <a:cubicBezTo>
                    <a:pt x="2158" y="724"/>
                    <a:pt x="2477" y="538"/>
                    <a:pt x="2780" y="384"/>
                  </a:cubicBezTo>
                  <a:cubicBezTo>
                    <a:pt x="2982" y="267"/>
                    <a:pt x="3200" y="150"/>
                    <a:pt x="3402" y="17"/>
                  </a:cubicBezTo>
                  <a:lnTo>
                    <a:pt x="34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0">
              <a:extLst>
                <a:ext uri="{FF2B5EF4-FFF2-40B4-BE49-F238E27FC236}">
                  <a16:creationId xmlns:a16="http://schemas.microsoft.com/office/drawing/2014/main" id="{691475C4-AC85-B78D-E195-3BDCDD993491}"/>
                </a:ext>
              </a:extLst>
            </p:cNvPr>
            <p:cNvSpPr/>
            <p:nvPr/>
          </p:nvSpPr>
          <p:spPr>
            <a:xfrm>
              <a:off x="2165412" y="2963953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37" y="0"/>
                  </a:moveTo>
                  <a:lnTo>
                    <a:pt x="37" y="17"/>
                  </a:lnTo>
                  <a:cubicBezTo>
                    <a:pt x="1" y="101"/>
                    <a:pt x="17" y="182"/>
                    <a:pt x="17" y="251"/>
                  </a:cubicBezTo>
                  <a:lnTo>
                    <a:pt x="17" y="404"/>
                  </a:lnTo>
                  <a:lnTo>
                    <a:pt x="37" y="404"/>
                  </a:lnTo>
                  <a:lnTo>
                    <a:pt x="37" y="251"/>
                  </a:lnTo>
                  <a:cubicBezTo>
                    <a:pt x="37" y="182"/>
                    <a:pt x="37" y="101"/>
                    <a:pt x="53" y="17"/>
                  </a:cubicBezTo>
                  <a:cubicBezTo>
                    <a:pt x="53" y="17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0">
              <a:extLst>
                <a:ext uri="{FF2B5EF4-FFF2-40B4-BE49-F238E27FC236}">
                  <a16:creationId xmlns:a16="http://schemas.microsoft.com/office/drawing/2014/main" id="{D310A106-4367-2F5A-32B9-A4A8A381CF92}"/>
                </a:ext>
              </a:extLst>
            </p:cNvPr>
            <p:cNvSpPr/>
            <p:nvPr/>
          </p:nvSpPr>
          <p:spPr>
            <a:xfrm>
              <a:off x="1287876" y="2772455"/>
              <a:ext cx="4966" cy="94458"/>
            </a:xfrm>
            <a:custGeom>
              <a:avLst/>
              <a:gdLst/>
              <a:ahLst/>
              <a:cxnLst/>
              <a:rect l="l" t="t" r="r" b="b"/>
              <a:pathLst>
                <a:path w="50" h="951" extrusionOk="0">
                  <a:moveTo>
                    <a:pt x="18" y="1"/>
                  </a:moveTo>
                  <a:cubicBezTo>
                    <a:pt x="17" y="1"/>
                    <a:pt x="17" y="3"/>
                    <a:pt x="17" y="10"/>
                  </a:cubicBezTo>
                  <a:lnTo>
                    <a:pt x="1" y="10"/>
                  </a:lnTo>
                  <a:cubicBezTo>
                    <a:pt x="17" y="143"/>
                    <a:pt x="17" y="260"/>
                    <a:pt x="17" y="377"/>
                  </a:cubicBezTo>
                  <a:lnTo>
                    <a:pt x="17" y="579"/>
                  </a:lnTo>
                  <a:lnTo>
                    <a:pt x="17" y="834"/>
                  </a:lnTo>
                  <a:lnTo>
                    <a:pt x="17" y="951"/>
                  </a:lnTo>
                  <a:lnTo>
                    <a:pt x="33" y="951"/>
                  </a:lnTo>
                  <a:lnTo>
                    <a:pt x="33" y="834"/>
                  </a:lnTo>
                  <a:lnTo>
                    <a:pt x="33" y="579"/>
                  </a:lnTo>
                  <a:lnTo>
                    <a:pt x="33" y="377"/>
                  </a:lnTo>
                  <a:cubicBezTo>
                    <a:pt x="49" y="260"/>
                    <a:pt x="49" y="143"/>
                    <a:pt x="33" y="10"/>
                  </a:cubicBezTo>
                  <a:cubicBezTo>
                    <a:pt x="23" y="10"/>
                    <a:pt x="19" y="1"/>
                    <a:pt x="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0">
              <a:extLst>
                <a:ext uri="{FF2B5EF4-FFF2-40B4-BE49-F238E27FC236}">
                  <a16:creationId xmlns:a16="http://schemas.microsoft.com/office/drawing/2014/main" id="{641A3A9F-D572-24EA-89C3-00A1DAD70296}"/>
                </a:ext>
              </a:extLst>
            </p:cNvPr>
            <p:cNvSpPr/>
            <p:nvPr/>
          </p:nvSpPr>
          <p:spPr>
            <a:xfrm>
              <a:off x="791152" y="2485704"/>
              <a:ext cx="5364" cy="81943"/>
            </a:xfrm>
            <a:custGeom>
              <a:avLst/>
              <a:gdLst/>
              <a:ahLst/>
              <a:cxnLst/>
              <a:rect l="l" t="t" r="r" b="b"/>
              <a:pathLst>
                <a:path w="54" h="825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33"/>
                    <a:pt x="17" y="251"/>
                    <a:pt x="17" y="372"/>
                  </a:cubicBezTo>
                  <a:lnTo>
                    <a:pt x="17" y="606"/>
                  </a:lnTo>
                  <a:lnTo>
                    <a:pt x="17" y="675"/>
                  </a:lnTo>
                  <a:cubicBezTo>
                    <a:pt x="17" y="707"/>
                    <a:pt x="1" y="756"/>
                    <a:pt x="37" y="808"/>
                  </a:cubicBezTo>
                  <a:lnTo>
                    <a:pt x="37" y="824"/>
                  </a:lnTo>
                  <a:lnTo>
                    <a:pt x="53" y="824"/>
                  </a:lnTo>
                  <a:lnTo>
                    <a:pt x="53" y="808"/>
                  </a:lnTo>
                  <a:cubicBezTo>
                    <a:pt x="37" y="756"/>
                    <a:pt x="37" y="707"/>
                    <a:pt x="37" y="675"/>
                  </a:cubicBezTo>
                  <a:lnTo>
                    <a:pt x="37" y="606"/>
                  </a:lnTo>
                  <a:lnTo>
                    <a:pt x="37" y="372"/>
                  </a:lnTo>
                  <a:cubicBezTo>
                    <a:pt x="37" y="251"/>
                    <a:pt x="53" y="13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0">
              <a:extLst>
                <a:ext uri="{FF2B5EF4-FFF2-40B4-BE49-F238E27FC236}">
                  <a16:creationId xmlns:a16="http://schemas.microsoft.com/office/drawing/2014/main" id="{EF6AF1AD-B52F-1A8F-3A1A-215771D0DA1B}"/>
                </a:ext>
              </a:extLst>
            </p:cNvPr>
            <p:cNvSpPr/>
            <p:nvPr/>
          </p:nvSpPr>
          <p:spPr>
            <a:xfrm>
              <a:off x="2120518" y="3672538"/>
              <a:ext cx="4867" cy="48669"/>
            </a:xfrm>
            <a:custGeom>
              <a:avLst/>
              <a:gdLst/>
              <a:ahLst/>
              <a:cxnLst/>
              <a:rect l="l" t="t" r="r" b="b"/>
              <a:pathLst>
                <a:path w="49" h="490" extrusionOk="0">
                  <a:moveTo>
                    <a:pt x="33" y="1"/>
                  </a:moveTo>
                  <a:cubicBezTo>
                    <a:pt x="33" y="1"/>
                    <a:pt x="16" y="1"/>
                    <a:pt x="16" y="17"/>
                  </a:cubicBezTo>
                  <a:cubicBezTo>
                    <a:pt x="0" y="85"/>
                    <a:pt x="0" y="170"/>
                    <a:pt x="0" y="255"/>
                  </a:cubicBezTo>
                  <a:cubicBezTo>
                    <a:pt x="16" y="320"/>
                    <a:pt x="16" y="405"/>
                    <a:pt x="0" y="473"/>
                  </a:cubicBezTo>
                  <a:lnTo>
                    <a:pt x="0" y="489"/>
                  </a:lnTo>
                  <a:lnTo>
                    <a:pt x="16" y="473"/>
                  </a:lnTo>
                  <a:cubicBezTo>
                    <a:pt x="33" y="405"/>
                    <a:pt x="33" y="320"/>
                    <a:pt x="33" y="255"/>
                  </a:cubicBezTo>
                  <a:cubicBezTo>
                    <a:pt x="33" y="170"/>
                    <a:pt x="33" y="85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0">
              <a:extLst>
                <a:ext uri="{FF2B5EF4-FFF2-40B4-BE49-F238E27FC236}">
                  <a16:creationId xmlns:a16="http://schemas.microsoft.com/office/drawing/2014/main" id="{0DEBD632-0A99-FFDC-1FB5-67B64444F390}"/>
                </a:ext>
              </a:extLst>
            </p:cNvPr>
            <p:cNvSpPr/>
            <p:nvPr/>
          </p:nvSpPr>
          <p:spPr>
            <a:xfrm>
              <a:off x="1734143" y="3547786"/>
              <a:ext cx="157331" cy="186632"/>
            </a:xfrm>
            <a:custGeom>
              <a:avLst/>
              <a:gdLst/>
              <a:ahLst/>
              <a:cxnLst/>
              <a:rect l="l" t="t" r="r" b="b"/>
              <a:pathLst>
                <a:path w="1584" h="1879" extrusionOk="0">
                  <a:moveTo>
                    <a:pt x="71" y="0"/>
                  </a:moveTo>
                  <a:cubicBezTo>
                    <a:pt x="69" y="0"/>
                    <a:pt x="69" y="4"/>
                    <a:pt x="69" y="12"/>
                  </a:cubicBezTo>
                  <a:cubicBezTo>
                    <a:pt x="0" y="113"/>
                    <a:pt x="16" y="198"/>
                    <a:pt x="137" y="283"/>
                  </a:cubicBezTo>
                  <a:cubicBezTo>
                    <a:pt x="303" y="432"/>
                    <a:pt x="473" y="602"/>
                    <a:pt x="642" y="768"/>
                  </a:cubicBezTo>
                  <a:cubicBezTo>
                    <a:pt x="675" y="804"/>
                    <a:pt x="707" y="836"/>
                    <a:pt x="760" y="869"/>
                  </a:cubicBezTo>
                  <a:cubicBezTo>
                    <a:pt x="792" y="921"/>
                    <a:pt x="824" y="954"/>
                    <a:pt x="877" y="990"/>
                  </a:cubicBezTo>
                  <a:cubicBezTo>
                    <a:pt x="1079" y="1192"/>
                    <a:pt x="1281" y="1394"/>
                    <a:pt x="1499" y="1576"/>
                  </a:cubicBezTo>
                  <a:cubicBezTo>
                    <a:pt x="1551" y="1628"/>
                    <a:pt x="1551" y="1697"/>
                    <a:pt x="1551" y="1761"/>
                  </a:cubicBezTo>
                  <a:cubicBezTo>
                    <a:pt x="1551" y="1798"/>
                    <a:pt x="1531" y="1830"/>
                    <a:pt x="1551" y="1862"/>
                  </a:cubicBezTo>
                  <a:cubicBezTo>
                    <a:pt x="1551" y="1879"/>
                    <a:pt x="1551" y="1879"/>
                    <a:pt x="1568" y="1879"/>
                  </a:cubicBezTo>
                  <a:lnTo>
                    <a:pt x="1568" y="1862"/>
                  </a:lnTo>
                  <a:lnTo>
                    <a:pt x="1568" y="1761"/>
                  </a:lnTo>
                  <a:cubicBezTo>
                    <a:pt x="1584" y="1697"/>
                    <a:pt x="1584" y="1628"/>
                    <a:pt x="1515" y="1560"/>
                  </a:cubicBezTo>
                  <a:cubicBezTo>
                    <a:pt x="1297" y="1374"/>
                    <a:pt x="1095" y="1172"/>
                    <a:pt x="893" y="970"/>
                  </a:cubicBezTo>
                  <a:cubicBezTo>
                    <a:pt x="844" y="937"/>
                    <a:pt x="808" y="905"/>
                    <a:pt x="776" y="853"/>
                  </a:cubicBezTo>
                  <a:cubicBezTo>
                    <a:pt x="743" y="820"/>
                    <a:pt x="691" y="788"/>
                    <a:pt x="659" y="752"/>
                  </a:cubicBezTo>
                  <a:cubicBezTo>
                    <a:pt x="489" y="586"/>
                    <a:pt x="319" y="416"/>
                    <a:pt x="154" y="263"/>
                  </a:cubicBezTo>
                  <a:cubicBezTo>
                    <a:pt x="53" y="182"/>
                    <a:pt x="36" y="113"/>
                    <a:pt x="85" y="28"/>
                  </a:cubicBezTo>
                  <a:lnTo>
                    <a:pt x="85" y="12"/>
                  </a:lnTo>
                  <a:cubicBezTo>
                    <a:pt x="77" y="4"/>
                    <a:pt x="73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0">
              <a:extLst>
                <a:ext uri="{FF2B5EF4-FFF2-40B4-BE49-F238E27FC236}">
                  <a16:creationId xmlns:a16="http://schemas.microsoft.com/office/drawing/2014/main" id="{4AB8B769-68C5-ADA9-CBE7-31452C0348E8}"/>
                </a:ext>
              </a:extLst>
            </p:cNvPr>
            <p:cNvSpPr/>
            <p:nvPr/>
          </p:nvSpPr>
          <p:spPr>
            <a:xfrm>
              <a:off x="754699" y="1826881"/>
              <a:ext cx="3278" cy="88697"/>
            </a:xfrm>
            <a:custGeom>
              <a:avLst/>
              <a:gdLst/>
              <a:ahLst/>
              <a:cxnLst/>
              <a:rect l="l" t="t" r="r" b="b"/>
              <a:pathLst>
                <a:path w="33" h="893" extrusionOk="0">
                  <a:moveTo>
                    <a:pt x="0" y="0"/>
                  </a:moveTo>
                  <a:lnTo>
                    <a:pt x="0" y="877"/>
                  </a:lnTo>
                  <a:lnTo>
                    <a:pt x="16" y="893"/>
                  </a:lnTo>
                  <a:cubicBezTo>
                    <a:pt x="33" y="893"/>
                    <a:pt x="33" y="877"/>
                    <a:pt x="33" y="877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0">
              <a:extLst>
                <a:ext uri="{FF2B5EF4-FFF2-40B4-BE49-F238E27FC236}">
                  <a16:creationId xmlns:a16="http://schemas.microsoft.com/office/drawing/2014/main" id="{7F7B8D56-B5FD-B097-3C63-1D2AB9BE32A3}"/>
                </a:ext>
              </a:extLst>
            </p:cNvPr>
            <p:cNvSpPr/>
            <p:nvPr/>
          </p:nvSpPr>
          <p:spPr>
            <a:xfrm>
              <a:off x="2096779" y="2860059"/>
              <a:ext cx="3774" cy="45392"/>
            </a:xfrm>
            <a:custGeom>
              <a:avLst/>
              <a:gdLst/>
              <a:ahLst/>
              <a:cxnLst/>
              <a:rect l="l" t="t" r="r" b="b"/>
              <a:pathLst>
                <a:path w="38" h="457" extrusionOk="0">
                  <a:moveTo>
                    <a:pt x="21" y="0"/>
                  </a:moveTo>
                  <a:cubicBezTo>
                    <a:pt x="1" y="101"/>
                    <a:pt x="1" y="186"/>
                    <a:pt x="1" y="287"/>
                  </a:cubicBezTo>
                  <a:lnTo>
                    <a:pt x="1" y="441"/>
                  </a:lnTo>
                  <a:cubicBezTo>
                    <a:pt x="1" y="457"/>
                    <a:pt x="1" y="457"/>
                    <a:pt x="21" y="457"/>
                  </a:cubicBezTo>
                  <a:cubicBezTo>
                    <a:pt x="21" y="457"/>
                    <a:pt x="37" y="457"/>
                    <a:pt x="37" y="441"/>
                  </a:cubicBezTo>
                  <a:lnTo>
                    <a:pt x="37" y="287"/>
                  </a:lnTo>
                  <a:cubicBezTo>
                    <a:pt x="21" y="186"/>
                    <a:pt x="21" y="101"/>
                    <a:pt x="37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0">
              <a:extLst>
                <a:ext uri="{FF2B5EF4-FFF2-40B4-BE49-F238E27FC236}">
                  <a16:creationId xmlns:a16="http://schemas.microsoft.com/office/drawing/2014/main" id="{58FE1A15-4880-1DDB-A7D7-2068A8330760}"/>
                </a:ext>
              </a:extLst>
            </p:cNvPr>
            <p:cNvSpPr/>
            <p:nvPr/>
          </p:nvSpPr>
          <p:spPr>
            <a:xfrm>
              <a:off x="1246160" y="3533682"/>
              <a:ext cx="172230" cy="200736"/>
            </a:xfrm>
            <a:custGeom>
              <a:avLst/>
              <a:gdLst/>
              <a:ahLst/>
              <a:cxnLst/>
              <a:rect l="l" t="t" r="r" b="b"/>
              <a:pathLst>
                <a:path w="1734" h="2021" extrusionOk="0">
                  <a:moveTo>
                    <a:pt x="1649" y="1"/>
                  </a:moveTo>
                  <a:lnTo>
                    <a:pt x="1649" y="21"/>
                  </a:lnTo>
                  <a:cubicBezTo>
                    <a:pt x="1665" y="21"/>
                    <a:pt x="1665" y="37"/>
                    <a:pt x="1681" y="37"/>
                  </a:cubicBezTo>
                  <a:cubicBezTo>
                    <a:pt x="1698" y="53"/>
                    <a:pt x="1698" y="69"/>
                    <a:pt x="1698" y="86"/>
                  </a:cubicBezTo>
                  <a:cubicBezTo>
                    <a:pt x="1681" y="187"/>
                    <a:pt x="1681" y="271"/>
                    <a:pt x="1681" y="372"/>
                  </a:cubicBezTo>
                  <a:cubicBezTo>
                    <a:pt x="1681" y="389"/>
                    <a:pt x="1698" y="425"/>
                    <a:pt x="1698" y="457"/>
                  </a:cubicBezTo>
                  <a:cubicBezTo>
                    <a:pt x="1698" y="542"/>
                    <a:pt x="1665" y="574"/>
                    <a:pt x="1597" y="591"/>
                  </a:cubicBezTo>
                  <a:cubicBezTo>
                    <a:pt x="1447" y="627"/>
                    <a:pt x="1314" y="675"/>
                    <a:pt x="1160" y="708"/>
                  </a:cubicBezTo>
                  <a:cubicBezTo>
                    <a:pt x="825" y="793"/>
                    <a:pt x="486" y="894"/>
                    <a:pt x="150" y="978"/>
                  </a:cubicBezTo>
                  <a:cubicBezTo>
                    <a:pt x="33" y="1011"/>
                    <a:pt x="1" y="1047"/>
                    <a:pt x="1" y="1164"/>
                  </a:cubicBezTo>
                  <a:lnTo>
                    <a:pt x="1" y="1770"/>
                  </a:lnTo>
                  <a:lnTo>
                    <a:pt x="1" y="2004"/>
                  </a:lnTo>
                  <a:cubicBezTo>
                    <a:pt x="1" y="2021"/>
                    <a:pt x="1" y="2021"/>
                    <a:pt x="17" y="2021"/>
                  </a:cubicBezTo>
                  <a:cubicBezTo>
                    <a:pt x="17" y="2021"/>
                    <a:pt x="33" y="2021"/>
                    <a:pt x="33" y="2004"/>
                  </a:cubicBezTo>
                  <a:lnTo>
                    <a:pt x="33" y="1770"/>
                  </a:lnTo>
                  <a:lnTo>
                    <a:pt x="33" y="1164"/>
                  </a:lnTo>
                  <a:cubicBezTo>
                    <a:pt x="17" y="1063"/>
                    <a:pt x="49" y="1031"/>
                    <a:pt x="150" y="1011"/>
                  </a:cubicBezTo>
                  <a:cubicBezTo>
                    <a:pt x="486" y="910"/>
                    <a:pt x="841" y="829"/>
                    <a:pt x="1176" y="728"/>
                  </a:cubicBezTo>
                  <a:cubicBezTo>
                    <a:pt x="1314" y="692"/>
                    <a:pt x="1463" y="659"/>
                    <a:pt x="1597" y="627"/>
                  </a:cubicBezTo>
                  <a:cubicBezTo>
                    <a:pt x="1681" y="591"/>
                    <a:pt x="1718" y="542"/>
                    <a:pt x="1718" y="457"/>
                  </a:cubicBezTo>
                  <a:lnTo>
                    <a:pt x="1718" y="372"/>
                  </a:lnTo>
                  <a:cubicBezTo>
                    <a:pt x="1718" y="271"/>
                    <a:pt x="1718" y="187"/>
                    <a:pt x="1734" y="86"/>
                  </a:cubicBezTo>
                  <a:cubicBezTo>
                    <a:pt x="1734" y="53"/>
                    <a:pt x="1718" y="37"/>
                    <a:pt x="1698" y="21"/>
                  </a:cubicBezTo>
                  <a:cubicBezTo>
                    <a:pt x="1681" y="21"/>
                    <a:pt x="1681" y="1"/>
                    <a:pt x="16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0">
              <a:extLst>
                <a:ext uri="{FF2B5EF4-FFF2-40B4-BE49-F238E27FC236}">
                  <a16:creationId xmlns:a16="http://schemas.microsoft.com/office/drawing/2014/main" id="{D9496815-3B39-4D31-65FE-6635563C3A62}"/>
                </a:ext>
              </a:extLst>
            </p:cNvPr>
            <p:cNvSpPr/>
            <p:nvPr/>
          </p:nvSpPr>
          <p:spPr>
            <a:xfrm>
              <a:off x="1923059" y="2704715"/>
              <a:ext cx="145809" cy="294201"/>
            </a:xfrm>
            <a:custGeom>
              <a:avLst/>
              <a:gdLst/>
              <a:ahLst/>
              <a:cxnLst/>
              <a:rect l="l" t="t" r="r" b="b"/>
              <a:pathLst>
                <a:path w="1468" h="2962" extrusionOk="0">
                  <a:moveTo>
                    <a:pt x="1" y="1"/>
                  </a:moveTo>
                  <a:lnTo>
                    <a:pt x="1" y="17"/>
                  </a:lnTo>
                  <a:cubicBezTo>
                    <a:pt x="33" y="166"/>
                    <a:pt x="134" y="304"/>
                    <a:pt x="235" y="437"/>
                  </a:cubicBezTo>
                  <a:cubicBezTo>
                    <a:pt x="288" y="490"/>
                    <a:pt x="336" y="538"/>
                    <a:pt x="372" y="607"/>
                  </a:cubicBezTo>
                  <a:cubicBezTo>
                    <a:pt x="607" y="942"/>
                    <a:pt x="841" y="1277"/>
                    <a:pt x="1079" y="1617"/>
                  </a:cubicBezTo>
                  <a:cubicBezTo>
                    <a:pt x="1180" y="1766"/>
                    <a:pt x="1281" y="1904"/>
                    <a:pt x="1382" y="2053"/>
                  </a:cubicBezTo>
                  <a:cubicBezTo>
                    <a:pt x="1415" y="2106"/>
                    <a:pt x="1431" y="2154"/>
                    <a:pt x="1431" y="2207"/>
                  </a:cubicBezTo>
                  <a:cubicBezTo>
                    <a:pt x="1447" y="2457"/>
                    <a:pt x="1447" y="2691"/>
                    <a:pt x="1431" y="2893"/>
                  </a:cubicBezTo>
                  <a:lnTo>
                    <a:pt x="1431" y="2930"/>
                  </a:lnTo>
                  <a:cubicBezTo>
                    <a:pt x="1415" y="2930"/>
                    <a:pt x="1415" y="2946"/>
                    <a:pt x="1415" y="2946"/>
                  </a:cubicBezTo>
                  <a:lnTo>
                    <a:pt x="1415" y="2962"/>
                  </a:lnTo>
                  <a:lnTo>
                    <a:pt x="1431" y="2962"/>
                  </a:lnTo>
                  <a:lnTo>
                    <a:pt x="1447" y="2946"/>
                  </a:lnTo>
                  <a:cubicBezTo>
                    <a:pt x="1447" y="2930"/>
                    <a:pt x="1467" y="2913"/>
                    <a:pt x="1467" y="2893"/>
                  </a:cubicBezTo>
                  <a:lnTo>
                    <a:pt x="1467" y="2207"/>
                  </a:lnTo>
                  <a:cubicBezTo>
                    <a:pt x="1467" y="2154"/>
                    <a:pt x="1447" y="2085"/>
                    <a:pt x="1415" y="2037"/>
                  </a:cubicBezTo>
                  <a:cubicBezTo>
                    <a:pt x="1314" y="1883"/>
                    <a:pt x="1197" y="1750"/>
                    <a:pt x="1096" y="1601"/>
                  </a:cubicBezTo>
                  <a:cubicBezTo>
                    <a:pt x="861" y="1261"/>
                    <a:pt x="623" y="926"/>
                    <a:pt x="405" y="591"/>
                  </a:cubicBezTo>
                  <a:cubicBezTo>
                    <a:pt x="356" y="522"/>
                    <a:pt x="304" y="469"/>
                    <a:pt x="271" y="421"/>
                  </a:cubicBezTo>
                  <a:cubicBezTo>
                    <a:pt x="170" y="288"/>
                    <a:pt x="69" y="166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0">
              <a:extLst>
                <a:ext uri="{FF2B5EF4-FFF2-40B4-BE49-F238E27FC236}">
                  <a16:creationId xmlns:a16="http://schemas.microsoft.com/office/drawing/2014/main" id="{9919CF00-F541-7FC8-7E60-A2DC34F4CBA9}"/>
                </a:ext>
              </a:extLst>
            </p:cNvPr>
            <p:cNvSpPr/>
            <p:nvPr/>
          </p:nvSpPr>
          <p:spPr>
            <a:xfrm>
              <a:off x="1264237" y="3075098"/>
              <a:ext cx="150577" cy="149782"/>
            </a:xfrm>
            <a:custGeom>
              <a:avLst/>
              <a:gdLst/>
              <a:ahLst/>
              <a:cxnLst/>
              <a:rect l="l" t="t" r="r" b="b"/>
              <a:pathLst>
                <a:path w="1516" h="1508" extrusionOk="0">
                  <a:moveTo>
                    <a:pt x="1429" y="0"/>
                  </a:moveTo>
                  <a:cubicBezTo>
                    <a:pt x="1403" y="0"/>
                    <a:pt x="1374" y="9"/>
                    <a:pt x="1350" y="25"/>
                  </a:cubicBezTo>
                  <a:lnTo>
                    <a:pt x="893" y="174"/>
                  </a:lnTo>
                  <a:lnTo>
                    <a:pt x="659" y="259"/>
                  </a:lnTo>
                  <a:cubicBezTo>
                    <a:pt x="607" y="275"/>
                    <a:pt x="558" y="295"/>
                    <a:pt x="506" y="328"/>
                  </a:cubicBezTo>
                  <a:cubicBezTo>
                    <a:pt x="388" y="360"/>
                    <a:pt x="271" y="413"/>
                    <a:pt x="138" y="445"/>
                  </a:cubicBezTo>
                  <a:cubicBezTo>
                    <a:pt x="21" y="477"/>
                    <a:pt x="1" y="546"/>
                    <a:pt x="1" y="647"/>
                  </a:cubicBezTo>
                  <a:lnTo>
                    <a:pt x="1" y="1119"/>
                  </a:lnTo>
                  <a:lnTo>
                    <a:pt x="1" y="1370"/>
                  </a:lnTo>
                  <a:cubicBezTo>
                    <a:pt x="1" y="1406"/>
                    <a:pt x="21" y="1422"/>
                    <a:pt x="21" y="1455"/>
                  </a:cubicBezTo>
                  <a:lnTo>
                    <a:pt x="21" y="1487"/>
                  </a:lnTo>
                  <a:cubicBezTo>
                    <a:pt x="21" y="1507"/>
                    <a:pt x="37" y="1507"/>
                    <a:pt x="37" y="1507"/>
                  </a:cubicBezTo>
                  <a:cubicBezTo>
                    <a:pt x="37" y="1507"/>
                    <a:pt x="53" y="1507"/>
                    <a:pt x="53" y="1487"/>
                  </a:cubicBezTo>
                  <a:cubicBezTo>
                    <a:pt x="53" y="1471"/>
                    <a:pt x="37" y="1471"/>
                    <a:pt x="37" y="1455"/>
                  </a:cubicBezTo>
                  <a:lnTo>
                    <a:pt x="37" y="1370"/>
                  </a:lnTo>
                  <a:lnTo>
                    <a:pt x="37" y="1119"/>
                  </a:lnTo>
                  <a:lnTo>
                    <a:pt x="37" y="647"/>
                  </a:lnTo>
                  <a:cubicBezTo>
                    <a:pt x="37" y="546"/>
                    <a:pt x="53" y="497"/>
                    <a:pt x="138" y="477"/>
                  </a:cubicBezTo>
                  <a:cubicBezTo>
                    <a:pt x="271" y="445"/>
                    <a:pt x="405" y="396"/>
                    <a:pt x="526" y="344"/>
                  </a:cubicBezTo>
                  <a:cubicBezTo>
                    <a:pt x="574" y="328"/>
                    <a:pt x="627" y="312"/>
                    <a:pt x="675" y="295"/>
                  </a:cubicBezTo>
                  <a:lnTo>
                    <a:pt x="910" y="211"/>
                  </a:lnTo>
                  <a:cubicBezTo>
                    <a:pt x="1047" y="158"/>
                    <a:pt x="1196" y="93"/>
                    <a:pt x="1350" y="41"/>
                  </a:cubicBezTo>
                  <a:cubicBezTo>
                    <a:pt x="1374" y="33"/>
                    <a:pt x="1399" y="29"/>
                    <a:pt x="1421" y="29"/>
                  </a:cubicBezTo>
                  <a:cubicBezTo>
                    <a:pt x="1442" y="29"/>
                    <a:pt x="1459" y="33"/>
                    <a:pt x="1467" y="41"/>
                  </a:cubicBezTo>
                  <a:cubicBezTo>
                    <a:pt x="1483" y="57"/>
                    <a:pt x="1499" y="73"/>
                    <a:pt x="1499" y="93"/>
                  </a:cubicBezTo>
                  <a:cubicBezTo>
                    <a:pt x="1467" y="275"/>
                    <a:pt x="1483" y="445"/>
                    <a:pt x="1483" y="631"/>
                  </a:cubicBezTo>
                  <a:lnTo>
                    <a:pt x="1483" y="917"/>
                  </a:lnTo>
                  <a:cubicBezTo>
                    <a:pt x="1483" y="966"/>
                    <a:pt x="1467" y="1018"/>
                    <a:pt x="1451" y="1051"/>
                  </a:cubicBezTo>
                  <a:cubicBezTo>
                    <a:pt x="1451" y="1067"/>
                    <a:pt x="1451" y="1067"/>
                    <a:pt x="1467" y="1067"/>
                  </a:cubicBezTo>
                  <a:lnTo>
                    <a:pt x="1483" y="1067"/>
                  </a:lnTo>
                  <a:cubicBezTo>
                    <a:pt x="1499" y="1018"/>
                    <a:pt x="1499" y="966"/>
                    <a:pt x="1499" y="934"/>
                  </a:cubicBezTo>
                  <a:cubicBezTo>
                    <a:pt x="1516" y="833"/>
                    <a:pt x="1499" y="715"/>
                    <a:pt x="1499" y="631"/>
                  </a:cubicBezTo>
                  <a:cubicBezTo>
                    <a:pt x="1499" y="445"/>
                    <a:pt x="1499" y="275"/>
                    <a:pt x="1516" y="110"/>
                  </a:cubicBezTo>
                  <a:cubicBezTo>
                    <a:pt x="1516" y="57"/>
                    <a:pt x="1499" y="41"/>
                    <a:pt x="1483" y="25"/>
                  </a:cubicBezTo>
                  <a:cubicBezTo>
                    <a:pt x="1475" y="9"/>
                    <a:pt x="1454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0">
              <a:extLst>
                <a:ext uri="{FF2B5EF4-FFF2-40B4-BE49-F238E27FC236}">
                  <a16:creationId xmlns:a16="http://schemas.microsoft.com/office/drawing/2014/main" id="{F2F8712B-2884-70C9-9B11-FBA8ECF6F7C0}"/>
                </a:ext>
              </a:extLst>
            </p:cNvPr>
            <p:cNvSpPr/>
            <p:nvPr/>
          </p:nvSpPr>
          <p:spPr>
            <a:xfrm>
              <a:off x="1266223" y="2368699"/>
              <a:ext cx="212357" cy="158821"/>
            </a:xfrm>
            <a:custGeom>
              <a:avLst/>
              <a:gdLst/>
              <a:ahLst/>
              <a:cxnLst/>
              <a:rect l="l" t="t" r="r" b="b"/>
              <a:pathLst>
                <a:path w="2138" h="1599" extrusionOk="0">
                  <a:moveTo>
                    <a:pt x="1439" y="1"/>
                  </a:moveTo>
                  <a:cubicBezTo>
                    <a:pt x="1420" y="1"/>
                    <a:pt x="1401" y="8"/>
                    <a:pt x="1378" y="15"/>
                  </a:cubicBezTo>
                  <a:cubicBezTo>
                    <a:pt x="942" y="237"/>
                    <a:pt x="570" y="403"/>
                    <a:pt x="219" y="540"/>
                  </a:cubicBezTo>
                  <a:cubicBezTo>
                    <a:pt x="33" y="621"/>
                    <a:pt x="1" y="722"/>
                    <a:pt x="17" y="891"/>
                  </a:cubicBezTo>
                  <a:lnTo>
                    <a:pt x="17" y="1178"/>
                  </a:lnTo>
                  <a:cubicBezTo>
                    <a:pt x="17" y="1295"/>
                    <a:pt x="17" y="1429"/>
                    <a:pt x="33" y="1550"/>
                  </a:cubicBezTo>
                  <a:cubicBezTo>
                    <a:pt x="33" y="1566"/>
                    <a:pt x="33" y="1566"/>
                    <a:pt x="49" y="1566"/>
                  </a:cubicBezTo>
                  <a:lnTo>
                    <a:pt x="49" y="1550"/>
                  </a:lnTo>
                  <a:cubicBezTo>
                    <a:pt x="33" y="1429"/>
                    <a:pt x="33" y="1295"/>
                    <a:pt x="49" y="1178"/>
                  </a:cubicBezTo>
                  <a:cubicBezTo>
                    <a:pt x="49" y="1077"/>
                    <a:pt x="49" y="976"/>
                    <a:pt x="33" y="891"/>
                  </a:cubicBezTo>
                  <a:cubicBezTo>
                    <a:pt x="33" y="722"/>
                    <a:pt x="49" y="641"/>
                    <a:pt x="235" y="572"/>
                  </a:cubicBezTo>
                  <a:cubicBezTo>
                    <a:pt x="570" y="419"/>
                    <a:pt x="958" y="253"/>
                    <a:pt x="1378" y="51"/>
                  </a:cubicBezTo>
                  <a:cubicBezTo>
                    <a:pt x="1402" y="35"/>
                    <a:pt x="1422" y="26"/>
                    <a:pt x="1439" y="26"/>
                  </a:cubicBezTo>
                  <a:cubicBezTo>
                    <a:pt x="1460" y="26"/>
                    <a:pt x="1478" y="39"/>
                    <a:pt x="1496" y="67"/>
                  </a:cubicBezTo>
                  <a:cubicBezTo>
                    <a:pt x="1597" y="184"/>
                    <a:pt x="1698" y="318"/>
                    <a:pt x="1799" y="439"/>
                  </a:cubicBezTo>
                  <a:cubicBezTo>
                    <a:pt x="2101" y="807"/>
                    <a:pt x="2101" y="807"/>
                    <a:pt x="2085" y="1279"/>
                  </a:cubicBezTo>
                  <a:cubicBezTo>
                    <a:pt x="2085" y="1311"/>
                    <a:pt x="2101" y="1348"/>
                    <a:pt x="2101" y="1364"/>
                  </a:cubicBezTo>
                  <a:cubicBezTo>
                    <a:pt x="2101" y="1449"/>
                    <a:pt x="2101" y="1513"/>
                    <a:pt x="2069" y="1582"/>
                  </a:cubicBezTo>
                  <a:lnTo>
                    <a:pt x="2069" y="1598"/>
                  </a:lnTo>
                  <a:lnTo>
                    <a:pt x="2085" y="1598"/>
                  </a:lnTo>
                  <a:cubicBezTo>
                    <a:pt x="2138" y="1513"/>
                    <a:pt x="2138" y="1449"/>
                    <a:pt x="2122" y="1364"/>
                  </a:cubicBezTo>
                  <a:lnTo>
                    <a:pt x="2122" y="1279"/>
                  </a:lnTo>
                  <a:cubicBezTo>
                    <a:pt x="2122" y="790"/>
                    <a:pt x="2122" y="790"/>
                    <a:pt x="1835" y="419"/>
                  </a:cubicBezTo>
                  <a:lnTo>
                    <a:pt x="1819" y="419"/>
                  </a:lnTo>
                  <a:cubicBezTo>
                    <a:pt x="1718" y="302"/>
                    <a:pt x="1617" y="168"/>
                    <a:pt x="1516" y="51"/>
                  </a:cubicBezTo>
                  <a:cubicBezTo>
                    <a:pt x="1486" y="12"/>
                    <a:pt x="1463" y="1"/>
                    <a:pt x="14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0">
              <a:extLst>
                <a:ext uri="{FF2B5EF4-FFF2-40B4-BE49-F238E27FC236}">
                  <a16:creationId xmlns:a16="http://schemas.microsoft.com/office/drawing/2014/main" id="{9D025221-7591-2518-AB97-1FE49DDE229C}"/>
                </a:ext>
              </a:extLst>
            </p:cNvPr>
            <p:cNvSpPr/>
            <p:nvPr/>
          </p:nvSpPr>
          <p:spPr>
            <a:xfrm>
              <a:off x="2167002" y="3477166"/>
              <a:ext cx="6953" cy="44994"/>
            </a:xfrm>
            <a:custGeom>
              <a:avLst/>
              <a:gdLst/>
              <a:ahLst/>
              <a:cxnLst/>
              <a:rect l="l" t="t" r="r" b="b"/>
              <a:pathLst>
                <a:path w="70" h="453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85"/>
                    <a:pt x="21" y="150"/>
                    <a:pt x="21" y="235"/>
                  </a:cubicBezTo>
                  <a:cubicBezTo>
                    <a:pt x="21" y="303"/>
                    <a:pt x="37" y="368"/>
                    <a:pt x="21" y="437"/>
                  </a:cubicBezTo>
                  <a:cubicBezTo>
                    <a:pt x="1" y="453"/>
                    <a:pt x="21" y="453"/>
                    <a:pt x="21" y="453"/>
                  </a:cubicBezTo>
                  <a:lnTo>
                    <a:pt x="37" y="453"/>
                  </a:lnTo>
                  <a:cubicBezTo>
                    <a:pt x="53" y="368"/>
                    <a:pt x="53" y="303"/>
                    <a:pt x="53" y="235"/>
                  </a:cubicBezTo>
                  <a:cubicBezTo>
                    <a:pt x="53" y="150"/>
                    <a:pt x="53" y="85"/>
                    <a:pt x="70" y="16"/>
                  </a:cubicBezTo>
                  <a:cubicBezTo>
                    <a:pt x="70" y="0"/>
                    <a:pt x="70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0">
              <a:extLst>
                <a:ext uri="{FF2B5EF4-FFF2-40B4-BE49-F238E27FC236}">
                  <a16:creationId xmlns:a16="http://schemas.microsoft.com/office/drawing/2014/main" id="{F7602D6B-B6DE-898D-DCE1-0158F0E60840}"/>
                </a:ext>
              </a:extLst>
            </p:cNvPr>
            <p:cNvSpPr/>
            <p:nvPr/>
          </p:nvSpPr>
          <p:spPr>
            <a:xfrm>
              <a:off x="574127" y="3528914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86"/>
                    <a:pt x="17" y="352"/>
                    <a:pt x="17" y="521"/>
                  </a:cubicBezTo>
                  <a:lnTo>
                    <a:pt x="17" y="808"/>
                  </a:lnTo>
                  <a:cubicBezTo>
                    <a:pt x="17" y="824"/>
                    <a:pt x="17" y="824"/>
                    <a:pt x="33" y="824"/>
                  </a:cubicBezTo>
                  <a:lnTo>
                    <a:pt x="33" y="808"/>
                  </a:lnTo>
                  <a:lnTo>
                    <a:pt x="33" y="521"/>
                  </a:lnTo>
                  <a:cubicBezTo>
                    <a:pt x="33" y="352"/>
                    <a:pt x="49" y="186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0">
              <a:extLst>
                <a:ext uri="{FF2B5EF4-FFF2-40B4-BE49-F238E27FC236}">
                  <a16:creationId xmlns:a16="http://schemas.microsoft.com/office/drawing/2014/main" id="{B8F35470-F1A7-E1D6-FDE0-EDF6B02D76D3}"/>
                </a:ext>
              </a:extLst>
            </p:cNvPr>
            <p:cNvSpPr/>
            <p:nvPr/>
          </p:nvSpPr>
          <p:spPr>
            <a:xfrm>
              <a:off x="985431" y="2051157"/>
              <a:ext cx="4867" cy="95153"/>
            </a:xfrm>
            <a:custGeom>
              <a:avLst/>
              <a:gdLst/>
              <a:ahLst/>
              <a:cxnLst/>
              <a:rect l="l" t="t" r="r" b="b"/>
              <a:pathLst>
                <a:path w="49" h="95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17"/>
                    <a:pt x="0" y="235"/>
                    <a:pt x="0" y="352"/>
                  </a:cubicBezTo>
                  <a:lnTo>
                    <a:pt x="0" y="570"/>
                  </a:lnTo>
                  <a:cubicBezTo>
                    <a:pt x="16" y="622"/>
                    <a:pt x="0" y="655"/>
                    <a:pt x="0" y="707"/>
                  </a:cubicBezTo>
                  <a:cubicBezTo>
                    <a:pt x="0" y="788"/>
                    <a:pt x="0" y="857"/>
                    <a:pt x="16" y="941"/>
                  </a:cubicBezTo>
                  <a:lnTo>
                    <a:pt x="32" y="958"/>
                  </a:lnTo>
                  <a:cubicBezTo>
                    <a:pt x="49" y="958"/>
                    <a:pt x="49" y="941"/>
                    <a:pt x="49" y="941"/>
                  </a:cubicBezTo>
                  <a:cubicBezTo>
                    <a:pt x="32" y="857"/>
                    <a:pt x="32" y="772"/>
                    <a:pt x="32" y="707"/>
                  </a:cubicBezTo>
                  <a:lnTo>
                    <a:pt x="32" y="570"/>
                  </a:lnTo>
                  <a:lnTo>
                    <a:pt x="32" y="352"/>
                  </a:lnTo>
                  <a:cubicBezTo>
                    <a:pt x="32" y="235"/>
                    <a:pt x="32" y="11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0">
              <a:extLst>
                <a:ext uri="{FF2B5EF4-FFF2-40B4-BE49-F238E27FC236}">
                  <a16:creationId xmlns:a16="http://schemas.microsoft.com/office/drawing/2014/main" id="{60D63741-2DAA-28D9-A1FB-45CD37EF8213}"/>
                </a:ext>
              </a:extLst>
            </p:cNvPr>
            <p:cNvSpPr/>
            <p:nvPr/>
          </p:nvSpPr>
          <p:spPr>
            <a:xfrm>
              <a:off x="1520197" y="3152572"/>
              <a:ext cx="197557" cy="310987"/>
            </a:xfrm>
            <a:custGeom>
              <a:avLst/>
              <a:gdLst/>
              <a:ahLst/>
              <a:cxnLst/>
              <a:rect l="l" t="t" r="r" b="b"/>
              <a:pathLst>
                <a:path w="1989" h="313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" y="101"/>
                    <a:pt x="70" y="137"/>
                    <a:pt x="118" y="186"/>
                  </a:cubicBezTo>
                  <a:cubicBezTo>
                    <a:pt x="134" y="202"/>
                    <a:pt x="150" y="222"/>
                    <a:pt x="171" y="238"/>
                  </a:cubicBezTo>
                  <a:cubicBezTo>
                    <a:pt x="272" y="323"/>
                    <a:pt x="352" y="424"/>
                    <a:pt x="453" y="525"/>
                  </a:cubicBezTo>
                  <a:cubicBezTo>
                    <a:pt x="554" y="642"/>
                    <a:pt x="676" y="760"/>
                    <a:pt x="793" y="877"/>
                  </a:cubicBezTo>
                  <a:cubicBezTo>
                    <a:pt x="1160" y="1248"/>
                    <a:pt x="1516" y="1600"/>
                    <a:pt x="1867" y="1955"/>
                  </a:cubicBezTo>
                  <a:cubicBezTo>
                    <a:pt x="1936" y="2020"/>
                    <a:pt x="1952" y="2072"/>
                    <a:pt x="1952" y="2173"/>
                  </a:cubicBezTo>
                  <a:cubicBezTo>
                    <a:pt x="1952" y="2424"/>
                    <a:pt x="1952" y="2695"/>
                    <a:pt x="1936" y="3014"/>
                  </a:cubicBezTo>
                  <a:cubicBezTo>
                    <a:pt x="1936" y="3050"/>
                    <a:pt x="1936" y="3066"/>
                    <a:pt x="1920" y="3099"/>
                  </a:cubicBezTo>
                  <a:lnTo>
                    <a:pt x="1920" y="3115"/>
                  </a:lnTo>
                  <a:lnTo>
                    <a:pt x="1920" y="3131"/>
                  </a:lnTo>
                  <a:lnTo>
                    <a:pt x="1936" y="3131"/>
                  </a:lnTo>
                  <a:lnTo>
                    <a:pt x="1936" y="3115"/>
                  </a:lnTo>
                  <a:lnTo>
                    <a:pt x="1952" y="3115"/>
                  </a:lnTo>
                  <a:cubicBezTo>
                    <a:pt x="1952" y="3082"/>
                    <a:pt x="1968" y="3050"/>
                    <a:pt x="1968" y="3014"/>
                  </a:cubicBezTo>
                  <a:cubicBezTo>
                    <a:pt x="1968" y="2695"/>
                    <a:pt x="1968" y="2424"/>
                    <a:pt x="1988" y="2173"/>
                  </a:cubicBezTo>
                  <a:cubicBezTo>
                    <a:pt x="1988" y="2072"/>
                    <a:pt x="1952" y="2004"/>
                    <a:pt x="1887" y="1939"/>
                  </a:cubicBezTo>
                  <a:cubicBezTo>
                    <a:pt x="1532" y="1584"/>
                    <a:pt x="1181" y="1232"/>
                    <a:pt x="809" y="844"/>
                  </a:cubicBezTo>
                  <a:cubicBezTo>
                    <a:pt x="692" y="743"/>
                    <a:pt x="575" y="606"/>
                    <a:pt x="474" y="505"/>
                  </a:cubicBezTo>
                  <a:cubicBezTo>
                    <a:pt x="373" y="404"/>
                    <a:pt x="288" y="303"/>
                    <a:pt x="203" y="222"/>
                  </a:cubicBezTo>
                  <a:cubicBezTo>
                    <a:pt x="171" y="202"/>
                    <a:pt x="150" y="186"/>
                    <a:pt x="134" y="170"/>
                  </a:cubicBezTo>
                  <a:cubicBezTo>
                    <a:pt x="86" y="121"/>
                    <a:pt x="33" y="85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0">
              <a:extLst>
                <a:ext uri="{FF2B5EF4-FFF2-40B4-BE49-F238E27FC236}">
                  <a16:creationId xmlns:a16="http://schemas.microsoft.com/office/drawing/2014/main" id="{1B423C96-3C2B-5D9A-30EA-1AF1DE1FF1AF}"/>
                </a:ext>
              </a:extLst>
            </p:cNvPr>
            <p:cNvSpPr/>
            <p:nvPr/>
          </p:nvSpPr>
          <p:spPr>
            <a:xfrm>
              <a:off x="2095190" y="3127641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7" y="85"/>
                    <a:pt x="17" y="150"/>
                    <a:pt x="17" y="203"/>
                  </a:cubicBezTo>
                  <a:cubicBezTo>
                    <a:pt x="17" y="271"/>
                    <a:pt x="17" y="336"/>
                    <a:pt x="1" y="388"/>
                  </a:cubicBezTo>
                  <a:cubicBezTo>
                    <a:pt x="1" y="405"/>
                    <a:pt x="1" y="405"/>
                    <a:pt x="17" y="405"/>
                  </a:cubicBezTo>
                  <a:lnTo>
                    <a:pt x="37" y="405"/>
                  </a:lnTo>
                  <a:cubicBezTo>
                    <a:pt x="53" y="336"/>
                    <a:pt x="53" y="271"/>
                    <a:pt x="53" y="203"/>
                  </a:cubicBezTo>
                  <a:cubicBezTo>
                    <a:pt x="37" y="134"/>
                    <a:pt x="37" y="85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0">
              <a:extLst>
                <a:ext uri="{FF2B5EF4-FFF2-40B4-BE49-F238E27FC236}">
                  <a16:creationId xmlns:a16="http://schemas.microsoft.com/office/drawing/2014/main" id="{43D6F46F-0287-5B32-E0BE-5392F0054B88}"/>
                </a:ext>
              </a:extLst>
            </p:cNvPr>
            <p:cNvSpPr/>
            <p:nvPr/>
          </p:nvSpPr>
          <p:spPr>
            <a:xfrm>
              <a:off x="2080390" y="3607579"/>
              <a:ext cx="98828" cy="126838"/>
            </a:xfrm>
            <a:custGeom>
              <a:avLst/>
              <a:gdLst/>
              <a:ahLst/>
              <a:cxnLst/>
              <a:rect l="l" t="t" r="r" b="b"/>
              <a:pathLst>
                <a:path w="995" h="1277" extrusionOk="0">
                  <a:moveTo>
                    <a:pt x="65" y="0"/>
                  </a:moveTo>
                  <a:cubicBezTo>
                    <a:pt x="0" y="101"/>
                    <a:pt x="17" y="186"/>
                    <a:pt x="85" y="251"/>
                  </a:cubicBezTo>
                  <a:cubicBezTo>
                    <a:pt x="186" y="335"/>
                    <a:pt x="287" y="453"/>
                    <a:pt x="368" y="554"/>
                  </a:cubicBezTo>
                  <a:lnTo>
                    <a:pt x="521" y="707"/>
                  </a:lnTo>
                  <a:lnTo>
                    <a:pt x="554" y="739"/>
                  </a:lnTo>
                  <a:cubicBezTo>
                    <a:pt x="707" y="893"/>
                    <a:pt x="857" y="1042"/>
                    <a:pt x="925" y="1260"/>
                  </a:cubicBezTo>
                  <a:lnTo>
                    <a:pt x="942" y="1277"/>
                  </a:lnTo>
                  <a:lnTo>
                    <a:pt x="974" y="1277"/>
                  </a:lnTo>
                  <a:cubicBezTo>
                    <a:pt x="994" y="1277"/>
                    <a:pt x="994" y="1260"/>
                    <a:pt x="994" y="1260"/>
                  </a:cubicBezTo>
                  <a:cubicBezTo>
                    <a:pt x="994" y="1244"/>
                    <a:pt x="974" y="1244"/>
                    <a:pt x="974" y="1244"/>
                  </a:cubicBezTo>
                  <a:lnTo>
                    <a:pt x="958" y="1244"/>
                  </a:lnTo>
                  <a:lnTo>
                    <a:pt x="958" y="1260"/>
                  </a:lnTo>
                  <a:lnTo>
                    <a:pt x="942" y="1244"/>
                  </a:lnTo>
                  <a:cubicBezTo>
                    <a:pt x="873" y="1026"/>
                    <a:pt x="723" y="873"/>
                    <a:pt x="570" y="723"/>
                  </a:cubicBezTo>
                  <a:lnTo>
                    <a:pt x="538" y="691"/>
                  </a:lnTo>
                  <a:cubicBezTo>
                    <a:pt x="489" y="638"/>
                    <a:pt x="437" y="590"/>
                    <a:pt x="404" y="537"/>
                  </a:cubicBezTo>
                  <a:cubicBezTo>
                    <a:pt x="303" y="420"/>
                    <a:pt x="202" y="319"/>
                    <a:pt x="101" y="218"/>
                  </a:cubicBezTo>
                  <a:cubicBezTo>
                    <a:pt x="33" y="166"/>
                    <a:pt x="49" y="85"/>
                    <a:pt x="85" y="16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0">
              <a:extLst>
                <a:ext uri="{FF2B5EF4-FFF2-40B4-BE49-F238E27FC236}">
                  <a16:creationId xmlns:a16="http://schemas.microsoft.com/office/drawing/2014/main" id="{C0BE51B3-252A-4B68-1381-7AF5BD590C6E}"/>
                </a:ext>
              </a:extLst>
            </p:cNvPr>
            <p:cNvSpPr/>
            <p:nvPr/>
          </p:nvSpPr>
          <p:spPr>
            <a:xfrm>
              <a:off x="1411536" y="1420741"/>
              <a:ext cx="63469" cy="217224"/>
            </a:xfrm>
            <a:custGeom>
              <a:avLst/>
              <a:gdLst/>
              <a:ahLst/>
              <a:cxnLst/>
              <a:rect l="l" t="t" r="r" b="b"/>
              <a:pathLst>
                <a:path w="639" h="2187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6" y="187"/>
                    <a:pt x="0" y="320"/>
                    <a:pt x="0" y="469"/>
                  </a:cubicBezTo>
                  <a:lnTo>
                    <a:pt x="0" y="1197"/>
                  </a:lnTo>
                  <a:cubicBezTo>
                    <a:pt x="0" y="1298"/>
                    <a:pt x="33" y="1378"/>
                    <a:pt x="117" y="1463"/>
                  </a:cubicBezTo>
                  <a:cubicBezTo>
                    <a:pt x="202" y="1548"/>
                    <a:pt x="271" y="1665"/>
                    <a:pt x="319" y="1766"/>
                  </a:cubicBezTo>
                  <a:cubicBezTo>
                    <a:pt x="356" y="1819"/>
                    <a:pt x="388" y="1867"/>
                    <a:pt x="420" y="1920"/>
                  </a:cubicBezTo>
                  <a:cubicBezTo>
                    <a:pt x="436" y="1936"/>
                    <a:pt x="457" y="1968"/>
                    <a:pt x="473" y="1984"/>
                  </a:cubicBezTo>
                  <a:cubicBezTo>
                    <a:pt x="505" y="2069"/>
                    <a:pt x="558" y="2138"/>
                    <a:pt x="622" y="2186"/>
                  </a:cubicBezTo>
                  <a:lnTo>
                    <a:pt x="638" y="2186"/>
                  </a:lnTo>
                  <a:lnTo>
                    <a:pt x="638" y="2170"/>
                  </a:lnTo>
                  <a:cubicBezTo>
                    <a:pt x="574" y="2122"/>
                    <a:pt x="521" y="2053"/>
                    <a:pt x="489" y="1984"/>
                  </a:cubicBezTo>
                  <a:cubicBezTo>
                    <a:pt x="473" y="1952"/>
                    <a:pt x="457" y="1920"/>
                    <a:pt x="436" y="1904"/>
                  </a:cubicBezTo>
                  <a:cubicBezTo>
                    <a:pt x="404" y="1851"/>
                    <a:pt x="388" y="1803"/>
                    <a:pt x="356" y="1750"/>
                  </a:cubicBezTo>
                  <a:cubicBezTo>
                    <a:pt x="287" y="1649"/>
                    <a:pt x="218" y="1532"/>
                    <a:pt x="134" y="1447"/>
                  </a:cubicBezTo>
                  <a:cubicBezTo>
                    <a:pt x="53" y="1362"/>
                    <a:pt x="16" y="1298"/>
                    <a:pt x="16" y="1197"/>
                  </a:cubicBezTo>
                  <a:lnTo>
                    <a:pt x="16" y="469"/>
                  </a:lnTo>
                  <a:cubicBezTo>
                    <a:pt x="16" y="320"/>
                    <a:pt x="33" y="187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0">
              <a:extLst>
                <a:ext uri="{FF2B5EF4-FFF2-40B4-BE49-F238E27FC236}">
                  <a16:creationId xmlns:a16="http://schemas.microsoft.com/office/drawing/2014/main" id="{5944200C-3234-EC4F-BB77-3057B777B011}"/>
                </a:ext>
              </a:extLst>
            </p:cNvPr>
            <p:cNvSpPr/>
            <p:nvPr/>
          </p:nvSpPr>
          <p:spPr>
            <a:xfrm>
              <a:off x="480264" y="2855193"/>
              <a:ext cx="160609" cy="163787"/>
            </a:xfrm>
            <a:custGeom>
              <a:avLst/>
              <a:gdLst/>
              <a:ahLst/>
              <a:cxnLst/>
              <a:rect l="l" t="t" r="r" b="b"/>
              <a:pathLst>
                <a:path w="1617" h="1649" extrusionOk="0">
                  <a:moveTo>
                    <a:pt x="1551" y="1"/>
                  </a:moveTo>
                  <a:lnTo>
                    <a:pt x="1551" y="33"/>
                  </a:lnTo>
                  <a:cubicBezTo>
                    <a:pt x="1600" y="86"/>
                    <a:pt x="1584" y="150"/>
                    <a:pt x="1584" y="219"/>
                  </a:cubicBezTo>
                  <a:cubicBezTo>
                    <a:pt x="1568" y="267"/>
                    <a:pt x="1568" y="304"/>
                    <a:pt x="1568" y="336"/>
                  </a:cubicBezTo>
                  <a:cubicBezTo>
                    <a:pt x="1584" y="453"/>
                    <a:pt x="1584" y="591"/>
                    <a:pt x="1584" y="708"/>
                  </a:cubicBezTo>
                  <a:lnTo>
                    <a:pt x="1584" y="893"/>
                  </a:lnTo>
                  <a:cubicBezTo>
                    <a:pt x="1584" y="958"/>
                    <a:pt x="1551" y="1011"/>
                    <a:pt x="1499" y="1027"/>
                  </a:cubicBezTo>
                  <a:cubicBezTo>
                    <a:pt x="1095" y="1196"/>
                    <a:pt x="707" y="1346"/>
                    <a:pt x="303" y="1499"/>
                  </a:cubicBezTo>
                  <a:lnTo>
                    <a:pt x="0" y="1633"/>
                  </a:lnTo>
                  <a:lnTo>
                    <a:pt x="0" y="1649"/>
                  </a:lnTo>
                  <a:lnTo>
                    <a:pt x="16" y="1649"/>
                  </a:lnTo>
                  <a:lnTo>
                    <a:pt x="319" y="1532"/>
                  </a:lnTo>
                  <a:cubicBezTo>
                    <a:pt x="707" y="1378"/>
                    <a:pt x="1111" y="1213"/>
                    <a:pt x="1499" y="1059"/>
                  </a:cubicBezTo>
                  <a:cubicBezTo>
                    <a:pt x="1568" y="1027"/>
                    <a:pt x="1600" y="974"/>
                    <a:pt x="1600" y="893"/>
                  </a:cubicBezTo>
                  <a:lnTo>
                    <a:pt x="1600" y="708"/>
                  </a:lnTo>
                  <a:cubicBezTo>
                    <a:pt x="1616" y="591"/>
                    <a:pt x="1616" y="453"/>
                    <a:pt x="1600" y="336"/>
                  </a:cubicBezTo>
                  <a:lnTo>
                    <a:pt x="1600" y="219"/>
                  </a:lnTo>
                  <a:cubicBezTo>
                    <a:pt x="1616" y="150"/>
                    <a:pt x="1616" y="86"/>
                    <a:pt x="1584" y="17"/>
                  </a:cubicBezTo>
                  <a:cubicBezTo>
                    <a:pt x="1568" y="1"/>
                    <a:pt x="1568" y="1"/>
                    <a:pt x="1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0">
              <a:extLst>
                <a:ext uri="{FF2B5EF4-FFF2-40B4-BE49-F238E27FC236}">
                  <a16:creationId xmlns:a16="http://schemas.microsoft.com/office/drawing/2014/main" id="{15D86471-22BC-3784-77CE-515A87DD23F4}"/>
                </a:ext>
              </a:extLst>
            </p:cNvPr>
            <p:cNvSpPr/>
            <p:nvPr/>
          </p:nvSpPr>
          <p:spPr>
            <a:xfrm>
              <a:off x="2088833" y="2560694"/>
              <a:ext cx="98332" cy="207589"/>
            </a:xfrm>
            <a:custGeom>
              <a:avLst/>
              <a:gdLst/>
              <a:ahLst/>
              <a:cxnLst/>
              <a:rect l="l" t="t" r="r" b="b"/>
              <a:pathLst>
                <a:path w="990" h="2090" extrusionOk="0">
                  <a:moveTo>
                    <a:pt x="0" y="1"/>
                  </a:moveTo>
                  <a:lnTo>
                    <a:pt x="0" y="21"/>
                  </a:lnTo>
                  <a:cubicBezTo>
                    <a:pt x="101" y="138"/>
                    <a:pt x="166" y="271"/>
                    <a:pt x="251" y="388"/>
                  </a:cubicBezTo>
                  <a:cubicBezTo>
                    <a:pt x="283" y="473"/>
                    <a:pt x="335" y="558"/>
                    <a:pt x="384" y="627"/>
                  </a:cubicBezTo>
                  <a:cubicBezTo>
                    <a:pt x="453" y="728"/>
                    <a:pt x="521" y="829"/>
                    <a:pt x="570" y="946"/>
                  </a:cubicBezTo>
                  <a:cubicBezTo>
                    <a:pt x="671" y="1112"/>
                    <a:pt x="772" y="1281"/>
                    <a:pt x="909" y="1435"/>
                  </a:cubicBezTo>
                  <a:cubicBezTo>
                    <a:pt x="925" y="1467"/>
                    <a:pt x="941" y="1483"/>
                    <a:pt x="941" y="1515"/>
                  </a:cubicBezTo>
                  <a:lnTo>
                    <a:pt x="941" y="1701"/>
                  </a:lnTo>
                  <a:cubicBezTo>
                    <a:pt x="958" y="1839"/>
                    <a:pt x="958" y="1956"/>
                    <a:pt x="925" y="2073"/>
                  </a:cubicBezTo>
                  <a:lnTo>
                    <a:pt x="925" y="2089"/>
                  </a:lnTo>
                  <a:lnTo>
                    <a:pt x="941" y="2089"/>
                  </a:lnTo>
                  <a:cubicBezTo>
                    <a:pt x="990" y="1956"/>
                    <a:pt x="974" y="1839"/>
                    <a:pt x="974" y="1701"/>
                  </a:cubicBezTo>
                  <a:lnTo>
                    <a:pt x="974" y="1515"/>
                  </a:lnTo>
                  <a:cubicBezTo>
                    <a:pt x="974" y="1467"/>
                    <a:pt x="941" y="1435"/>
                    <a:pt x="925" y="1414"/>
                  </a:cubicBezTo>
                  <a:cubicBezTo>
                    <a:pt x="788" y="1265"/>
                    <a:pt x="687" y="1095"/>
                    <a:pt x="606" y="930"/>
                  </a:cubicBezTo>
                  <a:cubicBezTo>
                    <a:pt x="537" y="829"/>
                    <a:pt x="469" y="708"/>
                    <a:pt x="404" y="607"/>
                  </a:cubicBezTo>
                  <a:cubicBezTo>
                    <a:pt x="352" y="542"/>
                    <a:pt x="303" y="457"/>
                    <a:pt x="267" y="372"/>
                  </a:cubicBezTo>
                  <a:cubicBezTo>
                    <a:pt x="182" y="255"/>
                    <a:pt x="117" y="122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0">
              <a:extLst>
                <a:ext uri="{FF2B5EF4-FFF2-40B4-BE49-F238E27FC236}">
                  <a16:creationId xmlns:a16="http://schemas.microsoft.com/office/drawing/2014/main" id="{6EAC509E-03DB-9A55-243F-6CDBB415D43E}"/>
                </a:ext>
              </a:extLst>
            </p:cNvPr>
            <p:cNvSpPr/>
            <p:nvPr/>
          </p:nvSpPr>
          <p:spPr>
            <a:xfrm>
              <a:off x="2167002" y="3602315"/>
              <a:ext cx="6953" cy="48669"/>
            </a:xfrm>
            <a:custGeom>
              <a:avLst/>
              <a:gdLst/>
              <a:ahLst/>
              <a:cxnLst/>
              <a:rect l="l" t="t" r="r" b="b"/>
              <a:pathLst>
                <a:path w="70" h="490" extrusionOk="0">
                  <a:moveTo>
                    <a:pt x="53" y="1"/>
                  </a:moveTo>
                  <a:lnTo>
                    <a:pt x="37" y="17"/>
                  </a:lnTo>
                  <a:cubicBezTo>
                    <a:pt x="21" y="102"/>
                    <a:pt x="21" y="170"/>
                    <a:pt x="21" y="255"/>
                  </a:cubicBezTo>
                  <a:cubicBezTo>
                    <a:pt x="21" y="320"/>
                    <a:pt x="37" y="405"/>
                    <a:pt x="21" y="473"/>
                  </a:cubicBezTo>
                  <a:cubicBezTo>
                    <a:pt x="1" y="489"/>
                    <a:pt x="21" y="489"/>
                    <a:pt x="21" y="489"/>
                  </a:cubicBezTo>
                  <a:lnTo>
                    <a:pt x="37" y="489"/>
                  </a:lnTo>
                  <a:cubicBezTo>
                    <a:pt x="53" y="405"/>
                    <a:pt x="53" y="320"/>
                    <a:pt x="53" y="255"/>
                  </a:cubicBezTo>
                  <a:cubicBezTo>
                    <a:pt x="53" y="170"/>
                    <a:pt x="53" y="102"/>
                    <a:pt x="70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0">
              <a:extLst>
                <a:ext uri="{FF2B5EF4-FFF2-40B4-BE49-F238E27FC236}">
                  <a16:creationId xmlns:a16="http://schemas.microsoft.com/office/drawing/2014/main" id="{D03F8DCD-E727-4210-6AD5-B66EDFE6A55F}"/>
                </a:ext>
              </a:extLst>
            </p:cNvPr>
            <p:cNvSpPr/>
            <p:nvPr/>
          </p:nvSpPr>
          <p:spPr>
            <a:xfrm>
              <a:off x="1338035" y="2052746"/>
              <a:ext cx="6555" cy="88797"/>
            </a:xfrm>
            <a:custGeom>
              <a:avLst/>
              <a:gdLst/>
              <a:ahLst/>
              <a:cxnLst/>
              <a:rect l="l" t="t" r="r" b="b"/>
              <a:pathLst>
                <a:path w="66" h="894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66"/>
                    <a:pt x="17" y="303"/>
                    <a:pt x="17" y="453"/>
                  </a:cubicBezTo>
                  <a:lnTo>
                    <a:pt x="17" y="723"/>
                  </a:lnTo>
                  <a:lnTo>
                    <a:pt x="17" y="772"/>
                  </a:lnTo>
                  <a:cubicBezTo>
                    <a:pt x="17" y="808"/>
                    <a:pt x="17" y="841"/>
                    <a:pt x="33" y="893"/>
                  </a:cubicBezTo>
                  <a:lnTo>
                    <a:pt x="49" y="893"/>
                  </a:lnTo>
                  <a:cubicBezTo>
                    <a:pt x="66" y="893"/>
                    <a:pt x="66" y="893"/>
                    <a:pt x="66" y="873"/>
                  </a:cubicBezTo>
                  <a:cubicBezTo>
                    <a:pt x="49" y="841"/>
                    <a:pt x="49" y="808"/>
                    <a:pt x="49" y="772"/>
                  </a:cubicBezTo>
                  <a:lnTo>
                    <a:pt x="49" y="723"/>
                  </a:lnTo>
                  <a:lnTo>
                    <a:pt x="49" y="453"/>
                  </a:lnTo>
                  <a:cubicBezTo>
                    <a:pt x="49" y="303"/>
                    <a:pt x="49" y="166"/>
                    <a:pt x="33" y="17"/>
                  </a:cubicBezTo>
                  <a:cubicBezTo>
                    <a:pt x="33" y="17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0">
              <a:extLst>
                <a:ext uri="{FF2B5EF4-FFF2-40B4-BE49-F238E27FC236}">
                  <a16:creationId xmlns:a16="http://schemas.microsoft.com/office/drawing/2014/main" id="{9544B3A3-6948-FE8C-F89F-C8D3012C51F9}"/>
                </a:ext>
              </a:extLst>
            </p:cNvPr>
            <p:cNvSpPr/>
            <p:nvPr/>
          </p:nvSpPr>
          <p:spPr>
            <a:xfrm>
              <a:off x="513936" y="2719614"/>
              <a:ext cx="126937" cy="132102"/>
            </a:xfrm>
            <a:custGeom>
              <a:avLst/>
              <a:gdLst/>
              <a:ahLst/>
              <a:cxnLst/>
              <a:rect l="l" t="t" r="r" b="b"/>
              <a:pathLst>
                <a:path w="1278" h="1330" extrusionOk="0">
                  <a:moveTo>
                    <a:pt x="1245" y="0"/>
                  </a:moveTo>
                  <a:cubicBezTo>
                    <a:pt x="1229" y="0"/>
                    <a:pt x="1229" y="16"/>
                    <a:pt x="1229" y="16"/>
                  </a:cubicBezTo>
                  <a:cubicBezTo>
                    <a:pt x="1245" y="170"/>
                    <a:pt x="1245" y="319"/>
                    <a:pt x="1245" y="473"/>
                  </a:cubicBezTo>
                  <a:cubicBezTo>
                    <a:pt x="1245" y="558"/>
                    <a:pt x="1229" y="643"/>
                    <a:pt x="1245" y="723"/>
                  </a:cubicBezTo>
                  <a:cubicBezTo>
                    <a:pt x="1245" y="776"/>
                    <a:pt x="1212" y="792"/>
                    <a:pt x="1144" y="808"/>
                  </a:cubicBezTo>
                  <a:lnTo>
                    <a:pt x="1144" y="824"/>
                  </a:lnTo>
                  <a:cubicBezTo>
                    <a:pt x="857" y="946"/>
                    <a:pt x="554" y="1063"/>
                    <a:pt x="283" y="1180"/>
                  </a:cubicBezTo>
                  <a:lnTo>
                    <a:pt x="0" y="1297"/>
                  </a:lnTo>
                  <a:lnTo>
                    <a:pt x="0" y="1313"/>
                  </a:lnTo>
                  <a:lnTo>
                    <a:pt x="17" y="1329"/>
                  </a:lnTo>
                  <a:lnTo>
                    <a:pt x="283" y="1212"/>
                  </a:lnTo>
                  <a:cubicBezTo>
                    <a:pt x="570" y="1095"/>
                    <a:pt x="857" y="962"/>
                    <a:pt x="1144" y="845"/>
                  </a:cubicBezTo>
                  <a:lnTo>
                    <a:pt x="1160" y="845"/>
                  </a:lnTo>
                  <a:cubicBezTo>
                    <a:pt x="1212" y="808"/>
                    <a:pt x="1261" y="792"/>
                    <a:pt x="1261" y="723"/>
                  </a:cubicBezTo>
                  <a:lnTo>
                    <a:pt x="1261" y="473"/>
                  </a:lnTo>
                  <a:cubicBezTo>
                    <a:pt x="1261" y="319"/>
                    <a:pt x="1277" y="170"/>
                    <a:pt x="1245" y="16"/>
                  </a:cubicBezTo>
                  <a:lnTo>
                    <a:pt x="1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0">
              <a:extLst>
                <a:ext uri="{FF2B5EF4-FFF2-40B4-BE49-F238E27FC236}">
                  <a16:creationId xmlns:a16="http://schemas.microsoft.com/office/drawing/2014/main" id="{C0D19F0E-A4C1-B0EB-A78D-06E1EC2EE36A}"/>
                </a:ext>
              </a:extLst>
            </p:cNvPr>
            <p:cNvSpPr/>
            <p:nvPr/>
          </p:nvSpPr>
          <p:spPr>
            <a:xfrm>
              <a:off x="1861279" y="2816654"/>
              <a:ext cx="4966" cy="45094"/>
            </a:xfrm>
            <a:custGeom>
              <a:avLst/>
              <a:gdLst/>
              <a:ahLst/>
              <a:cxnLst/>
              <a:rect l="l" t="t" r="r" b="b"/>
              <a:pathLst>
                <a:path w="50" h="454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lnTo>
                    <a:pt x="17" y="171"/>
                  </a:lnTo>
                  <a:cubicBezTo>
                    <a:pt x="17" y="272"/>
                    <a:pt x="33" y="352"/>
                    <a:pt x="17" y="437"/>
                  </a:cubicBezTo>
                  <a:cubicBezTo>
                    <a:pt x="1" y="453"/>
                    <a:pt x="17" y="453"/>
                    <a:pt x="17" y="453"/>
                  </a:cubicBezTo>
                  <a:lnTo>
                    <a:pt x="33" y="453"/>
                  </a:lnTo>
                  <a:cubicBezTo>
                    <a:pt x="49" y="352"/>
                    <a:pt x="49" y="272"/>
                    <a:pt x="49" y="171"/>
                  </a:cubicBezTo>
                  <a:lnTo>
                    <a:pt x="49" y="17"/>
                  </a:lnTo>
                  <a:cubicBezTo>
                    <a:pt x="49" y="1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0">
              <a:extLst>
                <a:ext uri="{FF2B5EF4-FFF2-40B4-BE49-F238E27FC236}">
                  <a16:creationId xmlns:a16="http://schemas.microsoft.com/office/drawing/2014/main" id="{CFA11549-85A9-40AB-1917-2E9DFC2E25FF}"/>
                </a:ext>
              </a:extLst>
            </p:cNvPr>
            <p:cNvSpPr/>
            <p:nvPr/>
          </p:nvSpPr>
          <p:spPr>
            <a:xfrm>
              <a:off x="491885" y="2392139"/>
              <a:ext cx="144121" cy="70322"/>
            </a:xfrm>
            <a:custGeom>
              <a:avLst/>
              <a:gdLst/>
              <a:ahLst/>
              <a:cxnLst/>
              <a:rect l="l" t="t" r="r" b="b"/>
              <a:pathLst>
                <a:path w="1451" h="708" extrusionOk="0">
                  <a:moveTo>
                    <a:pt x="1434" y="1"/>
                  </a:moveTo>
                  <a:cubicBezTo>
                    <a:pt x="1232" y="82"/>
                    <a:pt x="1047" y="167"/>
                    <a:pt x="877" y="268"/>
                  </a:cubicBezTo>
                  <a:cubicBezTo>
                    <a:pt x="808" y="304"/>
                    <a:pt x="760" y="320"/>
                    <a:pt x="691" y="352"/>
                  </a:cubicBezTo>
                  <a:cubicBezTo>
                    <a:pt x="542" y="437"/>
                    <a:pt x="372" y="506"/>
                    <a:pt x="222" y="587"/>
                  </a:cubicBezTo>
                  <a:cubicBezTo>
                    <a:pt x="154" y="623"/>
                    <a:pt x="85" y="655"/>
                    <a:pt x="0" y="688"/>
                  </a:cubicBezTo>
                  <a:lnTo>
                    <a:pt x="0" y="708"/>
                  </a:lnTo>
                  <a:lnTo>
                    <a:pt x="20" y="708"/>
                  </a:lnTo>
                  <a:cubicBezTo>
                    <a:pt x="85" y="672"/>
                    <a:pt x="154" y="639"/>
                    <a:pt x="239" y="607"/>
                  </a:cubicBezTo>
                  <a:cubicBezTo>
                    <a:pt x="388" y="538"/>
                    <a:pt x="558" y="453"/>
                    <a:pt x="707" y="385"/>
                  </a:cubicBezTo>
                  <a:cubicBezTo>
                    <a:pt x="776" y="352"/>
                    <a:pt x="828" y="320"/>
                    <a:pt x="877" y="284"/>
                  </a:cubicBezTo>
                  <a:cubicBezTo>
                    <a:pt x="1063" y="203"/>
                    <a:pt x="1249" y="102"/>
                    <a:pt x="1434" y="33"/>
                  </a:cubicBezTo>
                  <a:cubicBezTo>
                    <a:pt x="1451" y="33"/>
                    <a:pt x="1451" y="17"/>
                    <a:pt x="1451" y="17"/>
                  </a:cubicBez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0">
              <a:extLst>
                <a:ext uri="{FF2B5EF4-FFF2-40B4-BE49-F238E27FC236}">
                  <a16:creationId xmlns:a16="http://schemas.microsoft.com/office/drawing/2014/main" id="{404A453F-9903-E8C2-5101-F71E84B1B344}"/>
                </a:ext>
              </a:extLst>
            </p:cNvPr>
            <p:cNvSpPr/>
            <p:nvPr/>
          </p:nvSpPr>
          <p:spPr>
            <a:xfrm>
              <a:off x="686066" y="1700043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lnTo>
                    <a:pt x="33" y="118"/>
                  </a:lnTo>
                  <a:cubicBezTo>
                    <a:pt x="17" y="336"/>
                    <a:pt x="0" y="586"/>
                    <a:pt x="49" y="808"/>
                  </a:cubicBezTo>
                  <a:cubicBezTo>
                    <a:pt x="49" y="825"/>
                    <a:pt x="49" y="825"/>
                    <a:pt x="65" y="825"/>
                  </a:cubicBezTo>
                  <a:lnTo>
                    <a:pt x="65" y="808"/>
                  </a:lnTo>
                  <a:cubicBezTo>
                    <a:pt x="33" y="586"/>
                    <a:pt x="33" y="336"/>
                    <a:pt x="49" y="118"/>
                  </a:cubicBezTo>
                  <a:cubicBezTo>
                    <a:pt x="49" y="81"/>
                    <a:pt x="49" y="49"/>
                    <a:pt x="65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0">
              <a:extLst>
                <a:ext uri="{FF2B5EF4-FFF2-40B4-BE49-F238E27FC236}">
                  <a16:creationId xmlns:a16="http://schemas.microsoft.com/office/drawing/2014/main" id="{C78190D5-B26F-1D61-6371-DCE2E87E5E93}"/>
                </a:ext>
              </a:extLst>
            </p:cNvPr>
            <p:cNvSpPr/>
            <p:nvPr/>
          </p:nvSpPr>
          <p:spPr>
            <a:xfrm>
              <a:off x="2118928" y="3028912"/>
              <a:ext cx="3278" cy="40227"/>
            </a:xfrm>
            <a:custGeom>
              <a:avLst/>
              <a:gdLst/>
              <a:ahLst/>
              <a:cxnLst/>
              <a:rect l="l" t="t" r="r" b="b"/>
              <a:pathLst>
                <a:path w="33" h="405" extrusionOk="0">
                  <a:moveTo>
                    <a:pt x="16" y="1"/>
                  </a:moveTo>
                  <a:cubicBezTo>
                    <a:pt x="0" y="86"/>
                    <a:pt x="0" y="171"/>
                    <a:pt x="0" y="255"/>
                  </a:cubicBezTo>
                  <a:lnTo>
                    <a:pt x="0" y="389"/>
                  </a:lnTo>
                  <a:cubicBezTo>
                    <a:pt x="0" y="389"/>
                    <a:pt x="0" y="405"/>
                    <a:pt x="16" y="405"/>
                  </a:cubicBezTo>
                  <a:lnTo>
                    <a:pt x="16" y="389"/>
                  </a:lnTo>
                  <a:cubicBezTo>
                    <a:pt x="32" y="336"/>
                    <a:pt x="16" y="304"/>
                    <a:pt x="16" y="255"/>
                  </a:cubicBezTo>
                  <a:cubicBezTo>
                    <a:pt x="16" y="171"/>
                    <a:pt x="16" y="86"/>
                    <a:pt x="32" y="17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0">
              <a:extLst>
                <a:ext uri="{FF2B5EF4-FFF2-40B4-BE49-F238E27FC236}">
                  <a16:creationId xmlns:a16="http://schemas.microsoft.com/office/drawing/2014/main" id="{22774F1E-BA26-A76A-4DD5-1DC40A1DE208}"/>
                </a:ext>
              </a:extLst>
            </p:cNvPr>
            <p:cNvSpPr/>
            <p:nvPr/>
          </p:nvSpPr>
          <p:spPr>
            <a:xfrm>
              <a:off x="1923059" y="2846750"/>
              <a:ext cx="145809" cy="280990"/>
            </a:xfrm>
            <a:custGeom>
              <a:avLst/>
              <a:gdLst/>
              <a:ahLst/>
              <a:cxnLst/>
              <a:rect l="l" t="t" r="r" b="b"/>
              <a:pathLst>
                <a:path w="1468" h="2829" extrusionOk="0">
                  <a:moveTo>
                    <a:pt x="1" y="1"/>
                  </a:moveTo>
                  <a:cubicBezTo>
                    <a:pt x="1" y="150"/>
                    <a:pt x="86" y="251"/>
                    <a:pt x="170" y="352"/>
                  </a:cubicBezTo>
                  <a:cubicBezTo>
                    <a:pt x="203" y="389"/>
                    <a:pt x="235" y="437"/>
                    <a:pt x="271" y="474"/>
                  </a:cubicBezTo>
                  <a:cubicBezTo>
                    <a:pt x="591" y="926"/>
                    <a:pt x="926" y="1382"/>
                    <a:pt x="1245" y="1819"/>
                  </a:cubicBezTo>
                  <a:lnTo>
                    <a:pt x="1382" y="1988"/>
                  </a:lnTo>
                  <a:cubicBezTo>
                    <a:pt x="1415" y="2053"/>
                    <a:pt x="1447" y="2106"/>
                    <a:pt x="1447" y="2190"/>
                  </a:cubicBezTo>
                  <a:cubicBezTo>
                    <a:pt x="1431" y="2291"/>
                    <a:pt x="1431" y="2409"/>
                    <a:pt x="1431" y="2526"/>
                  </a:cubicBezTo>
                  <a:cubicBezTo>
                    <a:pt x="1447" y="2574"/>
                    <a:pt x="1447" y="2643"/>
                    <a:pt x="1447" y="2695"/>
                  </a:cubicBezTo>
                  <a:lnTo>
                    <a:pt x="1447" y="2712"/>
                  </a:lnTo>
                  <a:cubicBezTo>
                    <a:pt x="1447" y="2760"/>
                    <a:pt x="1447" y="2776"/>
                    <a:pt x="1415" y="2813"/>
                  </a:cubicBezTo>
                  <a:lnTo>
                    <a:pt x="1415" y="2829"/>
                  </a:lnTo>
                  <a:lnTo>
                    <a:pt x="1431" y="2829"/>
                  </a:lnTo>
                  <a:cubicBezTo>
                    <a:pt x="1467" y="2796"/>
                    <a:pt x="1467" y="2760"/>
                    <a:pt x="1467" y="2712"/>
                  </a:cubicBezTo>
                  <a:lnTo>
                    <a:pt x="1467" y="2695"/>
                  </a:lnTo>
                  <a:lnTo>
                    <a:pt x="1467" y="2510"/>
                  </a:lnTo>
                  <a:lnTo>
                    <a:pt x="1467" y="2190"/>
                  </a:lnTo>
                  <a:cubicBezTo>
                    <a:pt x="1467" y="2106"/>
                    <a:pt x="1447" y="2037"/>
                    <a:pt x="1399" y="1968"/>
                  </a:cubicBezTo>
                  <a:lnTo>
                    <a:pt x="1265" y="1803"/>
                  </a:lnTo>
                  <a:cubicBezTo>
                    <a:pt x="942" y="1362"/>
                    <a:pt x="607" y="910"/>
                    <a:pt x="288" y="453"/>
                  </a:cubicBezTo>
                  <a:cubicBezTo>
                    <a:pt x="271" y="421"/>
                    <a:pt x="235" y="373"/>
                    <a:pt x="203" y="336"/>
                  </a:cubicBezTo>
                  <a:cubicBezTo>
                    <a:pt x="118" y="251"/>
                    <a:pt x="33" y="15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0">
              <a:extLst>
                <a:ext uri="{FF2B5EF4-FFF2-40B4-BE49-F238E27FC236}">
                  <a16:creationId xmlns:a16="http://schemas.microsoft.com/office/drawing/2014/main" id="{20415C0A-90A0-65B0-D4B1-40C504CF096C}"/>
                </a:ext>
              </a:extLst>
            </p:cNvPr>
            <p:cNvSpPr/>
            <p:nvPr/>
          </p:nvSpPr>
          <p:spPr>
            <a:xfrm>
              <a:off x="751024" y="2171539"/>
              <a:ext cx="6953" cy="95153"/>
            </a:xfrm>
            <a:custGeom>
              <a:avLst/>
              <a:gdLst/>
              <a:ahLst/>
              <a:cxnLst/>
              <a:rect l="l" t="t" r="r" b="b"/>
              <a:pathLst>
                <a:path w="70" h="958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cubicBezTo>
                    <a:pt x="17" y="166"/>
                    <a:pt x="17" y="335"/>
                    <a:pt x="17" y="505"/>
                  </a:cubicBezTo>
                  <a:lnTo>
                    <a:pt x="17" y="788"/>
                  </a:lnTo>
                  <a:lnTo>
                    <a:pt x="17" y="824"/>
                  </a:lnTo>
                  <a:cubicBezTo>
                    <a:pt x="17" y="873"/>
                    <a:pt x="1" y="909"/>
                    <a:pt x="53" y="958"/>
                  </a:cubicBezTo>
                  <a:lnTo>
                    <a:pt x="70" y="958"/>
                  </a:lnTo>
                  <a:lnTo>
                    <a:pt x="70" y="941"/>
                  </a:lnTo>
                  <a:cubicBezTo>
                    <a:pt x="37" y="909"/>
                    <a:pt x="37" y="873"/>
                    <a:pt x="37" y="824"/>
                  </a:cubicBezTo>
                  <a:lnTo>
                    <a:pt x="37" y="788"/>
                  </a:lnTo>
                  <a:lnTo>
                    <a:pt x="37" y="505"/>
                  </a:lnTo>
                  <a:cubicBezTo>
                    <a:pt x="37" y="335"/>
                    <a:pt x="53" y="166"/>
                    <a:pt x="17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0">
              <a:extLst>
                <a:ext uri="{FF2B5EF4-FFF2-40B4-BE49-F238E27FC236}">
                  <a16:creationId xmlns:a16="http://schemas.microsoft.com/office/drawing/2014/main" id="{62B3196C-37EE-7048-F773-EFC53908CC32}"/>
                </a:ext>
              </a:extLst>
            </p:cNvPr>
            <p:cNvSpPr/>
            <p:nvPr/>
          </p:nvSpPr>
          <p:spPr>
            <a:xfrm>
              <a:off x="2088833" y="3501997"/>
              <a:ext cx="95153" cy="103993"/>
            </a:xfrm>
            <a:custGeom>
              <a:avLst/>
              <a:gdLst/>
              <a:ahLst/>
              <a:cxnLst/>
              <a:rect l="l" t="t" r="r" b="b"/>
              <a:pathLst>
                <a:path w="958" h="1047" extrusionOk="0">
                  <a:moveTo>
                    <a:pt x="0" y="1"/>
                  </a:moveTo>
                  <a:lnTo>
                    <a:pt x="0" y="37"/>
                  </a:lnTo>
                  <a:cubicBezTo>
                    <a:pt x="117" y="138"/>
                    <a:pt x="218" y="271"/>
                    <a:pt x="319" y="388"/>
                  </a:cubicBezTo>
                  <a:cubicBezTo>
                    <a:pt x="404" y="473"/>
                    <a:pt x="469" y="558"/>
                    <a:pt x="537" y="643"/>
                  </a:cubicBezTo>
                  <a:cubicBezTo>
                    <a:pt x="586" y="675"/>
                    <a:pt x="622" y="724"/>
                    <a:pt x="671" y="776"/>
                  </a:cubicBezTo>
                  <a:cubicBezTo>
                    <a:pt x="739" y="877"/>
                    <a:pt x="824" y="978"/>
                    <a:pt x="941" y="1047"/>
                  </a:cubicBezTo>
                  <a:lnTo>
                    <a:pt x="958" y="1047"/>
                  </a:lnTo>
                  <a:lnTo>
                    <a:pt x="958" y="1011"/>
                  </a:lnTo>
                  <a:cubicBezTo>
                    <a:pt x="840" y="962"/>
                    <a:pt x="756" y="861"/>
                    <a:pt x="687" y="760"/>
                  </a:cubicBezTo>
                  <a:cubicBezTo>
                    <a:pt x="638" y="708"/>
                    <a:pt x="606" y="659"/>
                    <a:pt x="570" y="623"/>
                  </a:cubicBezTo>
                  <a:cubicBezTo>
                    <a:pt x="485" y="542"/>
                    <a:pt x="420" y="457"/>
                    <a:pt x="352" y="372"/>
                  </a:cubicBezTo>
                  <a:cubicBezTo>
                    <a:pt x="234" y="255"/>
                    <a:pt x="1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0">
              <a:extLst>
                <a:ext uri="{FF2B5EF4-FFF2-40B4-BE49-F238E27FC236}">
                  <a16:creationId xmlns:a16="http://schemas.microsoft.com/office/drawing/2014/main" id="{8BE0274F-B3D8-FCFA-F2A9-B1E223DF1932}"/>
                </a:ext>
              </a:extLst>
            </p:cNvPr>
            <p:cNvSpPr/>
            <p:nvPr/>
          </p:nvSpPr>
          <p:spPr>
            <a:xfrm>
              <a:off x="1815987" y="2903762"/>
              <a:ext cx="6853" cy="46683"/>
            </a:xfrm>
            <a:custGeom>
              <a:avLst/>
              <a:gdLst/>
              <a:ahLst/>
              <a:cxnLst/>
              <a:rect l="l" t="t" r="r" b="b"/>
              <a:pathLst>
                <a:path w="69" h="470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0" y="102"/>
                    <a:pt x="20" y="203"/>
                    <a:pt x="20" y="303"/>
                  </a:cubicBezTo>
                  <a:lnTo>
                    <a:pt x="20" y="453"/>
                  </a:lnTo>
                  <a:cubicBezTo>
                    <a:pt x="20" y="469"/>
                    <a:pt x="20" y="469"/>
                    <a:pt x="37" y="469"/>
                  </a:cubicBezTo>
                  <a:lnTo>
                    <a:pt x="53" y="469"/>
                  </a:lnTo>
                  <a:lnTo>
                    <a:pt x="53" y="303"/>
                  </a:lnTo>
                  <a:cubicBezTo>
                    <a:pt x="37" y="203"/>
                    <a:pt x="37" y="118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0">
              <a:extLst>
                <a:ext uri="{FF2B5EF4-FFF2-40B4-BE49-F238E27FC236}">
                  <a16:creationId xmlns:a16="http://schemas.microsoft.com/office/drawing/2014/main" id="{AEFADA43-3223-ACBE-7717-BEC2A59B16DA}"/>
                </a:ext>
              </a:extLst>
            </p:cNvPr>
            <p:cNvSpPr/>
            <p:nvPr/>
          </p:nvSpPr>
          <p:spPr>
            <a:xfrm>
              <a:off x="2153791" y="3079071"/>
              <a:ext cx="6953" cy="47080"/>
            </a:xfrm>
            <a:custGeom>
              <a:avLst/>
              <a:gdLst/>
              <a:ahLst/>
              <a:cxnLst/>
              <a:rect l="l" t="t" r="r" b="b"/>
              <a:pathLst>
                <a:path w="70" h="474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71"/>
                    <a:pt x="17" y="235"/>
                  </a:cubicBezTo>
                  <a:cubicBezTo>
                    <a:pt x="17" y="304"/>
                    <a:pt x="33" y="373"/>
                    <a:pt x="17" y="457"/>
                  </a:cubicBezTo>
                  <a:cubicBezTo>
                    <a:pt x="1" y="457"/>
                    <a:pt x="17" y="457"/>
                    <a:pt x="17" y="474"/>
                  </a:cubicBezTo>
                  <a:lnTo>
                    <a:pt x="33" y="457"/>
                  </a:lnTo>
                  <a:cubicBezTo>
                    <a:pt x="53" y="389"/>
                    <a:pt x="53" y="304"/>
                    <a:pt x="53" y="235"/>
                  </a:cubicBezTo>
                  <a:cubicBezTo>
                    <a:pt x="53" y="171"/>
                    <a:pt x="53" y="86"/>
                    <a:pt x="69" y="17"/>
                  </a:cubicBezTo>
                  <a:cubicBezTo>
                    <a:pt x="69" y="17"/>
                    <a:pt x="69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0">
              <a:extLst>
                <a:ext uri="{FF2B5EF4-FFF2-40B4-BE49-F238E27FC236}">
                  <a16:creationId xmlns:a16="http://schemas.microsoft.com/office/drawing/2014/main" id="{A9C117F2-10E7-B6AF-5032-4E88E48A863E}"/>
                </a:ext>
              </a:extLst>
            </p:cNvPr>
            <p:cNvSpPr/>
            <p:nvPr/>
          </p:nvSpPr>
          <p:spPr>
            <a:xfrm>
              <a:off x="1521886" y="2316752"/>
              <a:ext cx="178984" cy="327872"/>
            </a:xfrm>
            <a:custGeom>
              <a:avLst/>
              <a:gdLst/>
              <a:ahLst/>
              <a:cxnLst/>
              <a:rect l="l" t="t" r="r" b="b"/>
              <a:pathLst>
                <a:path w="1802" h="3301" extrusionOk="0">
                  <a:moveTo>
                    <a:pt x="69" y="0"/>
                  </a:moveTo>
                  <a:cubicBezTo>
                    <a:pt x="53" y="0"/>
                    <a:pt x="53" y="17"/>
                    <a:pt x="53" y="17"/>
                  </a:cubicBezTo>
                  <a:cubicBezTo>
                    <a:pt x="0" y="170"/>
                    <a:pt x="0" y="271"/>
                    <a:pt x="133" y="404"/>
                  </a:cubicBezTo>
                  <a:cubicBezTo>
                    <a:pt x="271" y="538"/>
                    <a:pt x="372" y="707"/>
                    <a:pt x="489" y="861"/>
                  </a:cubicBezTo>
                  <a:cubicBezTo>
                    <a:pt x="537" y="926"/>
                    <a:pt x="574" y="978"/>
                    <a:pt x="622" y="1043"/>
                  </a:cubicBezTo>
                  <a:lnTo>
                    <a:pt x="1079" y="1649"/>
                  </a:lnTo>
                  <a:cubicBezTo>
                    <a:pt x="1281" y="1935"/>
                    <a:pt x="1483" y="2222"/>
                    <a:pt x="1701" y="2509"/>
                  </a:cubicBezTo>
                  <a:cubicBezTo>
                    <a:pt x="1749" y="2594"/>
                    <a:pt x="1786" y="2679"/>
                    <a:pt x="1786" y="2760"/>
                  </a:cubicBezTo>
                  <a:cubicBezTo>
                    <a:pt x="1769" y="2844"/>
                    <a:pt x="1786" y="2929"/>
                    <a:pt x="1786" y="3014"/>
                  </a:cubicBezTo>
                  <a:lnTo>
                    <a:pt x="1786" y="3147"/>
                  </a:lnTo>
                  <a:lnTo>
                    <a:pt x="1786" y="3184"/>
                  </a:lnTo>
                  <a:cubicBezTo>
                    <a:pt x="1786" y="3216"/>
                    <a:pt x="1786" y="3248"/>
                    <a:pt x="1749" y="3285"/>
                  </a:cubicBezTo>
                  <a:lnTo>
                    <a:pt x="1749" y="3301"/>
                  </a:lnTo>
                  <a:lnTo>
                    <a:pt x="1769" y="3301"/>
                  </a:lnTo>
                  <a:cubicBezTo>
                    <a:pt x="1802" y="3265"/>
                    <a:pt x="1802" y="3216"/>
                    <a:pt x="1802" y="3184"/>
                  </a:cubicBezTo>
                  <a:lnTo>
                    <a:pt x="1802" y="3147"/>
                  </a:lnTo>
                  <a:lnTo>
                    <a:pt x="1802" y="3014"/>
                  </a:lnTo>
                  <a:lnTo>
                    <a:pt x="1802" y="2760"/>
                  </a:lnTo>
                  <a:cubicBezTo>
                    <a:pt x="1802" y="2659"/>
                    <a:pt x="1786" y="2578"/>
                    <a:pt x="1717" y="2493"/>
                  </a:cubicBezTo>
                  <a:cubicBezTo>
                    <a:pt x="1515" y="2206"/>
                    <a:pt x="1297" y="1919"/>
                    <a:pt x="1095" y="1633"/>
                  </a:cubicBezTo>
                  <a:lnTo>
                    <a:pt x="638" y="1027"/>
                  </a:lnTo>
                  <a:cubicBezTo>
                    <a:pt x="590" y="978"/>
                    <a:pt x="558" y="909"/>
                    <a:pt x="505" y="861"/>
                  </a:cubicBezTo>
                  <a:cubicBezTo>
                    <a:pt x="404" y="691"/>
                    <a:pt x="287" y="522"/>
                    <a:pt x="154" y="388"/>
                  </a:cubicBezTo>
                  <a:cubicBezTo>
                    <a:pt x="32" y="271"/>
                    <a:pt x="32" y="170"/>
                    <a:pt x="69" y="17"/>
                  </a:cubicBezTo>
                  <a:cubicBezTo>
                    <a:pt x="85" y="17"/>
                    <a:pt x="69" y="17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0">
              <a:extLst>
                <a:ext uri="{FF2B5EF4-FFF2-40B4-BE49-F238E27FC236}">
                  <a16:creationId xmlns:a16="http://schemas.microsoft.com/office/drawing/2014/main" id="{07A0A37E-466F-DED0-8355-6FB1357F10F6}"/>
                </a:ext>
              </a:extLst>
            </p:cNvPr>
            <p:cNvSpPr/>
            <p:nvPr/>
          </p:nvSpPr>
          <p:spPr>
            <a:xfrm>
              <a:off x="1737719" y="2331948"/>
              <a:ext cx="145312" cy="270959"/>
            </a:xfrm>
            <a:custGeom>
              <a:avLst/>
              <a:gdLst/>
              <a:ahLst/>
              <a:cxnLst/>
              <a:rect l="l" t="t" r="r" b="b"/>
              <a:pathLst>
                <a:path w="1463" h="2728" extrusionOk="0">
                  <a:moveTo>
                    <a:pt x="101" y="1"/>
                  </a:moveTo>
                  <a:lnTo>
                    <a:pt x="81" y="17"/>
                  </a:lnTo>
                  <a:cubicBezTo>
                    <a:pt x="49" y="66"/>
                    <a:pt x="49" y="118"/>
                    <a:pt x="49" y="167"/>
                  </a:cubicBezTo>
                  <a:lnTo>
                    <a:pt x="49" y="251"/>
                  </a:lnTo>
                  <a:cubicBezTo>
                    <a:pt x="0" y="607"/>
                    <a:pt x="101" y="890"/>
                    <a:pt x="336" y="1213"/>
                  </a:cubicBezTo>
                  <a:cubicBezTo>
                    <a:pt x="586" y="1516"/>
                    <a:pt x="808" y="1851"/>
                    <a:pt x="1027" y="2186"/>
                  </a:cubicBezTo>
                  <a:cubicBezTo>
                    <a:pt x="1128" y="2324"/>
                    <a:pt x="1229" y="2473"/>
                    <a:pt x="1330" y="2627"/>
                  </a:cubicBezTo>
                  <a:cubicBezTo>
                    <a:pt x="1330" y="2627"/>
                    <a:pt x="1330" y="2643"/>
                    <a:pt x="1346" y="2643"/>
                  </a:cubicBezTo>
                  <a:cubicBezTo>
                    <a:pt x="1362" y="2675"/>
                    <a:pt x="1378" y="2728"/>
                    <a:pt x="1447" y="2728"/>
                  </a:cubicBezTo>
                  <a:cubicBezTo>
                    <a:pt x="1463" y="2708"/>
                    <a:pt x="1447" y="2708"/>
                    <a:pt x="1447" y="2708"/>
                  </a:cubicBezTo>
                  <a:cubicBezTo>
                    <a:pt x="1394" y="2691"/>
                    <a:pt x="1378" y="2659"/>
                    <a:pt x="1362" y="2627"/>
                  </a:cubicBezTo>
                  <a:lnTo>
                    <a:pt x="1346" y="2607"/>
                  </a:lnTo>
                  <a:cubicBezTo>
                    <a:pt x="1245" y="2457"/>
                    <a:pt x="1144" y="2304"/>
                    <a:pt x="1059" y="2170"/>
                  </a:cubicBezTo>
                  <a:cubicBezTo>
                    <a:pt x="841" y="1851"/>
                    <a:pt x="606" y="1496"/>
                    <a:pt x="368" y="1193"/>
                  </a:cubicBezTo>
                  <a:cubicBezTo>
                    <a:pt x="118" y="874"/>
                    <a:pt x="33" y="587"/>
                    <a:pt x="81" y="268"/>
                  </a:cubicBezTo>
                  <a:lnTo>
                    <a:pt x="81" y="167"/>
                  </a:lnTo>
                  <a:cubicBezTo>
                    <a:pt x="65" y="118"/>
                    <a:pt x="65" y="66"/>
                    <a:pt x="101" y="17"/>
                  </a:cubicBezTo>
                  <a:lnTo>
                    <a:pt x="1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0">
              <a:extLst>
                <a:ext uri="{FF2B5EF4-FFF2-40B4-BE49-F238E27FC236}">
                  <a16:creationId xmlns:a16="http://schemas.microsoft.com/office/drawing/2014/main" id="{71A0E346-9CCF-66C2-9F33-064ABD95DF2C}"/>
                </a:ext>
              </a:extLst>
            </p:cNvPr>
            <p:cNvSpPr/>
            <p:nvPr/>
          </p:nvSpPr>
          <p:spPr>
            <a:xfrm>
              <a:off x="1088928" y="3191010"/>
              <a:ext cx="4867" cy="88797"/>
            </a:xfrm>
            <a:custGeom>
              <a:avLst/>
              <a:gdLst/>
              <a:ahLst/>
              <a:cxnLst/>
              <a:rect l="l" t="t" r="r" b="b"/>
              <a:pathLst>
                <a:path w="49" h="894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154"/>
                    <a:pt x="16" y="304"/>
                    <a:pt x="16" y="441"/>
                  </a:cubicBezTo>
                  <a:lnTo>
                    <a:pt x="16" y="724"/>
                  </a:lnTo>
                  <a:lnTo>
                    <a:pt x="16" y="760"/>
                  </a:lnTo>
                  <a:cubicBezTo>
                    <a:pt x="16" y="809"/>
                    <a:pt x="16" y="845"/>
                    <a:pt x="33" y="878"/>
                  </a:cubicBezTo>
                  <a:lnTo>
                    <a:pt x="49" y="894"/>
                  </a:lnTo>
                  <a:lnTo>
                    <a:pt x="49" y="878"/>
                  </a:lnTo>
                  <a:cubicBezTo>
                    <a:pt x="33" y="845"/>
                    <a:pt x="33" y="809"/>
                    <a:pt x="49" y="760"/>
                  </a:cubicBezTo>
                  <a:lnTo>
                    <a:pt x="49" y="708"/>
                  </a:lnTo>
                  <a:cubicBezTo>
                    <a:pt x="33" y="623"/>
                    <a:pt x="33" y="542"/>
                    <a:pt x="49" y="441"/>
                  </a:cubicBezTo>
                  <a:cubicBezTo>
                    <a:pt x="49" y="304"/>
                    <a:pt x="49" y="15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0">
              <a:extLst>
                <a:ext uri="{FF2B5EF4-FFF2-40B4-BE49-F238E27FC236}">
                  <a16:creationId xmlns:a16="http://schemas.microsoft.com/office/drawing/2014/main" id="{7A8D75FE-63F9-90BA-AE41-732FB05111FD}"/>
                </a:ext>
              </a:extLst>
            </p:cNvPr>
            <p:cNvSpPr/>
            <p:nvPr/>
          </p:nvSpPr>
          <p:spPr>
            <a:xfrm>
              <a:off x="2080390" y="2951935"/>
              <a:ext cx="102007" cy="147299"/>
            </a:xfrm>
            <a:custGeom>
              <a:avLst/>
              <a:gdLst/>
              <a:ahLst/>
              <a:cxnLst/>
              <a:rect l="l" t="t" r="r" b="b"/>
              <a:pathLst>
                <a:path w="1027" h="1483" extrusionOk="0">
                  <a:moveTo>
                    <a:pt x="85" y="0"/>
                  </a:moveTo>
                  <a:cubicBezTo>
                    <a:pt x="65" y="0"/>
                    <a:pt x="65" y="0"/>
                    <a:pt x="65" y="20"/>
                  </a:cubicBezTo>
                  <a:cubicBezTo>
                    <a:pt x="0" y="138"/>
                    <a:pt x="49" y="222"/>
                    <a:pt x="117" y="303"/>
                  </a:cubicBezTo>
                  <a:cubicBezTo>
                    <a:pt x="235" y="473"/>
                    <a:pt x="352" y="643"/>
                    <a:pt x="469" y="808"/>
                  </a:cubicBezTo>
                  <a:cubicBezTo>
                    <a:pt x="521" y="861"/>
                    <a:pt x="554" y="929"/>
                    <a:pt x="606" y="978"/>
                  </a:cubicBezTo>
                  <a:cubicBezTo>
                    <a:pt x="691" y="1111"/>
                    <a:pt x="792" y="1249"/>
                    <a:pt x="893" y="1398"/>
                  </a:cubicBezTo>
                  <a:lnTo>
                    <a:pt x="909" y="1414"/>
                  </a:lnTo>
                  <a:cubicBezTo>
                    <a:pt x="925" y="1451"/>
                    <a:pt x="958" y="1483"/>
                    <a:pt x="1010" y="1483"/>
                  </a:cubicBezTo>
                  <a:lnTo>
                    <a:pt x="1026" y="1483"/>
                  </a:lnTo>
                  <a:lnTo>
                    <a:pt x="1026" y="1467"/>
                  </a:lnTo>
                  <a:lnTo>
                    <a:pt x="1010" y="1467"/>
                  </a:lnTo>
                  <a:cubicBezTo>
                    <a:pt x="974" y="1467"/>
                    <a:pt x="958" y="1434"/>
                    <a:pt x="925" y="1398"/>
                  </a:cubicBezTo>
                  <a:lnTo>
                    <a:pt x="925" y="1382"/>
                  </a:lnTo>
                  <a:cubicBezTo>
                    <a:pt x="808" y="1232"/>
                    <a:pt x="707" y="1095"/>
                    <a:pt x="622" y="962"/>
                  </a:cubicBezTo>
                  <a:cubicBezTo>
                    <a:pt x="590" y="909"/>
                    <a:pt x="538" y="845"/>
                    <a:pt x="505" y="792"/>
                  </a:cubicBezTo>
                  <a:cubicBezTo>
                    <a:pt x="388" y="626"/>
                    <a:pt x="251" y="457"/>
                    <a:pt x="134" y="287"/>
                  </a:cubicBezTo>
                  <a:cubicBezTo>
                    <a:pt x="65" y="202"/>
                    <a:pt x="33" y="138"/>
                    <a:pt x="85" y="20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0">
              <a:extLst>
                <a:ext uri="{FF2B5EF4-FFF2-40B4-BE49-F238E27FC236}">
                  <a16:creationId xmlns:a16="http://schemas.microsoft.com/office/drawing/2014/main" id="{622F998D-9401-45AF-96CB-0B25A93457D1}"/>
                </a:ext>
              </a:extLst>
            </p:cNvPr>
            <p:cNvSpPr/>
            <p:nvPr/>
          </p:nvSpPr>
          <p:spPr>
            <a:xfrm>
              <a:off x="517114" y="2846750"/>
              <a:ext cx="123759" cy="57112"/>
            </a:xfrm>
            <a:custGeom>
              <a:avLst/>
              <a:gdLst/>
              <a:ahLst/>
              <a:cxnLst/>
              <a:rect l="l" t="t" r="r" b="b"/>
              <a:pathLst>
                <a:path w="1246" h="575" extrusionOk="0">
                  <a:moveTo>
                    <a:pt x="1213" y="1"/>
                  </a:moveTo>
                  <a:cubicBezTo>
                    <a:pt x="1213" y="70"/>
                    <a:pt x="1160" y="86"/>
                    <a:pt x="1112" y="86"/>
                  </a:cubicBezTo>
                  <a:cubicBezTo>
                    <a:pt x="1096" y="86"/>
                    <a:pt x="1079" y="102"/>
                    <a:pt x="1043" y="102"/>
                  </a:cubicBezTo>
                  <a:cubicBezTo>
                    <a:pt x="793" y="219"/>
                    <a:pt x="538" y="320"/>
                    <a:pt x="288" y="437"/>
                  </a:cubicBezTo>
                  <a:lnTo>
                    <a:pt x="17" y="554"/>
                  </a:lnTo>
                  <a:cubicBezTo>
                    <a:pt x="1" y="554"/>
                    <a:pt x="1" y="554"/>
                    <a:pt x="1" y="575"/>
                  </a:cubicBezTo>
                  <a:lnTo>
                    <a:pt x="17" y="575"/>
                  </a:lnTo>
                  <a:lnTo>
                    <a:pt x="304" y="453"/>
                  </a:lnTo>
                  <a:cubicBezTo>
                    <a:pt x="554" y="352"/>
                    <a:pt x="809" y="235"/>
                    <a:pt x="1059" y="134"/>
                  </a:cubicBezTo>
                  <a:cubicBezTo>
                    <a:pt x="1079" y="118"/>
                    <a:pt x="1096" y="118"/>
                    <a:pt x="1128" y="118"/>
                  </a:cubicBezTo>
                  <a:cubicBezTo>
                    <a:pt x="1180" y="102"/>
                    <a:pt x="1229" y="102"/>
                    <a:pt x="1245" y="17"/>
                  </a:cubicBezTo>
                  <a:cubicBezTo>
                    <a:pt x="1245" y="1"/>
                    <a:pt x="1245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0">
              <a:extLst>
                <a:ext uri="{FF2B5EF4-FFF2-40B4-BE49-F238E27FC236}">
                  <a16:creationId xmlns:a16="http://schemas.microsoft.com/office/drawing/2014/main" id="{BCDEAA2A-5B48-42F8-7325-1404B5372EE7}"/>
                </a:ext>
              </a:extLst>
            </p:cNvPr>
            <p:cNvSpPr/>
            <p:nvPr/>
          </p:nvSpPr>
          <p:spPr>
            <a:xfrm>
              <a:off x="1861279" y="2054335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49" y="1"/>
                  </a:moveTo>
                  <a:cubicBezTo>
                    <a:pt x="49" y="1"/>
                    <a:pt x="33" y="1"/>
                    <a:pt x="33" y="17"/>
                  </a:cubicBezTo>
                  <a:cubicBezTo>
                    <a:pt x="17" y="69"/>
                    <a:pt x="17" y="134"/>
                    <a:pt x="17" y="203"/>
                  </a:cubicBezTo>
                  <a:cubicBezTo>
                    <a:pt x="17" y="271"/>
                    <a:pt x="33" y="336"/>
                    <a:pt x="17" y="388"/>
                  </a:cubicBezTo>
                  <a:cubicBezTo>
                    <a:pt x="1" y="404"/>
                    <a:pt x="17" y="404"/>
                    <a:pt x="17" y="404"/>
                  </a:cubicBezTo>
                  <a:lnTo>
                    <a:pt x="33" y="404"/>
                  </a:lnTo>
                  <a:cubicBezTo>
                    <a:pt x="49" y="336"/>
                    <a:pt x="49" y="271"/>
                    <a:pt x="49" y="203"/>
                  </a:cubicBezTo>
                  <a:cubicBezTo>
                    <a:pt x="49" y="134"/>
                    <a:pt x="49" y="85"/>
                    <a:pt x="69" y="17"/>
                  </a:cubicBezTo>
                  <a:cubicBezTo>
                    <a:pt x="69" y="17"/>
                    <a:pt x="69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0">
              <a:extLst>
                <a:ext uri="{FF2B5EF4-FFF2-40B4-BE49-F238E27FC236}">
                  <a16:creationId xmlns:a16="http://schemas.microsoft.com/office/drawing/2014/main" id="{EF8B6EA4-07A4-A4B4-DC9C-F58F001CC2C9}"/>
                </a:ext>
              </a:extLst>
            </p:cNvPr>
            <p:cNvSpPr/>
            <p:nvPr/>
          </p:nvSpPr>
          <p:spPr>
            <a:xfrm>
              <a:off x="980167" y="2893731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33" y="49"/>
                    <a:pt x="33" y="102"/>
                    <a:pt x="33" y="150"/>
                  </a:cubicBezTo>
                  <a:lnTo>
                    <a:pt x="33" y="740"/>
                  </a:lnTo>
                  <a:lnTo>
                    <a:pt x="33" y="942"/>
                  </a:lnTo>
                  <a:cubicBezTo>
                    <a:pt x="33" y="942"/>
                    <a:pt x="33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2"/>
                    <a:pt x="53" y="4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0">
              <a:extLst>
                <a:ext uri="{FF2B5EF4-FFF2-40B4-BE49-F238E27FC236}">
                  <a16:creationId xmlns:a16="http://schemas.microsoft.com/office/drawing/2014/main" id="{8DD72206-B693-3292-E028-33BB1786EDF6}"/>
                </a:ext>
              </a:extLst>
            </p:cNvPr>
            <p:cNvSpPr/>
            <p:nvPr/>
          </p:nvSpPr>
          <p:spPr>
            <a:xfrm>
              <a:off x="749435" y="2507356"/>
              <a:ext cx="6953" cy="81943"/>
            </a:xfrm>
            <a:custGeom>
              <a:avLst/>
              <a:gdLst/>
              <a:ahLst/>
              <a:cxnLst/>
              <a:rect l="l" t="t" r="r" b="b"/>
              <a:pathLst>
                <a:path w="70" h="825" extrusionOk="0">
                  <a:moveTo>
                    <a:pt x="33" y="0"/>
                  </a:moveTo>
                  <a:cubicBezTo>
                    <a:pt x="17" y="0"/>
                    <a:pt x="17" y="16"/>
                    <a:pt x="17" y="16"/>
                  </a:cubicBezTo>
                  <a:cubicBezTo>
                    <a:pt x="33" y="134"/>
                    <a:pt x="33" y="255"/>
                    <a:pt x="17" y="372"/>
                  </a:cubicBezTo>
                  <a:cubicBezTo>
                    <a:pt x="17" y="473"/>
                    <a:pt x="1" y="574"/>
                    <a:pt x="17" y="675"/>
                  </a:cubicBezTo>
                  <a:lnTo>
                    <a:pt x="17" y="776"/>
                  </a:lnTo>
                  <a:lnTo>
                    <a:pt x="33" y="824"/>
                  </a:lnTo>
                  <a:lnTo>
                    <a:pt x="53" y="824"/>
                  </a:lnTo>
                  <a:lnTo>
                    <a:pt x="53" y="808"/>
                  </a:lnTo>
                  <a:lnTo>
                    <a:pt x="53" y="776"/>
                  </a:lnTo>
                  <a:cubicBezTo>
                    <a:pt x="53" y="740"/>
                    <a:pt x="53" y="707"/>
                    <a:pt x="33" y="675"/>
                  </a:cubicBezTo>
                  <a:cubicBezTo>
                    <a:pt x="33" y="574"/>
                    <a:pt x="33" y="473"/>
                    <a:pt x="53" y="372"/>
                  </a:cubicBezTo>
                  <a:cubicBezTo>
                    <a:pt x="53" y="255"/>
                    <a:pt x="69" y="134"/>
                    <a:pt x="33" y="16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0">
              <a:extLst>
                <a:ext uri="{FF2B5EF4-FFF2-40B4-BE49-F238E27FC236}">
                  <a16:creationId xmlns:a16="http://schemas.microsoft.com/office/drawing/2014/main" id="{C1A6F9CE-9DAB-2844-7CD4-4D784228157C}"/>
                </a:ext>
              </a:extLst>
            </p:cNvPr>
            <p:cNvSpPr/>
            <p:nvPr/>
          </p:nvSpPr>
          <p:spPr>
            <a:xfrm>
              <a:off x="2081979" y="2382108"/>
              <a:ext cx="100418" cy="193982"/>
            </a:xfrm>
            <a:custGeom>
              <a:avLst/>
              <a:gdLst/>
              <a:ahLst/>
              <a:cxnLst/>
              <a:rect l="l" t="t" r="r" b="b"/>
              <a:pathLst>
                <a:path w="1011" h="1953" extrusionOk="0">
                  <a:moveTo>
                    <a:pt x="33" y="1"/>
                  </a:moveTo>
                  <a:cubicBezTo>
                    <a:pt x="17" y="1"/>
                    <a:pt x="17" y="1"/>
                    <a:pt x="17" y="17"/>
                  </a:cubicBezTo>
                  <a:cubicBezTo>
                    <a:pt x="33" y="82"/>
                    <a:pt x="33" y="167"/>
                    <a:pt x="17" y="235"/>
                  </a:cubicBezTo>
                  <a:cubicBezTo>
                    <a:pt x="1" y="369"/>
                    <a:pt x="33" y="470"/>
                    <a:pt x="101" y="571"/>
                  </a:cubicBezTo>
                  <a:cubicBezTo>
                    <a:pt x="219" y="708"/>
                    <a:pt x="303" y="874"/>
                    <a:pt x="404" y="1043"/>
                  </a:cubicBezTo>
                  <a:cubicBezTo>
                    <a:pt x="437" y="1128"/>
                    <a:pt x="489" y="1213"/>
                    <a:pt x="538" y="1294"/>
                  </a:cubicBezTo>
                  <a:cubicBezTo>
                    <a:pt x="574" y="1346"/>
                    <a:pt x="606" y="1395"/>
                    <a:pt x="639" y="1447"/>
                  </a:cubicBezTo>
                  <a:cubicBezTo>
                    <a:pt x="724" y="1580"/>
                    <a:pt x="808" y="1734"/>
                    <a:pt x="877" y="1883"/>
                  </a:cubicBezTo>
                  <a:cubicBezTo>
                    <a:pt x="893" y="1920"/>
                    <a:pt x="926" y="1952"/>
                    <a:pt x="978" y="1952"/>
                  </a:cubicBezTo>
                  <a:cubicBezTo>
                    <a:pt x="994" y="1952"/>
                    <a:pt x="994" y="1952"/>
                    <a:pt x="1010" y="1936"/>
                  </a:cubicBezTo>
                  <a:cubicBezTo>
                    <a:pt x="1010" y="1920"/>
                    <a:pt x="1010" y="1920"/>
                    <a:pt x="994" y="1920"/>
                  </a:cubicBezTo>
                  <a:cubicBezTo>
                    <a:pt x="987" y="1922"/>
                    <a:pt x="981" y="1923"/>
                    <a:pt x="975" y="1923"/>
                  </a:cubicBezTo>
                  <a:cubicBezTo>
                    <a:pt x="934" y="1923"/>
                    <a:pt x="909" y="1881"/>
                    <a:pt x="909" y="1867"/>
                  </a:cubicBezTo>
                  <a:cubicBezTo>
                    <a:pt x="825" y="1718"/>
                    <a:pt x="740" y="1564"/>
                    <a:pt x="655" y="1431"/>
                  </a:cubicBezTo>
                  <a:cubicBezTo>
                    <a:pt x="623" y="1378"/>
                    <a:pt x="590" y="1330"/>
                    <a:pt x="574" y="1294"/>
                  </a:cubicBezTo>
                  <a:cubicBezTo>
                    <a:pt x="522" y="1193"/>
                    <a:pt x="473" y="1112"/>
                    <a:pt x="421" y="1027"/>
                  </a:cubicBezTo>
                  <a:cubicBezTo>
                    <a:pt x="336" y="874"/>
                    <a:pt x="235" y="708"/>
                    <a:pt x="134" y="554"/>
                  </a:cubicBezTo>
                  <a:cubicBezTo>
                    <a:pt x="49" y="453"/>
                    <a:pt x="33" y="369"/>
                    <a:pt x="49" y="235"/>
                  </a:cubicBezTo>
                  <a:lnTo>
                    <a:pt x="49" y="17"/>
                  </a:ln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0">
              <a:extLst>
                <a:ext uri="{FF2B5EF4-FFF2-40B4-BE49-F238E27FC236}">
                  <a16:creationId xmlns:a16="http://schemas.microsoft.com/office/drawing/2014/main" id="{2B937477-407E-FE82-B856-04FD532B70B2}"/>
                </a:ext>
              </a:extLst>
            </p:cNvPr>
            <p:cNvSpPr/>
            <p:nvPr/>
          </p:nvSpPr>
          <p:spPr>
            <a:xfrm>
              <a:off x="1132234" y="3690317"/>
              <a:ext cx="5364" cy="44100"/>
            </a:xfrm>
            <a:custGeom>
              <a:avLst/>
              <a:gdLst/>
              <a:ahLst/>
              <a:cxnLst/>
              <a:rect l="l" t="t" r="r" b="b"/>
              <a:pathLst>
                <a:path w="54" h="444" extrusionOk="0">
                  <a:moveTo>
                    <a:pt x="12" y="0"/>
                  </a:moveTo>
                  <a:cubicBezTo>
                    <a:pt x="10" y="0"/>
                    <a:pt x="6" y="2"/>
                    <a:pt x="1" y="7"/>
                  </a:cubicBezTo>
                  <a:cubicBezTo>
                    <a:pt x="17" y="108"/>
                    <a:pt x="17" y="193"/>
                    <a:pt x="17" y="278"/>
                  </a:cubicBezTo>
                  <a:lnTo>
                    <a:pt x="17" y="427"/>
                  </a:lnTo>
                  <a:lnTo>
                    <a:pt x="17" y="444"/>
                  </a:lnTo>
                  <a:cubicBezTo>
                    <a:pt x="37" y="444"/>
                    <a:pt x="37" y="444"/>
                    <a:pt x="37" y="427"/>
                  </a:cubicBezTo>
                  <a:lnTo>
                    <a:pt x="37" y="278"/>
                  </a:lnTo>
                  <a:cubicBezTo>
                    <a:pt x="37" y="193"/>
                    <a:pt x="53" y="108"/>
                    <a:pt x="17" y="7"/>
                  </a:cubicBezTo>
                  <a:cubicBezTo>
                    <a:pt x="17" y="7"/>
                    <a:pt x="17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0">
              <a:extLst>
                <a:ext uri="{FF2B5EF4-FFF2-40B4-BE49-F238E27FC236}">
                  <a16:creationId xmlns:a16="http://schemas.microsoft.com/office/drawing/2014/main" id="{0376728C-0F97-79F2-74C0-6937B57236C2}"/>
                </a:ext>
              </a:extLst>
            </p:cNvPr>
            <p:cNvSpPr/>
            <p:nvPr/>
          </p:nvSpPr>
          <p:spPr>
            <a:xfrm>
              <a:off x="852932" y="2094462"/>
              <a:ext cx="361245" cy="284169"/>
            </a:xfrm>
            <a:custGeom>
              <a:avLst/>
              <a:gdLst/>
              <a:ahLst/>
              <a:cxnLst/>
              <a:rect l="l" t="t" r="r" b="b"/>
              <a:pathLst>
                <a:path w="3637" h="2861" extrusionOk="0">
                  <a:moveTo>
                    <a:pt x="3572" y="0"/>
                  </a:moveTo>
                  <a:lnTo>
                    <a:pt x="3572" y="17"/>
                  </a:lnTo>
                  <a:cubicBezTo>
                    <a:pt x="3604" y="85"/>
                    <a:pt x="3604" y="150"/>
                    <a:pt x="3588" y="235"/>
                  </a:cubicBezTo>
                  <a:lnTo>
                    <a:pt x="3588" y="352"/>
                  </a:lnTo>
                  <a:cubicBezTo>
                    <a:pt x="3604" y="538"/>
                    <a:pt x="3604" y="724"/>
                    <a:pt x="3604" y="893"/>
                  </a:cubicBezTo>
                  <a:cubicBezTo>
                    <a:pt x="3588" y="942"/>
                    <a:pt x="3588" y="994"/>
                    <a:pt x="3588" y="1043"/>
                  </a:cubicBezTo>
                  <a:cubicBezTo>
                    <a:pt x="3588" y="1111"/>
                    <a:pt x="3556" y="1144"/>
                    <a:pt x="3487" y="1160"/>
                  </a:cubicBezTo>
                  <a:cubicBezTo>
                    <a:pt x="3233" y="1281"/>
                    <a:pt x="2998" y="1398"/>
                    <a:pt x="2764" y="1515"/>
                  </a:cubicBezTo>
                  <a:cubicBezTo>
                    <a:pt x="2679" y="1548"/>
                    <a:pt x="2578" y="1600"/>
                    <a:pt x="2493" y="1633"/>
                  </a:cubicBezTo>
                  <a:cubicBezTo>
                    <a:pt x="2376" y="1701"/>
                    <a:pt x="2259" y="1750"/>
                    <a:pt x="2158" y="1802"/>
                  </a:cubicBezTo>
                  <a:cubicBezTo>
                    <a:pt x="1855" y="1952"/>
                    <a:pt x="1552" y="2089"/>
                    <a:pt x="1249" y="2238"/>
                  </a:cubicBezTo>
                  <a:cubicBezTo>
                    <a:pt x="1063" y="2323"/>
                    <a:pt x="878" y="2408"/>
                    <a:pt x="692" y="2493"/>
                  </a:cubicBezTo>
                  <a:cubicBezTo>
                    <a:pt x="542" y="2558"/>
                    <a:pt x="373" y="2642"/>
                    <a:pt x="223" y="2711"/>
                  </a:cubicBezTo>
                  <a:cubicBezTo>
                    <a:pt x="171" y="2727"/>
                    <a:pt x="122" y="2760"/>
                    <a:pt x="70" y="2796"/>
                  </a:cubicBezTo>
                  <a:cubicBezTo>
                    <a:pt x="54" y="2796"/>
                    <a:pt x="37" y="2812"/>
                    <a:pt x="1" y="2828"/>
                  </a:cubicBezTo>
                  <a:lnTo>
                    <a:pt x="1" y="2844"/>
                  </a:lnTo>
                  <a:lnTo>
                    <a:pt x="21" y="2861"/>
                  </a:lnTo>
                  <a:lnTo>
                    <a:pt x="21" y="2844"/>
                  </a:lnTo>
                  <a:cubicBezTo>
                    <a:pt x="37" y="2844"/>
                    <a:pt x="70" y="2828"/>
                    <a:pt x="86" y="2812"/>
                  </a:cubicBezTo>
                  <a:cubicBezTo>
                    <a:pt x="138" y="2776"/>
                    <a:pt x="187" y="2760"/>
                    <a:pt x="239" y="2727"/>
                  </a:cubicBezTo>
                  <a:cubicBezTo>
                    <a:pt x="389" y="2659"/>
                    <a:pt x="542" y="2594"/>
                    <a:pt x="708" y="2509"/>
                  </a:cubicBezTo>
                  <a:cubicBezTo>
                    <a:pt x="894" y="2424"/>
                    <a:pt x="1080" y="2339"/>
                    <a:pt x="1265" y="2255"/>
                  </a:cubicBezTo>
                  <a:cubicBezTo>
                    <a:pt x="1568" y="2121"/>
                    <a:pt x="1871" y="1968"/>
                    <a:pt x="2158" y="1835"/>
                  </a:cubicBezTo>
                  <a:cubicBezTo>
                    <a:pt x="2275" y="1766"/>
                    <a:pt x="2392" y="1717"/>
                    <a:pt x="2510" y="1665"/>
                  </a:cubicBezTo>
                  <a:cubicBezTo>
                    <a:pt x="2594" y="1616"/>
                    <a:pt x="2695" y="1584"/>
                    <a:pt x="2780" y="1532"/>
                  </a:cubicBezTo>
                  <a:cubicBezTo>
                    <a:pt x="3015" y="1414"/>
                    <a:pt x="3253" y="1297"/>
                    <a:pt x="3487" y="1196"/>
                  </a:cubicBezTo>
                  <a:cubicBezTo>
                    <a:pt x="3556" y="1160"/>
                    <a:pt x="3621" y="1128"/>
                    <a:pt x="3621" y="1043"/>
                  </a:cubicBezTo>
                  <a:lnTo>
                    <a:pt x="3621" y="893"/>
                  </a:lnTo>
                  <a:cubicBezTo>
                    <a:pt x="3621" y="724"/>
                    <a:pt x="3637" y="538"/>
                    <a:pt x="3621" y="352"/>
                  </a:cubicBezTo>
                  <a:cubicBezTo>
                    <a:pt x="3604" y="320"/>
                    <a:pt x="3621" y="271"/>
                    <a:pt x="3621" y="235"/>
                  </a:cubicBezTo>
                  <a:cubicBezTo>
                    <a:pt x="3621" y="170"/>
                    <a:pt x="3637" y="85"/>
                    <a:pt x="3588" y="17"/>
                  </a:cubicBezTo>
                  <a:cubicBezTo>
                    <a:pt x="3588" y="0"/>
                    <a:pt x="3588" y="0"/>
                    <a:pt x="3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0">
              <a:extLst>
                <a:ext uri="{FF2B5EF4-FFF2-40B4-BE49-F238E27FC236}">
                  <a16:creationId xmlns:a16="http://schemas.microsoft.com/office/drawing/2014/main" id="{D78A9E9D-C02F-E2A7-6A29-73BE3592BEC4}"/>
                </a:ext>
              </a:extLst>
            </p:cNvPr>
            <p:cNvSpPr/>
            <p:nvPr/>
          </p:nvSpPr>
          <p:spPr>
            <a:xfrm>
              <a:off x="2096779" y="2998816"/>
              <a:ext cx="3774" cy="40227"/>
            </a:xfrm>
            <a:custGeom>
              <a:avLst/>
              <a:gdLst/>
              <a:ahLst/>
              <a:cxnLst/>
              <a:rect l="l" t="t" r="r" b="b"/>
              <a:pathLst>
                <a:path w="38" h="405" extrusionOk="0">
                  <a:moveTo>
                    <a:pt x="37" y="1"/>
                  </a:moveTo>
                  <a:cubicBezTo>
                    <a:pt x="21" y="1"/>
                    <a:pt x="21" y="1"/>
                    <a:pt x="21" y="17"/>
                  </a:cubicBezTo>
                  <a:cubicBezTo>
                    <a:pt x="1" y="102"/>
                    <a:pt x="1" y="171"/>
                    <a:pt x="1" y="255"/>
                  </a:cubicBezTo>
                  <a:lnTo>
                    <a:pt x="1" y="389"/>
                  </a:lnTo>
                  <a:cubicBezTo>
                    <a:pt x="1" y="405"/>
                    <a:pt x="1" y="405"/>
                    <a:pt x="21" y="405"/>
                  </a:cubicBezTo>
                  <a:cubicBezTo>
                    <a:pt x="21" y="405"/>
                    <a:pt x="37" y="405"/>
                    <a:pt x="37" y="389"/>
                  </a:cubicBezTo>
                  <a:lnTo>
                    <a:pt x="37" y="255"/>
                  </a:lnTo>
                  <a:cubicBezTo>
                    <a:pt x="21" y="187"/>
                    <a:pt x="21" y="102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0">
              <a:extLst>
                <a:ext uri="{FF2B5EF4-FFF2-40B4-BE49-F238E27FC236}">
                  <a16:creationId xmlns:a16="http://schemas.microsoft.com/office/drawing/2014/main" id="{153A289F-BB2E-696D-A4FC-06DB017C4D36}"/>
                </a:ext>
              </a:extLst>
            </p:cNvPr>
            <p:cNvSpPr/>
            <p:nvPr/>
          </p:nvSpPr>
          <p:spPr>
            <a:xfrm>
              <a:off x="978578" y="3227959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lnTo>
                    <a:pt x="0" y="17"/>
                  </a:lnTo>
                  <a:cubicBezTo>
                    <a:pt x="17" y="170"/>
                    <a:pt x="17" y="320"/>
                    <a:pt x="17" y="473"/>
                  </a:cubicBezTo>
                  <a:lnTo>
                    <a:pt x="17" y="740"/>
                  </a:lnTo>
                  <a:lnTo>
                    <a:pt x="17" y="776"/>
                  </a:lnTo>
                  <a:cubicBezTo>
                    <a:pt x="17" y="809"/>
                    <a:pt x="17" y="857"/>
                    <a:pt x="33" y="893"/>
                  </a:cubicBezTo>
                  <a:lnTo>
                    <a:pt x="49" y="893"/>
                  </a:lnTo>
                  <a:cubicBezTo>
                    <a:pt x="49" y="893"/>
                    <a:pt x="69" y="893"/>
                    <a:pt x="49" y="877"/>
                  </a:cubicBezTo>
                  <a:lnTo>
                    <a:pt x="49" y="776"/>
                  </a:lnTo>
                  <a:lnTo>
                    <a:pt x="49" y="740"/>
                  </a:lnTo>
                  <a:lnTo>
                    <a:pt x="49" y="473"/>
                  </a:lnTo>
                  <a:cubicBezTo>
                    <a:pt x="49" y="320"/>
                    <a:pt x="49" y="170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0">
              <a:extLst>
                <a:ext uri="{FF2B5EF4-FFF2-40B4-BE49-F238E27FC236}">
                  <a16:creationId xmlns:a16="http://schemas.microsoft.com/office/drawing/2014/main" id="{396EC96F-AAF1-B254-6E66-C2BCF629D42B}"/>
                </a:ext>
              </a:extLst>
            </p:cNvPr>
            <p:cNvSpPr/>
            <p:nvPr/>
          </p:nvSpPr>
          <p:spPr>
            <a:xfrm>
              <a:off x="2080390" y="3211074"/>
              <a:ext cx="105185" cy="244538"/>
            </a:xfrm>
            <a:custGeom>
              <a:avLst/>
              <a:gdLst/>
              <a:ahLst/>
              <a:cxnLst/>
              <a:rect l="l" t="t" r="r" b="b"/>
              <a:pathLst>
                <a:path w="1059" h="2462" extrusionOk="0">
                  <a:moveTo>
                    <a:pt x="65" y="1"/>
                  </a:moveTo>
                  <a:cubicBezTo>
                    <a:pt x="0" y="171"/>
                    <a:pt x="33" y="272"/>
                    <a:pt x="134" y="373"/>
                  </a:cubicBezTo>
                  <a:cubicBezTo>
                    <a:pt x="251" y="542"/>
                    <a:pt x="388" y="692"/>
                    <a:pt x="505" y="845"/>
                  </a:cubicBezTo>
                  <a:cubicBezTo>
                    <a:pt x="606" y="979"/>
                    <a:pt x="707" y="1112"/>
                    <a:pt x="808" y="1249"/>
                  </a:cubicBezTo>
                  <a:cubicBezTo>
                    <a:pt x="824" y="1265"/>
                    <a:pt x="824" y="1265"/>
                    <a:pt x="841" y="1281"/>
                  </a:cubicBezTo>
                  <a:cubicBezTo>
                    <a:pt x="873" y="1330"/>
                    <a:pt x="925" y="1399"/>
                    <a:pt x="974" y="1431"/>
                  </a:cubicBezTo>
                  <a:cubicBezTo>
                    <a:pt x="1026" y="1467"/>
                    <a:pt x="1043" y="1516"/>
                    <a:pt x="1026" y="1601"/>
                  </a:cubicBezTo>
                  <a:lnTo>
                    <a:pt x="1026" y="1770"/>
                  </a:lnTo>
                  <a:cubicBezTo>
                    <a:pt x="1026" y="1855"/>
                    <a:pt x="1026" y="1936"/>
                    <a:pt x="1010" y="2021"/>
                  </a:cubicBezTo>
                  <a:cubicBezTo>
                    <a:pt x="1010" y="2073"/>
                    <a:pt x="1010" y="2122"/>
                    <a:pt x="1026" y="2190"/>
                  </a:cubicBezTo>
                  <a:lnTo>
                    <a:pt x="1026" y="2291"/>
                  </a:lnTo>
                  <a:cubicBezTo>
                    <a:pt x="1026" y="2340"/>
                    <a:pt x="1026" y="2392"/>
                    <a:pt x="1010" y="2441"/>
                  </a:cubicBezTo>
                  <a:lnTo>
                    <a:pt x="1010" y="2461"/>
                  </a:lnTo>
                  <a:lnTo>
                    <a:pt x="1026" y="2461"/>
                  </a:lnTo>
                  <a:cubicBezTo>
                    <a:pt x="1059" y="2409"/>
                    <a:pt x="1059" y="2360"/>
                    <a:pt x="1059" y="2291"/>
                  </a:cubicBezTo>
                  <a:cubicBezTo>
                    <a:pt x="1059" y="2259"/>
                    <a:pt x="1059" y="2223"/>
                    <a:pt x="1043" y="2190"/>
                  </a:cubicBezTo>
                  <a:cubicBezTo>
                    <a:pt x="1043" y="2122"/>
                    <a:pt x="1026" y="2073"/>
                    <a:pt x="1043" y="2021"/>
                  </a:cubicBezTo>
                  <a:cubicBezTo>
                    <a:pt x="1059" y="1936"/>
                    <a:pt x="1059" y="1855"/>
                    <a:pt x="1059" y="1770"/>
                  </a:cubicBezTo>
                  <a:lnTo>
                    <a:pt x="1059" y="1601"/>
                  </a:lnTo>
                  <a:cubicBezTo>
                    <a:pt x="1059" y="1500"/>
                    <a:pt x="1043" y="1451"/>
                    <a:pt x="994" y="1415"/>
                  </a:cubicBezTo>
                  <a:cubicBezTo>
                    <a:pt x="942" y="1366"/>
                    <a:pt x="893" y="1314"/>
                    <a:pt x="857" y="1265"/>
                  </a:cubicBezTo>
                  <a:lnTo>
                    <a:pt x="824" y="1229"/>
                  </a:lnTo>
                  <a:cubicBezTo>
                    <a:pt x="723" y="1096"/>
                    <a:pt x="622" y="962"/>
                    <a:pt x="521" y="845"/>
                  </a:cubicBezTo>
                  <a:cubicBezTo>
                    <a:pt x="404" y="676"/>
                    <a:pt x="267" y="522"/>
                    <a:pt x="150" y="356"/>
                  </a:cubicBezTo>
                  <a:cubicBezTo>
                    <a:pt x="49" y="239"/>
                    <a:pt x="33" y="154"/>
                    <a:pt x="101" y="17"/>
                  </a:cubicBezTo>
                  <a:cubicBezTo>
                    <a:pt x="101" y="17"/>
                    <a:pt x="101" y="1"/>
                    <a:pt x="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0">
              <a:extLst>
                <a:ext uri="{FF2B5EF4-FFF2-40B4-BE49-F238E27FC236}">
                  <a16:creationId xmlns:a16="http://schemas.microsoft.com/office/drawing/2014/main" id="{978BED6A-E8A8-AEEF-2A0D-C974E424D580}"/>
                </a:ext>
              </a:extLst>
            </p:cNvPr>
            <p:cNvSpPr/>
            <p:nvPr/>
          </p:nvSpPr>
          <p:spPr>
            <a:xfrm>
              <a:off x="1734143" y="3697071"/>
              <a:ext cx="48570" cy="37346"/>
            </a:xfrm>
            <a:custGeom>
              <a:avLst/>
              <a:gdLst/>
              <a:ahLst/>
              <a:cxnLst/>
              <a:rect l="l" t="t" r="r" b="b"/>
              <a:pathLst>
                <a:path w="489" h="376" extrusionOk="0">
                  <a:moveTo>
                    <a:pt x="22" y="1"/>
                  </a:moveTo>
                  <a:cubicBezTo>
                    <a:pt x="19" y="1"/>
                    <a:pt x="16" y="3"/>
                    <a:pt x="16" y="8"/>
                  </a:cubicBezTo>
                  <a:cubicBezTo>
                    <a:pt x="0" y="8"/>
                    <a:pt x="0" y="8"/>
                    <a:pt x="0" y="24"/>
                  </a:cubicBezTo>
                  <a:cubicBezTo>
                    <a:pt x="53" y="93"/>
                    <a:pt x="117" y="141"/>
                    <a:pt x="186" y="194"/>
                  </a:cubicBezTo>
                  <a:cubicBezTo>
                    <a:pt x="218" y="226"/>
                    <a:pt x="255" y="242"/>
                    <a:pt x="287" y="275"/>
                  </a:cubicBezTo>
                  <a:cubicBezTo>
                    <a:pt x="303" y="295"/>
                    <a:pt x="303" y="295"/>
                    <a:pt x="319" y="311"/>
                  </a:cubicBezTo>
                  <a:cubicBezTo>
                    <a:pt x="356" y="343"/>
                    <a:pt x="388" y="376"/>
                    <a:pt x="440" y="376"/>
                  </a:cubicBezTo>
                  <a:lnTo>
                    <a:pt x="489" y="376"/>
                  </a:lnTo>
                  <a:lnTo>
                    <a:pt x="489" y="359"/>
                  </a:lnTo>
                  <a:cubicBezTo>
                    <a:pt x="489" y="359"/>
                    <a:pt x="489" y="343"/>
                    <a:pt x="473" y="343"/>
                  </a:cubicBezTo>
                  <a:cubicBezTo>
                    <a:pt x="457" y="351"/>
                    <a:pt x="443" y="354"/>
                    <a:pt x="430" y="354"/>
                  </a:cubicBezTo>
                  <a:cubicBezTo>
                    <a:pt x="389" y="354"/>
                    <a:pt x="364" y="320"/>
                    <a:pt x="339" y="295"/>
                  </a:cubicBezTo>
                  <a:cubicBezTo>
                    <a:pt x="339" y="275"/>
                    <a:pt x="319" y="275"/>
                    <a:pt x="303" y="258"/>
                  </a:cubicBezTo>
                  <a:cubicBezTo>
                    <a:pt x="271" y="226"/>
                    <a:pt x="238" y="194"/>
                    <a:pt x="202" y="174"/>
                  </a:cubicBezTo>
                  <a:cubicBezTo>
                    <a:pt x="137" y="125"/>
                    <a:pt x="69" y="73"/>
                    <a:pt x="36" y="8"/>
                  </a:cubicBezTo>
                  <a:cubicBezTo>
                    <a:pt x="36" y="8"/>
                    <a:pt x="27" y="1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0">
              <a:extLst>
                <a:ext uri="{FF2B5EF4-FFF2-40B4-BE49-F238E27FC236}">
                  <a16:creationId xmlns:a16="http://schemas.microsoft.com/office/drawing/2014/main" id="{7AECE990-022D-1D82-68D0-2E7AAEF55097}"/>
                </a:ext>
              </a:extLst>
            </p:cNvPr>
            <p:cNvSpPr/>
            <p:nvPr/>
          </p:nvSpPr>
          <p:spPr>
            <a:xfrm>
              <a:off x="478576" y="2559105"/>
              <a:ext cx="157430" cy="75487"/>
            </a:xfrm>
            <a:custGeom>
              <a:avLst/>
              <a:gdLst/>
              <a:ahLst/>
              <a:cxnLst/>
              <a:rect l="l" t="t" r="r" b="b"/>
              <a:pathLst>
                <a:path w="1585" h="760" extrusionOk="0">
                  <a:moveTo>
                    <a:pt x="1568" y="0"/>
                  </a:moveTo>
                  <a:cubicBezTo>
                    <a:pt x="1500" y="17"/>
                    <a:pt x="1431" y="53"/>
                    <a:pt x="1366" y="85"/>
                  </a:cubicBezTo>
                  <a:cubicBezTo>
                    <a:pt x="1346" y="85"/>
                    <a:pt x="1330" y="101"/>
                    <a:pt x="1298" y="101"/>
                  </a:cubicBezTo>
                  <a:cubicBezTo>
                    <a:pt x="1144" y="186"/>
                    <a:pt x="979" y="271"/>
                    <a:pt x="809" y="340"/>
                  </a:cubicBezTo>
                  <a:cubicBezTo>
                    <a:pt x="538" y="457"/>
                    <a:pt x="272" y="590"/>
                    <a:pt x="1" y="724"/>
                  </a:cubicBezTo>
                  <a:lnTo>
                    <a:pt x="1" y="744"/>
                  </a:lnTo>
                  <a:lnTo>
                    <a:pt x="17" y="760"/>
                  </a:lnTo>
                  <a:cubicBezTo>
                    <a:pt x="288" y="606"/>
                    <a:pt x="558" y="489"/>
                    <a:pt x="825" y="372"/>
                  </a:cubicBezTo>
                  <a:cubicBezTo>
                    <a:pt x="979" y="287"/>
                    <a:pt x="1144" y="219"/>
                    <a:pt x="1314" y="138"/>
                  </a:cubicBezTo>
                  <a:cubicBezTo>
                    <a:pt x="1330" y="118"/>
                    <a:pt x="1366" y="118"/>
                    <a:pt x="1383" y="101"/>
                  </a:cubicBezTo>
                  <a:cubicBezTo>
                    <a:pt x="1447" y="69"/>
                    <a:pt x="1500" y="37"/>
                    <a:pt x="1568" y="17"/>
                  </a:cubicBezTo>
                  <a:lnTo>
                    <a:pt x="1585" y="17"/>
                  </a:lnTo>
                  <a:cubicBezTo>
                    <a:pt x="1585" y="0"/>
                    <a:pt x="1568" y="0"/>
                    <a:pt x="1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0">
              <a:extLst>
                <a:ext uri="{FF2B5EF4-FFF2-40B4-BE49-F238E27FC236}">
                  <a16:creationId xmlns:a16="http://schemas.microsoft.com/office/drawing/2014/main" id="{15923B69-C688-3F9B-95EF-BD6A5F5DC36E}"/>
                </a:ext>
              </a:extLst>
            </p:cNvPr>
            <p:cNvSpPr/>
            <p:nvPr/>
          </p:nvSpPr>
          <p:spPr>
            <a:xfrm>
              <a:off x="851343" y="2288245"/>
              <a:ext cx="361245" cy="257748"/>
            </a:xfrm>
            <a:custGeom>
              <a:avLst/>
              <a:gdLst/>
              <a:ahLst/>
              <a:cxnLst/>
              <a:rect l="l" t="t" r="r" b="b"/>
              <a:pathLst>
                <a:path w="3637" h="2595" extrusionOk="0">
                  <a:moveTo>
                    <a:pt x="3604" y="1"/>
                  </a:moveTo>
                  <a:cubicBezTo>
                    <a:pt x="3588" y="1"/>
                    <a:pt x="3588" y="1"/>
                    <a:pt x="3588" y="17"/>
                  </a:cubicBezTo>
                  <a:cubicBezTo>
                    <a:pt x="3604" y="186"/>
                    <a:pt x="3604" y="356"/>
                    <a:pt x="3604" y="522"/>
                  </a:cubicBezTo>
                  <a:cubicBezTo>
                    <a:pt x="3604" y="623"/>
                    <a:pt x="3588" y="724"/>
                    <a:pt x="3604" y="845"/>
                  </a:cubicBezTo>
                  <a:cubicBezTo>
                    <a:pt x="3604" y="893"/>
                    <a:pt x="3552" y="910"/>
                    <a:pt x="3519" y="926"/>
                  </a:cubicBezTo>
                  <a:lnTo>
                    <a:pt x="3503" y="946"/>
                  </a:lnTo>
                  <a:lnTo>
                    <a:pt x="3386" y="994"/>
                  </a:lnTo>
                  <a:cubicBezTo>
                    <a:pt x="3200" y="1079"/>
                    <a:pt x="3014" y="1180"/>
                    <a:pt x="2812" y="1265"/>
                  </a:cubicBezTo>
                  <a:cubicBezTo>
                    <a:pt x="2679" y="1330"/>
                    <a:pt x="2542" y="1398"/>
                    <a:pt x="2408" y="1451"/>
                  </a:cubicBezTo>
                  <a:cubicBezTo>
                    <a:pt x="2275" y="1516"/>
                    <a:pt x="2158" y="1568"/>
                    <a:pt x="2037" y="1617"/>
                  </a:cubicBezTo>
                  <a:cubicBezTo>
                    <a:pt x="1584" y="1835"/>
                    <a:pt x="1112" y="2037"/>
                    <a:pt x="659" y="2259"/>
                  </a:cubicBezTo>
                  <a:cubicBezTo>
                    <a:pt x="522" y="2323"/>
                    <a:pt x="389" y="2376"/>
                    <a:pt x="255" y="2441"/>
                  </a:cubicBezTo>
                  <a:cubicBezTo>
                    <a:pt x="203" y="2477"/>
                    <a:pt x="138" y="2493"/>
                    <a:pt x="86" y="2525"/>
                  </a:cubicBezTo>
                  <a:cubicBezTo>
                    <a:pt x="70" y="2542"/>
                    <a:pt x="37" y="2562"/>
                    <a:pt x="17" y="2562"/>
                  </a:cubicBezTo>
                  <a:lnTo>
                    <a:pt x="1" y="2578"/>
                  </a:lnTo>
                  <a:lnTo>
                    <a:pt x="17" y="2594"/>
                  </a:lnTo>
                  <a:cubicBezTo>
                    <a:pt x="53" y="2578"/>
                    <a:pt x="70" y="2562"/>
                    <a:pt x="102" y="2542"/>
                  </a:cubicBezTo>
                  <a:cubicBezTo>
                    <a:pt x="154" y="2525"/>
                    <a:pt x="203" y="2493"/>
                    <a:pt x="271" y="2477"/>
                  </a:cubicBezTo>
                  <a:cubicBezTo>
                    <a:pt x="405" y="2408"/>
                    <a:pt x="542" y="2340"/>
                    <a:pt x="675" y="2275"/>
                  </a:cubicBezTo>
                  <a:cubicBezTo>
                    <a:pt x="1128" y="2073"/>
                    <a:pt x="1584" y="1855"/>
                    <a:pt x="2057" y="1653"/>
                  </a:cubicBezTo>
                  <a:cubicBezTo>
                    <a:pt x="2174" y="1584"/>
                    <a:pt x="2291" y="1532"/>
                    <a:pt x="2408" y="1483"/>
                  </a:cubicBezTo>
                  <a:cubicBezTo>
                    <a:pt x="2542" y="1415"/>
                    <a:pt x="2695" y="1350"/>
                    <a:pt x="2829" y="1281"/>
                  </a:cubicBezTo>
                  <a:cubicBezTo>
                    <a:pt x="3014" y="1196"/>
                    <a:pt x="3216" y="1112"/>
                    <a:pt x="3402" y="1011"/>
                  </a:cubicBezTo>
                  <a:lnTo>
                    <a:pt x="3519" y="962"/>
                  </a:lnTo>
                  <a:cubicBezTo>
                    <a:pt x="3572" y="946"/>
                    <a:pt x="3620" y="910"/>
                    <a:pt x="3620" y="825"/>
                  </a:cubicBezTo>
                  <a:lnTo>
                    <a:pt x="3620" y="522"/>
                  </a:lnTo>
                  <a:cubicBezTo>
                    <a:pt x="3620" y="356"/>
                    <a:pt x="3637" y="186"/>
                    <a:pt x="3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0">
              <a:extLst>
                <a:ext uri="{FF2B5EF4-FFF2-40B4-BE49-F238E27FC236}">
                  <a16:creationId xmlns:a16="http://schemas.microsoft.com/office/drawing/2014/main" id="{418BC4AA-BA2C-D414-494F-9F49E2585921}"/>
                </a:ext>
              </a:extLst>
            </p:cNvPr>
            <p:cNvSpPr/>
            <p:nvPr/>
          </p:nvSpPr>
          <p:spPr>
            <a:xfrm>
              <a:off x="1033505" y="2871680"/>
              <a:ext cx="6953" cy="95551"/>
            </a:xfrm>
            <a:custGeom>
              <a:avLst/>
              <a:gdLst/>
              <a:ahLst/>
              <a:cxnLst/>
              <a:rect l="l" t="t" r="r" b="b"/>
              <a:pathLst>
                <a:path w="70" h="962" extrusionOk="0">
                  <a:moveTo>
                    <a:pt x="21" y="0"/>
                  </a:moveTo>
                  <a:cubicBezTo>
                    <a:pt x="1" y="0"/>
                    <a:pt x="1" y="21"/>
                    <a:pt x="1" y="21"/>
                  </a:cubicBezTo>
                  <a:cubicBezTo>
                    <a:pt x="37" y="101"/>
                    <a:pt x="37" y="186"/>
                    <a:pt x="37" y="271"/>
                  </a:cubicBezTo>
                  <a:lnTo>
                    <a:pt x="37" y="340"/>
                  </a:lnTo>
                  <a:lnTo>
                    <a:pt x="37" y="760"/>
                  </a:lnTo>
                  <a:lnTo>
                    <a:pt x="37" y="946"/>
                  </a:lnTo>
                  <a:cubicBezTo>
                    <a:pt x="37" y="962"/>
                    <a:pt x="37" y="962"/>
                    <a:pt x="53" y="962"/>
                  </a:cubicBezTo>
                  <a:lnTo>
                    <a:pt x="53" y="946"/>
                  </a:lnTo>
                  <a:lnTo>
                    <a:pt x="53" y="760"/>
                  </a:lnTo>
                  <a:lnTo>
                    <a:pt x="53" y="340"/>
                  </a:lnTo>
                  <a:lnTo>
                    <a:pt x="53" y="271"/>
                  </a:lnTo>
                  <a:cubicBezTo>
                    <a:pt x="70" y="186"/>
                    <a:pt x="70" y="85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0">
              <a:extLst>
                <a:ext uri="{FF2B5EF4-FFF2-40B4-BE49-F238E27FC236}">
                  <a16:creationId xmlns:a16="http://schemas.microsoft.com/office/drawing/2014/main" id="{A63045D5-AA55-0CC1-7268-8F1EA2A66438}"/>
                </a:ext>
              </a:extLst>
            </p:cNvPr>
            <p:cNvSpPr/>
            <p:nvPr/>
          </p:nvSpPr>
          <p:spPr>
            <a:xfrm>
              <a:off x="746257" y="3159326"/>
              <a:ext cx="6555" cy="81943"/>
            </a:xfrm>
            <a:custGeom>
              <a:avLst/>
              <a:gdLst/>
              <a:ahLst/>
              <a:cxnLst/>
              <a:rect l="l" t="t" r="r" b="b"/>
              <a:pathLst>
                <a:path w="66" h="825" extrusionOk="0">
                  <a:moveTo>
                    <a:pt x="49" y="1"/>
                  </a:moveTo>
                  <a:cubicBezTo>
                    <a:pt x="33" y="1"/>
                    <a:pt x="33" y="17"/>
                    <a:pt x="33" y="17"/>
                  </a:cubicBezTo>
                  <a:cubicBezTo>
                    <a:pt x="33" y="69"/>
                    <a:pt x="33" y="118"/>
                    <a:pt x="17" y="170"/>
                  </a:cubicBezTo>
                  <a:cubicBezTo>
                    <a:pt x="17" y="389"/>
                    <a:pt x="0" y="607"/>
                    <a:pt x="17" y="825"/>
                  </a:cubicBezTo>
                  <a:lnTo>
                    <a:pt x="49" y="825"/>
                  </a:lnTo>
                  <a:cubicBezTo>
                    <a:pt x="17" y="607"/>
                    <a:pt x="33" y="389"/>
                    <a:pt x="49" y="170"/>
                  </a:cubicBezTo>
                  <a:cubicBezTo>
                    <a:pt x="49" y="118"/>
                    <a:pt x="49" y="69"/>
                    <a:pt x="65" y="17"/>
                  </a:cubicBezTo>
                  <a:cubicBezTo>
                    <a:pt x="65" y="17"/>
                    <a:pt x="49" y="17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0">
              <a:extLst>
                <a:ext uri="{FF2B5EF4-FFF2-40B4-BE49-F238E27FC236}">
                  <a16:creationId xmlns:a16="http://schemas.microsoft.com/office/drawing/2014/main" id="{A42D96D7-C867-63CD-5988-8A6AF2BA5D1F}"/>
                </a:ext>
              </a:extLst>
            </p:cNvPr>
            <p:cNvSpPr/>
            <p:nvPr/>
          </p:nvSpPr>
          <p:spPr>
            <a:xfrm>
              <a:off x="2120518" y="3547388"/>
              <a:ext cx="4867" cy="41816"/>
            </a:xfrm>
            <a:custGeom>
              <a:avLst/>
              <a:gdLst/>
              <a:ahLst/>
              <a:cxnLst/>
              <a:rect l="l" t="t" r="r" b="b"/>
              <a:pathLst>
                <a:path w="49" h="421" extrusionOk="0">
                  <a:moveTo>
                    <a:pt x="16" y="0"/>
                  </a:moveTo>
                  <a:cubicBezTo>
                    <a:pt x="0" y="85"/>
                    <a:pt x="0" y="186"/>
                    <a:pt x="0" y="267"/>
                  </a:cubicBezTo>
                  <a:cubicBezTo>
                    <a:pt x="16" y="303"/>
                    <a:pt x="16" y="368"/>
                    <a:pt x="0" y="404"/>
                  </a:cubicBezTo>
                  <a:cubicBezTo>
                    <a:pt x="0" y="420"/>
                    <a:pt x="16" y="420"/>
                    <a:pt x="16" y="420"/>
                  </a:cubicBezTo>
                  <a:lnTo>
                    <a:pt x="33" y="420"/>
                  </a:lnTo>
                  <a:lnTo>
                    <a:pt x="33" y="251"/>
                  </a:lnTo>
                  <a:cubicBezTo>
                    <a:pt x="33" y="186"/>
                    <a:pt x="33" y="101"/>
                    <a:pt x="49" y="16"/>
                  </a:cubicBezTo>
                  <a:cubicBezTo>
                    <a:pt x="49" y="0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0">
              <a:extLst>
                <a:ext uri="{FF2B5EF4-FFF2-40B4-BE49-F238E27FC236}">
                  <a16:creationId xmlns:a16="http://schemas.microsoft.com/office/drawing/2014/main" id="{FB54C163-6B6E-103D-EE3A-C0DD96085C0F}"/>
                </a:ext>
              </a:extLst>
            </p:cNvPr>
            <p:cNvSpPr/>
            <p:nvPr/>
          </p:nvSpPr>
          <p:spPr>
            <a:xfrm>
              <a:off x="2153791" y="3206306"/>
              <a:ext cx="6953" cy="40227"/>
            </a:xfrm>
            <a:custGeom>
              <a:avLst/>
              <a:gdLst/>
              <a:ahLst/>
              <a:cxnLst/>
              <a:rect l="l" t="t" r="r" b="b"/>
              <a:pathLst>
                <a:path w="70" h="405" extrusionOk="0">
                  <a:moveTo>
                    <a:pt x="33" y="0"/>
                  </a:move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33" y="320"/>
                    <a:pt x="17" y="388"/>
                  </a:cubicBezTo>
                  <a:cubicBezTo>
                    <a:pt x="1" y="388"/>
                    <a:pt x="17" y="404"/>
                    <a:pt x="17" y="404"/>
                  </a:cubicBezTo>
                  <a:lnTo>
                    <a:pt x="33" y="388"/>
                  </a:lnTo>
                  <a:cubicBezTo>
                    <a:pt x="53" y="320"/>
                    <a:pt x="53" y="267"/>
                    <a:pt x="53" y="202"/>
                  </a:cubicBezTo>
                  <a:cubicBezTo>
                    <a:pt x="53" y="134"/>
                    <a:pt x="53" y="65"/>
                    <a:pt x="69" y="17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0">
              <a:extLst>
                <a:ext uri="{FF2B5EF4-FFF2-40B4-BE49-F238E27FC236}">
                  <a16:creationId xmlns:a16="http://schemas.microsoft.com/office/drawing/2014/main" id="{CE8FB0EA-46BB-D6A5-4B31-E18987E3B479}"/>
                </a:ext>
              </a:extLst>
            </p:cNvPr>
            <p:cNvSpPr/>
            <p:nvPr/>
          </p:nvSpPr>
          <p:spPr>
            <a:xfrm>
              <a:off x="1135809" y="2664588"/>
              <a:ext cx="6555" cy="86810"/>
            </a:xfrm>
            <a:custGeom>
              <a:avLst/>
              <a:gdLst/>
              <a:ahLst/>
              <a:cxnLst/>
              <a:rect l="l" t="t" r="r" b="b"/>
              <a:pathLst>
                <a:path w="66" h="874" extrusionOk="0">
                  <a:moveTo>
                    <a:pt x="1" y="1"/>
                  </a:moveTo>
                  <a:lnTo>
                    <a:pt x="1" y="187"/>
                  </a:lnTo>
                  <a:lnTo>
                    <a:pt x="1" y="692"/>
                  </a:lnTo>
                  <a:cubicBezTo>
                    <a:pt x="1" y="756"/>
                    <a:pt x="17" y="825"/>
                    <a:pt x="33" y="873"/>
                  </a:cubicBezTo>
                  <a:lnTo>
                    <a:pt x="49" y="873"/>
                  </a:lnTo>
                  <a:cubicBezTo>
                    <a:pt x="49" y="873"/>
                    <a:pt x="66" y="873"/>
                    <a:pt x="49" y="857"/>
                  </a:cubicBezTo>
                  <a:cubicBezTo>
                    <a:pt x="33" y="809"/>
                    <a:pt x="33" y="756"/>
                    <a:pt x="33" y="692"/>
                  </a:cubicBezTo>
                  <a:lnTo>
                    <a:pt x="33" y="187"/>
                  </a:ln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0">
              <a:extLst>
                <a:ext uri="{FF2B5EF4-FFF2-40B4-BE49-F238E27FC236}">
                  <a16:creationId xmlns:a16="http://schemas.microsoft.com/office/drawing/2014/main" id="{E546A83F-E3C7-7A5E-D528-5402A381211E}"/>
                </a:ext>
              </a:extLst>
            </p:cNvPr>
            <p:cNvSpPr/>
            <p:nvPr/>
          </p:nvSpPr>
          <p:spPr>
            <a:xfrm>
              <a:off x="856607" y="1720106"/>
              <a:ext cx="355981" cy="319131"/>
            </a:xfrm>
            <a:custGeom>
              <a:avLst/>
              <a:gdLst/>
              <a:ahLst/>
              <a:cxnLst/>
              <a:rect l="l" t="t" r="r" b="b"/>
              <a:pathLst>
                <a:path w="3584" h="3213" extrusionOk="0">
                  <a:moveTo>
                    <a:pt x="3535" y="0"/>
                  </a:moveTo>
                  <a:lnTo>
                    <a:pt x="3535" y="17"/>
                  </a:lnTo>
                  <a:cubicBezTo>
                    <a:pt x="3567" y="33"/>
                    <a:pt x="3551" y="65"/>
                    <a:pt x="3551" y="101"/>
                  </a:cubicBezTo>
                  <a:lnTo>
                    <a:pt x="3551" y="118"/>
                  </a:lnTo>
                  <a:lnTo>
                    <a:pt x="3551" y="437"/>
                  </a:lnTo>
                  <a:cubicBezTo>
                    <a:pt x="3551" y="687"/>
                    <a:pt x="3551" y="958"/>
                    <a:pt x="3567" y="1212"/>
                  </a:cubicBezTo>
                  <a:cubicBezTo>
                    <a:pt x="3567" y="1293"/>
                    <a:pt x="3535" y="1330"/>
                    <a:pt x="3466" y="1362"/>
                  </a:cubicBezTo>
                  <a:cubicBezTo>
                    <a:pt x="2913" y="1665"/>
                    <a:pt x="2339" y="1968"/>
                    <a:pt x="1851" y="2222"/>
                  </a:cubicBezTo>
                  <a:cubicBezTo>
                    <a:pt x="1531" y="2388"/>
                    <a:pt x="1228" y="2558"/>
                    <a:pt x="909" y="2707"/>
                  </a:cubicBezTo>
                  <a:lnTo>
                    <a:pt x="352" y="3010"/>
                  </a:lnTo>
                  <a:cubicBezTo>
                    <a:pt x="267" y="3063"/>
                    <a:pt x="202" y="3095"/>
                    <a:pt x="118" y="3131"/>
                  </a:cubicBezTo>
                  <a:lnTo>
                    <a:pt x="17" y="3196"/>
                  </a:lnTo>
                  <a:cubicBezTo>
                    <a:pt x="0" y="3196"/>
                    <a:pt x="0" y="3196"/>
                    <a:pt x="0" y="3212"/>
                  </a:cubicBezTo>
                  <a:lnTo>
                    <a:pt x="17" y="3212"/>
                  </a:lnTo>
                  <a:lnTo>
                    <a:pt x="134" y="3164"/>
                  </a:lnTo>
                  <a:cubicBezTo>
                    <a:pt x="202" y="3111"/>
                    <a:pt x="287" y="3079"/>
                    <a:pt x="368" y="3046"/>
                  </a:cubicBezTo>
                  <a:lnTo>
                    <a:pt x="925" y="2743"/>
                  </a:lnTo>
                  <a:cubicBezTo>
                    <a:pt x="1245" y="2574"/>
                    <a:pt x="1548" y="2404"/>
                    <a:pt x="1867" y="2238"/>
                  </a:cubicBezTo>
                  <a:cubicBezTo>
                    <a:pt x="2339" y="1984"/>
                    <a:pt x="2913" y="1681"/>
                    <a:pt x="3483" y="1394"/>
                  </a:cubicBezTo>
                  <a:cubicBezTo>
                    <a:pt x="3551" y="1362"/>
                    <a:pt x="3584" y="1313"/>
                    <a:pt x="3584" y="1212"/>
                  </a:cubicBezTo>
                  <a:lnTo>
                    <a:pt x="3584" y="437"/>
                  </a:lnTo>
                  <a:lnTo>
                    <a:pt x="3584" y="118"/>
                  </a:lnTo>
                  <a:lnTo>
                    <a:pt x="3584" y="101"/>
                  </a:lnTo>
                  <a:cubicBezTo>
                    <a:pt x="3584" y="65"/>
                    <a:pt x="3584" y="33"/>
                    <a:pt x="35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0">
              <a:extLst>
                <a:ext uri="{FF2B5EF4-FFF2-40B4-BE49-F238E27FC236}">
                  <a16:creationId xmlns:a16="http://schemas.microsoft.com/office/drawing/2014/main" id="{0972BDE5-0955-7F17-4D20-91906C78680C}"/>
                </a:ext>
              </a:extLst>
            </p:cNvPr>
            <p:cNvSpPr/>
            <p:nvPr/>
          </p:nvSpPr>
          <p:spPr>
            <a:xfrm>
              <a:off x="1582077" y="3425417"/>
              <a:ext cx="6853" cy="81943"/>
            </a:xfrm>
            <a:custGeom>
              <a:avLst/>
              <a:gdLst/>
              <a:ahLst/>
              <a:cxnLst/>
              <a:rect l="l" t="t" r="r" b="b"/>
              <a:pathLst>
                <a:path w="69" h="825" extrusionOk="0">
                  <a:moveTo>
                    <a:pt x="53" y="0"/>
                  </a:moveTo>
                  <a:lnTo>
                    <a:pt x="32" y="16"/>
                  </a:lnTo>
                  <a:cubicBezTo>
                    <a:pt x="16" y="150"/>
                    <a:pt x="16" y="283"/>
                    <a:pt x="16" y="404"/>
                  </a:cubicBezTo>
                  <a:cubicBezTo>
                    <a:pt x="16" y="485"/>
                    <a:pt x="32" y="570"/>
                    <a:pt x="16" y="655"/>
                  </a:cubicBezTo>
                  <a:lnTo>
                    <a:pt x="16" y="707"/>
                  </a:lnTo>
                  <a:cubicBezTo>
                    <a:pt x="32" y="739"/>
                    <a:pt x="32" y="772"/>
                    <a:pt x="16" y="788"/>
                  </a:cubicBezTo>
                  <a:cubicBezTo>
                    <a:pt x="0" y="808"/>
                    <a:pt x="16" y="808"/>
                    <a:pt x="16" y="808"/>
                  </a:cubicBezTo>
                  <a:lnTo>
                    <a:pt x="16" y="824"/>
                  </a:lnTo>
                  <a:lnTo>
                    <a:pt x="32" y="808"/>
                  </a:lnTo>
                  <a:cubicBezTo>
                    <a:pt x="53" y="772"/>
                    <a:pt x="53" y="739"/>
                    <a:pt x="53" y="707"/>
                  </a:cubicBezTo>
                  <a:lnTo>
                    <a:pt x="53" y="655"/>
                  </a:lnTo>
                  <a:lnTo>
                    <a:pt x="53" y="404"/>
                  </a:lnTo>
                  <a:cubicBezTo>
                    <a:pt x="53" y="283"/>
                    <a:pt x="53" y="150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0">
              <a:extLst>
                <a:ext uri="{FF2B5EF4-FFF2-40B4-BE49-F238E27FC236}">
                  <a16:creationId xmlns:a16="http://schemas.microsoft.com/office/drawing/2014/main" id="{B0F748B7-B908-5B70-87F6-4E1EEEF69A2B}"/>
                </a:ext>
              </a:extLst>
            </p:cNvPr>
            <p:cNvSpPr/>
            <p:nvPr/>
          </p:nvSpPr>
          <p:spPr>
            <a:xfrm>
              <a:off x="672458" y="2958689"/>
              <a:ext cx="147299" cy="152166"/>
            </a:xfrm>
            <a:custGeom>
              <a:avLst/>
              <a:gdLst/>
              <a:ahLst/>
              <a:cxnLst/>
              <a:rect l="l" t="t" r="r" b="b"/>
              <a:pathLst>
                <a:path w="1483" h="1532" extrusionOk="0">
                  <a:moveTo>
                    <a:pt x="1450" y="1"/>
                  </a:moveTo>
                  <a:lnTo>
                    <a:pt x="1434" y="17"/>
                  </a:lnTo>
                  <a:cubicBezTo>
                    <a:pt x="1467" y="203"/>
                    <a:pt x="1450" y="389"/>
                    <a:pt x="1450" y="575"/>
                  </a:cubicBezTo>
                  <a:lnTo>
                    <a:pt x="1450" y="910"/>
                  </a:lnTo>
                  <a:cubicBezTo>
                    <a:pt x="1450" y="962"/>
                    <a:pt x="1414" y="979"/>
                    <a:pt x="1366" y="995"/>
                  </a:cubicBezTo>
                  <a:lnTo>
                    <a:pt x="1349" y="995"/>
                  </a:lnTo>
                  <a:cubicBezTo>
                    <a:pt x="978" y="1144"/>
                    <a:pt x="606" y="1282"/>
                    <a:pt x="271" y="1431"/>
                  </a:cubicBezTo>
                  <a:cubicBezTo>
                    <a:pt x="255" y="1431"/>
                    <a:pt x="238" y="1447"/>
                    <a:pt x="222" y="1447"/>
                  </a:cubicBezTo>
                  <a:cubicBezTo>
                    <a:pt x="166" y="1477"/>
                    <a:pt x="110" y="1504"/>
                    <a:pt x="56" y="1504"/>
                  </a:cubicBezTo>
                  <a:cubicBezTo>
                    <a:pt x="44" y="1504"/>
                    <a:pt x="32" y="1503"/>
                    <a:pt x="20" y="1500"/>
                  </a:cubicBezTo>
                  <a:cubicBezTo>
                    <a:pt x="20" y="1500"/>
                    <a:pt x="0" y="1500"/>
                    <a:pt x="0" y="1516"/>
                  </a:cubicBezTo>
                  <a:lnTo>
                    <a:pt x="20" y="1532"/>
                  </a:lnTo>
                  <a:lnTo>
                    <a:pt x="37" y="1532"/>
                  </a:lnTo>
                  <a:cubicBezTo>
                    <a:pt x="121" y="1532"/>
                    <a:pt x="170" y="1500"/>
                    <a:pt x="238" y="1467"/>
                  </a:cubicBezTo>
                  <a:cubicBezTo>
                    <a:pt x="255" y="1467"/>
                    <a:pt x="271" y="1467"/>
                    <a:pt x="287" y="1447"/>
                  </a:cubicBezTo>
                  <a:cubicBezTo>
                    <a:pt x="626" y="1314"/>
                    <a:pt x="994" y="1164"/>
                    <a:pt x="1366" y="1027"/>
                  </a:cubicBezTo>
                  <a:lnTo>
                    <a:pt x="1382" y="1011"/>
                  </a:lnTo>
                  <a:cubicBezTo>
                    <a:pt x="1414" y="1011"/>
                    <a:pt x="1483" y="979"/>
                    <a:pt x="1483" y="910"/>
                  </a:cubicBezTo>
                  <a:lnTo>
                    <a:pt x="1483" y="575"/>
                  </a:lnTo>
                  <a:cubicBezTo>
                    <a:pt x="1483" y="389"/>
                    <a:pt x="1483" y="203"/>
                    <a:pt x="1467" y="17"/>
                  </a:cubicBezTo>
                  <a:cubicBezTo>
                    <a:pt x="1467" y="1"/>
                    <a:pt x="1467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0">
              <a:extLst>
                <a:ext uri="{FF2B5EF4-FFF2-40B4-BE49-F238E27FC236}">
                  <a16:creationId xmlns:a16="http://schemas.microsoft.com/office/drawing/2014/main" id="{92F7F285-3E50-1662-2C0D-4298F14C5E1E}"/>
                </a:ext>
              </a:extLst>
            </p:cNvPr>
            <p:cNvSpPr/>
            <p:nvPr/>
          </p:nvSpPr>
          <p:spPr>
            <a:xfrm>
              <a:off x="1740897" y="2305131"/>
              <a:ext cx="169051" cy="347935"/>
            </a:xfrm>
            <a:custGeom>
              <a:avLst/>
              <a:gdLst/>
              <a:ahLst/>
              <a:cxnLst/>
              <a:rect l="l" t="t" r="r" b="b"/>
              <a:pathLst>
                <a:path w="1702" h="3503" extrusionOk="0">
                  <a:moveTo>
                    <a:pt x="69" y="0"/>
                  </a:moveTo>
                  <a:cubicBezTo>
                    <a:pt x="49" y="0"/>
                    <a:pt x="49" y="0"/>
                    <a:pt x="49" y="16"/>
                  </a:cubicBezTo>
                  <a:cubicBezTo>
                    <a:pt x="1" y="117"/>
                    <a:pt x="17" y="218"/>
                    <a:pt x="102" y="303"/>
                  </a:cubicBezTo>
                  <a:cubicBezTo>
                    <a:pt x="187" y="404"/>
                    <a:pt x="251" y="505"/>
                    <a:pt x="320" y="622"/>
                  </a:cubicBezTo>
                  <a:cubicBezTo>
                    <a:pt x="352" y="675"/>
                    <a:pt x="389" y="723"/>
                    <a:pt x="421" y="776"/>
                  </a:cubicBezTo>
                  <a:cubicBezTo>
                    <a:pt x="639" y="1079"/>
                    <a:pt x="857" y="1398"/>
                    <a:pt x="1059" y="1717"/>
                  </a:cubicBezTo>
                  <a:cubicBezTo>
                    <a:pt x="1180" y="1887"/>
                    <a:pt x="1281" y="2052"/>
                    <a:pt x="1399" y="2222"/>
                  </a:cubicBezTo>
                  <a:cubicBezTo>
                    <a:pt x="1415" y="2254"/>
                    <a:pt x="1431" y="2291"/>
                    <a:pt x="1431" y="2307"/>
                  </a:cubicBezTo>
                  <a:lnTo>
                    <a:pt x="1431" y="2541"/>
                  </a:lnTo>
                  <a:cubicBezTo>
                    <a:pt x="1447" y="2675"/>
                    <a:pt x="1447" y="2828"/>
                    <a:pt x="1415" y="2961"/>
                  </a:cubicBezTo>
                  <a:cubicBezTo>
                    <a:pt x="1399" y="3062"/>
                    <a:pt x="1463" y="3147"/>
                    <a:pt x="1516" y="3216"/>
                  </a:cubicBezTo>
                  <a:cubicBezTo>
                    <a:pt x="1600" y="3301"/>
                    <a:pt x="1633" y="3402"/>
                    <a:pt x="1665" y="3483"/>
                  </a:cubicBezTo>
                  <a:lnTo>
                    <a:pt x="1685" y="3503"/>
                  </a:lnTo>
                  <a:lnTo>
                    <a:pt x="1701" y="3483"/>
                  </a:lnTo>
                  <a:cubicBezTo>
                    <a:pt x="1665" y="3382"/>
                    <a:pt x="1633" y="3281"/>
                    <a:pt x="1548" y="3200"/>
                  </a:cubicBezTo>
                  <a:cubicBezTo>
                    <a:pt x="1483" y="3131"/>
                    <a:pt x="1431" y="3062"/>
                    <a:pt x="1447" y="2961"/>
                  </a:cubicBezTo>
                  <a:cubicBezTo>
                    <a:pt x="1463" y="2828"/>
                    <a:pt x="1463" y="2675"/>
                    <a:pt x="1463" y="2541"/>
                  </a:cubicBezTo>
                  <a:lnTo>
                    <a:pt x="1463" y="2307"/>
                  </a:lnTo>
                  <a:cubicBezTo>
                    <a:pt x="1463" y="2271"/>
                    <a:pt x="1447" y="2238"/>
                    <a:pt x="1415" y="2206"/>
                  </a:cubicBezTo>
                  <a:cubicBezTo>
                    <a:pt x="1314" y="2036"/>
                    <a:pt x="1197" y="1867"/>
                    <a:pt x="1079" y="1701"/>
                  </a:cubicBezTo>
                  <a:cubicBezTo>
                    <a:pt x="877" y="1398"/>
                    <a:pt x="655" y="1059"/>
                    <a:pt x="437" y="756"/>
                  </a:cubicBezTo>
                  <a:cubicBezTo>
                    <a:pt x="405" y="707"/>
                    <a:pt x="372" y="655"/>
                    <a:pt x="352" y="606"/>
                  </a:cubicBezTo>
                  <a:cubicBezTo>
                    <a:pt x="288" y="489"/>
                    <a:pt x="219" y="388"/>
                    <a:pt x="118" y="287"/>
                  </a:cubicBezTo>
                  <a:cubicBezTo>
                    <a:pt x="33" y="202"/>
                    <a:pt x="17" y="117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0">
              <a:extLst>
                <a:ext uri="{FF2B5EF4-FFF2-40B4-BE49-F238E27FC236}">
                  <a16:creationId xmlns:a16="http://schemas.microsoft.com/office/drawing/2014/main" id="{AF07F69A-B159-3C48-5FDF-93269DA19ACD}"/>
                </a:ext>
              </a:extLst>
            </p:cNvPr>
            <p:cNvSpPr/>
            <p:nvPr/>
          </p:nvSpPr>
          <p:spPr>
            <a:xfrm>
              <a:off x="1087339" y="1999011"/>
              <a:ext cx="4867" cy="95551"/>
            </a:xfrm>
            <a:custGeom>
              <a:avLst/>
              <a:gdLst/>
              <a:ahLst/>
              <a:cxnLst/>
              <a:rect l="l" t="t" r="r" b="b"/>
              <a:pathLst>
                <a:path w="49" h="962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37"/>
                    <a:pt x="16" y="255"/>
                    <a:pt x="0" y="372"/>
                  </a:cubicBezTo>
                  <a:lnTo>
                    <a:pt x="0" y="590"/>
                  </a:lnTo>
                  <a:cubicBezTo>
                    <a:pt x="16" y="626"/>
                    <a:pt x="0" y="675"/>
                    <a:pt x="0" y="707"/>
                  </a:cubicBezTo>
                  <a:cubicBezTo>
                    <a:pt x="0" y="792"/>
                    <a:pt x="0" y="877"/>
                    <a:pt x="16" y="961"/>
                  </a:cubicBezTo>
                  <a:lnTo>
                    <a:pt x="32" y="961"/>
                  </a:lnTo>
                  <a:cubicBezTo>
                    <a:pt x="49" y="961"/>
                    <a:pt x="49" y="961"/>
                    <a:pt x="49" y="945"/>
                  </a:cubicBezTo>
                  <a:cubicBezTo>
                    <a:pt x="32" y="877"/>
                    <a:pt x="32" y="792"/>
                    <a:pt x="32" y="707"/>
                  </a:cubicBezTo>
                  <a:lnTo>
                    <a:pt x="32" y="590"/>
                  </a:lnTo>
                  <a:lnTo>
                    <a:pt x="32" y="372"/>
                  </a:lnTo>
                  <a:cubicBezTo>
                    <a:pt x="32" y="255"/>
                    <a:pt x="32" y="137"/>
                    <a:pt x="16" y="20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0">
              <a:extLst>
                <a:ext uri="{FF2B5EF4-FFF2-40B4-BE49-F238E27FC236}">
                  <a16:creationId xmlns:a16="http://schemas.microsoft.com/office/drawing/2014/main" id="{41CB429F-BF04-295B-8101-1F4593735641}"/>
                </a:ext>
              </a:extLst>
            </p:cNvPr>
            <p:cNvSpPr/>
            <p:nvPr/>
          </p:nvSpPr>
          <p:spPr>
            <a:xfrm>
              <a:off x="669181" y="3099135"/>
              <a:ext cx="153854" cy="175905"/>
            </a:xfrm>
            <a:custGeom>
              <a:avLst/>
              <a:gdLst/>
              <a:ahLst/>
              <a:cxnLst/>
              <a:rect l="l" t="t" r="r" b="b"/>
              <a:pathLst>
                <a:path w="1549" h="1771" extrusionOk="0">
                  <a:moveTo>
                    <a:pt x="1483" y="33"/>
                  </a:moveTo>
                  <a:cubicBezTo>
                    <a:pt x="1500" y="102"/>
                    <a:pt x="1500" y="187"/>
                    <a:pt x="1500" y="272"/>
                  </a:cubicBezTo>
                  <a:lnTo>
                    <a:pt x="1500" y="405"/>
                  </a:lnTo>
                  <a:lnTo>
                    <a:pt x="1500" y="675"/>
                  </a:lnTo>
                  <a:cubicBezTo>
                    <a:pt x="1500" y="793"/>
                    <a:pt x="1500" y="926"/>
                    <a:pt x="1516" y="1043"/>
                  </a:cubicBezTo>
                  <a:cubicBezTo>
                    <a:pt x="1532" y="1164"/>
                    <a:pt x="1500" y="1213"/>
                    <a:pt x="1382" y="1245"/>
                  </a:cubicBezTo>
                  <a:cubicBezTo>
                    <a:pt x="1265" y="1281"/>
                    <a:pt x="1144" y="1330"/>
                    <a:pt x="1027" y="1366"/>
                  </a:cubicBezTo>
                  <a:cubicBezTo>
                    <a:pt x="926" y="1415"/>
                    <a:pt x="825" y="1447"/>
                    <a:pt x="724" y="1483"/>
                  </a:cubicBezTo>
                  <a:cubicBezTo>
                    <a:pt x="639" y="1500"/>
                    <a:pt x="558" y="1532"/>
                    <a:pt x="490" y="1568"/>
                  </a:cubicBezTo>
                  <a:cubicBezTo>
                    <a:pt x="336" y="1617"/>
                    <a:pt x="203" y="1685"/>
                    <a:pt x="53" y="1718"/>
                  </a:cubicBezTo>
                  <a:cubicBezTo>
                    <a:pt x="53" y="1685"/>
                    <a:pt x="33" y="1669"/>
                    <a:pt x="33" y="1633"/>
                  </a:cubicBezTo>
                  <a:cubicBezTo>
                    <a:pt x="33" y="1617"/>
                    <a:pt x="17" y="1601"/>
                    <a:pt x="17" y="1568"/>
                  </a:cubicBezTo>
                  <a:cubicBezTo>
                    <a:pt x="33" y="1245"/>
                    <a:pt x="33" y="978"/>
                    <a:pt x="17" y="708"/>
                  </a:cubicBezTo>
                  <a:cubicBezTo>
                    <a:pt x="17" y="607"/>
                    <a:pt x="53" y="558"/>
                    <a:pt x="154" y="522"/>
                  </a:cubicBezTo>
                  <a:cubicBezTo>
                    <a:pt x="490" y="405"/>
                    <a:pt x="825" y="272"/>
                    <a:pt x="1164" y="154"/>
                  </a:cubicBezTo>
                  <a:lnTo>
                    <a:pt x="1483" y="33"/>
                  </a:lnTo>
                  <a:close/>
                  <a:moveTo>
                    <a:pt x="1483" y="1"/>
                  </a:moveTo>
                  <a:lnTo>
                    <a:pt x="1144" y="118"/>
                  </a:lnTo>
                  <a:cubicBezTo>
                    <a:pt x="809" y="255"/>
                    <a:pt x="473" y="372"/>
                    <a:pt x="134" y="490"/>
                  </a:cubicBezTo>
                  <a:cubicBezTo>
                    <a:pt x="33" y="538"/>
                    <a:pt x="1" y="591"/>
                    <a:pt x="1" y="708"/>
                  </a:cubicBezTo>
                  <a:lnTo>
                    <a:pt x="1" y="1568"/>
                  </a:lnTo>
                  <a:lnTo>
                    <a:pt x="1" y="1649"/>
                  </a:lnTo>
                  <a:cubicBezTo>
                    <a:pt x="17" y="1685"/>
                    <a:pt x="33" y="1718"/>
                    <a:pt x="1" y="1750"/>
                  </a:cubicBezTo>
                  <a:lnTo>
                    <a:pt x="1" y="1770"/>
                  </a:lnTo>
                  <a:lnTo>
                    <a:pt x="17" y="1770"/>
                  </a:lnTo>
                  <a:cubicBezTo>
                    <a:pt x="33" y="1750"/>
                    <a:pt x="33" y="1734"/>
                    <a:pt x="33" y="1734"/>
                  </a:cubicBezTo>
                  <a:lnTo>
                    <a:pt x="53" y="1734"/>
                  </a:lnTo>
                  <a:cubicBezTo>
                    <a:pt x="203" y="1702"/>
                    <a:pt x="356" y="1649"/>
                    <a:pt x="490" y="1601"/>
                  </a:cubicBezTo>
                  <a:cubicBezTo>
                    <a:pt x="574" y="1568"/>
                    <a:pt x="659" y="1532"/>
                    <a:pt x="724" y="1500"/>
                  </a:cubicBezTo>
                  <a:cubicBezTo>
                    <a:pt x="825" y="1467"/>
                    <a:pt x="926" y="1431"/>
                    <a:pt x="1027" y="1399"/>
                  </a:cubicBezTo>
                  <a:cubicBezTo>
                    <a:pt x="1144" y="1346"/>
                    <a:pt x="1281" y="1298"/>
                    <a:pt x="1399" y="1265"/>
                  </a:cubicBezTo>
                  <a:cubicBezTo>
                    <a:pt x="1516" y="1229"/>
                    <a:pt x="1548" y="1164"/>
                    <a:pt x="1532" y="1043"/>
                  </a:cubicBezTo>
                  <a:cubicBezTo>
                    <a:pt x="1516" y="926"/>
                    <a:pt x="1516" y="793"/>
                    <a:pt x="1532" y="675"/>
                  </a:cubicBezTo>
                  <a:lnTo>
                    <a:pt x="1532" y="405"/>
                  </a:lnTo>
                  <a:cubicBezTo>
                    <a:pt x="1516" y="356"/>
                    <a:pt x="1516" y="320"/>
                    <a:pt x="1532" y="272"/>
                  </a:cubicBezTo>
                  <a:cubicBezTo>
                    <a:pt x="1532" y="187"/>
                    <a:pt x="1532" y="102"/>
                    <a:pt x="1500" y="17"/>
                  </a:cubicBezTo>
                  <a:lnTo>
                    <a:pt x="15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0">
              <a:extLst>
                <a:ext uri="{FF2B5EF4-FFF2-40B4-BE49-F238E27FC236}">
                  <a16:creationId xmlns:a16="http://schemas.microsoft.com/office/drawing/2014/main" id="{B589531A-596F-D16D-31AA-5A723A72D7B8}"/>
                </a:ext>
              </a:extLst>
            </p:cNvPr>
            <p:cNvSpPr/>
            <p:nvPr/>
          </p:nvSpPr>
          <p:spPr>
            <a:xfrm>
              <a:off x="2165412" y="2696372"/>
              <a:ext cx="5364" cy="40127"/>
            </a:xfrm>
            <a:custGeom>
              <a:avLst/>
              <a:gdLst/>
              <a:ahLst/>
              <a:cxnLst/>
              <a:rect l="l" t="t" r="r" b="b"/>
              <a:pathLst>
                <a:path w="54" h="404" extrusionOk="0">
                  <a:moveTo>
                    <a:pt x="37" y="0"/>
                  </a:moveTo>
                  <a:cubicBezTo>
                    <a:pt x="1" y="85"/>
                    <a:pt x="17" y="170"/>
                    <a:pt x="17" y="250"/>
                  </a:cubicBezTo>
                  <a:lnTo>
                    <a:pt x="17" y="388"/>
                  </a:lnTo>
                  <a:lnTo>
                    <a:pt x="17" y="404"/>
                  </a:lnTo>
                  <a:cubicBezTo>
                    <a:pt x="37" y="404"/>
                    <a:pt x="37" y="388"/>
                    <a:pt x="37" y="388"/>
                  </a:cubicBezTo>
                  <a:lnTo>
                    <a:pt x="37" y="250"/>
                  </a:lnTo>
                  <a:cubicBezTo>
                    <a:pt x="37" y="170"/>
                    <a:pt x="37" y="85"/>
                    <a:pt x="53" y="16"/>
                  </a:cubicBezTo>
                  <a:cubicBezTo>
                    <a:pt x="53" y="0"/>
                    <a:pt x="53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0">
              <a:extLst>
                <a:ext uri="{FF2B5EF4-FFF2-40B4-BE49-F238E27FC236}">
                  <a16:creationId xmlns:a16="http://schemas.microsoft.com/office/drawing/2014/main" id="{023054B9-2E89-F909-BADC-F8F6AB082DE1}"/>
                </a:ext>
              </a:extLst>
            </p:cNvPr>
            <p:cNvSpPr/>
            <p:nvPr/>
          </p:nvSpPr>
          <p:spPr>
            <a:xfrm>
              <a:off x="1970040" y="2958689"/>
              <a:ext cx="4867" cy="43504"/>
            </a:xfrm>
            <a:custGeom>
              <a:avLst/>
              <a:gdLst/>
              <a:ahLst/>
              <a:cxnLst/>
              <a:rect l="l" t="t" r="r" b="b"/>
              <a:pathLst>
                <a:path w="49" h="438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0" y="86"/>
                    <a:pt x="0" y="154"/>
                    <a:pt x="17" y="219"/>
                  </a:cubicBezTo>
                  <a:cubicBezTo>
                    <a:pt x="17" y="288"/>
                    <a:pt x="17" y="356"/>
                    <a:pt x="0" y="421"/>
                  </a:cubicBezTo>
                  <a:lnTo>
                    <a:pt x="0" y="437"/>
                  </a:lnTo>
                  <a:lnTo>
                    <a:pt x="17" y="437"/>
                  </a:lnTo>
                  <a:lnTo>
                    <a:pt x="17" y="421"/>
                  </a:lnTo>
                  <a:cubicBezTo>
                    <a:pt x="33" y="356"/>
                    <a:pt x="33" y="288"/>
                    <a:pt x="33" y="219"/>
                  </a:cubicBezTo>
                  <a:cubicBezTo>
                    <a:pt x="33" y="154"/>
                    <a:pt x="33" y="86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0">
              <a:extLst>
                <a:ext uri="{FF2B5EF4-FFF2-40B4-BE49-F238E27FC236}">
                  <a16:creationId xmlns:a16="http://schemas.microsoft.com/office/drawing/2014/main" id="{F30AE887-D5B1-0C1D-16F0-A702C39C1F20}"/>
                </a:ext>
              </a:extLst>
            </p:cNvPr>
            <p:cNvSpPr/>
            <p:nvPr/>
          </p:nvSpPr>
          <p:spPr>
            <a:xfrm>
              <a:off x="501917" y="3193791"/>
              <a:ext cx="132500" cy="51152"/>
            </a:xfrm>
            <a:custGeom>
              <a:avLst/>
              <a:gdLst/>
              <a:ahLst/>
              <a:cxnLst/>
              <a:rect l="l" t="t" r="r" b="b"/>
              <a:pathLst>
                <a:path w="1334" h="515" extrusionOk="0">
                  <a:moveTo>
                    <a:pt x="1318" y="0"/>
                  </a:moveTo>
                  <a:cubicBezTo>
                    <a:pt x="1315" y="0"/>
                    <a:pt x="1313" y="3"/>
                    <a:pt x="1313" y="9"/>
                  </a:cubicBezTo>
                  <a:cubicBezTo>
                    <a:pt x="861" y="159"/>
                    <a:pt x="424" y="312"/>
                    <a:pt x="20" y="494"/>
                  </a:cubicBezTo>
                  <a:cubicBezTo>
                    <a:pt x="0" y="494"/>
                    <a:pt x="0" y="494"/>
                    <a:pt x="0" y="514"/>
                  </a:cubicBezTo>
                  <a:lnTo>
                    <a:pt x="20" y="514"/>
                  </a:lnTo>
                  <a:cubicBezTo>
                    <a:pt x="441" y="345"/>
                    <a:pt x="877" y="175"/>
                    <a:pt x="1333" y="25"/>
                  </a:cubicBezTo>
                  <a:lnTo>
                    <a:pt x="1333" y="9"/>
                  </a:lnTo>
                  <a:cubicBezTo>
                    <a:pt x="1333" y="9"/>
                    <a:pt x="1324" y="0"/>
                    <a:pt x="1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0">
              <a:extLst>
                <a:ext uri="{FF2B5EF4-FFF2-40B4-BE49-F238E27FC236}">
                  <a16:creationId xmlns:a16="http://schemas.microsoft.com/office/drawing/2014/main" id="{3A2AB9DE-F1EF-951A-A0B2-4B845B95B88E}"/>
                </a:ext>
              </a:extLst>
            </p:cNvPr>
            <p:cNvSpPr/>
            <p:nvPr/>
          </p:nvSpPr>
          <p:spPr>
            <a:xfrm>
              <a:off x="1246160" y="3232826"/>
              <a:ext cx="167065" cy="172627"/>
            </a:xfrm>
            <a:custGeom>
              <a:avLst/>
              <a:gdLst/>
              <a:ahLst/>
              <a:cxnLst/>
              <a:rect l="l" t="t" r="r" b="b"/>
              <a:pathLst>
                <a:path w="1682" h="1738" extrusionOk="0">
                  <a:moveTo>
                    <a:pt x="1649" y="0"/>
                  </a:moveTo>
                  <a:cubicBezTo>
                    <a:pt x="1532" y="36"/>
                    <a:pt x="1395" y="85"/>
                    <a:pt x="1277" y="121"/>
                  </a:cubicBezTo>
                  <a:cubicBezTo>
                    <a:pt x="910" y="238"/>
                    <a:pt x="506" y="372"/>
                    <a:pt x="118" y="489"/>
                  </a:cubicBezTo>
                  <a:cubicBezTo>
                    <a:pt x="49" y="525"/>
                    <a:pt x="33" y="541"/>
                    <a:pt x="33" y="606"/>
                  </a:cubicBezTo>
                  <a:cubicBezTo>
                    <a:pt x="17" y="808"/>
                    <a:pt x="17" y="1010"/>
                    <a:pt x="17" y="1212"/>
                  </a:cubicBezTo>
                  <a:cubicBezTo>
                    <a:pt x="17" y="1349"/>
                    <a:pt x="1" y="1483"/>
                    <a:pt x="1" y="1616"/>
                  </a:cubicBezTo>
                  <a:lnTo>
                    <a:pt x="1" y="1685"/>
                  </a:lnTo>
                  <a:cubicBezTo>
                    <a:pt x="1" y="1701"/>
                    <a:pt x="17" y="1717"/>
                    <a:pt x="17" y="1717"/>
                  </a:cubicBezTo>
                  <a:lnTo>
                    <a:pt x="17" y="1737"/>
                  </a:lnTo>
                  <a:lnTo>
                    <a:pt x="66" y="1737"/>
                  </a:lnTo>
                  <a:cubicBezTo>
                    <a:pt x="118" y="1737"/>
                    <a:pt x="166" y="1717"/>
                    <a:pt x="219" y="1701"/>
                  </a:cubicBezTo>
                  <a:cubicBezTo>
                    <a:pt x="235" y="1701"/>
                    <a:pt x="251" y="1685"/>
                    <a:pt x="267" y="1685"/>
                  </a:cubicBezTo>
                  <a:cubicBezTo>
                    <a:pt x="437" y="1636"/>
                    <a:pt x="607" y="1584"/>
                    <a:pt x="756" y="1535"/>
                  </a:cubicBezTo>
                  <a:cubicBezTo>
                    <a:pt x="1011" y="1466"/>
                    <a:pt x="1277" y="1382"/>
                    <a:pt x="1532" y="1297"/>
                  </a:cubicBezTo>
                  <a:cubicBezTo>
                    <a:pt x="1564" y="1281"/>
                    <a:pt x="1580" y="1281"/>
                    <a:pt x="1617" y="1281"/>
                  </a:cubicBezTo>
                  <a:lnTo>
                    <a:pt x="1665" y="1281"/>
                  </a:lnTo>
                  <a:cubicBezTo>
                    <a:pt x="1665" y="1281"/>
                    <a:pt x="1681" y="1281"/>
                    <a:pt x="1681" y="1264"/>
                  </a:cubicBezTo>
                  <a:lnTo>
                    <a:pt x="1665" y="1248"/>
                  </a:lnTo>
                  <a:cubicBezTo>
                    <a:pt x="1649" y="1264"/>
                    <a:pt x="1633" y="1264"/>
                    <a:pt x="1617" y="1264"/>
                  </a:cubicBezTo>
                  <a:lnTo>
                    <a:pt x="1532" y="1264"/>
                  </a:lnTo>
                  <a:cubicBezTo>
                    <a:pt x="1261" y="1365"/>
                    <a:pt x="1011" y="1434"/>
                    <a:pt x="740" y="1515"/>
                  </a:cubicBezTo>
                  <a:cubicBezTo>
                    <a:pt x="587" y="1567"/>
                    <a:pt x="421" y="1600"/>
                    <a:pt x="267" y="1652"/>
                  </a:cubicBezTo>
                  <a:cubicBezTo>
                    <a:pt x="251" y="1668"/>
                    <a:pt x="235" y="1668"/>
                    <a:pt x="203" y="1685"/>
                  </a:cubicBezTo>
                  <a:cubicBezTo>
                    <a:pt x="150" y="1701"/>
                    <a:pt x="102" y="1717"/>
                    <a:pt x="33" y="1717"/>
                  </a:cubicBezTo>
                  <a:lnTo>
                    <a:pt x="33" y="1685"/>
                  </a:lnTo>
                  <a:lnTo>
                    <a:pt x="33" y="1616"/>
                  </a:lnTo>
                  <a:lnTo>
                    <a:pt x="33" y="1212"/>
                  </a:lnTo>
                  <a:cubicBezTo>
                    <a:pt x="49" y="1010"/>
                    <a:pt x="49" y="808"/>
                    <a:pt x="49" y="606"/>
                  </a:cubicBezTo>
                  <a:cubicBezTo>
                    <a:pt x="49" y="558"/>
                    <a:pt x="66" y="541"/>
                    <a:pt x="118" y="525"/>
                  </a:cubicBezTo>
                  <a:cubicBezTo>
                    <a:pt x="522" y="404"/>
                    <a:pt x="910" y="271"/>
                    <a:pt x="1294" y="137"/>
                  </a:cubicBezTo>
                  <a:cubicBezTo>
                    <a:pt x="1415" y="101"/>
                    <a:pt x="1532" y="69"/>
                    <a:pt x="1649" y="20"/>
                  </a:cubicBezTo>
                  <a:cubicBezTo>
                    <a:pt x="1665" y="20"/>
                    <a:pt x="1665" y="20"/>
                    <a:pt x="16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0">
              <a:extLst>
                <a:ext uri="{FF2B5EF4-FFF2-40B4-BE49-F238E27FC236}">
                  <a16:creationId xmlns:a16="http://schemas.microsoft.com/office/drawing/2014/main" id="{D8625BAB-2D0D-E10F-D18C-DB916DA74EFB}"/>
                </a:ext>
              </a:extLst>
            </p:cNvPr>
            <p:cNvSpPr/>
            <p:nvPr/>
          </p:nvSpPr>
          <p:spPr>
            <a:xfrm>
              <a:off x="1287876" y="2600821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" y="1"/>
                    <a:pt x="1" y="1"/>
                    <a:pt x="1" y="21"/>
                  </a:cubicBezTo>
                  <a:cubicBezTo>
                    <a:pt x="17" y="154"/>
                    <a:pt x="17" y="304"/>
                    <a:pt x="17" y="457"/>
                  </a:cubicBezTo>
                  <a:lnTo>
                    <a:pt x="17" y="728"/>
                  </a:lnTo>
                  <a:lnTo>
                    <a:pt x="17" y="776"/>
                  </a:lnTo>
                  <a:cubicBezTo>
                    <a:pt x="17" y="809"/>
                    <a:pt x="17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9"/>
                    <a:pt x="33" y="776"/>
                  </a:cubicBezTo>
                  <a:lnTo>
                    <a:pt x="33" y="728"/>
                  </a:lnTo>
                  <a:lnTo>
                    <a:pt x="33" y="457"/>
                  </a:lnTo>
                  <a:cubicBezTo>
                    <a:pt x="33" y="304"/>
                    <a:pt x="49" y="154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0">
              <a:extLst>
                <a:ext uri="{FF2B5EF4-FFF2-40B4-BE49-F238E27FC236}">
                  <a16:creationId xmlns:a16="http://schemas.microsoft.com/office/drawing/2014/main" id="{B481DDDB-A3D8-3D37-74AE-4B2381AAD644}"/>
                </a:ext>
              </a:extLst>
            </p:cNvPr>
            <p:cNvSpPr/>
            <p:nvPr/>
          </p:nvSpPr>
          <p:spPr>
            <a:xfrm>
              <a:off x="2070358" y="2246529"/>
              <a:ext cx="116806" cy="302643"/>
            </a:xfrm>
            <a:custGeom>
              <a:avLst/>
              <a:gdLst/>
              <a:ahLst/>
              <a:cxnLst/>
              <a:rect l="l" t="t" r="r" b="b"/>
              <a:pathLst>
                <a:path w="1176" h="3047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102"/>
                    <a:pt x="118" y="203"/>
                    <a:pt x="166" y="320"/>
                  </a:cubicBezTo>
                  <a:cubicBezTo>
                    <a:pt x="202" y="372"/>
                    <a:pt x="235" y="437"/>
                    <a:pt x="267" y="489"/>
                  </a:cubicBezTo>
                  <a:cubicBezTo>
                    <a:pt x="303" y="522"/>
                    <a:pt x="319" y="558"/>
                    <a:pt x="336" y="590"/>
                  </a:cubicBezTo>
                  <a:cubicBezTo>
                    <a:pt x="388" y="675"/>
                    <a:pt x="420" y="740"/>
                    <a:pt x="453" y="825"/>
                  </a:cubicBezTo>
                  <a:cubicBezTo>
                    <a:pt x="622" y="1144"/>
                    <a:pt x="808" y="1467"/>
                    <a:pt x="1010" y="1770"/>
                  </a:cubicBezTo>
                  <a:cubicBezTo>
                    <a:pt x="1160" y="1988"/>
                    <a:pt x="1144" y="2206"/>
                    <a:pt x="1127" y="2440"/>
                  </a:cubicBezTo>
                  <a:cubicBezTo>
                    <a:pt x="1127" y="2509"/>
                    <a:pt x="1111" y="2558"/>
                    <a:pt x="1111" y="2626"/>
                  </a:cubicBezTo>
                  <a:cubicBezTo>
                    <a:pt x="1111" y="2659"/>
                    <a:pt x="1111" y="2711"/>
                    <a:pt x="1127" y="2760"/>
                  </a:cubicBezTo>
                  <a:cubicBezTo>
                    <a:pt x="1144" y="2844"/>
                    <a:pt x="1144" y="2929"/>
                    <a:pt x="1111" y="3030"/>
                  </a:cubicBezTo>
                  <a:lnTo>
                    <a:pt x="1111" y="3046"/>
                  </a:lnTo>
                  <a:lnTo>
                    <a:pt x="1127" y="3046"/>
                  </a:lnTo>
                  <a:lnTo>
                    <a:pt x="1127" y="3030"/>
                  </a:lnTo>
                  <a:cubicBezTo>
                    <a:pt x="1176" y="2945"/>
                    <a:pt x="1160" y="2844"/>
                    <a:pt x="1144" y="2743"/>
                  </a:cubicBezTo>
                  <a:lnTo>
                    <a:pt x="1144" y="2626"/>
                  </a:lnTo>
                  <a:lnTo>
                    <a:pt x="1144" y="2457"/>
                  </a:lnTo>
                  <a:cubicBezTo>
                    <a:pt x="1160" y="2222"/>
                    <a:pt x="1176" y="1988"/>
                    <a:pt x="1026" y="1750"/>
                  </a:cubicBezTo>
                  <a:cubicBezTo>
                    <a:pt x="824" y="1447"/>
                    <a:pt x="655" y="1128"/>
                    <a:pt x="489" y="808"/>
                  </a:cubicBezTo>
                  <a:cubicBezTo>
                    <a:pt x="437" y="740"/>
                    <a:pt x="404" y="659"/>
                    <a:pt x="368" y="590"/>
                  </a:cubicBezTo>
                  <a:cubicBezTo>
                    <a:pt x="336" y="538"/>
                    <a:pt x="319" y="505"/>
                    <a:pt x="287" y="473"/>
                  </a:cubicBezTo>
                  <a:cubicBezTo>
                    <a:pt x="251" y="421"/>
                    <a:pt x="218" y="372"/>
                    <a:pt x="202" y="304"/>
                  </a:cubicBezTo>
                  <a:cubicBezTo>
                    <a:pt x="150" y="186"/>
                    <a:pt x="101" y="85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0">
              <a:extLst>
                <a:ext uri="{FF2B5EF4-FFF2-40B4-BE49-F238E27FC236}">
                  <a16:creationId xmlns:a16="http://schemas.microsoft.com/office/drawing/2014/main" id="{5D1783E1-B7C5-1E7E-7121-F8042CED3767}"/>
                </a:ext>
              </a:extLst>
            </p:cNvPr>
            <p:cNvSpPr/>
            <p:nvPr/>
          </p:nvSpPr>
          <p:spPr>
            <a:xfrm>
              <a:off x="744668" y="363082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0"/>
                  </a:moveTo>
                  <a:lnTo>
                    <a:pt x="0" y="17"/>
                  </a:lnTo>
                  <a:cubicBezTo>
                    <a:pt x="33" y="186"/>
                    <a:pt x="33" y="336"/>
                    <a:pt x="33" y="505"/>
                  </a:cubicBezTo>
                  <a:cubicBezTo>
                    <a:pt x="16" y="558"/>
                    <a:pt x="16" y="590"/>
                    <a:pt x="16" y="639"/>
                  </a:cubicBezTo>
                  <a:lnTo>
                    <a:pt x="16" y="707"/>
                  </a:lnTo>
                  <a:lnTo>
                    <a:pt x="16" y="1026"/>
                  </a:lnTo>
                  <a:lnTo>
                    <a:pt x="33" y="1026"/>
                  </a:lnTo>
                  <a:cubicBezTo>
                    <a:pt x="49" y="1026"/>
                    <a:pt x="49" y="1026"/>
                    <a:pt x="49" y="1010"/>
                  </a:cubicBezTo>
                  <a:cubicBezTo>
                    <a:pt x="33" y="909"/>
                    <a:pt x="33" y="808"/>
                    <a:pt x="49" y="707"/>
                  </a:cubicBezTo>
                  <a:lnTo>
                    <a:pt x="49" y="639"/>
                  </a:lnTo>
                  <a:lnTo>
                    <a:pt x="49" y="505"/>
                  </a:lnTo>
                  <a:cubicBezTo>
                    <a:pt x="65" y="336"/>
                    <a:pt x="65" y="17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0">
              <a:extLst>
                <a:ext uri="{FF2B5EF4-FFF2-40B4-BE49-F238E27FC236}">
                  <a16:creationId xmlns:a16="http://schemas.microsoft.com/office/drawing/2014/main" id="{FE51A48E-B9CB-F838-CADC-10F195FA0FA2}"/>
                </a:ext>
              </a:extLst>
            </p:cNvPr>
            <p:cNvSpPr/>
            <p:nvPr/>
          </p:nvSpPr>
          <p:spPr>
            <a:xfrm>
              <a:off x="1183982" y="2811490"/>
              <a:ext cx="5364" cy="95551"/>
            </a:xfrm>
            <a:custGeom>
              <a:avLst/>
              <a:gdLst/>
              <a:ahLst/>
              <a:cxnLst/>
              <a:rect l="l" t="t" r="r" b="b"/>
              <a:pathLst>
                <a:path w="54" h="962" extrusionOk="0">
                  <a:moveTo>
                    <a:pt x="21" y="0"/>
                  </a:moveTo>
                  <a:cubicBezTo>
                    <a:pt x="21" y="0"/>
                    <a:pt x="1" y="0"/>
                    <a:pt x="1" y="21"/>
                  </a:cubicBezTo>
                  <a:lnTo>
                    <a:pt x="1" y="223"/>
                  </a:lnTo>
                  <a:lnTo>
                    <a:pt x="1" y="792"/>
                  </a:lnTo>
                  <a:lnTo>
                    <a:pt x="1" y="808"/>
                  </a:lnTo>
                  <a:cubicBezTo>
                    <a:pt x="1" y="861"/>
                    <a:pt x="1" y="909"/>
                    <a:pt x="37" y="946"/>
                  </a:cubicBezTo>
                  <a:lnTo>
                    <a:pt x="53" y="962"/>
                  </a:lnTo>
                  <a:lnTo>
                    <a:pt x="53" y="946"/>
                  </a:lnTo>
                  <a:cubicBezTo>
                    <a:pt x="37" y="893"/>
                    <a:pt x="37" y="845"/>
                    <a:pt x="37" y="808"/>
                  </a:cubicBezTo>
                  <a:lnTo>
                    <a:pt x="37" y="792"/>
                  </a:lnTo>
                  <a:lnTo>
                    <a:pt x="37" y="223"/>
                  </a:lnTo>
                  <a:lnTo>
                    <a:pt x="37" y="21"/>
                  </a:ln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0">
              <a:extLst>
                <a:ext uri="{FF2B5EF4-FFF2-40B4-BE49-F238E27FC236}">
                  <a16:creationId xmlns:a16="http://schemas.microsoft.com/office/drawing/2014/main" id="{7ED69877-DD7F-478E-7ECB-EB73F0F380DA}"/>
                </a:ext>
              </a:extLst>
            </p:cNvPr>
            <p:cNvSpPr/>
            <p:nvPr/>
          </p:nvSpPr>
          <p:spPr>
            <a:xfrm>
              <a:off x="1792646" y="1935542"/>
              <a:ext cx="5364" cy="41816"/>
            </a:xfrm>
            <a:custGeom>
              <a:avLst/>
              <a:gdLst/>
              <a:ahLst/>
              <a:cxnLst/>
              <a:rect l="l" t="t" r="r" b="b"/>
              <a:pathLst>
                <a:path w="54" h="421" extrusionOk="0">
                  <a:moveTo>
                    <a:pt x="33" y="1"/>
                  </a:moveTo>
                  <a:cubicBezTo>
                    <a:pt x="33" y="1"/>
                    <a:pt x="33" y="17"/>
                    <a:pt x="17" y="17"/>
                  </a:cubicBezTo>
                  <a:cubicBezTo>
                    <a:pt x="1" y="86"/>
                    <a:pt x="1" y="154"/>
                    <a:pt x="17" y="219"/>
                  </a:cubicBezTo>
                  <a:cubicBezTo>
                    <a:pt x="17" y="271"/>
                    <a:pt x="17" y="336"/>
                    <a:pt x="1" y="389"/>
                  </a:cubicBezTo>
                  <a:lnTo>
                    <a:pt x="1" y="405"/>
                  </a:lnTo>
                  <a:lnTo>
                    <a:pt x="17" y="421"/>
                  </a:lnTo>
                  <a:lnTo>
                    <a:pt x="17" y="405"/>
                  </a:lnTo>
                  <a:cubicBezTo>
                    <a:pt x="53" y="336"/>
                    <a:pt x="33" y="271"/>
                    <a:pt x="33" y="203"/>
                  </a:cubicBezTo>
                  <a:cubicBezTo>
                    <a:pt x="33" y="154"/>
                    <a:pt x="33" y="86"/>
                    <a:pt x="5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0">
              <a:extLst>
                <a:ext uri="{FF2B5EF4-FFF2-40B4-BE49-F238E27FC236}">
                  <a16:creationId xmlns:a16="http://schemas.microsoft.com/office/drawing/2014/main" id="{94A3A0B5-7B47-55BD-6B0D-4D657583CD25}"/>
                </a:ext>
              </a:extLst>
            </p:cNvPr>
            <p:cNvSpPr/>
            <p:nvPr/>
          </p:nvSpPr>
          <p:spPr>
            <a:xfrm>
              <a:off x="852932" y="3477166"/>
              <a:ext cx="353200" cy="223978"/>
            </a:xfrm>
            <a:custGeom>
              <a:avLst/>
              <a:gdLst/>
              <a:ahLst/>
              <a:cxnLst/>
              <a:rect l="l" t="t" r="r" b="b"/>
              <a:pathLst>
                <a:path w="3556" h="2255" extrusionOk="0">
                  <a:moveTo>
                    <a:pt x="3536" y="0"/>
                  </a:moveTo>
                  <a:cubicBezTo>
                    <a:pt x="3536" y="0"/>
                    <a:pt x="3520" y="0"/>
                    <a:pt x="3520" y="16"/>
                  </a:cubicBezTo>
                  <a:lnTo>
                    <a:pt x="3520" y="287"/>
                  </a:lnTo>
                  <a:lnTo>
                    <a:pt x="3520" y="1095"/>
                  </a:lnTo>
                  <a:cubicBezTo>
                    <a:pt x="3520" y="1160"/>
                    <a:pt x="3520" y="1176"/>
                    <a:pt x="3435" y="1212"/>
                  </a:cubicBezTo>
                  <a:cubicBezTo>
                    <a:pt x="3152" y="1297"/>
                    <a:pt x="2849" y="1378"/>
                    <a:pt x="2562" y="1479"/>
                  </a:cubicBezTo>
                  <a:cubicBezTo>
                    <a:pt x="2376" y="1531"/>
                    <a:pt x="2190" y="1580"/>
                    <a:pt x="1989" y="1648"/>
                  </a:cubicBezTo>
                  <a:lnTo>
                    <a:pt x="1972" y="1648"/>
                  </a:lnTo>
                  <a:cubicBezTo>
                    <a:pt x="1435" y="1818"/>
                    <a:pt x="878" y="1984"/>
                    <a:pt x="324" y="2137"/>
                  </a:cubicBezTo>
                  <a:cubicBezTo>
                    <a:pt x="288" y="2153"/>
                    <a:pt x="255" y="2170"/>
                    <a:pt x="223" y="2186"/>
                  </a:cubicBezTo>
                  <a:cubicBezTo>
                    <a:pt x="167" y="2202"/>
                    <a:pt x="112" y="2226"/>
                    <a:pt x="58" y="2226"/>
                  </a:cubicBezTo>
                  <a:cubicBezTo>
                    <a:pt x="46" y="2226"/>
                    <a:pt x="33" y="2225"/>
                    <a:pt x="21" y="2222"/>
                  </a:cubicBezTo>
                  <a:cubicBezTo>
                    <a:pt x="1" y="2222"/>
                    <a:pt x="1" y="2238"/>
                    <a:pt x="1" y="2238"/>
                  </a:cubicBezTo>
                  <a:cubicBezTo>
                    <a:pt x="1" y="2254"/>
                    <a:pt x="1" y="2254"/>
                    <a:pt x="21" y="2254"/>
                  </a:cubicBezTo>
                  <a:lnTo>
                    <a:pt x="37" y="2254"/>
                  </a:lnTo>
                  <a:cubicBezTo>
                    <a:pt x="102" y="2254"/>
                    <a:pt x="171" y="2222"/>
                    <a:pt x="239" y="2206"/>
                  </a:cubicBezTo>
                  <a:cubicBezTo>
                    <a:pt x="255" y="2186"/>
                    <a:pt x="288" y="2170"/>
                    <a:pt x="324" y="2170"/>
                  </a:cubicBezTo>
                  <a:cubicBezTo>
                    <a:pt x="878" y="2020"/>
                    <a:pt x="1435" y="1850"/>
                    <a:pt x="1972" y="1681"/>
                  </a:cubicBezTo>
                  <a:lnTo>
                    <a:pt x="2005" y="1665"/>
                  </a:lnTo>
                  <a:cubicBezTo>
                    <a:pt x="2190" y="1616"/>
                    <a:pt x="2376" y="1564"/>
                    <a:pt x="2562" y="1499"/>
                  </a:cubicBezTo>
                  <a:cubicBezTo>
                    <a:pt x="2849" y="1414"/>
                    <a:pt x="3152" y="1313"/>
                    <a:pt x="3455" y="1228"/>
                  </a:cubicBezTo>
                  <a:cubicBezTo>
                    <a:pt x="3536" y="1212"/>
                    <a:pt x="3556" y="1160"/>
                    <a:pt x="3556" y="1095"/>
                  </a:cubicBezTo>
                  <a:lnTo>
                    <a:pt x="3556" y="287"/>
                  </a:lnTo>
                  <a:lnTo>
                    <a:pt x="3556" y="16"/>
                  </a:lnTo>
                  <a:cubicBezTo>
                    <a:pt x="3556" y="0"/>
                    <a:pt x="3556" y="0"/>
                    <a:pt x="3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0">
              <a:extLst>
                <a:ext uri="{FF2B5EF4-FFF2-40B4-BE49-F238E27FC236}">
                  <a16:creationId xmlns:a16="http://schemas.microsoft.com/office/drawing/2014/main" id="{E6764734-6D28-D2F3-88BC-1AAC77A91793}"/>
                </a:ext>
              </a:extLst>
            </p:cNvPr>
            <p:cNvSpPr/>
            <p:nvPr/>
          </p:nvSpPr>
          <p:spPr>
            <a:xfrm>
              <a:off x="574127" y="2589200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17" y="0"/>
                  </a:moveTo>
                  <a:cubicBezTo>
                    <a:pt x="0" y="0"/>
                    <a:pt x="0" y="17"/>
                    <a:pt x="0" y="17"/>
                  </a:cubicBezTo>
                  <a:cubicBezTo>
                    <a:pt x="17" y="154"/>
                    <a:pt x="17" y="287"/>
                    <a:pt x="17" y="404"/>
                  </a:cubicBezTo>
                  <a:lnTo>
                    <a:pt x="17" y="643"/>
                  </a:lnTo>
                  <a:lnTo>
                    <a:pt x="17" y="691"/>
                  </a:lnTo>
                  <a:cubicBezTo>
                    <a:pt x="17" y="724"/>
                    <a:pt x="17" y="776"/>
                    <a:pt x="33" y="808"/>
                  </a:cubicBezTo>
                  <a:lnTo>
                    <a:pt x="49" y="808"/>
                  </a:lnTo>
                  <a:lnTo>
                    <a:pt x="49" y="792"/>
                  </a:lnTo>
                  <a:cubicBezTo>
                    <a:pt x="33" y="760"/>
                    <a:pt x="33" y="724"/>
                    <a:pt x="33" y="691"/>
                  </a:cubicBezTo>
                  <a:lnTo>
                    <a:pt x="33" y="643"/>
                  </a:lnTo>
                  <a:lnTo>
                    <a:pt x="33" y="404"/>
                  </a:lnTo>
                  <a:cubicBezTo>
                    <a:pt x="33" y="287"/>
                    <a:pt x="49" y="154"/>
                    <a:pt x="33" y="17"/>
                  </a:cubicBezTo>
                  <a:cubicBezTo>
                    <a:pt x="17" y="17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0">
              <a:extLst>
                <a:ext uri="{FF2B5EF4-FFF2-40B4-BE49-F238E27FC236}">
                  <a16:creationId xmlns:a16="http://schemas.microsoft.com/office/drawing/2014/main" id="{851AE4F5-0C41-F25F-88AA-6B474A0CB292}"/>
                </a:ext>
              </a:extLst>
            </p:cNvPr>
            <p:cNvSpPr/>
            <p:nvPr/>
          </p:nvSpPr>
          <p:spPr>
            <a:xfrm>
              <a:off x="871406" y="1748215"/>
              <a:ext cx="338003" cy="280990"/>
            </a:xfrm>
            <a:custGeom>
              <a:avLst/>
              <a:gdLst/>
              <a:ahLst/>
              <a:cxnLst/>
              <a:rect l="l" t="t" r="r" b="b"/>
              <a:pathLst>
                <a:path w="3403" h="2829" extrusionOk="0">
                  <a:moveTo>
                    <a:pt x="3370" y="0"/>
                  </a:moveTo>
                  <a:cubicBezTo>
                    <a:pt x="3301" y="53"/>
                    <a:pt x="3216" y="85"/>
                    <a:pt x="3132" y="138"/>
                  </a:cubicBezTo>
                  <a:cubicBezTo>
                    <a:pt x="2966" y="222"/>
                    <a:pt x="2780" y="323"/>
                    <a:pt x="2610" y="404"/>
                  </a:cubicBezTo>
                  <a:cubicBezTo>
                    <a:pt x="2392" y="525"/>
                    <a:pt x="2174" y="643"/>
                    <a:pt x="1972" y="760"/>
                  </a:cubicBezTo>
                  <a:cubicBezTo>
                    <a:pt x="1835" y="828"/>
                    <a:pt x="1702" y="909"/>
                    <a:pt x="1568" y="978"/>
                  </a:cubicBezTo>
                  <a:cubicBezTo>
                    <a:pt x="1197" y="1180"/>
                    <a:pt x="825" y="1382"/>
                    <a:pt x="473" y="1568"/>
                  </a:cubicBezTo>
                  <a:lnTo>
                    <a:pt x="17" y="1818"/>
                  </a:lnTo>
                  <a:lnTo>
                    <a:pt x="1" y="1838"/>
                  </a:lnTo>
                  <a:lnTo>
                    <a:pt x="1" y="2056"/>
                  </a:lnTo>
                  <a:lnTo>
                    <a:pt x="1" y="2646"/>
                  </a:lnTo>
                  <a:lnTo>
                    <a:pt x="1" y="2662"/>
                  </a:lnTo>
                  <a:cubicBezTo>
                    <a:pt x="1" y="2711"/>
                    <a:pt x="1" y="2780"/>
                    <a:pt x="37" y="2812"/>
                  </a:cubicBezTo>
                  <a:lnTo>
                    <a:pt x="53" y="2828"/>
                  </a:lnTo>
                  <a:lnTo>
                    <a:pt x="53" y="2812"/>
                  </a:lnTo>
                  <a:cubicBezTo>
                    <a:pt x="37" y="2763"/>
                    <a:pt x="37" y="2711"/>
                    <a:pt x="37" y="2662"/>
                  </a:cubicBezTo>
                  <a:lnTo>
                    <a:pt x="37" y="2646"/>
                  </a:lnTo>
                  <a:lnTo>
                    <a:pt x="37" y="2056"/>
                  </a:lnTo>
                  <a:lnTo>
                    <a:pt x="37" y="1838"/>
                  </a:lnTo>
                  <a:lnTo>
                    <a:pt x="473" y="1600"/>
                  </a:lnTo>
                  <a:cubicBezTo>
                    <a:pt x="845" y="1398"/>
                    <a:pt x="1213" y="1196"/>
                    <a:pt x="1584" y="994"/>
                  </a:cubicBezTo>
                  <a:cubicBezTo>
                    <a:pt x="1718" y="929"/>
                    <a:pt x="1835" y="861"/>
                    <a:pt x="1972" y="776"/>
                  </a:cubicBezTo>
                  <a:cubicBezTo>
                    <a:pt x="2190" y="675"/>
                    <a:pt x="2408" y="558"/>
                    <a:pt x="2610" y="441"/>
                  </a:cubicBezTo>
                  <a:cubicBezTo>
                    <a:pt x="2796" y="340"/>
                    <a:pt x="2982" y="239"/>
                    <a:pt x="3148" y="154"/>
                  </a:cubicBezTo>
                  <a:cubicBezTo>
                    <a:pt x="3233" y="101"/>
                    <a:pt x="3301" y="69"/>
                    <a:pt x="3386" y="37"/>
                  </a:cubicBezTo>
                  <a:cubicBezTo>
                    <a:pt x="3402" y="20"/>
                    <a:pt x="3402" y="20"/>
                    <a:pt x="3386" y="20"/>
                  </a:cubicBezTo>
                  <a:cubicBezTo>
                    <a:pt x="3386" y="0"/>
                    <a:pt x="3386" y="0"/>
                    <a:pt x="33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0">
              <a:extLst>
                <a:ext uri="{FF2B5EF4-FFF2-40B4-BE49-F238E27FC236}">
                  <a16:creationId xmlns:a16="http://schemas.microsoft.com/office/drawing/2014/main" id="{AB10F7D3-2AD6-44C7-B2BC-5D8A0CD81064}"/>
                </a:ext>
              </a:extLst>
            </p:cNvPr>
            <p:cNvSpPr/>
            <p:nvPr/>
          </p:nvSpPr>
          <p:spPr>
            <a:xfrm>
              <a:off x="2088833" y="2811490"/>
              <a:ext cx="98332" cy="266092"/>
            </a:xfrm>
            <a:custGeom>
              <a:avLst/>
              <a:gdLst/>
              <a:ahLst/>
              <a:cxnLst/>
              <a:rect l="l" t="t" r="r" b="b"/>
              <a:pathLst>
                <a:path w="990" h="2679" extrusionOk="0">
                  <a:moveTo>
                    <a:pt x="0" y="0"/>
                  </a:moveTo>
                  <a:lnTo>
                    <a:pt x="0" y="21"/>
                  </a:lnTo>
                  <a:cubicBezTo>
                    <a:pt x="81" y="101"/>
                    <a:pt x="150" y="186"/>
                    <a:pt x="202" y="287"/>
                  </a:cubicBezTo>
                  <a:cubicBezTo>
                    <a:pt x="234" y="340"/>
                    <a:pt x="251" y="388"/>
                    <a:pt x="283" y="425"/>
                  </a:cubicBezTo>
                  <a:cubicBezTo>
                    <a:pt x="368" y="542"/>
                    <a:pt x="453" y="659"/>
                    <a:pt x="521" y="760"/>
                  </a:cubicBezTo>
                  <a:cubicBezTo>
                    <a:pt x="622" y="930"/>
                    <a:pt x="739" y="1095"/>
                    <a:pt x="857" y="1249"/>
                  </a:cubicBezTo>
                  <a:cubicBezTo>
                    <a:pt x="925" y="1333"/>
                    <a:pt x="958" y="1414"/>
                    <a:pt x="941" y="1535"/>
                  </a:cubicBezTo>
                  <a:cubicBezTo>
                    <a:pt x="925" y="1552"/>
                    <a:pt x="925" y="1584"/>
                    <a:pt x="925" y="1600"/>
                  </a:cubicBezTo>
                  <a:cubicBezTo>
                    <a:pt x="958" y="1786"/>
                    <a:pt x="941" y="1956"/>
                    <a:pt x="941" y="2121"/>
                  </a:cubicBezTo>
                  <a:lnTo>
                    <a:pt x="941" y="2562"/>
                  </a:lnTo>
                  <a:cubicBezTo>
                    <a:pt x="958" y="2578"/>
                    <a:pt x="941" y="2610"/>
                    <a:pt x="925" y="2626"/>
                  </a:cubicBezTo>
                  <a:lnTo>
                    <a:pt x="925" y="2663"/>
                  </a:lnTo>
                  <a:lnTo>
                    <a:pt x="925" y="2679"/>
                  </a:lnTo>
                  <a:lnTo>
                    <a:pt x="941" y="2679"/>
                  </a:lnTo>
                  <a:lnTo>
                    <a:pt x="941" y="2663"/>
                  </a:lnTo>
                  <a:lnTo>
                    <a:pt x="958" y="2646"/>
                  </a:lnTo>
                  <a:cubicBezTo>
                    <a:pt x="958" y="2610"/>
                    <a:pt x="974" y="2594"/>
                    <a:pt x="974" y="2545"/>
                  </a:cubicBezTo>
                  <a:cubicBezTo>
                    <a:pt x="958" y="2408"/>
                    <a:pt x="958" y="2259"/>
                    <a:pt x="974" y="2121"/>
                  </a:cubicBezTo>
                  <a:cubicBezTo>
                    <a:pt x="974" y="1956"/>
                    <a:pt x="974" y="1770"/>
                    <a:pt x="958" y="1600"/>
                  </a:cubicBezTo>
                  <a:lnTo>
                    <a:pt x="958" y="1552"/>
                  </a:lnTo>
                  <a:cubicBezTo>
                    <a:pt x="990" y="1414"/>
                    <a:pt x="958" y="1333"/>
                    <a:pt x="873" y="1232"/>
                  </a:cubicBezTo>
                  <a:cubicBezTo>
                    <a:pt x="756" y="1079"/>
                    <a:pt x="655" y="909"/>
                    <a:pt x="537" y="744"/>
                  </a:cubicBezTo>
                  <a:cubicBezTo>
                    <a:pt x="469" y="643"/>
                    <a:pt x="384" y="526"/>
                    <a:pt x="303" y="404"/>
                  </a:cubicBezTo>
                  <a:cubicBezTo>
                    <a:pt x="283" y="372"/>
                    <a:pt x="251" y="324"/>
                    <a:pt x="218" y="271"/>
                  </a:cubicBezTo>
                  <a:cubicBezTo>
                    <a:pt x="166" y="186"/>
                    <a:pt x="101" y="8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0">
              <a:extLst>
                <a:ext uri="{FF2B5EF4-FFF2-40B4-BE49-F238E27FC236}">
                  <a16:creationId xmlns:a16="http://schemas.microsoft.com/office/drawing/2014/main" id="{4A0447EA-11F0-3158-58D4-1804DDA55163}"/>
                </a:ext>
              </a:extLst>
            </p:cNvPr>
            <p:cNvSpPr/>
            <p:nvPr/>
          </p:nvSpPr>
          <p:spPr>
            <a:xfrm>
              <a:off x="2138992" y="3315961"/>
              <a:ext cx="4867" cy="40922"/>
            </a:xfrm>
            <a:custGeom>
              <a:avLst/>
              <a:gdLst/>
              <a:ahLst/>
              <a:cxnLst/>
              <a:rect l="l" t="t" r="r" b="b"/>
              <a:pathLst>
                <a:path w="49" h="412" extrusionOk="0">
                  <a:moveTo>
                    <a:pt x="32" y="0"/>
                  </a:moveTo>
                  <a:cubicBezTo>
                    <a:pt x="31" y="0"/>
                    <a:pt x="27" y="7"/>
                    <a:pt x="16" y="7"/>
                  </a:cubicBezTo>
                  <a:cubicBezTo>
                    <a:pt x="0" y="72"/>
                    <a:pt x="0" y="141"/>
                    <a:pt x="16" y="209"/>
                  </a:cubicBezTo>
                  <a:cubicBezTo>
                    <a:pt x="16" y="258"/>
                    <a:pt x="16" y="326"/>
                    <a:pt x="0" y="395"/>
                  </a:cubicBezTo>
                  <a:lnTo>
                    <a:pt x="0" y="411"/>
                  </a:lnTo>
                  <a:lnTo>
                    <a:pt x="16" y="411"/>
                  </a:lnTo>
                  <a:lnTo>
                    <a:pt x="16" y="395"/>
                  </a:lnTo>
                  <a:cubicBezTo>
                    <a:pt x="49" y="326"/>
                    <a:pt x="32" y="258"/>
                    <a:pt x="32" y="209"/>
                  </a:cubicBezTo>
                  <a:cubicBezTo>
                    <a:pt x="32" y="141"/>
                    <a:pt x="32" y="72"/>
                    <a:pt x="49" y="24"/>
                  </a:cubicBezTo>
                  <a:cubicBezTo>
                    <a:pt x="49" y="7"/>
                    <a:pt x="49" y="7"/>
                    <a:pt x="32" y="7"/>
                  </a:cubicBezTo>
                  <a:cubicBezTo>
                    <a:pt x="32" y="2"/>
                    <a:pt x="32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0">
              <a:extLst>
                <a:ext uri="{FF2B5EF4-FFF2-40B4-BE49-F238E27FC236}">
                  <a16:creationId xmlns:a16="http://schemas.microsoft.com/office/drawing/2014/main" id="{2A37E342-6D7A-7B2C-E537-F4735F10339D}"/>
                </a:ext>
              </a:extLst>
            </p:cNvPr>
            <p:cNvSpPr/>
            <p:nvPr/>
          </p:nvSpPr>
          <p:spPr>
            <a:xfrm>
              <a:off x="1732455" y="3533682"/>
              <a:ext cx="175905" cy="200736"/>
            </a:xfrm>
            <a:custGeom>
              <a:avLst/>
              <a:gdLst/>
              <a:ahLst/>
              <a:cxnLst/>
              <a:rect l="l" t="t" r="r" b="b"/>
              <a:pathLst>
                <a:path w="1771" h="2021" extrusionOk="0">
                  <a:moveTo>
                    <a:pt x="1" y="1"/>
                  </a:moveTo>
                  <a:lnTo>
                    <a:pt x="1" y="21"/>
                  </a:lnTo>
                  <a:cubicBezTo>
                    <a:pt x="53" y="86"/>
                    <a:pt x="118" y="154"/>
                    <a:pt x="203" y="239"/>
                  </a:cubicBezTo>
                  <a:cubicBezTo>
                    <a:pt x="356" y="389"/>
                    <a:pt x="522" y="542"/>
                    <a:pt x="692" y="708"/>
                  </a:cubicBezTo>
                  <a:cubicBezTo>
                    <a:pt x="962" y="962"/>
                    <a:pt x="1245" y="1249"/>
                    <a:pt x="1532" y="1500"/>
                  </a:cubicBezTo>
                  <a:cubicBezTo>
                    <a:pt x="1685" y="1637"/>
                    <a:pt x="1750" y="1786"/>
                    <a:pt x="1718" y="1988"/>
                  </a:cubicBezTo>
                  <a:lnTo>
                    <a:pt x="1718" y="2004"/>
                  </a:lnTo>
                  <a:cubicBezTo>
                    <a:pt x="1718" y="2021"/>
                    <a:pt x="1734" y="2021"/>
                    <a:pt x="1734" y="2021"/>
                  </a:cubicBezTo>
                  <a:cubicBezTo>
                    <a:pt x="1750" y="2021"/>
                    <a:pt x="1750" y="2021"/>
                    <a:pt x="1750" y="2004"/>
                  </a:cubicBezTo>
                  <a:lnTo>
                    <a:pt x="1750" y="1988"/>
                  </a:lnTo>
                  <a:cubicBezTo>
                    <a:pt x="1770" y="1770"/>
                    <a:pt x="1718" y="1637"/>
                    <a:pt x="1548" y="1483"/>
                  </a:cubicBezTo>
                  <a:cubicBezTo>
                    <a:pt x="1265" y="1213"/>
                    <a:pt x="979" y="946"/>
                    <a:pt x="708" y="675"/>
                  </a:cubicBezTo>
                  <a:cubicBezTo>
                    <a:pt x="538" y="526"/>
                    <a:pt x="389" y="372"/>
                    <a:pt x="219" y="223"/>
                  </a:cubicBezTo>
                  <a:cubicBezTo>
                    <a:pt x="134" y="138"/>
                    <a:pt x="70" y="69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0">
              <a:extLst>
                <a:ext uri="{FF2B5EF4-FFF2-40B4-BE49-F238E27FC236}">
                  <a16:creationId xmlns:a16="http://schemas.microsoft.com/office/drawing/2014/main" id="{3103897B-A6F2-3E54-9B11-C58658F806B9}"/>
                </a:ext>
              </a:extLst>
            </p:cNvPr>
            <p:cNvSpPr/>
            <p:nvPr/>
          </p:nvSpPr>
          <p:spPr>
            <a:xfrm>
              <a:off x="1338035" y="2228054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33" y="138"/>
                    <a:pt x="17" y="288"/>
                    <a:pt x="17" y="405"/>
                  </a:cubicBezTo>
                  <a:lnTo>
                    <a:pt x="17" y="643"/>
                  </a:lnTo>
                  <a:lnTo>
                    <a:pt x="17" y="809"/>
                  </a:lnTo>
                  <a:lnTo>
                    <a:pt x="17" y="877"/>
                  </a:lnTo>
                  <a:lnTo>
                    <a:pt x="33" y="893"/>
                  </a:lnTo>
                  <a:lnTo>
                    <a:pt x="49" y="877"/>
                  </a:lnTo>
                  <a:lnTo>
                    <a:pt x="49" y="809"/>
                  </a:lnTo>
                  <a:lnTo>
                    <a:pt x="49" y="643"/>
                  </a:lnTo>
                  <a:lnTo>
                    <a:pt x="49" y="405"/>
                  </a:lnTo>
                  <a:cubicBezTo>
                    <a:pt x="49" y="288"/>
                    <a:pt x="49" y="138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0">
              <a:extLst>
                <a:ext uri="{FF2B5EF4-FFF2-40B4-BE49-F238E27FC236}">
                  <a16:creationId xmlns:a16="http://schemas.microsoft.com/office/drawing/2014/main" id="{2CB80CC9-2CE0-6B60-C8FF-CB431F0D4F46}"/>
                </a:ext>
              </a:extLst>
            </p:cNvPr>
            <p:cNvSpPr/>
            <p:nvPr/>
          </p:nvSpPr>
          <p:spPr>
            <a:xfrm>
              <a:off x="2081979" y="3630821"/>
              <a:ext cx="50258" cy="103596"/>
            </a:xfrm>
            <a:custGeom>
              <a:avLst/>
              <a:gdLst/>
              <a:ahLst/>
              <a:cxnLst/>
              <a:rect l="l" t="t" r="r" b="b"/>
              <a:pathLst>
                <a:path w="506" h="1043" extrusionOk="0">
                  <a:moveTo>
                    <a:pt x="69" y="0"/>
                  </a:moveTo>
                  <a:cubicBezTo>
                    <a:pt x="49" y="0"/>
                    <a:pt x="49" y="0"/>
                    <a:pt x="49" y="17"/>
                  </a:cubicBezTo>
                  <a:cubicBezTo>
                    <a:pt x="1" y="134"/>
                    <a:pt x="17" y="255"/>
                    <a:pt x="17" y="388"/>
                  </a:cubicBezTo>
                  <a:lnTo>
                    <a:pt x="17" y="590"/>
                  </a:lnTo>
                  <a:lnTo>
                    <a:pt x="17" y="606"/>
                  </a:lnTo>
                  <a:cubicBezTo>
                    <a:pt x="85" y="659"/>
                    <a:pt x="134" y="724"/>
                    <a:pt x="186" y="776"/>
                  </a:cubicBezTo>
                  <a:cubicBezTo>
                    <a:pt x="271" y="877"/>
                    <a:pt x="372" y="978"/>
                    <a:pt x="489" y="1043"/>
                  </a:cubicBezTo>
                  <a:lnTo>
                    <a:pt x="505" y="1026"/>
                  </a:lnTo>
                  <a:cubicBezTo>
                    <a:pt x="505" y="1026"/>
                    <a:pt x="505" y="1010"/>
                    <a:pt x="489" y="1010"/>
                  </a:cubicBezTo>
                  <a:cubicBezTo>
                    <a:pt x="388" y="942"/>
                    <a:pt x="287" y="861"/>
                    <a:pt x="202" y="760"/>
                  </a:cubicBezTo>
                  <a:cubicBezTo>
                    <a:pt x="150" y="707"/>
                    <a:pt x="101" y="639"/>
                    <a:pt x="49" y="590"/>
                  </a:cubicBezTo>
                  <a:lnTo>
                    <a:pt x="49" y="372"/>
                  </a:lnTo>
                  <a:cubicBezTo>
                    <a:pt x="33" y="255"/>
                    <a:pt x="33" y="134"/>
                    <a:pt x="69" y="17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0">
              <a:extLst>
                <a:ext uri="{FF2B5EF4-FFF2-40B4-BE49-F238E27FC236}">
                  <a16:creationId xmlns:a16="http://schemas.microsoft.com/office/drawing/2014/main" id="{BCBC6E60-B00A-257D-AE1F-0D81923FA1AF}"/>
                </a:ext>
              </a:extLst>
            </p:cNvPr>
            <p:cNvSpPr/>
            <p:nvPr/>
          </p:nvSpPr>
          <p:spPr>
            <a:xfrm>
              <a:off x="787973" y="3137673"/>
              <a:ext cx="6953" cy="88797"/>
            </a:xfrm>
            <a:custGeom>
              <a:avLst/>
              <a:gdLst/>
              <a:ahLst/>
              <a:cxnLst/>
              <a:rect l="l" t="t" r="r" b="b"/>
              <a:pathLst>
                <a:path w="70" h="894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70"/>
                    <a:pt x="17" y="304"/>
                    <a:pt x="17" y="453"/>
                  </a:cubicBezTo>
                  <a:lnTo>
                    <a:pt x="17" y="724"/>
                  </a:lnTo>
                  <a:lnTo>
                    <a:pt x="17" y="776"/>
                  </a:lnTo>
                  <a:cubicBezTo>
                    <a:pt x="17" y="809"/>
                    <a:pt x="17" y="841"/>
                    <a:pt x="33" y="877"/>
                  </a:cubicBezTo>
                  <a:lnTo>
                    <a:pt x="49" y="893"/>
                  </a:lnTo>
                  <a:cubicBezTo>
                    <a:pt x="49" y="893"/>
                    <a:pt x="69" y="877"/>
                    <a:pt x="49" y="877"/>
                  </a:cubicBezTo>
                  <a:lnTo>
                    <a:pt x="49" y="776"/>
                  </a:lnTo>
                  <a:lnTo>
                    <a:pt x="49" y="724"/>
                  </a:lnTo>
                  <a:lnTo>
                    <a:pt x="49" y="453"/>
                  </a:lnTo>
                  <a:cubicBezTo>
                    <a:pt x="49" y="304"/>
                    <a:pt x="49" y="150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0">
              <a:extLst>
                <a:ext uri="{FF2B5EF4-FFF2-40B4-BE49-F238E27FC236}">
                  <a16:creationId xmlns:a16="http://schemas.microsoft.com/office/drawing/2014/main" id="{C0BC3010-3053-5EF9-B26B-E38B42DF4DF0}"/>
                </a:ext>
              </a:extLst>
            </p:cNvPr>
            <p:cNvSpPr/>
            <p:nvPr/>
          </p:nvSpPr>
          <p:spPr>
            <a:xfrm>
              <a:off x="852932" y="3295004"/>
              <a:ext cx="356477" cy="232421"/>
            </a:xfrm>
            <a:custGeom>
              <a:avLst/>
              <a:gdLst/>
              <a:ahLst/>
              <a:cxnLst/>
              <a:rect l="l" t="t" r="r" b="b"/>
              <a:pathLst>
                <a:path w="3589" h="2340" extrusionOk="0">
                  <a:moveTo>
                    <a:pt x="3536" y="0"/>
                  </a:moveTo>
                  <a:cubicBezTo>
                    <a:pt x="3503" y="65"/>
                    <a:pt x="3520" y="134"/>
                    <a:pt x="3520" y="218"/>
                  </a:cubicBezTo>
                  <a:cubicBezTo>
                    <a:pt x="3520" y="235"/>
                    <a:pt x="3536" y="267"/>
                    <a:pt x="3536" y="283"/>
                  </a:cubicBezTo>
                  <a:lnTo>
                    <a:pt x="3536" y="586"/>
                  </a:lnTo>
                  <a:cubicBezTo>
                    <a:pt x="3520" y="739"/>
                    <a:pt x="3520" y="909"/>
                    <a:pt x="3536" y="1059"/>
                  </a:cubicBezTo>
                  <a:cubicBezTo>
                    <a:pt x="3556" y="1244"/>
                    <a:pt x="3471" y="1277"/>
                    <a:pt x="3334" y="1313"/>
                  </a:cubicBezTo>
                  <a:lnTo>
                    <a:pt x="3318" y="1313"/>
                  </a:lnTo>
                  <a:cubicBezTo>
                    <a:pt x="3067" y="1394"/>
                    <a:pt x="2796" y="1479"/>
                    <a:pt x="2546" y="1547"/>
                  </a:cubicBezTo>
                  <a:cubicBezTo>
                    <a:pt x="1940" y="1733"/>
                    <a:pt x="1314" y="1935"/>
                    <a:pt x="692" y="2121"/>
                  </a:cubicBezTo>
                  <a:lnTo>
                    <a:pt x="607" y="2153"/>
                  </a:lnTo>
                  <a:cubicBezTo>
                    <a:pt x="425" y="2222"/>
                    <a:pt x="223" y="2271"/>
                    <a:pt x="21" y="2323"/>
                  </a:cubicBezTo>
                  <a:cubicBezTo>
                    <a:pt x="1" y="2323"/>
                    <a:pt x="1" y="2323"/>
                    <a:pt x="1" y="2339"/>
                  </a:cubicBezTo>
                  <a:lnTo>
                    <a:pt x="21" y="2339"/>
                  </a:lnTo>
                  <a:cubicBezTo>
                    <a:pt x="223" y="2303"/>
                    <a:pt x="425" y="2238"/>
                    <a:pt x="627" y="2170"/>
                  </a:cubicBezTo>
                  <a:lnTo>
                    <a:pt x="708" y="2153"/>
                  </a:lnTo>
                  <a:cubicBezTo>
                    <a:pt x="1314" y="1951"/>
                    <a:pt x="1940" y="1766"/>
                    <a:pt x="2546" y="1580"/>
                  </a:cubicBezTo>
                  <a:cubicBezTo>
                    <a:pt x="2813" y="1495"/>
                    <a:pt x="3067" y="1430"/>
                    <a:pt x="3334" y="1345"/>
                  </a:cubicBezTo>
                  <a:lnTo>
                    <a:pt x="3354" y="1345"/>
                  </a:lnTo>
                  <a:cubicBezTo>
                    <a:pt x="3471" y="1293"/>
                    <a:pt x="3588" y="1261"/>
                    <a:pt x="3572" y="1059"/>
                  </a:cubicBezTo>
                  <a:cubicBezTo>
                    <a:pt x="3556" y="909"/>
                    <a:pt x="3556" y="739"/>
                    <a:pt x="3556" y="586"/>
                  </a:cubicBezTo>
                  <a:lnTo>
                    <a:pt x="3556" y="283"/>
                  </a:lnTo>
                  <a:lnTo>
                    <a:pt x="3556" y="202"/>
                  </a:lnTo>
                  <a:cubicBezTo>
                    <a:pt x="3536" y="134"/>
                    <a:pt x="3536" y="81"/>
                    <a:pt x="3572" y="16"/>
                  </a:cubicBezTo>
                  <a:cubicBezTo>
                    <a:pt x="3572" y="16"/>
                    <a:pt x="3572" y="0"/>
                    <a:pt x="35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0">
              <a:extLst>
                <a:ext uri="{FF2B5EF4-FFF2-40B4-BE49-F238E27FC236}">
                  <a16:creationId xmlns:a16="http://schemas.microsoft.com/office/drawing/2014/main" id="{6CE8FC80-DD09-FE8F-F385-0883B0DEE5F6}"/>
                </a:ext>
              </a:extLst>
            </p:cNvPr>
            <p:cNvSpPr/>
            <p:nvPr/>
          </p:nvSpPr>
          <p:spPr>
            <a:xfrm>
              <a:off x="1189246" y="1572807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34"/>
                    <a:pt x="16" y="272"/>
                    <a:pt x="0" y="389"/>
                  </a:cubicBezTo>
                  <a:lnTo>
                    <a:pt x="0" y="639"/>
                  </a:lnTo>
                  <a:lnTo>
                    <a:pt x="0" y="756"/>
                  </a:lnTo>
                  <a:cubicBezTo>
                    <a:pt x="0" y="841"/>
                    <a:pt x="0" y="926"/>
                    <a:pt x="16" y="1011"/>
                  </a:cubicBezTo>
                  <a:cubicBezTo>
                    <a:pt x="16" y="1027"/>
                    <a:pt x="33" y="1027"/>
                    <a:pt x="33" y="1027"/>
                  </a:cubicBezTo>
                  <a:cubicBezTo>
                    <a:pt x="49" y="1027"/>
                    <a:pt x="49" y="1011"/>
                    <a:pt x="49" y="1011"/>
                  </a:cubicBezTo>
                  <a:cubicBezTo>
                    <a:pt x="33" y="926"/>
                    <a:pt x="33" y="841"/>
                    <a:pt x="33" y="756"/>
                  </a:cubicBezTo>
                  <a:lnTo>
                    <a:pt x="33" y="639"/>
                  </a:lnTo>
                  <a:lnTo>
                    <a:pt x="33" y="389"/>
                  </a:lnTo>
                  <a:cubicBezTo>
                    <a:pt x="33" y="272"/>
                    <a:pt x="33" y="134"/>
                    <a:pt x="16" y="17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0">
              <a:extLst>
                <a:ext uri="{FF2B5EF4-FFF2-40B4-BE49-F238E27FC236}">
                  <a16:creationId xmlns:a16="http://schemas.microsoft.com/office/drawing/2014/main" id="{2020FA79-B674-6C88-053E-BA5603288061}"/>
                </a:ext>
              </a:extLst>
            </p:cNvPr>
            <p:cNvSpPr/>
            <p:nvPr/>
          </p:nvSpPr>
          <p:spPr>
            <a:xfrm>
              <a:off x="1033505" y="3376847"/>
              <a:ext cx="5364" cy="95153"/>
            </a:xfrm>
            <a:custGeom>
              <a:avLst/>
              <a:gdLst/>
              <a:ahLst/>
              <a:cxnLst/>
              <a:rect l="l" t="t" r="r" b="b"/>
              <a:pathLst>
                <a:path w="54" h="958" extrusionOk="0">
                  <a:moveTo>
                    <a:pt x="21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7" y="49"/>
                    <a:pt x="37" y="101"/>
                    <a:pt x="37" y="150"/>
                  </a:cubicBezTo>
                  <a:lnTo>
                    <a:pt x="37" y="740"/>
                  </a:lnTo>
                  <a:lnTo>
                    <a:pt x="37" y="942"/>
                  </a:lnTo>
                  <a:cubicBezTo>
                    <a:pt x="37" y="942"/>
                    <a:pt x="37" y="958"/>
                    <a:pt x="53" y="958"/>
                  </a:cubicBezTo>
                  <a:lnTo>
                    <a:pt x="53" y="942"/>
                  </a:lnTo>
                  <a:lnTo>
                    <a:pt x="53" y="740"/>
                  </a:lnTo>
                  <a:lnTo>
                    <a:pt x="53" y="150"/>
                  </a:lnTo>
                  <a:cubicBezTo>
                    <a:pt x="53" y="101"/>
                    <a:pt x="53" y="49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0">
              <a:extLst>
                <a:ext uri="{FF2B5EF4-FFF2-40B4-BE49-F238E27FC236}">
                  <a16:creationId xmlns:a16="http://schemas.microsoft.com/office/drawing/2014/main" id="{805C2A06-9C39-5F90-AEAF-5ABBA07655C6}"/>
                </a:ext>
              </a:extLst>
            </p:cNvPr>
            <p:cNvSpPr/>
            <p:nvPr/>
          </p:nvSpPr>
          <p:spPr>
            <a:xfrm>
              <a:off x="475398" y="1555326"/>
              <a:ext cx="163787" cy="206596"/>
            </a:xfrm>
            <a:custGeom>
              <a:avLst/>
              <a:gdLst/>
              <a:ahLst/>
              <a:cxnLst/>
              <a:rect l="l" t="t" r="r" b="b"/>
              <a:pathLst>
                <a:path w="1649" h="2080" extrusionOk="0">
                  <a:moveTo>
                    <a:pt x="1645" y="0"/>
                  </a:moveTo>
                  <a:cubicBezTo>
                    <a:pt x="1640" y="0"/>
                    <a:pt x="1633" y="7"/>
                    <a:pt x="1633" y="7"/>
                  </a:cubicBezTo>
                  <a:cubicBezTo>
                    <a:pt x="1580" y="76"/>
                    <a:pt x="1600" y="161"/>
                    <a:pt x="1617" y="225"/>
                  </a:cubicBezTo>
                  <a:lnTo>
                    <a:pt x="1617" y="294"/>
                  </a:lnTo>
                  <a:cubicBezTo>
                    <a:pt x="1633" y="448"/>
                    <a:pt x="1633" y="581"/>
                    <a:pt x="1633" y="714"/>
                  </a:cubicBezTo>
                  <a:cubicBezTo>
                    <a:pt x="1633" y="815"/>
                    <a:pt x="1617" y="916"/>
                    <a:pt x="1633" y="1033"/>
                  </a:cubicBezTo>
                  <a:cubicBezTo>
                    <a:pt x="1633" y="1070"/>
                    <a:pt x="1617" y="1086"/>
                    <a:pt x="1564" y="1118"/>
                  </a:cubicBezTo>
                  <a:cubicBezTo>
                    <a:pt x="1160" y="1357"/>
                    <a:pt x="740" y="1607"/>
                    <a:pt x="352" y="1861"/>
                  </a:cubicBezTo>
                  <a:cubicBezTo>
                    <a:pt x="235" y="1926"/>
                    <a:pt x="118" y="1995"/>
                    <a:pt x="17" y="2063"/>
                  </a:cubicBezTo>
                  <a:cubicBezTo>
                    <a:pt x="1" y="2063"/>
                    <a:pt x="1" y="2063"/>
                    <a:pt x="1" y="2080"/>
                  </a:cubicBezTo>
                  <a:lnTo>
                    <a:pt x="33" y="2080"/>
                  </a:lnTo>
                  <a:cubicBezTo>
                    <a:pt x="134" y="2011"/>
                    <a:pt x="251" y="1942"/>
                    <a:pt x="352" y="1878"/>
                  </a:cubicBezTo>
                  <a:cubicBezTo>
                    <a:pt x="756" y="1623"/>
                    <a:pt x="1176" y="1373"/>
                    <a:pt x="1580" y="1134"/>
                  </a:cubicBezTo>
                  <a:cubicBezTo>
                    <a:pt x="1633" y="1102"/>
                    <a:pt x="1649" y="1086"/>
                    <a:pt x="1649" y="1017"/>
                  </a:cubicBezTo>
                  <a:lnTo>
                    <a:pt x="1649" y="714"/>
                  </a:lnTo>
                  <a:lnTo>
                    <a:pt x="1649" y="294"/>
                  </a:lnTo>
                  <a:cubicBezTo>
                    <a:pt x="1649" y="278"/>
                    <a:pt x="1633" y="246"/>
                    <a:pt x="1633" y="225"/>
                  </a:cubicBezTo>
                  <a:cubicBezTo>
                    <a:pt x="1617" y="161"/>
                    <a:pt x="1617" y="92"/>
                    <a:pt x="1649" y="23"/>
                  </a:cubicBezTo>
                  <a:lnTo>
                    <a:pt x="1649" y="7"/>
                  </a:lnTo>
                  <a:cubicBezTo>
                    <a:pt x="1649" y="2"/>
                    <a:pt x="1647" y="0"/>
                    <a:pt x="1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0">
              <a:extLst>
                <a:ext uri="{FF2B5EF4-FFF2-40B4-BE49-F238E27FC236}">
                  <a16:creationId xmlns:a16="http://schemas.microsoft.com/office/drawing/2014/main" id="{622481DA-878B-5AB4-EEA8-A8857CE0485D}"/>
                </a:ext>
              </a:extLst>
            </p:cNvPr>
            <p:cNvSpPr/>
            <p:nvPr/>
          </p:nvSpPr>
          <p:spPr>
            <a:xfrm>
              <a:off x="1518608" y="2831553"/>
              <a:ext cx="182261" cy="299366"/>
            </a:xfrm>
            <a:custGeom>
              <a:avLst/>
              <a:gdLst/>
              <a:ahLst/>
              <a:cxnLst/>
              <a:rect l="l" t="t" r="r" b="b"/>
              <a:pathLst>
                <a:path w="1835" h="3014" extrusionOk="0">
                  <a:moveTo>
                    <a:pt x="65" y="0"/>
                  </a:moveTo>
                  <a:cubicBezTo>
                    <a:pt x="1" y="170"/>
                    <a:pt x="65" y="271"/>
                    <a:pt x="187" y="388"/>
                  </a:cubicBezTo>
                  <a:cubicBezTo>
                    <a:pt x="352" y="558"/>
                    <a:pt x="506" y="744"/>
                    <a:pt x="655" y="930"/>
                  </a:cubicBezTo>
                  <a:cubicBezTo>
                    <a:pt x="724" y="1010"/>
                    <a:pt x="793" y="1095"/>
                    <a:pt x="873" y="1164"/>
                  </a:cubicBezTo>
                  <a:cubicBezTo>
                    <a:pt x="926" y="1249"/>
                    <a:pt x="995" y="1313"/>
                    <a:pt x="1059" y="1398"/>
                  </a:cubicBezTo>
                  <a:cubicBezTo>
                    <a:pt x="1261" y="1636"/>
                    <a:pt x="1479" y="1871"/>
                    <a:pt x="1702" y="2105"/>
                  </a:cubicBezTo>
                  <a:cubicBezTo>
                    <a:pt x="1782" y="2206"/>
                    <a:pt x="1819" y="2291"/>
                    <a:pt x="1819" y="2408"/>
                  </a:cubicBezTo>
                  <a:cubicBezTo>
                    <a:pt x="1802" y="2493"/>
                    <a:pt x="1802" y="2594"/>
                    <a:pt x="1819" y="2695"/>
                  </a:cubicBezTo>
                  <a:lnTo>
                    <a:pt x="1819" y="2865"/>
                  </a:lnTo>
                  <a:lnTo>
                    <a:pt x="1819" y="2897"/>
                  </a:lnTo>
                  <a:cubicBezTo>
                    <a:pt x="1819" y="2929"/>
                    <a:pt x="1819" y="2966"/>
                    <a:pt x="1782" y="2982"/>
                  </a:cubicBezTo>
                  <a:lnTo>
                    <a:pt x="1782" y="3014"/>
                  </a:lnTo>
                  <a:lnTo>
                    <a:pt x="1802" y="3014"/>
                  </a:lnTo>
                  <a:cubicBezTo>
                    <a:pt x="1835" y="2966"/>
                    <a:pt x="1835" y="2929"/>
                    <a:pt x="1835" y="2897"/>
                  </a:cubicBezTo>
                  <a:lnTo>
                    <a:pt x="1835" y="2865"/>
                  </a:lnTo>
                  <a:lnTo>
                    <a:pt x="1835" y="2695"/>
                  </a:lnTo>
                  <a:lnTo>
                    <a:pt x="1835" y="2408"/>
                  </a:lnTo>
                  <a:cubicBezTo>
                    <a:pt x="1835" y="2291"/>
                    <a:pt x="1802" y="2190"/>
                    <a:pt x="1718" y="2089"/>
                  </a:cubicBezTo>
                  <a:cubicBezTo>
                    <a:pt x="1500" y="1855"/>
                    <a:pt x="1298" y="1616"/>
                    <a:pt x="1075" y="1382"/>
                  </a:cubicBezTo>
                  <a:cubicBezTo>
                    <a:pt x="1027" y="1297"/>
                    <a:pt x="958" y="1232"/>
                    <a:pt x="894" y="1148"/>
                  </a:cubicBezTo>
                  <a:cubicBezTo>
                    <a:pt x="825" y="1079"/>
                    <a:pt x="756" y="994"/>
                    <a:pt x="692" y="909"/>
                  </a:cubicBezTo>
                  <a:cubicBezTo>
                    <a:pt x="538" y="728"/>
                    <a:pt x="368" y="542"/>
                    <a:pt x="203" y="372"/>
                  </a:cubicBezTo>
                  <a:cubicBezTo>
                    <a:pt x="102" y="271"/>
                    <a:pt x="17" y="170"/>
                    <a:pt x="102" y="21"/>
                  </a:cubicBezTo>
                  <a:cubicBezTo>
                    <a:pt x="102" y="21"/>
                    <a:pt x="102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0">
              <a:extLst>
                <a:ext uri="{FF2B5EF4-FFF2-40B4-BE49-F238E27FC236}">
                  <a16:creationId xmlns:a16="http://schemas.microsoft.com/office/drawing/2014/main" id="{649E68D2-7DC1-4EFB-A3CF-0334ABC4C8A8}"/>
                </a:ext>
              </a:extLst>
            </p:cNvPr>
            <p:cNvSpPr/>
            <p:nvPr/>
          </p:nvSpPr>
          <p:spPr>
            <a:xfrm>
              <a:off x="1991693" y="2985606"/>
              <a:ext cx="4966" cy="40227"/>
            </a:xfrm>
            <a:custGeom>
              <a:avLst/>
              <a:gdLst/>
              <a:ahLst/>
              <a:cxnLst/>
              <a:rect l="l" t="t" r="r" b="b"/>
              <a:pathLst>
                <a:path w="50" h="405" extrusionOk="0">
                  <a:moveTo>
                    <a:pt x="33" y="1"/>
                  </a:moveTo>
                  <a:cubicBezTo>
                    <a:pt x="33" y="1"/>
                    <a:pt x="17" y="1"/>
                    <a:pt x="17" y="17"/>
                  </a:cubicBezTo>
                  <a:cubicBezTo>
                    <a:pt x="1" y="102"/>
                    <a:pt x="1" y="166"/>
                    <a:pt x="1" y="251"/>
                  </a:cubicBezTo>
                  <a:cubicBezTo>
                    <a:pt x="1" y="304"/>
                    <a:pt x="17" y="352"/>
                    <a:pt x="1" y="388"/>
                  </a:cubicBezTo>
                  <a:cubicBezTo>
                    <a:pt x="1" y="405"/>
                    <a:pt x="17" y="405"/>
                    <a:pt x="17" y="405"/>
                  </a:cubicBezTo>
                  <a:cubicBezTo>
                    <a:pt x="33" y="405"/>
                    <a:pt x="33" y="405"/>
                    <a:pt x="33" y="388"/>
                  </a:cubicBezTo>
                  <a:lnTo>
                    <a:pt x="33" y="251"/>
                  </a:lnTo>
                  <a:cubicBezTo>
                    <a:pt x="33" y="186"/>
                    <a:pt x="33" y="102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0">
              <a:extLst>
                <a:ext uri="{FF2B5EF4-FFF2-40B4-BE49-F238E27FC236}">
                  <a16:creationId xmlns:a16="http://schemas.microsoft.com/office/drawing/2014/main" id="{63D107B9-D20E-B799-D4DB-EEE5B0AA7DFB}"/>
                </a:ext>
              </a:extLst>
            </p:cNvPr>
            <p:cNvSpPr/>
            <p:nvPr/>
          </p:nvSpPr>
          <p:spPr>
            <a:xfrm>
              <a:off x="1416701" y="3590694"/>
              <a:ext cx="85221" cy="143723"/>
            </a:xfrm>
            <a:custGeom>
              <a:avLst/>
              <a:gdLst/>
              <a:ahLst/>
              <a:cxnLst/>
              <a:rect l="l" t="t" r="r" b="b"/>
              <a:pathLst>
                <a:path w="858" h="1447" extrusionOk="0">
                  <a:moveTo>
                    <a:pt x="1" y="0"/>
                  </a:moveTo>
                  <a:lnTo>
                    <a:pt x="1" y="33"/>
                  </a:lnTo>
                  <a:cubicBezTo>
                    <a:pt x="65" y="85"/>
                    <a:pt x="134" y="134"/>
                    <a:pt x="203" y="202"/>
                  </a:cubicBezTo>
                  <a:cubicBezTo>
                    <a:pt x="384" y="356"/>
                    <a:pt x="570" y="505"/>
                    <a:pt x="756" y="659"/>
                  </a:cubicBezTo>
                  <a:cubicBezTo>
                    <a:pt x="825" y="707"/>
                    <a:pt x="825" y="740"/>
                    <a:pt x="825" y="792"/>
                  </a:cubicBezTo>
                  <a:lnTo>
                    <a:pt x="825" y="1265"/>
                  </a:lnTo>
                  <a:lnTo>
                    <a:pt x="825" y="1430"/>
                  </a:lnTo>
                  <a:cubicBezTo>
                    <a:pt x="825" y="1447"/>
                    <a:pt x="825" y="1447"/>
                    <a:pt x="841" y="1447"/>
                  </a:cubicBezTo>
                  <a:cubicBezTo>
                    <a:pt x="841" y="1447"/>
                    <a:pt x="857" y="1447"/>
                    <a:pt x="857" y="1430"/>
                  </a:cubicBezTo>
                  <a:lnTo>
                    <a:pt x="857" y="1265"/>
                  </a:lnTo>
                  <a:lnTo>
                    <a:pt x="857" y="792"/>
                  </a:lnTo>
                  <a:cubicBezTo>
                    <a:pt x="857" y="740"/>
                    <a:pt x="841" y="691"/>
                    <a:pt x="772" y="639"/>
                  </a:cubicBezTo>
                  <a:cubicBezTo>
                    <a:pt x="586" y="489"/>
                    <a:pt x="405" y="336"/>
                    <a:pt x="219" y="170"/>
                  </a:cubicBezTo>
                  <a:cubicBezTo>
                    <a:pt x="150" y="118"/>
                    <a:pt x="82" y="69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0">
              <a:extLst>
                <a:ext uri="{FF2B5EF4-FFF2-40B4-BE49-F238E27FC236}">
                  <a16:creationId xmlns:a16="http://schemas.microsoft.com/office/drawing/2014/main" id="{DE5E4ABA-1195-CA3A-AA33-E16E8FA9B014}"/>
                </a:ext>
              </a:extLst>
            </p:cNvPr>
            <p:cNvSpPr/>
            <p:nvPr/>
          </p:nvSpPr>
          <p:spPr>
            <a:xfrm>
              <a:off x="1087339" y="1629820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25"/>
                  </a:lnTo>
                  <a:lnTo>
                    <a:pt x="0" y="857"/>
                  </a:lnTo>
                  <a:cubicBezTo>
                    <a:pt x="0" y="909"/>
                    <a:pt x="0" y="958"/>
                    <a:pt x="32" y="1010"/>
                  </a:cubicBezTo>
                  <a:lnTo>
                    <a:pt x="49" y="1027"/>
                  </a:lnTo>
                  <a:lnTo>
                    <a:pt x="49" y="1010"/>
                  </a:lnTo>
                  <a:cubicBezTo>
                    <a:pt x="65" y="1010"/>
                    <a:pt x="65" y="1010"/>
                    <a:pt x="49" y="990"/>
                  </a:cubicBezTo>
                  <a:cubicBezTo>
                    <a:pt x="32" y="958"/>
                    <a:pt x="32" y="909"/>
                    <a:pt x="32" y="857"/>
                  </a:cubicBezTo>
                  <a:lnTo>
                    <a:pt x="32" y="825"/>
                  </a:lnTo>
                  <a:lnTo>
                    <a:pt x="32" y="522"/>
                  </a:lnTo>
                  <a:cubicBezTo>
                    <a:pt x="32" y="352"/>
                    <a:pt x="32" y="182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0">
              <a:extLst>
                <a:ext uri="{FF2B5EF4-FFF2-40B4-BE49-F238E27FC236}">
                  <a16:creationId xmlns:a16="http://schemas.microsoft.com/office/drawing/2014/main" id="{55C89728-3884-ADD3-DA34-FD70B369CACE}"/>
                </a:ext>
              </a:extLst>
            </p:cNvPr>
            <p:cNvSpPr/>
            <p:nvPr/>
          </p:nvSpPr>
          <p:spPr>
            <a:xfrm>
              <a:off x="933186" y="2751299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21" y="0"/>
                  </a:moveTo>
                  <a:cubicBezTo>
                    <a:pt x="1" y="0"/>
                    <a:pt x="1" y="0"/>
                    <a:pt x="1" y="21"/>
                  </a:cubicBezTo>
                  <a:cubicBezTo>
                    <a:pt x="21" y="138"/>
                    <a:pt x="21" y="271"/>
                    <a:pt x="21" y="404"/>
                  </a:cubicBezTo>
                  <a:lnTo>
                    <a:pt x="21" y="643"/>
                  </a:lnTo>
                  <a:lnTo>
                    <a:pt x="21" y="691"/>
                  </a:lnTo>
                  <a:cubicBezTo>
                    <a:pt x="21" y="728"/>
                    <a:pt x="21" y="760"/>
                    <a:pt x="37" y="792"/>
                  </a:cubicBezTo>
                  <a:lnTo>
                    <a:pt x="37" y="808"/>
                  </a:lnTo>
                  <a:lnTo>
                    <a:pt x="53" y="808"/>
                  </a:lnTo>
                  <a:lnTo>
                    <a:pt x="53" y="792"/>
                  </a:lnTo>
                  <a:cubicBezTo>
                    <a:pt x="37" y="760"/>
                    <a:pt x="37" y="728"/>
                    <a:pt x="37" y="691"/>
                  </a:cubicBezTo>
                  <a:lnTo>
                    <a:pt x="37" y="643"/>
                  </a:lnTo>
                  <a:lnTo>
                    <a:pt x="37" y="404"/>
                  </a:lnTo>
                  <a:cubicBezTo>
                    <a:pt x="53" y="271"/>
                    <a:pt x="53" y="138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0">
              <a:extLst>
                <a:ext uri="{FF2B5EF4-FFF2-40B4-BE49-F238E27FC236}">
                  <a16:creationId xmlns:a16="http://schemas.microsoft.com/office/drawing/2014/main" id="{979D6798-7F2C-67CB-B00A-F3E8447FC27C}"/>
                </a:ext>
              </a:extLst>
            </p:cNvPr>
            <p:cNvSpPr/>
            <p:nvPr/>
          </p:nvSpPr>
          <p:spPr>
            <a:xfrm>
              <a:off x="1336446" y="2579168"/>
              <a:ext cx="4966" cy="88797"/>
            </a:xfrm>
            <a:custGeom>
              <a:avLst/>
              <a:gdLst/>
              <a:ahLst/>
              <a:cxnLst/>
              <a:rect l="l" t="t" r="r" b="b"/>
              <a:pathLst>
                <a:path w="50" h="894" extrusionOk="0">
                  <a:moveTo>
                    <a:pt x="17" y="0"/>
                  </a:moveTo>
                  <a:lnTo>
                    <a:pt x="17" y="17"/>
                  </a:lnTo>
                  <a:lnTo>
                    <a:pt x="17" y="202"/>
                  </a:lnTo>
                  <a:lnTo>
                    <a:pt x="17" y="744"/>
                  </a:lnTo>
                  <a:lnTo>
                    <a:pt x="17" y="776"/>
                  </a:lnTo>
                  <a:cubicBezTo>
                    <a:pt x="17" y="808"/>
                    <a:pt x="1" y="845"/>
                    <a:pt x="33" y="877"/>
                  </a:cubicBezTo>
                  <a:lnTo>
                    <a:pt x="33" y="893"/>
                  </a:lnTo>
                  <a:lnTo>
                    <a:pt x="49" y="893"/>
                  </a:lnTo>
                  <a:lnTo>
                    <a:pt x="49" y="877"/>
                  </a:lnTo>
                  <a:cubicBezTo>
                    <a:pt x="33" y="845"/>
                    <a:pt x="33" y="808"/>
                    <a:pt x="33" y="776"/>
                  </a:cubicBezTo>
                  <a:lnTo>
                    <a:pt x="33" y="744"/>
                  </a:lnTo>
                  <a:lnTo>
                    <a:pt x="33" y="202"/>
                  </a:ln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0">
              <a:extLst>
                <a:ext uri="{FF2B5EF4-FFF2-40B4-BE49-F238E27FC236}">
                  <a16:creationId xmlns:a16="http://schemas.microsoft.com/office/drawing/2014/main" id="{DE7E432C-511C-AA4E-0B82-F03DAEBB1F59}"/>
                </a:ext>
              </a:extLst>
            </p:cNvPr>
            <p:cNvSpPr/>
            <p:nvPr/>
          </p:nvSpPr>
          <p:spPr>
            <a:xfrm>
              <a:off x="730961" y="3589105"/>
              <a:ext cx="92074" cy="147299"/>
            </a:xfrm>
            <a:custGeom>
              <a:avLst/>
              <a:gdLst/>
              <a:ahLst/>
              <a:cxnLst/>
              <a:rect l="l" t="t" r="r" b="b"/>
              <a:pathLst>
                <a:path w="927" h="1483" extrusionOk="0">
                  <a:moveTo>
                    <a:pt x="910" y="0"/>
                  </a:moveTo>
                  <a:cubicBezTo>
                    <a:pt x="894" y="0"/>
                    <a:pt x="894" y="16"/>
                    <a:pt x="894" y="16"/>
                  </a:cubicBezTo>
                  <a:lnTo>
                    <a:pt x="894" y="675"/>
                  </a:lnTo>
                  <a:lnTo>
                    <a:pt x="894" y="792"/>
                  </a:lnTo>
                  <a:lnTo>
                    <a:pt x="894" y="1095"/>
                  </a:lnTo>
                  <a:cubicBezTo>
                    <a:pt x="894" y="1196"/>
                    <a:pt x="878" y="1228"/>
                    <a:pt x="760" y="1261"/>
                  </a:cubicBezTo>
                  <a:cubicBezTo>
                    <a:pt x="724" y="1281"/>
                    <a:pt x="676" y="1297"/>
                    <a:pt x="643" y="1297"/>
                  </a:cubicBezTo>
                  <a:cubicBezTo>
                    <a:pt x="506" y="1329"/>
                    <a:pt x="373" y="1362"/>
                    <a:pt x="255" y="1430"/>
                  </a:cubicBezTo>
                  <a:cubicBezTo>
                    <a:pt x="237" y="1446"/>
                    <a:pt x="212" y="1451"/>
                    <a:pt x="185" y="1451"/>
                  </a:cubicBezTo>
                  <a:cubicBezTo>
                    <a:pt x="157" y="1451"/>
                    <a:pt x="128" y="1446"/>
                    <a:pt x="102" y="1446"/>
                  </a:cubicBezTo>
                  <a:cubicBezTo>
                    <a:pt x="70" y="1446"/>
                    <a:pt x="37" y="1430"/>
                    <a:pt x="17" y="1430"/>
                  </a:cubicBezTo>
                  <a:cubicBezTo>
                    <a:pt x="1" y="1430"/>
                    <a:pt x="1" y="1446"/>
                    <a:pt x="1" y="1446"/>
                  </a:cubicBezTo>
                  <a:cubicBezTo>
                    <a:pt x="1" y="1463"/>
                    <a:pt x="1" y="1463"/>
                    <a:pt x="17" y="1463"/>
                  </a:cubicBezTo>
                  <a:lnTo>
                    <a:pt x="102" y="1463"/>
                  </a:lnTo>
                  <a:cubicBezTo>
                    <a:pt x="118" y="1483"/>
                    <a:pt x="154" y="1483"/>
                    <a:pt x="187" y="1483"/>
                  </a:cubicBezTo>
                  <a:cubicBezTo>
                    <a:pt x="219" y="1483"/>
                    <a:pt x="239" y="1463"/>
                    <a:pt x="272" y="1463"/>
                  </a:cubicBezTo>
                  <a:cubicBezTo>
                    <a:pt x="389" y="1398"/>
                    <a:pt x="522" y="1362"/>
                    <a:pt x="643" y="1329"/>
                  </a:cubicBezTo>
                  <a:cubicBezTo>
                    <a:pt x="692" y="1313"/>
                    <a:pt x="724" y="1297"/>
                    <a:pt x="777" y="1297"/>
                  </a:cubicBezTo>
                  <a:cubicBezTo>
                    <a:pt x="894" y="1261"/>
                    <a:pt x="926" y="1196"/>
                    <a:pt x="926" y="1079"/>
                  </a:cubicBezTo>
                  <a:cubicBezTo>
                    <a:pt x="910" y="994"/>
                    <a:pt x="910" y="893"/>
                    <a:pt x="910" y="792"/>
                  </a:cubicBezTo>
                  <a:lnTo>
                    <a:pt x="910" y="675"/>
                  </a:lnTo>
                  <a:lnTo>
                    <a:pt x="910" y="16"/>
                  </a:lnTo>
                  <a:lnTo>
                    <a:pt x="9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0">
              <a:extLst>
                <a:ext uri="{FF2B5EF4-FFF2-40B4-BE49-F238E27FC236}">
                  <a16:creationId xmlns:a16="http://schemas.microsoft.com/office/drawing/2014/main" id="{FF4D60C4-7CA1-FAB8-AB92-775F3697A6B2}"/>
                </a:ext>
              </a:extLst>
            </p:cNvPr>
            <p:cNvSpPr/>
            <p:nvPr/>
          </p:nvSpPr>
          <p:spPr>
            <a:xfrm>
              <a:off x="1745764" y="2000998"/>
              <a:ext cx="157331" cy="321018"/>
            </a:xfrm>
            <a:custGeom>
              <a:avLst/>
              <a:gdLst/>
              <a:ahLst/>
              <a:cxnLst/>
              <a:rect l="l" t="t" r="r" b="b"/>
              <a:pathLst>
                <a:path w="1584" h="3232" extrusionOk="0">
                  <a:moveTo>
                    <a:pt x="20" y="0"/>
                  </a:moveTo>
                  <a:cubicBezTo>
                    <a:pt x="0" y="16"/>
                    <a:pt x="0" y="16"/>
                    <a:pt x="20" y="16"/>
                  </a:cubicBezTo>
                  <a:cubicBezTo>
                    <a:pt x="53" y="49"/>
                    <a:pt x="85" y="81"/>
                    <a:pt x="121" y="134"/>
                  </a:cubicBezTo>
                  <a:cubicBezTo>
                    <a:pt x="255" y="352"/>
                    <a:pt x="388" y="586"/>
                    <a:pt x="525" y="808"/>
                  </a:cubicBezTo>
                  <a:cubicBezTo>
                    <a:pt x="606" y="941"/>
                    <a:pt x="675" y="1075"/>
                    <a:pt x="760" y="1212"/>
                  </a:cubicBezTo>
                  <a:cubicBezTo>
                    <a:pt x="946" y="1515"/>
                    <a:pt x="1148" y="1834"/>
                    <a:pt x="1333" y="2137"/>
                  </a:cubicBezTo>
                  <a:cubicBezTo>
                    <a:pt x="1366" y="2186"/>
                    <a:pt x="1382" y="2222"/>
                    <a:pt x="1382" y="2271"/>
                  </a:cubicBezTo>
                  <a:cubicBezTo>
                    <a:pt x="1382" y="2303"/>
                    <a:pt x="1382" y="2339"/>
                    <a:pt x="1398" y="2388"/>
                  </a:cubicBezTo>
                  <a:cubicBezTo>
                    <a:pt x="1398" y="2505"/>
                    <a:pt x="1398" y="2658"/>
                    <a:pt x="1382" y="2776"/>
                  </a:cubicBezTo>
                  <a:cubicBezTo>
                    <a:pt x="1350" y="2961"/>
                    <a:pt x="1414" y="3095"/>
                    <a:pt x="1568" y="3232"/>
                  </a:cubicBezTo>
                  <a:lnTo>
                    <a:pt x="1584" y="3232"/>
                  </a:lnTo>
                  <a:lnTo>
                    <a:pt x="1584" y="3212"/>
                  </a:lnTo>
                  <a:lnTo>
                    <a:pt x="1584" y="3196"/>
                  </a:lnTo>
                  <a:cubicBezTo>
                    <a:pt x="1434" y="3078"/>
                    <a:pt x="1382" y="2961"/>
                    <a:pt x="1414" y="2776"/>
                  </a:cubicBezTo>
                  <a:cubicBezTo>
                    <a:pt x="1434" y="2658"/>
                    <a:pt x="1414" y="2505"/>
                    <a:pt x="1414" y="2388"/>
                  </a:cubicBezTo>
                  <a:lnTo>
                    <a:pt x="1414" y="2271"/>
                  </a:lnTo>
                  <a:cubicBezTo>
                    <a:pt x="1414" y="2222"/>
                    <a:pt x="1398" y="2170"/>
                    <a:pt x="1366" y="2121"/>
                  </a:cubicBezTo>
                  <a:cubicBezTo>
                    <a:pt x="1164" y="1818"/>
                    <a:pt x="978" y="1515"/>
                    <a:pt x="776" y="1192"/>
                  </a:cubicBezTo>
                  <a:cubicBezTo>
                    <a:pt x="707" y="1059"/>
                    <a:pt x="626" y="925"/>
                    <a:pt x="542" y="788"/>
                  </a:cubicBezTo>
                  <a:cubicBezTo>
                    <a:pt x="424" y="570"/>
                    <a:pt x="287" y="352"/>
                    <a:pt x="154" y="117"/>
                  </a:cubicBezTo>
                  <a:cubicBezTo>
                    <a:pt x="101" y="65"/>
                    <a:pt x="69" y="33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0">
              <a:extLst>
                <a:ext uri="{FF2B5EF4-FFF2-40B4-BE49-F238E27FC236}">
                  <a16:creationId xmlns:a16="http://schemas.microsoft.com/office/drawing/2014/main" id="{793138AB-1828-8A59-8784-B7F33A6C3CBC}"/>
                </a:ext>
              </a:extLst>
            </p:cNvPr>
            <p:cNvSpPr/>
            <p:nvPr/>
          </p:nvSpPr>
          <p:spPr>
            <a:xfrm>
              <a:off x="1386605" y="1464146"/>
              <a:ext cx="4966" cy="93564"/>
            </a:xfrm>
            <a:custGeom>
              <a:avLst/>
              <a:gdLst/>
              <a:ahLst/>
              <a:cxnLst/>
              <a:rect l="l" t="t" r="r" b="b"/>
              <a:pathLst>
                <a:path w="50" h="942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7" y="202"/>
                    <a:pt x="17" y="404"/>
                    <a:pt x="17" y="590"/>
                  </a:cubicBezTo>
                  <a:lnTo>
                    <a:pt x="17" y="925"/>
                  </a:lnTo>
                  <a:cubicBezTo>
                    <a:pt x="17" y="941"/>
                    <a:pt x="33" y="941"/>
                    <a:pt x="33" y="941"/>
                  </a:cubicBezTo>
                  <a:cubicBezTo>
                    <a:pt x="33" y="941"/>
                    <a:pt x="49" y="941"/>
                    <a:pt x="49" y="925"/>
                  </a:cubicBezTo>
                  <a:lnTo>
                    <a:pt x="49" y="590"/>
                  </a:ln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0">
              <a:extLst>
                <a:ext uri="{FF2B5EF4-FFF2-40B4-BE49-F238E27FC236}">
                  <a16:creationId xmlns:a16="http://schemas.microsoft.com/office/drawing/2014/main" id="{6E7B3E10-806A-63E1-5017-E93870D81A5F}"/>
                </a:ext>
              </a:extLst>
            </p:cNvPr>
            <p:cNvSpPr/>
            <p:nvPr/>
          </p:nvSpPr>
          <p:spPr>
            <a:xfrm>
              <a:off x="1414714" y="1806817"/>
              <a:ext cx="88797" cy="260827"/>
            </a:xfrm>
            <a:custGeom>
              <a:avLst/>
              <a:gdLst/>
              <a:ahLst/>
              <a:cxnLst/>
              <a:rect l="l" t="t" r="r" b="b"/>
              <a:pathLst>
                <a:path w="894" h="2626" extrusionOk="0">
                  <a:moveTo>
                    <a:pt x="21" y="0"/>
                  </a:moveTo>
                  <a:lnTo>
                    <a:pt x="1" y="16"/>
                  </a:lnTo>
                  <a:cubicBezTo>
                    <a:pt x="1" y="16"/>
                    <a:pt x="1" y="36"/>
                    <a:pt x="21" y="36"/>
                  </a:cubicBezTo>
                  <a:cubicBezTo>
                    <a:pt x="69" y="53"/>
                    <a:pt x="85" y="85"/>
                    <a:pt x="122" y="137"/>
                  </a:cubicBezTo>
                  <a:cubicBezTo>
                    <a:pt x="122" y="154"/>
                    <a:pt x="138" y="154"/>
                    <a:pt x="138" y="170"/>
                  </a:cubicBezTo>
                  <a:cubicBezTo>
                    <a:pt x="271" y="372"/>
                    <a:pt x="425" y="574"/>
                    <a:pt x="542" y="776"/>
                  </a:cubicBezTo>
                  <a:cubicBezTo>
                    <a:pt x="627" y="893"/>
                    <a:pt x="691" y="994"/>
                    <a:pt x="760" y="1111"/>
                  </a:cubicBezTo>
                  <a:cubicBezTo>
                    <a:pt x="808" y="1180"/>
                    <a:pt x="829" y="1228"/>
                    <a:pt x="829" y="1297"/>
                  </a:cubicBezTo>
                  <a:lnTo>
                    <a:pt x="829" y="1584"/>
                  </a:lnTo>
                  <a:cubicBezTo>
                    <a:pt x="829" y="1818"/>
                    <a:pt x="829" y="2036"/>
                    <a:pt x="845" y="2258"/>
                  </a:cubicBezTo>
                  <a:lnTo>
                    <a:pt x="845" y="2339"/>
                  </a:lnTo>
                  <a:cubicBezTo>
                    <a:pt x="845" y="2424"/>
                    <a:pt x="845" y="2525"/>
                    <a:pt x="877" y="2626"/>
                  </a:cubicBezTo>
                  <a:lnTo>
                    <a:pt x="893" y="2626"/>
                  </a:lnTo>
                  <a:lnTo>
                    <a:pt x="893" y="2610"/>
                  </a:lnTo>
                  <a:cubicBezTo>
                    <a:pt x="861" y="2525"/>
                    <a:pt x="861" y="2440"/>
                    <a:pt x="861" y="2339"/>
                  </a:cubicBezTo>
                  <a:lnTo>
                    <a:pt x="861" y="2258"/>
                  </a:lnTo>
                  <a:lnTo>
                    <a:pt x="861" y="1584"/>
                  </a:lnTo>
                  <a:lnTo>
                    <a:pt x="861" y="1297"/>
                  </a:lnTo>
                  <a:cubicBezTo>
                    <a:pt x="861" y="1228"/>
                    <a:pt x="829" y="1163"/>
                    <a:pt x="792" y="1095"/>
                  </a:cubicBezTo>
                  <a:cubicBezTo>
                    <a:pt x="707" y="978"/>
                    <a:pt x="643" y="877"/>
                    <a:pt x="574" y="760"/>
                  </a:cubicBezTo>
                  <a:cubicBezTo>
                    <a:pt x="441" y="558"/>
                    <a:pt x="304" y="356"/>
                    <a:pt x="170" y="154"/>
                  </a:cubicBezTo>
                  <a:cubicBezTo>
                    <a:pt x="154" y="137"/>
                    <a:pt x="154" y="137"/>
                    <a:pt x="138" y="117"/>
                  </a:cubicBezTo>
                  <a:cubicBezTo>
                    <a:pt x="122" y="69"/>
                    <a:pt x="85" y="1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0">
              <a:extLst>
                <a:ext uri="{FF2B5EF4-FFF2-40B4-BE49-F238E27FC236}">
                  <a16:creationId xmlns:a16="http://schemas.microsoft.com/office/drawing/2014/main" id="{008A7F84-86CD-B592-4D55-3E53F56C5308}"/>
                </a:ext>
              </a:extLst>
            </p:cNvPr>
            <p:cNvSpPr/>
            <p:nvPr/>
          </p:nvSpPr>
          <p:spPr>
            <a:xfrm>
              <a:off x="2095190" y="3264908"/>
              <a:ext cx="5364" cy="40227"/>
            </a:xfrm>
            <a:custGeom>
              <a:avLst/>
              <a:gdLst/>
              <a:ahLst/>
              <a:cxnLst/>
              <a:rect l="l" t="t" r="r" b="b"/>
              <a:pathLst>
                <a:path w="54" h="405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7" y="65"/>
                    <a:pt x="17" y="134"/>
                    <a:pt x="17" y="202"/>
                  </a:cubicBezTo>
                  <a:cubicBezTo>
                    <a:pt x="17" y="267"/>
                    <a:pt x="17" y="336"/>
                    <a:pt x="1" y="384"/>
                  </a:cubicBezTo>
                  <a:cubicBezTo>
                    <a:pt x="1" y="404"/>
                    <a:pt x="1" y="404"/>
                    <a:pt x="17" y="404"/>
                  </a:cubicBezTo>
                  <a:lnTo>
                    <a:pt x="37" y="404"/>
                  </a:lnTo>
                  <a:cubicBezTo>
                    <a:pt x="53" y="336"/>
                    <a:pt x="53" y="267"/>
                    <a:pt x="53" y="202"/>
                  </a:cubicBezTo>
                  <a:cubicBezTo>
                    <a:pt x="37" y="134"/>
                    <a:pt x="37" y="81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0">
              <a:extLst>
                <a:ext uri="{FF2B5EF4-FFF2-40B4-BE49-F238E27FC236}">
                  <a16:creationId xmlns:a16="http://schemas.microsoft.com/office/drawing/2014/main" id="{1E4C05BA-956D-3C7C-3D7B-6AFDC2634AAC}"/>
                </a:ext>
              </a:extLst>
            </p:cNvPr>
            <p:cNvSpPr/>
            <p:nvPr/>
          </p:nvSpPr>
          <p:spPr>
            <a:xfrm>
              <a:off x="1271090" y="1276024"/>
              <a:ext cx="140545" cy="163290"/>
            </a:xfrm>
            <a:custGeom>
              <a:avLst/>
              <a:gdLst/>
              <a:ahLst/>
              <a:cxnLst/>
              <a:rect l="l" t="t" r="r" b="b"/>
              <a:pathLst>
                <a:path w="1415" h="1644" extrusionOk="0">
                  <a:moveTo>
                    <a:pt x="1399" y="0"/>
                  </a:moveTo>
                  <a:cubicBezTo>
                    <a:pt x="1398" y="0"/>
                    <a:pt x="1398" y="2"/>
                    <a:pt x="1398" y="8"/>
                  </a:cubicBezTo>
                  <a:cubicBezTo>
                    <a:pt x="1281" y="76"/>
                    <a:pt x="1164" y="129"/>
                    <a:pt x="1043" y="193"/>
                  </a:cubicBezTo>
                  <a:cubicBezTo>
                    <a:pt x="776" y="363"/>
                    <a:pt x="489" y="513"/>
                    <a:pt x="218" y="682"/>
                  </a:cubicBezTo>
                  <a:cubicBezTo>
                    <a:pt x="0" y="799"/>
                    <a:pt x="0" y="816"/>
                    <a:pt x="0" y="1070"/>
                  </a:cubicBezTo>
                  <a:lnTo>
                    <a:pt x="0" y="1240"/>
                  </a:lnTo>
                  <a:cubicBezTo>
                    <a:pt x="0" y="1373"/>
                    <a:pt x="0" y="1490"/>
                    <a:pt x="16" y="1624"/>
                  </a:cubicBezTo>
                  <a:lnTo>
                    <a:pt x="33" y="1644"/>
                  </a:lnTo>
                  <a:lnTo>
                    <a:pt x="53" y="1624"/>
                  </a:lnTo>
                  <a:cubicBezTo>
                    <a:pt x="33" y="1490"/>
                    <a:pt x="33" y="1357"/>
                    <a:pt x="33" y="1240"/>
                  </a:cubicBezTo>
                  <a:lnTo>
                    <a:pt x="33" y="1070"/>
                  </a:lnTo>
                  <a:cubicBezTo>
                    <a:pt x="33" y="816"/>
                    <a:pt x="33" y="816"/>
                    <a:pt x="235" y="698"/>
                  </a:cubicBezTo>
                  <a:cubicBezTo>
                    <a:pt x="505" y="549"/>
                    <a:pt x="792" y="379"/>
                    <a:pt x="1063" y="230"/>
                  </a:cubicBezTo>
                  <a:cubicBezTo>
                    <a:pt x="1180" y="161"/>
                    <a:pt x="1297" y="92"/>
                    <a:pt x="1398" y="28"/>
                  </a:cubicBezTo>
                  <a:cubicBezTo>
                    <a:pt x="1414" y="28"/>
                    <a:pt x="1414" y="8"/>
                    <a:pt x="1414" y="8"/>
                  </a:cubicBezTo>
                  <a:cubicBezTo>
                    <a:pt x="1403" y="8"/>
                    <a:pt x="1400" y="0"/>
                    <a:pt x="13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0">
              <a:extLst>
                <a:ext uri="{FF2B5EF4-FFF2-40B4-BE49-F238E27FC236}">
                  <a16:creationId xmlns:a16="http://schemas.microsoft.com/office/drawing/2014/main" id="{94E6E759-0E5D-AFC6-BB50-FE96B3C9599F}"/>
                </a:ext>
              </a:extLst>
            </p:cNvPr>
            <p:cNvSpPr/>
            <p:nvPr/>
          </p:nvSpPr>
          <p:spPr>
            <a:xfrm>
              <a:off x="1378162" y="3085924"/>
              <a:ext cx="4966" cy="102007"/>
            </a:xfrm>
            <a:custGeom>
              <a:avLst/>
              <a:gdLst/>
              <a:ahLst/>
              <a:cxnLst/>
              <a:rect l="l" t="t" r="r" b="b"/>
              <a:pathLst>
                <a:path w="50" h="1027" extrusionOk="0">
                  <a:moveTo>
                    <a:pt x="17" y="1"/>
                  </a:moveTo>
                  <a:cubicBezTo>
                    <a:pt x="17" y="1"/>
                    <a:pt x="1" y="17"/>
                    <a:pt x="17" y="17"/>
                  </a:cubicBezTo>
                  <a:cubicBezTo>
                    <a:pt x="33" y="134"/>
                    <a:pt x="33" y="251"/>
                    <a:pt x="17" y="352"/>
                  </a:cubicBezTo>
                  <a:lnTo>
                    <a:pt x="17" y="522"/>
                  </a:lnTo>
                  <a:lnTo>
                    <a:pt x="17" y="857"/>
                  </a:lnTo>
                  <a:lnTo>
                    <a:pt x="17" y="1027"/>
                  </a:lnTo>
                  <a:lnTo>
                    <a:pt x="49" y="1027"/>
                  </a:lnTo>
                  <a:lnTo>
                    <a:pt x="49" y="857"/>
                  </a:lnTo>
                  <a:lnTo>
                    <a:pt x="49" y="522"/>
                  </a:lnTo>
                  <a:lnTo>
                    <a:pt x="49" y="352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0">
              <a:extLst>
                <a:ext uri="{FF2B5EF4-FFF2-40B4-BE49-F238E27FC236}">
                  <a16:creationId xmlns:a16="http://schemas.microsoft.com/office/drawing/2014/main" id="{CF2D8CA5-97AD-044C-8697-1C3A707236AE}"/>
                </a:ext>
              </a:extLst>
            </p:cNvPr>
            <p:cNvSpPr/>
            <p:nvPr/>
          </p:nvSpPr>
          <p:spPr>
            <a:xfrm>
              <a:off x="1252616" y="2111348"/>
              <a:ext cx="160609" cy="80354"/>
            </a:xfrm>
            <a:custGeom>
              <a:avLst/>
              <a:gdLst/>
              <a:ahLst/>
              <a:cxnLst/>
              <a:rect l="l" t="t" r="r" b="b"/>
              <a:pathLst>
                <a:path w="1617" h="809" extrusionOk="0">
                  <a:moveTo>
                    <a:pt x="1584" y="0"/>
                  </a:moveTo>
                  <a:lnTo>
                    <a:pt x="1382" y="101"/>
                  </a:lnTo>
                  <a:cubicBezTo>
                    <a:pt x="1229" y="166"/>
                    <a:pt x="1079" y="234"/>
                    <a:pt x="926" y="303"/>
                  </a:cubicBezTo>
                  <a:lnTo>
                    <a:pt x="760" y="384"/>
                  </a:lnTo>
                  <a:cubicBezTo>
                    <a:pt x="542" y="485"/>
                    <a:pt x="320" y="586"/>
                    <a:pt x="85" y="707"/>
                  </a:cubicBezTo>
                  <a:cubicBezTo>
                    <a:pt x="53" y="723"/>
                    <a:pt x="17" y="739"/>
                    <a:pt x="1" y="788"/>
                  </a:cubicBezTo>
                  <a:cubicBezTo>
                    <a:pt x="1" y="788"/>
                    <a:pt x="1" y="808"/>
                    <a:pt x="17" y="808"/>
                  </a:cubicBezTo>
                  <a:cubicBezTo>
                    <a:pt x="17" y="808"/>
                    <a:pt x="37" y="808"/>
                    <a:pt x="37" y="788"/>
                  </a:cubicBezTo>
                  <a:cubicBezTo>
                    <a:pt x="37" y="756"/>
                    <a:pt x="53" y="739"/>
                    <a:pt x="101" y="723"/>
                  </a:cubicBezTo>
                  <a:cubicBezTo>
                    <a:pt x="320" y="622"/>
                    <a:pt x="558" y="521"/>
                    <a:pt x="776" y="420"/>
                  </a:cubicBezTo>
                  <a:lnTo>
                    <a:pt x="946" y="335"/>
                  </a:lnTo>
                  <a:cubicBezTo>
                    <a:pt x="1095" y="267"/>
                    <a:pt x="1249" y="182"/>
                    <a:pt x="1382" y="117"/>
                  </a:cubicBezTo>
                  <a:lnTo>
                    <a:pt x="1600" y="16"/>
                  </a:lnTo>
                  <a:cubicBezTo>
                    <a:pt x="1616" y="16"/>
                    <a:pt x="1616" y="16"/>
                    <a:pt x="1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0">
              <a:extLst>
                <a:ext uri="{FF2B5EF4-FFF2-40B4-BE49-F238E27FC236}">
                  <a16:creationId xmlns:a16="http://schemas.microsoft.com/office/drawing/2014/main" id="{08CC2E22-9919-28E2-6AE6-CAA552CC0AAA}"/>
                </a:ext>
              </a:extLst>
            </p:cNvPr>
            <p:cNvSpPr/>
            <p:nvPr/>
          </p:nvSpPr>
          <p:spPr>
            <a:xfrm>
              <a:off x="931597" y="3244844"/>
              <a:ext cx="5364" cy="88300"/>
            </a:xfrm>
            <a:custGeom>
              <a:avLst/>
              <a:gdLst/>
              <a:ahLst/>
              <a:cxnLst/>
              <a:rect l="l" t="t" r="r" b="b"/>
              <a:pathLst>
                <a:path w="54" h="889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" y="202"/>
                  </a:lnTo>
                  <a:lnTo>
                    <a:pt x="1" y="740"/>
                  </a:lnTo>
                  <a:lnTo>
                    <a:pt x="1" y="772"/>
                  </a:lnTo>
                  <a:cubicBezTo>
                    <a:pt x="1" y="808"/>
                    <a:pt x="1" y="840"/>
                    <a:pt x="17" y="889"/>
                  </a:cubicBezTo>
                  <a:lnTo>
                    <a:pt x="37" y="889"/>
                  </a:lnTo>
                  <a:cubicBezTo>
                    <a:pt x="53" y="889"/>
                    <a:pt x="53" y="873"/>
                    <a:pt x="53" y="873"/>
                  </a:cubicBezTo>
                  <a:cubicBezTo>
                    <a:pt x="37" y="840"/>
                    <a:pt x="37" y="808"/>
                    <a:pt x="37" y="772"/>
                  </a:cubicBezTo>
                  <a:lnTo>
                    <a:pt x="37" y="740"/>
                  </a:lnTo>
                  <a:lnTo>
                    <a:pt x="37" y="202"/>
                  </a:lnTo>
                  <a:lnTo>
                    <a:pt x="37" y="16"/>
                  </a:ln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0">
              <a:extLst>
                <a:ext uri="{FF2B5EF4-FFF2-40B4-BE49-F238E27FC236}">
                  <a16:creationId xmlns:a16="http://schemas.microsoft.com/office/drawing/2014/main" id="{23577562-5CB8-0731-27C5-B9FD95DA8A52}"/>
                </a:ext>
              </a:extLst>
            </p:cNvPr>
            <p:cNvSpPr/>
            <p:nvPr/>
          </p:nvSpPr>
          <p:spPr>
            <a:xfrm>
              <a:off x="791152" y="2649391"/>
              <a:ext cx="5364" cy="80354"/>
            </a:xfrm>
            <a:custGeom>
              <a:avLst/>
              <a:gdLst/>
              <a:ahLst/>
              <a:cxnLst/>
              <a:rect l="l" t="t" r="r" b="b"/>
              <a:pathLst>
                <a:path w="54" h="809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70"/>
                    <a:pt x="17" y="340"/>
                    <a:pt x="17" y="505"/>
                  </a:cubicBezTo>
                  <a:lnTo>
                    <a:pt x="17" y="792"/>
                  </a:lnTo>
                  <a:cubicBezTo>
                    <a:pt x="17" y="792"/>
                    <a:pt x="17" y="808"/>
                    <a:pt x="37" y="808"/>
                  </a:cubicBezTo>
                  <a:lnTo>
                    <a:pt x="37" y="792"/>
                  </a:lnTo>
                  <a:lnTo>
                    <a:pt x="37" y="505"/>
                  </a:lnTo>
                  <a:cubicBezTo>
                    <a:pt x="53" y="340"/>
                    <a:pt x="53" y="17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0">
              <a:extLst>
                <a:ext uri="{FF2B5EF4-FFF2-40B4-BE49-F238E27FC236}">
                  <a16:creationId xmlns:a16="http://schemas.microsoft.com/office/drawing/2014/main" id="{1930A10C-859D-2C4E-AC6F-D80B0059D92D}"/>
                </a:ext>
              </a:extLst>
            </p:cNvPr>
            <p:cNvSpPr/>
            <p:nvPr/>
          </p:nvSpPr>
          <p:spPr>
            <a:xfrm>
              <a:off x="672458" y="1604591"/>
              <a:ext cx="145710" cy="192293"/>
            </a:xfrm>
            <a:custGeom>
              <a:avLst/>
              <a:gdLst/>
              <a:ahLst/>
              <a:cxnLst/>
              <a:rect l="l" t="t" r="r" b="b"/>
              <a:pathLst>
                <a:path w="1467" h="1936" extrusionOk="0">
                  <a:moveTo>
                    <a:pt x="1398" y="0"/>
                  </a:moveTo>
                  <a:lnTo>
                    <a:pt x="1398" y="16"/>
                  </a:lnTo>
                  <a:cubicBezTo>
                    <a:pt x="1434" y="101"/>
                    <a:pt x="1434" y="170"/>
                    <a:pt x="1434" y="255"/>
                  </a:cubicBezTo>
                  <a:cubicBezTo>
                    <a:pt x="1414" y="303"/>
                    <a:pt x="1414" y="356"/>
                    <a:pt x="1414" y="404"/>
                  </a:cubicBezTo>
                  <a:cubicBezTo>
                    <a:pt x="1434" y="489"/>
                    <a:pt x="1434" y="590"/>
                    <a:pt x="1434" y="691"/>
                  </a:cubicBezTo>
                  <a:cubicBezTo>
                    <a:pt x="1434" y="776"/>
                    <a:pt x="1414" y="861"/>
                    <a:pt x="1434" y="941"/>
                  </a:cubicBezTo>
                  <a:cubicBezTo>
                    <a:pt x="1434" y="1026"/>
                    <a:pt x="1398" y="1079"/>
                    <a:pt x="1333" y="1127"/>
                  </a:cubicBezTo>
                  <a:cubicBezTo>
                    <a:pt x="1063" y="1264"/>
                    <a:pt x="828" y="1414"/>
                    <a:pt x="574" y="1547"/>
                  </a:cubicBezTo>
                  <a:cubicBezTo>
                    <a:pt x="473" y="1616"/>
                    <a:pt x="388" y="1668"/>
                    <a:pt x="287" y="1733"/>
                  </a:cubicBezTo>
                  <a:cubicBezTo>
                    <a:pt x="255" y="1749"/>
                    <a:pt x="238" y="1749"/>
                    <a:pt x="222" y="1769"/>
                  </a:cubicBezTo>
                  <a:cubicBezTo>
                    <a:pt x="154" y="1802"/>
                    <a:pt x="69" y="1850"/>
                    <a:pt x="0" y="1919"/>
                  </a:cubicBezTo>
                  <a:lnTo>
                    <a:pt x="0" y="1935"/>
                  </a:lnTo>
                  <a:lnTo>
                    <a:pt x="20" y="1935"/>
                  </a:lnTo>
                  <a:cubicBezTo>
                    <a:pt x="85" y="1870"/>
                    <a:pt x="154" y="1834"/>
                    <a:pt x="238" y="1786"/>
                  </a:cubicBezTo>
                  <a:cubicBezTo>
                    <a:pt x="255" y="1786"/>
                    <a:pt x="271" y="1769"/>
                    <a:pt x="287" y="1749"/>
                  </a:cubicBezTo>
                  <a:cubicBezTo>
                    <a:pt x="388" y="1701"/>
                    <a:pt x="489" y="1632"/>
                    <a:pt x="590" y="1584"/>
                  </a:cubicBezTo>
                  <a:cubicBezTo>
                    <a:pt x="828" y="1430"/>
                    <a:pt x="1079" y="1281"/>
                    <a:pt x="1333" y="1143"/>
                  </a:cubicBezTo>
                  <a:cubicBezTo>
                    <a:pt x="1434" y="1095"/>
                    <a:pt x="1467" y="1026"/>
                    <a:pt x="1450" y="941"/>
                  </a:cubicBezTo>
                  <a:lnTo>
                    <a:pt x="1450" y="691"/>
                  </a:lnTo>
                  <a:lnTo>
                    <a:pt x="1450" y="388"/>
                  </a:lnTo>
                  <a:lnTo>
                    <a:pt x="1450" y="255"/>
                  </a:lnTo>
                  <a:cubicBezTo>
                    <a:pt x="1467" y="186"/>
                    <a:pt x="1467" y="85"/>
                    <a:pt x="1414" y="16"/>
                  </a:cubicBezTo>
                  <a:cubicBezTo>
                    <a:pt x="1414" y="0"/>
                    <a:pt x="1414" y="0"/>
                    <a:pt x="13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0">
              <a:extLst>
                <a:ext uri="{FF2B5EF4-FFF2-40B4-BE49-F238E27FC236}">
                  <a16:creationId xmlns:a16="http://schemas.microsoft.com/office/drawing/2014/main" id="{7D81ECB1-6EC5-A4AC-C614-A7D1C7A01EED}"/>
                </a:ext>
              </a:extLst>
            </p:cNvPr>
            <p:cNvSpPr/>
            <p:nvPr/>
          </p:nvSpPr>
          <p:spPr>
            <a:xfrm>
              <a:off x="1256191" y="2643332"/>
              <a:ext cx="162198" cy="230434"/>
            </a:xfrm>
            <a:custGeom>
              <a:avLst/>
              <a:gdLst/>
              <a:ahLst/>
              <a:cxnLst/>
              <a:rect l="l" t="t" r="r" b="b"/>
              <a:pathLst>
                <a:path w="1633" h="2320" extrusionOk="0">
                  <a:moveTo>
                    <a:pt x="1539" y="1"/>
                  </a:moveTo>
                  <a:cubicBezTo>
                    <a:pt x="1519" y="1"/>
                    <a:pt x="1498" y="5"/>
                    <a:pt x="1479" y="13"/>
                  </a:cubicBezTo>
                  <a:cubicBezTo>
                    <a:pt x="1294" y="78"/>
                    <a:pt x="1128" y="162"/>
                    <a:pt x="958" y="231"/>
                  </a:cubicBezTo>
                  <a:lnTo>
                    <a:pt x="809" y="280"/>
                  </a:lnTo>
                  <a:cubicBezTo>
                    <a:pt x="724" y="316"/>
                    <a:pt x="655" y="348"/>
                    <a:pt x="570" y="381"/>
                  </a:cubicBezTo>
                  <a:cubicBezTo>
                    <a:pt x="385" y="465"/>
                    <a:pt x="203" y="534"/>
                    <a:pt x="1" y="603"/>
                  </a:cubicBezTo>
                  <a:lnTo>
                    <a:pt x="1" y="619"/>
                  </a:lnTo>
                  <a:lnTo>
                    <a:pt x="17" y="619"/>
                  </a:lnTo>
                  <a:cubicBezTo>
                    <a:pt x="203" y="566"/>
                    <a:pt x="405" y="481"/>
                    <a:pt x="587" y="401"/>
                  </a:cubicBezTo>
                  <a:cubicBezTo>
                    <a:pt x="655" y="381"/>
                    <a:pt x="740" y="348"/>
                    <a:pt x="809" y="316"/>
                  </a:cubicBezTo>
                  <a:lnTo>
                    <a:pt x="974" y="247"/>
                  </a:lnTo>
                  <a:cubicBezTo>
                    <a:pt x="1144" y="179"/>
                    <a:pt x="1314" y="114"/>
                    <a:pt x="1479" y="45"/>
                  </a:cubicBezTo>
                  <a:cubicBezTo>
                    <a:pt x="1506" y="37"/>
                    <a:pt x="1523" y="33"/>
                    <a:pt x="1537" y="33"/>
                  </a:cubicBezTo>
                  <a:cubicBezTo>
                    <a:pt x="1552" y="33"/>
                    <a:pt x="1564" y="37"/>
                    <a:pt x="1580" y="45"/>
                  </a:cubicBezTo>
                  <a:cubicBezTo>
                    <a:pt x="1597" y="61"/>
                    <a:pt x="1597" y="78"/>
                    <a:pt x="1597" y="114"/>
                  </a:cubicBezTo>
                  <a:cubicBezTo>
                    <a:pt x="1597" y="231"/>
                    <a:pt x="1597" y="364"/>
                    <a:pt x="1580" y="481"/>
                  </a:cubicBezTo>
                  <a:lnTo>
                    <a:pt x="1580" y="720"/>
                  </a:lnTo>
                  <a:cubicBezTo>
                    <a:pt x="1580" y="768"/>
                    <a:pt x="1564" y="784"/>
                    <a:pt x="1496" y="805"/>
                  </a:cubicBezTo>
                  <a:cubicBezTo>
                    <a:pt x="1261" y="885"/>
                    <a:pt x="1027" y="986"/>
                    <a:pt x="809" y="1071"/>
                  </a:cubicBezTo>
                  <a:cubicBezTo>
                    <a:pt x="607" y="1156"/>
                    <a:pt x="405" y="1241"/>
                    <a:pt x="203" y="1310"/>
                  </a:cubicBezTo>
                  <a:cubicBezTo>
                    <a:pt x="134" y="1342"/>
                    <a:pt x="102" y="1374"/>
                    <a:pt x="102" y="1443"/>
                  </a:cubicBezTo>
                  <a:lnTo>
                    <a:pt x="102" y="1714"/>
                  </a:lnTo>
                  <a:cubicBezTo>
                    <a:pt x="102" y="1916"/>
                    <a:pt x="102" y="2118"/>
                    <a:pt x="118" y="2320"/>
                  </a:cubicBezTo>
                  <a:lnTo>
                    <a:pt x="134" y="2320"/>
                  </a:lnTo>
                  <a:cubicBezTo>
                    <a:pt x="118" y="2118"/>
                    <a:pt x="134" y="1916"/>
                    <a:pt x="134" y="1714"/>
                  </a:cubicBezTo>
                  <a:lnTo>
                    <a:pt x="134" y="1443"/>
                  </a:lnTo>
                  <a:cubicBezTo>
                    <a:pt x="134" y="1374"/>
                    <a:pt x="166" y="1358"/>
                    <a:pt x="219" y="1342"/>
                  </a:cubicBezTo>
                  <a:cubicBezTo>
                    <a:pt x="421" y="1257"/>
                    <a:pt x="623" y="1172"/>
                    <a:pt x="809" y="1108"/>
                  </a:cubicBezTo>
                  <a:cubicBezTo>
                    <a:pt x="1043" y="1007"/>
                    <a:pt x="1277" y="922"/>
                    <a:pt x="1516" y="837"/>
                  </a:cubicBezTo>
                  <a:cubicBezTo>
                    <a:pt x="1564" y="805"/>
                    <a:pt x="1597" y="784"/>
                    <a:pt x="1597" y="720"/>
                  </a:cubicBezTo>
                  <a:cubicBezTo>
                    <a:pt x="1597" y="635"/>
                    <a:pt x="1617" y="566"/>
                    <a:pt x="1617" y="481"/>
                  </a:cubicBezTo>
                  <a:cubicBezTo>
                    <a:pt x="1617" y="364"/>
                    <a:pt x="1633" y="231"/>
                    <a:pt x="1633" y="114"/>
                  </a:cubicBezTo>
                  <a:cubicBezTo>
                    <a:pt x="1633" y="61"/>
                    <a:pt x="1617" y="29"/>
                    <a:pt x="1597" y="13"/>
                  </a:cubicBezTo>
                  <a:cubicBezTo>
                    <a:pt x="1580" y="5"/>
                    <a:pt x="1560" y="1"/>
                    <a:pt x="15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0">
              <a:extLst>
                <a:ext uri="{FF2B5EF4-FFF2-40B4-BE49-F238E27FC236}">
                  <a16:creationId xmlns:a16="http://schemas.microsoft.com/office/drawing/2014/main" id="{5755D324-FF99-3A3A-88C4-A2EDCB1F04D8}"/>
                </a:ext>
              </a:extLst>
            </p:cNvPr>
            <p:cNvSpPr/>
            <p:nvPr/>
          </p:nvSpPr>
          <p:spPr>
            <a:xfrm>
              <a:off x="2167002" y="3353109"/>
              <a:ext cx="6953" cy="38637"/>
            </a:xfrm>
            <a:custGeom>
              <a:avLst/>
              <a:gdLst/>
              <a:ahLst/>
              <a:cxnLst/>
              <a:rect l="l" t="t" r="r" b="b"/>
              <a:pathLst>
                <a:path w="70" h="389" extrusionOk="0">
                  <a:moveTo>
                    <a:pt x="53" y="1"/>
                  </a:moveTo>
                  <a:cubicBezTo>
                    <a:pt x="53" y="1"/>
                    <a:pt x="37" y="1"/>
                    <a:pt x="37" y="21"/>
                  </a:cubicBezTo>
                  <a:cubicBezTo>
                    <a:pt x="21" y="70"/>
                    <a:pt x="21" y="138"/>
                    <a:pt x="21" y="203"/>
                  </a:cubicBezTo>
                  <a:cubicBezTo>
                    <a:pt x="21" y="255"/>
                    <a:pt x="37" y="324"/>
                    <a:pt x="21" y="373"/>
                  </a:cubicBezTo>
                  <a:cubicBezTo>
                    <a:pt x="1" y="389"/>
                    <a:pt x="21" y="389"/>
                    <a:pt x="21" y="389"/>
                  </a:cubicBezTo>
                  <a:lnTo>
                    <a:pt x="37" y="389"/>
                  </a:lnTo>
                  <a:cubicBezTo>
                    <a:pt x="53" y="324"/>
                    <a:pt x="53" y="255"/>
                    <a:pt x="53" y="203"/>
                  </a:cubicBezTo>
                  <a:cubicBezTo>
                    <a:pt x="53" y="138"/>
                    <a:pt x="53" y="86"/>
                    <a:pt x="70" y="21"/>
                  </a:cubicBezTo>
                  <a:cubicBezTo>
                    <a:pt x="70" y="21"/>
                    <a:pt x="70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0">
              <a:extLst>
                <a:ext uri="{FF2B5EF4-FFF2-40B4-BE49-F238E27FC236}">
                  <a16:creationId xmlns:a16="http://schemas.microsoft.com/office/drawing/2014/main" id="{1F97792D-EC42-AA09-99DC-3090AD74E283}"/>
                </a:ext>
              </a:extLst>
            </p:cNvPr>
            <p:cNvSpPr/>
            <p:nvPr/>
          </p:nvSpPr>
          <p:spPr>
            <a:xfrm>
              <a:off x="1740897" y="2459184"/>
              <a:ext cx="142134" cy="290625"/>
            </a:xfrm>
            <a:custGeom>
              <a:avLst/>
              <a:gdLst/>
              <a:ahLst/>
              <a:cxnLst/>
              <a:rect l="l" t="t" r="r" b="b"/>
              <a:pathLst>
                <a:path w="1431" h="2926" extrusionOk="0">
                  <a:moveTo>
                    <a:pt x="41" y="1"/>
                  </a:moveTo>
                  <a:cubicBezTo>
                    <a:pt x="37" y="1"/>
                    <a:pt x="33" y="5"/>
                    <a:pt x="33" y="13"/>
                  </a:cubicBezTo>
                  <a:cubicBezTo>
                    <a:pt x="1" y="65"/>
                    <a:pt x="1" y="114"/>
                    <a:pt x="1" y="166"/>
                  </a:cubicBezTo>
                  <a:lnTo>
                    <a:pt x="1" y="336"/>
                  </a:lnTo>
                  <a:lnTo>
                    <a:pt x="1" y="922"/>
                  </a:lnTo>
                  <a:cubicBezTo>
                    <a:pt x="1" y="1006"/>
                    <a:pt x="17" y="1059"/>
                    <a:pt x="69" y="1124"/>
                  </a:cubicBezTo>
                  <a:cubicBezTo>
                    <a:pt x="271" y="1378"/>
                    <a:pt x="453" y="1649"/>
                    <a:pt x="639" y="1915"/>
                  </a:cubicBezTo>
                  <a:cubicBezTo>
                    <a:pt x="793" y="2134"/>
                    <a:pt x="958" y="2356"/>
                    <a:pt x="1112" y="2574"/>
                  </a:cubicBezTo>
                  <a:cubicBezTo>
                    <a:pt x="1144" y="2606"/>
                    <a:pt x="1180" y="2638"/>
                    <a:pt x="1197" y="2675"/>
                  </a:cubicBezTo>
                  <a:cubicBezTo>
                    <a:pt x="1245" y="2776"/>
                    <a:pt x="1314" y="2861"/>
                    <a:pt x="1399" y="2925"/>
                  </a:cubicBezTo>
                  <a:lnTo>
                    <a:pt x="1415" y="2925"/>
                  </a:lnTo>
                  <a:lnTo>
                    <a:pt x="1415" y="2909"/>
                  </a:lnTo>
                  <a:cubicBezTo>
                    <a:pt x="1431" y="2909"/>
                    <a:pt x="1431" y="2909"/>
                    <a:pt x="1415" y="2893"/>
                  </a:cubicBezTo>
                  <a:cubicBezTo>
                    <a:pt x="1330" y="2840"/>
                    <a:pt x="1261" y="2760"/>
                    <a:pt x="1213" y="2675"/>
                  </a:cubicBezTo>
                  <a:cubicBezTo>
                    <a:pt x="1197" y="2622"/>
                    <a:pt x="1160" y="2590"/>
                    <a:pt x="1144" y="2558"/>
                  </a:cubicBezTo>
                  <a:cubicBezTo>
                    <a:pt x="978" y="2335"/>
                    <a:pt x="825" y="2117"/>
                    <a:pt x="675" y="1899"/>
                  </a:cubicBezTo>
                  <a:cubicBezTo>
                    <a:pt x="490" y="1629"/>
                    <a:pt x="288" y="1362"/>
                    <a:pt x="86" y="1107"/>
                  </a:cubicBezTo>
                  <a:cubicBezTo>
                    <a:pt x="49" y="1059"/>
                    <a:pt x="33" y="990"/>
                    <a:pt x="33" y="922"/>
                  </a:cubicBezTo>
                  <a:lnTo>
                    <a:pt x="33" y="336"/>
                  </a:lnTo>
                  <a:lnTo>
                    <a:pt x="33" y="166"/>
                  </a:lnTo>
                  <a:cubicBezTo>
                    <a:pt x="33" y="114"/>
                    <a:pt x="33" y="65"/>
                    <a:pt x="49" y="33"/>
                  </a:cubicBezTo>
                  <a:cubicBezTo>
                    <a:pt x="69" y="13"/>
                    <a:pt x="49" y="13"/>
                    <a:pt x="49" y="13"/>
                  </a:cubicBezTo>
                  <a:cubicBezTo>
                    <a:pt x="49" y="5"/>
                    <a:pt x="45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0">
              <a:extLst>
                <a:ext uri="{FF2B5EF4-FFF2-40B4-BE49-F238E27FC236}">
                  <a16:creationId xmlns:a16="http://schemas.microsoft.com/office/drawing/2014/main" id="{B70EAE96-C57A-ABC6-CCF9-D65E75163194}"/>
                </a:ext>
              </a:extLst>
            </p:cNvPr>
            <p:cNvSpPr/>
            <p:nvPr/>
          </p:nvSpPr>
          <p:spPr>
            <a:xfrm>
              <a:off x="672458" y="1758247"/>
              <a:ext cx="145710" cy="204312"/>
            </a:xfrm>
            <a:custGeom>
              <a:avLst/>
              <a:gdLst/>
              <a:ahLst/>
              <a:cxnLst/>
              <a:rect l="l" t="t" r="r" b="b"/>
              <a:pathLst>
                <a:path w="1467" h="2057" extrusionOk="0">
                  <a:moveTo>
                    <a:pt x="1398" y="0"/>
                  </a:moveTo>
                  <a:lnTo>
                    <a:pt x="1398" y="20"/>
                  </a:lnTo>
                  <a:cubicBezTo>
                    <a:pt x="1450" y="101"/>
                    <a:pt x="1434" y="186"/>
                    <a:pt x="1434" y="271"/>
                  </a:cubicBezTo>
                  <a:cubicBezTo>
                    <a:pt x="1414" y="323"/>
                    <a:pt x="1414" y="372"/>
                    <a:pt x="1414" y="424"/>
                  </a:cubicBezTo>
                  <a:cubicBezTo>
                    <a:pt x="1434" y="558"/>
                    <a:pt x="1434" y="707"/>
                    <a:pt x="1434" y="845"/>
                  </a:cubicBezTo>
                  <a:lnTo>
                    <a:pt x="1434" y="1148"/>
                  </a:lnTo>
                  <a:cubicBezTo>
                    <a:pt x="1434" y="1232"/>
                    <a:pt x="1398" y="1265"/>
                    <a:pt x="1333" y="1313"/>
                  </a:cubicBezTo>
                  <a:cubicBezTo>
                    <a:pt x="978" y="1499"/>
                    <a:pt x="626" y="1685"/>
                    <a:pt x="287" y="1871"/>
                  </a:cubicBezTo>
                  <a:lnTo>
                    <a:pt x="20" y="2020"/>
                  </a:lnTo>
                  <a:lnTo>
                    <a:pt x="0" y="2040"/>
                  </a:lnTo>
                  <a:lnTo>
                    <a:pt x="0" y="2056"/>
                  </a:lnTo>
                  <a:lnTo>
                    <a:pt x="37" y="2056"/>
                  </a:lnTo>
                  <a:lnTo>
                    <a:pt x="303" y="1903"/>
                  </a:lnTo>
                  <a:cubicBezTo>
                    <a:pt x="642" y="1717"/>
                    <a:pt x="994" y="1515"/>
                    <a:pt x="1333" y="1333"/>
                  </a:cubicBezTo>
                  <a:cubicBezTo>
                    <a:pt x="1414" y="1297"/>
                    <a:pt x="1467" y="1249"/>
                    <a:pt x="1450" y="1148"/>
                  </a:cubicBezTo>
                  <a:lnTo>
                    <a:pt x="1450" y="845"/>
                  </a:lnTo>
                  <a:lnTo>
                    <a:pt x="1450" y="424"/>
                  </a:lnTo>
                  <a:lnTo>
                    <a:pt x="1450" y="271"/>
                  </a:lnTo>
                  <a:cubicBezTo>
                    <a:pt x="1467" y="186"/>
                    <a:pt x="1467" y="85"/>
                    <a:pt x="14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0">
              <a:extLst>
                <a:ext uri="{FF2B5EF4-FFF2-40B4-BE49-F238E27FC236}">
                  <a16:creationId xmlns:a16="http://schemas.microsoft.com/office/drawing/2014/main" id="{065C4550-5BA1-D875-6054-F49A817B7EC6}"/>
                </a:ext>
              </a:extLst>
            </p:cNvPr>
            <p:cNvSpPr/>
            <p:nvPr/>
          </p:nvSpPr>
          <p:spPr>
            <a:xfrm>
              <a:off x="869817" y="3147009"/>
              <a:ext cx="336314" cy="208285"/>
            </a:xfrm>
            <a:custGeom>
              <a:avLst/>
              <a:gdLst/>
              <a:ahLst/>
              <a:cxnLst/>
              <a:rect l="l" t="t" r="r" b="b"/>
              <a:pathLst>
                <a:path w="3386" h="2097" extrusionOk="0">
                  <a:moveTo>
                    <a:pt x="3371" y="0"/>
                  </a:moveTo>
                  <a:cubicBezTo>
                    <a:pt x="3368" y="0"/>
                    <a:pt x="3366" y="2"/>
                    <a:pt x="3366" y="8"/>
                  </a:cubicBezTo>
                  <a:cubicBezTo>
                    <a:pt x="3184" y="56"/>
                    <a:pt x="2998" y="125"/>
                    <a:pt x="2812" y="193"/>
                  </a:cubicBezTo>
                  <a:cubicBezTo>
                    <a:pt x="2610" y="278"/>
                    <a:pt x="2408" y="343"/>
                    <a:pt x="2222" y="412"/>
                  </a:cubicBezTo>
                  <a:cubicBezTo>
                    <a:pt x="2073" y="460"/>
                    <a:pt x="1936" y="513"/>
                    <a:pt x="1786" y="561"/>
                  </a:cubicBezTo>
                  <a:cubicBezTo>
                    <a:pt x="1483" y="682"/>
                    <a:pt x="1164" y="783"/>
                    <a:pt x="841" y="900"/>
                  </a:cubicBezTo>
                  <a:cubicBezTo>
                    <a:pt x="708" y="933"/>
                    <a:pt x="590" y="985"/>
                    <a:pt x="457" y="1034"/>
                  </a:cubicBezTo>
                  <a:cubicBezTo>
                    <a:pt x="356" y="1066"/>
                    <a:pt x="235" y="1102"/>
                    <a:pt x="118" y="1151"/>
                  </a:cubicBezTo>
                  <a:cubicBezTo>
                    <a:pt x="33" y="1167"/>
                    <a:pt x="1" y="1220"/>
                    <a:pt x="1" y="1321"/>
                  </a:cubicBezTo>
                  <a:lnTo>
                    <a:pt x="1" y="1741"/>
                  </a:lnTo>
                  <a:lnTo>
                    <a:pt x="1" y="1943"/>
                  </a:lnTo>
                  <a:lnTo>
                    <a:pt x="1" y="1975"/>
                  </a:lnTo>
                  <a:cubicBezTo>
                    <a:pt x="1" y="2011"/>
                    <a:pt x="1" y="2060"/>
                    <a:pt x="33" y="2096"/>
                  </a:cubicBezTo>
                  <a:lnTo>
                    <a:pt x="53" y="2096"/>
                  </a:lnTo>
                  <a:lnTo>
                    <a:pt x="53" y="2060"/>
                  </a:lnTo>
                  <a:cubicBezTo>
                    <a:pt x="33" y="2044"/>
                    <a:pt x="33" y="2011"/>
                    <a:pt x="33" y="1975"/>
                  </a:cubicBezTo>
                  <a:lnTo>
                    <a:pt x="33" y="1943"/>
                  </a:lnTo>
                  <a:lnTo>
                    <a:pt x="33" y="1741"/>
                  </a:lnTo>
                  <a:lnTo>
                    <a:pt x="33" y="1321"/>
                  </a:lnTo>
                  <a:cubicBezTo>
                    <a:pt x="33" y="1236"/>
                    <a:pt x="53" y="1203"/>
                    <a:pt x="134" y="1167"/>
                  </a:cubicBezTo>
                  <a:cubicBezTo>
                    <a:pt x="235" y="1135"/>
                    <a:pt x="356" y="1086"/>
                    <a:pt x="473" y="1050"/>
                  </a:cubicBezTo>
                  <a:cubicBezTo>
                    <a:pt x="590" y="1001"/>
                    <a:pt x="724" y="965"/>
                    <a:pt x="841" y="917"/>
                  </a:cubicBezTo>
                  <a:cubicBezTo>
                    <a:pt x="1164" y="816"/>
                    <a:pt x="1483" y="698"/>
                    <a:pt x="1802" y="581"/>
                  </a:cubicBezTo>
                  <a:cubicBezTo>
                    <a:pt x="1936" y="529"/>
                    <a:pt x="2089" y="480"/>
                    <a:pt x="2222" y="444"/>
                  </a:cubicBezTo>
                  <a:cubicBezTo>
                    <a:pt x="2424" y="359"/>
                    <a:pt x="2626" y="294"/>
                    <a:pt x="2812" y="226"/>
                  </a:cubicBezTo>
                  <a:cubicBezTo>
                    <a:pt x="2998" y="157"/>
                    <a:pt x="3184" y="92"/>
                    <a:pt x="3366" y="24"/>
                  </a:cubicBezTo>
                  <a:cubicBezTo>
                    <a:pt x="3386" y="24"/>
                    <a:pt x="3386" y="8"/>
                    <a:pt x="3386" y="8"/>
                  </a:cubicBezTo>
                  <a:cubicBezTo>
                    <a:pt x="3386" y="8"/>
                    <a:pt x="3377" y="0"/>
                    <a:pt x="3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0">
              <a:extLst>
                <a:ext uri="{FF2B5EF4-FFF2-40B4-BE49-F238E27FC236}">
                  <a16:creationId xmlns:a16="http://schemas.microsoft.com/office/drawing/2014/main" id="{87998743-FB0A-FEEA-C2CB-3C58E7083E2C}"/>
                </a:ext>
              </a:extLst>
            </p:cNvPr>
            <p:cNvSpPr/>
            <p:nvPr/>
          </p:nvSpPr>
          <p:spPr>
            <a:xfrm>
              <a:off x="1334459" y="3276529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21" y="0"/>
                  </a:moveTo>
                  <a:cubicBezTo>
                    <a:pt x="1" y="0"/>
                    <a:pt x="1" y="17"/>
                    <a:pt x="1" y="17"/>
                  </a:cubicBezTo>
                  <a:lnTo>
                    <a:pt x="1" y="235"/>
                  </a:lnTo>
                  <a:lnTo>
                    <a:pt x="1" y="873"/>
                  </a:lnTo>
                  <a:lnTo>
                    <a:pt x="1" y="909"/>
                  </a:lnTo>
                  <a:cubicBezTo>
                    <a:pt x="1" y="942"/>
                    <a:pt x="1" y="994"/>
                    <a:pt x="21" y="1026"/>
                  </a:cubicBezTo>
                  <a:lnTo>
                    <a:pt x="37" y="1026"/>
                  </a:lnTo>
                  <a:cubicBezTo>
                    <a:pt x="37" y="1026"/>
                    <a:pt x="53" y="1026"/>
                    <a:pt x="37" y="1010"/>
                  </a:cubicBezTo>
                  <a:cubicBezTo>
                    <a:pt x="21" y="974"/>
                    <a:pt x="37" y="942"/>
                    <a:pt x="37" y="909"/>
                  </a:cubicBezTo>
                  <a:lnTo>
                    <a:pt x="37" y="873"/>
                  </a:lnTo>
                  <a:lnTo>
                    <a:pt x="37" y="235"/>
                  </a:lnTo>
                  <a:lnTo>
                    <a:pt x="37" y="17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0">
              <a:extLst>
                <a:ext uri="{FF2B5EF4-FFF2-40B4-BE49-F238E27FC236}">
                  <a16:creationId xmlns:a16="http://schemas.microsoft.com/office/drawing/2014/main" id="{63605309-4C94-CB3C-45FC-6E2D37B4C6EB}"/>
                </a:ext>
              </a:extLst>
            </p:cNvPr>
            <p:cNvSpPr/>
            <p:nvPr/>
          </p:nvSpPr>
          <p:spPr>
            <a:xfrm>
              <a:off x="1414714" y="3420153"/>
              <a:ext cx="87207" cy="180672"/>
            </a:xfrm>
            <a:custGeom>
              <a:avLst/>
              <a:gdLst/>
              <a:ahLst/>
              <a:cxnLst/>
              <a:rect l="l" t="t" r="r" b="b"/>
              <a:pathLst>
                <a:path w="878" h="1819" extrusionOk="0">
                  <a:moveTo>
                    <a:pt x="1" y="1"/>
                  </a:moveTo>
                  <a:lnTo>
                    <a:pt x="1" y="17"/>
                  </a:lnTo>
                  <a:cubicBezTo>
                    <a:pt x="170" y="134"/>
                    <a:pt x="324" y="271"/>
                    <a:pt x="473" y="405"/>
                  </a:cubicBezTo>
                  <a:cubicBezTo>
                    <a:pt x="558" y="506"/>
                    <a:pt x="659" y="590"/>
                    <a:pt x="776" y="675"/>
                  </a:cubicBezTo>
                  <a:cubicBezTo>
                    <a:pt x="829" y="724"/>
                    <a:pt x="845" y="792"/>
                    <a:pt x="845" y="877"/>
                  </a:cubicBezTo>
                  <a:lnTo>
                    <a:pt x="845" y="1499"/>
                  </a:lnTo>
                  <a:lnTo>
                    <a:pt x="845" y="1669"/>
                  </a:lnTo>
                  <a:cubicBezTo>
                    <a:pt x="845" y="1701"/>
                    <a:pt x="845" y="1750"/>
                    <a:pt x="808" y="1802"/>
                  </a:cubicBezTo>
                  <a:lnTo>
                    <a:pt x="829" y="1818"/>
                  </a:lnTo>
                  <a:lnTo>
                    <a:pt x="845" y="1802"/>
                  </a:lnTo>
                  <a:cubicBezTo>
                    <a:pt x="877" y="1770"/>
                    <a:pt x="877" y="1717"/>
                    <a:pt x="877" y="1669"/>
                  </a:cubicBezTo>
                  <a:lnTo>
                    <a:pt x="877" y="1499"/>
                  </a:lnTo>
                  <a:cubicBezTo>
                    <a:pt x="877" y="1297"/>
                    <a:pt x="861" y="1079"/>
                    <a:pt x="877" y="877"/>
                  </a:cubicBezTo>
                  <a:cubicBezTo>
                    <a:pt x="877" y="792"/>
                    <a:pt x="861" y="708"/>
                    <a:pt x="792" y="659"/>
                  </a:cubicBezTo>
                  <a:cubicBezTo>
                    <a:pt x="675" y="574"/>
                    <a:pt x="574" y="473"/>
                    <a:pt x="489" y="388"/>
                  </a:cubicBezTo>
                  <a:cubicBezTo>
                    <a:pt x="340" y="255"/>
                    <a:pt x="170" y="118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0">
              <a:extLst>
                <a:ext uri="{FF2B5EF4-FFF2-40B4-BE49-F238E27FC236}">
                  <a16:creationId xmlns:a16="http://schemas.microsoft.com/office/drawing/2014/main" id="{F32C6823-1D92-CEC7-8BF6-3981E109F27F}"/>
                </a:ext>
              </a:extLst>
            </p:cNvPr>
            <p:cNvSpPr/>
            <p:nvPr/>
          </p:nvSpPr>
          <p:spPr>
            <a:xfrm>
              <a:off x="1182393" y="3156147"/>
              <a:ext cx="6953" cy="93564"/>
            </a:xfrm>
            <a:custGeom>
              <a:avLst/>
              <a:gdLst/>
              <a:ahLst/>
              <a:cxnLst/>
              <a:rect l="l" t="t" r="r" b="b"/>
              <a:pathLst>
                <a:path w="70" h="94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66"/>
                    <a:pt x="17" y="320"/>
                    <a:pt x="17" y="453"/>
                  </a:cubicBezTo>
                  <a:lnTo>
                    <a:pt x="17" y="724"/>
                  </a:lnTo>
                  <a:lnTo>
                    <a:pt x="17" y="792"/>
                  </a:lnTo>
                  <a:cubicBezTo>
                    <a:pt x="17" y="841"/>
                    <a:pt x="17" y="893"/>
                    <a:pt x="37" y="942"/>
                  </a:cubicBezTo>
                  <a:lnTo>
                    <a:pt x="53" y="942"/>
                  </a:lnTo>
                  <a:cubicBezTo>
                    <a:pt x="53" y="942"/>
                    <a:pt x="69" y="942"/>
                    <a:pt x="53" y="926"/>
                  </a:cubicBezTo>
                  <a:cubicBezTo>
                    <a:pt x="37" y="893"/>
                    <a:pt x="53" y="841"/>
                    <a:pt x="53" y="792"/>
                  </a:cubicBezTo>
                  <a:lnTo>
                    <a:pt x="53" y="724"/>
                  </a:lnTo>
                  <a:lnTo>
                    <a:pt x="53" y="453"/>
                  </a:lnTo>
                  <a:cubicBezTo>
                    <a:pt x="53" y="320"/>
                    <a:pt x="53" y="166"/>
                    <a:pt x="37" y="17"/>
                  </a:cubicBezTo>
                  <a:cubicBezTo>
                    <a:pt x="37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0">
              <a:extLst>
                <a:ext uri="{FF2B5EF4-FFF2-40B4-BE49-F238E27FC236}">
                  <a16:creationId xmlns:a16="http://schemas.microsoft.com/office/drawing/2014/main" id="{4A05BF84-AC8F-75C0-A97D-B475CBBA395E}"/>
                </a:ext>
              </a:extLst>
            </p:cNvPr>
            <p:cNvSpPr/>
            <p:nvPr/>
          </p:nvSpPr>
          <p:spPr>
            <a:xfrm>
              <a:off x="746257" y="3311392"/>
              <a:ext cx="4867" cy="80354"/>
            </a:xfrm>
            <a:custGeom>
              <a:avLst/>
              <a:gdLst/>
              <a:ahLst/>
              <a:cxnLst/>
              <a:rect l="l" t="t" r="r" b="b"/>
              <a:pathLst>
                <a:path w="49" h="809" extrusionOk="0">
                  <a:moveTo>
                    <a:pt x="0" y="1"/>
                  </a:moveTo>
                  <a:lnTo>
                    <a:pt x="0" y="17"/>
                  </a:lnTo>
                  <a:cubicBezTo>
                    <a:pt x="17" y="154"/>
                    <a:pt x="17" y="288"/>
                    <a:pt x="0" y="405"/>
                  </a:cubicBezTo>
                  <a:lnTo>
                    <a:pt x="0" y="659"/>
                  </a:lnTo>
                  <a:cubicBezTo>
                    <a:pt x="17" y="675"/>
                    <a:pt x="0" y="675"/>
                    <a:pt x="0" y="692"/>
                  </a:cubicBezTo>
                  <a:cubicBezTo>
                    <a:pt x="0" y="724"/>
                    <a:pt x="0" y="776"/>
                    <a:pt x="17" y="809"/>
                  </a:cubicBezTo>
                  <a:lnTo>
                    <a:pt x="33" y="809"/>
                  </a:lnTo>
                  <a:cubicBezTo>
                    <a:pt x="49" y="809"/>
                    <a:pt x="49" y="809"/>
                    <a:pt x="49" y="793"/>
                  </a:cubicBezTo>
                  <a:cubicBezTo>
                    <a:pt x="33" y="760"/>
                    <a:pt x="33" y="724"/>
                    <a:pt x="33" y="692"/>
                  </a:cubicBezTo>
                  <a:lnTo>
                    <a:pt x="33" y="659"/>
                  </a:lnTo>
                  <a:lnTo>
                    <a:pt x="33" y="405"/>
                  </a:lnTo>
                  <a:cubicBezTo>
                    <a:pt x="33" y="288"/>
                    <a:pt x="33" y="154"/>
                    <a:pt x="17" y="17"/>
                  </a:cubicBezTo>
                  <a:cubicBezTo>
                    <a:pt x="17" y="1"/>
                    <a:pt x="17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0">
              <a:extLst>
                <a:ext uri="{FF2B5EF4-FFF2-40B4-BE49-F238E27FC236}">
                  <a16:creationId xmlns:a16="http://schemas.microsoft.com/office/drawing/2014/main" id="{481CBD4E-58C3-3A70-FE90-B2086B5777C3}"/>
                </a:ext>
              </a:extLst>
            </p:cNvPr>
            <p:cNvSpPr/>
            <p:nvPr/>
          </p:nvSpPr>
          <p:spPr>
            <a:xfrm>
              <a:off x="1135809" y="2494146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cubicBezTo>
                    <a:pt x="33" y="202"/>
                    <a:pt x="17" y="404"/>
                    <a:pt x="17" y="606"/>
                  </a:cubicBezTo>
                  <a:lnTo>
                    <a:pt x="17" y="707"/>
                  </a:lnTo>
                  <a:lnTo>
                    <a:pt x="17" y="792"/>
                  </a:lnTo>
                  <a:cubicBezTo>
                    <a:pt x="33" y="808"/>
                    <a:pt x="33" y="840"/>
                    <a:pt x="33" y="856"/>
                  </a:cubicBezTo>
                  <a:cubicBezTo>
                    <a:pt x="33" y="856"/>
                    <a:pt x="33" y="873"/>
                    <a:pt x="49" y="873"/>
                  </a:cubicBezTo>
                  <a:lnTo>
                    <a:pt x="49" y="856"/>
                  </a:lnTo>
                  <a:lnTo>
                    <a:pt x="49" y="792"/>
                  </a:lnTo>
                  <a:cubicBezTo>
                    <a:pt x="49" y="755"/>
                    <a:pt x="33" y="739"/>
                    <a:pt x="33" y="707"/>
                  </a:cubicBezTo>
                  <a:lnTo>
                    <a:pt x="33" y="606"/>
                  </a:lnTo>
                  <a:cubicBezTo>
                    <a:pt x="49" y="404"/>
                    <a:pt x="49" y="202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0">
              <a:extLst>
                <a:ext uri="{FF2B5EF4-FFF2-40B4-BE49-F238E27FC236}">
                  <a16:creationId xmlns:a16="http://schemas.microsoft.com/office/drawing/2014/main" id="{FC308666-D0F3-A672-8983-1FC2E5150EBA}"/>
                </a:ext>
              </a:extLst>
            </p:cNvPr>
            <p:cNvSpPr/>
            <p:nvPr/>
          </p:nvSpPr>
          <p:spPr>
            <a:xfrm>
              <a:off x="2081979" y="3463459"/>
              <a:ext cx="100418" cy="117303"/>
            </a:xfrm>
            <a:custGeom>
              <a:avLst/>
              <a:gdLst/>
              <a:ahLst/>
              <a:cxnLst/>
              <a:rect l="l" t="t" r="r" b="b"/>
              <a:pathLst>
                <a:path w="1011" h="1181" extrusionOk="0">
                  <a:moveTo>
                    <a:pt x="17" y="1"/>
                  </a:moveTo>
                  <a:cubicBezTo>
                    <a:pt x="17" y="1"/>
                    <a:pt x="1" y="1"/>
                    <a:pt x="1" y="21"/>
                  </a:cubicBezTo>
                  <a:cubicBezTo>
                    <a:pt x="1" y="122"/>
                    <a:pt x="69" y="171"/>
                    <a:pt x="134" y="239"/>
                  </a:cubicBezTo>
                  <a:cubicBezTo>
                    <a:pt x="150" y="255"/>
                    <a:pt x="186" y="272"/>
                    <a:pt x="202" y="304"/>
                  </a:cubicBezTo>
                  <a:cubicBezTo>
                    <a:pt x="404" y="558"/>
                    <a:pt x="639" y="809"/>
                    <a:pt x="841" y="1063"/>
                  </a:cubicBezTo>
                  <a:lnTo>
                    <a:pt x="857" y="1079"/>
                  </a:lnTo>
                  <a:lnTo>
                    <a:pt x="877" y="1096"/>
                  </a:lnTo>
                  <a:cubicBezTo>
                    <a:pt x="909" y="1132"/>
                    <a:pt x="942" y="1180"/>
                    <a:pt x="994" y="1180"/>
                  </a:cubicBezTo>
                  <a:lnTo>
                    <a:pt x="1010" y="1180"/>
                  </a:lnTo>
                  <a:lnTo>
                    <a:pt x="1010" y="1164"/>
                  </a:lnTo>
                  <a:cubicBezTo>
                    <a:pt x="1010" y="1148"/>
                    <a:pt x="1010" y="1148"/>
                    <a:pt x="994" y="1148"/>
                  </a:cubicBezTo>
                  <a:cubicBezTo>
                    <a:pt x="958" y="1148"/>
                    <a:pt x="926" y="1112"/>
                    <a:pt x="893" y="1079"/>
                  </a:cubicBezTo>
                  <a:cubicBezTo>
                    <a:pt x="893" y="1079"/>
                    <a:pt x="893" y="1063"/>
                    <a:pt x="877" y="1063"/>
                  </a:cubicBezTo>
                  <a:lnTo>
                    <a:pt x="877" y="1047"/>
                  </a:lnTo>
                  <a:cubicBezTo>
                    <a:pt x="655" y="793"/>
                    <a:pt x="421" y="542"/>
                    <a:pt x="219" y="288"/>
                  </a:cubicBezTo>
                  <a:cubicBezTo>
                    <a:pt x="202" y="255"/>
                    <a:pt x="170" y="239"/>
                    <a:pt x="150" y="223"/>
                  </a:cubicBezTo>
                  <a:cubicBezTo>
                    <a:pt x="85" y="154"/>
                    <a:pt x="17" y="102"/>
                    <a:pt x="33" y="21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0">
              <a:extLst>
                <a:ext uri="{FF2B5EF4-FFF2-40B4-BE49-F238E27FC236}">
                  <a16:creationId xmlns:a16="http://schemas.microsoft.com/office/drawing/2014/main" id="{E9A12D63-D285-5080-D946-4D3B18469F81}"/>
                </a:ext>
              </a:extLst>
            </p:cNvPr>
            <p:cNvSpPr/>
            <p:nvPr/>
          </p:nvSpPr>
          <p:spPr>
            <a:xfrm>
              <a:off x="754699" y="1703221"/>
              <a:ext cx="4867" cy="38637"/>
            </a:xfrm>
            <a:custGeom>
              <a:avLst/>
              <a:gdLst/>
              <a:ahLst/>
              <a:cxnLst/>
              <a:rect l="l" t="t" r="r" b="b"/>
              <a:pathLst>
                <a:path w="49" h="389" extrusionOk="0">
                  <a:moveTo>
                    <a:pt x="16" y="1"/>
                  </a:moveTo>
                  <a:cubicBezTo>
                    <a:pt x="16" y="1"/>
                    <a:pt x="0" y="1"/>
                    <a:pt x="0" y="17"/>
                  </a:cubicBezTo>
                  <a:lnTo>
                    <a:pt x="0" y="150"/>
                  </a:lnTo>
                  <a:cubicBezTo>
                    <a:pt x="0" y="219"/>
                    <a:pt x="0" y="304"/>
                    <a:pt x="16" y="372"/>
                  </a:cubicBezTo>
                  <a:cubicBezTo>
                    <a:pt x="16" y="389"/>
                    <a:pt x="33" y="389"/>
                    <a:pt x="33" y="389"/>
                  </a:cubicBezTo>
                  <a:lnTo>
                    <a:pt x="49" y="372"/>
                  </a:lnTo>
                  <a:cubicBezTo>
                    <a:pt x="33" y="304"/>
                    <a:pt x="33" y="219"/>
                    <a:pt x="33" y="150"/>
                  </a:cubicBezTo>
                  <a:lnTo>
                    <a:pt x="33" y="17"/>
                  </a:ln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0">
              <a:extLst>
                <a:ext uri="{FF2B5EF4-FFF2-40B4-BE49-F238E27FC236}">
                  <a16:creationId xmlns:a16="http://schemas.microsoft.com/office/drawing/2014/main" id="{B70727DD-F25C-D66B-83AB-F44DE0D050DA}"/>
                </a:ext>
              </a:extLst>
            </p:cNvPr>
            <p:cNvSpPr/>
            <p:nvPr/>
          </p:nvSpPr>
          <p:spPr>
            <a:xfrm>
              <a:off x="1747751" y="1855288"/>
              <a:ext cx="155344" cy="306318"/>
            </a:xfrm>
            <a:custGeom>
              <a:avLst/>
              <a:gdLst/>
              <a:ahLst/>
              <a:cxnLst/>
              <a:rect l="l" t="t" r="r" b="b"/>
              <a:pathLst>
                <a:path w="1564" h="3084" extrusionOk="0">
                  <a:moveTo>
                    <a:pt x="17" y="1"/>
                  </a:moveTo>
                  <a:lnTo>
                    <a:pt x="0" y="17"/>
                  </a:lnTo>
                  <a:lnTo>
                    <a:pt x="17" y="33"/>
                  </a:lnTo>
                  <a:cubicBezTo>
                    <a:pt x="49" y="33"/>
                    <a:pt x="65" y="70"/>
                    <a:pt x="81" y="102"/>
                  </a:cubicBezTo>
                  <a:lnTo>
                    <a:pt x="101" y="118"/>
                  </a:lnTo>
                  <a:cubicBezTo>
                    <a:pt x="202" y="288"/>
                    <a:pt x="303" y="457"/>
                    <a:pt x="404" y="623"/>
                  </a:cubicBezTo>
                  <a:cubicBezTo>
                    <a:pt x="671" y="1096"/>
                    <a:pt x="974" y="1584"/>
                    <a:pt x="1261" y="2089"/>
                  </a:cubicBezTo>
                  <a:cubicBezTo>
                    <a:pt x="1277" y="2106"/>
                    <a:pt x="1277" y="2122"/>
                    <a:pt x="1293" y="2138"/>
                  </a:cubicBezTo>
                  <a:cubicBezTo>
                    <a:pt x="1330" y="2190"/>
                    <a:pt x="1378" y="2239"/>
                    <a:pt x="1362" y="2308"/>
                  </a:cubicBezTo>
                  <a:lnTo>
                    <a:pt x="1362" y="2526"/>
                  </a:lnTo>
                  <a:lnTo>
                    <a:pt x="1362" y="2679"/>
                  </a:lnTo>
                  <a:cubicBezTo>
                    <a:pt x="1346" y="2845"/>
                    <a:pt x="1414" y="2998"/>
                    <a:pt x="1548" y="3083"/>
                  </a:cubicBezTo>
                  <a:lnTo>
                    <a:pt x="1564" y="3083"/>
                  </a:lnTo>
                  <a:lnTo>
                    <a:pt x="1564" y="3063"/>
                  </a:lnTo>
                  <a:cubicBezTo>
                    <a:pt x="1431" y="2962"/>
                    <a:pt x="1362" y="2845"/>
                    <a:pt x="1378" y="2679"/>
                  </a:cubicBezTo>
                  <a:lnTo>
                    <a:pt x="1378" y="2509"/>
                  </a:lnTo>
                  <a:cubicBezTo>
                    <a:pt x="1378" y="2441"/>
                    <a:pt x="1378" y="2376"/>
                    <a:pt x="1394" y="2308"/>
                  </a:cubicBezTo>
                  <a:cubicBezTo>
                    <a:pt x="1394" y="2239"/>
                    <a:pt x="1362" y="2174"/>
                    <a:pt x="1313" y="2122"/>
                  </a:cubicBezTo>
                  <a:cubicBezTo>
                    <a:pt x="1313" y="2106"/>
                    <a:pt x="1293" y="2089"/>
                    <a:pt x="1277" y="2073"/>
                  </a:cubicBezTo>
                  <a:cubicBezTo>
                    <a:pt x="990" y="1584"/>
                    <a:pt x="707" y="1079"/>
                    <a:pt x="421" y="607"/>
                  </a:cubicBezTo>
                  <a:cubicBezTo>
                    <a:pt x="320" y="437"/>
                    <a:pt x="219" y="272"/>
                    <a:pt x="118" y="102"/>
                  </a:cubicBezTo>
                  <a:lnTo>
                    <a:pt x="118" y="86"/>
                  </a:lnTo>
                  <a:cubicBezTo>
                    <a:pt x="101" y="53"/>
                    <a:pt x="65" y="17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0">
              <a:extLst>
                <a:ext uri="{FF2B5EF4-FFF2-40B4-BE49-F238E27FC236}">
                  <a16:creationId xmlns:a16="http://schemas.microsoft.com/office/drawing/2014/main" id="{43545058-2C54-5B2D-CAA8-8D0DCA2756EF}"/>
                </a:ext>
              </a:extLst>
            </p:cNvPr>
            <p:cNvSpPr/>
            <p:nvPr/>
          </p:nvSpPr>
          <p:spPr>
            <a:xfrm>
              <a:off x="1517019" y="3329867"/>
              <a:ext cx="200736" cy="302643"/>
            </a:xfrm>
            <a:custGeom>
              <a:avLst/>
              <a:gdLst/>
              <a:ahLst/>
              <a:cxnLst/>
              <a:rect l="l" t="t" r="r" b="b"/>
              <a:pathLst>
                <a:path w="2021" h="3047" extrusionOk="0">
                  <a:moveTo>
                    <a:pt x="1" y="1"/>
                  </a:moveTo>
                  <a:lnTo>
                    <a:pt x="1" y="17"/>
                  </a:lnTo>
                  <a:cubicBezTo>
                    <a:pt x="81" y="102"/>
                    <a:pt x="166" y="170"/>
                    <a:pt x="235" y="255"/>
                  </a:cubicBezTo>
                  <a:cubicBezTo>
                    <a:pt x="405" y="421"/>
                    <a:pt x="586" y="590"/>
                    <a:pt x="772" y="760"/>
                  </a:cubicBezTo>
                  <a:cubicBezTo>
                    <a:pt x="942" y="910"/>
                    <a:pt x="1112" y="1079"/>
                    <a:pt x="1261" y="1229"/>
                  </a:cubicBezTo>
                  <a:cubicBezTo>
                    <a:pt x="1431" y="1382"/>
                    <a:pt x="1580" y="1548"/>
                    <a:pt x="1750" y="1701"/>
                  </a:cubicBezTo>
                  <a:cubicBezTo>
                    <a:pt x="1766" y="1701"/>
                    <a:pt x="1766" y="1718"/>
                    <a:pt x="1782" y="1718"/>
                  </a:cubicBezTo>
                  <a:cubicBezTo>
                    <a:pt x="1798" y="1734"/>
                    <a:pt x="1818" y="1770"/>
                    <a:pt x="1835" y="1770"/>
                  </a:cubicBezTo>
                  <a:cubicBezTo>
                    <a:pt x="1968" y="1851"/>
                    <a:pt x="1984" y="1952"/>
                    <a:pt x="1984" y="2121"/>
                  </a:cubicBezTo>
                  <a:cubicBezTo>
                    <a:pt x="1968" y="2239"/>
                    <a:pt x="1968" y="2356"/>
                    <a:pt x="1968" y="2493"/>
                  </a:cubicBezTo>
                  <a:cubicBezTo>
                    <a:pt x="1968" y="2643"/>
                    <a:pt x="1984" y="2796"/>
                    <a:pt x="1968" y="2946"/>
                  </a:cubicBezTo>
                  <a:cubicBezTo>
                    <a:pt x="1968" y="2982"/>
                    <a:pt x="1968" y="2998"/>
                    <a:pt x="1984" y="3014"/>
                  </a:cubicBezTo>
                  <a:lnTo>
                    <a:pt x="1984" y="3030"/>
                  </a:lnTo>
                  <a:lnTo>
                    <a:pt x="2000" y="3047"/>
                  </a:lnTo>
                  <a:cubicBezTo>
                    <a:pt x="2020" y="3047"/>
                    <a:pt x="2020" y="3030"/>
                    <a:pt x="2020" y="3030"/>
                  </a:cubicBezTo>
                  <a:cubicBezTo>
                    <a:pt x="2020" y="3014"/>
                    <a:pt x="2000" y="3014"/>
                    <a:pt x="2000" y="2998"/>
                  </a:cubicBezTo>
                  <a:cubicBezTo>
                    <a:pt x="2000" y="2982"/>
                    <a:pt x="1984" y="2962"/>
                    <a:pt x="1984" y="2946"/>
                  </a:cubicBezTo>
                  <a:cubicBezTo>
                    <a:pt x="2000" y="2796"/>
                    <a:pt x="2000" y="2643"/>
                    <a:pt x="2000" y="2493"/>
                  </a:cubicBezTo>
                  <a:lnTo>
                    <a:pt x="2000" y="2121"/>
                  </a:lnTo>
                  <a:cubicBezTo>
                    <a:pt x="2020" y="1988"/>
                    <a:pt x="2000" y="1835"/>
                    <a:pt x="1851" y="1750"/>
                  </a:cubicBezTo>
                  <a:cubicBezTo>
                    <a:pt x="1835" y="1734"/>
                    <a:pt x="1818" y="1718"/>
                    <a:pt x="1798" y="1701"/>
                  </a:cubicBezTo>
                  <a:cubicBezTo>
                    <a:pt x="1782" y="1701"/>
                    <a:pt x="1782" y="1685"/>
                    <a:pt x="1766" y="1669"/>
                  </a:cubicBezTo>
                  <a:cubicBezTo>
                    <a:pt x="1596" y="1532"/>
                    <a:pt x="1447" y="1366"/>
                    <a:pt x="1293" y="1213"/>
                  </a:cubicBezTo>
                  <a:cubicBezTo>
                    <a:pt x="1128" y="1063"/>
                    <a:pt x="958" y="893"/>
                    <a:pt x="788" y="740"/>
                  </a:cubicBezTo>
                  <a:cubicBezTo>
                    <a:pt x="607" y="574"/>
                    <a:pt x="421" y="405"/>
                    <a:pt x="251" y="235"/>
                  </a:cubicBezTo>
                  <a:cubicBezTo>
                    <a:pt x="182" y="154"/>
                    <a:pt x="102" y="6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0">
              <a:extLst>
                <a:ext uri="{FF2B5EF4-FFF2-40B4-BE49-F238E27FC236}">
                  <a16:creationId xmlns:a16="http://schemas.microsoft.com/office/drawing/2014/main" id="{A570DD48-2598-3A77-036B-3B36DC3C0BFA}"/>
                </a:ext>
              </a:extLst>
            </p:cNvPr>
            <p:cNvSpPr/>
            <p:nvPr/>
          </p:nvSpPr>
          <p:spPr>
            <a:xfrm>
              <a:off x="1376573" y="3620790"/>
              <a:ext cx="4966" cy="113628"/>
            </a:xfrm>
            <a:custGeom>
              <a:avLst/>
              <a:gdLst/>
              <a:ahLst/>
              <a:cxnLst/>
              <a:rect l="l" t="t" r="r" b="b"/>
              <a:pathLst>
                <a:path w="50" h="1144" extrusionOk="0">
                  <a:moveTo>
                    <a:pt x="17" y="0"/>
                  </a:moveTo>
                  <a:cubicBezTo>
                    <a:pt x="1" y="0"/>
                    <a:pt x="1" y="0"/>
                    <a:pt x="1" y="17"/>
                  </a:cubicBezTo>
                  <a:cubicBezTo>
                    <a:pt x="17" y="101"/>
                    <a:pt x="17" y="186"/>
                    <a:pt x="17" y="271"/>
                  </a:cubicBezTo>
                  <a:lnTo>
                    <a:pt x="17" y="388"/>
                  </a:lnTo>
                  <a:lnTo>
                    <a:pt x="17" y="909"/>
                  </a:lnTo>
                  <a:lnTo>
                    <a:pt x="17" y="1127"/>
                  </a:lnTo>
                  <a:cubicBezTo>
                    <a:pt x="17" y="1144"/>
                    <a:pt x="17" y="1144"/>
                    <a:pt x="33" y="1144"/>
                  </a:cubicBezTo>
                  <a:lnTo>
                    <a:pt x="33" y="1127"/>
                  </a:lnTo>
                  <a:lnTo>
                    <a:pt x="33" y="909"/>
                  </a:lnTo>
                  <a:lnTo>
                    <a:pt x="33" y="388"/>
                  </a:lnTo>
                  <a:lnTo>
                    <a:pt x="33" y="271"/>
                  </a:lnTo>
                  <a:cubicBezTo>
                    <a:pt x="49" y="186"/>
                    <a:pt x="49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0">
              <a:extLst>
                <a:ext uri="{FF2B5EF4-FFF2-40B4-BE49-F238E27FC236}">
                  <a16:creationId xmlns:a16="http://schemas.microsoft.com/office/drawing/2014/main" id="{974F2CF3-0333-6CC7-C106-0C4EBB9C2719}"/>
                </a:ext>
              </a:extLst>
            </p:cNvPr>
            <p:cNvSpPr/>
            <p:nvPr/>
          </p:nvSpPr>
          <p:spPr>
            <a:xfrm>
              <a:off x="1923059" y="2102905"/>
              <a:ext cx="140545" cy="327475"/>
            </a:xfrm>
            <a:custGeom>
              <a:avLst/>
              <a:gdLst/>
              <a:ahLst/>
              <a:cxnLst/>
              <a:rect l="l" t="t" r="r" b="b"/>
              <a:pathLst>
                <a:path w="1415" h="3297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101"/>
                    <a:pt x="33" y="202"/>
                    <a:pt x="17" y="303"/>
                  </a:cubicBezTo>
                  <a:lnTo>
                    <a:pt x="17" y="469"/>
                  </a:lnTo>
                  <a:lnTo>
                    <a:pt x="17" y="489"/>
                  </a:lnTo>
                  <a:cubicBezTo>
                    <a:pt x="33" y="538"/>
                    <a:pt x="33" y="570"/>
                    <a:pt x="69" y="622"/>
                  </a:cubicBezTo>
                  <a:cubicBezTo>
                    <a:pt x="187" y="740"/>
                    <a:pt x="255" y="873"/>
                    <a:pt x="320" y="1010"/>
                  </a:cubicBezTo>
                  <a:cubicBezTo>
                    <a:pt x="356" y="1059"/>
                    <a:pt x="389" y="1127"/>
                    <a:pt x="421" y="1176"/>
                  </a:cubicBezTo>
                  <a:cubicBezTo>
                    <a:pt x="538" y="1378"/>
                    <a:pt x="659" y="1564"/>
                    <a:pt x="760" y="1750"/>
                  </a:cubicBezTo>
                  <a:cubicBezTo>
                    <a:pt x="894" y="2004"/>
                    <a:pt x="1043" y="2238"/>
                    <a:pt x="1197" y="2473"/>
                  </a:cubicBezTo>
                  <a:cubicBezTo>
                    <a:pt x="1281" y="2626"/>
                    <a:pt x="1265" y="2776"/>
                    <a:pt x="1245" y="2913"/>
                  </a:cubicBezTo>
                  <a:cubicBezTo>
                    <a:pt x="1213" y="3095"/>
                    <a:pt x="1298" y="3196"/>
                    <a:pt x="1399" y="3297"/>
                  </a:cubicBezTo>
                  <a:lnTo>
                    <a:pt x="1415" y="3297"/>
                  </a:lnTo>
                  <a:lnTo>
                    <a:pt x="1415" y="3264"/>
                  </a:lnTo>
                  <a:cubicBezTo>
                    <a:pt x="1298" y="3163"/>
                    <a:pt x="1245" y="3079"/>
                    <a:pt x="1265" y="2913"/>
                  </a:cubicBezTo>
                  <a:cubicBezTo>
                    <a:pt x="1298" y="2776"/>
                    <a:pt x="1314" y="2626"/>
                    <a:pt x="1213" y="2456"/>
                  </a:cubicBezTo>
                  <a:cubicBezTo>
                    <a:pt x="1063" y="2222"/>
                    <a:pt x="926" y="1984"/>
                    <a:pt x="793" y="1750"/>
                  </a:cubicBezTo>
                  <a:cubicBezTo>
                    <a:pt x="675" y="1548"/>
                    <a:pt x="558" y="1362"/>
                    <a:pt x="457" y="1160"/>
                  </a:cubicBezTo>
                  <a:cubicBezTo>
                    <a:pt x="421" y="1111"/>
                    <a:pt x="389" y="1043"/>
                    <a:pt x="356" y="994"/>
                  </a:cubicBezTo>
                  <a:cubicBezTo>
                    <a:pt x="271" y="857"/>
                    <a:pt x="203" y="723"/>
                    <a:pt x="102" y="606"/>
                  </a:cubicBezTo>
                  <a:cubicBezTo>
                    <a:pt x="53" y="554"/>
                    <a:pt x="53" y="521"/>
                    <a:pt x="53" y="489"/>
                  </a:cubicBezTo>
                  <a:lnTo>
                    <a:pt x="53" y="469"/>
                  </a:lnTo>
                  <a:cubicBezTo>
                    <a:pt x="33" y="420"/>
                    <a:pt x="53" y="352"/>
                    <a:pt x="53" y="303"/>
                  </a:cubicBezTo>
                  <a:cubicBezTo>
                    <a:pt x="53" y="202"/>
                    <a:pt x="69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0">
              <a:extLst>
                <a:ext uri="{FF2B5EF4-FFF2-40B4-BE49-F238E27FC236}">
                  <a16:creationId xmlns:a16="http://schemas.microsoft.com/office/drawing/2014/main" id="{83E92501-AE47-762C-AD06-83DDFCE7F4F6}"/>
                </a:ext>
              </a:extLst>
            </p:cNvPr>
            <p:cNvSpPr/>
            <p:nvPr/>
          </p:nvSpPr>
          <p:spPr>
            <a:xfrm>
              <a:off x="791152" y="2813476"/>
              <a:ext cx="5364" cy="78367"/>
            </a:xfrm>
            <a:custGeom>
              <a:avLst/>
              <a:gdLst/>
              <a:ahLst/>
              <a:cxnLst/>
              <a:rect l="l" t="t" r="r" b="b"/>
              <a:pathLst>
                <a:path w="54" h="789" extrusionOk="0">
                  <a:moveTo>
                    <a:pt x="1" y="1"/>
                  </a:moveTo>
                  <a:cubicBezTo>
                    <a:pt x="17" y="166"/>
                    <a:pt x="17" y="336"/>
                    <a:pt x="17" y="485"/>
                  </a:cubicBezTo>
                  <a:lnTo>
                    <a:pt x="17" y="772"/>
                  </a:lnTo>
                  <a:cubicBezTo>
                    <a:pt x="17" y="788"/>
                    <a:pt x="17" y="788"/>
                    <a:pt x="37" y="788"/>
                  </a:cubicBezTo>
                  <a:lnTo>
                    <a:pt x="37" y="772"/>
                  </a:lnTo>
                  <a:lnTo>
                    <a:pt x="37" y="485"/>
                  </a:lnTo>
                  <a:cubicBezTo>
                    <a:pt x="53" y="320"/>
                    <a:pt x="53" y="166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0">
              <a:extLst>
                <a:ext uri="{FF2B5EF4-FFF2-40B4-BE49-F238E27FC236}">
                  <a16:creationId xmlns:a16="http://schemas.microsoft.com/office/drawing/2014/main" id="{8A7ABEE3-6801-A0C5-3BDC-9152F949C249}"/>
                </a:ext>
              </a:extLst>
            </p:cNvPr>
            <p:cNvSpPr/>
            <p:nvPr/>
          </p:nvSpPr>
          <p:spPr>
            <a:xfrm>
              <a:off x="500328" y="3485608"/>
              <a:ext cx="140545" cy="68236"/>
            </a:xfrm>
            <a:custGeom>
              <a:avLst/>
              <a:gdLst/>
              <a:ahLst/>
              <a:cxnLst/>
              <a:rect l="l" t="t" r="r" b="b"/>
              <a:pathLst>
                <a:path w="1415" h="687" extrusionOk="0">
                  <a:moveTo>
                    <a:pt x="1329" y="0"/>
                  </a:moveTo>
                  <a:lnTo>
                    <a:pt x="1111" y="81"/>
                  </a:lnTo>
                  <a:cubicBezTo>
                    <a:pt x="877" y="150"/>
                    <a:pt x="622" y="234"/>
                    <a:pt x="388" y="319"/>
                  </a:cubicBezTo>
                  <a:cubicBezTo>
                    <a:pt x="372" y="335"/>
                    <a:pt x="356" y="335"/>
                    <a:pt x="319" y="335"/>
                  </a:cubicBezTo>
                  <a:lnTo>
                    <a:pt x="271" y="335"/>
                  </a:lnTo>
                  <a:lnTo>
                    <a:pt x="271" y="352"/>
                  </a:lnTo>
                  <a:lnTo>
                    <a:pt x="388" y="352"/>
                  </a:lnTo>
                  <a:cubicBezTo>
                    <a:pt x="642" y="267"/>
                    <a:pt x="877" y="182"/>
                    <a:pt x="1111" y="101"/>
                  </a:cubicBezTo>
                  <a:lnTo>
                    <a:pt x="1329" y="32"/>
                  </a:lnTo>
                  <a:cubicBezTo>
                    <a:pt x="1382" y="117"/>
                    <a:pt x="1382" y="117"/>
                    <a:pt x="1349" y="218"/>
                  </a:cubicBezTo>
                  <a:cubicBezTo>
                    <a:pt x="1095" y="283"/>
                    <a:pt x="844" y="368"/>
                    <a:pt x="606" y="452"/>
                  </a:cubicBezTo>
                  <a:cubicBezTo>
                    <a:pt x="404" y="521"/>
                    <a:pt x="202" y="606"/>
                    <a:pt x="0" y="654"/>
                  </a:cubicBezTo>
                  <a:lnTo>
                    <a:pt x="0" y="671"/>
                  </a:lnTo>
                  <a:lnTo>
                    <a:pt x="16" y="687"/>
                  </a:lnTo>
                  <a:cubicBezTo>
                    <a:pt x="218" y="622"/>
                    <a:pt x="420" y="553"/>
                    <a:pt x="622" y="485"/>
                  </a:cubicBezTo>
                  <a:cubicBezTo>
                    <a:pt x="861" y="404"/>
                    <a:pt x="1111" y="319"/>
                    <a:pt x="1366" y="251"/>
                  </a:cubicBezTo>
                  <a:lnTo>
                    <a:pt x="1382" y="234"/>
                  </a:lnTo>
                  <a:cubicBezTo>
                    <a:pt x="1414" y="101"/>
                    <a:pt x="1414" y="101"/>
                    <a:pt x="1349" y="16"/>
                  </a:cubicBezTo>
                  <a:lnTo>
                    <a:pt x="13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0">
              <a:extLst>
                <a:ext uri="{FF2B5EF4-FFF2-40B4-BE49-F238E27FC236}">
                  <a16:creationId xmlns:a16="http://schemas.microsoft.com/office/drawing/2014/main" id="{E26FBC91-A90A-4A44-85CF-F966DC669576}"/>
                </a:ext>
              </a:extLst>
            </p:cNvPr>
            <p:cNvSpPr/>
            <p:nvPr/>
          </p:nvSpPr>
          <p:spPr>
            <a:xfrm>
              <a:off x="670770" y="2137768"/>
              <a:ext cx="147398" cy="172230"/>
            </a:xfrm>
            <a:custGeom>
              <a:avLst/>
              <a:gdLst/>
              <a:ahLst/>
              <a:cxnLst/>
              <a:rect l="l" t="t" r="r" b="b"/>
              <a:pathLst>
                <a:path w="1484" h="1734" extrusionOk="0">
                  <a:moveTo>
                    <a:pt x="1451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51" y="187"/>
                    <a:pt x="1451" y="356"/>
                    <a:pt x="1451" y="506"/>
                  </a:cubicBezTo>
                  <a:cubicBezTo>
                    <a:pt x="1451" y="607"/>
                    <a:pt x="1431" y="708"/>
                    <a:pt x="1451" y="809"/>
                  </a:cubicBezTo>
                  <a:lnTo>
                    <a:pt x="1451" y="845"/>
                  </a:lnTo>
                  <a:cubicBezTo>
                    <a:pt x="1451" y="894"/>
                    <a:pt x="1451" y="926"/>
                    <a:pt x="1467" y="978"/>
                  </a:cubicBezTo>
                  <a:lnTo>
                    <a:pt x="17" y="1701"/>
                  </a:lnTo>
                  <a:cubicBezTo>
                    <a:pt x="17" y="1701"/>
                    <a:pt x="1" y="1718"/>
                    <a:pt x="17" y="1718"/>
                  </a:cubicBezTo>
                  <a:lnTo>
                    <a:pt x="17" y="1734"/>
                  </a:lnTo>
                  <a:lnTo>
                    <a:pt x="37" y="1718"/>
                  </a:lnTo>
                  <a:lnTo>
                    <a:pt x="1484" y="995"/>
                  </a:lnTo>
                  <a:lnTo>
                    <a:pt x="1484" y="978"/>
                  </a:lnTo>
                  <a:cubicBezTo>
                    <a:pt x="1467" y="926"/>
                    <a:pt x="1467" y="894"/>
                    <a:pt x="1467" y="845"/>
                  </a:cubicBezTo>
                  <a:lnTo>
                    <a:pt x="1467" y="809"/>
                  </a:lnTo>
                  <a:lnTo>
                    <a:pt x="1467" y="506"/>
                  </a:lnTo>
                  <a:cubicBezTo>
                    <a:pt x="1467" y="356"/>
                    <a:pt x="1484" y="187"/>
                    <a:pt x="1451" y="17"/>
                  </a:cubicBezTo>
                  <a:lnTo>
                    <a:pt x="14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0">
              <a:extLst>
                <a:ext uri="{FF2B5EF4-FFF2-40B4-BE49-F238E27FC236}">
                  <a16:creationId xmlns:a16="http://schemas.microsoft.com/office/drawing/2014/main" id="{7E4EAE36-E6C1-9A9C-E2A1-A71F986E110A}"/>
                </a:ext>
              </a:extLst>
            </p:cNvPr>
            <p:cNvSpPr/>
            <p:nvPr/>
          </p:nvSpPr>
          <p:spPr>
            <a:xfrm>
              <a:off x="889881" y="1922332"/>
              <a:ext cx="5364" cy="86810"/>
            </a:xfrm>
            <a:custGeom>
              <a:avLst/>
              <a:gdLst/>
              <a:ahLst/>
              <a:cxnLst/>
              <a:rect l="l" t="t" r="r" b="b"/>
              <a:pathLst>
                <a:path w="54" h="874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33" y="150"/>
                    <a:pt x="17" y="287"/>
                    <a:pt x="17" y="421"/>
                  </a:cubicBezTo>
                  <a:lnTo>
                    <a:pt x="17" y="655"/>
                  </a:lnTo>
                  <a:lnTo>
                    <a:pt x="17" y="792"/>
                  </a:lnTo>
                  <a:lnTo>
                    <a:pt x="17" y="857"/>
                  </a:lnTo>
                  <a:lnTo>
                    <a:pt x="33" y="873"/>
                  </a:lnTo>
                  <a:lnTo>
                    <a:pt x="53" y="857"/>
                  </a:lnTo>
                  <a:lnTo>
                    <a:pt x="53" y="792"/>
                  </a:lnTo>
                  <a:lnTo>
                    <a:pt x="53" y="655"/>
                  </a:lnTo>
                  <a:lnTo>
                    <a:pt x="53" y="421"/>
                  </a:lnTo>
                  <a:cubicBezTo>
                    <a:pt x="53" y="287"/>
                    <a:pt x="53" y="134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0">
              <a:extLst>
                <a:ext uri="{FF2B5EF4-FFF2-40B4-BE49-F238E27FC236}">
                  <a16:creationId xmlns:a16="http://schemas.microsoft.com/office/drawing/2014/main" id="{047411A0-1D9F-A71D-86D7-A1E4B4D1DC0E}"/>
                </a:ext>
              </a:extLst>
            </p:cNvPr>
            <p:cNvSpPr/>
            <p:nvPr/>
          </p:nvSpPr>
          <p:spPr>
            <a:xfrm>
              <a:off x="2081979" y="3592283"/>
              <a:ext cx="102007" cy="110449"/>
            </a:xfrm>
            <a:custGeom>
              <a:avLst/>
              <a:gdLst/>
              <a:ahLst/>
              <a:cxnLst/>
              <a:rect l="l" t="t" r="r" b="b"/>
              <a:pathLst>
                <a:path w="1027" h="1112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cubicBezTo>
                    <a:pt x="17" y="85"/>
                    <a:pt x="69" y="138"/>
                    <a:pt x="101" y="186"/>
                  </a:cubicBezTo>
                  <a:lnTo>
                    <a:pt x="118" y="203"/>
                  </a:lnTo>
                  <a:cubicBezTo>
                    <a:pt x="235" y="320"/>
                    <a:pt x="336" y="441"/>
                    <a:pt x="453" y="558"/>
                  </a:cubicBezTo>
                  <a:cubicBezTo>
                    <a:pt x="590" y="708"/>
                    <a:pt x="740" y="861"/>
                    <a:pt x="877" y="1011"/>
                  </a:cubicBezTo>
                  <a:lnTo>
                    <a:pt x="893" y="1027"/>
                  </a:lnTo>
                  <a:cubicBezTo>
                    <a:pt x="926" y="1063"/>
                    <a:pt x="958" y="1112"/>
                    <a:pt x="1010" y="1112"/>
                  </a:cubicBezTo>
                  <a:cubicBezTo>
                    <a:pt x="1027" y="1112"/>
                    <a:pt x="1027" y="1095"/>
                    <a:pt x="1027" y="1095"/>
                  </a:cubicBezTo>
                  <a:cubicBezTo>
                    <a:pt x="1027" y="1095"/>
                    <a:pt x="1027" y="1079"/>
                    <a:pt x="1010" y="1079"/>
                  </a:cubicBezTo>
                  <a:cubicBezTo>
                    <a:pt x="978" y="1079"/>
                    <a:pt x="942" y="1047"/>
                    <a:pt x="909" y="1011"/>
                  </a:cubicBezTo>
                  <a:lnTo>
                    <a:pt x="893" y="994"/>
                  </a:lnTo>
                  <a:cubicBezTo>
                    <a:pt x="756" y="845"/>
                    <a:pt x="606" y="691"/>
                    <a:pt x="473" y="542"/>
                  </a:cubicBezTo>
                  <a:cubicBezTo>
                    <a:pt x="352" y="421"/>
                    <a:pt x="251" y="304"/>
                    <a:pt x="134" y="186"/>
                  </a:cubicBezTo>
                  <a:lnTo>
                    <a:pt x="118" y="170"/>
                  </a:lnTo>
                  <a:cubicBezTo>
                    <a:pt x="85" y="118"/>
                    <a:pt x="33" y="85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0">
              <a:extLst>
                <a:ext uri="{FF2B5EF4-FFF2-40B4-BE49-F238E27FC236}">
                  <a16:creationId xmlns:a16="http://schemas.microsoft.com/office/drawing/2014/main" id="{D2CE602A-2BED-CD60-50A5-51A17CA29040}"/>
                </a:ext>
              </a:extLst>
            </p:cNvPr>
            <p:cNvSpPr/>
            <p:nvPr/>
          </p:nvSpPr>
          <p:spPr>
            <a:xfrm>
              <a:off x="1384619" y="1651473"/>
              <a:ext cx="5364" cy="38637"/>
            </a:xfrm>
            <a:custGeom>
              <a:avLst/>
              <a:gdLst/>
              <a:ahLst/>
              <a:cxnLst/>
              <a:rect l="l" t="t" r="r" b="b"/>
              <a:pathLst>
                <a:path w="54" h="389" extrusionOk="0">
                  <a:moveTo>
                    <a:pt x="21" y="1"/>
                  </a:moveTo>
                  <a:cubicBezTo>
                    <a:pt x="21" y="1"/>
                    <a:pt x="1" y="17"/>
                    <a:pt x="21" y="17"/>
                  </a:cubicBezTo>
                  <a:cubicBezTo>
                    <a:pt x="37" y="150"/>
                    <a:pt x="37" y="267"/>
                    <a:pt x="21" y="368"/>
                  </a:cubicBezTo>
                  <a:cubicBezTo>
                    <a:pt x="1" y="368"/>
                    <a:pt x="21" y="389"/>
                    <a:pt x="21" y="389"/>
                  </a:cubicBezTo>
                  <a:cubicBezTo>
                    <a:pt x="37" y="389"/>
                    <a:pt x="37" y="368"/>
                    <a:pt x="37" y="368"/>
                  </a:cubicBezTo>
                  <a:cubicBezTo>
                    <a:pt x="53" y="267"/>
                    <a:pt x="53" y="150"/>
                    <a:pt x="37" y="17"/>
                  </a:cubicBezTo>
                  <a:cubicBezTo>
                    <a:pt x="37" y="17"/>
                    <a:pt x="37" y="1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0">
              <a:extLst>
                <a:ext uri="{FF2B5EF4-FFF2-40B4-BE49-F238E27FC236}">
                  <a16:creationId xmlns:a16="http://schemas.microsoft.com/office/drawing/2014/main" id="{9427A2FF-9612-408F-4322-C0C168AC951A}"/>
                </a:ext>
              </a:extLst>
            </p:cNvPr>
            <p:cNvSpPr/>
            <p:nvPr/>
          </p:nvSpPr>
          <p:spPr>
            <a:xfrm>
              <a:off x="1409946" y="1994144"/>
              <a:ext cx="8443" cy="172230"/>
            </a:xfrm>
            <a:custGeom>
              <a:avLst/>
              <a:gdLst/>
              <a:ahLst/>
              <a:cxnLst/>
              <a:rect l="l" t="t" r="r" b="b"/>
              <a:pathLst>
                <a:path w="85" h="1734" extrusionOk="0">
                  <a:moveTo>
                    <a:pt x="32" y="1"/>
                  </a:moveTo>
                  <a:lnTo>
                    <a:pt x="32" y="17"/>
                  </a:lnTo>
                  <a:cubicBezTo>
                    <a:pt x="49" y="85"/>
                    <a:pt x="32" y="150"/>
                    <a:pt x="32" y="219"/>
                  </a:cubicBezTo>
                  <a:cubicBezTo>
                    <a:pt x="16" y="251"/>
                    <a:pt x="16" y="304"/>
                    <a:pt x="16" y="336"/>
                  </a:cubicBezTo>
                  <a:lnTo>
                    <a:pt x="16" y="538"/>
                  </a:lnTo>
                  <a:cubicBezTo>
                    <a:pt x="0" y="724"/>
                    <a:pt x="0" y="926"/>
                    <a:pt x="16" y="1128"/>
                  </a:cubicBezTo>
                  <a:cubicBezTo>
                    <a:pt x="32" y="1212"/>
                    <a:pt x="32" y="1297"/>
                    <a:pt x="32" y="1382"/>
                  </a:cubicBezTo>
                  <a:cubicBezTo>
                    <a:pt x="32" y="1499"/>
                    <a:pt x="32" y="1600"/>
                    <a:pt x="49" y="1717"/>
                  </a:cubicBezTo>
                  <a:lnTo>
                    <a:pt x="69" y="1734"/>
                  </a:lnTo>
                  <a:cubicBezTo>
                    <a:pt x="85" y="1734"/>
                    <a:pt x="85" y="1717"/>
                    <a:pt x="85" y="1717"/>
                  </a:cubicBezTo>
                  <a:cubicBezTo>
                    <a:pt x="49" y="1600"/>
                    <a:pt x="49" y="1483"/>
                    <a:pt x="49" y="1382"/>
                  </a:cubicBezTo>
                  <a:lnTo>
                    <a:pt x="49" y="1111"/>
                  </a:lnTo>
                  <a:cubicBezTo>
                    <a:pt x="16" y="926"/>
                    <a:pt x="32" y="724"/>
                    <a:pt x="32" y="538"/>
                  </a:cubicBezTo>
                  <a:lnTo>
                    <a:pt x="32" y="336"/>
                  </a:lnTo>
                  <a:cubicBezTo>
                    <a:pt x="32" y="304"/>
                    <a:pt x="49" y="271"/>
                    <a:pt x="49" y="219"/>
                  </a:cubicBezTo>
                  <a:cubicBezTo>
                    <a:pt x="69" y="150"/>
                    <a:pt x="85" y="85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0">
              <a:extLst>
                <a:ext uri="{FF2B5EF4-FFF2-40B4-BE49-F238E27FC236}">
                  <a16:creationId xmlns:a16="http://schemas.microsoft.com/office/drawing/2014/main" id="{F965C6CE-FD4E-4257-0922-8BED84464417}"/>
                </a:ext>
              </a:extLst>
            </p:cNvPr>
            <p:cNvSpPr/>
            <p:nvPr/>
          </p:nvSpPr>
          <p:spPr>
            <a:xfrm>
              <a:off x="2081979" y="2430280"/>
              <a:ext cx="100418" cy="195968"/>
            </a:xfrm>
            <a:custGeom>
              <a:avLst/>
              <a:gdLst/>
              <a:ahLst/>
              <a:cxnLst/>
              <a:rect l="l" t="t" r="r" b="b"/>
              <a:pathLst>
                <a:path w="1011" h="1973" extrusionOk="0">
                  <a:moveTo>
                    <a:pt x="49" y="1"/>
                  </a:moveTo>
                  <a:cubicBezTo>
                    <a:pt x="33" y="1"/>
                    <a:pt x="33" y="1"/>
                    <a:pt x="33" y="21"/>
                  </a:cubicBezTo>
                  <a:cubicBezTo>
                    <a:pt x="1" y="203"/>
                    <a:pt x="1" y="425"/>
                    <a:pt x="134" y="643"/>
                  </a:cubicBezTo>
                  <a:cubicBezTo>
                    <a:pt x="303" y="910"/>
                    <a:pt x="473" y="1180"/>
                    <a:pt x="623" y="1451"/>
                  </a:cubicBezTo>
                  <a:cubicBezTo>
                    <a:pt x="707" y="1584"/>
                    <a:pt x="792" y="1738"/>
                    <a:pt x="877" y="1871"/>
                  </a:cubicBezTo>
                  <a:cubicBezTo>
                    <a:pt x="893" y="1871"/>
                    <a:pt x="893" y="1887"/>
                    <a:pt x="893" y="1903"/>
                  </a:cubicBezTo>
                  <a:cubicBezTo>
                    <a:pt x="909" y="1920"/>
                    <a:pt x="926" y="1972"/>
                    <a:pt x="994" y="1972"/>
                  </a:cubicBezTo>
                  <a:cubicBezTo>
                    <a:pt x="994" y="1972"/>
                    <a:pt x="1010" y="1972"/>
                    <a:pt x="1010" y="1956"/>
                  </a:cubicBezTo>
                  <a:lnTo>
                    <a:pt x="994" y="1940"/>
                  </a:lnTo>
                  <a:cubicBezTo>
                    <a:pt x="942" y="1940"/>
                    <a:pt x="942" y="1920"/>
                    <a:pt x="926" y="1887"/>
                  </a:cubicBezTo>
                  <a:cubicBezTo>
                    <a:pt x="909" y="1871"/>
                    <a:pt x="909" y="1871"/>
                    <a:pt x="909" y="1855"/>
                  </a:cubicBezTo>
                  <a:cubicBezTo>
                    <a:pt x="825" y="1718"/>
                    <a:pt x="740" y="1568"/>
                    <a:pt x="655" y="1435"/>
                  </a:cubicBezTo>
                  <a:cubicBezTo>
                    <a:pt x="489" y="1164"/>
                    <a:pt x="320" y="893"/>
                    <a:pt x="150" y="627"/>
                  </a:cubicBezTo>
                  <a:cubicBezTo>
                    <a:pt x="49" y="457"/>
                    <a:pt x="17" y="271"/>
                    <a:pt x="49" y="21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0">
              <a:extLst>
                <a:ext uri="{FF2B5EF4-FFF2-40B4-BE49-F238E27FC236}">
                  <a16:creationId xmlns:a16="http://schemas.microsoft.com/office/drawing/2014/main" id="{B5066D20-1FED-96E2-4717-B81F74281DD5}"/>
                </a:ext>
              </a:extLst>
            </p:cNvPr>
            <p:cNvSpPr/>
            <p:nvPr/>
          </p:nvSpPr>
          <p:spPr>
            <a:xfrm>
              <a:off x="1745764" y="2492458"/>
              <a:ext cx="155742" cy="284169"/>
            </a:xfrm>
            <a:custGeom>
              <a:avLst/>
              <a:gdLst/>
              <a:ahLst/>
              <a:cxnLst/>
              <a:rect l="l" t="t" r="r" b="b"/>
              <a:pathLst>
                <a:path w="1568" h="2861" extrusionOk="0">
                  <a:moveTo>
                    <a:pt x="0" y="1"/>
                  </a:moveTo>
                  <a:lnTo>
                    <a:pt x="0" y="17"/>
                  </a:lnTo>
                  <a:cubicBezTo>
                    <a:pt x="85" y="49"/>
                    <a:pt x="101" y="102"/>
                    <a:pt x="154" y="166"/>
                  </a:cubicBezTo>
                  <a:cubicBezTo>
                    <a:pt x="154" y="183"/>
                    <a:pt x="170" y="219"/>
                    <a:pt x="186" y="235"/>
                  </a:cubicBezTo>
                  <a:cubicBezTo>
                    <a:pt x="441" y="587"/>
                    <a:pt x="707" y="958"/>
                    <a:pt x="962" y="1314"/>
                  </a:cubicBezTo>
                  <a:lnTo>
                    <a:pt x="1164" y="1617"/>
                  </a:lnTo>
                  <a:cubicBezTo>
                    <a:pt x="1180" y="1633"/>
                    <a:pt x="1196" y="1649"/>
                    <a:pt x="1196" y="1665"/>
                  </a:cubicBezTo>
                  <a:cubicBezTo>
                    <a:pt x="1232" y="1734"/>
                    <a:pt x="1281" y="1782"/>
                    <a:pt x="1313" y="1835"/>
                  </a:cubicBezTo>
                  <a:cubicBezTo>
                    <a:pt x="1382" y="1900"/>
                    <a:pt x="1414" y="1984"/>
                    <a:pt x="1398" y="2085"/>
                  </a:cubicBezTo>
                  <a:lnTo>
                    <a:pt x="1398" y="2287"/>
                  </a:lnTo>
                  <a:cubicBezTo>
                    <a:pt x="1398" y="2388"/>
                    <a:pt x="1414" y="2489"/>
                    <a:pt x="1366" y="2590"/>
                  </a:cubicBezTo>
                  <a:cubicBezTo>
                    <a:pt x="1366" y="2627"/>
                    <a:pt x="1398" y="2691"/>
                    <a:pt x="1414" y="2728"/>
                  </a:cubicBezTo>
                  <a:cubicBezTo>
                    <a:pt x="1451" y="2760"/>
                    <a:pt x="1467" y="2792"/>
                    <a:pt x="1499" y="2829"/>
                  </a:cubicBezTo>
                  <a:cubicBezTo>
                    <a:pt x="1515" y="2829"/>
                    <a:pt x="1535" y="2845"/>
                    <a:pt x="1535" y="2861"/>
                  </a:cubicBezTo>
                  <a:lnTo>
                    <a:pt x="1568" y="2861"/>
                  </a:lnTo>
                  <a:lnTo>
                    <a:pt x="1568" y="2845"/>
                  </a:lnTo>
                  <a:cubicBezTo>
                    <a:pt x="1551" y="2829"/>
                    <a:pt x="1535" y="2808"/>
                    <a:pt x="1515" y="2792"/>
                  </a:cubicBezTo>
                  <a:cubicBezTo>
                    <a:pt x="1499" y="2776"/>
                    <a:pt x="1467" y="2744"/>
                    <a:pt x="1451" y="2707"/>
                  </a:cubicBezTo>
                  <a:cubicBezTo>
                    <a:pt x="1398" y="2659"/>
                    <a:pt x="1382" y="2627"/>
                    <a:pt x="1398" y="2590"/>
                  </a:cubicBezTo>
                  <a:cubicBezTo>
                    <a:pt x="1434" y="2489"/>
                    <a:pt x="1434" y="2388"/>
                    <a:pt x="1434" y="2287"/>
                  </a:cubicBezTo>
                  <a:cubicBezTo>
                    <a:pt x="1414" y="2223"/>
                    <a:pt x="1414" y="2154"/>
                    <a:pt x="1434" y="2085"/>
                  </a:cubicBezTo>
                  <a:cubicBezTo>
                    <a:pt x="1451" y="1984"/>
                    <a:pt x="1414" y="1883"/>
                    <a:pt x="1350" y="1819"/>
                  </a:cubicBezTo>
                  <a:cubicBezTo>
                    <a:pt x="1297" y="1766"/>
                    <a:pt x="1265" y="1718"/>
                    <a:pt x="1232" y="1665"/>
                  </a:cubicBezTo>
                  <a:cubicBezTo>
                    <a:pt x="1212" y="1633"/>
                    <a:pt x="1196" y="1617"/>
                    <a:pt x="1180" y="1597"/>
                  </a:cubicBezTo>
                  <a:lnTo>
                    <a:pt x="978" y="1314"/>
                  </a:lnTo>
                  <a:cubicBezTo>
                    <a:pt x="727" y="942"/>
                    <a:pt x="473" y="570"/>
                    <a:pt x="202" y="219"/>
                  </a:cubicBezTo>
                  <a:cubicBezTo>
                    <a:pt x="186" y="203"/>
                    <a:pt x="186" y="166"/>
                    <a:pt x="170" y="150"/>
                  </a:cubicBezTo>
                  <a:cubicBezTo>
                    <a:pt x="138" y="82"/>
                    <a:pt x="101" y="17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0">
              <a:extLst>
                <a:ext uri="{FF2B5EF4-FFF2-40B4-BE49-F238E27FC236}">
                  <a16:creationId xmlns:a16="http://schemas.microsoft.com/office/drawing/2014/main" id="{DC5208A2-D517-E4D5-9DD1-900E14CA08A8}"/>
                </a:ext>
              </a:extLst>
            </p:cNvPr>
            <p:cNvSpPr/>
            <p:nvPr/>
          </p:nvSpPr>
          <p:spPr>
            <a:xfrm>
              <a:off x="1341313" y="1487388"/>
              <a:ext cx="6853" cy="105582"/>
            </a:xfrm>
            <a:custGeom>
              <a:avLst/>
              <a:gdLst/>
              <a:ahLst/>
              <a:cxnLst/>
              <a:rect l="l" t="t" r="r" b="b"/>
              <a:pathLst>
                <a:path w="69" h="1063" extrusionOk="0">
                  <a:moveTo>
                    <a:pt x="0" y="0"/>
                  </a:moveTo>
                  <a:cubicBezTo>
                    <a:pt x="16" y="154"/>
                    <a:pt x="16" y="324"/>
                    <a:pt x="16" y="473"/>
                  </a:cubicBezTo>
                  <a:lnTo>
                    <a:pt x="16" y="776"/>
                  </a:lnTo>
                  <a:lnTo>
                    <a:pt x="16" y="861"/>
                  </a:lnTo>
                  <a:cubicBezTo>
                    <a:pt x="16" y="930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7"/>
                  </a:lnTo>
                  <a:cubicBezTo>
                    <a:pt x="33" y="978"/>
                    <a:pt x="33" y="930"/>
                    <a:pt x="33" y="861"/>
                  </a:cubicBezTo>
                  <a:cubicBezTo>
                    <a:pt x="33" y="829"/>
                    <a:pt x="53" y="808"/>
                    <a:pt x="53" y="776"/>
                  </a:cubicBezTo>
                  <a:cubicBezTo>
                    <a:pt x="33" y="675"/>
                    <a:pt x="33" y="574"/>
                    <a:pt x="33" y="473"/>
                  </a:cubicBezTo>
                  <a:cubicBezTo>
                    <a:pt x="53" y="324"/>
                    <a:pt x="53" y="154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0">
              <a:extLst>
                <a:ext uri="{FF2B5EF4-FFF2-40B4-BE49-F238E27FC236}">
                  <a16:creationId xmlns:a16="http://schemas.microsoft.com/office/drawing/2014/main" id="{A6A321D0-A0D4-6FC4-3364-A25D0CA4D9C2}"/>
                </a:ext>
              </a:extLst>
            </p:cNvPr>
            <p:cNvSpPr/>
            <p:nvPr/>
          </p:nvSpPr>
          <p:spPr>
            <a:xfrm>
              <a:off x="1284300" y="3647707"/>
              <a:ext cx="5364" cy="86711"/>
            </a:xfrm>
            <a:custGeom>
              <a:avLst/>
              <a:gdLst/>
              <a:ahLst/>
              <a:cxnLst/>
              <a:rect l="l" t="t" r="r" b="b"/>
              <a:pathLst>
                <a:path w="54" h="873" extrusionOk="0">
                  <a:moveTo>
                    <a:pt x="21" y="0"/>
                  </a:moveTo>
                  <a:cubicBezTo>
                    <a:pt x="21" y="0"/>
                    <a:pt x="1" y="0"/>
                    <a:pt x="1" y="16"/>
                  </a:cubicBezTo>
                  <a:cubicBezTo>
                    <a:pt x="37" y="150"/>
                    <a:pt x="21" y="287"/>
                    <a:pt x="21" y="420"/>
                  </a:cubicBezTo>
                  <a:lnTo>
                    <a:pt x="21" y="655"/>
                  </a:lnTo>
                  <a:lnTo>
                    <a:pt x="21" y="792"/>
                  </a:lnTo>
                  <a:lnTo>
                    <a:pt x="21" y="856"/>
                  </a:lnTo>
                  <a:cubicBezTo>
                    <a:pt x="21" y="873"/>
                    <a:pt x="37" y="873"/>
                    <a:pt x="37" y="873"/>
                  </a:cubicBezTo>
                  <a:cubicBezTo>
                    <a:pt x="37" y="873"/>
                    <a:pt x="53" y="873"/>
                    <a:pt x="53" y="856"/>
                  </a:cubicBezTo>
                  <a:lnTo>
                    <a:pt x="53" y="792"/>
                  </a:lnTo>
                  <a:lnTo>
                    <a:pt x="53" y="655"/>
                  </a:lnTo>
                  <a:lnTo>
                    <a:pt x="53" y="420"/>
                  </a:lnTo>
                  <a:cubicBezTo>
                    <a:pt x="53" y="287"/>
                    <a:pt x="53" y="150"/>
                    <a:pt x="37" y="16"/>
                  </a:cubicBezTo>
                  <a:cubicBezTo>
                    <a:pt x="37" y="0"/>
                    <a:pt x="21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0">
              <a:extLst>
                <a:ext uri="{FF2B5EF4-FFF2-40B4-BE49-F238E27FC236}">
                  <a16:creationId xmlns:a16="http://schemas.microsoft.com/office/drawing/2014/main" id="{29B41BC3-0AFC-8F6A-CCBE-4DA55D0DDFF7}"/>
                </a:ext>
              </a:extLst>
            </p:cNvPr>
            <p:cNvSpPr/>
            <p:nvPr/>
          </p:nvSpPr>
          <p:spPr>
            <a:xfrm>
              <a:off x="687655" y="2306720"/>
              <a:ext cx="127335" cy="145710"/>
            </a:xfrm>
            <a:custGeom>
              <a:avLst/>
              <a:gdLst/>
              <a:ahLst/>
              <a:cxnLst/>
              <a:rect l="l" t="t" r="r" b="b"/>
              <a:pathLst>
                <a:path w="1282" h="1467" extrusionOk="0">
                  <a:moveTo>
                    <a:pt x="1261" y="0"/>
                  </a:moveTo>
                  <a:cubicBezTo>
                    <a:pt x="1180" y="17"/>
                    <a:pt x="1112" y="53"/>
                    <a:pt x="1027" y="101"/>
                  </a:cubicBezTo>
                  <a:cubicBezTo>
                    <a:pt x="994" y="118"/>
                    <a:pt x="958" y="134"/>
                    <a:pt x="910" y="154"/>
                  </a:cubicBezTo>
                  <a:cubicBezTo>
                    <a:pt x="655" y="271"/>
                    <a:pt x="388" y="404"/>
                    <a:pt x="134" y="522"/>
                  </a:cubicBezTo>
                  <a:lnTo>
                    <a:pt x="85" y="538"/>
                  </a:lnTo>
                  <a:cubicBezTo>
                    <a:pt x="49" y="574"/>
                    <a:pt x="1" y="606"/>
                    <a:pt x="1" y="675"/>
                  </a:cubicBezTo>
                  <a:lnTo>
                    <a:pt x="1" y="1128"/>
                  </a:lnTo>
                  <a:lnTo>
                    <a:pt x="1" y="1398"/>
                  </a:lnTo>
                  <a:cubicBezTo>
                    <a:pt x="1" y="1414"/>
                    <a:pt x="17" y="1431"/>
                    <a:pt x="17" y="1447"/>
                  </a:cubicBezTo>
                  <a:lnTo>
                    <a:pt x="33" y="1467"/>
                  </a:lnTo>
                  <a:lnTo>
                    <a:pt x="49" y="1467"/>
                  </a:lnTo>
                  <a:lnTo>
                    <a:pt x="49" y="1447"/>
                  </a:lnTo>
                  <a:lnTo>
                    <a:pt x="49" y="1431"/>
                  </a:lnTo>
                  <a:cubicBezTo>
                    <a:pt x="33" y="1414"/>
                    <a:pt x="33" y="1398"/>
                    <a:pt x="33" y="1398"/>
                  </a:cubicBezTo>
                  <a:lnTo>
                    <a:pt x="33" y="1128"/>
                  </a:lnTo>
                  <a:lnTo>
                    <a:pt x="33" y="675"/>
                  </a:lnTo>
                  <a:cubicBezTo>
                    <a:pt x="33" y="606"/>
                    <a:pt x="69" y="590"/>
                    <a:pt x="102" y="574"/>
                  </a:cubicBezTo>
                  <a:lnTo>
                    <a:pt x="150" y="538"/>
                  </a:lnTo>
                  <a:cubicBezTo>
                    <a:pt x="405" y="421"/>
                    <a:pt x="675" y="287"/>
                    <a:pt x="926" y="170"/>
                  </a:cubicBezTo>
                  <a:cubicBezTo>
                    <a:pt x="958" y="154"/>
                    <a:pt x="1011" y="134"/>
                    <a:pt x="1043" y="118"/>
                  </a:cubicBezTo>
                  <a:cubicBezTo>
                    <a:pt x="1112" y="85"/>
                    <a:pt x="1196" y="33"/>
                    <a:pt x="1281" y="33"/>
                  </a:cubicBezTo>
                  <a:lnTo>
                    <a:pt x="1281" y="17"/>
                  </a:lnTo>
                  <a:cubicBezTo>
                    <a:pt x="1281" y="0"/>
                    <a:pt x="1281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0">
              <a:extLst>
                <a:ext uri="{FF2B5EF4-FFF2-40B4-BE49-F238E27FC236}">
                  <a16:creationId xmlns:a16="http://schemas.microsoft.com/office/drawing/2014/main" id="{2EE8E05D-7FBE-DC52-E34B-E56D6BA980CC}"/>
                </a:ext>
              </a:extLst>
            </p:cNvPr>
            <p:cNvSpPr/>
            <p:nvPr/>
          </p:nvSpPr>
          <p:spPr>
            <a:xfrm>
              <a:off x="1673952" y="3510440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6" y="134"/>
                    <a:pt x="16" y="255"/>
                    <a:pt x="16" y="372"/>
                  </a:cubicBezTo>
                  <a:lnTo>
                    <a:pt x="16" y="574"/>
                  </a:lnTo>
                  <a:lnTo>
                    <a:pt x="16" y="639"/>
                  </a:lnTo>
                  <a:cubicBezTo>
                    <a:pt x="16" y="691"/>
                    <a:pt x="16" y="740"/>
                    <a:pt x="0" y="776"/>
                  </a:cubicBezTo>
                  <a:cubicBezTo>
                    <a:pt x="0" y="792"/>
                    <a:pt x="0" y="792"/>
                    <a:pt x="16" y="792"/>
                  </a:cubicBezTo>
                  <a:lnTo>
                    <a:pt x="37" y="792"/>
                  </a:lnTo>
                  <a:cubicBezTo>
                    <a:pt x="53" y="740"/>
                    <a:pt x="53" y="691"/>
                    <a:pt x="53" y="639"/>
                  </a:cubicBezTo>
                  <a:cubicBezTo>
                    <a:pt x="37" y="623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72"/>
                  </a:cubicBezTo>
                  <a:cubicBezTo>
                    <a:pt x="37" y="255"/>
                    <a:pt x="37" y="134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0">
              <a:extLst>
                <a:ext uri="{FF2B5EF4-FFF2-40B4-BE49-F238E27FC236}">
                  <a16:creationId xmlns:a16="http://schemas.microsoft.com/office/drawing/2014/main" id="{DE2857D7-ECAD-0C9B-1448-12E450A2882C}"/>
                </a:ext>
              </a:extLst>
            </p:cNvPr>
            <p:cNvSpPr/>
            <p:nvPr/>
          </p:nvSpPr>
          <p:spPr>
            <a:xfrm>
              <a:off x="1923059" y="2577579"/>
              <a:ext cx="128924" cy="264105"/>
            </a:xfrm>
            <a:custGeom>
              <a:avLst/>
              <a:gdLst/>
              <a:ahLst/>
              <a:cxnLst/>
              <a:rect l="l" t="t" r="r" b="b"/>
              <a:pathLst>
                <a:path w="1298" h="2659" extrusionOk="0">
                  <a:moveTo>
                    <a:pt x="53" y="0"/>
                  </a:moveTo>
                  <a:cubicBezTo>
                    <a:pt x="53" y="0"/>
                    <a:pt x="33" y="0"/>
                    <a:pt x="33" y="16"/>
                  </a:cubicBezTo>
                  <a:cubicBezTo>
                    <a:pt x="1" y="117"/>
                    <a:pt x="33" y="202"/>
                    <a:pt x="102" y="303"/>
                  </a:cubicBezTo>
                  <a:cubicBezTo>
                    <a:pt x="203" y="420"/>
                    <a:pt x="288" y="538"/>
                    <a:pt x="372" y="675"/>
                  </a:cubicBezTo>
                  <a:cubicBezTo>
                    <a:pt x="389" y="707"/>
                    <a:pt x="421" y="740"/>
                    <a:pt x="437" y="776"/>
                  </a:cubicBezTo>
                  <a:cubicBezTo>
                    <a:pt x="538" y="909"/>
                    <a:pt x="623" y="1043"/>
                    <a:pt x="708" y="1180"/>
                  </a:cubicBezTo>
                  <a:cubicBezTo>
                    <a:pt x="877" y="1414"/>
                    <a:pt x="1027" y="1669"/>
                    <a:pt x="1197" y="1919"/>
                  </a:cubicBezTo>
                  <a:cubicBezTo>
                    <a:pt x="1245" y="1988"/>
                    <a:pt x="1265" y="2036"/>
                    <a:pt x="1265" y="2121"/>
                  </a:cubicBezTo>
                  <a:lnTo>
                    <a:pt x="1265" y="2509"/>
                  </a:lnTo>
                  <a:cubicBezTo>
                    <a:pt x="1265" y="2557"/>
                    <a:pt x="1245" y="2610"/>
                    <a:pt x="1229" y="2642"/>
                  </a:cubicBezTo>
                  <a:lnTo>
                    <a:pt x="1229" y="2658"/>
                  </a:lnTo>
                  <a:lnTo>
                    <a:pt x="1245" y="2658"/>
                  </a:lnTo>
                  <a:cubicBezTo>
                    <a:pt x="1281" y="2610"/>
                    <a:pt x="1298" y="2557"/>
                    <a:pt x="1298" y="2509"/>
                  </a:cubicBezTo>
                  <a:lnTo>
                    <a:pt x="1298" y="2121"/>
                  </a:lnTo>
                  <a:cubicBezTo>
                    <a:pt x="1298" y="2036"/>
                    <a:pt x="1281" y="1972"/>
                    <a:pt x="1229" y="1903"/>
                  </a:cubicBezTo>
                  <a:cubicBezTo>
                    <a:pt x="1063" y="1648"/>
                    <a:pt x="894" y="1398"/>
                    <a:pt x="724" y="1164"/>
                  </a:cubicBezTo>
                  <a:cubicBezTo>
                    <a:pt x="639" y="1026"/>
                    <a:pt x="558" y="893"/>
                    <a:pt x="473" y="760"/>
                  </a:cubicBezTo>
                  <a:cubicBezTo>
                    <a:pt x="437" y="723"/>
                    <a:pt x="421" y="691"/>
                    <a:pt x="389" y="659"/>
                  </a:cubicBezTo>
                  <a:cubicBezTo>
                    <a:pt x="304" y="521"/>
                    <a:pt x="219" y="404"/>
                    <a:pt x="118" y="287"/>
                  </a:cubicBezTo>
                  <a:cubicBezTo>
                    <a:pt x="53" y="202"/>
                    <a:pt x="33" y="117"/>
                    <a:pt x="69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0">
              <a:extLst>
                <a:ext uri="{FF2B5EF4-FFF2-40B4-BE49-F238E27FC236}">
                  <a16:creationId xmlns:a16="http://schemas.microsoft.com/office/drawing/2014/main" id="{2437EAF5-D6AB-A026-4AC4-2C5F41F902B1}"/>
                </a:ext>
              </a:extLst>
            </p:cNvPr>
            <p:cNvSpPr/>
            <p:nvPr/>
          </p:nvSpPr>
          <p:spPr>
            <a:xfrm>
              <a:off x="491885" y="1883794"/>
              <a:ext cx="144121" cy="78765"/>
            </a:xfrm>
            <a:custGeom>
              <a:avLst/>
              <a:gdLst/>
              <a:ahLst/>
              <a:cxnLst/>
              <a:rect l="l" t="t" r="r" b="b"/>
              <a:pathLst>
                <a:path w="1451" h="793" extrusionOk="0">
                  <a:moveTo>
                    <a:pt x="1434" y="1"/>
                  </a:moveTo>
                  <a:cubicBezTo>
                    <a:pt x="1350" y="49"/>
                    <a:pt x="1265" y="102"/>
                    <a:pt x="1164" y="150"/>
                  </a:cubicBezTo>
                  <a:cubicBezTo>
                    <a:pt x="978" y="271"/>
                    <a:pt x="760" y="388"/>
                    <a:pt x="558" y="489"/>
                  </a:cubicBezTo>
                  <a:cubicBezTo>
                    <a:pt x="505" y="522"/>
                    <a:pt x="457" y="554"/>
                    <a:pt x="388" y="590"/>
                  </a:cubicBezTo>
                  <a:cubicBezTo>
                    <a:pt x="271" y="655"/>
                    <a:pt x="154" y="740"/>
                    <a:pt x="20" y="776"/>
                  </a:cubicBezTo>
                  <a:cubicBezTo>
                    <a:pt x="0" y="776"/>
                    <a:pt x="0" y="776"/>
                    <a:pt x="0" y="792"/>
                  </a:cubicBezTo>
                  <a:lnTo>
                    <a:pt x="20" y="792"/>
                  </a:lnTo>
                  <a:cubicBezTo>
                    <a:pt x="170" y="756"/>
                    <a:pt x="287" y="691"/>
                    <a:pt x="404" y="607"/>
                  </a:cubicBezTo>
                  <a:cubicBezTo>
                    <a:pt x="457" y="574"/>
                    <a:pt x="525" y="538"/>
                    <a:pt x="574" y="506"/>
                  </a:cubicBezTo>
                  <a:cubicBezTo>
                    <a:pt x="776" y="405"/>
                    <a:pt x="978" y="287"/>
                    <a:pt x="1180" y="170"/>
                  </a:cubicBezTo>
                  <a:cubicBezTo>
                    <a:pt x="1265" y="118"/>
                    <a:pt x="1350" y="69"/>
                    <a:pt x="1434" y="33"/>
                  </a:cubicBezTo>
                  <a:lnTo>
                    <a:pt x="1451" y="17"/>
                  </a:lnTo>
                  <a:cubicBezTo>
                    <a:pt x="1451" y="1"/>
                    <a:pt x="1434" y="1"/>
                    <a:pt x="1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0">
              <a:extLst>
                <a:ext uri="{FF2B5EF4-FFF2-40B4-BE49-F238E27FC236}">
                  <a16:creationId xmlns:a16="http://schemas.microsoft.com/office/drawing/2014/main" id="{5C736A26-E23D-50E3-25C4-74C7275CE178}"/>
                </a:ext>
              </a:extLst>
            </p:cNvPr>
            <p:cNvSpPr/>
            <p:nvPr/>
          </p:nvSpPr>
          <p:spPr>
            <a:xfrm>
              <a:off x="1735732" y="3064272"/>
              <a:ext cx="170640" cy="295790"/>
            </a:xfrm>
            <a:custGeom>
              <a:avLst/>
              <a:gdLst/>
              <a:ahLst/>
              <a:cxnLst/>
              <a:rect l="l" t="t" r="r" b="b"/>
              <a:pathLst>
                <a:path w="1718" h="2978" extrusionOk="0">
                  <a:moveTo>
                    <a:pt x="20" y="0"/>
                  </a:moveTo>
                  <a:cubicBezTo>
                    <a:pt x="0" y="0"/>
                    <a:pt x="0" y="0"/>
                    <a:pt x="0" y="17"/>
                  </a:cubicBezTo>
                  <a:cubicBezTo>
                    <a:pt x="0" y="134"/>
                    <a:pt x="85" y="202"/>
                    <a:pt x="170" y="267"/>
                  </a:cubicBezTo>
                  <a:cubicBezTo>
                    <a:pt x="202" y="283"/>
                    <a:pt x="222" y="320"/>
                    <a:pt x="255" y="352"/>
                  </a:cubicBezTo>
                  <a:cubicBezTo>
                    <a:pt x="542" y="707"/>
                    <a:pt x="845" y="1043"/>
                    <a:pt x="1131" y="1378"/>
                  </a:cubicBezTo>
                  <a:cubicBezTo>
                    <a:pt x="1212" y="1479"/>
                    <a:pt x="1313" y="1580"/>
                    <a:pt x="1398" y="1697"/>
                  </a:cubicBezTo>
                  <a:cubicBezTo>
                    <a:pt x="1414" y="1717"/>
                    <a:pt x="1434" y="1733"/>
                    <a:pt x="1451" y="1750"/>
                  </a:cubicBezTo>
                  <a:cubicBezTo>
                    <a:pt x="1499" y="1818"/>
                    <a:pt x="1568" y="1883"/>
                    <a:pt x="1636" y="1952"/>
                  </a:cubicBezTo>
                  <a:cubicBezTo>
                    <a:pt x="1685" y="2000"/>
                    <a:pt x="1685" y="2053"/>
                    <a:pt x="1685" y="2121"/>
                  </a:cubicBezTo>
                  <a:lnTo>
                    <a:pt x="1685" y="2525"/>
                  </a:lnTo>
                  <a:lnTo>
                    <a:pt x="1685" y="2828"/>
                  </a:lnTo>
                  <a:lnTo>
                    <a:pt x="1685" y="2860"/>
                  </a:lnTo>
                  <a:cubicBezTo>
                    <a:pt x="1701" y="2893"/>
                    <a:pt x="1701" y="2929"/>
                    <a:pt x="1669" y="2961"/>
                  </a:cubicBezTo>
                  <a:lnTo>
                    <a:pt x="1669" y="2978"/>
                  </a:lnTo>
                  <a:lnTo>
                    <a:pt x="1685" y="2978"/>
                  </a:lnTo>
                  <a:cubicBezTo>
                    <a:pt x="1717" y="2945"/>
                    <a:pt x="1717" y="2893"/>
                    <a:pt x="1717" y="2860"/>
                  </a:cubicBezTo>
                  <a:lnTo>
                    <a:pt x="1717" y="2828"/>
                  </a:lnTo>
                  <a:lnTo>
                    <a:pt x="1717" y="2525"/>
                  </a:lnTo>
                  <a:lnTo>
                    <a:pt x="1717" y="2121"/>
                  </a:lnTo>
                  <a:cubicBezTo>
                    <a:pt x="1717" y="2053"/>
                    <a:pt x="1717" y="1984"/>
                    <a:pt x="1652" y="1935"/>
                  </a:cubicBezTo>
                  <a:cubicBezTo>
                    <a:pt x="1584" y="1867"/>
                    <a:pt x="1515" y="1798"/>
                    <a:pt x="1467" y="1733"/>
                  </a:cubicBezTo>
                  <a:cubicBezTo>
                    <a:pt x="1451" y="1717"/>
                    <a:pt x="1434" y="1697"/>
                    <a:pt x="1414" y="1665"/>
                  </a:cubicBezTo>
                  <a:cubicBezTo>
                    <a:pt x="1333" y="1564"/>
                    <a:pt x="1232" y="1463"/>
                    <a:pt x="1148" y="1362"/>
                  </a:cubicBezTo>
                  <a:cubicBezTo>
                    <a:pt x="861" y="1026"/>
                    <a:pt x="558" y="671"/>
                    <a:pt x="271" y="336"/>
                  </a:cubicBezTo>
                  <a:cubicBezTo>
                    <a:pt x="239" y="303"/>
                    <a:pt x="222" y="267"/>
                    <a:pt x="186" y="251"/>
                  </a:cubicBezTo>
                  <a:cubicBezTo>
                    <a:pt x="101" y="182"/>
                    <a:pt x="37" y="118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0">
              <a:extLst>
                <a:ext uri="{FF2B5EF4-FFF2-40B4-BE49-F238E27FC236}">
                  <a16:creationId xmlns:a16="http://schemas.microsoft.com/office/drawing/2014/main" id="{F4955CB0-023E-47BA-8674-E79C080BD89F}"/>
                </a:ext>
              </a:extLst>
            </p:cNvPr>
            <p:cNvSpPr/>
            <p:nvPr/>
          </p:nvSpPr>
          <p:spPr>
            <a:xfrm>
              <a:off x="1970040" y="3100823"/>
              <a:ext cx="4867" cy="38538"/>
            </a:xfrm>
            <a:custGeom>
              <a:avLst/>
              <a:gdLst/>
              <a:ahLst/>
              <a:cxnLst/>
              <a:rect l="l" t="t" r="r" b="b"/>
              <a:pathLst>
                <a:path w="49" h="388" extrusionOk="0">
                  <a:moveTo>
                    <a:pt x="33" y="0"/>
                  </a:moveTo>
                  <a:cubicBezTo>
                    <a:pt x="33" y="0"/>
                    <a:pt x="17" y="0"/>
                    <a:pt x="17" y="16"/>
                  </a:cubicBezTo>
                  <a:cubicBezTo>
                    <a:pt x="0" y="85"/>
                    <a:pt x="0" y="170"/>
                    <a:pt x="17" y="238"/>
                  </a:cubicBezTo>
                  <a:lnTo>
                    <a:pt x="17" y="372"/>
                  </a:lnTo>
                  <a:cubicBezTo>
                    <a:pt x="0" y="372"/>
                    <a:pt x="17" y="388"/>
                    <a:pt x="17" y="388"/>
                  </a:cubicBezTo>
                  <a:cubicBezTo>
                    <a:pt x="33" y="388"/>
                    <a:pt x="33" y="372"/>
                    <a:pt x="33" y="372"/>
                  </a:cubicBezTo>
                  <a:lnTo>
                    <a:pt x="33" y="238"/>
                  </a:lnTo>
                  <a:cubicBezTo>
                    <a:pt x="33" y="170"/>
                    <a:pt x="33" y="85"/>
                    <a:pt x="49" y="16"/>
                  </a:cubicBezTo>
                  <a:cubicBezTo>
                    <a:pt x="49" y="16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0">
              <a:extLst>
                <a:ext uri="{FF2B5EF4-FFF2-40B4-BE49-F238E27FC236}">
                  <a16:creationId xmlns:a16="http://schemas.microsoft.com/office/drawing/2014/main" id="{2A6ADE74-1A78-DC82-EE9C-533ADB291CC7}"/>
                </a:ext>
              </a:extLst>
            </p:cNvPr>
            <p:cNvSpPr/>
            <p:nvPr/>
          </p:nvSpPr>
          <p:spPr>
            <a:xfrm>
              <a:off x="1182393" y="3500408"/>
              <a:ext cx="5364" cy="100418"/>
            </a:xfrm>
            <a:custGeom>
              <a:avLst/>
              <a:gdLst/>
              <a:ahLst/>
              <a:cxnLst/>
              <a:rect l="l" t="t" r="r" b="b"/>
              <a:pathLst>
                <a:path w="54" h="1011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53"/>
                    <a:pt x="17" y="69"/>
                    <a:pt x="17" y="102"/>
                  </a:cubicBezTo>
                  <a:cubicBezTo>
                    <a:pt x="1" y="118"/>
                    <a:pt x="1" y="134"/>
                    <a:pt x="1" y="134"/>
                  </a:cubicBezTo>
                  <a:lnTo>
                    <a:pt x="1" y="437"/>
                  </a:lnTo>
                  <a:cubicBezTo>
                    <a:pt x="17" y="590"/>
                    <a:pt x="17" y="760"/>
                    <a:pt x="1" y="909"/>
                  </a:cubicBezTo>
                  <a:cubicBezTo>
                    <a:pt x="1" y="926"/>
                    <a:pt x="1" y="962"/>
                    <a:pt x="17" y="978"/>
                  </a:cubicBezTo>
                  <a:lnTo>
                    <a:pt x="17" y="994"/>
                  </a:lnTo>
                  <a:lnTo>
                    <a:pt x="37" y="1010"/>
                  </a:lnTo>
                  <a:cubicBezTo>
                    <a:pt x="53" y="1010"/>
                    <a:pt x="53" y="994"/>
                    <a:pt x="53" y="994"/>
                  </a:cubicBezTo>
                  <a:cubicBezTo>
                    <a:pt x="53" y="978"/>
                    <a:pt x="37" y="978"/>
                    <a:pt x="37" y="962"/>
                  </a:cubicBezTo>
                  <a:cubicBezTo>
                    <a:pt x="37" y="942"/>
                    <a:pt x="17" y="926"/>
                    <a:pt x="17" y="909"/>
                  </a:cubicBezTo>
                  <a:cubicBezTo>
                    <a:pt x="37" y="760"/>
                    <a:pt x="37" y="590"/>
                    <a:pt x="37" y="437"/>
                  </a:cubicBezTo>
                  <a:lnTo>
                    <a:pt x="37" y="134"/>
                  </a:lnTo>
                  <a:lnTo>
                    <a:pt x="37" y="118"/>
                  </a:lnTo>
                  <a:cubicBezTo>
                    <a:pt x="37" y="69"/>
                    <a:pt x="53" y="33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0">
              <a:extLst>
                <a:ext uri="{FF2B5EF4-FFF2-40B4-BE49-F238E27FC236}">
                  <a16:creationId xmlns:a16="http://schemas.microsoft.com/office/drawing/2014/main" id="{ABCD6024-B213-165A-2E45-4710BE2D1DB4}"/>
                </a:ext>
              </a:extLst>
            </p:cNvPr>
            <p:cNvSpPr/>
            <p:nvPr/>
          </p:nvSpPr>
          <p:spPr>
            <a:xfrm>
              <a:off x="794827" y="1976564"/>
              <a:ext cx="4867" cy="94756"/>
            </a:xfrm>
            <a:custGeom>
              <a:avLst/>
              <a:gdLst/>
              <a:ahLst/>
              <a:cxnLst/>
              <a:rect l="l" t="t" r="r" b="b"/>
              <a:pathLst>
                <a:path w="49" h="954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cubicBezTo>
                    <a:pt x="16" y="178"/>
                    <a:pt x="16" y="327"/>
                    <a:pt x="0" y="481"/>
                  </a:cubicBezTo>
                  <a:lnTo>
                    <a:pt x="0" y="784"/>
                  </a:lnTo>
                  <a:lnTo>
                    <a:pt x="0" y="816"/>
                  </a:lnTo>
                  <a:cubicBezTo>
                    <a:pt x="0" y="868"/>
                    <a:pt x="0" y="901"/>
                    <a:pt x="33" y="933"/>
                  </a:cubicBezTo>
                  <a:lnTo>
                    <a:pt x="49" y="953"/>
                  </a:lnTo>
                  <a:lnTo>
                    <a:pt x="49" y="933"/>
                  </a:lnTo>
                  <a:lnTo>
                    <a:pt x="49" y="917"/>
                  </a:lnTo>
                  <a:cubicBezTo>
                    <a:pt x="33" y="901"/>
                    <a:pt x="33" y="868"/>
                    <a:pt x="33" y="816"/>
                  </a:cubicBezTo>
                  <a:lnTo>
                    <a:pt x="33" y="784"/>
                  </a:lnTo>
                  <a:lnTo>
                    <a:pt x="33" y="481"/>
                  </a:lnTo>
                  <a:cubicBezTo>
                    <a:pt x="33" y="327"/>
                    <a:pt x="33" y="178"/>
                    <a:pt x="16" y="8"/>
                  </a:cubicBezTo>
                  <a:cubicBezTo>
                    <a:pt x="16" y="8"/>
                    <a:pt x="16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0">
              <a:extLst>
                <a:ext uri="{FF2B5EF4-FFF2-40B4-BE49-F238E27FC236}">
                  <a16:creationId xmlns:a16="http://schemas.microsoft.com/office/drawing/2014/main" id="{E059972D-5E48-686C-CCC5-7E1BAF542926}"/>
                </a:ext>
              </a:extLst>
            </p:cNvPr>
            <p:cNvSpPr/>
            <p:nvPr/>
          </p:nvSpPr>
          <p:spPr>
            <a:xfrm>
              <a:off x="2081979" y="3085924"/>
              <a:ext cx="105185" cy="197160"/>
            </a:xfrm>
            <a:custGeom>
              <a:avLst/>
              <a:gdLst/>
              <a:ahLst/>
              <a:cxnLst/>
              <a:rect l="l" t="t" r="r" b="b"/>
              <a:pathLst>
                <a:path w="1059" h="1985" extrusionOk="0">
                  <a:moveTo>
                    <a:pt x="69" y="1"/>
                  </a:moveTo>
                  <a:cubicBezTo>
                    <a:pt x="49" y="1"/>
                    <a:pt x="49" y="1"/>
                    <a:pt x="49" y="17"/>
                  </a:cubicBezTo>
                  <a:cubicBezTo>
                    <a:pt x="1" y="102"/>
                    <a:pt x="1" y="166"/>
                    <a:pt x="69" y="235"/>
                  </a:cubicBezTo>
                  <a:cubicBezTo>
                    <a:pt x="69" y="235"/>
                    <a:pt x="85" y="251"/>
                    <a:pt x="101" y="267"/>
                  </a:cubicBezTo>
                  <a:cubicBezTo>
                    <a:pt x="118" y="287"/>
                    <a:pt x="134" y="304"/>
                    <a:pt x="150" y="320"/>
                  </a:cubicBezTo>
                  <a:cubicBezTo>
                    <a:pt x="320" y="570"/>
                    <a:pt x="505" y="825"/>
                    <a:pt x="691" y="1059"/>
                  </a:cubicBezTo>
                  <a:cubicBezTo>
                    <a:pt x="740" y="1128"/>
                    <a:pt x="792" y="1196"/>
                    <a:pt x="841" y="1261"/>
                  </a:cubicBezTo>
                  <a:cubicBezTo>
                    <a:pt x="857" y="1277"/>
                    <a:pt x="877" y="1313"/>
                    <a:pt x="909" y="1330"/>
                  </a:cubicBezTo>
                  <a:cubicBezTo>
                    <a:pt x="942" y="1362"/>
                    <a:pt x="994" y="1414"/>
                    <a:pt x="994" y="1463"/>
                  </a:cubicBezTo>
                  <a:cubicBezTo>
                    <a:pt x="1027" y="1616"/>
                    <a:pt x="1043" y="1802"/>
                    <a:pt x="994" y="1968"/>
                  </a:cubicBezTo>
                  <a:lnTo>
                    <a:pt x="994" y="1984"/>
                  </a:lnTo>
                  <a:lnTo>
                    <a:pt x="1010" y="1984"/>
                  </a:lnTo>
                  <a:cubicBezTo>
                    <a:pt x="1059" y="1802"/>
                    <a:pt x="1043" y="1616"/>
                    <a:pt x="1027" y="1463"/>
                  </a:cubicBezTo>
                  <a:cubicBezTo>
                    <a:pt x="1010" y="1398"/>
                    <a:pt x="978" y="1346"/>
                    <a:pt x="926" y="1313"/>
                  </a:cubicBezTo>
                  <a:cubicBezTo>
                    <a:pt x="909" y="1297"/>
                    <a:pt x="877" y="1261"/>
                    <a:pt x="857" y="1245"/>
                  </a:cubicBezTo>
                  <a:cubicBezTo>
                    <a:pt x="808" y="1176"/>
                    <a:pt x="756" y="1111"/>
                    <a:pt x="707" y="1043"/>
                  </a:cubicBezTo>
                  <a:cubicBezTo>
                    <a:pt x="522" y="808"/>
                    <a:pt x="352" y="554"/>
                    <a:pt x="170" y="304"/>
                  </a:cubicBezTo>
                  <a:cubicBezTo>
                    <a:pt x="150" y="287"/>
                    <a:pt x="134" y="267"/>
                    <a:pt x="118" y="235"/>
                  </a:cubicBezTo>
                  <a:cubicBezTo>
                    <a:pt x="101" y="235"/>
                    <a:pt x="85" y="219"/>
                    <a:pt x="85" y="219"/>
                  </a:cubicBezTo>
                  <a:cubicBezTo>
                    <a:pt x="33" y="166"/>
                    <a:pt x="17" y="102"/>
                    <a:pt x="69" y="33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0">
              <a:extLst>
                <a:ext uri="{FF2B5EF4-FFF2-40B4-BE49-F238E27FC236}">
                  <a16:creationId xmlns:a16="http://schemas.microsoft.com/office/drawing/2014/main" id="{86D6DB48-16DC-BB2B-BDD7-C3277D3FF709}"/>
                </a:ext>
              </a:extLst>
            </p:cNvPr>
            <p:cNvSpPr/>
            <p:nvPr/>
          </p:nvSpPr>
          <p:spPr>
            <a:xfrm>
              <a:off x="1841216" y="2022650"/>
              <a:ext cx="3377" cy="36651"/>
            </a:xfrm>
            <a:custGeom>
              <a:avLst/>
              <a:gdLst/>
              <a:ahLst/>
              <a:cxnLst/>
              <a:rect l="l" t="t" r="r" b="b"/>
              <a:pathLst>
                <a:path w="34" h="369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50"/>
                  </a:lnTo>
                  <a:cubicBezTo>
                    <a:pt x="17" y="219"/>
                    <a:pt x="17" y="287"/>
                    <a:pt x="1" y="352"/>
                  </a:cubicBezTo>
                  <a:lnTo>
                    <a:pt x="1" y="368"/>
                  </a:lnTo>
                  <a:lnTo>
                    <a:pt x="17" y="368"/>
                  </a:lnTo>
                  <a:cubicBezTo>
                    <a:pt x="33" y="287"/>
                    <a:pt x="33" y="219"/>
                    <a:pt x="33" y="134"/>
                  </a:cubicBezTo>
                  <a:lnTo>
                    <a:pt x="33" y="17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0">
              <a:extLst>
                <a:ext uri="{FF2B5EF4-FFF2-40B4-BE49-F238E27FC236}">
                  <a16:creationId xmlns:a16="http://schemas.microsoft.com/office/drawing/2014/main" id="{8BC639D2-5FC5-CEBB-89B2-1B45C109CFF4}"/>
                </a:ext>
              </a:extLst>
            </p:cNvPr>
            <p:cNvSpPr/>
            <p:nvPr/>
          </p:nvSpPr>
          <p:spPr>
            <a:xfrm>
              <a:off x="505493" y="3664095"/>
              <a:ext cx="130513" cy="38637"/>
            </a:xfrm>
            <a:custGeom>
              <a:avLst/>
              <a:gdLst/>
              <a:ahLst/>
              <a:cxnLst/>
              <a:rect l="l" t="t" r="r" b="b"/>
              <a:pathLst>
                <a:path w="1314" h="389" extrusionOk="0">
                  <a:moveTo>
                    <a:pt x="1297" y="1"/>
                  </a:moveTo>
                  <a:cubicBezTo>
                    <a:pt x="1160" y="21"/>
                    <a:pt x="1043" y="53"/>
                    <a:pt x="926" y="102"/>
                  </a:cubicBezTo>
                  <a:cubicBezTo>
                    <a:pt x="873" y="122"/>
                    <a:pt x="809" y="138"/>
                    <a:pt x="740" y="154"/>
                  </a:cubicBezTo>
                  <a:cubicBezTo>
                    <a:pt x="639" y="187"/>
                    <a:pt x="554" y="203"/>
                    <a:pt x="469" y="239"/>
                  </a:cubicBezTo>
                  <a:cubicBezTo>
                    <a:pt x="320" y="288"/>
                    <a:pt x="166" y="340"/>
                    <a:pt x="17" y="356"/>
                  </a:cubicBezTo>
                  <a:cubicBezTo>
                    <a:pt x="1" y="356"/>
                    <a:pt x="1" y="372"/>
                    <a:pt x="1" y="372"/>
                  </a:cubicBezTo>
                  <a:cubicBezTo>
                    <a:pt x="1" y="372"/>
                    <a:pt x="1" y="389"/>
                    <a:pt x="17" y="389"/>
                  </a:cubicBezTo>
                  <a:cubicBezTo>
                    <a:pt x="166" y="356"/>
                    <a:pt x="320" y="304"/>
                    <a:pt x="469" y="271"/>
                  </a:cubicBezTo>
                  <a:cubicBezTo>
                    <a:pt x="554" y="239"/>
                    <a:pt x="655" y="203"/>
                    <a:pt x="740" y="187"/>
                  </a:cubicBezTo>
                  <a:cubicBezTo>
                    <a:pt x="809" y="170"/>
                    <a:pt x="873" y="138"/>
                    <a:pt x="942" y="122"/>
                  </a:cubicBezTo>
                  <a:cubicBezTo>
                    <a:pt x="1059" y="86"/>
                    <a:pt x="1176" y="53"/>
                    <a:pt x="1297" y="37"/>
                  </a:cubicBezTo>
                  <a:cubicBezTo>
                    <a:pt x="1314" y="37"/>
                    <a:pt x="1314" y="21"/>
                    <a:pt x="1314" y="21"/>
                  </a:cubicBezTo>
                  <a:lnTo>
                    <a:pt x="12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0">
              <a:extLst>
                <a:ext uri="{FF2B5EF4-FFF2-40B4-BE49-F238E27FC236}">
                  <a16:creationId xmlns:a16="http://schemas.microsoft.com/office/drawing/2014/main" id="{4ECB7957-1665-789E-A644-331216CE8DD8}"/>
                </a:ext>
              </a:extLst>
            </p:cNvPr>
            <p:cNvSpPr/>
            <p:nvPr/>
          </p:nvSpPr>
          <p:spPr>
            <a:xfrm>
              <a:off x="1087339" y="2514110"/>
              <a:ext cx="6456" cy="88797"/>
            </a:xfrm>
            <a:custGeom>
              <a:avLst/>
              <a:gdLst/>
              <a:ahLst/>
              <a:cxnLst/>
              <a:rect l="l" t="t" r="r" b="b"/>
              <a:pathLst>
                <a:path w="65" h="894" extrusionOk="0">
                  <a:moveTo>
                    <a:pt x="16" y="1"/>
                  </a:moveTo>
                  <a:lnTo>
                    <a:pt x="0" y="17"/>
                  </a:lnTo>
                  <a:cubicBezTo>
                    <a:pt x="32" y="219"/>
                    <a:pt x="16" y="421"/>
                    <a:pt x="16" y="623"/>
                  </a:cubicBezTo>
                  <a:lnTo>
                    <a:pt x="16" y="740"/>
                  </a:lnTo>
                  <a:lnTo>
                    <a:pt x="16" y="809"/>
                  </a:lnTo>
                  <a:cubicBezTo>
                    <a:pt x="32" y="825"/>
                    <a:pt x="32" y="857"/>
                    <a:pt x="32" y="874"/>
                  </a:cubicBezTo>
                  <a:cubicBezTo>
                    <a:pt x="32" y="874"/>
                    <a:pt x="32" y="894"/>
                    <a:pt x="49" y="894"/>
                  </a:cubicBezTo>
                  <a:lnTo>
                    <a:pt x="65" y="874"/>
                  </a:lnTo>
                  <a:cubicBezTo>
                    <a:pt x="65" y="841"/>
                    <a:pt x="49" y="825"/>
                    <a:pt x="49" y="809"/>
                  </a:cubicBezTo>
                  <a:cubicBezTo>
                    <a:pt x="49" y="793"/>
                    <a:pt x="32" y="756"/>
                    <a:pt x="32" y="740"/>
                  </a:cubicBezTo>
                  <a:cubicBezTo>
                    <a:pt x="32" y="692"/>
                    <a:pt x="49" y="655"/>
                    <a:pt x="49" y="623"/>
                  </a:cubicBezTo>
                  <a:cubicBezTo>
                    <a:pt x="49" y="421"/>
                    <a:pt x="49" y="219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0">
              <a:extLst>
                <a:ext uri="{FF2B5EF4-FFF2-40B4-BE49-F238E27FC236}">
                  <a16:creationId xmlns:a16="http://schemas.microsoft.com/office/drawing/2014/main" id="{A4AC9EC0-BE7C-BD57-858F-676962ABF502}"/>
                </a:ext>
              </a:extLst>
            </p:cNvPr>
            <p:cNvSpPr/>
            <p:nvPr/>
          </p:nvSpPr>
          <p:spPr>
            <a:xfrm>
              <a:off x="2167002" y="3224781"/>
              <a:ext cx="6953" cy="36552"/>
            </a:xfrm>
            <a:custGeom>
              <a:avLst/>
              <a:gdLst/>
              <a:ahLst/>
              <a:cxnLst/>
              <a:rect l="l" t="t" r="r" b="b"/>
              <a:pathLst>
                <a:path w="70" h="368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21" y="65"/>
                    <a:pt x="21" y="134"/>
                    <a:pt x="21" y="182"/>
                  </a:cubicBezTo>
                  <a:cubicBezTo>
                    <a:pt x="21" y="251"/>
                    <a:pt x="37" y="303"/>
                    <a:pt x="21" y="352"/>
                  </a:cubicBezTo>
                  <a:cubicBezTo>
                    <a:pt x="1" y="368"/>
                    <a:pt x="21" y="368"/>
                    <a:pt x="21" y="368"/>
                  </a:cubicBezTo>
                  <a:lnTo>
                    <a:pt x="37" y="368"/>
                  </a:lnTo>
                  <a:cubicBezTo>
                    <a:pt x="53" y="303"/>
                    <a:pt x="53" y="251"/>
                    <a:pt x="53" y="182"/>
                  </a:cubicBezTo>
                  <a:cubicBezTo>
                    <a:pt x="53" y="134"/>
                    <a:pt x="53" y="65"/>
                    <a:pt x="70" y="16"/>
                  </a:cubicBezTo>
                  <a:cubicBezTo>
                    <a:pt x="70" y="16"/>
                    <a:pt x="70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0">
              <a:extLst>
                <a:ext uri="{FF2B5EF4-FFF2-40B4-BE49-F238E27FC236}">
                  <a16:creationId xmlns:a16="http://schemas.microsoft.com/office/drawing/2014/main" id="{C0CAE79E-A816-6B8E-431C-BD8C4A4F691D}"/>
                </a:ext>
              </a:extLst>
            </p:cNvPr>
            <p:cNvSpPr/>
            <p:nvPr/>
          </p:nvSpPr>
          <p:spPr>
            <a:xfrm>
              <a:off x="700865" y="3179389"/>
              <a:ext cx="5364" cy="78765"/>
            </a:xfrm>
            <a:custGeom>
              <a:avLst/>
              <a:gdLst/>
              <a:ahLst/>
              <a:cxnLst/>
              <a:rect l="l" t="t" r="r" b="b"/>
              <a:pathLst>
                <a:path w="54" h="793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lnTo>
                    <a:pt x="1" y="304"/>
                  </a:lnTo>
                  <a:cubicBezTo>
                    <a:pt x="1" y="457"/>
                    <a:pt x="1" y="623"/>
                    <a:pt x="17" y="776"/>
                  </a:cubicBezTo>
                  <a:cubicBezTo>
                    <a:pt x="17" y="793"/>
                    <a:pt x="17" y="793"/>
                    <a:pt x="37" y="793"/>
                  </a:cubicBezTo>
                  <a:cubicBezTo>
                    <a:pt x="37" y="793"/>
                    <a:pt x="53" y="793"/>
                    <a:pt x="53" y="776"/>
                  </a:cubicBezTo>
                  <a:cubicBezTo>
                    <a:pt x="17" y="623"/>
                    <a:pt x="37" y="457"/>
                    <a:pt x="37" y="304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0">
              <a:extLst>
                <a:ext uri="{FF2B5EF4-FFF2-40B4-BE49-F238E27FC236}">
                  <a16:creationId xmlns:a16="http://schemas.microsoft.com/office/drawing/2014/main" id="{55B508E2-2A14-AC27-194C-8E40B632C5A0}"/>
                </a:ext>
              </a:extLst>
            </p:cNvPr>
            <p:cNvSpPr/>
            <p:nvPr/>
          </p:nvSpPr>
          <p:spPr>
            <a:xfrm>
              <a:off x="670770" y="2114526"/>
              <a:ext cx="142233" cy="192293"/>
            </a:xfrm>
            <a:custGeom>
              <a:avLst/>
              <a:gdLst/>
              <a:ahLst/>
              <a:cxnLst/>
              <a:rect l="l" t="t" r="r" b="b"/>
              <a:pathLst>
                <a:path w="1432" h="1936" extrusionOk="0">
                  <a:moveTo>
                    <a:pt x="1415" y="0"/>
                  </a:moveTo>
                  <a:cubicBezTo>
                    <a:pt x="1249" y="69"/>
                    <a:pt x="1096" y="150"/>
                    <a:pt x="946" y="219"/>
                  </a:cubicBezTo>
                  <a:cubicBezTo>
                    <a:pt x="861" y="271"/>
                    <a:pt x="760" y="320"/>
                    <a:pt x="676" y="372"/>
                  </a:cubicBezTo>
                  <a:cubicBezTo>
                    <a:pt x="542" y="437"/>
                    <a:pt x="421" y="505"/>
                    <a:pt x="304" y="554"/>
                  </a:cubicBezTo>
                  <a:cubicBezTo>
                    <a:pt x="239" y="606"/>
                    <a:pt x="154" y="639"/>
                    <a:pt x="86" y="675"/>
                  </a:cubicBezTo>
                  <a:cubicBezTo>
                    <a:pt x="37" y="707"/>
                    <a:pt x="1" y="724"/>
                    <a:pt x="1" y="792"/>
                  </a:cubicBezTo>
                  <a:cubicBezTo>
                    <a:pt x="17" y="1027"/>
                    <a:pt x="17" y="1281"/>
                    <a:pt x="17" y="1515"/>
                  </a:cubicBezTo>
                  <a:lnTo>
                    <a:pt x="17" y="1887"/>
                  </a:lnTo>
                  <a:lnTo>
                    <a:pt x="17" y="1919"/>
                  </a:lnTo>
                  <a:lnTo>
                    <a:pt x="37" y="1935"/>
                  </a:lnTo>
                  <a:cubicBezTo>
                    <a:pt x="54" y="1935"/>
                    <a:pt x="54" y="1919"/>
                    <a:pt x="54" y="1919"/>
                  </a:cubicBezTo>
                  <a:lnTo>
                    <a:pt x="54" y="1903"/>
                  </a:lnTo>
                  <a:cubicBezTo>
                    <a:pt x="37" y="1903"/>
                    <a:pt x="37" y="1887"/>
                    <a:pt x="37" y="1887"/>
                  </a:cubicBezTo>
                  <a:lnTo>
                    <a:pt x="37" y="1515"/>
                  </a:lnTo>
                  <a:lnTo>
                    <a:pt x="37" y="792"/>
                  </a:lnTo>
                  <a:cubicBezTo>
                    <a:pt x="37" y="740"/>
                    <a:pt x="54" y="724"/>
                    <a:pt x="102" y="707"/>
                  </a:cubicBezTo>
                  <a:cubicBezTo>
                    <a:pt x="171" y="675"/>
                    <a:pt x="239" y="623"/>
                    <a:pt x="304" y="590"/>
                  </a:cubicBezTo>
                  <a:cubicBezTo>
                    <a:pt x="441" y="522"/>
                    <a:pt x="558" y="453"/>
                    <a:pt x="676" y="404"/>
                  </a:cubicBezTo>
                  <a:cubicBezTo>
                    <a:pt x="777" y="352"/>
                    <a:pt x="878" y="303"/>
                    <a:pt x="962" y="251"/>
                  </a:cubicBezTo>
                  <a:cubicBezTo>
                    <a:pt x="1112" y="170"/>
                    <a:pt x="1265" y="85"/>
                    <a:pt x="1415" y="33"/>
                  </a:cubicBezTo>
                  <a:cubicBezTo>
                    <a:pt x="1431" y="33"/>
                    <a:pt x="1431" y="17"/>
                    <a:pt x="1431" y="17"/>
                  </a:cubicBezTo>
                  <a:cubicBezTo>
                    <a:pt x="1431" y="0"/>
                    <a:pt x="1415" y="0"/>
                    <a:pt x="14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0">
              <a:extLst>
                <a:ext uri="{FF2B5EF4-FFF2-40B4-BE49-F238E27FC236}">
                  <a16:creationId xmlns:a16="http://schemas.microsoft.com/office/drawing/2014/main" id="{9BA77CEF-D139-BC59-B9FB-908EA3E5BCAC}"/>
                </a:ext>
              </a:extLst>
            </p:cNvPr>
            <p:cNvSpPr/>
            <p:nvPr/>
          </p:nvSpPr>
          <p:spPr>
            <a:xfrm>
              <a:off x="1088928" y="3359962"/>
              <a:ext cx="4867" cy="93564"/>
            </a:xfrm>
            <a:custGeom>
              <a:avLst/>
              <a:gdLst/>
              <a:ahLst/>
              <a:cxnLst/>
              <a:rect l="l" t="t" r="r" b="b"/>
              <a:pathLst>
                <a:path w="49" h="942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590"/>
                  </a:lnTo>
                  <a:lnTo>
                    <a:pt x="16" y="825"/>
                  </a:lnTo>
                  <a:lnTo>
                    <a:pt x="16" y="926"/>
                  </a:lnTo>
                  <a:cubicBezTo>
                    <a:pt x="16" y="942"/>
                    <a:pt x="16" y="942"/>
                    <a:pt x="33" y="942"/>
                  </a:cubicBezTo>
                  <a:cubicBezTo>
                    <a:pt x="33" y="942"/>
                    <a:pt x="49" y="942"/>
                    <a:pt x="49" y="926"/>
                  </a:cubicBezTo>
                  <a:lnTo>
                    <a:pt x="49" y="825"/>
                  </a:lnTo>
                  <a:lnTo>
                    <a:pt x="49" y="590"/>
                  </a:lnTo>
                  <a:cubicBezTo>
                    <a:pt x="33" y="522"/>
                    <a:pt x="33" y="457"/>
                    <a:pt x="49" y="388"/>
                  </a:cubicBez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6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0">
              <a:extLst>
                <a:ext uri="{FF2B5EF4-FFF2-40B4-BE49-F238E27FC236}">
                  <a16:creationId xmlns:a16="http://schemas.microsoft.com/office/drawing/2014/main" id="{19181A5F-D502-2ABA-E21F-7DDB761B3188}"/>
                </a:ext>
              </a:extLst>
            </p:cNvPr>
            <p:cNvSpPr/>
            <p:nvPr/>
          </p:nvSpPr>
          <p:spPr>
            <a:xfrm>
              <a:off x="1921470" y="3600726"/>
              <a:ext cx="78765" cy="133691"/>
            </a:xfrm>
            <a:custGeom>
              <a:avLst/>
              <a:gdLst/>
              <a:ahLst/>
              <a:cxnLst/>
              <a:rect l="l" t="t" r="r" b="b"/>
              <a:pathLst>
                <a:path w="793" h="1346" extrusionOk="0">
                  <a:moveTo>
                    <a:pt x="49" y="0"/>
                  </a:moveTo>
                  <a:cubicBezTo>
                    <a:pt x="17" y="85"/>
                    <a:pt x="17" y="186"/>
                    <a:pt x="17" y="271"/>
                  </a:cubicBezTo>
                  <a:cubicBezTo>
                    <a:pt x="33" y="320"/>
                    <a:pt x="33" y="372"/>
                    <a:pt x="17" y="421"/>
                  </a:cubicBezTo>
                  <a:cubicBezTo>
                    <a:pt x="1" y="623"/>
                    <a:pt x="69" y="760"/>
                    <a:pt x="219" y="877"/>
                  </a:cubicBezTo>
                  <a:cubicBezTo>
                    <a:pt x="336" y="962"/>
                    <a:pt x="453" y="1079"/>
                    <a:pt x="554" y="1196"/>
                  </a:cubicBezTo>
                  <a:cubicBezTo>
                    <a:pt x="590" y="1228"/>
                    <a:pt x="623" y="1265"/>
                    <a:pt x="655" y="1297"/>
                  </a:cubicBezTo>
                  <a:cubicBezTo>
                    <a:pt x="691" y="1329"/>
                    <a:pt x="724" y="1346"/>
                    <a:pt x="756" y="1346"/>
                  </a:cubicBezTo>
                  <a:lnTo>
                    <a:pt x="776" y="1346"/>
                  </a:lnTo>
                  <a:cubicBezTo>
                    <a:pt x="792" y="1346"/>
                    <a:pt x="792" y="1346"/>
                    <a:pt x="792" y="1329"/>
                  </a:cubicBezTo>
                  <a:cubicBezTo>
                    <a:pt x="792" y="1329"/>
                    <a:pt x="792" y="1313"/>
                    <a:pt x="776" y="1313"/>
                  </a:cubicBezTo>
                  <a:cubicBezTo>
                    <a:pt x="767" y="1318"/>
                    <a:pt x="757" y="1320"/>
                    <a:pt x="748" y="1320"/>
                  </a:cubicBezTo>
                  <a:cubicBezTo>
                    <a:pt x="723" y="1320"/>
                    <a:pt x="699" y="1305"/>
                    <a:pt x="675" y="1281"/>
                  </a:cubicBezTo>
                  <a:cubicBezTo>
                    <a:pt x="639" y="1245"/>
                    <a:pt x="607" y="1212"/>
                    <a:pt x="574" y="1180"/>
                  </a:cubicBezTo>
                  <a:cubicBezTo>
                    <a:pt x="473" y="1063"/>
                    <a:pt x="352" y="942"/>
                    <a:pt x="235" y="861"/>
                  </a:cubicBezTo>
                  <a:cubicBezTo>
                    <a:pt x="85" y="740"/>
                    <a:pt x="33" y="606"/>
                    <a:pt x="49" y="421"/>
                  </a:cubicBezTo>
                  <a:lnTo>
                    <a:pt x="49" y="271"/>
                  </a:lnTo>
                  <a:cubicBezTo>
                    <a:pt x="49" y="186"/>
                    <a:pt x="49" y="101"/>
                    <a:pt x="85" y="17"/>
                  </a:cubicBezTo>
                  <a:cubicBezTo>
                    <a:pt x="85" y="0"/>
                    <a:pt x="85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0">
              <a:extLst>
                <a:ext uri="{FF2B5EF4-FFF2-40B4-BE49-F238E27FC236}">
                  <a16:creationId xmlns:a16="http://schemas.microsoft.com/office/drawing/2014/main" id="{821A349A-FABF-D94B-BEEC-C62B8684665B}"/>
                </a:ext>
              </a:extLst>
            </p:cNvPr>
            <p:cNvSpPr/>
            <p:nvPr/>
          </p:nvSpPr>
          <p:spPr>
            <a:xfrm>
              <a:off x="869817" y="3492859"/>
              <a:ext cx="332739" cy="199842"/>
            </a:xfrm>
            <a:custGeom>
              <a:avLst/>
              <a:gdLst/>
              <a:ahLst/>
              <a:cxnLst/>
              <a:rect l="l" t="t" r="r" b="b"/>
              <a:pathLst>
                <a:path w="3350" h="2012" extrusionOk="0">
                  <a:moveTo>
                    <a:pt x="3345" y="1"/>
                  </a:moveTo>
                  <a:cubicBezTo>
                    <a:pt x="3342" y="1"/>
                    <a:pt x="3339" y="2"/>
                    <a:pt x="3333" y="8"/>
                  </a:cubicBezTo>
                  <a:cubicBezTo>
                    <a:pt x="3184" y="44"/>
                    <a:pt x="3014" y="93"/>
                    <a:pt x="2861" y="145"/>
                  </a:cubicBezTo>
                  <a:cubicBezTo>
                    <a:pt x="2509" y="246"/>
                    <a:pt x="2138" y="347"/>
                    <a:pt x="1770" y="464"/>
                  </a:cubicBezTo>
                  <a:lnTo>
                    <a:pt x="1718" y="480"/>
                  </a:lnTo>
                  <a:cubicBezTo>
                    <a:pt x="1265" y="614"/>
                    <a:pt x="792" y="767"/>
                    <a:pt x="320" y="901"/>
                  </a:cubicBezTo>
                  <a:lnTo>
                    <a:pt x="304" y="901"/>
                  </a:lnTo>
                  <a:cubicBezTo>
                    <a:pt x="287" y="917"/>
                    <a:pt x="271" y="917"/>
                    <a:pt x="255" y="917"/>
                  </a:cubicBezTo>
                  <a:cubicBezTo>
                    <a:pt x="33" y="953"/>
                    <a:pt x="1" y="985"/>
                    <a:pt x="1" y="1204"/>
                  </a:cubicBezTo>
                  <a:lnTo>
                    <a:pt x="1" y="1373"/>
                  </a:lnTo>
                  <a:lnTo>
                    <a:pt x="1" y="1862"/>
                  </a:lnTo>
                  <a:lnTo>
                    <a:pt x="1" y="1894"/>
                  </a:lnTo>
                  <a:cubicBezTo>
                    <a:pt x="1" y="1927"/>
                    <a:pt x="1" y="1979"/>
                    <a:pt x="33" y="2012"/>
                  </a:cubicBezTo>
                  <a:lnTo>
                    <a:pt x="53" y="2012"/>
                  </a:lnTo>
                  <a:lnTo>
                    <a:pt x="53" y="1995"/>
                  </a:lnTo>
                  <a:cubicBezTo>
                    <a:pt x="33" y="1963"/>
                    <a:pt x="33" y="1927"/>
                    <a:pt x="33" y="1894"/>
                  </a:cubicBezTo>
                  <a:lnTo>
                    <a:pt x="33" y="1862"/>
                  </a:lnTo>
                  <a:lnTo>
                    <a:pt x="33" y="1373"/>
                  </a:lnTo>
                  <a:lnTo>
                    <a:pt x="33" y="1204"/>
                  </a:lnTo>
                  <a:cubicBezTo>
                    <a:pt x="33" y="1002"/>
                    <a:pt x="53" y="985"/>
                    <a:pt x="255" y="953"/>
                  </a:cubicBezTo>
                  <a:cubicBezTo>
                    <a:pt x="271" y="953"/>
                    <a:pt x="287" y="937"/>
                    <a:pt x="304" y="937"/>
                  </a:cubicBezTo>
                  <a:cubicBezTo>
                    <a:pt x="320" y="937"/>
                    <a:pt x="320" y="917"/>
                    <a:pt x="336" y="917"/>
                  </a:cubicBezTo>
                  <a:cubicBezTo>
                    <a:pt x="809" y="800"/>
                    <a:pt x="1281" y="650"/>
                    <a:pt x="1734" y="497"/>
                  </a:cubicBezTo>
                  <a:lnTo>
                    <a:pt x="1786" y="480"/>
                  </a:lnTo>
                  <a:cubicBezTo>
                    <a:pt x="2138" y="379"/>
                    <a:pt x="2509" y="262"/>
                    <a:pt x="2861" y="161"/>
                  </a:cubicBezTo>
                  <a:cubicBezTo>
                    <a:pt x="3030" y="129"/>
                    <a:pt x="3184" y="77"/>
                    <a:pt x="3350" y="28"/>
                  </a:cubicBezTo>
                  <a:lnTo>
                    <a:pt x="3350" y="8"/>
                  </a:lnTo>
                  <a:cubicBezTo>
                    <a:pt x="3350" y="8"/>
                    <a:pt x="3350" y="1"/>
                    <a:pt x="33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0">
              <a:extLst>
                <a:ext uri="{FF2B5EF4-FFF2-40B4-BE49-F238E27FC236}">
                  <a16:creationId xmlns:a16="http://schemas.microsoft.com/office/drawing/2014/main" id="{9E5A077E-5619-FBBA-FB4C-AF24C43CB67C}"/>
                </a:ext>
              </a:extLst>
            </p:cNvPr>
            <p:cNvSpPr/>
            <p:nvPr/>
          </p:nvSpPr>
          <p:spPr>
            <a:xfrm>
              <a:off x="669181" y="2616117"/>
              <a:ext cx="150577" cy="168952"/>
            </a:xfrm>
            <a:custGeom>
              <a:avLst/>
              <a:gdLst/>
              <a:ahLst/>
              <a:cxnLst/>
              <a:rect l="l" t="t" r="r" b="b"/>
              <a:pathLst>
                <a:path w="1516" h="1701" extrusionOk="0">
                  <a:moveTo>
                    <a:pt x="1467" y="0"/>
                  </a:moveTo>
                  <a:cubicBezTo>
                    <a:pt x="1366" y="49"/>
                    <a:pt x="1265" y="85"/>
                    <a:pt x="1180" y="133"/>
                  </a:cubicBezTo>
                  <a:cubicBezTo>
                    <a:pt x="926" y="234"/>
                    <a:pt x="659" y="352"/>
                    <a:pt x="405" y="489"/>
                  </a:cubicBezTo>
                  <a:cubicBezTo>
                    <a:pt x="372" y="505"/>
                    <a:pt x="320" y="521"/>
                    <a:pt x="288" y="537"/>
                  </a:cubicBezTo>
                  <a:cubicBezTo>
                    <a:pt x="235" y="554"/>
                    <a:pt x="187" y="590"/>
                    <a:pt x="118" y="606"/>
                  </a:cubicBezTo>
                  <a:cubicBezTo>
                    <a:pt x="33" y="655"/>
                    <a:pt x="1" y="707"/>
                    <a:pt x="1" y="824"/>
                  </a:cubicBezTo>
                  <a:cubicBezTo>
                    <a:pt x="17" y="957"/>
                    <a:pt x="17" y="1111"/>
                    <a:pt x="1" y="1244"/>
                  </a:cubicBezTo>
                  <a:lnTo>
                    <a:pt x="1" y="1414"/>
                  </a:lnTo>
                  <a:cubicBezTo>
                    <a:pt x="1" y="1499"/>
                    <a:pt x="1" y="1600"/>
                    <a:pt x="33" y="1685"/>
                  </a:cubicBezTo>
                  <a:lnTo>
                    <a:pt x="33" y="1701"/>
                  </a:lnTo>
                  <a:lnTo>
                    <a:pt x="53" y="1701"/>
                  </a:lnTo>
                  <a:lnTo>
                    <a:pt x="53" y="1685"/>
                  </a:lnTo>
                  <a:cubicBezTo>
                    <a:pt x="17" y="1584"/>
                    <a:pt x="17" y="1499"/>
                    <a:pt x="17" y="1414"/>
                  </a:cubicBezTo>
                  <a:cubicBezTo>
                    <a:pt x="33" y="1361"/>
                    <a:pt x="33" y="1313"/>
                    <a:pt x="33" y="1260"/>
                  </a:cubicBezTo>
                  <a:cubicBezTo>
                    <a:pt x="33" y="1111"/>
                    <a:pt x="53" y="957"/>
                    <a:pt x="33" y="824"/>
                  </a:cubicBezTo>
                  <a:cubicBezTo>
                    <a:pt x="33" y="707"/>
                    <a:pt x="53" y="675"/>
                    <a:pt x="134" y="638"/>
                  </a:cubicBezTo>
                  <a:cubicBezTo>
                    <a:pt x="187" y="606"/>
                    <a:pt x="255" y="590"/>
                    <a:pt x="304" y="554"/>
                  </a:cubicBezTo>
                  <a:cubicBezTo>
                    <a:pt x="336" y="537"/>
                    <a:pt x="372" y="521"/>
                    <a:pt x="405" y="505"/>
                  </a:cubicBezTo>
                  <a:cubicBezTo>
                    <a:pt x="675" y="388"/>
                    <a:pt x="926" y="271"/>
                    <a:pt x="1180" y="150"/>
                  </a:cubicBezTo>
                  <a:cubicBezTo>
                    <a:pt x="1281" y="117"/>
                    <a:pt x="1366" y="69"/>
                    <a:pt x="1467" y="32"/>
                  </a:cubicBezTo>
                  <a:cubicBezTo>
                    <a:pt x="1483" y="49"/>
                    <a:pt x="1483" y="69"/>
                    <a:pt x="1483" y="101"/>
                  </a:cubicBezTo>
                  <a:lnTo>
                    <a:pt x="1483" y="117"/>
                  </a:lnTo>
                  <a:lnTo>
                    <a:pt x="1483" y="352"/>
                  </a:lnTo>
                  <a:lnTo>
                    <a:pt x="1483" y="941"/>
                  </a:lnTo>
                  <a:cubicBezTo>
                    <a:pt x="1483" y="1010"/>
                    <a:pt x="1467" y="1042"/>
                    <a:pt x="1399" y="1079"/>
                  </a:cubicBezTo>
                  <a:cubicBezTo>
                    <a:pt x="1180" y="1159"/>
                    <a:pt x="978" y="1244"/>
                    <a:pt x="760" y="1345"/>
                  </a:cubicBezTo>
                  <a:lnTo>
                    <a:pt x="724" y="1361"/>
                  </a:lnTo>
                  <a:cubicBezTo>
                    <a:pt x="675" y="1382"/>
                    <a:pt x="607" y="1414"/>
                    <a:pt x="558" y="1430"/>
                  </a:cubicBezTo>
                  <a:cubicBezTo>
                    <a:pt x="389" y="1515"/>
                    <a:pt x="235" y="1584"/>
                    <a:pt x="70" y="1632"/>
                  </a:cubicBezTo>
                  <a:cubicBezTo>
                    <a:pt x="53" y="1632"/>
                    <a:pt x="53" y="1632"/>
                    <a:pt x="53" y="1648"/>
                  </a:cubicBezTo>
                  <a:lnTo>
                    <a:pt x="70" y="1648"/>
                  </a:lnTo>
                  <a:cubicBezTo>
                    <a:pt x="235" y="1600"/>
                    <a:pt x="405" y="1531"/>
                    <a:pt x="558" y="1462"/>
                  </a:cubicBezTo>
                  <a:cubicBezTo>
                    <a:pt x="623" y="1430"/>
                    <a:pt x="675" y="1414"/>
                    <a:pt x="740" y="1382"/>
                  </a:cubicBezTo>
                  <a:lnTo>
                    <a:pt x="776" y="1361"/>
                  </a:lnTo>
                  <a:cubicBezTo>
                    <a:pt x="978" y="1281"/>
                    <a:pt x="1197" y="1180"/>
                    <a:pt x="1415" y="1095"/>
                  </a:cubicBezTo>
                  <a:cubicBezTo>
                    <a:pt x="1500" y="1058"/>
                    <a:pt x="1516" y="1010"/>
                    <a:pt x="1516" y="941"/>
                  </a:cubicBezTo>
                  <a:lnTo>
                    <a:pt x="1516" y="352"/>
                  </a:lnTo>
                  <a:lnTo>
                    <a:pt x="1516" y="117"/>
                  </a:lnTo>
                  <a:lnTo>
                    <a:pt x="1516" y="101"/>
                  </a:lnTo>
                  <a:cubicBezTo>
                    <a:pt x="1516" y="69"/>
                    <a:pt x="1516" y="32"/>
                    <a:pt x="14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0">
              <a:extLst>
                <a:ext uri="{FF2B5EF4-FFF2-40B4-BE49-F238E27FC236}">
                  <a16:creationId xmlns:a16="http://schemas.microsoft.com/office/drawing/2014/main" id="{32AAA191-AF21-5457-263D-D22CE6C8AE18}"/>
                </a:ext>
              </a:extLst>
            </p:cNvPr>
            <p:cNvSpPr/>
            <p:nvPr/>
          </p:nvSpPr>
          <p:spPr>
            <a:xfrm>
              <a:off x="2028642" y="2336815"/>
              <a:ext cx="4867" cy="33373"/>
            </a:xfrm>
            <a:custGeom>
              <a:avLst/>
              <a:gdLst/>
              <a:ahLst/>
              <a:cxnLst/>
              <a:rect l="l" t="t" r="r" b="b"/>
              <a:pathLst>
                <a:path w="49" h="336" extrusionOk="0">
                  <a:moveTo>
                    <a:pt x="33" y="0"/>
                  </a:moveTo>
                  <a:cubicBezTo>
                    <a:pt x="0" y="53"/>
                    <a:pt x="16" y="118"/>
                    <a:pt x="16" y="170"/>
                  </a:cubicBezTo>
                  <a:cubicBezTo>
                    <a:pt x="16" y="219"/>
                    <a:pt x="16" y="271"/>
                    <a:pt x="0" y="320"/>
                  </a:cubicBezTo>
                  <a:cubicBezTo>
                    <a:pt x="0" y="336"/>
                    <a:pt x="0" y="336"/>
                    <a:pt x="16" y="336"/>
                  </a:cubicBezTo>
                  <a:lnTo>
                    <a:pt x="33" y="336"/>
                  </a:lnTo>
                  <a:cubicBezTo>
                    <a:pt x="49" y="287"/>
                    <a:pt x="49" y="219"/>
                    <a:pt x="33" y="170"/>
                  </a:cubicBezTo>
                  <a:cubicBezTo>
                    <a:pt x="33" y="118"/>
                    <a:pt x="33" y="69"/>
                    <a:pt x="49" y="17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0">
              <a:extLst>
                <a:ext uri="{FF2B5EF4-FFF2-40B4-BE49-F238E27FC236}">
                  <a16:creationId xmlns:a16="http://schemas.microsoft.com/office/drawing/2014/main" id="{831C689B-EAB2-F596-D78C-9C76E106915E}"/>
                </a:ext>
              </a:extLst>
            </p:cNvPr>
            <p:cNvSpPr/>
            <p:nvPr/>
          </p:nvSpPr>
          <p:spPr>
            <a:xfrm>
              <a:off x="2088833" y="2397006"/>
              <a:ext cx="96743" cy="270959"/>
            </a:xfrm>
            <a:custGeom>
              <a:avLst/>
              <a:gdLst/>
              <a:ahLst/>
              <a:cxnLst/>
              <a:rect l="l" t="t" r="r" b="b"/>
              <a:pathLst>
                <a:path w="974" h="2728" extrusionOk="0">
                  <a:moveTo>
                    <a:pt x="0" y="0"/>
                  </a:moveTo>
                  <a:lnTo>
                    <a:pt x="0" y="17"/>
                  </a:lnTo>
                  <a:cubicBezTo>
                    <a:pt x="81" y="101"/>
                    <a:pt x="150" y="219"/>
                    <a:pt x="218" y="336"/>
                  </a:cubicBezTo>
                  <a:cubicBezTo>
                    <a:pt x="234" y="388"/>
                    <a:pt x="267" y="437"/>
                    <a:pt x="303" y="489"/>
                  </a:cubicBezTo>
                  <a:cubicBezTo>
                    <a:pt x="384" y="623"/>
                    <a:pt x="453" y="760"/>
                    <a:pt x="537" y="893"/>
                  </a:cubicBezTo>
                  <a:cubicBezTo>
                    <a:pt x="655" y="1111"/>
                    <a:pt x="772" y="1329"/>
                    <a:pt x="925" y="1531"/>
                  </a:cubicBezTo>
                  <a:cubicBezTo>
                    <a:pt x="941" y="1568"/>
                    <a:pt x="958" y="1616"/>
                    <a:pt x="941" y="1685"/>
                  </a:cubicBezTo>
                  <a:lnTo>
                    <a:pt x="941" y="1952"/>
                  </a:lnTo>
                  <a:cubicBezTo>
                    <a:pt x="941" y="2073"/>
                    <a:pt x="958" y="2190"/>
                    <a:pt x="925" y="2323"/>
                  </a:cubicBezTo>
                  <a:cubicBezTo>
                    <a:pt x="925" y="2356"/>
                    <a:pt x="925" y="2408"/>
                    <a:pt x="941" y="2457"/>
                  </a:cubicBezTo>
                  <a:lnTo>
                    <a:pt x="941" y="2558"/>
                  </a:lnTo>
                  <a:cubicBezTo>
                    <a:pt x="941" y="2626"/>
                    <a:pt x="941" y="2659"/>
                    <a:pt x="909" y="2711"/>
                  </a:cubicBezTo>
                  <a:lnTo>
                    <a:pt x="909" y="2727"/>
                  </a:lnTo>
                  <a:lnTo>
                    <a:pt x="925" y="2727"/>
                  </a:lnTo>
                  <a:cubicBezTo>
                    <a:pt x="958" y="2679"/>
                    <a:pt x="974" y="2626"/>
                    <a:pt x="974" y="2558"/>
                  </a:cubicBezTo>
                  <a:cubicBezTo>
                    <a:pt x="974" y="2525"/>
                    <a:pt x="974" y="2493"/>
                    <a:pt x="958" y="2457"/>
                  </a:cubicBezTo>
                  <a:cubicBezTo>
                    <a:pt x="958" y="2408"/>
                    <a:pt x="941" y="2356"/>
                    <a:pt x="958" y="2323"/>
                  </a:cubicBezTo>
                  <a:cubicBezTo>
                    <a:pt x="974" y="2206"/>
                    <a:pt x="974" y="2073"/>
                    <a:pt x="974" y="1952"/>
                  </a:cubicBezTo>
                  <a:cubicBezTo>
                    <a:pt x="974" y="1871"/>
                    <a:pt x="958" y="1770"/>
                    <a:pt x="974" y="1685"/>
                  </a:cubicBezTo>
                  <a:cubicBezTo>
                    <a:pt x="974" y="1632"/>
                    <a:pt x="974" y="1568"/>
                    <a:pt x="941" y="1515"/>
                  </a:cubicBezTo>
                  <a:cubicBezTo>
                    <a:pt x="788" y="1313"/>
                    <a:pt x="671" y="1095"/>
                    <a:pt x="554" y="877"/>
                  </a:cubicBezTo>
                  <a:cubicBezTo>
                    <a:pt x="485" y="740"/>
                    <a:pt x="404" y="606"/>
                    <a:pt x="319" y="473"/>
                  </a:cubicBezTo>
                  <a:cubicBezTo>
                    <a:pt x="283" y="421"/>
                    <a:pt x="267" y="372"/>
                    <a:pt x="234" y="320"/>
                  </a:cubicBezTo>
                  <a:cubicBezTo>
                    <a:pt x="166" y="202"/>
                    <a:pt x="117" y="85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0">
              <a:extLst>
                <a:ext uri="{FF2B5EF4-FFF2-40B4-BE49-F238E27FC236}">
                  <a16:creationId xmlns:a16="http://schemas.microsoft.com/office/drawing/2014/main" id="{2DC6B8A0-DCAC-1358-DFCD-37A22AAAB722}"/>
                </a:ext>
              </a:extLst>
            </p:cNvPr>
            <p:cNvSpPr/>
            <p:nvPr/>
          </p:nvSpPr>
          <p:spPr>
            <a:xfrm>
              <a:off x="1087339" y="1813571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1"/>
                  </a:moveTo>
                  <a:lnTo>
                    <a:pt x="0" y="17"/>
                  </a:lnTo>
                  <a:lnTo>
                    <a:pt x="0" y="235"/>
                  </a:lnTo>
                  <a:lnTo>
                    <a:pt x="0" y="825"/>
                  </a:lnTo>
                  <a:cubicBezTo>
                    <a:pt x="0" y="893"/>
                    <a:pt x="16" y="958"/>
                    <a:pt x="32" y="1011"/>
                  </a:cubicBezTo>
                  <a:lnTo>
                    <a:pt x="49" y="1027"/>
                  </a:lnTo>
                  <a:cubicBezTo>
                    <a:pt x="49" y="1011"/>
                    <a:pt x="65" y="1011"/>
                    <a:pt x="49" y="1011"/>
                  </a:cubicBezTo>
                  <a:cubicBezTo>
                    <a:pt x="32" y="958"/>
                    <a:pt x="32" y="893"/>
                    <a:pt x="32" y="825"/>
                  </a:cubicBezTo>
                  <a:lnTo>
                    <a:pt x="32" y="235"/>
                  </a:lnTo>
                  <a:lnTo>
                    <a:pt x="32" y="17"/>
                  </a:ln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0">
              <a:extLst>
                <a:ext uri="{FF2B5EF4-FFF2-40B4-BE49-F238E27FC236}">
                  <a16:creationId xmlns:a16="http://schemas.microsoft.com/office/drawing/2014/main" id="{12E36153-9BDE-A8A0-BBFA-9E13D4939554}"/>
                </a:ext>
              </a:extLst>
            </p:cNvPr>
            <p:cNvSpPr/>
            <p:nvPr/>
          </p:nvSpPr>
          <p:spPr>
            <a:xfrm>
              <a:off x="1256191" y="1418854"/>
              <a:ext cx="244042" cy="251193"/>
            </a:xfrm>
            <a:custGeom>
              <a:avLst/>
              <a:gdLst/>
              <a:ahLst/>
              <a:cxnLst/>
              <a:rect l="l" t="t" r="r" b="b"/>
              <a:pathLst>
                <a:path w="2457" h="2529" extrusionOk="0">
                  <a:moveTo>
                    <a:pt x="1587" y="0"/>
                  </a:moveTo>
                  <a:cubicBezTo>
                    <a:pt x="1538" y="0"/>
                    <a:pt x="1482" y="18"/>
                    <a:pt x="1415" y="52"/>
                  </a:cubicBezTo>
                  <a:cubicBezTo>
                    <a:pt x="1011" y="287"/>
                    <a:pt x="587" y="525"/>
                    <a:pt x="102" y="791"/>
                  </a:cubicBezTo>
                  <a:cubicBezTo>
                    <a:pt x="33" y="828"/>
                    <a:pt x="1" y="860"/>
                    <a:pt x="1" y="929"/>
                  </a:cubicBezTo>
                  <a:cubicBezTo>
                    <a:pt x="17" y="1163"/>
                    <a:pt x="17" y="1418"/>
                    <a:pt x="17" y="1652"/>
                  </a:cubicBezTo>
                  <a:lnTo>
                    <a:pt x="17" y="2125"/>
                  </a:lnTo>
                  <a:lnTo>
                    <a:pt x="17" y="2189"/>
                  </a:lnTo>
                  <a:lnTo>
                    <a:pt x="33" y="2205"/>
                  </a:lnTo>
                  <a:cubicBezTo>
                    <a:pt x="33" y="2226"/>
                    <a:pt x="33" y="2226"/>
                    <a:pt x="49" y="2226"/>
                  </a:cubicBezTo>
                  <a:lnTo>
                    <a:pt x="49" y="2205"/>
                  </a:lnTo>
                  <a:lnTo>
                    <a:pt x="49" y="2173"/>
                  </a:lnTo>
                  <a:cubicBezTo>
                    <a:pt x="33" y="2157"/>
                    <a:pt x="33" y="2141"/>
                    <a:pt x="33" y="2125"/>
                  </a:cubicBezTo>
                  <a:lnTo>
                    <a:pt x="33" y="1652"/>
                  </a:lnTo>
                  <a:lnTo>
                    <a:pt x="33" y="929"/>
                  </a:lnTo>
                  <a:cubicBezTo>
                    <a:pt x="33" y="876"/>
                    <a:pt x="49" y="844"/>
                    <a:pt x="102" y="812"/>
                  </a:cubicBezTo>
                  <a:cubicBezTo>
                    <a:pt x="587" y="541"/>
                    <a:pt x="1027" y="307"/>
                    <a:pt x="1431" y="68"/>
                  </a:cubicBezTo>
                  <a:cubicBezTo>
                    <a:pt x="1490" y="35"/>
                    <a:pt x="1540" y="17"/>
                    <a:pt x="1582" y="17"/>
                  </a:cubicBezTo>
                  <a:cubicBezTo>
                    <a:pt x="1645" y="17"/>
                    <a:pt x="1693" y="57"/>
                    <a:pt x="1734" y="137"/>
                  </a:cubicBezTo>
                  <a:cubicBezTo>
                    <a:pt x="1936" y="472"/>
                    <a:pt x="2101" y="775"/>
                    <a:pt x="2303" y="1062"/>
                  </a:cubicBezTo>
                  <a:cubicBezTo>
                    <a:pt x="2388" y="1195"/>
                    <a:pt x="2425" y="1333"/>
                    <a:pt x="2425" y="1482"/>
                  </a:cubicBezTo>
                  <a:cubicBezTo>
                    <a:pt x="2404" y="1700"/>
                    <a:pt x="2404" y="1923"/>
                    <a:pt x="2404" y="2125"/>
                  </a:cubicBezTo>
                  <a:lnTo>
                    <a:pt x="2404" y="2375"/>
                  </a:lnTo>
                  <a:cubicBezTo>
                    <a:pt x="2404" y="2428"/>
                    <a:pt x="2404" y="2476"/>
                    <a:pt x="2388" y="2508"/>
                  </a:cubicBezTo>
                  <a:lnTo>
                    <a:pt x="2388" y="2529"/>
                  </a:lnTo>
                  <a:lnTo>
                    <a:pt x="2404" y="2529"/>
                  </a:lnTo>
                  <a:cubicBezTo>
                    <a:pt x="2441" y="2476"/>
                    <a:pt x="2441" y="2428"/>
                    <a:pt x="2441" y="2375"/>
                  </a:cubicBezTo>
                  <a:lnTo>
                    <a:pt x="2441" y="2125"/>
                  </a:lnTo>
                  <a:lnTo>
                    <a:pt x="2441" y="1482"/>
                  </a:lnTo>
                  <a:cubicBezTo>
                    <a:pt x="2457" y="1333"/>
                    <a:pt x="2404" y="1179"/>
                    <a:pt x="2324" y="1062"/>
                  </a:cubicBezTo>
                  <a:cubicBezTo>
                    <a:pt x="2138" y="759"/>
                    <a:pt x="1952" y="456"/>
                    <a:pt x="1766" y="121"/>
                  </a:cubicBezTo>
                  <a:cubicBezTo>
                    <a:pt x="1716" y="39"/>
                    <a:pt x="1659" y="0"/>
                    <a:pt x="15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0">
              <a:extLst>
                <a:ext uri="{FF2B5EF4-FFF2-40B4-BE49-F238E27FC236}">
                  <a16:creationId xmlns:a16="http://schemas.microsoft.com/office/drawing/2014/main" id="{0F14AC08-505A-8042-0D82-8F07B7854E47}"/>
                </a:ext>
              </a:extLst>
            </p:cNvPr>
            <p:cNvSpPr/>
            <p:nvPr/>
          </p:nvSpPr>
          <p:spPr>
            <a:xfrm>
              <a:off x="1135809" y="2323605"/>
              <a:ext cx="4966" cy="86711"/>
            </a:xfrm>
            <a:custGeom>
              <a:avLst/>
              <a:gdLst/>
              <a:ahLst/>
              <a:cxnLst/>
              <a:rect l="l" t="t" r="r" b="b"/>
              <a:pathLst>
                <a:path w="50" h="873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49"/>
                    <a:pt x="17" y="85"/>
                    <a:pt x="17" y="117"/>
                  </a:cubicBezTo>
                  <a:lnTo>
                    <a:pt x="17" y="150"/>
                  </a:lnTo>
                  <a:lnTo>
                    <a:pt x="17" y="420"/>
                  </a:lnTo>
                  <a:cubicBezTo>
                    <a:pt x="17" y="554"/>
                    <a:pt x="17" y="707"/>
                    <a:pt x="33" y="857"/>
                  </a:cubicBezTo>
                  <a:cubicBezTo>
                    <a:pt x="33" y="857"/>
                    <a:pt x="33" y="873"/>
                    <a:pt x="49" y="873"/>
                  </a:cubicBezTo>
                  <a:lnTo>
                    <a:pt x="49" y="857"/>
                  </a:lnTo>
                  <a:cubicBezTo>
                    <a:pt x="33" y="707"/>
                    <a:pt x="49" y="554"/>
                    <a:pt x="49" y="420"/>
                  </a:cubicBezTo>
                  <a:lnTo>
                    <a:pt x="49" y="150"/>
                  </a:lnTo>
                  <a:lnTo>
                    <a:pt x="49" y="117"/>
                  </a:lnTo>
                  <a:cubicBezTo>
                    <a:pt x="49" y="85"/>
                    <a:pt x="49" y="32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0">
              <a:extLst>
                <a:ext uri="{FF2B5EF4-FFF2-40B4-BE49-F238E27FC236}">
                  <a16:creationId xmlns:a16="http://schemas.microsoft.com/office/drawing/2014/main" id="{029837EA-CAF4-FF76-3D00-EF7F3FF9B0EA}"/>
                </a:ext>
              </a:extLst>
            </p:cNvPr>
            <p:cNvSpPr/>
            <p:nvPr/>
          </p:nvSpPr>
          <p:spPr>
            <a:xfrm>
              <a:off x="1087339" y="2851617"/>
              <a:ext cx="6456" cy="93961"/>
            </a:xfrm>
            <a:custGeom>
              <a:avLst/>
              <a:gdLst/>
              <a:ahLst/>
              <a:cxnLst/>
              <a:rect l="l" t="t" r="r" b="b"/>
              <a:pathLst>
                <a:path w="65" h="946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53"/>
                    <a:pt x="16" y="85"/>
                    <a:pt x="16" y="122"/>
                  </a:cubicBezTo>
                  <a:lnTo>
                    <a:pt x="16" y="170"/>
                  </a:lnTo>
                  <a:lnTo>
                    <a:pt x="16" y="457"/>
                  </a:lnTo>
                  <a:cubicBezTo>
                    <a:pt x="16" y="606"/>
                    <a:pt x="16" y="776"/>
                    <a:pt x="32" y="929"/>
                  </a:cubicBezTo>
                  <a:cubicBezTo>
                    <a:pt x="32" y="946"/>
                    <a:pt x="32" y="946"/>
                    <a:pt x="49" y="946"/>
                  </a:cubicBezTo>
                  <a:cubicBezTo>
                    <a:pt x="49" y="946"/>
                    <a:pt x="65" y="946"/>
                    <a:pt x="65" y="929"/>
                  </a:cubicBezTo>
                  <a:cubicBezTo>
                    <a:pt x="32" y="776"/>
                    <a:pt x="49" y="606"/>
                    <a:pt x="49" y="457"/>
                  </a:cubicBezTo>
                  <a:lnTo>
                    <a:pt x="49" y="154"/>
                  </a:lnTo>
                  <a:lnTo>
                    <a:pt x="49" y="122"/>
                  </a:lnTo>
                  <a:cubicBezTo>
                    <a:pt x="49" y="85"/>
                    <a:pt x="49" y="37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0">
              <a:extLst>
                <a:ext uri="{FF2B5EF4-FFF2-40B4-BE49-F238E27FC236}">
                  <a16:creationId xmlns:a16="http://schemas.microsoft.com/office/drawing/2014/main" id="{A574E216-07BD-B47B-C06A-FFD41A6623FC}"/>
                </a:ext>
              </a:extLst>
            </p:cNvPr>
            <p:cNvSpPr/>
            <p:nvPr/>
          </p:nvSpPr>
          <p:spPr>
            <a:xfrm>
              <a:off x="1414714" y="1449247"/>
              <a:ext cx="85519" cy="240863"/>
            </a:xfrm>
            <a:custGeom>
              <a:avLst/>
              <a:gdLst/>
              <a:ahLst/>
              <a:cxnLst/>
              <a:rect l="l" t="t" r="r" b="b"/>
              <a:pathLst>
                <a:path w="861" h="2425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18"/>
                    <a:pt x="154" y="235"/>
                    <a:pt x="223" y="352"/>
                  </a:cubicBezTo>
                  <a:cubicBezTo>
                    <a:pt x="255" y="405"/>
                    <a:pt x="287" y="469"/>
                    <a:pt x="340" y="538"/>
                  </a:cubicBezTo>
                  <a:cubicBezTo>
                    <a:pt x="356" y="586"/>
                    <a:pt x="388" y="639"/>
                    <a:pt x="425" y="687"/>
                  </a:cubicBezTo>
                  <a:cubicBezTo>
                    <a:pt x="457" y="756"/>
                    <a:pt x="489" y="825"/>
                    <a:pt x="542" y="889"/>
                  </a:cubicBezTo>
                  <a:cubicBezTo>
                    <a:pt x="606" y="974"/>
                    <a:pt x="643" y="1075"/>
                    <a:pt x="627" y="1192"/>
                  </a:cubicBezTo>
                  <a:lnTo>
                    <a:pt x="627" y="1479"/>
                  </a:lnTo>
                  <a:cubicBezTo>
                    <a:pt x="627" y="1617"/>
                    <a:pt x="627" y="1766"/>
                    <a:pt x="606" y="1899"/>
                  </a:cubicBezTo>
                  <a:cubicBezTo>
                    <a:pt x="590" y="2000"/>
                    <a:pt x="659" y="2085"/>
                    <a:pt x="728" y="2170"/>
                  </a:cubicBezTo>
                  <a:cubicBezTo>
                    <a:pt x="792" y="2239"/>
                    <a:pt x="829" y="2324"/>
                    <a:pt x="829" y="2404"/>
                  </a:cubicBezTo>
                  <a:lnTo>
                    <a:pt x="845" y="2425"/>
                  </a:lnTo>
                  <a:lnTo>
                    <a:pt x="861" y="2404"/>
                  </a:lnTo>
                  <a:cubicBezTo>
                    <a:pt x="861" y="2303"/>
                    <a:pt x="808" y="2223"/>
                    <a:pt x="744" y="2154"/>
                  </a:cubicBezTo>
                  <a:cubicBezTo>
                    <a:pt x="675" y="2085"/>
                    <a:pt x="606" y="2000"/>
                    <a:pt x="627" y="1899"/>
                  </a:cubicBezTo>
                  <a:cubicBezTo>
                    <a:pt x="659" y="1766"/>
                    <a:pt x="659" y="1617"/>
                    <a:pt x="659" y="1479"/>
                  </a:cubicBezTo>
                  <a:cubicBezTo>
                    <a:pt x="643" y="1378"/>
                    <a:pt x="643" y="1293"/>
                    <a:pt x="659" y="1213"/>
                  </a:cubicBezTo>
                  <a:cubicBezTo>
                    <a:pt x="659" y="1059"/>
                    <a:pt x="643" y="958"/>
                    <a:pt x="558" y="873"/>
                  </a:cubicBezTo>
                  <a:cubicBezTo>
                    <a:pt x="505" y="809"/>
                    <a:pt x="473" y="740"/>
                    <a:pt x="441" y="671"/>
                  </a:cubicBezTo>
                  <a:cubicBezTo>
                    <a:pt x="404" y="623"/>
                    <a:pt x="388" y="570"/>
                    <a:pt x="356" y="522"/>
                  </a:cubicBezTo>
                  <a:cubicBezTo>
                    <a:pt x="304" y="453"/>
                    <a:pt x="271" y="405"/>
                    <a:pt x="239" y="336"/>
                  </a:cubicBezTo>
                  <a:cubicBezTo>
                    <a:pt x="170" y="219"/>
                    <a:pt x="102" y="102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0">
              <a:extLst>
                <a:ext uri="{FF2B5EF4-FFF2-40B4-BE49-F238E27FC236}">
                  <a16:creationId xmlns:a16="http://schemas.microsoft.com/office/drawing/2014/main" id="{EF589258-BF56-6A04-EF18-C0FD89C429C6}"/>
                </a:ext>
              </a:extLst>
            </p:cNvPr>
            <p:cNvSpPr/>
            <p:nvPr/>
          </p:nvSpPr>
          <p:spPr>
            <a:xfrm>
              <a:off x="2010167" y="3302950"/>
              <a:ext cx="3278" cy="33870"/>
            </a:xfrm>
            <a:custGeom>
              <a:avLst/>
              <a:gdLst/>
              <a:ahLst/>
              <a:cxnLst/>
              <a:rect l="l" t="t" r="r" b="b"/>
              <a:pathLst>
                <a:path w="33" h="341" extrusionOk="0">
                  <a:moveTo>
                    <a:pt x="17" y="1"/>
                  </a:moveTo>
                  <a:cubicBezTo>
                    <a:pt x="0" y="54"/>
                    <a:pt x="17" y="86"/>
                    <a:pt x="17" y="138"/>
                  </a:cubicBezTo>
                  <a:cubicBezTo>
                    <a:pt x="17" y="203"/>
                    <a:pt x="17" y="272"/>
                    <a:pt x="0" y="324"/>
                  </a:cubicBezTo>
                  <a:lnTo>
                    <a:pt x="0" y="340"/>
                  </a:lnTo>
                  <a:lnTo>
                    <a:pt x="17" y="340"/>
                  </a:lnTo>
                  <a:cubicBezTo>
                    <a:pt x="33" y="272"/>
                    <a:pt x="33" y="203"/>
                    <a:pt x="33" y="138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0">
              <a:extLst>
                <a:ext uri="{FF2B5EF4-FFF2-40B4-BE49-F238E27FC236}">
                  <a16:creationId xmlns:a16="http://schemas.microsoft.com/office/drawing/2014/main" id="{01D48096-1ABA-46A5-4E2D-9B62BF9A9A5F}"/>
                </a:ext>
              </a:extLst>
            </p:cNvPr>
            <p:cNvSpPr/>
            <p:nvPr/>
          </p:nvSpPr>
          <p:spPr>
            <a:xfrm>
              <a:off x="1416701" y="1754969"/>
              <a:ext cx="83532" cy="122070"/>
            </a:xfrm>
            <a:custGeom>
              <a:avLst/>
              <a:gdLst/>
              <a:ahLst/>
              <a:cxnLst/>
              <a:rect l="l" t="t" r="r" b="b"/>
              <a:pathLst>
                <a:path w="841" h="1229" extrusionOk="0">
                  <a:moveTo>
                    <a:pt x="1" y="1"/>
                  </a:moveTo>
                  <a:lnTo>
                    <a:pt x="1" y="33"/>
                  </a:lnTo>
                  <a:cubicBezTo>
                    <a:pt x="102" y="86"/>
                    <a:pt x="166" y="187"/>
                    <a:pt x="235" y="288"/>
                  </a:cubicBezTo>
                  <a:cubicBezTo>
                    <a:pt x="251" y="320"/>
                    <a:pt x="267" y="356"/>
                    <a:pt x="284" y="373"/>
                  </a:cubicBezTo>
                  <a:cubicBezTo>
                    <a:pt x="336" y="457"/>
                    <a:pt x="384" y="538"/>
                    <a:pt x="437" y="607"/>
                  </a:cubicBezTo>
                  <a:cubicBezTo>
                    <a:pt x="522" y="740"/>
                    <a:pt x="607" y="878"/>
                    <a:pt x="708" y="1011"/>
                  </a:cubicBezTo>
                  <a:cubicBezTo>
                    <a:pt x="724" y="1011"/>
                    <a:pt x="724" y="1027"/>
                    <a:pt x="724" y="1027"/>
                  </a:cubicBezTo>
                  <a:cubicBezTo>
                    <a:pt x="772" y="1096"/>
                    <a:pt x="809" y="1144"/>
                    <a:pt x="809" y="1213"/>
                  </a:cubicBezTo>
                  <a:cubicBezTo>
                    <a:pt x="809" y="1229"/>
                    <a:pt x="825" y="1229"/>
                    <a:pt x="825" y="1229"/>
                  </a:cubicBezTo>
                  <a:cubicBezTo>
                    <a:pt x="825" y="1229"/>
                    <a:pt x="841" y="1229"/>
                    <a:pt x="841" y="1213"/>
                  </a:cubicBezTo>
                  <a:cubicBezTo>
                    <a:pt x="841" y="1128"/>
                    <a:pt x="788" y="1080"/>
                    <a:pt x="740" y="1011"/>
                  </a:cubicBezTo>
                  <a:cubicBezTo>
                    <a:pt x="740" y="1011"/>
                    <a:pt x="740" y="995"/>
                    <a:pt x="724" y="995"/>
                  </a:cubicBezTo>
                  <a:cubicBezTo>
                    <a:pt x="639" y="861"/>
                    <a:pt x="554" y="724"/>
                    <a:pt x="453" y="591"/>
                  </a:cubicBezTo>
                  <a:cubicBezTo>
                    <a:pt x="405" y="522"/>
                    <a:pt x="352" y="437"/>
                    <a:pt x="304" y="356"/>
                  </a:cubicBezTo>
                  <a:cubicBezTo>
                    <a:pt x="284" y="336"/>
                    <a:pt x="267" y="304"/>
                    <a:pt x="251" y="272"/>
                  </a:cubicBezTo>
                  <a:cubicBezTo>
                    <a:pt x="183" y="171"/>
                    <a:pt x="134" y="70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0">
              <a:extLst>
                <a:ext uri="{FF2B5EF4-FFF2-40B4-BE49-F238E27FC236}">
                  <a16:creationId xmlns:a16="http://schemas.microsoft.com/office/drawing/2014/main" id="{A379768E-4DDA-AD91-ADDE-62049818ACC6}"/>
                </a:ext>
              </a:extLst>
            </p:cNvPr>
            <p:cNvSpPr/>
            <p:nvPr/>
          </p:nvSpPr>
          <p:spPr>
            <a:xfrm>
              <a:off x="2081979" y="2931871"/>
              <a:ext cx="103596" cy="269270"/>
            </a:xfrm>
            <a:custGeom>
              <a:avLst/>
              <a:gdLst/>
              <a:ahLst/>
              <a:cxnLst/>
              <a:rect l="l" t="t" r="r" b="b"/>
              <a:pathLst>
                <a:path w="1043" h="2711" extrusionOk="0">
                  <a:moveTo>
                    <a:pt x="17" y="0"/>
                  </a:moveTo>
                  <a:cubicBezTo>
                    <a:pt x="1" y="0"/>
                    <a:pt x="1" y="0"/>
                    <a:pt x="1" y="20"/>
                  </a:cubicBezTo>
                  <a:cubicBezTo>
                    <a:pt x="17" y="121"/>
                    <a:pt x="69" y="186"/>
                    <a:pt x="118" y="255"/>
                  </a:cubicBezTo>
                  <a:cubicBezTo>
                    <a:pt x="134" y="271"/>
                    <a:pt x="134" y="287"/>
                    <a:pt x="150" y="303"/>
                  </a:cubicBezTo>
                  <a:cubicBezTo>
                    <a:pt x="320" y="525"/>
                    <a:pt x="489" y="776"/>
                    <a:pt x="639" y="1010"/>
                  </a:cubicBezTo>
                  <a:cubicBezTo>
                    <a:pt x="724" y="1111"/>
                    <a:pt x="792" y="1232"/>
                    <a:pt x="877" y="1333"/>
                  </a:cubicBezTo>
                  <a:cubicBezTo>
                    <a:pt x="877" y="1350"/>
                    <a:pt x="877" y="1350"/>
                    <a:pt x="893" y="1366"/>
                  </a:cubicBezTo>
                  <a:cubicBezTo>
                    <a:pt x="909" y="1398"/>
                    <a:pt x="926" y="1434"/>
                    <a:pt x="978" y="1451"/>
                  </a:cubicBezTo>
                  <a:cubicBezTo>
                    <a:pt x="1010" y="1467"/>
                    <a:pt x="1010" y="1515"/>
                    <a:pt x="1010" y="1568"/>
                  </a:cubicBezTo>
                  <a:lnTo>
                    <a:pt x="1010" y="1786"/>
                  </a:lnTo>
                  <a:cubicBezTo>
                    <a:pt x="1027" y="1919"/>
                    <a:pt x="1027" y="2056"/>
                    <a:pt x="1010" y="2174"/>
                  </a:cubicBezTo>
                  <a:lnTo>
                    <a:pt x="1010" y="2578"/>
                  </a:lnTo>
                  <a:lnTo>
                    <a:pt x="1010" y="2594"/>
                  </a:lnTo>
                  <a:cubicBezTo>
                    <a:pt x="1027" y="2626"/>
                    <a:pt x="1027" y="2662"/>
                    <a:pt x="994" y="2695"/>
                  </a:cubicBezTo>
                  <a:lnTo>
                    <a:pt x="994" y="2711"/>
                  </a:lnTo>
                  <a:lnTo>
                    <a:pt x="1010" y="2711"/>
                  </a:lnTo>
                  <a:cubicBezTo>
                    <a:pt x="1043" y="2679"/>
                    <a:pt x="1043" y="2626"/>
                    <a:pt x="1043" y="2578"/>
                  </a:cubicBezTo>
                  <a:lnTo>
                    <a:pt x="1043" y="2561"/>
                  </a:lnTo>
                  <a:cubicBezTo>
                    <a:pt x="1027" y="2444"/>
                    <a:pt x="1027" y="2307"/>
                    <a:pt x="1043" y="2174"/>
                  </a:cubicBezTo>
                  <a:lnTo>
                    <a:pt x="1043" y="1786"/>
                  </a:lnTo>
                  <a:lnTo>
                    <a:pt x="1043" y="1568"/>
                  </a:lnTo>
                  <a:cubicBezTo>
                    <a:pt x="1043" y="1515"/>
                    <a:pt x="1043" y="1451"/>
                    <a:pt x="978" y="1434"/>
                  </a:cubicBezTo>
                  <a:cubicBezTo>
                    <a:pt x="942" y="1414"/>
                    <a:pt x="926" y="1382"/>
                    <a:pt x="909" y="1350"/>
                  </a:cubicBezTo>
                  <a:cubicBezTo>
                    <a:pt x="909" y="1333"/>
                    <a:pt x="893" y="1333"/>
                    <a:pt x="893" y="1313"/>
                  </a:cubicBezTo>
                  <a:cubicBezTo>
                    <a:pt x="808" y="1212"/>
                    <a:pt x="740" y="1095"/>
                    <a:pt x="675" y="994"/>
                  </a:cubicBezTo>
                  <a:cubicBezTo>
                    <a:pt x="505" y="760"/>
                    <a:pt x="336" y="505"/>
                    <a:pt x="170" y="287"/>
                  </a:cubicBezTo>
                  <a:cubicBezTo>
                    <a:pt x="150" y="271"/>
                    <a:pt x="150" y="255"/>
                    <a:pt x="134" y="239"/>
                  </a:cubicBezTo>
                  <a:cubicBezTo>
                    <a:pt x="85" y="170"/>
                    <a:pt x="33" y="101"/>
                    <a:pt x="33" y="20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0">
              <a:extLst>
                <a:ext uri="{FF2B5EF4-FFF2-40B4-BE49-F238E27FC236}">
                  <a16:creationId xmlns:a16="http://schemas.microsoft.com/office/drawing/2014/main" id="{CF07779E-0BB6-507B-AC89-F53F04F0644E}"/>
                </a:ext>
              </a:extLst>
            </p:cNvPr>
            <p:cNvSpPr/>
            <p:nvPr/>
          </p:nvSpPr>
          <p:spPr>
            <a:xfrm>
              <a:off x="1384619" y="1846944"/>
              <a:ext cx="5364" cy="100318"/>
            </a:xfrm>
            <a:custGeom>
              <a:avLst/>
              <a:gdLst/>
              <a:ahLst/>
              <a:cxnLst/>
              <a:rect l="l" t="t" r="r" b="b"/>
              <a:pathLst>
                <a:path w="54" h="1010" extrusionOk="0">
                  <a:moveTo>
                    <a:pt x="1" y="0"/>
                  </a:moveTo>
                  <a:lnTo>
                    <a:pt x="1" y="16"/>
                  </a:lnTo>
                  <a:cubicBezTo>
                    <a:pt x="21" y="117"/>
                    <a:pt x="21" y="218"/>
                    <a:pt x="21" y="319"/>
                  </a:cubicBezTo>
                  <a:cubicBezTo>
                    <a:pt x="1" y="388"/>
                    <a:pt x="1" y="457"/>
                    <a:pt x="21" y="521"/>
                  </a:cubicBezTo>
                  <a:lnTo>
                    <a:pt x="21" y="691"/>
                  </a:lnTo>
                  <a:cubicBezTo>
                    <a:pt x="1" y="792"/>
                    <a:pt x="1" y="893"/>
                    <a:pt x="21" y="994"/>
                  </a:cubicBezTo>
                  <a:cubicBezTo>
                    <a:pt x="21" y="1010"/>
                    <a:pt x="37" y="1010"/>
                    <a:pt x="37" y="1010"/>
                  </a:cubicBezTo>
                  <a:cubicBezTo>
                    <a:pt x="53" y="1010"/>
                    <a:pt x="53" y="994"/>
                    <a:pt x="53" y="994"/>
                  </a:cubicBezTo>
                  <a:cubicBezTo>
                    <a:pt x="37" y="893"/>
                    <a:pt x="37" y="792"/>
                    <a:pt x="37" y="707"/>
                  </a:cubicBezTo>
                  <a:lnTo>
                    <a:pt x="37" y="521"/>
                  </a:lnTo>
                  <a:lnTo>
                    <a:pt x="37" y="319"/>
                  </a:lnTo>
                  <a:cubicBezTo>
                    <a:pt x="37" y="218"/>
                    <a:pt x="37" y="117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0">
              <a:extLst>
                <a:ext uri="{FF2B5EF4-FFF2-40B4-BE49-F238E27FC236}">
                  <a16:creationId xmlns:a16="http://schemas.microsoft.com/office/drawing/2014/main" id="{866044CD-C5B8-A00C-5FFC-BB1FCF8CB590}"/>
                </a:ext>
              </a:extLst>
            </p:cNvPr>
            <p:cNvSpPr/>
            <p:nvPr/>
          </p:nvSpPr>
          <p:spPr>
            <a:xfrm>
              <a:off x="1251026" y="2343669"/>
              <a:ext cx="162198" cy="187029"/>
            </a:xfrm>
            <a:custGeom>
              <a:avLst/>
              <a:gdLst/>
              <a:ahLst/>
              <a:cxnLst/>
              <a:rect l="l" t="t" r="r" b="b"/>
              <a:pathLst>
                <a:path w="1633" h="1883" extrusionOk="0">
                  <a:moveTo>
                    <a:pt x="1616" y="0"/>
                  </a:moveTo>
                  <a:cubicBezTo>
                    <a:pt x="1483" y="32"/>
                    <a:pt x="1346" y="101"/>
                    <a:pt x="1228" y="166"/>
                  </a:cubicBezTo>
                  <a:cubicBezTo>
                    <a:pt x="1164" y="202"/>
                    <a:pt x="1095" y="234"/>
                    <a:pt x="1026" y="251"/>
                  </a:cubicBezTo>
                  <a:cubicBezTo>
                    <a:pt x="841" y="335"/>
                    <a:pt x="659" y="420"/>
                    <a:pt x="473" y="521"/>
                  </a:cubicBezTo>
                  <a:cubicBezTo>
                    <a:pt x="356" y="570"/>
                    <a:pt x="235" y="622"/>
                    <a:pt x="117" y="691"/>
                  </a:cubicBezTo>
                  <a:cubicBezTo>
                    <a:pt x="69" y="707"/>
                    <a:pt x="17" y="723"/>
                    <a:pt x="17" y="808"/>
                  </a:cubicBezTo>
                  <a:lnTo>
                    <a:pt x="17" y="1297"/>
                  </a:lnTo>
                  <a:cubicBezTo>
                    <a:pt x="17" y="1462"/>
                    <a:pt x="0" y="1632"/>
                    <a:pt x="0" y="1802"/>
                  </a:cubicBezTo>
                  <a:cubicBezTo>
                    <a:pt x="0" y="1818"/>
                    <a:pt x="17" y="1834"/>
                    <a:pt x="17" y="1850"/>
                  </a:cubicBezTo>
                  <a:lnTo>
                    <a:pt x="17" y="1883"/>
                  </a:lnTo>
                  <a:lnTo>
                    <a:pt x="33" y="1883"/>
                  </a:lnTo>
                  <a:cubicBezTo>
                    <a:pt x="218" y="1818"/>
                    <a:pt x="404" y="1749"/>
                    <a:pt x="574" y="1664"/>
                  </a:cubicBezTo>
                  <a:cubicBezTo>
                    <a:pt x="659" y="1632"/>
                    <a:pt x="760" y="1600"/>
                    <a:pt x="841" y="1563"/>
                  </a:cubicBezTo>
                  <a:cubicBezTo>
                    <a:pt x="925" y="1531"/>
                    <a:pt x="1010" y="1499"/>
                    <a:pt x="1079" y="1446"/>
                  </a:cubicBezTo>
                  <a:cubicBezTo>
                    <a:pt x="1265" y="1378"/>
                    <a:pt x="1447" y="1297"/>
                    <a:pt x="1632" y="1228"/>
                  </a:cubicBezTo>
                  <a:lnTo>
                    <a:pt x="1632" y="1212"/>
                  </a:lnTo>
                  <a:lnTo>
                    <a:pt x="1616" y="1212"/>
                  </a:lnTo>
                  <a:cubicBezTo>
                    <a:pt x="1430" y="1277"/>
                    <a:pt x="1245" y="1345"/>
                    <a:pt x="1079" y="1430"/>
                  </a:cubicBezTo>
                  <a:cubicBezTo>
                    <a:pt x="994" y="1462"/>
                    <a:pt x="909" y="1499"/>
                    <a:pt x="824" y="1531"/>
                  </a:cubicBezTo>
                  <a:cubicBezTo>
                    <a:pt x="740" y="1563"/>
                    <a:pt x="659" y="1616"/>
                    <a:pt x="574" y="1648"/>
                  </a:cubicBezTo>
                  <a:cubicBezTo>
                    <a:pt x="404" y="1717"/>
                    <a:pt x="218" y="1802"/>
                    <a:pt x="53" y="1850"/>
                  </a:cubicBezTo>
                  <a:lnTo>
                    <a:pt x="33" y="1850"/>
                  </a:lnTo>
                  <a:lnTo>
                    <a:pt x="33" y="1802"/>
                  </a:lnTo>
                  <a:lnTo>
                    <a:pt x="33" y="1297"/>
                  </a:lnTo>
                  <a:cubicBezTo>
                    <a:pt x="33" y="1127"/>
                    <a:pt x="53" y="974"/>
                    <a:pt x="53" y="808"/>
                  </a:cubicBezTo>
                  <a:cubicBezTo>
                    <a:pt x="53" y="739"/>
                    <a:pt x="69" y="723"/>
                    <a:pt x="134" y="707"/>
                  </a:cubicBezTo>
                  <a:cubicBezTo>
                    <a:pt x="255" y="655"/>
                    <a:pt x="372" y="590"/>
                    <a:pt x="489" y="537"/>
                  </a:cubicBezTo>
                  <a:cubicBezTo>
                    <a:pt x="659" y="453"/>
                    <a:pt x="841" y="352"/>
                    <a:pt x="1043" y="287"/>
                  </a:cubicBezTo>
                  <a:cubicBezTo>
                    <a:pt x="1111" y="251"/>
                    <a:pt x="1180" y="218"/>
                    <a:pt x="1228" y="186"/>
                  </a:cubicBezTo>
                  <a:cubicBezTo>
                    <a:pt x="1366" y="133"/>
                    <a:pt x="1499" y="65"/>
                    <a:pt x="1632" y="32"/>
                  </a:cubicBezTo>
                  <a:lnTo>
                    <a:pt x="1632" y="16"/>
                  </a:lnTo>
                  <a:cubicBezTo>
                    <a:pt x="1632" y="16"/>
                    <a:pt x="1632" y="0"/>
                    <a:pt x="1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0">
              <a:extLst>
                <a:ext uri="{FF2B5EF4-FFF2-40B4-BE49-F238E27FC236}">
                  <a16:creationId xmlns:a16="http://schemas.microsoft.com/office/drawing/2014/main" id="{8949B45D-1A0A-F5F5-FC0B-56F27BE2B9D2}"/>
                </a:ext>
              </a:extLst>
            </p:cNvPr>
            <p:cNvSpPr/>
            <p:nvPr/>
          </p:nvSpPr>
          <p:spPr>
            <a:xfrm>
              <a:off x="985431" y="2224876"/>
              <a:ext cx="4867" cy="87108"/>
            </a:xfrm>
            <a:custGeom>
              <a:avLst/>
              <a:gdLst/>
              <a:ahLst/>
              <a:cxnLst/>
              <a:rect l="l" t="t" r="r" b="b"/>
              <a:pathLst>
                <a:path w="49" h="877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0"/>
                    <a:pt x="16" y="303"/>
                    <a:pt x="0" y="453"/>
                  </a:cubicBezTo>
                  <a:lnTo>
                    <a:pt x="0" y="723"/>
                  </a:lnTo>
                  <a:lnTo>
                    <a:pt x="0" y="756"/>
                  </a:lnTo>
                  <a:cubicBezTo>
                    <a:pt x="0" y="792"/>
                    <a:pt x="0" y="841"/>
                    <a:pt x="32" y="877"/>
                  </a:cubicBezTo>
                  <a:lnTo>
                    <a:pt x="49" y="877"/>
                  </a:lnTo>
                  <a:lnTo>
                    <a:pt x="49" y="857"/>
                  </a:lnTo>
                  <a:cubicBezTo>
                    <a:pt x="32" y="824"/>
                    <a:pt x="32" y="792"/>
                    <a:pt x="32" y="756"/>
                  </a:cubicBezTo>
                  <a:lnTo>
                    <a:pt x="32" y="723"/>
                  </a:lnTo>
                  <a:lnTo>
                    <a:pt x="32" y="453"/>
                  </a:lnTo>
                  <a:cubicBezTo>
                    <a:pt x="32" y="303"/>
                    <a:pt x="32" y="150"/>
                    <a:pt x="16" y="17"/>
                  </a:cubicBezTo>
                  <a:cubicBezTo>
                    <a:pt x="16" y="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0">
              <a:extLst>
                <a:ext uri="{FF2B5EF4-FFF2-40B4-BE49-F238E27FC236}">
                  <a16:creationId xmlns:a16="http://schemas.microsoft.com/office/drawing/2014/main" id="{EAFECFA7-37C1-9C1F-AFC3-868EFC884A0D}"/>
                </a:ext>
              </a:extLst>
            </p:cNvPr>
            <p:cNvSpPr/>
            <p:nvPr/>
          </p:nvSpPr>
          <p:spPr>
            <a:xfrm>
              <a:off x="2080390" y="3329867"/>
              <a:ext cx="108860" cy="148988"/>
            </a:xfrm>
            <a:custGeom>
              <a:avLst/>
              <a:gdLst/>
              <a:ahLst/>
              <a:cxnLst/>
              <a:rect l="l" t="t" r="r" b="b"/>
              <a:pathLst>
                <a:path w="1096" h="1500" extrusionOk="0">
                  <a:moveTo>
                    <a:pt x="0" y="1"/>
                  </a:moveTo>
                  <a:cubicBezTo>
                    <a:pt x="17" y="102"/>
                    <a:pt x="65" y="170"/>
                    <a:pt x="134" y="219"/>
                  </a:cubicBezTo>
                  <a:cubicBezTo>
                    <a:pt x="150" y="255"/>
                    <a:pt x="166" y="271"/>
                    <a:pt x="186" y="287"/>
                  </a:cubicBezTo>
                  <a:cubicBezTo>
                    <a:pt x="267" y="388"/>
                    <a:pt x="336" y="473"/>
                    <a:pt x="420" y="574"/>
                  </a:cubicBezTo>
                  <a:cubicBezTo>
                    <a:pt x="570" y="776"/>
                    <a:pt x="740" y="994"/>
                    <a:pt x="925" y="1196"/>
                  </a:cubicBezTo>
                  <a:cubicBezTo>
                    <a:pt x="1010" y="1297"/>
                    <a:pt x="1059" y="1366"/>
                    <a:pt x="1010" y="1483"/>
                  </a:cubicBezTo>
                  <a:lnTo>
                    <a:pt x="1010" y="1499"/>
                  </a:lnTo>
                  <a:lnTo>
                    <a:pt x="1026" y="1499"/>
                  </a:lnTo>
                  <a:cubicBezTo>
                    <a:pt x="1095" y="1366"/>
                    <a:pt x="1026" y="1265"/>
                    <a:pt x="942" y="1180"/>
                  </a:cubicBezTo>
                  <a:cubicBezTo>
                    <a:pt x="756" y="978"/>
                    <a:pt x="606" y="760"/>
                    <a:pt x="437" y="558"/>
                  </a:cubicBezTo>
                  <a:cubicBezTo>
                    <a:pt x="352" y="457"/>
                    <a:pt x="287" y="372"/>
                    <a:pt x="202" y="271"/>
                  </a:cubicBezTo>
                  <a:cubicBezTo>
                    <a:pt x="186" y="255"/>
                    <a:pt x="166" y="219"/>
                    <a:pt x="150" y="203"/>
                  </a:cubicBezTo>
                  <a:cubicBezTo>
                    <a:pt x="85" y="154"/>
                    <a:pt x="33" y="102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0">
              <a:extLst>
                <a:ext uri="{FF2B5EF4-FFF2-40B4-BE49-F238E27FC236}">
                  <a16:creationId xmlns:a16="http://schemas.microsoft.com/office/drawing/2014/main" id="{FE2E2BD7-B2C6-EE8C-4981-188EC2BACFB3}"/>
                </a:ext>
              </a:extLst>
            </p:cNvPr>
            <p:cNvSpPr/>
            <p:nvPr/>
          </p:nvSpPr>
          <p:spPr>
            <a:xfrm>
              <a:off x="1088928" y="3702633"/>
              <a:ext cx="4867" cy="31784"/>
            </a:xfrm>
            <a:custGeom>
              <a:avLst/>
              <a:gdLst/>
              <a:ahLst/>
              <a:cxnLst/>
              <a:rect l="l" t="t" r="r" b="b"/>
              <a:pathLst>
                <a:path w="49" h="320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85"/>
                    <a:pt x="16" y="154"/>
                    <a:pt x="16" y="202"/>
                  </a:cubicBezTo>
                  <a:lnTo>
                    <a:pt x="16" y="303"/>
                  </a:lnTo>
                  <a:cubicBezTo>
                    <a:pt x="16" y="320"/>
                    <a:pt x="16" y="320"/>
                    <a:pt x="33" y="320"/>
                  </a:cubicBezTo>
                  <a:cubicBezTo>
                    <a:pt x="33" y="320"/>
                    <a:pt x="49" y="320"/>
                    <a:pt x="49" y="303"/>
                  </a:cubicBezTo>
                  <a:cubicBezTo>
                    <a:pt x="33" y="271"/>
                    <a:pt x="49" y="239"/>
                    <a:pt x="49" y="202"/>
                  </a:cubicBezTo>
                  <a:cubicBezTo>
                    <a:pt x="49" y="138"/>
                    <a:pt x="49" y="69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0">
              <a:extLst>
                <a:ext uri="{FF2B5EF4-FFF2-40B4-BE49-F238E27FC236}">
                  <a16:creationId xmlns:a16="http://schemas.microsoft.com/office/drawing/2014/main" id="{9B85227D-B420-74E5-C5CB-070AA13C4517}"/>
                </a:ext>
              </a:extLst>
            </p:cNvPr>
            <p:cNvSpPr/>
            <p:nvPr/>
          </p:nvSpPr>
          <p:spPr>
            <a:xfrm>
              <a:off x="1411536" y="2723190"/>
              <a:ext cx="63469" cy="160609"/>
            </a:xfrm>
            <a:custGeom>
              <a:avLst/>
              <a:gdLst/>
              <a:ahLst/>
              <a:cxnLst/>
              <a:rect l="l" t="t" r="r" b="b"/>
              <a:pathLst>
                <a:path w="639" h="1617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81"/>
                    <a:pt x="69" y="134"/>
                    <a:pt x="117" y="166"/>
                  </a:cubicBezTo>
                  <a:cubicBezTo>
                    <a:pt x="154" y="203"/>
                    <a:pt x="186" y="219"/>
                    <a:pt x="202" y="251"/>
                  </a:cubicBezTo>
                  <a:cubicBezTo>
                    <a:pt x="218" y="267"/>
                    <a:pt x="218" y="283"/>
                    <a:pt x="235" y="304"/>
                  </a:cubicBezTo>
                  <a:cubicBezTo>
                    <a:pt x="303" y="384"/>
                    <a:pt x="372" y="485"/>
                    <a:pt x="473" y="554"/>
                  </a:cubicBezTo>
                  <a:cubicBezTo>
                    <a:pt x="574" y="655"/>
                    <a:pt x="622" y="756"/>
                    <a:pt x="606" y="910"/>
                  </a:cubicBezTo>
                  <a:lnTo>
                    <a:pt x="606" y="1314"/>
                  </a:lnTo>
                  <a:lnTo>
                    <a:pt x="606" y="1447"/>
                  </a:lnTo>
                  <a:lnTo>
                    <a:pt x="606" y="1463"/>
                  </a:lnTo>
                  <a:cubicBezTo>
                    <a:pt x="606" y="1516"/>
                    <a:pt x="606" y="1548"/>
                    <a:pt x="574" y="1596"/>
                  </a:cubicBezTo>
                  <a:cubicBezTo>
                    <a:pt x="574" y="1596"/>
                    <a:pt x="574" y="1617"/>
                    <a:pt x="590" y="1617"/>
                  </a:cubicBezTo>
                  <a:lnTo>
                    <a:pt x="606" y="1617"/>
                  </a:lnTo>
                  <a:cubicBezTo>
                    <a:pt x="638" y="1564"/>
                    <a:pt x="638" y="1516"/>
                    <a:pt x="638" y="1463"/>
                  </a:cubicBezTo>
                  <a:lnTo>
                    <a:pt x="638" y="1447"/>
                  </a:lnTo>
                  <a:cubicBezTo>
                    <a:pt x="638" y="1415"/>
                    <a:pt x="622" y="1362"/>
                    <a:pt x="622" y="1314"/>
                  </a:cubicBezTo>
                  <a:cubicBezTo>
                    <a:pt x="622" y="1176"/>
                    <a:pt x="622" y="1043"/>
                    <a:pt x="638" y="910"/>
                  </a:cubicBezTo>
                  <a:cubicBezTo>
                    <a:pt x="638" y="756"/>
                    <a:pt x="590" y="639"/>
                    <a:pt x="489" y="538"/>
                  </a:cubicBezTo>
                  <a:cubicBezTo>
                    <a:pt x="404" y="453"/>
                    <a:pt x="319" y="368"/>
                    <a:pt x="255" y="283"/>
                  </a:cubicBezTo>
                  <a:cubicBezTo>
                    <a:pt x="255" y="267"/>
                    <a:pt x="235" y="251"/>
                    <a:pt x="218" y="235"/>
                  </a:cubicBezTo>
                  <a:cubicBezTo>
                    <a:pt x="202" y="203"/>
                    <a:pt x="170" y="166"/>
                    <a:pt x="134" y="150"/>
                  </a:cubicBezTo>
                  <a:cubicBezTo>
                    <a:pt x="85" y="118"/>
                    <a:pt x="33" y="65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0">
              <a:extLst>
                <a:ext uri="{FF2B5EF4-FFF2-40B4-BE49-F238E27FC236}">
                  <a16:creationId xmlns:a16="http://schemas.microsoft.com/office/drawing/2014/main" id="{BB6EF127-3BE8-A041-3B65-262FD44AEFA3}"/>
                </a:ext>
              </a:extLst>
            </p:cNvPr>
            <p:cNvSpPr/>
            <p:nvPr/>
          </p:nvSpPr>
          <p:spPr>
            <a:xfrm>
              <a:off x="1719245" y="1631409"/>
              <a:ext cx="8542" cy="76778"/>
            </a:xfrm>
            <a:custGeom>
              <a:avLst/>
              <a:gdLst/>
              <a:ahLst/>
              <a:cxnLst/>
              <a:rect l="l" t="t" r="r" b="b"/>
              <a:pathLst>
                <a:path w="86" h="773" extrusionOk="0">
                  <a:moveTo>
                    <a:pt x="65" y="1"/>
                  </a:moveTo>
                  <a:cubicBezTo>
                    <a:pt x="17" y="33"/>
                    <a:pt x="17" y="65"/>
                    <a:pt x="17" y="118"/>
                  </a:cubicBezTo>
                  <a:lnTo>
                    <a:pt x="17" y="134"/>
                  </a:lnTo>
                  <a:lnTo>
                    <a:pt x="17" y="607"/>
                  </a:lnTo>
                  <a:lnTo>
                    <a:pt x="17" y="623"/>
                  </a:lnTo>
                  <a:cubicBezTo>
                    <a:pt x="17" y="671"/>
                    <a:pt x="17" y="708"/>
                    <a:pt x="1" y="756"/>
                  </a:cubicBezTo>
                  <a:lnTo>
                    <a:pt x="1" y="772"/>
                  </a:lnTo>
                  <a:lnTo>
                    <a:pt x="17" y="772"/>
                  </a:lnTo>
                  <a:cubicBezTo>
                    <a:pt x="49" y="724"/>
                    <a:pt x="49" y="671"/>
                    <a:pt x="49" y="623"/>
                  </a:cubicBezTo>
                  <a:lnTo>
                    <a:pt x="49" y="607"/>
                  </a:lnTo>
                  <a:lnTo>
                    <a:pt x="49" y="134"/>
                  </a:lnTo>
                  <a:lnTo>
                    <a:pt x="49" y="118"/>
                  </a:lnTo>
                  <a:cubicBezTo>
                    <a:pt x="49" y="65"/>
                    <a:pt x="49" y="49"/>
                    <a:pt x="85" y="33"/>
                  </a:cubicBezTo>
                  <a:lnTo>
                    <a:pt x="85" y="17"/>
                  </a:lnTo>
                  <a:cubicBezTo>
                    <a:pt x="85" y="1"/>
                    <a:pt x="85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0">
              <a:extLst>
                <a:ext uri="{FF2B5EF4-FFF2-40B4-BE49-F238E27FC236}">
                  <a16:creationId xmlns:a16="http://schemas.microsoft.com/office/drawing/2014/main" id="{6B3995AE-1E1F-363F-184F-790BF0B7FA80}"/>
                </a:ext>
              </a:extLst>
            </p:cNvPr>
            <p:cNvSpPr/>
            <p:nvPr/>
          </p:nvSpPr>
          <p:spPr>
            <a:xfrm>
              <a:off x="1923059" y="2265003"/>
              <a:ext cx="140545" cy="312675"/>
            </a:xfrm>
            <a:custGeom>
              <a:avLst/>
              <a:gdLst/>
              <a:ahLst/>
              <a:cxnLst/>
              <a:rect l="l" t="t" r="r" b="b"/>
              <a:pathLst>
                <a:path w="1415" h="3148" extrusionOk="0">
                  <a:moveTo>
                    <a:pt x="69" y="0"/>
                  </a:moveTo>
                  <a:cubicBezTo>
                    <a:pt x="53" y="0"/>
                    <a:pt x="53" y="0"/>
                    <a:pt x="53" y="17"/>
                  </a:cubicBezTo>
                  <a:cubicBezTo>
                    <a:pt x="1" y="150"/>
                    <a:pt x="1" y="271"/>
                    <a:pt x="118" y="404"/>
                  </a:cubicBezTo>
                  <a:cubicBezTo>
                    <a:pt x="219" y="538"/>
                    <a:pt x="288" y="675"/>
                    <a:pt x="372" y="824"/>
                  </a:cubicBezTo>
                  <a:cubicBezTo>
                    <a:pt x="405" y="877"/>
                    <a:pt x="437" y="942"/>
                    <a:pt x="490" y="1010"/>
                  </a:cubicBezTo>
                  <a:cubicBezTo>
                    <a:pt x="659" y="1313"/>
                    <a:pt x="841" y="1600"/>
                    <a:pt x="1027" y="1903"/>
                  </a:cubicBezTo>
                  <a:lnTo>
                    <a:pt x="1043" y="1935"/>
                  </a:lnTo>
                  <a:cubicBezTo>
                    <a:pt x="1112" y="2036"/>
                    <a:pt x="1180" y="2154"/>
                    <a:pt x="1245" y="2254"/>
                  </a:cubicBezTo>
                  <a:cubicBezTo>
                    <a:pt x="1265" y="2271"/>
                    <a:pt x="1265" y="2291"/>
                    <a:pt x="1265" y="2307"/>
                  </a:cubicBezTo>
                  <a:lnTo>
                    <a:pt x="1265" y="2541"/>
                  </a:lnTo>
                  <a:cubicBezTo>
                    <a:pt x="1265" y="2658"/>
                    <a:pt x="1265" y="2759"/>
                    <a:pt x="1245" y="2877"/>
                  </a:cubicBezTo>
                  <a:cubicBezTo>
                    <a:pt x="1229" y="2978"/>
                    <a:pt x="1281" y="3079"/>
                    <a:pt x="1399" y="3147"/>
                  </a:cubicBezTo>
                  <a:lnTo>
                    <a:pt x="1415" y="3147"/>
                  </a:lnTo>
                  <a:cubicBezTo>
                    <a:pt x="1415" y="3131"/>
                    <a:pt x="1415" y="3131"/>
                    <a:pt x="1399" y="3131"/>
                  </a:cubicBezTo>
                  <a:cubicBezTo>
                    <a:pt x="1298" y="3062"/>
                    <a:pt x="1245" y="2961"/>
                    <a:pt x="1265" y="2877"/>
                  </a:cubicBezTo>
                  <a:cubicBezTo>
                    <a:pt x="1298" y="2759"/>
                    <a:pt x="1298" y="2658"/>
                    <a:pt x="1281" y="2541"/>
                  </a:cubicBezTo>
                  <a:cubicBezTo>
                    <a:pt x="1281" y="2473"/>
                    <a:pt x="1281" y="2392"/>
                    <a:pt x="1298" y="2307"/>
                  </a:cubicBezTo>
                  <a:cubicBezTo>
                    <a:pt x="1298" y="2291"/>
                    <a:pt x="1281" y="2254"/>
                    <a:pt x="1265" y="2238"/>
                  </a:cubicBezTo>
                  <a:cubicBezTo>
                    <a:pt x="1197" y="2137"/>
                    <a:pt x="1128" y="2036"/>
                    <a:pt x="1079" y="1919"/>
                  </a:cubicBezTo>
                  <a:lnTo>
                    <a:pt x="1043" y="1887"/>
                  </a:lnTo>
                  <a:cubicBezTo>
                    <a:pt x="861" y="1584"/>
                    <a:pt x="692" y="1297"/>
                    <a:pt x="506" y="994"/>
                  </a:cubicBezTo>
                  <a:cubicBezTo>
                    <a:pt x="473" y="925"/>
                    <a:pt x="437" y="877"/>
                    <a:pt x="389" y="808"/>
                  </a:cubicBezTo>
                  <a:cubicBezTo>
                    <a:pt x="320" y="655"/>
                    <a:pt x="235" y="521"/>
                    <a:pt x="134" y="388"/>
                  </a:cubicBezTo>
                  <a:cubicBezTo>
                    <a:pt x="33" y="271"/>
                    <a:pt x="33" y="150"/>
                    <a:pt x="69" y="17"/>
                  </a:cubicBezTo>
                  <a:cubicBezTo>
                    <a:pt x="86" y="17"/>
                    <a:pt x="69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0">
              <a:extLst>
                <a:ext uri="{FF2B5EF4-FFF2-40B4-BE49-F238E27FC236}">
                  <a16:creationId xmlns:a16="http://schemas.microsoft.com/office/drawing/2014/main" id="{9EFBD979-1FE3-5DFF-B786-63A7FD3CC799}"/>
                </a:ext>
              </a:extLst>
            </p:cNvPr>
            <p:cNvSpPr/>
            <p:nvPr/>
          </p:nvSpPr>
          <p:spPr>
            <a:xfrm>
              <a:off x="851343" y="2432267"/>
              <a:ext cx="358067" cy="274137"/>
            </a:xfrm>
            <a:custGeom>
              <a:avLst/>
              <a:gdLst/>
              <a:ahLst/>
              <a:cxnLst/>
              <a:rect l="l" t="t" r="r" b="b"/>
              <a:pathLst>
                <a:path w="3605" h="2760" extrusionOk="0">
                  <a:moveTo>
                    <a:pt x="3604" y="1"/>
                  </a:moveTo>
                  <a:cubicBezTo>
                    <a:pt x="3588" y="1"/>
                    <a:pt x="3588" y="17"/>
                    <a:pt x="3588" y="17"/>
                  </a:cubicBezTo>
                  <a:lnTo>
                    <a:pt x="3588" y="639"/>
                  </a:lnTo>
                  <a:lnTo>
                    <a:pt x="3588" y="1092"/>
                  </a:lnTo>
                  <a:cubicBezTo>
                    <a:pt x="3588" y="1160"/>
                    <a:pt x="3588" y="1193"/>
                    <a:pt x="3487" y="1229"/>
                  </a:cubicBezTo>
                  <a:cubicBezTo>
                    <a:pt x="3301" y="1294"/>
                    <a:pt x="3115" y="1378"/>
                    <a:pt x="2946" y="1463"/>
                  </a:cubicBezTo>
                  <a:cubicBezTo>
                    <a:pt x="2845" y="1496"/>
                    <a:pt x="2764" y="1548"/>
                    <a:pt x="2663" y="1580"/>
                  </a:cubicBezTo>
                  <a:cubicBezTo>
                    <a:pt x="2376" y="1718"/>
                    <a:pt x="2089" y="1835"/>
                    <a:pt x="1803" y="1952"/>
                  </a:cubicBezTo>
                  <a:cubicBezTo>
                    <a:pt x="1516" y="2085"/>
                    <a:pt x="1213" y="2203"/>
                    <a:pt x="910" y="2340"/>
                  </a:cubicBezTo>
                  <a:cubicBezTo>
                    <a:pt x="659" y="2441"/>
                    <a:pt x="405" y="2558"/>
                    <a:pt x="154" y="2675"/>
                  </a:cubicBezTo>
                  <a:lnTo>
                    <a:pt x="102" y="2675"/>
                  </a:lnTo>
                  <a:cubicBezTo>
                    <a:pt x="70" y="2691"/>
                    <a:pt x="37" y="2691"/>
                    <a:pt x="1" y="2744"/>
                  </a:cubicBezTo>
                  <a:cubicBezTo>
                    <a:pt x="1" y="2744"/>
                    <a:pt x="1" y="2760"/>
                    <a:pt x="17" y="2760"/>
                  </a:cubicBezTo>
                  <a:lnTo>
                    <a:pt x="37" y="2760"/>
                  </a:lnTo>
                  <a:cubicBezTo>
                    <a:pt x="53" y="2728"/>
                    <a:pt x="70" y="2707"/>
                    <a:pt x="118" y="2707"/>
                  </a:cubicBezTo>
                  <a:cubicBezTo>
                    <a:pt x="138" y="2707"/>
                    <a:pt x="154" y="2707"/>
                    <a:pt x="171" y="2691"/>
                  </a:cubicBezTo>
                  <a:cubicBezTo>
                    <a:pt x="405" y="2590"/>
                    <a:pt x="659" y="2473"/>
                    <a:pt x="926" y="2356"/>
                  </a:cubicBezTo>
                  <a:cubicBezTo>
                    <a:pt x="1229" y="2223"/>
                    <a:pt x="1516" y="2102"/>
                    <a:pt x="1819" y="1984"/>
                  </a:cubicBezTo>
                  <a:cubicBezTo>
                    <a:pt x="2106" y="1851"/>
                    <a:pt x="2392" y="1734"/>
                    <a:pt x="2679" y="1617"/>
                  </a:cubicBezTo>
                  <a:cubicBezTo>
                    <a:pt x="2764" y="1564"/>
                    <a:pt x="2865" y="1532"/>
                    <a:pt x="2946" y="1479"/>
                  </a:cubicBezTo>
                  <a:cubicBezTo>
                    <a:pt x="3132" y="1415"/>
                    <a:pt x="3317" y="1330"/>
                    <a:pt x="3503" y="1261"/>
                  </a:cubicBezTo>
                  <a:cubicBezTo>
                    <a:pt x="3604" y="1213"/>
                    <a:pt x="3604" y="1160"/>
                    <a:pt x="3604" y="1092"/>
                  </a:cubicBezTo>
                  <a:lnTo>
                    <a:pt x="3604" y="639"/>
                  </a:lnTo>
                  <a:lnTo>
                    <a:pt x="3604" y="17"/>
                  </a:ln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0">
              <a:extLst>
                <a:ext uri="{FF2B5EF4-FFF2-40B4-BE49-F238E27FC236}">
                  <a16:creationId xmlns:a16="http://schemas.microsoft.com/office/drawing/2014/main" id="{D88C808E-E708-03AE-2526-116CFE4DBD57}"/>
                </a:ext>
              </a:extLst>
            </p:cNvPr>
            <p:cNvSpPr/>
            <p:nvPr/>
          </p:nvSpPr>
          <p:spPr>
            <a:xfrm>
              <a:off x="931597" y="3084335"/>
              <a:ext cx="5364" cy="91975"/>
            </a:xfrm>
            <a:custGeom>
              <a:avLst/>
              <a:gdLst/>
              <a:ahLst/>
              <a:cxnLst/>
              <a:rect l="l" t="t" r="r" b="b"/>
              <a:pathLst>
                <a:path w="54" h="926" extrusionOk="0">
                  <a:moveTo>
                    <a:pt x="37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17" y="202"/>
                  </a:lnTo>
                  <a:cubicBezTo>
                    <a:pt x="17" y="368"/>
                    <a:pt x="1" y="538"/>
                    <a:pt x="1" y="707"/>
                  </a:cubicBezTo>
                  <a:lnTo>
                    <a:pt x="1" y="756"/>
                  </a:lnTo>
                  <a:cubicBezTo>
                    <a:pt x="1" y="808"/>
                    <a:pt x="1" y="873"/>
                    <a:pt x="37" y="925"/>
                  </a:cubicBezTo>
                  <a:lnTo>
                    <a:pt x="53" y="925"/>
                  </a:lnTo>
                  <a:lnTo>
                    <a:pt x="53" y="909"/>
                  </a:lnTo>
                  <a:cubicBezTo>
                    <a:pt x="17" y="857"/>
                    <a:pt x="37" y="808"/>
                    <a:pt x="37" y="756"/>
                  </a:cubicBezTo>
                  <a:lnTo>
                    <a:pt x="37" y="707"/>
                  </a:lnTo>
                  <a:lnTo>
                    <a:pt x="37" y="202"/>
                  </a:lnTo>
                  <a:cubicBezTo>
                    <a:pt x="37" y="134"/>
                    <a:pt x="53" y="65"/>
                    <a:pt x="53" y="17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0">
              <a:extLst>
                <a:ext uri="{FF2B5EF4-FFF2-40B4-BE49-F238E27FC236}">
                  <a16:creationId xmlns:a16="http://schemas.microsoft.com/office/drawing/2014/main" id="{38A429C6-DD2A-FC9E-0585-D03D4CCE4577}"/>
                </a:ext>
              </a:extLst>
            </p:cNvPr>
            <p:cNvSpPr/>
            <p:nvPr/>
          </p:nvSpPr>
          <p:spPr>
            <a:xfrm>
              <a:off x="2080390" y="2649391"/>
              <a:ext cx="108860" cy="250895"/>
            </a:xfrm>
            <a:custGeom>
              <a:avLst/>
              <a:gdLst/>
              <a:ahLst/>
              <a:cxnLst/>
              <a:rect l="l" t="t" r="r" b="b"/>
              <a:pathLst>
                <a:path w="1096" h="2526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33" y="118"/>
                    <a:pt x="65" y="186"/>
                    <a:pt x="117" y="255"/>
                  </a:cubicBezTo>
                  <a:cubicBezTo>
                    <a:pt x="134" y="271"/>
                    <a:pt x="150" y="287"/>
                    <a:pt x="166" y="320"/>
                  </a:cubicBezTo>
                  <a:cubicBezTo>
                    <a:pt x="235" y="420"/>
                    <a:pt x="303" y="542"/>
                    <a:pt x="368" y="643"/>
                  </a:cubicBezTo>
                  <a:cubicBezTo>
                    <a:pt x="505" y="861"/>
                    <a:pt x="655" y="1079"/>
                    <a:pt x="792" y="1297"/>
                  </a:cubicBezTo>
                  <a:cubicBezTo>
                    <a:pt x="808" y="1350"/>
                    <a:pt x="841" y="1398"/>
                    <a:pt x="873" y="1430"/>
                  </a:cubicBezTo>
                  <a:cubicBezTo>
                    <a:pt x="974" y="1552"/>
                    <a:pt x="1075" y="1685"/>
                    <a:pt x="1026" y="1855"/>
                  </a:cubicBezTo>
                  <a:cubicBezTo>
                    <a:pt x="1010" y="1871"/>
                    <a:pt x="1026" y="1871"/>
                    <a:pt x="1026" y="1871"/>
                  </a:cubicBezTo>
                  <a:lnTo>
                    <a:pt x="1026" y="1903"/>
                  </a:lnTo>
                  <a:cubicBezTo>
                    <a:pt x="1043" y="2105"/>
                    <a:pt x="1059" y="2307"/>
                    <a:pt x="1010" y="2509"/>
                  </a:cubicBezTo>
                  <a:lnTo>
                    <a:pt x="1010" y="2525"/>
                  </a:lnTo>
                  <a:lnTo>
                    <a:pt x="1026" y="2525"/>
                  </a:lnTo>
                  <a:cubicBezTo>
                    <a:pt x="1075" y="2307"/>
                    <a:pt x="1059" y="2105"/>
                    <a:pt x="1043" y="1887"/>
                  </a:cubicBezTo>
                  <a:lnTo>
                    <a:pt x="1043" y="1871"/>
                  </a:lnTo>
                  <a:cubicBezTo>
                    <a:pt x="1095" y="1669"/>
                    <a:pt x="994" y="1552"/>
                    <a:pt x="909" y="1414"/>
                  </a:cubicBezTo>
                  <a:cubicBezTo>
                    <a:pt x="873" y="1382"/>
                    <a:pt x="841" y="1329"/>
                    <a:pt x="808" y="1297"/>
                  </a:cubicBezTo>
                  <a:cubicBezTo>
                    <a:pt x="671" y="1063"/>
                    <a:pt x="538" y="845"/>
                    <a:pt x="404" y="622"/>
                  </a:cubicBezTo>
                  <a:cubicBezTo>
                    <a:pt x="319" y="521"/>
                    <a:pt x="251" y="404"/>
                    <a:pt x="186" y="303"/>
                  </a:cubicBezTo>
                  <a:cubicBezTo>
                    <a:pt x="166" y="287"/>
                    <a:pt x="150" y="255"/>
                    <a:pt x="150" y="239"/>
                  </a:cubicBezTo>
                  <a:cubicBezTo>
                    <a:pt x="101" y="170"/>
                    <a:pt x="49" y="101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0">
              <a:extLst>
                <a:ext uri="{FF2B5EF4-FFF2-40B4-BE49-F238E27FC236}">
                  <a16:creationId xmlns:a16="http://schemas.microsoft.com/office/drawing/2014/main" id="{A7151D67-7958-11CA-85A8-D9204FD7DF73}"/>
                </a:ext>
              </a:extLst>
            </p:cNvPr>
            <p:cNvSpPr/>
            <p:nvPr/>
          </p:nvSpPr>
          <p:spPr>
            <a:xfrm>
              <a:off x="1737719" y="2771362"/>
              <a:ext cx="172230" cy="311086"/>
            </a:xfrm>
            <a:custGeom>
              <a:avLst/>
              <a:gdLst/>
              <a:ahLst/>
              <a:cxnLst/>
              <a:rect l="l" t="t" r="r" b="b"/>
              <a:pathLst>
                <a:path w="1734" h="3132" extrusionOk="0">
                  <a:moveTo>
                    <a:pt x="65" y="0"/>
                  </a:moveTo>
                  <a:cubicBezTo>
                    <a:pt x="0" y="101"/>
                    <a:pt x="0" y="202"/>
                    <a:pt x="81" y="303"/>
                  </a:cubicBezTo>
                  <a:cubicBezTo>
                    <a:pt x="182" y="425"/>
                    <a:pt x="283" y="558"/>
                    <a:pt x="384" y="675"/>
                  </a:cubicBezTo>
                  <a:cubicBezTo>
                    <a:pt x="437" y="760"/>
                    <a:pt x="505" y="845"/>
                    <a:pt x="570" y="909"/>
                  </a:cubicBezTo>
                  <a:cubicBezTo>
                    <a:pt x="707" y="1079"/>
                    <a:pt x="841" y="1265"/>
                    <a:pt x="974" y="1435"/>
                  </a:cubicBezTo>
                  <a:cubicBezTo>
                    <a:pt x="1111" y="1600"/>
                    <a:pt x="1229" y="1770"/>
                    <a:pt x="1362" y="1939"/>
                  </a:cubicBezTo>
                  <a:cubicBezTo>
                    <a:pt x="1431" y="2020"/>
                    <a:pt x="1495" y="2121"/>
                    <a:pt x="1479" y="2259"/>
                  </a:cubicBezTo>
                  <a:lnTo>
                    <a:pt x="1479" y="2444"/>
                  </a:lnTo>
                  <a:cubicBezTo>
                    <a:pt x="1479" y="2525"/>
                    <a:pt x="1479" y="2610"/>
                    <a:pt x="1463" y="2695"/>
                  </a:cubicBezTo>
                  <a:cubicBezTo>
                    <a:pt x="1447" y="2747"/>
                    <a:pt x="1479" y="2796"/>
                    <a:pt x="1515" y="2848"/>
                  </a:cubicBezTo>
                  <a:lnTo>
                    <a:pt x="1532" y="2848"/>
                  </a:lnTo>
                  <a:cubicBezTo>
                    <a:pt x="1548" y="2865"/>
                    <a:pt x="1564" y="2881"/>
                    <a:pt x="1580" y="2897"/>
                  </a:cubicBezTo>
                  <a:cubicBezTo>
                    <a:pt x="1632" y="2966"/>
                    <a:pt x="1697" y="3030"/>
                    <a:pt x="1697" y="3115"/>
                  </a:cubicBezTo>
                  <a:cubicBezTo>
                    <a:pt x="1697" y="3131"/>
                    <a:pt x="1697" y="3131"/>
                    <a:pt x="1717" y="3131"/>
                  </a:cubicBezTo>
                  <a:lnTo>
                    <a:pt x="1733" y="3115"/>
                  </a:lnTo>
                  <a:cubicBezTo>
                    <a:pt x="1717" y="3014"/>
                    <a:pt x="1649" y="2949"/>
                    <a:pt x="1596" y="2881"/>
                  </a:cubicBezTo>
                  <a:cubicBezTo>
                    <a:pt x="1580" y="2865"/>
                    <a:pt x="1564" y="2848"/>
                    <a:pt x="1548" y="2828"/>
                  </a:cubicBezTo>
                  <a:cubicBezTo>
                    <a:pt x="1515" y="2780"/>
                    <a:pt x="1479" y="2747"/>
                    <a:pt x="1479" y="2695"/>
                  </a:cubicBezTo>
                  <a:cubicBezTo>
                    <a:pt x="1515" y="2610"/>
                    <a:pt x="1515" y="2525"/>
                    <a:pt x="1515" y="2444"/>
                  </a:cubicBezTo>
                  <a:cubicBezTo>
                    <a:pt x="1515" y="2376"/>
                    <a:pt x="1495" y="2323"/>
                    <a:pt x="1515" y="2275"/>
                  </a:cubicBezTo>
                  <a:cubicBezTo>
                    <a:pt x="1532" y="2121"/>
                    <a:pt x="1463" y="2004"/>
                    <a:pt x="1378" y="1919"/>
                  </a:cubicBezTo>
                  <a:cubicBezTo>
                    <a:pt x="1261" y="1754"/>
                    <a:pt x="1128" y="1584"/>
                    <a:pt x="990" y="1414"/>
                  </a:cubicBezTo>
                  <a:cubicBezTo>
                    <a:pt x="857" y="1249"/>
                    <a:pt x="724" y="1063"/>
                    <a:pt x="586" y="893"/>
                  </a:cubicBezTo>
                  <a:cubicBezTo>
                    <a:pt x="522" y="829"/>
                    <a:pt x="469" y="744"/>
                    <a:pt x="404" y="659"/>
                  </a:cubicBezTo>
                  <a:cubicBezTo>
                    <a:pt x="320" y="542"/>
                    <a:pt x="219" y="404"/>
                    <a:pt x="101" y="287"/>
                  </a:cubicBezTo>
                  <a:cubicBezTo>
                    <a:pt x="33" y="202"/>
                    <a:pt x="17" y="101"/>
                    <a:pt x="81" y="21"/>
                  </a:cubicBezTo>
                  <a:lnTo>
                    <a:pt x="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0">
              <a:extLst>
                <a:ext uri="{FF2B5EF4-FFF2-40B4-BE49-F238E27FC236}">
                  <a16:creationId xmlns:a16="http://schemas.microsoft.com/office/drawing/2014/main" id="{70FEE9A8-89B7-0BC5-46E9-B32F509B3E0A}"/>
                </a:ext>
              </a:extLst>
            </p:cNvPr>
            <p:cNvSpPr/>
            <p:nvPr/>
          </p:nvSpPr>
          <p:spPr>
            <a:xfrm>
              <a:off x="1189246" y="176023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82"/>
                    <a:pt x="16" y="352"/>
                    <a:pt x="0" y="522"/>
                  </a:cubicBezTo>
                  <a:lnTo>
                    <a:pt x="0" y="841"/>
                  </a:lnTo>
                  <a:lnTo>
                    <a:pt x="0" y="889"/>
                  </a:lnTo>
                  <a:cubicBezTo>
                    <a:pt x="0" y="926"/>
                    <a:pt x="0" y="974"/>
                    <a:pt x="33" y="1010"/>
                  </a:cubicBezTo>
                  <a:lnTo>
                    <a:pt x="49" y="1010"/>
                  </a:lnTo>
                  <a:lnTo>
                    <a:pt x="49" y="990"/>
                  </a:lnTo>
                  <a:cubicBezTo>
                    <a:pt x="33" y="958"/>
                    <a:pt x="33" y="926"/>
                    <a:pt x="33" y="889"/>
                  </a:cubicBezTo>
                  <a:lnTo>
                    <a:pt x="33" y="841"/>
                  </a:lnTo>
                  <a:lnTo>
                    <a:pt x="33" y="522"/>
                  </a:lnTo>
                  <a:cubicBezTo>
                    <a:pt x="33" y="352"/>
                    <a:pt x="33" y="182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0">
              <a:extLst>
                <a:ext uri="{FF2B5EF4-FFF2-40B4-BE49-F238E27FC236}">
                  <a16:creationId xmlns:a16="http://schemas.microsoft.com/office/drawing/2014/main" id="{57FB1A8D-9B3A-F819-D3F6-BBFD041EDA93}"/>
                </a:ext>
              </a:extLst>
            </p:cNvPr>
            <p:cNvSpPr/>
            <p:nvPr/>
          </p:nvSpPr>
          <p:spPr>
            <a:xfrm>
              <a:off x="851343" y="2948657"/>
              <a:ext cx="358067" cy="259338"/>
            </a:xfrm>
            <a:custGeom>
              <a:avLst/>
              <a:gdLst/>
              <a:ahLst/>
              <a:cxnLst/>
              <a:rect l="l" t="t" r="r" b="b"/>
              <a:pathLst>
                <a:path w="3605" h="2611" extrusionOk="0">
                  <a:moveTo>
                    <a:pt x="3588" y="1"/>
                  </a:moveTo>
                  <a:cubicBezTo>
                    <a:pt x="3552" y="86"/>
                    <a:pt x="3552" y="187"/>
                    <a:pt x="3552" y="272"/>
                  </a:cubicBezTo>
                  <a:cubicBezTo>
                    <a:pt x="3552" y="288"/>
                    <a:pt x="3572" y="304"/>
                    <a:pt x="3572" y="336"/>
                  </a:cubicBezTo>
                  <a:lnTo>
                    <a:pt x="3572" y="760"/>
                  </a:lnTo>
                  <a:lnTo>
                    <a:pt x="3572" y="1213"/>
                  </a:lnTo>
                  <a:cubicBezTo>
                    <a:pt x="3572" y="1282"/>
                    <a:pt x="3536" y="1298"/>
                    <a:pt x="3487" y="1314"/>
                  </a:cubicBezTo>
                  <a:cubicBezTo>
                    <a:pt x="3301" y="1383"/>
                    <a:pt x="3099" y="1447"/>
                    <a:pt x="2913" y="1516"/>
                  </a:cubicBezTo>
                  <a:cubicBezTo>
                    <a:pt x="2764" y="1585"/>
                    <a:pt x="2610" y="1633"/>
                    <a:pt x="2461" y="1686"/>
                  </a:cubicBezTo>
                  <a:cubicBezTo>
                    <a:pt x="2275" y="1750"/>
                    <a:pt x="2089" y="1819"/>
                    <a:pt x="1904" y="1887"/>
                  </a:cubicBezTo>
                  <a:cubicBezTo>
                    <a:pt x="1819" y="1920"/>
                    <a:pt x="1718" y="1952"/>
                    <a:pt x="1617" y="2005"/>
                  </a:cubicBezTo>
                  <a:cubicBezTo>
                    <a:pt x="1128" y="2174"/>
                    <a:pt x="643" y="2356"/>
                    <a:pt x="171" y="2542"/>
                  </a:cubicBezTo>
                  <a:lnTo>
                    <a:pt x="17" y="2594"/>
                  </a:lnTo>
                  <a:cubicBezTo>
                    <a:pt x="1" y="2594"/>
                    <a:pt x="1" y="2594"/>
                    <a:pt x="1" y="2611"/>
                  </a:cubicBezTo>
                  <a:lnTo>
                    <a:pt x="17" y="2611"/>
                  </a:lnTo>
                  <a:lnTo>
                    <a:pt x="171" y="2558"/>
                  </a:lnTo>
                  <a:cubicBezTo>
                    <a:pt x="659" y="2376"/>
                    <a:pt x="1148" y="2207"/>
                    <a:pt x="1633" y="2021"/>
                  </a:cubicBezTo>
                  <a:cubicBezTo>
                    <a:pt x="1718" y="1988"/>
                    <a:pt x="1819" y="1952"/>
                    <a:pt x="1920" y="1920"/>
                  </a:cubicBezTo>
                  <a:cubicBezTo>
                    <a:pt x="2106" y="1851"/>
                    <a:pt x="2291" y="1770"/>
                    <a:pt x="2461" y="1718"/>
                  </a:cubicBezTo>
                  <a:cubicBezTo>
                    <a:pt x="2627" y="1649"/>
                    <a:pt x="2780" y="1601"/>
                    <a:pt x="2930" y="1548"/>
                  </a:cubicBezTo>
                  <a:cubicBezTo>
                    <a:pt x="3115" y="1484"/>
                    <a:pt x="3301" y="1415"/>
                    <a:pt x="3487" y="1346"/>
                  </a:cubicBezTo>
                  <a:cubicBezTo>
                    <a:pt x="3536" y="1330"/>
                    <a:pt x="3604" y="1298"/>
                    <a:pt x="3604" y="1213"/>
                  </a:cubicBezTo>
                  <a:cubicBezTo>
                    <a:pt x="3588" y="1063"/>
                    <a:pt x="3588" y="910"/>
                    <a:pt x="3588" y="760"/>
                  </a:cubicBezTo>
                  <a:cubicBezTo>
                    <a:pt x="3588" y="623"/>
                    <a:pt x="3604" y="474"/>
                    <a:pt x="3588" y="336"/>
                  </a:cubicBezTo>
                  <a:lnTo>
                    <a:pt x="3588" y="272"/>
                  </a:lnTo>
                  <a:cubicBezTo>
                    <a:pt x="3588" y="187"/>
                    <a:pt x="3572" y="102"/>
                    <a:pt x="3604" y="17"/>
                  </a:cubicBezTo>
                  <a:lnTo>
                    <a:pt x="36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0">
              <a:extLst>
                <a:ext uri="{FF2B5EF4-FFF2-40B4-BE49-F238E27FC236}">
                  <a16:creationId xmlns:a16="http://schemas.microsoft.com/office/drawing/2014/main" id="{E5FB51A0-EBE7-8607-D1EA-F6780F3F9443}"/>
                </a:ext>
              </a:extLst>
            </p:cNvPr>
            <p:cNvSpPr/>
            <p:nvPr/>
          </p:nvSpPr>
          <p:spPr>
            <a:xfrm>
              <a:off x="746257" y="3472795"/>
              <a:ext cx="3278" cy="87903"/>
            </a:xfrm>
            <a:custGeom>
              <a:avLst/>
              <a:gdLst/>
              <a:ahLst/>
              <a:cxnLst/>
              <a:rect l="l" t="t" r="r" b="b"/>
              <a:pathLst>
                <a:path w="33" h="885" extrusionOk="0">
                  <a:moveTo>
                    <a:pt x="12" y="1"/>
                  </a:moveTo>
                  <a:cubicBezTo>
                    <a:pt x="9" y="1"/>
                    <a:pt x="6" y="2"/>
                    <a:pt x="0" y="8"/>
                  </a:cubicBezTo>
                  <a:cubicBezTo>
                    <a:pt x="17" y="145"/>
                    <a:pt x="17" y="295"/>
                    <a:pt x="17" y="432"/>
                  </a:cubicBezTo>
                  <a:cubicBezTo>
                    <a:pt x="0" y="497"/>
                    <a:pt x="0" y="581"/>
                    <a:pt x="0" y="666"/>
                  </a:cubicBezTo>
                  <a:cubicBezTo>
                    <a:pt x="17" y="715"/>
                    <a:pt x="17" y="751"/>
                    <a:pt x="17" y="800"/>
                  </a:cubicBezTo>
                  <a:cubicBezTo>
                    <a:pt x="0" y="816"/>
                    <a:pt x="0" y="852"/>
                    <a:pt x="0" y="868"/>
                  </a:cubicBezTo>
                  <a:lnTo>
                    <a:pt x="17" y="884"/>
                  </a:lnTo>
                  <a:cubicBezTo>
                    <a:pt x="33" y="884"/>
                    <a:pt x="33" y="868"/>
                    <a:pt x="33" y="868"/>
                  </a:cubicBezTo>
                  <a:lnTo>
                    <a:pt x="33" y="800"/>
                  </a:lnTo>
                  <a:lnTo>
                    <a:pt x="33" y="666"/>
                  </a:lnTo>
                  <a:lnTo>
                    <a:pt x="33" y="432"/>
                  </a:lnTo>
                  <a:cubicBezTo>
                    <a:pt x="33" y="295"/>
                    <a:pt x="33" y="145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0">
              <a:extLst>
                <a:ext uri="{FF2B5EF4-FFF2-40B4-BE49-F238E27FC236}">
                  <a16:creationId xmlns:a16="http://schemas.microsoft.com/office/drawing/2014/main" id="{8FB6C1B1-166A-2DA3-8502-3B4956E0BD72}"/>
                </a:ext>
              </a:extLst>
            </p:cNvPr>
            <p:cNvSpPr/>
            <p:nvPr/>
          </p:nvSpPr>
          <p:spPr>
            <a:xfrm>
              <a:off x="749435" y="2667866"/>
              <a:ext cx="3377" cy="77076"/>
            </a:xfrm>
            <a:custGeom>
              <a:avLst/>
              <a:gdLst/>
              <a:ahLst/>
              <a:cxnLst/>
              <a:rect l="l" t="t" r="r" b="b"/>
              <a:pathLst>
                <a:path w="34" h="776" extrusionOk="0">
                  <a:moveTo>
                    <a:pt x="17" y="0"/>
                  </a:moveTo>
                  <a:cubicBezTo>
                    <a:pt x="1" y="0"/>
                    <a:pt x="1" y="0"/>
                    <a:pt x="1" y="16"/>
                  </a:cubicBezTo>
                  <a:lnTo>
                    <a:pt x="1" y="303"/>
                  </a:lnTo>
                  <a:cubicBezTo>
                    <a:pt x="1" y="457"/>
                    <a:pt x="1" y="606"/>
                    <a:pt x="17" y="776"/>
                  </a:cubicBezTo>
                  <a:lnTo>
                    <a:pt x="33" y="776"/>
                  </a:lnTo>
                  <a:cubicBezTo>
                    <a:pt x="17" y="606"/>
                    <a:pt x="17" y="457"/>
                    <a:pt x="33" y="303"/>
                  </a:cubicBezTo>
                  <a:lnTo>
                    <a:pt x="3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0">
              <a:extLst>
                <a:ext uri="{FF2B5EF4-FFF2-40B4-BE49-F238E27FC236}">
                  <a16:creationId xmlns:a16="http://schemas.microsoft.com/office/drawing/2014/main" id="{75C3A485-E445-C80C-6D6C-0964FE04BE42}"/>
                </a:ext>
              </a:extLst>
            </p:cNvPr>
            <p:cNvSpPr/>
            <p:nvPr/>
          </p:nvSpPr>
          <p:spPr>
            <a:xfrm>
              <a:off x="528735" y="2529009"/>
              <a:ext cx="110449" cy="55423"/>
            </a:xfrm>
            <a:custGeom>
              <a:avLst/>
              <a:gdLst/>
              <a:ahLst/>
              <a:cxnLst/>
              <a:rect l="l" t="t" r="r" b="b"/>
              <a:pathLst>
                <a:path w="1112" h="558" extrusionOk="0">
                  <a:moveTo>
                    <a:pt x="1096" y="0"/>
                  </a:moveTo>
                  <a:cubicBezTo>
                    <a:pt x="1043" y="53"/>
                    <a:pt x="995" y="69"/>
                    <a:pt x="942" y="101"/>
                  </a:cubicBezTo>
                  <a:cubicBezTo>
                    <a:pt x="910" y="101"/>
                    <a:pt x="894" y="118"/>
                    <a:pt x="861" y="118"/>
                  </a:cubicBezTo>
                  <a:lnTo>
                    <a:pt x="255" y="421"/>
                  </a:lnTo>
                  <a:cubicBezTo>
                    <a:pt x="171" y="457"/>
                    <a:pt x="102" y="489"/>
                    <a:pt x="17" y="542"/>
                  </a:cubicBezTo>
                  <a:cubicBezTo>
                    <a:pt x="17" y="542"/>
                    <a:pt x="1" y="542"/>
                    <a:pt x="17" y="558"/>
                  </a:cubicBezTo>
                  <a:lnTo>
                    <a:pt x="33" y="558"/>
                  </a:lnTo>
                  <a:cubicBezTo>
                    <a:pt x="102" y="522"/>
                    <a:pt x="187" y="489"/>
                    <a:pt x="255" y="441"/>
                  </a:cubicBezTo>
                  <a:cubicBezTo>
                    <a:pt x="457" y="356"/>
                    <a:pt x="676" y="255"/>
                    <a:pt x="878" y="154"/>
                  </a:cubicBezTo>
                  <a:cubicBezTo>
                    <a:pt x="910" y="138"/>
                    <a:pt x="926" y="138"/>
                    <a:pt x="962" y="118"/>
                  </a:cubicBezTo>
                  <a:cubicBezTo>
                    <a:pt x="1011" y="101"/>
                    <a:pt x="1063" y="69"/>
                    <a:pt x="1112" y="37"/>
                  </a:cubicBezTo>
                  <a:lnTo>
                    <a:pt x="1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0">
              <a:extLst>
                <a:ext uri="{FF2B5EF4-FFF2-40B4-BE49-F238E27FC236}">
                  <a16:creationId xmlns:a16="http://schemas.microsoft.com/office/drawing/2014/main" id="{86A60AC3-04BE-A76E-CCCD-C0B9912547E8}"/>
                </a:ext>
              </a:extLst>
            </p:cNvPr>
            <p:cNvSpPr/>
            <p:nvPr/>
          </p:nvSpPr>
          <p:spPr>
            <a:xfrm>
              <a:off x="528735" y="3030998"/>
              <a:ext cx="110449" cy="136870"/>
            </a:xfrm>
            <a:custGeom>
              <a:avLst/>
              <a:gdLst/>
              <a:ahLst/>
              <a:cxnLst/>
              <a:rect l="l" t="t" r="r" b="b"/>
              <a:pathLst>
                <a:path w="1112" h="1378" extrusionOk="0">
                  <a:moveTo>
                    <a:pt x="1080" y="0"/>
                  </a:moveTo>
                  <a:cubicBezTo>
                    <a:pt x="1075" y="0"/>
                    <a:pt x="1071" y="4"/>
                    <a:pt x="1063" y="12"/>
                  </a:cubicBezTo>
                  <a:lnTo>
                    <a:pt x="1063" y="32"/>
                  </a:lnTo>
                  <a:cubicBezTo>
                    <a:pt x="1096" y="65"/>
                    <a:pt x="1096" y="113"/>
                    <a:pt x="1096" y="150"/>
                  </a:cubicBezTo>
                  <a:lnTo>
                    <a:pt x="1096" y="234"/>
                  </a:lnTo>
                  <a:lnTo>
                    <a:pt x="1096" y="820"/>
                  </a:lnTo>
                  <a:cubicBezTo>
                    <a:pt x="1096" y="905"/>
                    <a:pt x="1063" y="958"/>
                    <a:pt x="1011" y="974"/>
                  </a:cubicBezTo>
                  <a:lnTo>
                    <a:pt x="894" y="1022"/>
                  </a:lnTo>
                  <a:cubicBezTo>
                    <a:pt x="623" y="1123"/>
                    <a:pt x="373" y="1224"/>
                    <a:pt x="102" y="1345"/>
                  </a:cubicBezTo>
                  <a:lnTo>
                    <a:pt x="17" y="1345"/>
                  </a:lnTo>
                  <a:cubicBezTo>
                    <a:pt x="17" y="1345"/>
                    <a:pt x="1" y="1345"/>
                    <a:pt x="1" y="1361"/>
                  </a:cubicBezTo>
                  <a:lnTo>
                    <a:pt x="17" y="1361"/>
                  </a:lnTo>
                  <a:cubicBezTo>
                    <a:pt x="33" y="1361"/>
                    <a:pt x="33" y="1378"/>
                    <a:pt x="53" y="1378"/>
                  </a:cubicBezTo>
                  <a:lnTo>
                    <a:pt x="86" y="1378"/>
                  </a:lnTo>
                  <a:cubicBezTo>
                    <a:pt x="102" y="1378"/>
                    <a:pt x="102" y="1378"/>
                    <a:pt x="118" y="1361"/>
                  </a:cubicBezTo>
                  <a:cubicBezTo>
                    <a:pt x="373" y="1244"/>
                    <a:pt x="639" y="1143"/>
                    <a:pt x="894" y="1042"/>
                  </a:cubicBezTo>
                  <a:lnTo>
                    <a:pt x="1011" y="1006"/>
                  </a:lnTo>
                  <a:cubicBezTo>
                    <a:pt x="1080" y="974"/>
                    <a:pt x="1112" y="921"/>
                    <a:pt x="1112" y="820"/>
                  </a:cubicBezTo>
                  <a:lnTo>
                    <a:pt x="1112" y="234"/>
                  </a:lnTo>
                  <a:lnTo>
                    <a:pt x="1112" y="150"/>
                  </a:lnTo>
                  <a:cubicBezTo>
                    <a:pt x="1112" y="97"/>
                    <a:pt x="1112" y="65"/>
                    <a:pt x="1096" y="12"/>
                  </a:cubicBezTo>
                  <a:cubicBezTo>
                    <a:pt x="1088" y="4"/>
                    <a:pt x="1084" y="0"/>
                    <a:pt x="1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0">
              <a:extLst>
                <a:ext uri="{FF2B5EF4-FFF2-40B4-BE49-F238E27FC236}">
                  <a16:creationId xmlns:a16="http://schemas.microsoft.com/office/drawing/2014/main" id="{120C428F-8E74-CF78-E4E6-F7A9EBB746AF}"/>
                </a:ext>
              </a:extLst>
            </p:cNvPr>
            <p:cNvSpPr/>
            <p:nvPr/>
          </p:nvSpPr>
          <p:spPr>
            <a:xfrm>
              <a:off x="1521886" y="3684159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32" y="1"/>
                  </a:moveTo>
                  <a:cubicBezTo>
                    <a:pt x="16" y="1"/>
                    <a:pt x="16" y="21"/>
                    <a:pt x="16" y="21"/>
                  </a:cubicBezTo>
                  <a:cubicBezTo>
                    <a:pt x="0" y="138"/>
                    <a:pt x="0" y="255"/>
                    <a:pt x="0" y="372"/>
                  </a:cubicBezTo>
                  <a:lnTo>
                    <a:pt x="0" y="489"/>
                  </a:lnTo>
                  <a:lnTo>
                    <a:pt x="0" y="506"/>
                  </a:lnTo>
                  <a:cubicBezTo>
                    <a:pt x="16" y="506"/>
                    <a:pt x="16" y="506"/>
                    <a:pt x="16" y="489"/>
                  </a:cubicBezTo>
                  <a:lnTo>
                    <a:pt x="16" y="372"/>
                  </a:lnTo>
                  <a:cubicBezTo>
                    <a:pt x="16" y="255"/>
                    <a:pt x="16" y="138"/>
                    <a:pt x="32" y="21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0">
              <a:extLst>
                <a:ext uri="{FF2B5EF4-FFF2-40B4-BE49-F238E27FC236}">
                  <a16:creationId xmlns:a16="http://schemas.microsoft.com/office/drawing/2014/main" id="{9A4ADFA7-405B-9BF3-68CF-088ECDE2FC3D}"/>
                </a:ext>
              </a:extLst>
            </p:cNvPr>
            <p:cNvSpPr/>
            <p:nvPr/>
          </p:nvSpPr>
          <p:spPr>
            <a:xfrm>
              <a:off x="500328" y="3167768"/>
              <a:ext cx="138856" cy="155344"/>
            </a:xfrm>
            <a:custGeom>
              <a:avLst/>
              <a:gdLst/>
              <a:ahLst/>
              <a:cxnLst/>
              <a:rect l="l" t="t" r="r" b="b"/>
              <a:pathLst>
                <a:path w="1398" h="1564" extrusionOk="0">
                  <a:moveTo>
                    <a:pt x="1366" y="1"/>
                  </a:moveTo>
                  <a:lnTo>
                    <a:pt x="0" y="489"/>
                  </a:lnTo>
                  <a:lnTo>
                    <a:pt x="0" y="506"/>
                  </a:lnTo>
                  <a:cubicBezTo>
                    <a:pt x="0" y="522"/>
                    <a:pt x="0" y="522"/>
                    <a:pt x="16" y="522"/>
                  </a:cubicBezTo>
                  <a:lnTo>
                    <a:pt x="1366" y="17"/>
                  </a:lnTo>
                  <a:cubicBezTo>
                    <a:pt x="1382" y="304"/>
                    <a:pt x="1382" y="574"/>
                    <a:pt x="1382" y="825"/>
                  </a:cubicBezTo>
                  <a:lnTo>
                    <a:pt x="1382" y="1160"/>
                  </a:lnTo>
                  <a:lnTo>
                    <a:pt x="404" y="1532"/>
                  </a:lnTo>
                  <a:cubicBezTo>
                    <a:pt x="388" y="1532"/>
                    <a:pt x="388" y="1548"/>
                    <a:pt x="388" y="1548"/>
                  </a:cubicBezTo>
                  <a:lnTo>
                    <a:pt x="404" y="1564"/>
                  </a:lnTo>
                  <a:lnTo>
                    <a:pt x="1398" y="1196"/>
                  </a:lnTo>
                  <a:lnTo>
                    <a:pt x="1398" y="1180"/>
                  </a:lnTo>
                  <a:lnTo>
                    <a:pt x="1398" y="825"/>
                  </a:lnTo>
                  <a:cubicBezTo>
                    <a:pt x="1398" y="554"/>
                    <a:pt x="1398" y="287"/>
                    <a:pt x="1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0">
              <a:extLst>
                <a:ext uri="{FF2B5EF4-FFF2-40B4-BE49-F238E27FC236}">
                  <a16:creationId xmlns:a16="http://schemas.microsoft.com/office/drawing/2014/main" id="{5A8EA706-4355-1DDA-43EA-5E5BDEBBDE40}"/>
                </a:ext>
              </a:extLst>
            </p:cNvPr>
            <p:cNvSpPr/>
            <p:nvPr/>
          </p:nvSpPr>
          <p:spPr>
            <a:xfrm>
              <a:off x="791152" y="2970410"/>
              <a:ext cx="5364" cy="93961"/>
            </a:xfrm>
            <a:custGeom>
              <a:avLst/>
              <a:gdLst/>
              <a:ahLst/>
              <a:cxnLst/>
              <a:rect l="l" t="t" r="r" b="b"/>
              <a:pathLst>
                <a:path w="54" h="946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17" y="202"/>
                    <a:pt x="17" y="388"/>
                    <a:pt x="17" y="558"/>
                  </a:cubicBezTo>
                  <a:cubicBezTo>
                    <a:pt x="17" y="590"/>
                    <a:pt x="17" y="622"/>
                    <a:pt x="1" y="675"/>
                  </a:cubicBezTo>
                  <a:cubicBezTo>
                    <a:pt x="1" y="760"/>
                    <a:pt x="1" y="844"/>
                    <a:pt x="17" y="925"/>
                  </a:cubicBezTo>
                  <a:cubicBezTo>
                    <a:pt x="17" y="925"/>
                    <a:pt x="17" y="945"/>
                    <a:pt x="37" y="945"/>
                  </a:cubicBezTo>
                  <a:lnTo>
                    <a:pt x="37" y="925"/>
                  </a:lnTo>
                  <a:lnTo>
                    <a:pt x="37" y="675"/>
                  </a:lnTo>
                  <a:lnTo>
                    <a:pt x="37" y="558"/>
                  </a:lnTo>
                  <a:cubicBezTo>
                    <a:pt x="53" y="388"/>
                    <a:pt x="53" y="202"/>
                    <a:pt x="37" y="16"/>
                  </a:cubicBezTo>
                  <a:cubicBezTo>
                    <a:pt x="17" y="16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0">
              <a:extLst>
                <a:ext uri="{FF2B5EF4-FFF2-40B4-BE49-F238E27FC236}">
                  <a16:creationId xmlns:a16="http://schemas.microsoft.com/office/drawing/2014/main" id="{21AB916F-825E-D4EE-BB0B-774060FCB59E}"/>
                </a:ext>
              </a:extLst>
            </p:cNvPr>
            <p:cNvSpPr/>
            <p:nvPr/>
          </p:nvSpPr>
          <p:spPr>
            <a:xfrm>
              <a:off x="1582077" y="3592283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8"/>
                    <a:pt x="16" y="271"/>
                    <a:pt x="16" y="388"/>
                  </a:cubicBezTo>
                  <a:cubicBezTo>
                    <a:pt x="16" y="473"/>
                    <a:pt x="32" y="558"/>
                    <a:pt x="16" y="643"/>
                  </a:cubicBezTo>
                  <a:lnTo>
                    <a:pt x="16" y="675"/>
                  </a:lnTo>
                  <a:cubicBezTo>
                    <a:pt x="32" y="708"/>
                    <a:pt x="32" y="744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4"/>
                    <a:pt x="53" y="708"/>
                    <a:pt x="53" y="675"/>
                  </a:cubicBezTo>
                  <a:lnTo>
                    <a:pt x="53" y="643"/>
                  </a:lnTo>
                  <a:lnTo>
                    <a:pt x="53" y="388"/>
                  </a:lnTo>
                  <a:cubicBezTo>
                    <a:pt x="53" y="271"/>
                    <a:pt x="53" y="138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0">
              <a:extLst>
                <a:ext uri="{FF2B5EF4-FFF2-40B4-BE49-F238E27FC236}">
                  <a16:creationId xmlns:a16="http://schemas.microsoft.com/office/drawing/2014/main" id="{B69DC094-E016-F4A1-7A37-6077040650A1}"/>
                </a:ext>
              </a:extLst>
            </p:cNvPr>
            <p:cNvSpPr/>
            <p:nvPr/>
          </p:nvSpPr>
          <p:spPr>
            <a:xfrm>
              <a:off x="1037180" y="2378532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1"/>
                  </a:moveTo>
                  <a:cubicBezTo>
                    <a:pt x="0" y="1"/>
                    <a:pt x="0" y="17"/>
                    <a:pt x="0" y="17"/>
                  </a:cubicBezTo>
                  <a:lnTo>
                    <a:pt x="0" y="304"/>
                  </a:lnTo>
                  <a:cubicBezTo>
                    <a:pt x="0" y="457"/>
                    <a:pt x="0" y="623"/>
                    <a:pt x="16" y="776"/>
                  </a:cubicBezTo>
                  <a:lnTo>
                    <a:pt x="16" y="792"/>
                  </a:lnTo>
                  <a:lnTo>
                    <a:pt x="33" y="792"/>
                  </a:lnTo>
                  <a:lnTo>
                    <a:pt x="33" y="776"/>
                  </a:lnTo>
                  <a:cubicBezTo>
                    <a:pt x="16" y="623"/>
                    <a:pt x="16" y="457"/>
                    <a:pt x="16" y="304"/>
                  </a:cubicBezTo>
                  <a:cubicBezTo>
                    <a:pt x="33" y="203"/>
                    <a:pt x="33" y="118"/>
                    <a:pt x="16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0">
              <a:extLst>
                <a:ext uri="{FF2B5EF4-FFF2-40B4-BE49-F238E27FC236}">
                  <a16:creationId xmlns:a16="http://schemas.microsoft.com/office/drawing/2014/main" id="{1FE762CF-9A09-DC48-7F59-9588660EEC63}"/>
                </a:ext>
              </a:extLst>
            </p:cNvPr>
            <p:cNvSpPr/>
            <p:nvPr/>
          </p:nvSpPr>
          <p:spPr>
            <a:xfrm>
              <a:off x="1252616" y="2166274"/>
              <a:ext cx="160609" cy="189115"/>
            </a:xfrm>
            <a:custGeom>
              <a:avLst/>
              <a:gdLst/>
              <a:ahLst/>
              <a:cxnLst/>
              <a:rect l="l" t="t" r="r" b="b"/>
              <a:pathLst>
                <a:path w="1617" h="1904" extrusionOk="0">
                  <a:moveTo>
                    <a:pt x="1616" y="1"/>
                  </a:moveTo>
                  <a:cubicBezTo>
                    <a:pt x="1532" y="1"/>
                    <a:pt x="1451" y="33"/>
                    <a:pt x="1382" y="69"/>
                  </a:cubicBezTo>
                  <a:cubicBezTo>
                    <a:pt x="1382" y="85"/>
                    <a:pt x="1366" y="85"/>
                    <a:pt x="1350" y="102"/>
                  </a:cubicBezTo>
                  <a:cubicBezTo>
                    <a:pt x="1128" y="219"/>
                    <a:pt x="893" y="320"/>
                    <a:pt x="659" y="421"/>
                  </a:cubicBezTo>
                  <a:cubicBezTo>
                    <a:pt x="489" y="506"/>
                    <a:pt x="303" y="590"/>
                    <a:pt x="118" y="691"/>
                  </a:cubicBezTo>
                  <a:cubicBezTo>
                    <a:pt x="37" y="724"/>
                    <a:pt x="17" y="760"/>
                    <a:pt x="17" y="841"/>
                  </a:cubicBezTo>
                  <a:cubicBezTo>
                    <a:pt x="17" y="1043"/>
                    <a:pt x="17" y="1245"/>
                    <a:pt x="1" y="1431"/>
                  </a:cubicBezTo>
                  <a:lnTo>
                    <a:pt x="1" y="1734"/>
                  </a:lnTo>
                  <a:lnTo>
                    <a:pt x="1" y="1835"/>
                  </a:lnTo>
                  <a:cubicBezTo>
                    <a:pt x="1" y="1851"/>
                    <a:pt x="1" y="1871"/>
                    <a:pt x="17" y="1887"/>
                  </a:cubicBezTo>
                  <a:lnTo>
                    <a:pt x="17" y="1903"/>
                  </a:lnTo>
                  <a:lnTo>
                    <a:pt x="53" y="1903"/>
                  </a:lnTo>
                  <a:cubicBezTo>
                    <a:pt x="85" y="1887"/>
                    <a:pt x="118" y="1887"/>
                    <a:pt x="154" y="1871"/>
                  </a:cubicBezTo>
                  <a:cubicBezTo>
                    <a:pt x="421" y="1734"/>
                    <a:pt x="724" y="1600"/>
                    <a:pt x="994" y="1467"/>
                  </a:cubicBezTo>
                  <a:cubicBezTo>
                    <a:pt x="1180" y="1382"/>
                    <a:pt x="1366" y="1313"/>
                    <a:pt x="1532" y="1229"/>
                  </a:cubicBezTo>
                  <a:cubicBezTo>
                    <a:pt x="1552" y="1213"/>
                    <a:pt x="1568" y="1213"/>
                    <a:pt x="1568" y="1213"/>
                  </a:cubicBezTo>
                  <a:lnTo>
                    <a:pt x="1600" y="1213"/>
                  </a:lnTo>
                  <a:lnTo>
                    <a:pt x="1616" y="1196"/>
                  </a:lnTo>
                  <a:cubicBezTo>
                    <a:pt x="1600" y="1196"/>
                    <a:pt x="1600" y="1180"/>
                    <a:pt x="1600" y="1180"/>
                  </a:cubicBezTo>
                  <a:cubicBezTo>
                    <a:pt x="1584" y="1180"/>
                    <a:pt x="1584" y="1180"/>
                    <a:pt x="1568" y="1196"/>
                  </a:cubicBezTo>
                  <a:lnTo>
                    <a:pt x="1515" y="1196"/>
                  </a:lnTo>
                  <a:cubicBezTo>
                    <a:pt x="1350" y="1281"/>
                    <a:pt x="1164" y="1366"/>
                    <a:pt x="994" y="1447"/>
                  </a:cubicBezTo>
                  <a:cubicBezTo>
                    <a:pt x="707" y="1584"/>
                    <a:pt x="421" y="1717"/>
                    <a:pt x="138" y="1851"/>
                  </a:cubicBezTo>
                  <a:cubicBezTo>
                    <a:pt x="101" y="1871"/>
                    <a:pt x="85" y="1871"/>
                    <a:pt x="53" y="1871"/>
                  </a:cubicBezTo>
                  <a:lnTo>
                    <a:pt x="37" y="1871"/>
                  </a:lnTo>
                  <a:lnTo>
                    <a:pt x="37" y="1835"/>
                  </a:lnTo>
                  <a:lnTo>
                    <a:pt x="37" y="1734"/>
                  </a:lnTo>
                  <a:lnTo>
                    <a:pt x="37" y="1431"/>
                  </a:lnTo>
                  <a:lnTo>
                    <a:pt x="37" y="841"/>
                  </a:lnTo>
                  <a:cubicBezTo>
                    <a:pt x="37" y="776"/>
                    <a:pt x="69" y="740"/>
                    <a:pt x="138" y="708"/>
                  </a:cubicBezTo>
                  <a:cubicBezTo>
                    <a:pt x="303" y="623"/>
                    <a:pt x="489" y="538"/>
                    <a:pt x="675" y="457"/>
                  </a:cubicBezTo>
                  <a:cubicBezTo>
                    <a:pt x="909" y="336"/>
                    <a:pt x="1128" y="235"/>
                    <a:pt x="1366" y="118"/>
                  </a:cubicBezTo>
                  <a:cubicBezTo>
                    <a:pt x="1382" y="118"/>
                    <a:pt x="1382" y="102"/>
                    <a:pt x="1398" y="102"/>
                  </a:cubicBezTo>
                  <a:cubicBezTo>
                    <a:pt x="1467" y="69"/>
                    <a:pt x="1532" y="17"/>
                    <a:pt x="1616" y="17"/>
                  </a:cubicBezTo>
                  <a:lnTo>
                    <a:pt x="16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0">
              <a:extLst>
                <a:ext uri="{FF2B5EF4-FFF2-40B4-BE49-F238E27FC236}">
                  <a16:creationId xmlns:a16="http://schemas.microsoft.com/office/drawing/2014/main" id="{D5B25227-5066-48DD-190E-C8E0B8AEB454}"/>
                </a:ext>
              </a:extLst>
            </p:cNvPr>
            <p:cNvSpPr/>
            <p:nvPr/>
          </p:nvSpPr>
          <p:spPr>
            <a:xfrm>
              <a:off x="2026655" y="3702633"/>
              <a:ext cx="5264" cy="31784"/>
            </a:xfrm>
            <a:custGeom>
              <a:avLst/>
              <a:gdLst/>
              <a:ahLst/>
              <a:cxnLst/>
              <a:rect l="l" t="t" r="r" b="b"/>
              <a:pathLst>
                <a:path w="53" h="320" extrusionOk="0">
                  <a:moveTo>
                    <a:pt x="20" y="1"/>
                  </a:moveTo>
                  <a:cubicBezTo>
                    <a:pt x="0" y="69"/>
                    <a:pt x="0" y="138"/>
                    <a:pt x="0" y="202"/>
                  </a:cubicBezTo>
                  <a:lnTo>
                    <a:pt x="0" y="303"/>
                  </a:lnTo>
                  <a:cubicBezTo>
                    <a:pt x="0" y="320"/>
                    <a:pt x="20" y="320"/>
                    <a:pt x="20" y="320"/>
                  </a:cubicBezTo>
                  <a:cubicBezTo>
                    <a:pt x="20" y="320"/>
                    <a:pt x="36" y="320"/>
                    <a:pt x="36" y="303"/>
                  </a:cubicBezTo>
                  <a:lnTo>
                    <a:pt x="36" y="186"/>
                  </a:lnTo>
                  <a:cubicBezTo>
                    <a:pt x="36" y="138"/>
                    <a:pt x="20" y="69"/>
                    <a:pt x="53" y="17"/>
                  </a:cubicBezTo>
                  <a:cubicBezTo>
                    <a:pt x="53" y="1"/>
                    <a:pt x="36" y="1"/>
                    <a:pt x="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0">
              <a:extLst>
                <a:ext uri="{FF2B5EF4-FFF2-40B4-BE49-F238E27FC236}">
                  <a16:creationId xmlns:a16="http://schemas.microsoft.com/office/drawing/2014/main" id="{13058B8F-1961-9DAB-E146-9DF965C77B26}"/>
                </a:ext>
              </a:extLst>
            </p:cNvPr>
            <p:cNvSpPr/>
            <p:nvPr/>
          </p:nvSpPr>
          <p:spPr>
            <a:xfrm>
              <a:off x="1254205" y="1607373"/>
              <a:ext cx="164184" cy="219608"/>
            </a:xfrm>
            <a:custGeom>
              <a:avLst/>
              <a:gdLst/>
              <a:ahLst/>
              <a:cxnLst/>
              <a:rect l="l" t="t" r="r" b="b"/>
              <a:pathLst>
                <a:path w="1653" h="2211" extrusionOk="0">
                  <a:moveTo>
                    <a:pt x="1574" y="0"/>
                  </a:moveTo>
                  <a:cubicBezTo>
                    <a:pt x="1542" y="0"/>
                    <a:pt x="1513" y="20"/>
                    <a:pt x="1483" y="41"/>
                  </a:cubicBezTo>
                  <a:lnTo>
                    <a:pt x="1467" y="41"/>
                  </a:lnTo>
                  <a:cubicBezTo>
                    <a:pt x="1213" y="174"/>
                    <a:pt x="962" y="307"/>
                    <a:pt x="728" y="445"/>
                  </a:cubicBezTo>
                  <a:cubicBezTo>
                    <a:pt x="659" y="493"/>
                    <a:pt x="574" y="530"/>
                    <a:pt x="506" y="578"/>
                  </a:cubicBezTo>
                  <a:cubicBezTo>
                    <a:pt x="473" y="594"/>
                    <a:pt x="425" y="610"/>
                    <a:pt x="388" y="647"/>
                  </a:cubicBezTo>
                  <a:cubicBezTo>
                    <a:pt x="304" y="695"/>
                    <a:pt x="203" y="748"/>
                    <a:pt x="122" y="780"/>
                  </a:cubicBezTo>
                  <a:cubicBezTo>
                    <a:pt x="53" y="812"/>
                    <a:pt x="21" y="865"/>
                    <a:pt x="21" y="934"/>
                  </a:cubicBezTo>
                  <a:lnTo>
                    <a:pt x="21" y="1200"/>
                  </a:lnTo>
                  <a:cubicBezTo>
                    <a:pt x="37" y="1471"/>
                    <a:pt x="37" y="1758"/>
                    <a:pt x="21" y="2024"/>
                  </a:cubicBezTo>
                  <a:cubicBezTo>
                    <a:pt x="1" y="2093"/>
                    <a:pt x="21" y="2145"/>
                    <a:pt x="37" y="2194"/>
                  </a:cubicBezTo>
                  <a:lnTo>
                    <a:pt x="53" y="2210"/>
                  </a:lnTo>
                  <a:cubicBezTo>
                    <a:pt x="69" y="2194"/>
                    <a:pt x="69" y="2194"/>
                    <a:pt x="69" y="2178"/>
                  </a:cubicBezTo>
                  <a:cubicBezTo>
                    <a:pt x="53" y="2145"/>
                    <a:pt x="37" y="2093"/>
                    <a:pt x="37" y="2024"/>
                  </a:cubicBezTo>
                  <a:cubicBezTo>
                    <a:pt x="53" y="1758"/>
                    <a:pt x="53" y="1471"/>
                    <a:pt x="53" y="1200"/>
                  </a:cubicBezTo>
                  <a:lnTo>
                    <a:pt x="53" y="934"/>
                  </a:lnTo>
                  <a:cubicBezTo>
                    <a:pt x="53" y="865"/>
                    <a:pt x="69" y="833"/>
                    <a:pt x="122" y="812"/>
                  </a:cubicBezTo>
                  <a:cubicBezTo>
                    <a:pt x="223" y="764"/>
                    <a:pt x="304" y="711"/>
                    <a:pt x="405" y="663"/>
                  </a:cubicBezTo>
                  <a:cubicBezTo>
                    <a:pt x="441" y="647"/>
                    <a:pt x="473" y="610"/>
                    <a:pt x="526" y="594"/>
                  </a:cubicBezTo>
                  <a:cubicBezTo>
                    <a:pt x="590" y="562"/>
                    <a:pt x="659" y="509"/>
                    <a:pt x="744" y="477"/>
                  </a:cubicBezTo>
                  <a:cubicBezTo>
                    <a:pt x="978" y="344"/>
                    <a:pt x="1233" y="206"/>
                    <a:pt x="1483" y="73"/>
                  </a:cubicBezTo>
                  <a:lnTo>
                    <a:pt x="1499" y="57"/>
                  </a:lnTo>
                  <a:cubicBezTo>
                    <a:pt x="1529" y="39"/>
                    <a:pt x="1552" y="25"/>
                    <a:pt x="1572" y="25"/>
                  </a:cubicBezTo>
                  <a:cubicBezTo>
                    <a:pt x="1588" y="25"/>
                    <a:pt x="1602" y="34"/>
                    <a:pt x="1617" y="57"/>
                  </a:cubicBezTo>
                  <a:cubicBezTo>
                    <a:pt x="1600" y="89"/>
                    <a:pt x="1584" y="142"/>
                    <a:pt x="1600" y="174"/>
                  </a:cubicBezTo>
                  <a:cubicBezTo>
                    <a:pt x="1600" y="275"/>
                    <a:pt x="1568" y="307"/>
                    <a:pt x="1483" y="360"/>
                  </a:cubicBezTo>
                  <a:cubicBezTo>
                    <a:pt x="1196" y="493"/>
                    <a:pt x="930" y="647"/>
                    <a:pt x="659" y="796"/>
                  </a:cubicBezTo>
                  <a:cubicBezTo>
                    <a:pt x="506" y="865"/>
                    <a:pt x="372" y="950"/>
                    <a:pt x="239" y="1014"/>
                  </a:cubicBezTo>
                  <a:cubicBezTo>
                    <a:pt x="170" y="1051"/>
                    <a:pt x="154" y="1099"/>
                    <a:pt x="154" y="1168"/>
                  </a:cubicBezTo>
                  <a:cubicBezTo>
                    <a:pt x="170" y="1285"/>
                    <a:pt x="170" y="1418"/>
                    <a:pt x="170" y="1539"/>
                  </a:cubicBezTo>
                  <a:lnTo>
                    <a:pt x="170" y="1907"/>
                  </a:lnTo>
                  <a:cubicBezTo>
                    <a:pt x="170" y="1923"/>
                    <a:pt x="154" y="1943"/>
                    <a:pt x="154" y="1960"/>
                  </a:cubicBezTo>
                  <a:cubicBezTo>
                    <a:pt x="154" y="2008"/>
                    <a:pt x="154" y="2061"/>
                    <a:pt x="170" y="2109"/>
                  </a:cubicBezTo>
                  <a:cubicBezTo>
                    <a:pt x="186" y="2125"/>
                    <a:pt x="186" y="2125"/>
                    <a:pt x="203" y="2125"/>
                  </a:cubicBezTo>
                  <a:lnTo>
                    <a:pt x="203" y="2109"/>
                  </a:lnTo>
                  <a:cubicBezTo>
                    <a:pt x="170" y="2061"/>
                    <a:pt x="186" y="2008"/>
                    <a:pt x="186" y="1976"/>
                  </a:cubicBezTo>
                  <a:lnTo>
                    <a:pt x="186" y="1907"/>
                  </a:lnTo>
                  <a:lnTo>
                    <a:pt x="186" y="1539"/>
                  </a:lnTo>
                  <a:lnTo>
                    <a:pt x="186" y="1168"/>
                  </a:lnTo>
                  <a:cubicBezTo>
                    <a:pt x="186" y="1099"/>
                    <a:pt x="203" y="1067"/>
                    <a:pt x="255" y="1034"/>
                  </a:cubicBezTo>
                  <a:cubicBezTo>
                    <a:pt x="388" y="966"/>
                    <a:pt x="526" y="897"/>
                    <a:pt x="659" y="812"/>
                  </a:cubicBezTo>
                  <a:cubicBezTo>
                    <a:pt x="930" y="679"/>
                    <a:pt x="1213" y="530"/>
                    <a:pt x="1499" y="376"/>
                  </a:cubicBezTo>
                  <a:cubicBezTo>
                    <a:pt x="1584" y="344"/>
                    <a:pt x="1637" y="291"/>
                    <a:pt x="1617" y="174"/>
                  </a:cubicBezTo>
                  <a:cubicBezTo>
                    <a:pt x="1617" y="126"/>
                    <a:pt x="1637" y="89"/>
                    <a:pt x="1653" y="57"/>
                  </a:cubicBezTo>
                  <a:lnTo>
                    <a:pt x="1653" y="41"/>
                  </a:lnTo>
                  <a:cubicBezTo>
                    <a:pt x="1624" y="11"/>
                    <a:pt x="1598" y="0"/>
                    <a:pt x="15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0">
              <a:extLst>
                <a:ext uri="{FF2B5EF4-FFF2-40B4-BE49-F238E27FC236}">
                  <a16:creationId xmlns:a16="http://schemas.microsoft.com/office/drawing/2014/main" id="{63032AB9-0865-7DFD-2317-ACEDCE974864}"/>
                </a:ext>
              </a:extLst>
            </p:cNvPr>
            <p:cNvSpPr/>
            <p:nvPr/>
          </p:nvSpPr>
          <p:spPr>
            <a:xfrm>
              <a:off x="1286287" y="3293017"/>
              <a:ext cx="4966" cy="100318"/>
            </a:xfrm>
            <a:custGeom>
              <a:avLst/>
              <a:gdLst/>
              <a:ahLst/>
              <a:cxnLst/>
              <a:rect l="l" t="t" r="r" b="b"/>
              <a:pathLst>
                <a:path w="50" h="1010" extrusionOk="0">
                  <a:moveTo>
                    <a:pt x="17" y="0"/>
                  </a:moveTo>
                  <a:cubicBezTo>
                    <a:pt x="17" y="0"/>
                    <a:pt x="1" y="0"/>
                    <a:pt x="1" y="20"/>
                  </a:cubicBezTo>
                  <a:lnTo>
                    <a:pt x="1" y="222"/>
                  </a:lnTo>
                  <a:lnTo>
                    <a:pt x="1" y="860"/>
                  </a:lnTo>
                  <a:lnTo>
                    <a:pt x="1" y="893"/>
                  </a:lnTo>
                  <a:cubicBezTo>
                    <a:pt x="1" y="929"/>
                    <a:pt x="1" y="978"/>
                    <a:pt x="33" y="1010"/>
                  </a:cubicBezTo>
                  <a:lnTo>
                    <a:pt x="49" y="1010"/>
                  </a:lnTo>
                  <a:lnTo>
                    <a:pt x="49" y="994"/>
                  </a:lnTo>
                  <a:cubicBezTo>
                    <a:pt x="17" y="961"/>
                    <a:pt x="33" y="929"/>
                    <a:pt x="33" y="893"/>
                  </a:cubicBezTo>
                  <a:lnTo>
                    <a:pt x="33" y="860"/>
                  </a:lnTo>
                  <a:lnTo>
                    <a:pt x="33" y="222"/>
                  </a:lnTo>
                  <a:lnTo>
                    <a:pt x="33" y="20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0">
              <a:extLst>
                <a:ext uri="{FF2B5EF4-FFF2-40B4-BE49-F238E27FC236}">
                  <a16:creationId xmlns:a16="http://schemas.microsoft.com/office/drawing/2014/main" id="{F693E55A-DCE3-2012-D9BF-D813B017681F}"/>
                </a:ext>
              </a:extLst>
            </p:cNvPr>
            <p:cNvSpPr/>
            <p:nvPr/>
          </p:nvSpPr>
          <p:spPr>
            <a:xfrm>
              <a:off x="1292743" y="1514305"/>
              <a:ext cx="6953" cy="105582"/>
            </a:xfrm>
            <a:custGeom>
              <a:avLst/>
              <a:gdLst/>
              <a:ahLst/>
              <a:cxnLst/>
              <a:rect l="l" t="t" r="r" b="b"/>
              <a:pathLst>
                <a:path w="70" h="1063" extrusionOk="0">
                  <a:moveTo>
                    <a:pt x="0" y="0"/>
                  </a:moveTo>
                  <a:cubicBezTo>
                    <a:pt x="17" y="170"/>
                    <a:pt x="17" y="319"/>
                    <a:pt x="17" y="473"/>
                  </a:cubicBezTo>
                  <a:lnTo>
                    <a:pt x="17" y="776"/>
                  </a:lnTo>
                  <a:lnTo>
                    <a:pt x="17" y="861"/>
                  </a:lnTo>
                  <a:cubicBezTo>
                    <a:pt x="17" y="925"/>
                    <a:pt x="0" y="994"/>
                    <a:pt x="53" y="1063"/>
                  </a:cubicBezTo>
                  <a:lnTo>
                    <a:pt x="69" y="1063"/>
                  </a:lnTo>
                  <a:lnTo>
                    <a:pt x="69" y="1042"/>
                  </a:lnTo>
                  <a:cubicBezTo>
                    <a:pt x="37" y="978"/>
                    <a:pt x="37" y="925"/>
                    <a:pt x="37" y="861"/>
                  </a:cubicBezTo>
                  <a:cubicBezTo>
                    <a:pt x="53" y="824"/>
                    <a:pt x="53" y="808"/>
                    <a:pt x="53" y="776"/>
                  </a:cubicBezTo>
                  <a:cubicBezTo>
                    <a:pt x="37" y="675"/>
                    <a:pt x="37" y="574"/>
                    <a:pt x="53" y="473"/>
                  </a:cubicBezTo>
                  <a:cubicBezTo>
                    <a:pt x="53" y="319"/>
                    <a:pt x="53" y="154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0">
              <a:extLst>
                <a:ext uri="{FF2B5EF4-FFF2-40B4-BE49-F238E27FC236}">
                  <a16:creationId xmlns:a16="http://schemas.microsoft.com/office/drawing/2014/main" id="{33910EF1-A812-0B8B-C0B3-C149A04BA0FA}"/>
                </a:ext>
              </a:extLst>
            </p:cNvPr>
            <p:cNvSpPr/>
            <p:nvPr/>
          </p:nvSpPr>
          <p:spPr>
            <a:xfrm>
              <a:off x="940040" y="1903858"/>
              <a:ext cx="5364" cy="87207"/>
            </a:xfrm>
            <a:custGeom>
              <a:avLst/>
              <a:gdLst/>
              <a:ahLst/>
              <a:cxnLst/>
              <a:rect l="l" t="t" r="r" b="b"/>
              <a:pathLst>
                <a:path w="54" h="878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lnTo>
                    <a:pt x="1" y="203"/>
                  </a:lnTo>
                  <a:lnTo>
                    <a:pt x="1" y="740"/>
                  </a:lnTo>
                  <a:lnTo>
                    <a:pt x="1" y="756"/>
                  </a:lnTo>
                  <a:cubicBezTo>
                    <a:pt x="1" y="792"/>
                    <a:pt x="1" y="841"/>
                    <a:pt x="17" y="877"/>
                  </a:cubicBezTo>
                  <a:lnTo>
                    <a:pt x="33" y="877"/>
                  </a:lnTo>
                  <a:cubicBezTo>
                    <a:pt x="33" y="877"/>
                    <a:pt x="53" y="877"/>
                    <a:pt x="33" y="857"/>
                  </a:cubicBezTo>
                  <a:cubicBezTo>
                    <a:pt x="17" y="825"/>
                    <a:pt x="33" y="792"/>
                    <a:pt x="33" y="756"/>
                  </a:cubicBezTo>
                  <a:lnTo>
                    <a:pt x="33" y="740"/>
                  </a:lnTo>
                  <a:lnTo>
                    <a:pt x="33" y="203"/>
                  </a:lnTo>
                  <a:lnTo>
                    <a:pt x="33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0">
              <a:extLst>
                <a:ext uri="{FF2B5EF4-FFF2-40B4-BE49-F238E27FC236}">
                  <a16:creationId xmlns:a16="http://schemas.microsoft.com/office/drawing/2014/main" id="{9045BD25-6087-A48E-DBA7-73D5A43599FE}"/>
                </a:ext>
              </a:extLst>
            </p:cNvPr>
            <p:cNvSpPr/>
            <p:nvPr/>
          </p:nvSpPr>
          <p:spPr>
            <a:xfrm>
              <a:off x="1924649" y="2298277"/>
              <a:ext cx="122170" cy="256060"/>
            </a:xfrm>
            <a:custGeom>
              <a:avLst/>
              <a:gdLst/>
              <a:ahLst/>
              <a:cxnLst/>
              <a:rect l="l" t="t" r="r" b="b"/>
              <a:pathLst>
                <a:path w="1230" h="2578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1" y="154"/>
                    <a:pt x="1" y="287"/>
                    <a:pt x="1" y="421"/>
                  </a:cubicBezTo>
                  <a:lnTo>
                    <a:pt x="1" y="659"/>
                  </a:lnTo>
                  <a:cubicBezTo>
                    <a:pt x="1" y="708"/>
                    <a:pt x="17" y="724"/>
                    <a:pt x="37" y="724"/>
                  </a:cubicBezTo>
                  <a:cubicBezTo>
                    <a:pt x="53" y="744"/>
                    <a:pt x="53" y="744"/>
                    <a:pt x="70" y="760"/>
                  </a:cubicBezTo>
                  <a:lnTo>
                    <a:pt x="304" y="1148"/>
                  </a:lnTo>
                  <a:cubicBezTo>
                    <a:pt x="575" y="1600"/>
                    <a:pt x="861" y="2057"/>
                    <a:pt x="1148" y="2509"/>
                  </a:cubicBezTo>
                  <a:lnTo>
                    <a:pt x="1197" y="2562"/>
                  </a:lnTo>
                  <a:lnTo>
                    <a:pt x="1213" y="2562"/>
                  </a:lnTo>
                  <a:lnTo>
                    <a:pt x="1213" y="2578"/>
                  </a:lnTo>
                  <a:lnTo>
                    <a:pt x="1229" y="2562"/>
                  </a:lnTo>
                  <a:lnTo>
                    <a:pt x="1229" y="2542"/>
                  </a:lnTo>
                  <a:cubicBezTo>
                    <a:pt x="1229" y="2542"/>
                    <a:pt x="1213" y="2542"/>
                    <a:pt x="1213" y="2525"/>
                  </a:cubicBezTo>
                  <a:cubicBezTo>
                    <a:pt x="1197" y="2525"/>
                    <a:pt x="1181" y="2509"/>
                    <a:pt x="1164" y="2493"/>
                  </a:cubicBezTo>
                  <a:cubicBezTo>
                    <a:pt x="878" y="2037"/>
                    <a:pt x="607" y="1584"/>
                    <a:pt x="320" y="1128"/>
                  </a:cubicBezTo>
                  <a:lnTo>
                    <a:pt x="86" y="744"/>
                  </a:lnTo>
                  <a:lnTo>
                    <a:pt x="53" y="708"/>
                  </a:lnTo>
                  <a:cubicBezTo>
                    <a:pt x="37" y="691"/>
                    <a:pt x="37" y="691"/>
                    <a:pt x="37" y="675"/>
                  </a:cubicBezTo>
                  <a:lnTo>
                    <a:pt x="37" y="405"/>
                  </a:lnTo>
                  <a:cubicBezTo>
                    <a:pt x="37" y="287"/>
                    <a:pt x="17" y="154"/>
                    <a:pt x="53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0">
              <a:extLst>
                <a:ext uri="{FF2B5EF4-FFF2-40B4-BE49-F238E27FC236}">
                  <a16:creationId xmlns:a16="http://schemas.microsoft.com/office/drawing/2014/main" id="{D61C72BA-D005-4FA9-3D51-429C4FAF62E0}"/>
                </a:ext>
              </a:extLst>
            </p:cNvPr>
            <p:cNvSpPr/>
            <p:nvPr/>
          </p:nvSpPr>
          <p:spPr>
            <a:xfrm>
              <a:off x="747846" y="2831553"/>
              <a:ext cx="4966" cy="77076"/>
            </a:xfrm>
            <a:custGeom>
              <a:avLst/>
              <a:gdLst/>
              <a:ahLst/>
              <a:cxnLst/>
              <a:rect l="l" t="t" r="r" b="b"/>
              <a:pathLst>
                <a:path w="50" h="776" extrusionOk="0">
                  <a:moveTo>
                    <a:pt x="17" y="0"/>
                  </a:moveTo>
                  <a:cubicBezTo>
                    <a:pt x="17" y="0"/>
                    <a:pt x="1" y="0"/>
                    <a:pt x="1" y="21"/>
                  </a:cubicBezTo>
                  <a:cubicBezTo>
                    <a:pt x="17" y="170"/>
                    <a:pt x="17" y="324"/>
                    <a:pt x="17" y="489"/>
                  </a:cubicBezTo>
                  <a:lnTo>
                    <a:pt x="17" y="776"/>
                  </a:lnTo>
                  <a:lnTo>
                    <a:pt x="49" y="776"/>
                  </a:lnTo>
                  <a:cubicBezTo>
                    <a:pt x="33" y="675"/>
                    <a:pt x="49" y="574"/>
                    <a:pt x="49" y="489"/>
                  </a:cubicBezTo>
                  <a:cubicBezTo>
                    <a:pt x="49" y="324"/>
                    <a:pt x="49" y="170"/>
                    <a:pt x="33" y="21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0">
              <a:extLst>
                <a:ext uri="{FF2B5EF4-FFF2-40B4-BE49-F238E27FC236}">
                  <a16:creationId xmlns:a16="http://schemas.microsoft.com/office/drawing/2014/main" id="{743902B1-E731-F493-C934-1E5FB0022DAC}"/>
                </a:ext>
              </a:extLst>
            </p:cNvPr>
            <p:cNvSpPr/>
            <p:nvPr/>
          </p:nvSpPr>
          <p:spPr>
            <a:xfrm>
              <a:off x="1518608" y="3505672"/>
              <a:ext cx="205603" cy="228745"/>
            </a:xfrm>
            <a:custGeom>
              <a:avLst/>
              <a:gdLst/>
              <a:ahLst/>
              <a:cxnLst/>
              <a:rect l="l" t="t" r="r" b="b"/>
              <a:pathLst>
                <a:path w="2070" h="2303" extrusionOk="0">
                  <a:moveTo>
                    <a:pt x="1" y="0"/>
                  </a:moveTo>
                  <a:lnTo>
                    <a:pt x="1" y="16"/>
                  </a:lnTo>
                  <a:cubicBezTo>
                    <a:pt x="33" y="32"/>
                    <a:pt x="49" y="49"/>
                    <a:pt x="65" y="81"/>
                  </a:cubicBezTo>
                  <a:cubicBezTo>
                    <a:pt x="65" y="117"/>
                    <a:pt x="86" y="133"/>
                    <a:pt x="118" y="150"/>
                  </a:cubicBezTo>
                  <a:cubicBezTo>
                    <a:pt x="320" y="335"/>
                    <a:pt x="522" y="521"/>
                    <a:pt x="724" y="707"/>
                  </a:cubicBezTo>
                  <a:cubicBezTo>
                    <a:pt x="841" y="788"/>
                    <a:pt x="942" y="889"/>
                    <a:pt x="1059" y="990"/>
                  </a:cubicBezTo>
                  <a:cubicBezTo>
                    <a:pt x="1176" y="1091"/>
                    <a:pt x="1314" y="1212"/>
                    <a:pt x="1447" y="1313"/>
                  </a:cubicBezTo>
                  <a:cubicBezTo>
                    <a:pt x="1479" y="1361"/>
                    <a:pt x="1532" y="1394"/>
                    <a:pt x="1580" y="1430"/>
                  </a:cubicBezTo>
                  <a:cubicBezTo>
                    <a:pt x="1601" y="1446"/>
                    <a:pt x="1617" y="1462"/>
                    <a:pt x="1633" y="1479"/>
                  </a:cubicBezTo>
                  <a:cubicBezTo>
                    <a:pt x="1835" y="1648"/>
                    <a:pt x="2037" y="1818"/>
                    <a:pt x="1952" y="2121"/>
                  </a:cubicBezTo>
                  <a:lnTo>
                    <a:pt x="1952" y="2238"/>
                  </a:lnTo>
                  <a:lnTo>
                    <a:pt x="1952" y="2286"/>
                  </a:lnTo>
                  <a:lnTo>
                    <a:pt x="1952" y="2303"/>
                  </a:lnTo>
                  <a:cubicBezTo>
                    <a:pt x="1968" y="2303"/>
                    <a:pt x="1968" y="2303"/>
                    <a:pt x="1968" y="2286"/>
                  </a:cubicBezTo>
                  <a:lnTo>
                    <a:pt x="1968" y="2238"/>
                  </a:lnTo>
                  <a:cubicBezTo>
                    <a:pt x="1968" y="2202"/>
                    <a:pt x="1984" y="2169"/>
                    <a:pt x="1984" y="2137"/>
                  </a:cubicBezTo>
                  <a:cubicBezTo>
                    <a:pt x="2069" y="1798"/>
                    <a:pt x="1851" y="1632"/>
                    <a:pt x="1649" y="1462"/>
                  </a:cubicBezTo>
                  <a:cubicBezTo>
                    <a:pt x="1633" y="1446"/>
                    <a:pt x="1617" y="1430"/>
                    <a:pt x="1601" y="1414"/>
                  </a:cubicBezTo>
                  <a:cubicBezTo>
                    <a:pt x="1548" y="1378"/>
                    <a:pt x="1500" y="1329"/>
                    <a:pt x="1463" y="1293"/>
                  </a:cubicBezTo>
                  <a:cubicBezTo>
                    <a:pt x="1330" y="1192"/>
                    <a:pt x="1197" y="1075"/>
                    <a:pt x="1075" y="974"/>
                  </a:cubicBezTo>
                  <a:cubicBezTo>
                    <a:pt x="958" y="873"/>
                    <a:pt x="857" y="772"/>
                    <a:pt x="740" y="671"/>
                  </a:cubicBezTo>
                  <a:cubicBezTo>
                    <a:pt x="538" y="505"/>
                    <a:pt x="336" y="319"/>
                    <a:pt x="134" y="133"/>
                  </a:cubicBezTo>
                  <a:cubicBezTo>
                    <a:pt x="102" y="117"/>
                    <a:pt x="102" y="101"/>
                    <a:pt x="86" y="65"/>
                  </a:cubicBezTo>
                  <a:cubicBezTo>
                    <a:pt x="65" y="49"/>
                    <a:pt x="49" y="16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0">
              <a:extLst>
                <a:ext uri="{FF2B5EF4-FFF2-40B4-BE49-F238E27FC236}">
                  <a16:creationId xmlns:a16="http://schemas.microsoft.com/office/drawing/2014/main" id="{2638B7C7-201D-C3D3-D1CD-D9B4BE430028}"/>
                </a:ext>
              </a:extLst>
            </p:cNvPr>
            <p:cNvSpPr/>
            <p:nvPr/>
          </p:nvSpPr>
          <p:spPr>
            <a:xfrm>
              <a:off x="480264" y="1705307"/>
              <a:ext cx="158920" cy="96743"/>
            </a:xfrm>
            <a:custGeom>
              <a:avLst/>
              <a:gdLst/>
              <a:ahLst/>
              <a:cxnLst/>
              <a:rect l="l" t="t" r="r" b="b"/>
              <a:pathLst>
                <a:path w="1600" h="974" extrusionOk="0">
                  <a:moveTo>
                    <a:pt x="1592" y="0"/>
                  </a:moveTo>
                  <a:cubicBezTo>
                    <a:pt x="1588" y="0"/>
                    <a:pt x="1584" y="4"/>
                    <a:pt x="1584" y="12"/>
                  </a:cubicBezTo>
                  <a:lnTo>
                    <a:pt x="1414" y="97"/>
                  </a:lnTo>
                  <a:cubicBezTo>
                    <a:pt x="1297" y="182"/>
                    <a:pt x="1164" y="250"/>
                    <a:pt x="1046" y="331"/>
                  </a:cubicBezTo>
                  <a:cubicBezTo>
                    <a:pt x="808" y="469"/>
                    <a:pt x="574" y="618"/>
                    <a:pt x="339" y="755"/>
                  </a:cubicBezTo>
                  <a:lnTo>
                    <a:pt x="16" y="957"/>
                  </a:lnTo>
                  <a:cubicBezTo>
                    <a:pt x="16" y="957"/>
                    <a:pt x="0" y="957"/>
                    <a:pt x="16" y="974"/>
                  </a:cubicBezTo>
                  <a:lnTo>
                    <a:pt x="37" y="974"/>
                  </a:lnTo>
                  <a:lnTo>
                    <a:pt x="356" y="788"/>
                  </a:lnTo>
                  <a:cubicBezTo>
                    <a:pt x="590" y="634"/>
                    <a:pt x="824" y="501"/>
                    <a:pt x="1063" y="351"/>
                  </a:cubicBezTo>
                  <a:cubicBezTo>
                    <a:pt x="1180" y="283"/>
                    <a:pt x="1313" y="198"/>
                    <a:pt x="1430" y="129"/>
                  </a:cubicBezTo>
                  <a:lnTo>
                    <a:pt x="1600" y="28"/>
                  </a:lnTo>
                  <a:lnTo>
                    <a:pt x="1600" y="12"/>
                  </a:lnTo>
                  <a:cubicBezTo>
                    <a:pt x="1600" y="4"/>
                    <a:pt x="1596" y="0"/>
                    <a:pt x="1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0">
              <a:extLst>
                <a:ext uri="{FF2B5EF4-FFF2-40B4-BE49-F238E27FC236}">
                  <a16:creationId xmlns:a16="http://schemas.microsoft.com/office/drawing/2014/main" id="{7040A836-EF3E-EAB6-A22B-0BAD69DE294A}"/>
                </a:ext>
              </a:extLst>
            </p:cNvPr>
            <p:cNvSpPr/>
            <p:nvPr/>
          </p:nvSpPr>
          <p:spPr>
            <a:xfrm>
              <a:off x="1269501" y="1446565"/>
              <a:ext cx="142134" cy="184943"/>
            </a:xfrm>
            <a:custGeom>
              <a:avLst/>
              <a:gdLst/>
              <a:ahLst/>
              <a:cxnLst/>
              <a:rect l="l" t="t" r="r" b="b"/>
              <a:pathLst>
                <a:path w="1431" h="1862" extrusionOk="0">
                  <a:moveTo>
                    <a:pt x="1418" y="0"/>
                  </a:moveTo>
                  <a:cubicBezTo>
                    <a:pt x="1416" y="0"/>
                    <a:pt x="1414" y="2"/>
                    <a:pt x="1414" y="8"/>
                  </a:cubicBezTo>
                  <a:cubicBezTo>
                    <a:pt x="1297" y="28"/>
                    <a:pt x="1196" y="92"/>
                    <a:pt x="1095" y="161"/>
                  </a:cubicBezTo>
                  <a:cubicBezTo>
                    <a:pt x="1026" y="193"/>
                    <a:pt x="978" y="230"/>
                    <a:pt x="909" y="262"/>
                  </a:cubicBezTo>
                  <a:cubicBezTo>
                    <a:pt x="723" y="347"/>
                    <a:pt x="554" y="464"/>
                    <a:pt x="388" y="565"/>
                  </a:cubicBezTo>
                  <a:cubicBezTo>
                    <a:pt x="303" y="613"/>
                    <a:pt x="202" y="666"/>
                    <a:pt x="117" y="714"/>
                  </a:cubicBezTo>
                  <a:cubicBezTo>
                    <a:pt x="49" y="751"/>
                    <a:pt x="16" y="783"/>
                    <a:pt x="16" y="852"/>
                  </a:cubicBezTo>
                  <a:lnTo>
                    <a:pt x="16" y="1458"/>
                  </a:lnTo>
                  <a:lnTo>
                    <a:pt x="16" y="1745"/>
                  </a:lnTo>
                  <a:lnTo>
                    <a:pt x="16" y="1761"/>
                  </a:lnTo>
                  <a:cubicBezTo>
                    <a:pt x="0" y="1793"/>
                    <a:pt x="0" y="1825"/>
                    <a:pt x="32" y="1862"/>
                  </a:cubicBezTo>
                  <a:lnTo>
                    <a:pt x="69" y="1862"/>
                  </a:lnTo>
                  <a:lnTo>
                    <a:pt x="49" y="1846"/>
                  </a:lnTo>
                  <a:cubicBezTo>
                    <a:pt x="32" y="1825"/>
                    <a:pt x="32" y="1793"/>
                    <a:pt x="32" y="1761"/>
                  </a:cubicBezTo>
                  <a:lnTo>
                    <a:pt x="32" y="1745"/>
                  </a:lnTo>
                  <a:lnTo>
                    <a:pt x="32" y="1458"/>
                  </a:lnTo>
                  <a:cubicBezTo>
                    <a:pt x="49" y="1256"/>
                    <a:pt x="49" y="1054"/>
                    <a:pt x="49" y="852"/>
                  </a:cubicBezTo>
                  <a:cubicBezTo>
                    <a:pt x="49" y="799"/>
                    <a:pt x="69" y="767"/>
                    <a:pt x="117" y="735"/>
                  </a:cubicBezTo>
                  <a:cubicBezTo>
                    <a:pt x="218" y="682"/>
                    <a:pt x="303" y="634"/>
                    <a:pt x="404" y="581"/>
                  </a:cubicBezTo>
                  <a:cubicBezTo>
                    <a:pt x="574" y="480"/>
                    <a:pt x="739" y="379"/>
                    <a:pt x="925" y="278"/>
                  </a:cubicBezTo>
                  <a:cubicBezTo>
                    <a:pt x="978" y="262"/>
                    <a:pt x="1042" y="209"/>
                    <a:pt x="1095" y="177"/>
                  </a:cubicBezTo>
                  <a:cubicBezTo>
                    <a:pt x="1196" y="129"/>
                    <a:pt x="1297" y="60"/>
                    <a:pt x="1414" y="28"/>
                  </a:cubicBezTo>
                  <a:cubicBezTo>
                    <a:pt x="1430" y="28"/>
                    <a:pt x="1430" y="8"/>
                    <a:pt x="1430" y="8"/>
                  </a:cubicBezTo>
                  <a:cubicBezTo>
                    <a:pt x="1430" y="8"/>
                    <a:pt x="1423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0">
              <a:extLst>
                <a:ext uri="{FF2B5EF4-FFF2-40B4-BE49-F238E27FC236}">
                  <a16:creationId xmlns:a16="http://schemas.microsoft.com/office/drawing/2014/main" id="{92E365FC-C817-A961-90BC-B86E3BB7344F}"/>
                </a:ext>
              </a:extLst>
            </p:cNvPr>
            <p:cNvSpPr/>
            <p:nvPr/>
          </p:nvSpPr>
          <p:spPr>
            <a:xfrm>
              <a:off x="2136906" y="3055829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21" y="1"/>
                  </a:moveTo>
                  <a:cubicBezTo>
                    <a:pt x="1" y="49"/>
                    <a:pt x="1" y="118"/>
                    <a:pt x="1" y="166"/>
                  </a:cubicBezTo>
                  <a:lnTo>
                    <a:pt x="1" y="251"/>
                  </a:lnTo>
                  <a:cubicBezTo>
                    <a:pt x="1" y="251"/>
                    <a:pt x="1" y="267"/>
                    <a:pt x="21" y="267"/>
                  </a:cubicBezTo>
                  <a:cubicBezTo>
                    <a:pt x="21" y="267"/>
                    <a:pt x="37" y="267"/>
                    <a:pt x="37" y="251"/>
                  </a:cubicBezTo>
                  <a:lnTo>
                    <a:pt x="37" y="166"/>
                  </a:lnTo>
                  <a:cubicBezTo>
                    <a:pt x="21" y="118"/>
                    <a:pt x="21" y="65"/>
                    <a:pt x="37" y="17"/>
                  </a:cubicBezTo>
                  <a:cubicBezTo>
                    <a:pt x="53" y="17"/>
                    <a:pt x="37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0">
              <a:extLst>
                <a:ext uri="{FF2B5EF4-FFF2-40B4-BE49-F238E27FC236}">
                  <a16:creationId xmlns:a16="http://schemas.microsoft.com/office/drawing/2014/main" id="{5C150054-889F-A21C-4222-8D85783F2958}"/>
                </a:ext>
              </a:extLst>
            </p:cNvPr>
            <p:cNvSpPr/>
            <p:nvPr/>
          </p:nvSpPr>
          <p:spPr>
            <a:xfrm>
              <a:off x="747846" y="2987195"/>
              <a:ext cx="4966" cy="91975"/>
            </a:xfrm>
            <a:custGeom>
              <a:avLst/>
              <a:gdLst/>
              <a:ahLst/>
              <a:cxnLst/>
              <a:rect l="l" t="t" r="r" b="b"/>
              <a:pathLst>
                <a:path w="50" h="926" extrusionOk="0">
                  <a:moveTo>
                    <a:pt x="17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7" y="134"/>
                    <a:pt x="17" y="271"/>
                    <a:pt x="17" y="405"/>
                  </a:cubicBezTo>
                  <a:lnTo>
                    <a:pt x="17" y="607"/>
                  </a:lnTo>
                  <a:lnTo>
                    <a:pt x="17" y="825"/>
                  </a:lnTo>
                  <a:lnTo>
                    <a:pt x="17" y="926"/>
                  </a:lnTo>
                  <a:lnTo>
                    <a:pt x="49" y="926"/>
                  </a:lnTo>
                  <a:lnTo>
                    <a:pt x="49" y="825"/>
                  </a:lnTo>
                  <a:lnTo>
                    <a:pt x="49" y="607"/>
                  </a:lnTo>
                  <a:lnTo>
                    <a:pt x="49" y="405"/>
                  </a:lnTo>
                  <a:cubicBezTo>
                    <a:pt x="49" y="271"/>
                    <a:pt x="49" y="134"/>
                    <a:pt x="33" y="17"/>
                  </a:cubicBezTo>
                  <a:cubicBezTo>
                    <a:pt x="33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0">
              <a:extLst>
                <a:ext uri="{FF2B5EF4-FFF2-40B4-BE49-F238E27FC236}">
                  <a16:creationId xmlns:a16="http://schemas.microsoft.com/office/drawing/2014/main" id="{A70BB74B-A97F-956F-346E-DB296A87263F}"/>
                </a:ext>
              </a:extLst>
            </p:cNvPr>
            <p:cNvSpPr/>
            <p:nvPr/>
          </p:nvSpPr>
          <p:spPr>
            <a:xfrm>
              <a:off x="1339724" y="1677297"/>
              <a:ext cx="8443" cy="103099"/>
            </a:xfrm>
            <a:custGeom>
              <a:avLst/>
              <a:gdLst/>
              <a:ahLst/>
              <a:cxnLst/>
              <a:rect l="l" t="t" r="r" b="b"/>
              <a:pathLst>
                <a:path w="85" h="1038" extrusionOk="0">
                  <a:moveTo>
                    <a:pt x="20" y="0"/>
                  </a:moveTo>
                  <a:cubicBezTo>
                    <a:pt x="18" y="0"/>
                    <a:pt x="16" y="2"/>
                    <a:pt x="16" y="7"/>
                  </a:cubicBezTo>
                  <a:cubicBezTo>
                    <a:pt x="0" y="7"/>
                    <a:pt x="0" y="7"/>
                    <a:pt x="0" y="28"/>
                  </a:cubicBezTo>
                  <a:cubicBezTo>
                    <a:pt x="32" y="129"/>
                    <a:pt x="32" y="246"/>
                    <a:pt x="32" y="347"/>
                  </a:cubicBezTo>
                  <a:cubicBezTo>
                    <a:pt x="16" y="395"/>
                    <a:pt x="16" y="448"/>
                    <a:pt x="16" y="480"/>
                  </a:cubicBezTo>
                  <a:lnTo>
                    <a:pt x="16" y="633"/>
                  </a:lnTo>
                  <a:cubicBezTo>
                    <a:pt x="0" y="767"/>
                    <a:pt x="0" y="900"/>
                    <a:pt x="69" y="1037"/>
                  </a:cubicBezTo>
                  <a:lnTo>
                    <a:pt x="85" y="1037"/>
                  </a:lnTo>
                  <a:lnTo>
                    <a:pt x="85" y="1017"/>
                  </a:lnTo>
                  <a:cubicBezTo>
                    <a:pt x="32" y="900"/>
                    <a:pt x="32" y="767"/>
                    <a:pt x="49" y="633"/>
                  </a:cubicBezTo>
                  <a:lnTo>
                    <a:pt x="49" y="480"/>
                  </a:lnTo>
                  <a:lnTo>
                    <a:pt x="49" y="347"/>
                  </a:lnTo>
                  <a:cubicBezTo>
                    <a:pt x="69" y="246"/>
                    <a:pt x="69" y="129"/>
                    <a:pt x="32" y="7"/>
                  </a:cubicBezTo>
                  <a:cubicBezTo>
                    <a:pt x="3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0">
              <a:extLst>
                <a:ext uri="{FF2B5EF4-FFF2-40B4-BE49-F238E27FC236}">
                  <a16:creationId xmlns:a16="http://schemas.microsoft.com/office/drawing/2014/main" id="{53777403-3628-53DA-0432-7AE17EB551CE}"/>
                </a:ext>
              </a:extLst>
            </p:cNvPr>
            <p:cNvSpPr/>
            <p:nvPr/>
          </p:nvSpPr>
          <p:spPr>
            <a:xfrm>
              <a:off x="869817" y="2462362"/>
              <a:ext cx="336314" cy="232421"/>
            </a:xfrm>
            <a:custGeom>
              <a:avLst/>
              <a:gdLst/>
              <a:ahLst/>
              <a:cxnLst/>
              <a:rect l="l" t="t" r="r" b="b"/>
              <a:pathLst>
                <a:path w="3386" h="2340" extrusionOk="0">
                  <a:moveTo>
                    <a:pt x="3366" y="1"/>
                  </a:moveTo>
                  <a:cubicBezTo>
                    <a:pt x="3265" y="17"/>
                    <a:pt x="3184" y="49"/>
                    <a:pt x="3099" y="102"/>
                  </a:cubicBezTo>
                  <a:cubicBezTo>
                    <a:pt x="3063" y="118"/>
                    <a:pt x="3030" y="134"/>
                    <a:pt x="2982" y="150"/>
                  </a:cubicBezTo>
                  <a:cubicBezTo>
                    <a:pt x="2578" y="336"/>
                    <a:pt x="2174" y="522"/>
                    <a:pt x="1786" y="708"/>
                  </a:cubicBezTo>
                  <a:cubicBezTo>
                    <a:pt x="1584" y="789"/>
                    <a:pt x="1366" y="890"/>
                    <a:pt x="1164" y="991"/>
                  </a:cubicBezTo>
                  <a:lnTo>
                    <a:pt x="1043" y="1043"/>
                  </a:lnTo>
                  <a:cubicBezTo>
                    <a:pt x="760" y="1176"/>
                    <a:pt x="457" y="1314"/>
                    <a:pt x="170" y="1431"/>
                  </a:cubicBezTo>
                  <a:cubicBezTo>
                    <a:pt x="33" y="1479"/>
                    <a:pt x="1" y="1548"/>
                    <a:pt x="1" y="1665"/>
                  </a:cubicBezTo>
                  <a:cubicBezTo>
                    <a:pt x="17" y="1782"/>
                    <a:pt x="1" y="1900"/>
                    <a:pt x="1" y="2021"/>
                  </a:cubicBezTo>
                  <a:lnTo>
                    <a:pt x="1" y="2186"/>
                  </a:lnTo>
                  <a:lnTo>
                    <a:pt x="1" y="2223"/>
                  </a:lnTo>
                  <a:cubicBezTo>
                    <a:pt x="1" y="2255"/>
                    <a:pt x="1" y="2303"/>
                    <a:pt x="33" y="2340"/>
                  </a:cubicBezTo>
                  <a:lnTo>
                    <a:pt x="53" y="2340"/>
                  </a:lnTo>
                  <a:lnTo>
                    <a:pt x="53" y="2324"/>
                  </a:lnTo>
                  <a:cubicBezTo>
                    <a:pt x="33" y="2287"/>
                    <a:pt x="33" y="2255"/>
                    <a:pt x="33" y="2223"/>
                  </a:cubicBezTo>
                  <a:lnTo>
                    <a:pt x="33" y="2186"/>
                  </a:lnTo>
                  <a:lnTo>
                    <a:pt x="33" y="2021"/>
                  </a:lnTo>
                  <a:lnTo>
                    <a:pt x="33" y="1665"/>
                  </a:lnTo>
                  <a:cubicBezTo>
                    <a:pt x="17" y="1548"/>
                    <a:pt x="53" y="1496"/>
                    <a:pt x="170" y="1447"/>
                  </a:cubicBezTo>
                  <a:cubicBezTo>
                    <a:pt x="473" y="1330"/>
                    <a:pt x="776" y="1193"/>
                    <a:pt x="1063" y="1059"/>
                  </a:cubicBezTo>
                  <a:lnTo>
                    <a:pt x="1180" y="1011"/>
                  </a:lnTo>
                  <a:cubicBezTo>
                    <a:pt x="1382" y="926"/>
                    <a:pt x="1584" y="825"/>
                    <a:pt x="1786" y="724"/>
                  </a:cubicBezTo>
                  <a:cubicBezTo>
                    <a:pt x="2190" y="538"/>
                    <a:pt x="2594" y="352"/>
                    <a:pt x="2998" y="183"/>
                  </a:cubicBezTo>
                  <a:cubicBezTo>
                    <a:pt x="3030" y="167"/>
                    <a:pt x="3083" y="150"/>
                    <a:pt x="3115" y="118"/>
                  </a:cubicBezTo>
                  <a:cubicBezTo>
                    <a:pt x="3184" y="82"/>
                    <a:pt x="3285" y="33"/>
                    <a:pt x="3366" y="33"/>
                  </a:cubicBezTo>
                  <a:cubicBezTo>
                    <a:pt x="3386" y="33"/>
                    <a:pt x="3386" y="17"/>
                    <a:pt x="3386" y="17"/>
                  </a:cubicBezTo>
                  <a:cubicBezTo>
                    <a:pt x="3386" y="1"/>
                    <a:pt x="3386" y="1"/>
                    <a:pt x="33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0">
              <a:extLst>
                <a:ext uri="{FF2B5EF4-FFF2-40B4-BE49-F238E27FC236}">
                  <a16:creationId xmlns:a16="http://schemas.microsoft.com/office/drawing/2014/main" id="{91A367C1-E028-18B7-380B-75FD7D9005ED}"/>
                </a:ext>
              </a:extLst>
            </p:cNvPr>
            <p:cNvSpPr/>
            <p:nvPr/>
          </p:nvSpPr>
          <p:spPr>
            <a:xfrm>
              <a:off x="851343" y="2784970"/>
              <a:ext cx="361245" cy="257351"/>
            </a:xfrm>
            <a:custGeom>
              <a:avLst/>
              <a:gdLst/>
              <a:ahLst/>
              <a:cxnLst/>
              <a:rect l="l" t="t" r="r" b="b"/>
              <a:pathLst>
                <a:path w="3637" h="2591" extrusionOk="0">
                  <a:moveTo>
                    <a:pt x="3552" y="1"/>
                  </a:moveTo>
                  <a:lnTo>
                    <a:pt x="3552" y="17"/>
                  </a:lnTo>
                  <a:cubicBezTo>
                    <a:pt x="3604" y="65"/>
                    <a:pt x="3604" y="134"/>
                    <a:pt x="3588" y="203"/>
                  </a:cubicBezTo>
                  <a:cubicBezTo>
                    <a:pt x="3572" y="235"/>
                    <a:pt x="3572" y="267"/>
                    <a:pt x="3572" y="288"/>
                  </a:cubicBezTo>
                  <a:lnTo>
                    <a:pt x="3572" y="1043"/>
                  </a:lnTo>
                  <a:cubicBezTo>
                    <a:pt x="3572" y="1128"/>
                    <a:pt x="3552" y="1160"/>
                    <a:pt x="3487" y="1197"/>
                  </a:cubicBezTo>
                  <a:cubicBezTo>
                    <a:pt x="2897" y="1415"/>
                    <a:pt x="2340" y="1633"/>
                    <a:pt x="1871" y="1819"/>
                  </a:cubicBezTo>
                  <a:cubicBezTo>
                    <a:pt x="1601" y="1920"/>
                    <a:pt x="1350" y="2021"/>
                    <a:pt x="1096" y="2122"/>
                  </a:cubicBezTo>
                  <a:cubicBezTo>
                    <a:pt x="926" y="2186"/>
                    <a:pt x="760" y="2271"/>
                    <a:pt x="574" y="2340"/>
                  </a:cubicBezTo>
                  <a:cubicBezTo>
                    <a:pt x="522" y="2356"/>
                    <a:pt x="457" y="2372"/>
                    <a:pt x="405" y="2408"/>
                  </a:cubicBezTo>
                  <a:cubicBezTo>
                    <a:pt x="271" y="2441"/>
                    <a:pt x="138" y="2489"/>
                    <a:pt x="17" y="2558"/>
                  </a:cubicBezTo>
                  <a:lnTo>
                    <a:pt x="1" y="2574"/>
                  </a:lnTo>
                  <a:lnTo>
                    <a:pt x="17" y="2590"/>
                  </a:lnTo>
                  <a:cubicBezTo>
                    <a:pt x="154" y="2526"/>
                    <a:pt x="288" y="2473"/>
                    <a:pt x="405" y="2425"/>
                  </a:cubicBezTo>
                  <a:cubicBezTo>
                    <a:pt x="473" y="2408"/>
                    <a:pt x="522" y="2388"/>
                    <a:pt x="591" y="2356"/>
                  </a:cubicBezTo>
                  <a:cubicBezTo>
                    <a:pt x="760" y="2287"/>
                    <a:pt x="926" y="2223"/>
                    <a:pt x="1112" y="2154"/>
                  </a:cubicBezTo>
                  <a:lnTo>
                    <a:pt x="1871" y="1851"/>
                  </a:lnTo>
                  <a:cubicBezTo>
                    <a:pt x="2340" y="1649"/>
                    <a:pt x="2913" y="1431"/>
                    <a:pt x="3487" y="1213"/>
                  </a:cubicBezTo>
                  <a:cubicBezTo>
                    <a:pt x="3588" y="1176"/>
                    <a:pt x="3604" y="1128"/>
                    <a:pt x="3604" y="1043"/>
                  </a:cubicBezTo>
                  <a:lnTo>
                    <a:pt x="3604" y="288"/>
                  </a:lnTo>
                  <a:lnTo>
                    <a:pt x="3604" y="203"/>
                  </a:lnTo>
                  <a:cubicBezTo>
                    <a:pt x="3620" y="134"/>
                    <a:pt x="3637" y="65"/>
                    <a:pt x="35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0">
              <a:extLst>
                <a:ext uri="{FF2B5EF4-FFF2-40B4-BE49-F238E27FC236}">
                  <a16:creationId xmlns:a16="http://schemas.microsoft.com/office/drawing/2014/main" id="{1D7706E4-605C-648C-67A3-9C4C85CA84AF}"/>
                </a:ext>
              </a:extLst>
            </p:cNvPr>
            <p:cNvSpPr/>
            <p:nvPr/>
          </p:nvSpPr>
          <p:spPr>
            <a:xfrm>
              <a:off x="697687" y="3552156"/>
              <a:ext cx="4966" cy="20163"/>
            </a:xfrm>
            <a:custGeom>
              <a:avLst/>
              <a:gdLst/>
              <a:ahLst/>
              <a:cxnLst/>
              <a:rect l="l" t="t" r="r" b="b"/>
              <a:pathLst>
                <a:path w="50" h="203" extrusionOk="0">
                  <a:moveTo>
                    <a:pt x="17" y="1"/>
                  </a:moveTo>
                  <a:lnTo>
                    <a:pt x="17" y="17"/>
                  </a:lnTo>
                  <a:lnTo>
                    <a:pt x="17" y="69"/>
                  </a:lnTo>
                  <a:cubicBezTo>
                    <a:pt x="1" y="118"/>
                    <a:pt x="1" y="154"/>
                    <a:pt x="17" y="186"/>
                  </a:cubicBezTo>
                  <a:lnTo>
                    <a:pt x="33" y="203"/>
                  </a:lnTo>
                  <a:lnTo>
                    <a:pt x="49" y="203"/>
                  </a:lnTo>
                  <a:lnTo>
                    <a:pt x="49" y="186"/>
                  </a:lnTo>
                  <a:cubicBezTo>
                    <a:pt x="33" y="154"/>
                    <a:pt x="33" y="118"/>
                    <a:pt x="33" y="69"/>
                  </a:cubicBezTo>
                  <a:lnTo>
                    <a:pt x="33" y="17"/>
                  </a:lnTo>
                  <a:cubicBezTo>
                    <a:pt x="33" y="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0">
              <a:extLst>
                <a:ext uri="{FF2B5EF4-FFF2-40B4-BE49-F238E27FC236}">
                  <a16:creationId xmlns:a16="http://schemas.microsoft.com/office/drawing/2014/main" id="{9B77E210-FE15-90FE-2F72-78D9F976B71E}"/>
                </a:ext>
              </a:extLst>
            </p:cNvPr>
            <p:cNvSpPr/>
            <p:nvPr/>
          </p:nvSpPr>
          <p:spPr>
            <a:xfrm>
              <a:off x="687655" y="2473288"/>
              <a:ext cx="128924" cy="146107"/>
            </a:xfrm>
            <a:custGeom>
              <a:avLst/>
              <a:gdLst/>
              <a:ahLst/>
              <a:cxnLst/>
              <a:rect l="l" t="t" r="r" b="b"/>
              <a:pathLst>
                <a:path w="1298" h="1471" extrusionOk="0">
                  <a:moveTo>
                    <a:pt x="1275" y="1"/>
                  </a:moveTo>
                  <a:cubicBezTo>
                    <a:pt x="1272" y="1"/>
                    <a:pt x="1268" y="3"/>
                    <a:pt x="1261" y="8"/>
                  </a:cubicBezTo>
                  <a:lnTo>
                    <a:pt x="1043" y="109"/>
                  </a:lnTo>
                  <a:cubicBezTo>
                    <a:pt x="857" y="194"/>
                    <a:pt x="675" y="258"/>
                    <a:pt x="506" y="343"/>
                  </a:cubicBezTo>
                  <a:cubicBezTo>
                    <a:pt x="421" y="396"/>
                    <a:pt x="336" y="428"/>
                    <a:pt x="251" y="460"/>
                  </a:cubicBezTo>
                  <a:cubicBezTo>
                    <a:pt x="203" y="497"/>
                    <a:pt x="150" y="513"/>
                    <a:pt x="102" y="545"/>
                  </a:cubicBezTo>
                  <a:cubicBezTo>
                    <a:pt x="49" y="561"/>
                    <a:pt x="1" y="598"/>
                    <a:pt x="1" y="662"/>
                  </a:cubicBezTo>
                  <a:lnTo>
                    <a:pt x="1" y="949"/>
                  </a:lnTo>
                  <a:cubicBezTo>
                    <a:pt x="1" y="1119"/>
                    <a:pt x="1" y="1285"/>
                    <a:pt x="17" y="1454"/>
                  </a:cubicBezTo>
                  <a:cubicBezTo>
                    <a:pt x="17" y="1470"/>
                    <a:pt x="17" y="1470"/>
                    <a:pt x="33" y="1470"/>
                  </a:cubicBezTo>
                  <a:cubicBezTo>
                    <a:pt x="33" y="1470"/>
                    <a:pt x="49" y="1470"/>
                    <a:pt x="49" y="1454"/>
                  </a:cubicBezTo>
                  <a:cubicBezTo>
                    <a:pt x="17" y="1285"/>
                    <a:pt x="33" y="1119"/>
                    <a:pt x="33" y="949"/>
                  </a:cubicBezTo>
                  <a:lnTo>
                    <a:pt x="33" y="662"/>
                  </a:lnTo>
                  <a:cubicBezTo>
                    <a:pt x="33" y="614"/>
                    <a:pt x="69" y="578"/>
                    <a:pt x="118" y="561"/>
                  </a:cubicBezTo>
                  <a:cubicBezTo>
                    <a:pt x="170" y="545"/>
                    <a:pt x="219" y="513"/>
                    <a:pt x="271" y="497"/>
                  </a:cubicBezTo>
                  <a:cubicBezTo>
                    <a:pt x="352" y="460"/>
                    <a:pt x="421" y="412"/>
                    <a:pt x="506" y="376"/>
                  </a:cubicBezTo>
                  <a:cubicBezTo>
                    <a:pt x="691" y="295"/>
                    <a:pt x="877" y="210"/>
                    <a:pt x="1059" y="125"/>
                  </a:cubicBezTo>
                  <a:lnTo>
                    <a:pt x="1281" y="24"/>
                  </a:lnTo>
                  <a:cubicBezTo>
                    <a:pt x="1281" y="24"/>
                    <a:pt x="1297" y="8"/>
                    <a:pt x="1281" y="8"/>
                  </a:cubicBezTo>
                  <a:cubicBezTo>
                    <a:pt x="1281" y="8"/>
                    <a:pt x="1281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0">
              <a:extLst>
                <a:ext uri="{FF2B5EF4-FFF2-40B4-BE49-F238E27FC236}">
                  <a16:creationId xmlns:a16="http://schemas.microsoft.com/office/drawing/2014/main" id="{E172BB0C-B050-9D90-8290-2E55F0C66CC7}"/>
                </a:ext>
              </a:extLst>
            </p:cNvPr>
            <p:cNvSpPr/>
            <p:nvPr/>
          </p:nvSpPr>
          <p:spPr>
            <a:xfrm>
              <a:off x="1923059" y="3712665"/>
              <a:ext cx="20163" cy="21752"/>
            </a:xfrm>
            <a:custGeom>
              <a:avLst/>
              <a:gdLst/>
              <a:ahLst/>
              <a:cxnLst/>
              <a:rect l="l" t="t" r="r" b="b"/>
              <a:pathLst>
                <a:path w="203" h="219" extrusionOk="0">
                  <a:moveTo>
                    <a:pt x="1" y="1"/>
                  </a:moveTo>
                  <a:lnTo>
                    <a:pt x="1" y="17"/>
                  </a:lnTo>
                  <a:lnTo>
                    <a:pt x="69" y="219"/>
                  </a:lnTo>
                  <a:lnTo>
                    <a:pt x="203" y="219"/>
                  </a:lnTo>
                  <a:lnTo>
                    <a:pt x="203" y="202"/>
                  </a:lnTo>
                  <a:lnTo>
                    <a:pt x="203" y="186"/>
                  </a:lnTo>
                  <a:lnTo>
                    <a:pt x="86" y="186"/>
                  </a:lnTo>
                  <a:lnTo>
                    <a:pt x="17" y="17"/>
                  </a:ln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0">
              <a:extLst>
                <a:ext uri="{FF2B5EF4-FFF2-40B4-BE49-F238E27FC236}">
                  <a16:creationId xmlns:a16="http://schemas.microsoft.com/office/drawing/2014/main" id="{F8B4B06A-867D-0495-D643-0C27A194998E}"/>
                </a:ext>
              </a:extLst>
            </p:cNvPr>
            <p:cNvSpPr/>
            <p:nvPr/>
          </p:nvSpPr>
          <p:spPr>
            <a:xfrm>
              <a:off x="505493" y="2875256"/>
              <a:ext cx="130513" cy="56715"/>
            </a:xfrm>
            <a:custGeom>
              <a:avLst/>
              <a:gdLst/>
              <a:ahLst/>
              <a:cxnLst/>
              <a:rect l="l" t="t" r="r" b="b"/>
              <a:pathLst>
                <a:path w="1314" h="571" extrusionOk="0">
                  <a:moveTo>
                    <a:pt x="1297" y="1"/>
                  </a:moveTo>
                  <a:lnTo>
                    <a:pt x="1043" y="102"/>
                  </a:lnTo>
                  <a:cubicBezTo>
                    <a:pt x="825" y="203"/>
                    <a:pt x="607" y="304"/>
                    <a:pt x="368" y="405"/>
                  </a:cubicBezTo>
                  <a:cubicBezTo>
                    <a:pt x="287" y="437"/>
                    <a:pt x="203" y="469"/>
                    <a:pt x="118" y="506"/>
                  </a:cubicBezTo>
                  <a:cubicBezTo>
                    <a:pt x="85" y="522"/>
                    <a:pt x="49" y="538"/>
                    <a:pt x="1" y="538"/>
                  </a:cubicBezTo>
                  <a:lnTo>
                    <a:pt x="1" y="570"/>
                  </a:lnTo>
                  <a:lnTo>
                    <a:pt x="17" y="570"/>
                  </a:lnTo>
                  <a:cubicBezTo>
                    <a:pt x="49" y="554"/>
                    <a:pt x="102" y="538"/>
                    <a:pt x="134" y="522"/>
                  </a:cubicBezTo>
                  <a:cubicBezTo>
                    <a:pt x="219" y="490"/>
                    <a:pt x="304" y="453"/>
                    <a:pt x="388" y="421"/>
                  </a:cubicBezTo>
                  <a:cubicBezTo>
                    <a:pt x="607" y="320"/>
                    <a:pt x="841" y="235"/>
                    <a:pt x="1059" y="134"/>
                  </a:cubicBezTo>
                  <a:lnTo>
                    <a:pt x="1297" y="33"/>
                  </a:lnTo>
                  <a:cubicBezTo>
                    <a:pt x="1314" y="33"/>
                    <a:pt x="1314" y="17"/>
                    <a:pt x="1314" y="17"/>
                  </a:cubicBezTo>
                  <a:cubicBezTo>
                    <a:pt x="1314" y="1"/>
                    <a:pt x="1297" y="1"/>
                    <a:pt x="12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0">
              <a:extLst>
                <a:ext uri="{FF2B5EF4-FFF2-40B4-BE49-F238E27FC236}">
                  <a16:creationId xmlns:a16="http://schemas.microsoft.com/office/drawing/2014/main" id="{C3878EEA-9D11-F8CB-9378-8E5E9E49412E}"/>
                </a:ext>
              </a:extLst>
            </p:cNvPr>
            <p:cNvSpPr/>
            <p:nvPr/>
          </p:nvSpPr>
          <p:spPr>
            <a:xfrm>
              <a:off x="787973" y="3619200"/>
              <a:ext cx="4966" cy="100418"/>
            </a:xfrm>
            <a:custGeom>
              <a:avLst/>
              <a:gdLst/>
              <a:ahLst/>
              <a:cxnLst/>
              <a:rect l="l" t="t" r="r" b="b"/>
              <a:pathLst>
                <a:path w="50" h="1011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33" y="218"/>
                    <a:pt x="17" y="404"/>
                    <a:pt x="17" y="606"/>
                  </a:cubicBezTo>
                  <a:lnTo>
                    <a:pt x="17" y="723"/>
                  </a:lnTo>
                  <a:lnTo>
                    <a:pt x="17" y="792"/>
                  </a:lnTo>
                  <a:cubicBezTo>
                    <a:pt x="17" y="857"/>
                    <a:pt x="17" y="925"/>
                    <a:pt x="1" y="994"/>
                  </a:cubicBezTo>
                  <a:cubicBezTo>
                    <a:pt x="1" y="1010"/>
                    <a:pt x="17" y="1010"/>
                    <a:pt x="17" y="1010"/>
                  </a:cubicBezTo>
                  <a:cubicBezTo>
                    <a:pt x="33" y="1010"/>
                    <a:pt x="33" y="1010"/>
                    <a:pt x="33" y="994"/>
                  </a:cubicBezTo>
                  <a:lnTo>
                    <a:pt x="33" y="792"/>
                  </a:lnTo>
                  <a:lnTo>
                    <a:pt x="33" y="723"/>
                  </a:lnTo>
                  <a:cubicBezTo>
                    <a:pt x="49" y="691"/>
                    <a:pt x="49" y="639"/>
                    <a:pt x="49" y="606"/>
                  </a:cubicBezTo>
                  <a:cubicBezTo>
                    <a:pt x="49" y="404"/>
                    <a:pt x="49" y="202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0">
              <a:extLst>
                <a:ext uri="{FF2B5EF4-FFF2-40B4-BE49-F238E27FC236}">
                  <a16:creationId xmlns:a16="http://schemas.microsoft.com/office/drawing/2014/main" id="{FC17857D-BE87-268A-CCC1-B993DEF0705D}"/>
                </a:ext>
              </a:extLst>
            </p:cNvPr>
            <p:cNvSpPr/>
            <p:nvPr/>
          </p:nvSpPr>
          <p:spPr>
            <a:xfrm>
              <a:off x="487019" y="1711664"/>
              <a:ext cx="153854" cy="108860"/>
            </a:xfrm>
            <a:custGeom>
              <a:avLst/>
              <a:gdLst/>
              <a:ahLst/>
              <a:cxnLst/>
              <a:rect l="l" t="t" r="r" b="b"/>
              <a:pathLst>
                <a:path w="1549" h="1096" extrusionOk="0">
                  <a:moveTo>
                    <a:pt x="1516" y="1"/>
                  </a:moveTo>
                  <a:cubicBezTo>
                    <a:pt x="1500" y="1"/>
                    <a:pt x="1500" y="1"/>
                    <a:pt x="1500" y="17"/>
                  </a:cubicBezTo>
                  <a:cubicBezTo>
                    <a:pt x="1532" y="166"/>
                    <a:pt x="1532" y="166"/>
                    <a:pt x="1399" y="251"/>
                  </a:cubicBezTo>
                  <a:lnTo>
                    <a:pt x="1382" y="251"/>
                  </a:lnTo>
                  <a:cubicBezTo>
                    <a:pt x="1079" y="421"/>
                    <a:pt x="793" y="607"/>
                    <a:pt x="490" y="772"/>
                  </a:cubicBezTo>
                  <a:cubicBezTo>
                    <a:pt x="336" y="857"/>
                    <a:pt x="203" y="942"/>
                    <a:pt x="49" y="1043"/>
                  </a:cubicBezTo>
                  <a:cubicBezTo>
                    <a:pt x="49" y="1043"/>
                    <a:pt x="33" y="1043"/>
                    <a:pt x="17" y="1059"/>
                  </a:cubicBezTo>
                  <a:lnTo>
                    <a:pt x="1" y="1059"/>
                  </a:lnTo>
                  <a:lnTo>
                    <a:pt x="1" y="1075"/>
                  </a:lnTo>
                  <a:lnTo>
                    <a:pt x="17" y="1095"/>
                  </a:lnTo>
                  <a:lnTo>
                    <a:pt x="33" y="1075"/>
                  </a:lnTo>
                  <a:cubicBezTo>
                    <a:pt x="49" y="1075"/>
                    <a:pt x="49" y="1059"/>
                    <a:pt x="69" y="1059"/>
                  </a:cubicBezTo>
                  <a:cubicBezTo>
                    <a:pt x="219" y="974"/>
                    <a:pt x="352" y="893"/>
                    <a:pt x="506" y="809"/>
                  </a:cubicBezTo>
                  <a:cubicBezTo>
                    <a:pt x="793" y="623"/>
                    <a:pt x="1096" y="453"/>
                    <a:pt x="1399" y="267"/>
                  </a:cubicBezTo>
                  <a:cubicBezTo>
                    <a:pt x="1548" y="186"/>
                    <a:pt x="1548" y="166"/>
                    <a:pt x="15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0">
              <a:extLst>
                <a:ext uri="{FF2B5EF4-FFF2-40B4-BE49-F238E27FC236}">
                  <a16:creationId xmlns:a16="http://schemas.microsoft.com/office/drawing/2014/main" id="{273E5CCC-08FE-BCF9-2D03-682B1E561115}"/>
                </a:ext>
              </a:extLst>
            </p:cNvPr>
            <p:cNvSpPr/>
            <p:nvPr/>
          </p:nvSpPr>
          <p:spPr>
            <a:xfrm>
              <a:off x="1643857" y="3485608"/>
              <a:ext cx="6853" cy="76679"/>
            </a:xfrm>
            <a:custGeom>
              <a:avLst/>
              <a:gdLst/>
              <a:ahLst/>
              <a:cxnLst/>
              <a:rect l="l" t="t" r="r" b="b"/>
              <a:pathLst>
                <a:path w="69" h="772" extrusionOk="0">
                  <a:moveTo>
                    <a:pt x="37" y="0"/>
                  </a:moveTo>
                  <a:cubicBezTo>
                    <a:pt x="16" y="133"/>
                    <a:pt x="16" y="267"/>
                    <a:pt x="16" y="384"/>
                  </a:cubicBezTo>
                  <a:lnTo>
                    <a:pt x="16" y="622"/>
                  </a:lnTo>
                  <a:lnTo>
                    <a:pt x="16" y="671"/>
                  </a:lnTo>
                  <a:cubicBezTo>
                    <a:pt x="16" y="707"/>
                    <a:pt x="37" y="723"/>
                    <a:pt x="16" y="755"/>
                  </a:cubicBezTo>
                  <a:cubicBezTo>
                    <a:pt x="0" y="755"/>
                    <a:pt x="0" y="772"/>
                    <a:pt x="16" y="772"/>
                  </a:cubicBezTo>
                  <a:lnTo>
                    <a:pt x="37" y="772"/>
                  </a:lnTo>
                  <a:cubicBezTo>
                    <a:pt x="53" y="739"/>
                    <a:pt x="53" y="707"/>
                    <a:pt x="53" y="671"/>
                  </a:cubicBezTo>
                  <a:lnTo>
                    <a:pt x="53" y="622"/>
                  </a:lnTo>
                  <a:lnTo>
                    <a:pt x="53" y="384"/>
                  </a:lnTo>
                  <a:cubicBezTo>
                    <a:pt x="53" y="267"/>
                    <a:pt x="53" y="133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0">
              <a:extLst>
                <a:ext uri="{FF2B5EF4-FFF2-40B4-BE49-F238E27FC236}">
                  <a16:creationId xmlns:a16="http://schemas.microsoft.com/office/drawing/2014/main" id="{C96166A2-718E-FEAD-C1FE-368566D098FB}"/>
                </a:ext>
              </a:extLst>
            </p:cNvPr>
            <p:cNvSpPr/>
            <p:nvPr/>
          </p:nvSpPr>
          <p:spPr>
            <a:xfrm>
              <a:off x="1737719" y="2907835"/>
              <a:ext cx="170640" cy="307014"/>
            </a:xfrm>
            <a:custGeom>
              <a:avLst/>
              <a:gdLst/>
              <a:ahLst/>
              <a:cxnLst/>
              <a:rect l="l" t="t" r="r" b="b"/>
              <a:pathLst>
                <a:path w="1718" h="3091" extrusionOk="0">
                  <a:moveTo>
                    <a:pt x="12" y="1"/>
                  </a:moveTo>
                  <a:cubicBezTo>
                    <a:pt x="9" y="1"/>
                    <a:pt x="6" y="3"/>
                    <a:pt x="0" y="8"/>
                  </a:cubicBezTo>
                  <a:lnTo>
                    <a:pt x="0" y="24"/>
                  </a:lnTo>
                  <a:cubicBezTo>
                    <a:pt x="0" y="40"/>
                    <a:pt x="0" y="61"/>
                    <a:pt x="17" y="77"/>
                  </a:cubicBezTo>
                  <a:cubicBezTo>
                    <a:pt x="17" y="109"/>
                    <a:pt x="33" y="162"/>
                    <a:pt x="65" y="178"/>
                  </a:cubicBezTo>
                  <a:cubicBezTo>
                    <a:pt x="202" y="311"/>
                    <a:pt x="336" y="464"/>
                    <a:pt x="437" y="614"/>
                  </a:cubicBezTo>
                  <a:cubicBezTo>
                    <a:pt x="505" y="683"/>
                    <a:pt x="554" y="747"/>
                    <a:pt x="606" y="816"/>
                  </a:cubicBezTo>
                  <a:cubicBezTo>
                    <a:pt x="841" y="1103"/>
                    <a:pt x="1059" y="1390"/>
                    <a:pt x="1277" y="1656"/>
                  </a:cubicBezTo>
                  <a:cubicBezTo>
                    <a:pt x="1394" y="1810"/>
                    <a:pt x="1515" y="1943"/>
                    <a:pt x="1632" y="2097"/>
                  </a:cubicBezTo>
                  <a:cubicBezTo>
                    <a:pt x="1649" y="2097"/>
                    <a:pt x="1649" y="2097"/>
                    <a:pt x="1649" y="2113"/>
                  </a:cubicBezTo>
                  <a:cubicBezTo>
                    <a:pt x="1665" y="2129"/>
                    <a:pt x="1697" y="2145"/>
                    <a:pt x="1681" y="2198"/>
                  </a:cubicBezTo>
                  <a:cubicBezTo>
                    <a:pt x="1665" y="2347"/>
                    <a:pt x="1665" y="2517"/>
                    <a:pt x="1665" y="2666"/>
                  </a:cubicBezTo>
                  <a:cubicBezTo>
                    <a:pt x="1665" y="2751"/>
                    <a:pt x="1681" y="2852"/>
                    <a:pt x="1665" y="2937"/>
                  </a:cubicBezTo>
                  <a:cubicBezTo>
                    <a:pt x="1665" y="2969"/>
                    <a:pt x="1665" y="3022"/>
                    <a:pt x="1649" y="3054"/>
                  </a:cubicBezTo>
                  <a:lnTo>
                    <a:pt x="1649" y="3070"/>
                  </a:lnTo>
                  <a:lnTo>
                    <a:pt x="1665" y="3090"/>
                  </a:lnTo>
                  <a:lnTo>
                    <a:pt x="1665" y="3070"/>
                  </a:lnTo>
                  <a:cubicBezTo>
                    <a:pt x="1697" y="3038"/>
                    <a:pt x="1697" y="2989"/>
                    <a:pt x="1697" y="2937"/>
                  </a:cubicBezTo>
                  <a:lnTo>
                    <a:pt x="1697" y="2666"/>
                  </a:lnTo>
                  <a:cubicBezTo>
                    <a:pt x="1697" y="2517"/>
                    <a:pt x="1697" y="2347"/>
                    <a:pt x="1717" y="2198"/>
                  </a:cubicBezTo>
                  <a:cubicBezTo>
                    <a:pt x="1717" y="2145"/>
                    <a:pt x="1697" y="2113"/>
                    <a:pt x="1665" y="2097"/>
                  </a:cubicBezTo>
                  <a:cubicBezTo>
                    <a:pt x="1665" y="2080"/>
                    <a:pt x="1665" y="2080"/>
                    <a:pt x="1649" y="2080"/>
                  </a:cubicBezTo>
                  <a:cubicBezTo>
                    <a:pt x="1532" y="1927"/>
                    <a:pt x="1431" y="1794"/>
                    <a:pt x="1313" y="1640"/>
                  </a:cubicBezTo>
                  <a:cubicBezTo>
                    <a:pt x="1091" y="1373"/>
                    <a:pt x="857" y="1087"/>
                    <a:pt x="623" y="800"/>
                  </a:cubicBezTo>
                  <a:cubicBezTo>
                    <a:pt x="570" y="731"/>
                    <a:pt x="522" y="666"/>
                    <a:pt x="469" y="598"/>
                  </a:cubicBezTo>
                  <a:cubicBezTo>
                    <a:pt x="352" y="444"/>
                    <a:pt x="235" y="295"/>
                    <a:pt x="81" y="162"/>
                  </a:cubicBezTo>
                  <a:cubicBezTo>
                    <a:pt x="49" y="141"/>
                    <a:pt x="49" y="109"/>
                    <a:pt x="33" y="61"/>
                  </a:cubicBezTo>
                  <a:cubicBezTo>
                    <a:pt x="33" y="40"/>
                    <a:pt x="33" y="24"/>
                    <a:pt x="17" y="8"/>
                  </a:cubicBezTo>
                  <a:cubicBezTo>
                    <a:pt x="17" y="8"/>
                    <a:pt x="17" y="1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0">
              <a:extLst>
                <a:ext uri="{FF2B5EF4-FFF2-40B4-BE49-F238E27FC236}">
                  <a16:creationId xmlns:a16="http://schemas.microsoft.com/office/drawing/2014/main" id="{5A35ACE9-41C6-C199-5938-40594CC40049}"/>
                </a:ext>
              </a:extLst>
            </p:cNvPr>
            <p:cNvSpPr/>
            <p:nvPr/>
          </p:nvSpPr>
          <p:spPr>
            <a:xfrm>
              <a:off x="2116842" y="3291329"/>
              <a:ext cx="5364" cy="27016"/>
            </a:xfrm>
            <a:custGeom>
              <a:avLst/>
              <a:gdLst/>
              <a:ahLst/>
              <a:cxnLst/>
              <a:rect l="l" t="t" r="r" b="b"/>
              <a:pathLst>
                <a:path w="54" h="272" extrusionOk="0">
                  <a:moveTo>
                    <a:pt x="53" y="1"/>
                  </a:moveTo>
                  <a:cubicBezTo>
                    <a:pt x="37" y="1"/>
                    <a:pt x="37" y="1"/>
                    <a:pt x="37" y="17"/>
                  </a:cubicBezTo>
                  <a:cubicBezTo>
                    <a:pt x="1" y="70"/>
                    <a:pt x="21" y="118"/>
                    <a:pt x="21" y="171"/>
                  </a:cubicBezTo>
                  <a:lnTo>
                    <a:pt x="21" y="255"/>
                  </a:lnTo>
                  <a:cubicBezTo>
                    <a:pt x="21" y="272"/>
                    <a:pt x="21" y="272"/>
                    <a:pt x="37" y="272"/>
                  </a:cubicBezTo>
                  <a:lnTo>
                    <a:pt x="37" y="255"/>
                  </a:lnTo>
                  <a:cubicBezTo>
                    <a:pt x="53" y="239"/>
                    <a:pt x="37" y="203"/>
                    <a:pt x="37" y="171"/>
                  </a:cubicBezTo>
                  <a:cubicBezTo>
                    <a:pt x="37" y="118"/>
                    <a:pt x="37" y="70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0">
              <a:extLst>
                <a:ext uri="{FF2B5EF4-FFF2-40B4-BE49-F238E27FC236}">
                  <a16:creationId xmlns:a16="http://schemas.microsoft.com/office/drawing/2014/main" id="{898D2C86-0ECC-9AAA-90AF-457B709A8DE1}"/>
                </a:ext>
              </a:extLst>
            </p:cNvPr>
            <p:cNvSpPr/>
            <p:nvPr/>
          </p:nvSpPr>
          <p:spPr>
            <a:xfrm>
              <a:off x="2155381" y="3336720"/>
              <a:ext cx="5364" cy="33373"/>
            </a:xfrm>
            <a:custGeom>
              <a:avLst/>
              <a:gdLst/>
              <a:ahLst/>
              <a:cxnLst/>
              <a:rect l="l" t="t" r="r" b="b"/>
              <a:pathLst>
                <a:path w="54" h="336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85"/>
                    <a:pt x="1" y="150"/>
                    <a:pt x="1" y="202"/>
                  </a:cubicBezTo>
                  <a:lnTo>
                    <a:pt x="1" y="319"/>
                  </a:lnTo>
                  <a:lnTo>
                    <a:pt x="17" y="336"/>
                  </a:lnTo>
                  <a:lnTo>
                    <a:pt x="37" y="319"/>
                  </a:lnTo>
                  <a:lnTo>
                    <a:pt x="37" y="202"/>
                  </a:lnTo>
                  <a:cubicBezTo>
                    <a:pt x="37" y="134"/>
                    <a:pt x="37" y="85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0">
              <a:extLst>
                <a:ext uri="{FF2B5EF4-FFF2-40B4-BE49-F238E27FC236}">
                  <a16:creationId xmlns:a16="http://schemas.microsoft.com/office/drawing/2014/main" id="{00E87356-7578-D6F9-54D9-8F6AD2A01D78}"/>
                </a:ext>
              </a:extLst>
            </p:cNvPr>
            <p:cNvSpPr/>
            <p:nvPr/>
          </p:nvSpPr>
          <p:spPr>
            <a:xfrm>
              <a:off x="1409946" y="1639852"/>
              <a:ext cx="71911" cy="190704"/>
            </a:xfrm>
            <a:custGeom>
              <a:avLst/>
              <a:gdLst/>
              <a:ahLst/>
              <a:cxnLst/>
              <a:rect l="l" t="t" r="r" b="b"/>
              <a:pathLst>
                <a:path w="724" h="1920" extrusionOk="0">
                  <a:moveTo>
                    <a:pt x="0" y="1"/>
                  </a:moveTo>
                  <a:lnTo>
                    <a:pt x="0" y="17"/>
                  </a:lnTo>
                  <a:cubicBezTo>
                    <a:pt x="117" y="134"/>
                    <a:pt x="186" y="267"/>
                    <a:pt x="271" y="384"/>
                  </a:cubicBezTo>
                  <a:cubicBezTo>
                    <a:pt x="303" y="437"/>
                    <a:pt x="319" y="485"/>
                    <a:pt x="352" y="522"/>
                  </a:cubicBezTo>
                  <a:cubicBezTo>
                    <a:pt x="372" y="554"/>
                    <a:pt x="404" y="586"/>
                    <a:pt x="420" y="639"/>
                  </a:cubicBezTo>
                  <a:cubicBezTo>
                    <a:pt x="473" y="724"/>
                    <a:pt x="537" y="808"/>
                    <a:pt x="606" y="889"/>
                  </a:cubicBezTo>
                  <a:cubicBezTo>
                    <a:pt x="691" y="1010"/>
                    <a:pt x="675" y="1144"/>
                    <a:pt x="675" y="1277"/>
                  </a:cubicBezTo>
                  <a:cubicBezTo>
                    <a:pt x="654" y="1293"/>
                    <a:pt x="654" y="1313"/>
                    <a:pt x="654" y="1330"/>
                  </a:cubicBezTo>
                  <a:cubicBezTo>
                    <a:pt x="638" y="1479"/>
                    <a:pt x="638" y="1633"/>
                    <a:pt x="654" y="1782"/>
                  </a:cubicBezTo>
                  <a:cubicBezTo>
                    <a:pt x="654" y="1818"/>
                    <a:pt x="638" y="1835"/>
                    <a:pt x="638" y="1867"/>
                  </a:cubicBezTo>
                  <a:cubicBezTo>
                    <a:pt x="638" y="1867"/>
                    <a:pt x="622" y="1883"/>
                    <a:pt x="622" y="1899"/>
                  </a:cubicBezTo>
                  <a:lnTo>
                    <a:pt x="622" y="1919"/>
                  </a:lnTo>
                  <a:lnTo>
                    <a:pt x="638" y="1919"/>
                  </a:lnTo>
                  <a:lnTo>
                    <a:pt x="638" y="1899"/>
                  </a:lnTo>
                  <a:cubicBezTo>
                    <a:pt x="654" y="1899"/>
                    <a:pt x="654" y="1883"/>
                    <a:pt x="654" y="1867"/>
                  </a:cubicBezTo>
                  <a:cubicBezTo>
                    <a:pt x="675" y="1851"/>
                    <a:pt x="691" y="1818"/>
                    <a:pt x="675" y="1782"/>
                  </a:cubicBezTo>
                  <a:cubicBezTo>
                    <a:pt x="675" y="1633"/>
                    <a:pt x="675" y="1479"/>
                    <a:pt x="691" y="1346"/>
                  </a:cubicBezTo>
                  <a:lnTo>
                    <a:pt x="691" y="1277"/>
                  </a:lnTo>
                  <a:cubicBezTo>
                    <a:pt x="707" y="1144"/>
                    <a:pt x="723" y="1010"/>
                    <a:pt x="622" y="873"/>
                  </a:cubicBezTo>
                  <a:cubicBezTo>
                    <a:pt x="553" y="808"/>
                    <a:pt x="489" y="707"/>
                    <a:pt x="436" y="623"/>
                  </a:cubicBezTo>
                  <a:cubicBezTo>
                    <a:pt x="420" y="586"/>
                    <a:pt x="404" y="538"/>
                    <a:pt x="372" y="506"/>
                  </a:cubicBezTo>
                  <a:cubicBezTo>
                    <a:pt x="352" y="469"/>
                    <a:pt x="319" y="421"/>
                    <a:pt x="287" y="368"/>
                  </a:cubicBezTo>
                  <a:cubicBezTo>
                    <a:pt x="218" y="251"/>
                    <a:pt x="133" y="118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0">
              <a:extLst>
                <a:ext uri="{FF2B5EF4-FFF2-40B4-BE49-F238E27FC236}">
                  <a16:creationId xmlns:a16="http://schemas.microsoft.com/office/drawing/2014/main" id="{9B2016C6-EA54-AEB3-5EC0-444B8B60918B}"/>
                </a:ext>
              </a:extLst>
            </p:cNvPr>
            <p:cNvSpPr/>
            <p:nvPr/>
          </p:nvSpPr>
          <p:spPr>
            <a:xfrm>
              <a:off x="978578" y="3395322"/>
              <a:ext cx="6953" cy="91975"/>
            </a:xfrm>
            <a:custGeom>
              <a:avLst/>
              <a:gdLst/>
              <a:ahLst/>
              <a:cxnLst/>
              <a:rect l="l" t="t" r="r" b="b"/>
              <a:pathLst>
                <a:path w="70" h="926" extrusionOk="0">
                  <a:moveTo>
                    <a:pt x="17" y="0"/>
                  </a:moveTo>
                  <a:cubicBezTo>
                    <a:pt x="17" y="0"/>
                    <a:pt x="0" y="0"/>
                    <a:pt x="0" y="16"/>
                  </a:cubicBezTo>
                  <a:cubicBezTo>
                    <a:pt x="17" y="166"/>
                    <a:pt x="17" y="319"/>
                    <a:pt x="17" y="469"/>
                  </a:cubicBezTo>
                  <a:lnTo>
                    <a:pt x="17" y="772"/>
                  </a:lnTo>
                  <a:lnTo>
                    <a:pt x="17" y="808"/>
                  </a:lnTo>
                  <a:cubicBezTo>
                    <a:pt x="17" y="840"/>
                    <a:pt x="17" y="889"/>
                    <a:pt x="49" y="925"/>
                  </a:cubicBezTo>
                  <a:lnTo>
                    <a:pt x="69" y="925"/>
                  </a:lnTo>
                  <a:lnTo>
                    <a:pt x="69" y="909"/>
                  </a:lnTo>
                  <a:cubicBezTo>
                    <a:pt x="33" y="873"/>
                    <a:pt x="49" y="840"/>
                    <a:pt x="49" y="808"/>
                  </a:cubicBezTo>
                  <a:lnTo>
                    <a:pt x="49" y="772"/>
                  </a:lnTo>
                  <a:lnTo>
                    <a:pt x="49" y="469"/>
                  </a:lnTo>
                  <a:cubicBezTo>
                    <a:pt x="49" y="319"/>
                    <a:pt x="49" y="166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0">
              <a:extLst>
                <a:ext uri="{FF2B5EF4-FFF2-40B4-BE49-F238E27FC236}">
                  <a16:creationId xmlns:a16="http://schemas.microsoft.com/office/drawing/2014/main" id="{CDA900B4-B5D8-BB96-1374-3BFE8A446903}"/>
                </a:ext>
              </a:extLst>
            </p:cNvPr>
            <p:cNvSpPr/>
            <p:nvPr/>
          </p:nvSpPr>
          <p:spPr>
            <a:xfrm>
              <a:off x="888292" y="2829964"/>
              <a:ext cx="4867" cy="20163"/>
            </a:xfrm>
            <a:custGeom>
              <a:avLst/>
              <a:gdLst/>
              <a:ahLst/>
              <a:cxnLst/>
              <a:rect l="l" t="t" r="r" b="b"/>
              <a:pathLst>
                <a:path w="49" h="203" extrusionOk="0">
                  <a:moveTo>
                    <a:pt x="17" y="0"/>
                  </a:moveTo>
                  <a:lnTo>
                    <a:pt x="17" y="16"/>
                  </a:lnTo>
                  <a:lnTo>
                    <a:pt x="17" y="69"/>
                  </a:lnTo>
                  <a:cubicBezTo>
                    <a:pt x="0" y="117"/>
                    <a:pt x="0" y="154"/>
                    <a:pt x="17" y="202"/>
                  </a:cubicBezTo>
                  <a:lnTo>
                    <a:pt x="33" y="202"/>
                  </a:lnTo>
                  <a:cubicBezTo>
                    <a:pt x="49" y="202"/>
                    <a:pt x="49" y="186"/>
                    <a:pt x="49" y="186"/>
                  </a:cubicBezTo>
                  <a:cubicBezTo>
                    <a:pt x="33" y="154"/>
                    <a:pt x="33" y="117"/>
                    <a:pt x="33" y="69"/>
                  </a:cubicBezTo>
                  <a:lnTo>
                    <a:pt x="33" y="16"/>
                  </a:ln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0">
              <a:extLst>
                <a:ext uri="{FF2B5EF4-FFF2-40B4-BE49-F238E27FC236}">
                  <a16:creationId xmlns:a16="http://schemas.microsoft.com/office/drawing/2014/main" id="{0B100E7E-DC5F-8233-EA50-0C34A22E4F12}"/>
                </a:ext>
              </a:extLst>
            </p:cNvPr>
            <p:cNvSpPr/>
            <p:nvPr/>
          </p:nvSpPr>
          <p:spPr>
            <a:xfrm>
              <a:off x="1409946" y="1646308"/>
              <a:ext cx="6853" cy="160609"/>
            </a:xfrm>
            <a:custGeom>
              <a:avLst/>
              <a:gdLst/>
              <a:ahLst/>
              <a:cxnLst/>
              <a:rect l="l" t="t" r="r" b="b"/>
              <a:pathLst>
                <a:path w="69" h="1617" extrusionOk="0">
                  <a:moveTo>
                    <a:pt x="49" y="0"/>
                  </a:moveTo>
                  <a:cubicBezTo>
                    <a:pt x="16" y="37"/>
                    <a:pt x="16" y="53"/>
                    <a:pt x="16" y="101"/>
                  </a:cubicBezTo>
                  <a:lnTo>
                    <a:pt x="16" y="372"/>
                  </a:lnTo>
                  <a:cubicBezTo>
                    <a:pt x="0" y="574"/>
                    <a:pt x="0" y="776"/>
                    <a:pt x="16" y="978"/>
                  </a:cubicBezTo>
                  <a:cubicBezTo>
                    <a:pt x="32" y="1147"/>
                    <a:pt x="32" y="1313"/>
                    <a:pt x="32" y="1467"/>
                  </a:cubicBezTo>
                  <a:lnTo>
                    <a:pt x="32" y="1483"/>
                  </a:lnTo>
                  <a:cubicBezTo>
                    <a:pt x="49" y="1531"/>
                    <a:pt x="49" y="1568"/>
                    <a:pt x="16" y="1600"/>
                  </a:cubicBezTo>
                  <a:lnTo>
                    <a:pt x="16" y="1616"/>
                  </a:lnTo>
                  <a:lnTo>
                    <a:pt x="32" y="1616"/>
                  </a:lnTo>
                  <a:cubicBezTo>
                    <a:pt x="69" y="1584"/>
                    <a:pt x="69" y="1531"/>
                    <a:pt x="69" y="1483"/>
                  </a:cubicBezTo>
                  <a:lnTo>
                    <a:pt x="69" y="1467"/>
                  </a:lnTo>
                  <a:cubicBezTo>
                    <a:pt x="69" y="1313"/>
                    <a:pt x="49" y="1147"/>
                    <a:pt x="49" y="978"/>
                  </a:cubicBezTo>
                  <a:cubicBezTo>
                    <a:pt x="32" y="776"/>
                    <a:pt x="32" y="574"/>
                    <a:pt x="32" y="372"/>
                  </a:cubicBezTo>
                  <a:lnTo>
                    <a:pt x="32" y="101"/>
                  </a:lnTo>
                  <a:cubicBezTo>
                    <a:pt x="32" y="69"/>
                    <a:pt x="49" y="5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0">
              <a:extLst>
                <a:ext uri="{FF2B5EF4-FFF2-40B4-BE49-F238E27FC236}">
                  <a16:creationId xmlns:a16="http://schemas.microsoft.com/office/drawing/2014/main" id="{B6C5D4F6-ECF9-3B1F-201F-DA95B6C20E0B}"/>
                </a:ext>
              </a:extLst>
            </p:cNvPr>
            <p:cNvSpPr/>
            <p:nvPr/>
          </p:nvSpPr>
          <p:spPr>
            <a:xfrm>
              <a:off x="487019" y="2031093"/>
              <a:ext cx="153854" cy="203914"/>
            </a:xfrm>
            <a:custGeom>
              <a:avLst/>
              <a:gdLst/>
              <a:ahLst/>
              <a:cxnLst/>
              <a:rect l="l" t="t" r="r" b="b"/>
              <a:pathLst>
                <a:path w="1549" h="2053" extrusionOk="0">
                  <a:moveTo>
                    <a:pt x="1500" y="0"/>
                  </a:moveTo>
                  <a:lnTo>
                    <a:pt x="1500" y="16"/>
                  </a:lnTo>
                  <a:cubicBezTo>
                    <a:pt x="1516" y="101"/>
                    <a:pt x="1516" y="182"/>
                    <a:pt x="1516" y="267"/>
                  </a:cubicBezTo>
                  <a:cubicBezTo>
                    <a:pt x="1500" y="319"/>
                    <a:pt x="1500" y="368"/>
                    <a:pt x="1500" y="420"/>
                  </a:cubicBezTo>
                  <a:cubicBezTo>
                    <a:pt x="1516" y="586"/>
                    <a:pt x="1516" y="772"/>
                    <a:pt x="1516" y="941"/>
                  </a:cubicBezTo>
                  <a:lnTo>
                    <a:pt x="1516" y="1160"/>
                  </a:lnTo>
                  <a:cubicBezTo>
                    <a:pt x="1516" y="1228"/>
                    <a:pt x="1516" y="1244"/>
                    <a:pt x="1447" y="1277"/>
                  </a:cubicBezTo>
                  <a:cubicBezTo>
                    <a:pt x="1079" y="1463"/>
                    <a:pt x="724" y="1665"/>
                    <a:pt x="352" y="1850"/>
                  </a:cubicBezTo>
                  <a:cubicBezTo>
                    <a:pt x="251" y="1919"/>
                    <a:pt x="134" y="1968"/>
                    <a:pt x="17" y="2036"/>
                  </a:cubicBezTo>
                  <a:cubicBezTo>
                    <a:pt x="17" y="2036"/>
                    <a:pt x="1" y="2052"/>
                    <a:pt x="17" y="2052"/>
                  </a:cubicBezTo>
                  <a:lnTo>
                    <a:pt x="33" y="2052"/>
                  </a:lnTo>
                  <a:cubicBezTo>
                    <a:pt x="150" y="2000"/>
                    <a:pt x="251" y="1935"/>
                    <a:pt x="372" y="1883"/>
                  </a:cubicBezTo>
                  <a:cubicBezTo>
                    <a:pt x="724" y="1681"/>
                    <a:pt x="1096" y="1495"/>
                    <a:pt x="1463" y="1313"/>
                  </a:cubicBezTo>
                  <a:cubicBezTo>
                    <a:pt x="1532" y="1261"/>
                    <a:pt x="1532" y="1228"/>
                    <a:pt x="1532" y="1160"/>
                  </a:cubicBezTo>
                  <a:lnTo>
                    <a:pt x="1532" y="941"/>
                  </a:lnTo>
                  <a:cubicBezTo>
                    <a:pt x="1532" y="772"/>
                    <a:pt x="1548" y="586"/>
                    <a:pt x="1532" y="404"/>
                  </a:cubicBezTo>
                  <a:lnTo>
                    <a:pt x="1532" y="267"/>
                  </a:lnTo>
                  <a:cubicBezTo>
                    <a:pt x="1548" y="182"/>
                    <a:pt x="1548" y="81"/>
                    <a:pt x="15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0">
              <a:extLst>
                <a:ext uri="{FF2B5EF4-FFF2-40B4-BE49-F238E27FC236}">
                  <a16:creationId xmlns:a16="http://schemas.microsoft.com/office/drawing/2014/main" id="{03BF163D-60CF-9053-043B-2645FDECD83F}"/>
                </a:ext>
              </a:extLst>
            </p:cNvPr>
            <p:cNvSpPr/>
            <p:nvPr/>
          </p:nvSpPr>
          <p:spPr>
            <a:xfrm>
              <a:off x="523967" y="2699550"/>
              <a:ext cx="113628" cy="51848"/>
            </a:xfrm>
            <a:custGeom>
              <a:avLst/>
              <a:gdLst/>
              <a:ahLst/>
              <a:cxnLst/>
              <a:rect l="l" t="t" r="r" b="b"/>
              <a:pathLst>
                <a:path w="1144" h="522" extrusionOk="0">
                  <a:moveTo>
                    <a:pt x="1128" y="0"/>
                  </a:moveTo>
                  <a:cubicBezTo>
                    <a:pt x="1027" y="16"/>
                    <a:pt x="942" y="53"/>
                    <a:pt x="873" y="101"/>
                  </a:cubicBezTo>
                  <a:cubicBezTo>
                    <a:pt x="825" y="117"/>
                    <a:pt x="788" y="138"/>
                    <a:pt x="756" y="154"/>
                  </a:cubicBezTo>
                  <a:cubicBezTo>
                    <a:pt x="570" y="239"/>
                    <a:pt x="404" y="319"/>
                    <a:pt x="235" y="388"/>
                  </a:cubicBezTo>
                  <a:cubicBezTo>
                    <a:pt x="150" y="420"/>
                    <a:pt x="81" y="457"/>
                    <a:pt x="17" y="489"/>
                  </a:cubicBezTo>
                  <a:cubicBezTo>
                    <a:pt x="0" y="489"/>
                    <a:pt x="0" y="505"/>
                    <a:pt x="0" y="505"/>
                  </a:cubicBezTo>
                  <a:lnTo>
                    <a:pt x="17" y="521"/>
                  </a:lnTo>
                  <a:cubicBezTo>
                    <a:pt x="101" y="489"/>
                    <a:pt x="166" y="457"/>
                    <a:pt x="235" y="420"/>
                  </a:cubicBezTo>
                  <a:cubicBezTo>
                    <a:pt x="404" y="340"/>
                    <a:pt x="586" y="255"/>
                    <a:pt x="772" y="186"/>
                  </a:cubicBezTo>
                  <a:cubicBezTo>
                    <a:pt x="808" y="170"/>
                    <a:pt x="841" y="138"/>
                    <a:pt x="873" y="117"/>
                  </a:cubicBezTo>
                  <a:cubicBezTo>
                    <a:pt x="958" y="85"/>
                    <a:pt x="1043" y="37"/>
                    <a:pt x="1128" y="37"/>
                  </a:cubicBezTo>
                  <a:lnTo>
                    <a:pt x="1144" y="16"/>
                  </a:lnTo>
                  <a:cubicBezTo>
                    <a:pt x="1144" y="0"/>
                    <a:pt x="1128" y="0"/>
                    <a:pt x="11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0">
              <a:extLst>
                <a:ext uri="{FF2B5EF4-FFF2-40B4-BE49-F238E27FC236}">
                  <a16:creationId xmlns:a16="http://schemas.microsoft.com/office/drawing/2014/main" id="{BEB3498A-16DF-3538-62AA-BB2E20CAB3F7}"/>
                </a:ext>
              </a:extLst>
            </p:cNvPr>
            <p:cNvSpPr/>
            <p:nvPr/>
          </p:nvSpPr>
          <p:spPr>
            <a:xfrm>
              <a:off x="513936" y="3508850"/>
              <a:ext cx="126937" cy="122070"/>
            </a:xfrm>
            <a:custGeom>
              <a:avLst/>
              <a:gdLst/>
              <a:ahLst/>
              <a:cxnLst/>
              <a:rect l="l" t="t" r="r" b="b"/>
              <a:pathLst>
                <a:path w="1278" h="1229" extrusionOk="0">
                  <a:moveTo>
                    <a:pt x="1245" y="0"/>
                  </a:moveTo>
                  <a:cubicBezTo>
                    <a:pt x="1229" y="0"/>
                    <a:pt x="1229" y="17"/>
                    <a:pt x="1229" y="17"/>
                  </a:cubicBezTo>
                  <a:cubicBezTo>
                    <a:pt x="1245" y="186"/>
                    <a:pt x="1245" y="352"/>
                    <a:pt x="1245" y="521"/>
                  </a:cubicBezTo>
                  <a:cubicBezTo>
                    <a:pt x="1245" y="606"/>
                    <a:pt x="1229" y="691"/>
                    <a:pt x="1245" y="792"/>
                  </a:cubicBezTo>
                  <a:cubicBezTo>
                    <a:pt x="1245" y="841"/>
                    <a:pt x="1212" y="857"/>
                    <a:pt x="1144" y="877"/>
                  </a:cubicBezTo>
                  <a:cubicBezTo>
                    <a:pt x="825" y="978"/>
                    <a:pt x="469" y="1079"/>
                    <a:pt x="134" y="1180"/>
                  </a:cubicBezTo>
                  <a:cubicBezTo>
                    <a:pt x="101" y="1196"/>
                    <a:pt x="65" y="1196"/>
                    <a:pt x="49" y="1196"/>
                  </a:cubicBezTo>
                  <a:cubicBezTo>
                    <a:pt x="33" y="1196"/>
                    <a:pt x="17" y="1212"/>
                    <a:pt x="0" y="1212"/>
                  </a:cubicBezTo>
                  <a:lnTo>
                    <a:pt x="0" y="1228"/>
                  </a:lnTo>
                  <a:lnTo>
                    <a:pt x="49" y="1228"/>
                  </a:lnTo>
                  <a:cubicBezTo>
                    <a:pt x="81" y="1228"/>
                    <a:pt x="101" y="1212"/>
                    <a:pt x="134" y="1212"/>
                  </a:cubicBezTo>
                  <a:cubicBezTo>
                    <a:pt x="485" y="1095"/>
                    <a:pt x="841" y="994"/>
                    <a:pt x="1144" y="909"/>
                  </a:cubicBezTo>
                  <a:cubicBezTo>
                    <a:pt x="1192" y="893"/>
                    <a:pt x="1261" y="857"/>
                    <a:pt x="1261" y="792"/>
                  </a:cubicBezTo>
                  <a:lnTo>
                    <a:pt x="1261" y="521"/>
                  </a:lnTo>
                  <a:cubicBezTo>
                    <a:pt x="1261" y="352"/>
                    <a:pt x="1277" y="186"/>
                    <a:pt x="1245" y="17"/>
                  </a:cubicBezTo>
                  <a:lnTo>
                    <a:pt x="1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0">
              <a:extLst>
                <a:ext uri="{FF2B5EF4-FFF2-40B4-BE49-F238E27FC236}">
                  <a16:creationId xmlns:a16="http://schemas.microsoft.com/office/drawing/2014/main" id="{FB48C8EF-9A9D-AE98-9F61-1EDABD6E4753}"/>
                </a:ext>
              </a:extLst>
            </p:cNvPr>
            <p:cNvSpPr/>
            <p:nvPr/>
          </p:nvSpPr>
          <p:spPr>
            <a:xfrm>
              <a:off x="1262647" y="2901776"/>
              <a:ext cx="147398" cy="152563"/>
            </a:xfrm>
            <a:custGeom>
              <a:avLst/>
              <a:gdLst/>
              <a:ahLst/>
              <a:cxnLst/>
              <a:rect l="l" t="t" r="r" b="b"/>
              <a:pathLst>
                <a:path w="1484" h="1536" extrusionOk="0">
                  <a:moveTo>
                    <a:pt x="1467" y="0"/>
                  </a:moveTo>
                  <a:cubicBezTo>
                    <a:pt x="1063" y="138"/>
                    <a:pt x="659" y="287"/>
                    <a:pt x="271" y="441"/>
                  </a:cubicBezTo>
                  <a:lnTo>
                    <a:pt x="255" y="457"/>
                  </a:lnTo>
                  <a:cubicBezTo>
                    <a:pt x="170" y="457"/>
                    <a:pt x="85" y="473"/>
                    <a:pt x="37" y="542"/>
                  </a:cubicBezTo>
                  <a:cubicBezTo>
                    <a:pt x="0" y="606"/>
                    <a:pt x="17" y="675"/>
                    <a:pt x="17" y="744"/>
                  </a:cubicBezTo>
                  <a:lnTo>
                    <a:pt x="17" y="808"/>
                  </a:lnTo>
                  <a:lnTo>
                    <a:pt x="17" y="1047"/>
                  </a:lnTo>
                  <a:cubicBezTo>
                    <a:pt x="17" y="1196"/>
                    <a:pt x="17" y="1366"/>
                    <a:pt x="37" y="1515"/>
                  </a:cubicBezTo>
                  <a:cubicBezTo>
                    <a:pt x="37" y="1535"/>
                    <a:pt x="53" y="1535"/>
                    <a:pt x="53" y="1535"/>
                  </a:cubicBezTo>
                  <a:cubicBezTo>
                    <a:pt x="53" y="1535"/>
                    <a:pt x="69" y="1535"/>
                    <a:pt x="69" y="1515"/>
                  </a:cubicBezTo>
                  <a:cubicBezTo>
                    <a:pt x="53" y="1366"/>
                    <a:pt x="53" y="1196"/>
                    <a:pt x="53" y="1047"/>
                  </a:cubicBezTo>
                  <a:lnTo>
                    <a:pt x="53" y="808"/>
                  </a:lnTo>
                  <a:lnTo>
                    <a:pt x="53" y="744"/>
                  </a:lnTo>
                  <a:cubicBezTo>
                    <a:pt x="37" y="675"/>
                    <a:pt x="37" y="606"/>
                    <a:pt x="69" y="558"/>
                  </a:cubicBezTo>
                  <a:cubicBezTo>
                    <a:pt x="101" y="489"/>
                    <a:pt x="186" y="489"/>
                    <a:pt x="255" y="473"/>
                  </a:cubicBezTo>
                  <a:lnTo>
                    <a:pt x="287" y="473"/>
                  </a:lnTo>
                  <a:cubicBezTo>
                    <a:pt x="659" y="323"/>
                    <a:pt x="1063" y="154"/>
                    <a:pt x="1467" y="21"/>
                  </a:cubicBezTo>
                  <a:cubicBezTo>
                    <a:pt x="1483" y="21"/>
                    <a:pt x="1483" y="21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0">
              <a:extLst>
                <a:ext uri="{FF2B5EF4-FFF2-40B4-BE49-F238E27FC236}">
                  <a16:creationId xmlns:a16="http://schemas.microsoft.com/office/drawing/2014/main" id="{D14F0C12-0183-34E3-BC58-803398D77409}"/>
                </a:ext>
              </a:extLst>
            </p:cNvPr>
            <p:cNvSpPr/>
            <p:nvPr/>
          </p:nvSpPr>
          <p:spPr>
            <a:xfrm>
              <a:off x="1553570" y="3229548"/>
              <a:ext cx="5264" cy="78765"/>
            </a:xfrm>
            <a:custGeom>
              <a:avLst/>
              <a:gdLst/>
              <a:ahLst/>
              <a:cxnLst/>
              <a:rect l="l" t="t" r="r" b="b"/>
              <a:pathLst>
                <a:path w="53" h="793" extrusionOk="0">
                  <a:moveTo>
                    <a:pt x="37" y="1"/>
                  </a:moveTo>
                  <a:lnTo>
                    <a:pt x="37" y="17"/>
                  </a:lnTo>
                  <a:cubicBezTo>
                    <a:pt x="0" y="134"/>
                    <a:pt x="16" y="271"/>
                    <a:pt x="16" y="405"/>
                  </a:cubicBezTo>
                  <a:lnTo>
                    <a:pt x="16" y="639"/>
                  </a:lnTo>
                  <a:lnTo>
                    <a:pt x="16" y="675"/>
                  </a:lnTo>
                  <a:cubicBezTo>
                    <a:pt x="16" y="708"/>
                    <a:pt x="16" y="740"/>
                    <a:pt x="0" y="776"/>
                  </a:cubicBezTo>
                  <a:lnTo>
                    <a:pt x="0" y="793"/>
                  </a:lnTo>
                  <a:lnTo>
                    <a:pt x="16" y="793"/>
                  </a:lnTo>
                  <a:lnTo>
                    <a:pt x="16" y="776"/>
                  </a:lnTo>
                  <a:cubicBezTo>
                    <a:pt x="53" y="740"/>
                    <a:pt x="37" y="708"/>
                    <a:pt x="37" y="675"/>
                  </a:cubicBezTo>
                  <a:lnTo>
                    <a:pt x="37" y="639"/>
                  </a:lnTo>
                  <a:lnTo>
                    <a:pt x="37" y="405"/>
                  </a:lnTo>
                  <a:cubicBezTo>
                    <a:pt x="37" y="271"/>
                    <a:pt x="37" y="154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0">
              <a:extLst>
                <a:ext uri="{FF2B5EF4-FFF2-40B4-BE49-F238E27FC236}">
                  <a16:creationId xmlns:a16="http://schemas.microsoft.com/office/drawing/2014/main" id="{6797B7C1-2682-1812-9281-DB725FA99AC2}"/>
                </a:ext>
              </a:extLst>
            </p:cNvPr>
            <p:cNvSpPr/>
            <p:nvPr/>
          </p:nvSpPr>
          <p:spPr>
            <a:xfrm>
              <a:off x="511949" y="2228054"/>
              <a:ext cx="124057" cy="63965"/>
            </a:xfrm>
            <a:custGeom>
              <a:avLst/>
              <a:gdLst/>
              <a:ahLst/>
              <a:cxnLst/>
              <a:rect l="l" t="t" r="r" b="b"/>
              <a:pathLst>
                <a:path w="1249" h="644" extrusionOk="0">
                  <a:moveTo>
                    <a:pt x="1232" y="1"/>
                  </a:moveTo>
                  <a:cubicBezTo>
                    <a:pt x="1131" y="17"/>
                    <a:pt x="1047" y="69"/>
                    <a:pt x="978" y="118"/>
                  </a:cubicBezTo>
                  <a:cubicBezTo>
                    <a:pt x="929" y="138"/>
                    <a:pt x="893" y="170"/>
                    <a:pt x="845" y="187"/>
                  </a:cubicBezTo>
                  <a:cubicBezTo>
                    <a:pt x="643" y="288"/>
                    <a:pt x="441" y="389"/>
                    <a:pt x="255" y="490"/>
                  </a:cubicBezTo>
                  <a:cubicBezTo>
                    <a:pt x="170" y="542"/>
                    <a:pt x="85" y="574"/>
                    <a:pt x="0" y="623"/>
                  </a:cubicBezTo>
                  <a:lnTo>
                    <a:pt x="0" y="643"/>
                  </a:lnTo>
                  <a:lnTo>
                    <a:pt x="20" y="643"/>
                  </a:lnTo>
                  <a:cubicBezTo>
                    <a:pt x="101" y="607"/>
                    <a:pt x="186" y="558"/>
                    <a:pt x="271" y="522"/>
                  </a:cubicBezTo>
                  <a:cubicBezTo>
                    <a:pt x="457" y="405"/>
                    <a:pt x="659" y="304"/>
                    <a:pt x="861" y="219"/>
                  </a:cubicBezTo>
                  <a:cubicBezTo>
                    <a:pt x="909" y="187"/>
                    <a:pt x="946" y="170"/>
                    <a:pt x="978" y="138"/>
                  </a:cubicBezTo>
                  <a:cubicBezTo>
                    <a:pt x="1063" y="86"/>
                    <a:pt x="1148" y="53"/>
                    <a:pt x="1232" y="37"/>
                  </a:cubicBezTo>
                  <a:cubicBezTo>
                    <a:pt x="1249" y="37"/>
                    <a:pt x="1249" y="37"/>
                    <a:pt x="1249" y="17"/>
                  </a:cubicBezTo>
                  <a:lnTo>
                    <a:pt x="12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0">
              <a:extLst>
                <a:ext uri="{FF2B5EF4-FFF2-40B4-BE49-F238E27FC236}">
                  <a16:creationId xmlns:a16="http://schemas.microsoft.com/office/drawing/2014/main" id="{08EF1190-F05A-144B-C180-07EA18DA0818}"/>
                </a:ext>
              </a:extLst>
            </p:cNvPr>
            <p:cNvSpPr/>
            <p:nvPr/>
          </p:nvSpPr>
          <p:spPr>
            <a:xfrm>
              <a:off x="1909849" y="1960870"/>
              <a:ext cx="165376" cy="369191"/>
            </a:xfrm>
            <a:custGeom>
              <a:avLst/>
              <a:gdLst/>
              <a:ahLst/>
              <a:cxnLst/>
              <a:rect l="l" t="t" r="r" b="b"/>
              <a:pathLst>
                <a:path w="1665" h="3717" extrusionOk="0">
                  <a:moveTo>
                    <a:pt x="0" y="0"/>
                  </a:moveTo>
                  <a:lnTo>
                    <a:pt x="0" y="16"/>
                  </a:lnTo>
                  <a:cubicBezTo>
                    <a:pt x="33" y="33"/>
                    <a:pt x="49" y="65"/>
                    <a:pt x="85" y="101"/>
                  </a:cubicBezTo>
                  <a:lnTo>
                    <a:pt x="85" y="134"/>
                  </a:lnTo>
                  <a:cubicBezTo>
                    <a:pt x="352" y="586"/>
                    <a:pt x="606" y="1059"/>
                    <a:pt x="857" y="1515"/>
                  </a:cubicBezTo>
                  <a:lnTo>
                    <a:pt x="1043" y="1834"/>
                  </a:lnTo>
                  <a:cubicBezTo>
                    <a:pt x="1095" y="1919"/>
                    <a:pt x="1128" y="1984"/>
                    <a:pt x="1176" y="2069"/>
                  </a:cubicBezTo>
                  <a:cubicBezTo>
                    <a:pt x="1297" y="2287"/>
                    <a:pt x="1431" y="2525"/>
                    <a:pt x="1564" y="2759"/>
                  </a:cubicBezTo>
                  <a:cubicBezTo>
                    <a:pt x="1564" y="2776"/>
                    <a:pt x="1564" y="2776"/>
                    <a:pt x="1580" y="2792"/>
                  </a:cubicBezTo>
                  <a:cubicBezTo>
                    <a:pt x="1616" y="2844"/>
                    <a:pt x="1633" y="2877"/>
                    <a:pt x="1564" y="2909"/>
                  </a:cubicBezTo>
                  <a:cubicBezTo>
                    <a:pt x="1548" y="2929"/>
                    <a:pt x="1564" y="2945"/>
                    <a:pt x="1564" y="2961"/>
                  </a:cubicBezTo>
                  <a:lnTo>
                    <a:pt x="1564" y="2978"/>
                  </a:lnTo>
                  <a:lnTo>
                    <a:pt x="1564" y="3264"/>
                  </a:lnTo>
                  <a:cubicBezTo>
                    <a:pt x="1548" y="3414"/>
                    <a:pt x="1532" y="3567"/>
                    <a:pt x="1580" y="3717"/>
                  </a:cubicBezTo>
                  <a:lnTo>
                    <a:pt x="1600" y="3717"/>
                  </a:lnTo>
                  <a:cubicBezTo>
                    <a:pt x="1616" y="3717"/>
                    <a:pt x="1616" y="3717"/>
                    <a:pt x="1616" y="3701"/>
                  </a:cubicBezTo>
                  <a:cubicBezTo>
                    <a:pt x="1564" y="3567"/>
                    <a:pt x="1564" y="3414"/>
                    <a:pt x="1580" y="3264"/>
                  </a:cubicBezTo>
                  <a:cubicBezTo>
                    <a:pt x="1580" y="3163"/>
                    <a:pt x="1600" y="3062"/>
                    <a:pt x="1580" y="2961"/>
                  </a:cubicBezTo>
                  <a:lnTo>
                    <a:pt x="1580" y="2945"/>
                  </a:lnTo>
                  <a:cubicBezTo>
                    <a:pt x="1665" y="2877"/>
                    <a:pt x="1633" y="2808"/>
                    <a:pt x="1600" y="2776"/>
                  </a:cubicBezTo>
                  <a:cubicBezTo>
                    <a:pt x="1600" y="2759"/>
                    <a:pt x="1580" y="2759"/>
                    <a:pt x="1580" y="2743"/>
                  </a:cubicBezTo>
                  <a:cubicBezTo>
                    <a:pt x="1463" y="2505"/>
                    <a:pt x="1330" y="2271"/>
                    <a:pt x="1196" y="2052"/>
                  </a:cubicBezTo>
                  <a:cubicBezTo>
                    <a:pt x="1160" y="1968"/>
                    <a:pt x="1111" y="1899"/>
                    <a:pt x="1075" y="1834"/>
                  </a:cubicBezTo>
                  <a:lnTo>
                    <a:pt x="893" y="1495"/>
                  </a:lnTo>
                  <a:cubicBezTo>
                    <a:pt x="639" y="1043"/>
                    <a:pt x="368" y="570"/>
                    <a:pt x="118" y="117"/>
                  </a:cubicBezTo>
                  <a:lnTo>
                    <a:pt x="101" y="101"/>
                  </a:lnTo>
                  <a:cubicBezTo>
                    <a:pt x="85" y="49"/>
                    <a:pt x="65" y="16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0">
              <a:extLst>
                <a:ext uri="{FF2B5EF4-FFF2-40B4-BE49-F238E27FC236}">
                  <a16:creationId xmlns:a16="http://schemas.microsoft.com/office/drawing/2014/main" id="{04D18979-C5B3-946E-09B3-2F11AC9EDCC0}"/>
                </a:ext>
              </a:extLst>
            </p:cNvPr>
            <p:cNvSpPr/>
            <p:nvPr/>
          </p:nvSpPr>
          <p:spPr>
            <a:xfrm>
              <a:off x="891470" y="1738680"/>
              <a:ext cx="6953" cy="26420"/>
            </a:xfrm>
            <a:custGeom>
              <a:avLst/>
              <a:gdLst/>
              <a:ahLst/>
              <a:cxnLst/>
              <a:rect l="l" t="t" r="r" b="b"/>
              <a:pathLst>
                <a:path w="70" h="266" extrusionOk="0">
                  <a:moveTo>
                    <a:pt x="19" y="0"/>
                  </a:moveTo>
                  <a:cubicBezTo>
                    <a:pt x="17" y="0"/>
                    <a:pt x="17" y="5"/>
                    <a:pt x="17" y="15"/>
                  </a:cubicBezTo>
                  <a:cubicBezTo>
                    <a:pt x="1" y="15"/>
                    <a:pt x="1" y="15"/>
                    <a:pt x="1" y="32"/>
                  </a:cubicBezTo>
                  <a:cubicBezTo>
                    <a:pt x="37" y="80"/>
                    <a:pt x="37" y="133"/>
                    <a:pt x="37" y="181"/>
                  </a:cubicBezTo>
                  <a:lnTo>
                    <a:pt x="37" y="250"/>
                  </a:lnTo>
                  <a:cubicBezTo>
                    <a:pt x="37" y="250"/>
                    <a:pt x="37" y="266"/>
                    <a:pt x="53" y="266"/>
                  </a:cubicBezTo>
                  <a:lnTo>
                    <a:pt x="53" y="250"/>
                  </a:lnTo>
                  <a:lnTo>
                    <a:pt x="53" y="181"/>
                  </a:lnTo>
                  <a:cubicBezTo>
                    <a:pt x="53" y="133"/>
                    <a:pt x="69" y="64"/>
                    <a:pt x="37" y="15"/>
                  </a:cubicBezTo>
                  <a:cubicBezTo>
                    <a:pt x="27" y="5"/>
                    <a:pt x="22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0">
              <a:extLst>
                <a:ext uri="{FF2B5EF4-FFF2-40B4-BE49-F238E27FC236}">
                  <a16:creationId xmlns:a16="http://schemas.microsoft.com/office/drawing/2014/main" id="{F1AB036F-E9E0-163F-1030-132B4036DF85}"/>
                </a:ext>
              </a:extLst>
            </p:cNvPr>
            <p:cNvSpPr/>
            <p:nvPr/>
          </p:nvSpPr>
          <p:spPr>
            <a:xfrm>
              <a:off x="1411536" y="3259644"/>
              <a:ext cx="90386" cy="179083"/>
            </a:xfrm>
            <a:custGeom>
              <a:avLst/>
              <a:gdLst/>
              <a:ahLst/>
              <a:cxnLst/>
              <a:rect l="l" t="t" r="r" b="b"/>
              <a:pathLst>
                <a:path w="910" h="1803" extrusionOk="0">
                  <a:moveTo>
                    <a:pt x="33" y="1"/>
                  </a:moveTo>
                  <a:cubicBezTo>
                    <a:pt x="0" y="33"/>
                    <a:pt x="0" y="69"/>
                    <a:pt x="0" y="102"/>
                  </a:cubicBezTo>
                  <a:lnTo>
                    <a:pt x="0" y="118"/>
                  </a:lnTo>
                  <a:lnTo>
                    <a:pt x="0" y="910"/>
                  </a:lnTo>
                  <a:lnTo>
                    <a:pt x="0" y="926"/>
                  </a:lnTo>
                  <a:cubicBezTo>
                    <a:pt x="0" y="978"/>
                    <a:pt x="0" y="1027"/>
                    <a:pt x="85" y="1063"/>
                  </a:cubicBezTo>
                  <a:cubicBezTo>
                    <a:pt x="154" y="1079"/>
                    <a:pt x="186" y="1128"/>
                    <a:pt x="235" y="1180"/>
                  </a:cubicBezTo>
                  <a:cubicBezTo>
                    <a:pt x="255" y="1196"/>
                    <a:pt x="271" y="1213"/>
                    <a:pt x="303" y="1229"/>
                  </a:cubicBezTo>
                  <a:cubicBezTo>
                    <a:pt x="473" y="1398"/>
                    <a:pt x="659" y="1548"/>
                    <a:pt x="840" y="1701"/>
                  </a:cubicBezTo>
                  <a:cubicBezTo>
                    <a:pt x="861" y="1718"/>
                    <a:pt x="861" y="1734"/>
                    <a:pt x="877" y="1770"/>
                  </a:cubicBezTo>
                  <a:cubicBezTo>
                    <a:pt x="877" y="1770"/>
                    <a:pt x="877" y="1786"/>
                    <a:pt x="893" y="1802"/>
                  </a:cubicBezTo>
                  <a:lnTo>
                    <a:pt x="909" y="1802"/>
                  </a:lnTo>
                  <a:lnTo>
                    <a:pt x="909" y="1786"/>
                  </a:lnTo>
                  <a:cubicBezTo>
                    <a:pt x="909" y="1786"/>
                    <a:pt x="909" y="1770"/>
                    <a:pt x="893" y="1750"/>
                  </a:cubicBezTo>
                  <a:cubicBezTo>
                    <a:pt x="893" y="1734"/>
                    <a:pt x="877" y="1701"/>
                    <a:pt x="861" y="1685"/>
                  </a:cubicBezTo>
                  <a:cubicBezTo>
                    <a:pt x="675" y="1532"/>
                    <a:pt x="489" y="1366"/>
                    <a:pt x="319" y="1213"/>
                  </a:cubicBezTo>
                  <a:cubicBezTo>
                    <a:pt x="303" y="1196"/>
                    <a:pt x="271" y="1180"/>
                    <a:pt x="255" y="1164"/>
                  </a:cubicBezTo>
                  <a:cubicBezTo>
                    <a:pt x="202" y="1095"/>
                    <a:pt x="154" y="1043"/>
                    <a:pt x="101" y="1027"/>
                  </a:cubicBezTo>
                  <a:cubicBezTo>
                    <a:pt x="16" y="1011"/>
                    <a:pt x="16" y="978"/>
                    <a:pt x="16" y="926"/>
                  </a:cubicBezTo>
                  <a:lnTo>
                    <a:pt x="16" y="910"/>
                  </a:lnTo>
                  <a:lnTo>
                    <a:pt x="16" y="118"/>
                  </a:lnTo>
                  <a:lnTo>
                    <a:pt x="16" y="102"/>
                  </a:lnTo>
                  <a:cubicBezTo>
                    <a:pt x="16" y="69"/>
                    <a:pt x="16" y="33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0">
              <a:extLst>
                <a:ext uri="{FF2B5EF4-FFF2-40B4-BE49-F238E27FC236}">
                  <a16:creationId xmlns:a16="http://schemas.microsoft.com/office/drawing/2014/main" id="{6698B691-0D4F-B4F0-56F8-30EFD7C7946A}"/>
                </a:ext>
              </a:extLst>
            </p:cNvPr>
            <p:cNvSpPr/>
            <p:nvPr/>
          </p:nvSpPr>
          <p:spPr>
            <a:xfrm>
              <a:off x="930008" y="3411015"/>
              <a:ext cx="5364" cy="92670"/>
            </a:xfrm>
            <a:custGeom>
              <a:avLst/>
              <a:gdLst/>
              <a:ahLst/>
              <a:cxnLst/>
              <a:rect l="l" t="t" r="r" b="b"/>
              <a:pathLst>
                <a:path w="54" h="933" extrusionOk="0">
                  <a:moveTo>
                    <a:pt x="5" y="1"/>
                  </a:moveTo>
                  <a:cubicBezTo>
                    <a:pt x="2" y="1"/>
                    <a:pt x="1" y="2"/>
                    <a:pt x="1" y="8"/>
                  </a:cubicBezTo>
                  <a:lnTo>
                    <a:pt x="1" y="24"/>
                  </a:lnTo>
                  <a:cubicBezTo>
                    <a:pt x="17" y="60"/>
                    <a:pt x="17" y="109"/>
                    <a:pt x="17" y="161"/>
                  </a:cubicBezTo>
                  <a:lnTo>
                    <a:pt x="17" y="396"/>
                  </a:lnTo>
                  <a:lnTo>
                    <a:pt x="17" y="783"/>
                  </a:lnTo>
                  <a:cubicBezTo>
                    <a:pt x="1" y="816"/>
                    <a:pt x="17" y="852"/>
                    <a:pt x="17" y="884"/>
                  </a:cubicBezTo>
                  <a:lnTo>
                    <a:pt x="17" y="917"/>
                  </a:lnTo>
                  <a:cubicBezTo>
                    <a:pt x="17" y="933"/>
                    <a:pt x="33" y="933"/>
                    <a:pt x="33" y="933"/>
                  </a:cubicBezTo>
                  <a:cubicBezTo>
                    <a:pt x="53" y="933"/>
                    <a:pt x="53" y="933"/>
                    <a:pt x="53" y="917"/>
                  </a:cubicBezTo>
                  <a:cubicBezTo>
                    <a:pt x="53" y="901"/>
                    <a:pt x="53" y="884"/>
                    <a:pt x="33" y="868"/>
                  </a:cubicBezTo>
                  <a:lnTo>
                    <a:pt x="33" y="783"/>
                  </a:lnTo>
                  <a:cubicBezTo>
                    <a:pt x="53" y="650"/>
                    <a:pt x="53" y="513"/>
                    <a:pt x="53" y="396"/>
                  </a:cubicBezTo>
                  <a:lnTo>
                    <a:pt x="53" y="161"/>
                  </a:lnTo>
                  <a:cubicBezTo>
                    <a:pt x="53" y="109"/>
                    <a:pt x="53" y="60"/>
                    <a:pt x="17" y="8"/>
                  </a:cubicBezTo>
                  <a:cubicBezTo>
                    <a:pt x="17" y="8"/>
                    <a:pt x="10" y="1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0">
              <a:extLst>
                <a:ext uri="{FF2B5EF4-FFF2-40B4-BE49-F238E27FC236}">
                  <a16:creationId xmlns:a16="http://schemas.microsoft.com/office/drawing/2014/main" id="{46746BBB-D6F5-F5FF-C50C-01EDD95454DB}"/>
                </a:ext>
              </a:extLst>
            </p:cNvPr>
            <p:cNvSpPr/>
            <p:nvPr/>
          </p:nvSpPr>
          <p:spPr>
            <a:xfrm>
              <a:off x="2008578" y="2724779"/>
              <a:ext cx="3278" cy="33473"/>
            </a:xfrm>
            <a:custGeom>
              <a:avLst/>
              <a:gdLst/>
              <a:ahLst/>
              <a:cxnLst/>
              <a:rect l="l" t="t" r="r" b="b"/>
              <a:pathLst>
                <a:path w="33" h="337" extrusionOk="0">
                  <a:moveTo>
                    <a:pt x="33" y="1"/>
                  </a:moveTo>
                  <a:cubicBezTo>
                    <a:pt x="16" y="1"/>
                    <a:pt x="16" y="17"/>
                    <a:pt x="16" y="17"/>
                  </a:cubicBezTo>
                  <a:cubicBezTo>
                    <a:pt x="0" y="86"/>
                    <a:pt x="0" y="150"/>
                    <a:pt x="0" y="203"/>
                  </a:cubicBezTo>
                  <a:lnTo>
                    <a:pt x="0" y="320"/>
                  </a:lnTo>
                  <a:cubicBezTo>
                    <a:pt x="0" y="320"/>
                    <a:pt x="0" y="336"/>
                    <a:pt x="16" y="336"/>
                  </a:cubicBezTo>
                  <a:lnTo>
                    <a:pt x="33" y="320"/>
                  </a:lnTo>
                  <a:lnTo>
                    <a:pt x="33" y="203"/>
                  </a:lnTo>
                  <a:cubicBezTo>
                    <a:pt x="16" y="134"/>
                    <a:pt x="16" y="86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0">
              <a:extLst>
                <a:ext uri="{FF2B5EF4-FFF2-40B4-BE49-F238E27FC236}">
                  <a16:creationId xmlns:a16="http://schemas.microsoft.com/office/drawing/2014/main" id="{E1989CBB-7912-601F-AF16-07968B45010E}"/>
                </a:ext>
              </a:extLst>
            </p:cNvPr>
            <p:cNvSpPr/>
            <p:nvPr/>
          </p:nvSpPr>
          <p:spPr>
            <a:xfrm>
              <a:off x="1291154" y="1895415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0" y="1"/>
                  </a:moveTo>
                  <a:cubicBezTo>
                    <a:pt x="16" y="170"/>
                    <a:pt x="16" y="336"/>
                    <a:pt x="0" y="490"/>
                  </a:cubicBezTo>
                  <a:lnTo>
                    <a:pt x="0" y="809"/>
                  </a:lnTo>
                  <a:lnTo>
                    <a:pt x="0" y="861"/>
                  </a:lnTo>
                  <a:cubicBezTo>
                    <a:pt x="0" y="926"/>
                    <a:pt x="0" y="978"/>
                    <a:pt x="33" y="1027"/>
                  </a:cubicBezTo>
                  <a:lnTo>
                    <a:pt x="53" y="1027"/>
                  </a:lnTo>
                  <a:lnTo>
                    <a:pt x="53" y="1011"/>
                  </a:lnTo>
                  <a:cubicBezTo>
                    <a:pt x="16" y="962"/>
                    <a:pt x="33" y="926"/>
                    <a:pt x="33" y="861"/>
                  </a:cubicBezTo>
                  <a:lnTo>
                    <a:pt x="33" y="809"/>
                  </a:lnTo>
                  <a:lnTo>
                    <a:pt x="33" y="490"/>
                  </a:lnTo>
                  <a:cubicBezTo>
                    <a:pt x="33" y="336"/>
                    <a:pt x="33" y="170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0">
              <a:extLst>
                <a:ext uri="{FF2B5EF4-FFF2-40B4-BE49-F238E27FC236}">
                  <a16:creationId xmlns:a16="http://schemas.microsoft.com/office/drawing/2014/main" id="{6C65603B-1D49-2C7F-7471-599BF99E7132}"/>
                </a:ext>
              </a:extLst>
            </p:cNvPr>
            <p:cNvSpPr/>
            <p:nvPr/>
          </p:nvSpPr>
          <p:spPr>
            <a:xfrm>
              <a:off x="2010167" y="3420153"/>
              <a:ext cx="4867" cy="18574"/>
            </a:xfrm>
            <a:custGeom>
              <a:avLst/>
              <a:gdLst/>
              <a:ahLst/>
              <a:cxnLst/>
              <a:rect l="l" t="t" r="r" b="b"/>
              <a:pathLst>
                <a:path w="49" h="187" extrusionOk="0">
                  <a:moveTo>
                    <a:pt x="49" y="1"/>
                  </a:moveTo>
                  <a:cubicBezTo>
                    <a:pt x="33" y="1"/>
                    <a:pt x="33" y="1"/>
                    <a:pt x="33" y="17"/>
                  </a:cubicBezTo>
                  <a:cubicBezTo>
                    <a:pt x="0" y="53"/>
                    <a:pt x="0" y="85"/>
                    <a:pt x="17" y="118"/>
                  </a:cubicBezTo>
                  <a:lnTo>
                    <a:pt x="17" y="186"/>
                  </a:lnTo>
                  <a:lnTo>
                    <a:pt x="33" y="186"/>
                  </a:lnTo>
                  <a:lnTo>
                    <a:pt x="33" y="118"/>
                  </a:lnTo>
                  <a:cubicBezTo>
                    <a:pt x="33" y="85"/>
                    <a:pt x="33" y="53"/>
                    <a:pt x="49" y="17"/>
                  </a:cubicBez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0">
              <a:extLst>
                <a:ext uri="{FF2B5EF4-FFF2-40B4-BE49-F238E27FC236}">
                  <a16:creationId xmlns:a16="http://schemas.microsoft.com/office/drawing/2014/main" id="{D0B1BBA4-30EE-1F25-46BB-AC7A6ACBFA3C}"/>
                </a:ext>
              </a:extLst>
            </p:cNvPr>
            <p:cNvSpPr/>
            <p:nvPr/>
          </p:nvSpPr>
          <p:spPr>
            <a:xfrm>
              <a:off x="1441631" y="3468723"/>
              <a:ext cx="3278" cy="78765"/>
            </a:xfrm>
            <a:custGeom>
              <a:avLst/>
              <a:gdLst/>
              <a:ahLst/>
              <a:cxnLst/>
              <a:rect l="l" t="t" r="r" b="b"/>
              <a:pathLst>
                <a:path w="33" h="793" extrusionOk="0">
                  <a:moveTo>
                    <a:pt x="16" y="0"/>
                  </a:moveTo>
                  <a:cubicBezTo>
                    <a:pt x="16" y="0"/>
                    <a:pt x="0" y="0"/>
                    <a:pt x="0" y="17"/>
                  </a:cubicBezTo>
                  <a:lnTo>
                    <a:pt x="0" y="776"/>
                  </a:lnTo>
                  <a:lnTo>
                    <a:pt x="16" y="792"/>
                  </a:lnTo>
                  <a:lnTo>
                    <a:pt x="33" y="776"/>
                  </a:lnTo>
                  <a:lnTo>
                    <a:pt x="33" y="17"/>
                  </a:lnTo>
                  <a:cubicBezTo>
                    <a:pt x="33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0">
              <a:extLst>
                <a:ext uri="{FF2B5EF4-FFF2-40B4-BE49-F238E27FC236}">
                  <a16:creationId xmlns:a16="http://schemas.microsoft.com/office/drawing/2014/main" id="{F29AB176-58C6-B806-B6A8-AD64335FC599}"/>
                </a:ext>
              </a:extLst>
            </p:cNvPr>
            <p:cNvSpPr/>
            <p:nvPr/>
          </p:nvSpPr>
          <p:spPr>
            <a:xfrm>
              <a:off x="869817" y="3321424"/>
              <a:ext cx="332739" cy="199147"/>
            </a:xfrm>
            <a:custGeom>
              <a:avLst/>
              <a:gdLst/>
              <a:ahLst/>
              <a:cxnLst/>
              <a:rect l="l" t="t" r="r" b="b"/>
              <a:pathLst>
                <a:path w="3350" h="2005" extrusionOk="0">
                  <a:moveTo>
                    <a:pt x="3333" y="1"/>
                  </a:moveTo>
                  <a:cubicBezTo>
                    <a:pt x="3184" y="17"/>
                    <a:pt x="3014" y="86"/>
                    <a:pt x="2861" y="138"/>
                  </a:cubicBezTo>
                  <a:cubicBezTo>
                    <a:pt x="2828" y="138"/>
                    <a:pt x="2796" y="154"/>
                    <a:pt x="2780" y="170"/>
                  </a:cubicBezTo>
                  <a:lnTo>
                    <a:pt x="2643" y="203"/>
                  </a:lnTo>
                  <a:cubicBezTo>
                    <a:pt x="2053" y="405"/>
                    <a:pt x="1467" y="607"/>
                    <a:pt x="877" y="776"/>
                  </a:cubicBezTo>
                  <a:cubicBezTo>
                    <a:pt x="724" y="825"/>
                    <a:pt x="574" y="877"/>
                    <a:pt x="437" y="926"/>
                  </a:cubicBezTo>
                  <a:cubicBezTo>
                    <a:pt x="336" y="962"/>
                    <a:pt x="255" y="995"/>
                    <a:pt x="154" y="1027"/>
                  </a:cubicBezTo>
                  <a:cubicBezTo>
                    <a:pt x="33" y="1063"/>
                    <a:pt x="1" y="1112"/>
                    <a:pt x="1" y="1229"/>
                  </a:cubicBezTo>
                  <a:cubicBezTo>
                    <a:pt x="17" y="1350"/>
                    <a:pt x="1" y="1451"/>
                    <a:pt x="1" y="1568"/>
                  </a:cubicBezTo>
                  <a:cubicBezTo>
                    <a:pt x="1" y="1702"/>
                    <a:pt x="1" y="1855"/>
                    <a:pt x="17" y="2005"/>
                  </a:cubicBezTo>
                  <a:lnTo>
                    <a:pt x="53" y="2005"/>
                  </a:lnTo>
                  <a:cubicBezTo>
                    <a:pt x="33" y="1855"/>
                    <a:pt x="33" y="1702"/>
                    <a:pt x="33" y="1568"/>
                  </a:cubicBezTo>
                  <a:lnTo>
                    <a:pt x="33" y="1229"/>
                  </a:lnTo>
                  <a:cubicBezTo>
                    <a:pt x="17" y="1112"/>
                    <a:pt x="69" y="1079"/>
                    <a:pt x="154" y="1047"/>
                  </a:cubicBezTo>
                  <a:cubicBezTo>
                    <a:pt x="255" y="1011"/>
                    <a:pt x="356" y="995"/>
                    <a:pt x="437" y="962"/>
                  </a:cubicBezTo>
                  <a:lnTo>
                    <a:pt x="893" y="809"/>
                  </a:lnTo>
                  <a:cubicBezTo>
                    <a:pt x="1483" y="623"/>
                    <a:pt x="2073" y="421"/>
                    <a:pt x="2643" y="239"/>
                  </a:cubicBezTo>
                  <a:lnTo>
                    <a:pt x="2780" y="187"/>
                  </a:lnTo>
                  <a:cubicBezTo>
                    <a:pt x="2812" y="187"/>
                    <a:pt x="2845" y="170"/>
                    <a:pt x="2881" y="154"/>
                  </a:cubicBezTo>
                  <a:cubicBezTo>
                    <a:pt x="3030" y="102"/>
                    <a:pt x="3184" y="53"/>
                    <a:pt x="3350" y="17"/>
                  </a:cubicBezTo>
                  <a:lnTo>
                    <a:pt x="33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0">
              <a:extLst>
                <a:ext uri="{FF2B5EF4-FFF2-40B4-BE49-F238E27FC236}">
                  <a16:creationId xmlns:a16="http://schemas.microsoft.com/office/drawing/2014/main" id="{D78197B2-230C-F46C-CB5D-DDC3617AC1F9}"/>
                </a:ext>
              </a:extLst>
            </p:cNvPr>
            <p:cNvSpPr/>
            <p:nvPr/>
          </p:nvSpPr>
          <p:spPr>
            <a:xfrm>
              <a:off x="1921470" y="3575795"/>
              <a:ext cx="132102" cy="158622"/>
            </a:xfrm>
            <a:custGeom>
              <a:avLst/>
              <a:gdLst/>
              <a:ahLst/>
              <a:cxnLst/>
              <a:rect l="l" t="t" r="r" b="b"/>
              <a:pathLst>
                <a:path w="1330" h="1597" extrusionOk="0">
                  <a:moveTo>
                    <a:pt x="69" y="1"/>
                  </a:moveTo>
                  <a:cubicBezTo>
                    <a:pt x="69" y="1"/>
                    <a:pt x="49" y="1"/>
                    <a:pt x="49" y="17"/>
                  </a:cubicBezTo>
                  <a:cubicBezTo>
                    <a:pt x="1" y="134"/>
                    <a:pt x="33" y="219"/>
                    <a:pt x="134" y="304"/>
                  </a:cubicBezTo>
                  <a:cubicBezTo>
                    <a:pt x="372" y="522"/>
                    <a:pt x="590" y="756"/>
                    <a:pt x="809" y="975"/>
                  </a:cubicBezTo>
                  <a:cubicBezTo>
                    <a:pt x="893" y="1059"/>
                    <a:pt x="978" y="1144"/>
                    <a:pt x="1059" y="1229"/>
                  </a:cubicBezTo>
                  <a:cubicBezTo>
                    <a:pt x="1079" y="1245"/>
                    <a:pt x="1095" y="1261"/>
                    <a:pt x="1112" y="1278"/>
                  </a:cubicBezTo>
                  <a:cubicBezTo>
                    <a:pt x="1144" y="1314"/>
                    <a:pt x="1180" y="1346"/>
                    <a:pt x="1213" y="1379"/>
                  </a:cubicBezTo>
                  <a:cubicBezTo>
                    <a:pt x="1281" y="1431"/>
                    <a:pt x="1297" y="1479"/>
                    <a:pt x="1297" y="1580"/>
                  </a:cubicBezTo>
                  <a:cubicBezTo>
                    <a:pt x="1297" y="1597"/>
                    <a:pt x="1297" y="1597"/>
                    <a:pt x="1314" y="1597"/>
                  </a:cubicBezTo>
                  <a:lnTo>
                    <a:pt x="1314" y="1580"/>
                  </a:lnTo>
                  <a:cubicBezTo>
                    <a:pt x="1330" y="1516"/>
                    <a:pt x="1330" y="1431"/>
                    <a:pt x="1229" y="1362"/>
                  </a:cubicBezTo>
                  <a:cubicBezTo>
                    <a:pt x="1196" y="1330"/>
                    <a:pt x="1160" y="1294"/>
                    <a:pt x="1128" y="1261"/>
                  </a:cubicBezTo>
                  <a:cubicBezTo>
                    <a:pt x="1112" y="1245"/>
                    <a:pt x="1095" y="1229"/>
                    <a:pt x="1095" y="1213"/>
                  </a:cubicBezTo>
                  <a:cubicBezTo>
                    <a:pt x="994" y="1128"/>
                    <a:pt x="910" y="1043"/>
                    <a:pt x="825" y="958"/>
                  </a:cubicBezTo>
                  <a:cubicBezTo>
                    <a:pt x="607" y="724"/>
                    <a:pt x="388" y="506"/>
                    <a:pt x="150" y="284"/>
                  </a:cubicBezTo>
                  <a:cubicBezTo>
                    <a:pt x="69" y="203"/>
                    <a:pt x="17" y="134"/>
                    <a:pt x="85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0">
              <a:extLst>
                <a:ext uri="{FF2B5EF4-FFF2-40B4-BE49-F238E27FC236}">
                  <a16:creationId xmlns:a16="http://schemas.microsoft.com/office/drawing/2014/main" id="{E761CDE5-6DDE-CFCE-B81A-7929906BF91E}"/>
                </a:ext>
              </a:extLst>
            </p:cNvPr>
            <p:cNvSpPr/>
            <p:nvPr/>
          </p:nvSpPr>
          <p:spPr>
            <a:xfrm>
              <a:off x="936861" y="2246529"/>
              <a:ext cx="6456" cy="21752"/>
            </a:xfrm>
            <a:custGeom>
              <a:avLst/>
              <a:gdLst/>
              <a:ahLst/>
              <a:cxnLst/>
              <a:rect l="l" t="t" r="r" b="b"/>
              <a:pathLst>
                <a:path w="65" h="219" extrusionOk="0">
                  <a:moveTo>
                    <a:pt x="16" y="1"/>
                  </a:moveTo>
                  <a:cubicBezTo>
                    <a:pt x="0" y="1"/>
                    <a:pt x="0" y="17"/>
                    <a:pt x="16" y="17"/>
                  </a:cubicBezTo>
                  <a:cubicBezTo>
                    <a:pt x="33" y="69"/>
                    <a:pt x="33" y="118"/>
                    <a:pt x="33" y="170"/>
                  </a:cubicBezTo>
                  <a:lnTo>
                    <a:pt x="33" y="219"/>
                  </a:lnTo>
                  <a:lnTo>
                    <a:pt x="65" y="219"/>
                  </a:lnTo>
                  <a:lnTo>
                    <a:pt x="65" y="170"/>
                  </a:lnTo>
                  <a:cubicBezTo>
                    <a:pt x="65" y="118"/>
                    <a:pt x="65" y="53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0">
              <a:extLst>
                <a:ext uri="{FF2B5EF4-FFF2-40B4-BE49-F238E27FC236}">
                  <a16:creationId xmlns:a16="http://schemas.microsoft.com/office/drawing/2014/main" id="{618A8F7C-8567-8D61-AD21-36FFE79F5CC1}"/>
                </a:ext>
              </a:extLst>
            </p:cNvPr>
            <p:cNvSpPr/>
            <p:nvPr/>
          </p:nvSpPr>
          <p:spPr>
            <a:xfrm>
              <a:off x="511949" y="1562776"/>
              <a:ext cx="124057" cy="77176"/>
            </a:xfrm>
            <a:custGeom>
              <a:avLst/>
              <a:gdLst/>
              <a:ahLst/>
              <a:cxnLst/>
              <a:rect l="l" t="t" r="r" b="b"/>
              <a:pathLst>
                <a:path w="1249" h="777" extrusionOk="0">
                  <a:moveTo>
                    <a:pt x="1232" y="1"/>
                  </a:moveTo>
                  <a:cubicBezTo>
                    <a:pt x="1063" y="86"/>
                    <a:pt x="909" y="187"/>
                    <a:pt x="760" y="272"/>
                  </a:cubicBezTo>
                  <a:lnTo>
                    <a:pt x="558" y="421"/>
                  </a:lnTo>
                  <a:cubicBezTo>
                    <a:pt x="424" y="490"/>
                    <a:pt x="287" y="575"/>
                    <a:pt x="170" y="639"/>
                  </a:cubicBezTo>
                  <a:cubicBezTo>
                    <a:pt x="121" y="676"/>
                    <a:pt x="69" y="724"/>
                    <a:pt x="0" y="756"/>
                  </a:cubicBezTo>
                  <a:lnTo>
                    <a:pt x="0" y="777"/>
                  </a:lnTo>
                  <a:lnTo>
                    <a:pt x="20" y="777"/>
                  </a:lnTo>
                  <a:cubicBezTo>
                    <a:pt x="69" y="740"/>
                    <a:pt x="138" y="708"/>
                    <a:pt x="186" y="676"/>
                  </a:cubicBezTo>
                  <a:cubicBezTo>
                    <a:pt x="303" y="591"/>
                    <a:pt x="441" y="506"/>
                    <a:pt x="558" y="437"/>
                  </a:cubicBezTo>
                  <a:cubicBezTo>
                    <a:pt x="643" y="389"/>
                    <a:pt x="707" y="336"/>
                    <a:pt x="776" y="304"/>
                  </a:cubicBezTo>
                  <a:cubicBezTo>
                    <a:pt x="929" y="203"/>
                    <a:pt x="1079" y="102"/>
                    <a:pt x="1232" y="33"/>
                  </a:cubicBezTo>
                  <a:cubicBezTo>
                    <a:pt x="1249" y="33"/>
                    <a:pt x="1249" y="17"/>
                    <a:pt x="1249" y="17"/>
                  </a:cubicBezTo>
                  <a:cubicBezTo>
                    <a:pt x="1249" y="1"/>
                    <a:pt x="1232" y="1"/>
                    <a:pt x="12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0">
              <a:extLst>
                <a:ext uri="{FF2B5EF4-FFF2-40B4-BE49-F238E27FC236}">
                  <a16:creationId xmlns:a16="http://schemas.microsoft.com/office/drawing/2014/main" id="{3CCA5C96-E25B-3B50-B72F-EF323C3FC293}"/>
                </a:ext>
              </a:extLst>
            </p:cNvPr>
            <p:cNvSpPr/>
            <p:nvPr/>
          </p:nvSpPr>
          <p:spPr>
            <a:xfrm>
              <a:off x="1742487" y="1965638"/>
              <a:ext cx="140545" cy="322707"/>
            </a:xfrm>
            <a:custGeom>
              <a:avLst/>
              <a:gdLst/>
              <a:ahLst/>
              <a:cxnLst/>
              <a:rect l="l" t="t" r="r" b="b"/>
              <a:pathLst>
                <a:path w="1415" h="3249" extrusionOk="0">
                  <a:moveTo>
                    <a:pt x="53" y="1"/>
                  </a:moveTo>
                  <a:cubicBezTo>
                    <a:pt x="17" y="33"/>
                    <a:pt x="1" y="69"/>
                    <a:pt x="1" y="118"/>
                  </a:cubicBezTo>
                  <a:cubicBezTo>
                    <a:pt x="17" y="288"/>
                    <a:pt x="17" y="473"/>
                    <a:pt x="1" y="639"/>
                  </a:cubicBezTo>
                  <a:lnTo>
                    <a:pt x="1" y="1011"/>
                  </a:lnTo>
                  <a:cubicBezTo>
                    <a:pt x="1" y="1079"/>
                    <a:pt x="17" y="1128"/>
                    <a:pt x="53" y="1180"/>
                  </a:cubicBezTo>
                  <a:cubicBezTo>
                    <a:pt x="538" y="1952"/>
                    <a:pt x="926" y="2558"/>
                    <a:pt x="1282" y="3132"/>
                  </a:cubicBezTo>
                  <a:cubicBezTo>
                    <a:pt x="1282" y="3132"/>
                    <a:pt x="1282" y="3148"/>
                    <a:pt x="1298" y="3164"/>
                  </a:cubicBezTo>
                  <a:cubicBezTo>
                    <a:pt x="1314" y="3200"/>
                    <a:pt x="1330" y="3233"/>
                    <a:pt x="1399" y="3249"/>
                  </a:cubicBezTo>
                  <a:cubicBezTo>
                    <a:pt x="1399" y="3249"/>
                    <a:pt x="1399" y="3233"/>
                    <a:pt x="1415" y="3233"/>
                  </a:cubicBezTo>
                  <a:lnTo>
                    <a:pt x="1399" y="3216"/>
                  </a:lnTo>
                  <a:cubicBezTo>
                    <a:pt x="1346" y="3216"/>
                    <a:pt x="1330" y="3184"/>
                    <a:pt x="1314" y="3148"/>
                  </a:cubicBezTo>
                  <a:cubicBezTo>
                    <a:pt x="1314" y="3132"/>
                    <a:pt x="1298" y="3132"/>
                    <a:pt x="1298" y="3115"/>
                  </a:cubicBezTo>
                  <a:cubicBezTo>
                    <a:pt x="942" y="2542"/>
                    <a:pt x="558" y="1952"/>
                    <a:pt x="70" y="1164"/>
                  </a:cubicBezTo>
                  <a:cubicBezTo>
                    <a:pt x="33" y="1112"/>
                    <a:pt x="33" y="1079"/>
                    <a:pt x="33" y="1011"/>
                  </a:cubicBezTo>
                  <a:cubicBezTo>
                    <a:pt x="17" y="894"/>
                    <a:pt x="33" y="760"/>
                    <a:pt x="33" y="639"/>
                  </a:cubicBezTo>
                  <a:cubicBezTo>
                    <a:pt x="33" y="473"/>
                    <a:pt x="53" y="288"/>
                    <a:pt x="33" y="102"/>
                  </a:cubicBezTo>
                  <a:cubicBezTo>
                    <a:pt x="17" y="86"/>
                    <a:pt x="33" y="53"/>
                    <a:pt x="70" y="17"/>
                  </a:cubicBezTo>
                  <a:lnTo>
                    <a:pt x="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0">
              <a:extLst>
                <a:ext uri="{FF2B5EF4-FFF2-40B4-BE49-F238E27FC236}">
                  <a16:creationId xmlns:a16="http://schemas.microsoft.com/office/drawing/2014/main" id="{F0287DE2-3BE5-BDD8-379E-6367E7E1B813}"/>
                </a:ext>
              </a:extLst>
            </p:cNvPr>
            <p:cNvSpPr/>
            <p:nvPr/>
          </p:nvSpPr>
          <p:spPr>
            <a:xfrm>
              <a:off x="1378162" y="3262922"/>
              <a:ext cx="3377" cy="103993"/>
            </a:xfrm>
            <a:custGeom>
              <a:avLst/>
              <a:gdLst/>
              <a:ahLst/>
              <a:cxnLst/>
              <a:rect l="l" t="t" r="r" b="b"/>
              <a:pathLst>
                <a:path w="34" h="1047" extrusionOk="0">
                  <a:moveTo>
                    <a:pt x="17" y="0"/>
                  </a:moveTo>
                  <a:cubicBezTo>
                    <a:pt x="1" y="0"/>
                    <a:pt x="1" y="20"/>
                    <a:pt x="1" y="20"/>
                  </a:cubicBezTo>
                  <a:lnTo>
                    <a:pt x="1" y="238"/>
                  </a:lnTo>
                  <a:lnTo>
                    <a:pt x="1" y="877"/>
                  </a:lnTo>
                  <a:lnTo>
                    <a:pt x="1" y="978"/>
                  </a:lnTo>
                  <a:cubicBezTo>
                    <a:pt x="1" y="994"/>
                    <a:pt x="1" y="1010"/>
                    <a:pt x="17" y="1030"/>
                  </a:cubicBezTo>
                  <a:lnTo>
                    <a:pt x="17" y="1046"/>
                  </a:lnTo>
                  <a:cubicBezTo>
                    <a:pt x="33" y="1046"/>
                    <a:pt x="33" y="1046"/>
                    <a:pt x="33" y="1030"/>
                  </a:cubicBezTo>
                  <a:lnTo>
                    <a:pt x="33" y="978"/>
                  </a:lnTo>
                  <a:cubicBezTo>
                    <a:pt x="33" y="945"/>
                    <a:pt x="17" y="909"/>
                    <a:pt x="17" y="877"/>
                  </a:cubicBezTo>
                  <a:lnTo>
                    <a:pt x="17" y="238"/>
                  </a:lnTo>
                  <a:lnTo>
                    <a:pt x="17" y="20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0">
              <a:extLst>
                <a:ext uri="{FF2B5EF4-FFF2-40B4-BE49-F238E27FC236}">
                  <a16:creationId xmlns:a16="http://schemas.microsoft.com/office/drawing/2014/main" id="{4BEA05F2-A24A-EDFC-10D5-5208280B36B6}"/>
                </a:ext>
              </a:extLst>
            </p:cNvPr>
            <p:cNvSpPr/>
            <p:nvPr/>
          </p:nvSpPr>
          <p:spPr>
            <a:xfrm>
              <a:off x="1033505" y="3716241"/>
              <a:ext cx="5364" cy="18176"/>
            </a:xfrm>
            <a:custGeom>
              <a:avLst/>
              <a:gdLst/>
              <a:ahLst/>
              <a:cxnLst/>
              <a:rect l="l" t="t" r="r" b="b"/>
              <a:pathLst>
                <a:path w="54" h="183" extrusionOk="0">
                  <a:moveTo>
                    <a:pt x="21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37" y="166"/>
                  </a:lnTo>
                  <a:cubicBezTo>
                    <a:pt x="37" y="183"/>
                    <a:pt x="37" y="183"/>
                    <a:pt x="53" y="183"/>
                  </a:cubicBezTo>
                  <a:lnTo>
                    <a:pt x="53" y="166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0">
              <a:extLst>
                <a:ext uri="{FF2B5EF4-FFF2-40B4-BE49-F238E27FC236}">
                  <a16:creationId xmlns:a16="http://schemas.microsoft.com/office/drawing/2014/main" id="{150659FA-66A0-1FAF-F4BE-619F4AFA3733}"/>
                </a:ext>
              </a:extLst>
            </p:cNvPr>
            <p:cNvSpPr/>
            <p:nvPr/>
          </p:nvSpPr>
          <p:spPr>
            <a:xfrm>
              <a:off x="1735732" y="2925415"/>
              <a:ext cx="174216" cy="304232"/>
            </a:xfrm>
            <a:custGeom>
              <a:avLst/>
              <a:gdLst/>
              <a:ahLst/>
              <a:cxnLst/>
              <a:rect l="l" t="t" r="r" b="b"/>
              <a:pathLst>
                <a:path w="1754" h="3063" extrusionOk="0">
                  <a:moveTo>
                    <a:pt x="69" y="1"/>
                  </a:moveTo>
                  <a:cubicBezTo>
                    <a:pt x="37" y="33"/>
                    <a:pt x="37" y="65"/>
                    <a:pt x="37" y="102"/>
                  </a:cubicBezTo>
                  <a:lnTo>
                    <a:pt x="37" y="118"/>
                  </a:lnTo>
                  <a:cubicBezTo>
                    <a:pt x="37" y="186"/>
                    <a:pt x="53" y="251"/>
                    <a:pt x="53" y="320"/>
                  </a:cubicBezTo>
                  <a:cubicBezTo>
                    <a:pt x="53" y="469"/>
                    <a:pt x="69" y="639"/>
                    <a:pt x="37" y="772"/>
                  </a:cubicBezTo>
                  <a:cubicBezTo>
                    <a:pt x="0" y="994"/>
                    <a:pt x="101" y="1112"/>
                    <a:pt x="202" y="1229"/>
                  </a:cubicBezTo>
                  <a:lnTo>
                    <a:pt x="222" y="1245"/>
                  </a:lnTo>
                  <a:cubicBezTo>
                    <a:pt x="404" y="1447"/>
                    <a:pt x="574" y="1649"/>
                    <a:pt x="760" y="1851"/>
                  </a:cubicBezTo>
                  <a:cubicBezTo>
                    <a:pt x="861" y="1984"/>
                    <a:pt x="978" y="2121"/>
                    <a:pt x="1079" y="2255"/>
                  </a:cubicBezTo>
                  <a:cubicBezTo>
                    <a:pt x="1281" y="2473"/>
                    <a:pt x="1467" y="2691"/>
                    <a:pt x="1652" y="2893"/>
                  </a:cubicBezTo>
                  <a:cubicBezTo>
                    <a:pt x="1685" y="2929"/>
                    <a:pt x="1685" y="2962"/>
                    <a:pt x="1701" y="2994"/>
                  </a:cubicBezTo>
                  <a:cubicBezTo>
                    <a:pt x="1701" y="3014"/>
                    <a:pt x="1717" y="3047"/>
                    <a:pt x="1717" y="3063"/>
                  </a:cubicBezTo>
                  <a:lnTo>
                    <a:pt x="1737" y="3063"/>
                  </a:lnTo>
                  <a:cubicBezTo>
                    <a:pt x="1737" y="3063"/>
                    <a:pt x="1753" y="3063"/>
                    <a:pt x="1753" y="3047"/>
                  </a:cubicBezTo>
                  <a:cubicBezTo>
                    <a:pt x="1737" y="3030"/>
                    <a:pt x="1737" y="3014"/>
                    <a:pt x="1717" y="2994"/>
                  </a:cubicBezTo>
                  <a:cubicBezTo>
                    <a:pt x="1717" y="2962"/>
                    <a:pt x="1701" y="2913"/>
                    <a:pt x="1669" y="2877"/>
                  </a:cubicBezTo>
                  <a:cubicBezTo>
                    <a:pt x="1483" y="2675"/>
                    <a:pt x="1297" y="2457"/>
                    <a:pt x="1111" y="2239"/>
                  </a:cubicBezTo>
                  <a:cubicBezTo>
                    <a:pt x="994" y="2105"/>
                    <a:pt x="877" y="1968"/>
                    <a:pt x="776" y="1835"/>
                  </a:cubicBezTo>
                  <a:cubicBezTo>
                    <a:pt x="590" y="1633"/>
                    <a:pt x="424" y="1431"/>
                    <a:pt x="239" y="1229"/>
                  </a:cubicBezTo>
                  <a:lnTo>
                    <a:pt x="222" y="1213"/>
                  </a:lnTo>
                  <a:cubicBezTo>
                    <a:pt x="121" y="1075"/>
                    <a:pt x="37" y="974"/>
                    <a:pt x="69" y="792"/>
                  </a:cubicBezTo>
                  <a:cubicBezTo>
                    <a:pt x="85" y="639"/>
                    <a:pt x="85" y="469"/>
                    <a:pt x="69" y="320"/>
                  </a:cubicBezTo>
                  <a:lnTo>
                    <a:pt x="69" y="118"/>
                  </a:lnTo>
                  <a:lnTo>
                    <a:pt x="69" y="102"/>
                  </a:lnTo>
                  <a:cubicBezTo>
                    <a:pt x="69" y="65"/>
                    <a:pt x="69" y="4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0">
              <a:extLst>
                <a:ext uri="{FF2B5EF4-FFF2-40B4-BE49-F238E27FC236}">
                  <a16:creationId xmlns:a16="http://schemas.microsoft.com/office/drawing/2014/main" id="{7BA2A85D-DEE4-617C-06DC-9AF5429D7FE9}"/>
                </a:ext>
              </a:extLst>
            </p:cNvPr>
            <p:cNvSpPr/>
            <p:nvPr/>
          </p:nvSpPr>
          <p:spPr>
            <a:xfrm>
              <a:off x="1189246" y="1405544"/>
              <a:ext cx="4867" cy="78765"/>
            </a:xfrm>
            <a:custGeom>
              <a:avLst/>
              <a:gdLst/>
              <a:ahLst/>
              <a:cxnLst/>
              <a:rect l="l" t="t" r="r" b="b"/>
              <a:pathLst>
                <a:path w="49" h="793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154"/>
                    <a:pt x="16" y="271"/>
                    <a:pt x="0" y="404"/>
                  </a:cubicBezTo>
                  <a:lnTo>
                    <a:pt x="0" y="622"/>
                  </a:lnTo>
                  <a:lnTo>
                    <a:pt x="0" y="675"/>
                  </a:lnTo>
                  <a:cubicBezTo>
                    <a:pt x="0" y="707"/>
                    <a:pt x="0" y="744"/>
                    <a:pt x="16" y="776"/>
                  </a:cubicBezTo>
                  <a:lnTo>
                    <a:pt x="33" y="792"/>
                  </a:lnTo>
                  <a:cubicBezTo>
                    <a:pt x="49" y="792"/>
                    <a:pt x="49" y="776"/>
                    <a:pt x="49" y="776"/>
                  </a:cubicBezTo>
                  <a:cubicBezTo>
                    <a:pt x="33" y="744"/>
                    <a:pt x="33" y="707"/>
                    <a:pt x="33" y="675"/>
                  </a:cubicBezTo>
                  <a:lnTo>
                    <a:pt x="33" y="622"/>
                  </a:lnTo>
                  <a:lnTo>
                    <a:pt x="33" y="404"/>
                  </a:lnTo>
                  <a:cubicBezTo>
                    <a:pt x="33" y="271"/>
                    <a:pt x="33" y="154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0">
              <a:extLst>
                <a:ext uri="{FF2B5EF4-FFF2-40B4-BE49-F238E27FC236}">
                  <a16:creationId xmlns:a16="http://schemas.microsoft.com/office/drawing/2014/main" id="{BB6D6DCF-AD4D-DC9B-C2B5-2E31B91746D5}"/>
                </a:ext>
              </a:extLst>
            </p:cNvPr>
            <p:cNvSpPr/>
            <p:nvPr/>
          </p:nvSpPr>
          <p:spPr>
            <a:xfrm>
              <a:off x="2165412" y="2572712"/>
              <a:ext cx="5364" cy="26619"/>
            </a:xfrm>
            <a:custGeom>
              <a:avLst/>
              <a:gdLst/>
              <a:ahLst/>
              <a:cxnLst/>
              <a:rect l="l" t="t" r="r" b="b"/>
              <a:pathLst>
                <a:path w="54" h="268" extrusionOk="0">
                  <a:moveTo>
                    <a:pt x="37" y="1"/>
                  </a:moveTo>
                  <a:cubicBezTo>
                    <a:pt x="1" y="49"/>
                    <a:pt x="17" y="82"/>
                    <a:pt x="17" y="134"/>
                  </a:cubicBezTo>
                  <a:cubicBezTo>
                    <a:pt x="17" y="166"/>
                    <a:pt x="17" y="219"/>
                    <a:pt x="1" y="251"/>
                  </a:cubicBezTo>
                  <a:lnTo>
                    <a:pt x="1" y="267"/>
                  </a:lnTo>
                  <a:lnTo>
                    <a:pt x="17" y="267"/>
                  </a:lnTo>
                  <a:cubicBezTo>
                    <a:pt x="53" y="219"/>
                    <a:pt x="37" y="166"/>
                    <a:pt x="37" y="134"/>
                  </a:cubicBezTo>
                  <a:cubicBezTo>
                    <a:pt x="37" y="82"/>
                    <a:pt x="37" y="49"/>
                    <a:pt x="53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0">
              <a:extLst>
                <a:ext uri="{FF2B5EF4-FFF2-40B4-BE49-F238E27FC236}">
                  <a16:creationId xmlns:a16="http://schemas.microsoft.com/office/drawing/2014/main" id="{3B14EF52-18E1-5200-5927-B2656EB8BC93}"/>
                </a:ext>
              </a:extLst>
            </p:cNvPr>
            <p:cNvSpPr/>
            <p:nvPr/>
          </p:nvSpPr>
          <p:spPr>
            <a:xfrm>
              <a:off x="1409946" y="3055829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16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6" y="65"/>
                    <a:pt x="32" y="134"/>
                    <a:pt x="0" y="203"/>
                  </a:cubicBezTo>
                  <a:cubicBezTo>
                    <a:pt x="0" y="219"/>
                    <a:pt x="0" y="219"/>
                    <a:pt x="16" y="219"/>
                  </a:cubicBezTo>
                  <a:lnTo>
                    <a:pt x="32" y="219"/>
                  </a:lnTo>
                  <a:cubicBezTo>
                    <a:pt x="49" y="150"/>
                    <a:pt x="32" y="65"/>
                    <a:pt x="32" y="17"/>
                  </a:cubicBez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0">
              <a:extLst>
                <a:ext uri="{FF2B5EF4-FFF2-40B4-BE49-F238E27FC236}">
                  <a16:creationId xmlns:a16="http://schemas.microsoft.com/office/drawing/2014/main" id="{2E76C277-C286-97F3-2E9F-4C740E763A06}"/>
                </a:ext>
              </a:extLst>
            </p:cNvPr>
            <p:cNvSpPr/>
            <p:nvPr/>
          </p:nvSpPr>
          <p:spPr>
            <a:xfrm>
              <a:off x="1737719" y="3080760"/>
              <a:ext cx="150577" cy="259238"/>
            </a:xfrm>
            <a:custGeom>
              <a:avLst/>
              <a:gdLst/>
              <a:ahLst/>
              <a:cxnLst/>
              <a:rect l="l" t="t" r="r" b="b"/>
              <a:pathLst>
                <a:path w="1516" h="2610" extrusionOk="0">
                  <a:moveTo>
                    <a:pt x="49" y="0"/>
                  </a:moveTo>
                  <a:cubicBezTo>
                    <a:pt x="33" y="0"/>
                    <a:pt x="33" y="0"/>
                    <a:pt x="33" y="16"/>
                  </a:cubicBezTo>
                  <a:cubicBezTo>
                    <a:pt x="17" y="117"/>
                    <a:pt x="0" y="202"/>
                    <a:pt x="101" y="319"/>
                  </a:cubicBezTo>
                  <a:cubicBezTo>
                    <a:pt x="384" y="606"/>
                    <a:pt x="639" y="925"/>
                    <a:pt x="909" y="1228"/>
                  </a:cubicBezTo>
                  <a:cubicBezTo>
                    <a:pt x="1010" y="1349"/>
                    <a:pt x="1111" y="1466"/>
                    <a:pt x="1192" y="1584"/>
                  </a:cubicBezTo>
                  <a:cubicBezTo>
                    <a:pt x="1229" y="1600"/>
                    <a:pt x="1245" y="1632"/>
                    <a:pt x="1277" y="1668"/>
                  </a:cubicBezTo>
                  <a:cubicBezTo>
                    <a:pt x="1330" y="1733"/>
                    <a:pt x="1394" y="1802"/>
                    <a:pt x="1463" y="1870"/>
                  </a:cubicBezTo>
                  <a:cubicBezTo>
                    <a:pt x="1495" y="1903"/>
                    <a:pt x="1495" y="1935"/>
                    <a:pt x="1479" y="1971"/>
                  </a:cubicBezTo>
                  <a:lnTo>
                    <a:pt x="1479" y="2339"/>
                  </a:lnTo>
                  <a:lnTo>
                    <a:pt x="1479" y="2440"/>
                  </a:lnTo>
                  <a:lnTo>
                    <a:pt x="1479" y="2460"/>
                  </a:lnTo>
                  <a:cubicBezTo>
                    <a:pt x="1479" y="2509"/>
                    <a:pt x="1479" y="2541"/>
                    <a:pt x="1463" y="2593"/>
                  </a:cubicBezTo>
                  <a:cubicBezTo>
                    <a:pt x="1447" y="2593"/>
                    <a:pt x="1463" y="2610"/>
                    <a:pt x="1463" y="2610"/>
                  </a:cubicBezTo>
                  <a:lnTo>
                    <a:pt x="1479" y="2610"/>
                  </a:lnTo>
                  <a:cubicBezTo>
                    <a:pt x="1515" y="2561"/>
                    <a:pt x="1515" y="2509"/>
                    <a:pt x="1515" y="2460"/>
                  </a:cubicBezTo>
                  <a:lnTo>
                    <a:pt x="1515" y="2440"/>
                  </a:lnTo>
                  <a:lnTo>
                    <a:pt x="1515" y="2339"/>
                  </a:lnTo>
                  <a:lnTo>
                    <a:pt x="1515" y="1971"/>
                  </a:lnTo>
                  <a:cubicBezTo>
                    <a:pt x="1515" y="1935"/>
                    <a:pt x="1515" y="1903"/>
                    <a:pt x="1479" y="1854"/>
                  </a:cubicBezTo>
                  <a:cubicBezTo>
                    <a:pt x="1414" y="1786"/>
                    <a:pt x="1346" y="1717"/>
                    <a:pt x="1293" y="1652"/>
                  </a:cubicBezTo>
                  <a:cubicBezTo>
                    <a:pt x="1261" y="1616"/>
                    <a:pt x="1245" y="1584"/>
                    <a:pt x="1229" y="1567"/>
                  </a:cubicBezTo>
                  <a:cubicBezTo>
                    <a:pt x="1128" y="1450"/>
                    <a:pt x="1027" y="1329"/>
                    <a:pt x="926" y="1212"/>
                  </a:cubicBezTo>
                  <a:cubicBezTo>
                    <a:pt x="671" y="909"/>
                    <a:pt x="404" y="590"/>
                    <a:pt x="118" y="303"/>
                  </a:cubicBezTo>
                  <a:cubicBezTo>
                    <a:pt x="33" y="202"/>
                    <a:pt x="33" y="117"/>
                    <a:pt x="49" y="16"/>
                  </a:cubicBezTo>
                  <a:cubicBezTo>
                    <a:pt x="65" y="16"/>
                    <a:pt x="49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0">
              <a:extLst>
                <a:ext uri="{FF2B5EF4-FFF2-40B4-BE49-F238E27FC236}">
                  <a16:creationId xmlns:a16="http://schemas.microsoft.com/office/drawing/2014/main" id="{5EE0AA1E-0B08-12E3-4F7D-7C40140542F1}"/>
                </a:ext>
              </a:extLst>
            </p:cNvPr>
            <p:cNvSpPr/>
            <p:nvPr/>
          </p:nvSpPr>
          <p:spPr>
            <a:xfrm>
              <a:off x="1409946" y="2905352"/>
              <a:ext cx="91975" cy="187128"/>
            </a:xfrm>
            <a:custGeom>
              <a:avLst/>
              <a:gdLst/>
              <a:ahLst/>
              <a:cxnLst/>
              <a:rect l="l" t="t" r="r" b="b"/>
              <a:pathLst>
                <a:path w="926" h="1884" extrusionOk="0">
                  <a:moveTo>
                    <a:pt x="32" y="1"/>
                  </a:moveTo>
                  <a:lnTo>
                    <a:pt x="32" y="17"/>
                  </a:lnTo>
                  <a:cubicBezTo>
                    <a:pt x="0" y="336"/>
                    <a:pt x="0" y="639"/>
                    <a:pt x="32" y="942"/>
                  </a:cubicBezTo>
                  <a:lnTo>
                    <a:pt x="32" y="958"/>
                  </a:lnTo>
                  <a:cubicBezTo>
                    <a:pt x="32" y="994"/>
                    <a:pt x="32" y="1027"/>
                    <a:pt x="69" y="1043"/>
                  </a:cubicBezTo>
                  <a:cubicBezTo>
                    <a:pt x="251" y="1144"/>
                    <a:pt x="388" y="1297"/>
                    <a:pt x="521" y="1447"/>
                  </a:cubicBezTo>
                  <a:cubicBezTo>
                    <a:pt x="590" y="1532"/>
                    <a:pt x="675" y="1617"/>
                    <a:pt x="755" y="1701"/>
                  </a:cubicBezTo>
                  <a:cubicBezTo>
                    <a:pt x="776" y="1701"/>
                    <a:pt x="776" y="1718"/>
                    <a:pt x="792" y="1718"/>
                  </a:cubicBezTo>
                  <a:cubicBezTo>
                    <a:pt x="840" y="1766"/>
                    <a:pt x="893" y="1802"/>
                    <a:pt x="893" y="1883"/>
                  </a:cubicBezTo>
                  <a:lnTo>
                    <a:pt x="909" y="1883"/>
                  </a:lnTo>
                  <a:cubicBezTo>
                    <a:pt x="909" y="1883"/>
                    <a:pt x="925" y="1883"/>
                    <a:pt x="925" y="1867"/>
                  </a:cubicBezTo>
                  <a:cubicBezTo>
                    <a:pt x="909" y="1802"/>
                    <a:pt x="856" y="1750"/>
                    <a:pt x="808" y="1701"/>
                  </a:cubicBezTo>
                  <a:cubicBezTo>
                    <a:pt x="792" y="1701"/>
                    <a:pt x="792" y="1681"/>
                    <a:pt x="776" y="1681"/>
                  </a:cubicBezTo>
                  <a:cubicBezTo>
                    <a:pt x="691" y="1600"/>
                    <a:pt x="606" y="1516"/>
                    <a:pt x="537" y="1431"/>
                  </a:cubicBezTo>
                  <a:cubicBezTo>
                    <a:pt x="404" y="1277"/>
                    <a:pt x="271" y="1112"/>
                    <a:pt x="69" y="1011"/>
                  </a:cubicBezTo>
                  <a:cubicBezTo>
                    <a:pt x="49" y="1011"/>
                    <a:pt x="49" y="994"/>
                    <a:pt x="49" y="958"/>
                  </a:cubicBezTo>
                  <a:lnTo>
                    <a:pt x="49" y="942"/>
                  </a:lnTo>
                  <a:cubicBezTo>
                    <a:pt x="32" y="639"/>
                    <a:pt x="32" y="336"/>
                    <a:pt x="49" y="17"/>
                  </a:cubicBezTo>
                  <a:cubicBezTo>
                    <a:pt x="49" y="1"/>
                    <a:pt x="49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0">
              <a:extLst>
                <a:ext uri="{FF2B5EF4-FFF2-40B4-BE49-F238E27FC236}">
                  <a16:creationId xmlns:a16="http://schemas.microsoft.com/office/drawing/2014/main" id="{35C477B2-DDD3-1BDC-3C18-79483A99A312}"/>
                </a:ext>
              </a:extLst>
            </p:cNvPr>
            <p:cNvSpPr/>
            <p:nvPr/>
          </p:nvSpPr>
          <p:spPr>
            <a:xfrm>
              <a:off x="1256191" y="1192691"/>
              <a:ext cx="237287" cy="121077"/>
            </a:xfrm>
            <a:custGeom>
              <a:avLst/>
              <a:gdLst/>
              <a:ahLst/>
              <a:cxnLst/>
              <a:rect l="l" t="t" r="r" b="b"/>
              <a:pathLst>
                <a:path w="2389" h="1219" extrusionOk="0">
                  <a:moveTo>
                    <a:pt x="1589" y="0"/>
                  </a:moveTo>
                  <a:cubicBezTo>
                    <a:pt x="1547" y="0"/>
                    <a:pt x="1502" y="15"/>
                    <a:pt x="1463" y="39"/>
                  </a:cubicBezTo>
                  <a:lnTo>
                    <a:pt x="1144" y="241"/>
                  </a:lnTo>
                  <a:cubicBezTo>
                    <a:pt x="789" y="443"/>
                    <a:pt x="437" y="665"/>
                    <a:pt x="102" y="867"/>
                  </a:cubicBezTo>
                  <a:cubicBezTo>
                    <a:pt x="49" y="899"/>
                    <a:pt x="17" y="931"/>
                    <a:pt x="17" y="984"/>
                  </a:cubicBezTo>
                  <a:cubicBezTo>
                    <a:pt x="1" y="1000"/>
                    <a:pt x="17" y="1000"/>
                    <a:pt x="17" y="1000"/>
                  </a:cubicBezTo>
                  <a:lnTo>
                    <a:pt x="33" y="1000"/>
                  </a:lnTo>
                  <a:cubicBezTo>
                    <a:pt x="49" y="948"/>
                    <a:pt x="65" y="915"/>
                    <a:pt x="102" y="899"/>
                  </a:cubicBezTo>
                  <a:cubicBezTo>
                    <a:pt x="453" y="681"/>
                    <a:pt x="809" y="479"/>
                    <a:pt x="1160" y="261"/>
                  </a:cubicBezTo>
                  <a:lnTo>
                    <a:pt x="1479" y="75"/>
                  </a:lnTo>
                  <a:cubicBezTo>
                    <a:pt x="1518" y="48"/>
                    <a:pt x="1555" y="32"/>
                    <a:pt x="1586" y="32"/>
                  </a:cubicBezTo>
                  <a:cubicBezTo>
                    <a:pt x="1597" y="32"/>
                    <a:pt x="1607" y="34"/>
                    <a:pt x="1617" y="39"/>
                  </a:cubicBezTo>
                  <a:cubicBezTo>
                    <a:pt x="1665" y="39"/>
                    <a:pt x="1698" y="75"/>
                    <a:pt x="1734" y="124"/>
                  </a:cubicBezTo>
                  <a:cubicBezTo>
                    <a:pt x="1766" y="208"/>
                    <a:pt x="1819" y="293"/>
                    <a:pt x="1867" y="378"/>
                  </a:cubicBezTo>
                  <a:cubicBezTo>
                    <a:pt x="1952" y="544"/>
                    <a:pt x="2053" y="697"/>
                    <a:pt x="2154" y="867"/>
                  </a:cubicBezTo>
                  <a:cubicBezTo>
                    <a:pt x="2170" y="899"/>
                    <a:pt x="2186" y="931"/>
                    <a:pt x="2202" y="968"/>
                  </a:cubicBezTo>
                  <a:cubicBezTo>
                    <a:pt x="2239" y="1069"/>
                    <a:pt x="2287" y="1150"/>
                    <a:pt x="2372" y="1218"/>
                  </a:cubicBezTo>
                  <a:lnTo>
                    <a:pt x="2388" y="1218"/>
                  </a:lnTo>
                  <a:lnTo>
                    <a:pt x="2388" y="1202"/>
                  </a:lnTo>
                  <a:cubicBezTo>
                    <a:pt x="2303" y="1133"/>
                    <a:pt x="2271" y="1049"/>
                    <a:pt x="2223" y="968"/>
                  </a:cubicBezTo>
                  <a:cubicBezTo>
                    <a:pt x="2202" y="915"/>
                    <a:pt x="2186" y="883"/>
                    <a:pt x="2170" y="847"/>
                  </a:cubicBezTo>
                  <a:cubicBezTo>
                    <a:pt x="2069" y="681"/>
                    <a:pt x="1984" y="528"/>
                    <a:pt x="1883" y="362"/>
                  </a:cubicBezTo>
                  <a:cubicBezTo>
                    <a:pt x="1851" y="277"/>
                    <a:pt x="1799" y="208"/>
                    <a:pt x="1750" y="124"/>
                  </a:cubicBezTo>
                  <a:cubicBezTo>
                    <a:pt x="1718" y="59"/>
                    <a:pt x="1665" y="23"/>
                    <a:pt x="1633" y="6"/>
                  </a:cubicBezTo>
                  <a:cubicBezTo>
                    <a:pt x="1619" y="2"/>
                    <a:pt x="1604" y="0"/>
                    <a:pt x="1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0">
              <a:extLst>
                <a:ext uri="{FF2B5EF4-FFF2-40B4-BE49-F238E27FC236}">
                  <a16:creationId xmlns:a16="http://schemas.microsoft.com/office/drawing/2014/main" id="{B002618E-504E-5D14-1C74-210A9F119BD3}"/>
                </a:ext>
              </a:extLst>
            </p:cNvPr>
            <p:cNvSpPr/>
            <p:nvPr/>
          </p:nvSpPr>
          <p:spPr>
            <a:xfrm>
              <a:off x="928419" y="3577484"/>
              <a:ext cx="4867" cy="100418"/>
            </a:xfrm>
            <a:custGeom>
              <a:avLst/>
              <a:gdLst/>
              <a:ahLst/>
              <a:cxnLst/>
              <a:rect l="l" t="t" r="r" b="b"/>
              <a:pathLst>
                <a:path w="49" h="1011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33"/>
                    <a:pt x="17" y="251"/>
                    <a:pt x="17" y="352"/>
                  </a:cubicBezTo>
                  <a:lnTo>
                    <a:pt x="17" y="521"/>
                  </a:lnTo>
                  <a:lnTo>
                    <a:pt x="17" y="857"/>
                  </a:lnTo>
                  <a:lnTo>
                    <a:pt x="17" y="1010"/>
                  </a:lnTo>
                  <a:lnTo>
                    <a:pt x="33" y="1010"/>
                  </a:lnTo>
                  <a:lnTo>
                    <a:pt x="33" y="857"/>
                  </a:lnTo>
                  <a:lnTo>
                    <a:pt x="33" y="521"/>
                  </a:lnTo>
                  <a:lnTo>
                    <a:pt x="33" y="352"/>
                  </a:lnTo>
                  <a:cubicBezTo>
                    <a:pt x="33" y="234"/>
                    <a:pt x="49" y="133"/>
                    <a:pt x="17" y="16"/>
                  </a:cubicBezTo>
                  <a:cubicBezTo>
                    <a:pt x="17" y="0"/>
                    <a:pt x="17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0">
              <a:extLst>
                <a:ext uri="{FF2B5EF4-FFF2-40B4-BE49-F238E27FC236}">
                  <a16:creationId xmlns:a16="http://schemas.microsoft.com/office/drawing/2014/main" id="{03F43D7B-58A4-74EE-E797-084AD83DB3EB}"/>
                </a:ext>
              </a:extLst>
            </p:cNvPr>
            <p:cNvSpPr/>
            <p:nvPr/>
          </p:nvSpPr>
          <p:spPr>
            <a:xfrm>
              <a:off x="670770" y="1450836"/>
              <a:ext cx="145809" cy="192293"/>
            </a:xfrm>
            <a:custGeom>
              <a:avLst/>
              <a:gdLst/>
              <a:ahLst/>
              <a:cxnLst/>
              <a:rect l="l" t="t" r="r" b="b"/>
              <a:pathLst>
                <a:path w="1468" h="1936" extrusionOk="0">
                  <a:moveTo>
                    <a:pt x="1431" y="1"/>
                  </a:moveTo>
                  <a:cubicBezTo>
                    <a:pt x="1415" y="1"/>
                    <a:pt x="1415" y="1"/>
                    <a:pt x="1415" y="17"/>
                  </a:cubicBezTo>
                  <a:lnTo>
                    <a:pt x="1415" y="267"/>
                  </a:lnTo>
                  <a:cubicBezTo>
                    <a:pt x="1431" y="506"/>
                    <a:pt x="1431" y="756"/>
                    <a:pt x="1451" y="995"/>
                  </a:cubicBezTo>
                  <a:cubicBezTo>
                    <a:pt x="1451" y="1043"/>
                    <a:pt x="1415" y="1059"/>
                    <a:pt x="1383" y="1096"/>
                  </a:cubicBezTo>
                  <a:lnTo>
                    <a:pt x="1366" y="1096"/>
                  </a:lnTo>
                  <a:cubicBezTo>
                    <a:pt x="1181" y="1197"/>
                    <a:pt x="995" y="1314"/>
                    <a:pt x="809" y="1431"/>
                  </a:cubicBezTo>
                  <a:cubicBezTo>
                    <a:pt x="558" y="1580"/>
                    <a:pt x="288" y="1750"/>
                    <a:pt x="37" y="1883"/>
                  </a:cubicBezTo>
                  <a:cubicBezTo>
                    <a:pt x="17" y="1904"/>
                    <a:pt x="17" y="1904"/>
                    <a:pt x="17" y="1920"/>
                  </a:cubicBezTo>
                  <a:cubicBezTo>
                    <a:pt x="1" y="1936"/>
                    <a:pt x="17" y="1936"/>
                    <a:pt x="17" y="1936"/>
                  </a:cubicBezTo>
                  <a:lnTo>
                    <a:pt x="37" y="1936"/>
                  </a:lnTo>
                  <a:lnTo>
                    <a:pt x="37" y="1920"/>
                  </a:lnTo>
                  <a:lnTo>
                    <a:pt x="54" y="1920"/>
                  </a:lnTo>
                  <a:cubicBezTo>
                    <a:pt x="304" y="1766"/>
                    <a:pt x="575" y="1617"/>
                    <a:pt x="825" y="1447"/>
                  </a:cubicBezTo>
                  <a:cubicBezTo>
                    <a:pt x="995" y="1346"/>
                    <a:pt x="1197" y="1229"/>
                    <a:pt x="1383" y="1112"/>
                  </a:cubicBezTo>
                  <a:cubicBezTo>
                    <a:pt x="1431" y="1096"/>
                    <a:pt x="1467" y="1059"/>
                    <a:pt x="1467" y="995"/>
                  </a:cubicBezTo>
                  <a:cubicBezTo>
                    <a:pt x="1467" y="756"/>
                    <a:pt x="1451" y="506"/>
                    <a:pt x="1451" y="267"/>
                  </a:cubicBezTo>
                  <a:lnTo>
                    <a:pt x="1451" y="17"/>
                  </a:lnTo>
                  <a:cubicBezTo>
                    <a:pt x="1451" y="1"/>
                    <a:pt x="1431" y="1"/>
                    <a:pt x="1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0">
              <a:extLst>
                <a:ext uri="{FF2B5EF4-FFF2-40B4-BE49-F238E27FC236}">
                  <a16:creationId xmlns:a16="http://schemas.microsoft.com/office/drawing/2014/main" id="{EC5E2DE1-9227-0E69-F33E-AA405530F88F}"/>
                </a:ext>
              </a:extLst>
            </p:cNvPr>
            <p:cNvSpPr/>
            <p:nvPr/>
          </p:nvSpPr>
          <p:spPr>
            <a:xfrm>
              <a:off x="1338035" y="1870584"/>
              <a:ext cx="6555" cy="103596"/>
            </a:xfrm>
            <a:custGeom>
              <a:avLst/>
              <a:gdLst/>
              <a:ahLst/>
              <a:cxnLst/>
              <a:rect l="l" t="t" r="r" b="b"/>
              <a:pathLst>
                <a:path w="66" h="1043" extrusionOk="0">
                  <a:moveTo>
                    <a:pt x="17" y="0"/>
                  </a:moveTo>
                  <a:lnTo>
                    <a:pt x="1" y="17"/>
                  </a:lnTo>
                  <a:cubicBezTo>
                    <a:pt x="33" y="182"/>
                    <a:pt x="17" y="336"/>
                    <a:pt x="17" y="505"/>
                  </a:cubicBezTo>
                  <a:lnTo>
                    <a:pt x="17" y="808"/>
                  </a:lnTo>
                  <a:lnTo>
                    <a:pt x="17" y="873"/>
                  </a:lnTo>
                  <a:cubicBezTo>
                    <a:pt x="17" y="925"/>
                    <a:pt x="17" y="974"/>
                    <a:pt x="49" y="1043"/>
                  </a:cubicBezTo>
                  <a:lnTo>
                    <a:pt x="66" y="1043"/>
                  </a:lnTo>
                  <a:lnTo>
                    <a:pt x="66" y="1026"/>
                  </a:lnTo>
                  <a:cubicBezTo>
                    <a:pt x="33" y="974"/>
                    <a:pt x="49" y="925"/>
                    <a:pt x="49" y="873"/>
                  </a:cubicBezTo>
                  <a:lnTo>
                    <a:pt x="49" y="808"/>
                  </a:lnTo>
                  <a:lnTo>
                    <a:pt x="49" y="505"/>
                  </a:lnTo>
                  <a:cubicBezTo>
                    <a:pt x="49" y="336"/>
                    <a:pt x="49" y="166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0">
              <a:extLst>
                <a:ext uri="{FF2B5EF4-FFF2-40B4-BE49-F238E27FC236}">
                  <a16:creationId xmlns:a16="http://schemas.microsoft.com/office/drawing/2014/main" id="{266B341E-4A9C-42E6-BD1A-043F87AA4AD3}"/>
                </a:ext>
              </a:extLst>
            </p:cNvPr>
            <p:cNvSpPr/>
            <p:nvPr/>
          </p:nvSpPr>
          <p:spPr>
            <a:xfrm>
              <a:off x="1643857" y="3318246"/>
              <a:ext cx="6853" cy="78765"/>
            </a:xfrm>
            <a:custGeom>
              <a:avLst/>
              <a:gdLst/>
              <a:ahLst/>
              <a:cxnLst/>
              <a:rect l="l" t="t" r="r" b="b"/>
              <a:pathLst>
                <a:path w="69" h="793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71"/>
                    <a:pt x="16" y="388"/>
                  </a:cubicBezTo>
                  <a:lnTo>
                    <a:pt x="16" y="623"/>
                  </a:lnTo>
                  <a:lnTo>
                    <a:pt x="16" y="675"/>
                  </a:lnTo>
                  <a:cubicBezTo>
                    <a:pt x="16" y="707"/>
                    <a:pt x="37" y="740"/>
                    <a:pt x="16" y="776"/>
                  </a:cubicBezTo>
                  <a:cubicBezTo>
                    <a:pt x="0" y="776"/>
                    <a:pt x="0" y="776"/>
                    <a:pt x="16" y="792"/>
                  </a:cubicBezTo>
                  <a:lnTo>
                    <a:pt x="37" y="776"/>
                  </a:lnTo>
                  <a:cubicBezTo>
                    <a:pt x="53" y="740"/>
                    <a:pt x="53" y="707"/>
                    <a:pt x="53" y="675"/>
                  </a:cubicBezTo>
                  <a:lnTo>
                    <a:pt x="53" y="623"/>
                  </a:lnTo>
                  <a:lnTo>
                    <a:pt x="53" y="388"/>
                  </a:lnTo>
                  <a:cubicBezTo>
                    <a:pt x="53" y="27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0">
              <a:extLst>
                <a:ext uri="{FF2B5EF4-FFF2-40B4-BE49-F238E27FC236}">
                  <a16:creationId xmlns:a16="http://schemas.microsoft.com/office/drawing/2014/main" id="{C88A8090-D1A8-A440-DEA7-C801380686E8}"/>
                </a:ext>
              </a:extLst>
            </p:cNvPr>
            <p:cNvSpPr/>
            <p:nvPr/>
          </p:nvSpPr>
          <p:spPr>
            <a:xfrm>
              <a:off x="2081979" y="2505767"/>
              <a:ext cx="105185" cy="199047"/>
            </a:xfrm>
            <a:custGeom>
              <a:avLst/>
              <a:gdLst/>
              <a:ahLst/>
              <a:cxnLst/>
              <a:rect l="l" t="t" r="r" b="b"/>
              <a:pathLst>
                <a:path w="1059" h="2004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50" y="335"/>
                    <a:pt x="170" y="372"/>
                    <a:pt x="202" y="404"/>
                  </a:cubicBezTo>
                  <a:cubicBezTo>
                    <a:pt x="372" y="707"/>
                    <a:pt x="554" y="994"/>
                    <a:pt x="724" y="1281"/>
                  </a:cubicBezTo>
                  <a:cubicBezTo>
                    <a:pt x="776" y="1345"/>
                    <a:pt x="825" y="1430"/>
                    <a:pt x="877" y="1499"/>
                  </a:cubicBezTo>
                  <a:cubicBezTo>
                    <a:pt x="893" y="1531"/>
                    <a:pt x="909" y="1547"/>
                    <a:pt x="909" y="1564"/>
                  </a:cubicBezTo>
                  <a:cubicBezTo>
                    <a:pt x="978" y="1648"/>
                    <a:pt x="1027" y="1733"/>
                    <a:pt x="1010" y="1850"/>
                  </a:cubicBezTo>
                  <a:lnTo>
                    <a:pt x="1010" y="1866"/>
                  </a:lnTo>
                  <a:cubicBezTo>
                    <a:pt x="1010" y="1903"/>
                    <a:pt x="1010" y="1951"/>
                    <a:pt x="994" y="1988"/>
                  </a:cubicBezTo>
                  <a:lnTo>
                    <a:pt x="994" y="2004"/>
                  </a:lnTo>
                  <a:lnTo>
                    <a:pt x="1010" y="2004"/>
                  </a:lnTo>
                  <a:lnTo>
                    <a:pt x="1010" y="1988"/>
                  </a:lnTo>
                  <a:cubicBezTo>
                    <a:pt x="1027" y="1951"/>
                    <a:pt x="1043" y="1903"/>
                    <a:pt x="1043" y="1866"/>
                  </a:cubicBezTo>
                  <a:lnTo>
                    <a:pt x="1043" y="1850"/>
                  </a:lnTo>
                  <a:cubicBezTo>
                    <a:pt x="1059" y="1733"/>
                    <a:pt x="994" y="1632"/>
                    <a:pt x="942" y="1547"/>
                  </a:cubicBezTo>
                  <a:cubicBezTo>
                    <a:pt x="926" y="1531"/>
                    <a:pt x="909" y="1515"/>
                    <a:pt x="893" y="1483"/>
                  </a:cubicBezTo>
                  <a:cubicBezTo>
                    <a:pt x="841" y="1414"/>
                    <a:pt x="808" y="1345"/>
                    <a:pt x="756" y="1261"/>
                  </a:cubicBezTo>
                  <a:cubicBezTo>
                    <a:pt x="574" y="978"/>
                    <a:pt x="388" y="691"/>
                    <a:pt x="219" y="388"/>
                  </a:cubicBezTo>
                  <a:cubicBezTo>
                    <a:pt x="202" y="352"/>
                    <a:pt x="170" y="319"/>
                    <a:pt x="150" y="287"/>
                  </a:cubicBezTo>
                  <a:cubicBezTo>
                    <a:pt x="85" y="202"/>
                    <a:pt x="17" y="117"/>
                    <a:pt x="33" y="16"/>
                  </a:cubicBez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0">
              <a:extLst>
                <a:ext uri="{FF2B5EF4-FFF2-40B4-BE49-F238E27FC236}">
                  <a16:creationId xmlns:a16="http://schemas.microsoft.com/office/drawing/2014/main" id="{2BC6CF13-CB3D-B593-4B90-3532FD8D50D2}"/>
                </a:ext>
              </a:extLst>
            </p:cNvPr>
            <p:cNvSpPr/>
            <p:nvPr/>
          </p:nvSpPr>
          <p:spPr>
            <a:xfrm>
              <a:off x="1672363" y="3189421"/>
              <a:ext cx="5264" cy="13409"/>
            </a:xfrm>
            <a:custGeom>
              <a:avLst/>
              <a:gdLst/>
              <a:ahLst/>
              <a:cxnLst/>
              <a:rect l="l" t="t" r="r" b="b"/>
              <a:pathLst>
                <a:path w="53" h="135" extrusionOk="0">
                  <a:moveTo>
                    <a:pt x="16" y="1"/>
                  </a:moveTo>
                  <a:cubicBezTo>
                    <a:pt x="0" y="33"/>
                    <a:pt x="0" y="69"/>
                    <a:pt x="0" y="86"/>
                  </a:cubicBezTo>
                  <a:lnTo>
                    <a:pt x="0" y="118"/>
                  </a:lnTo>
                  <a:cubicBezTo>
                    <a:pt x="0" y="134"/>
                    <a:pt x="16" y="134"/>
                    <a:pt x="16" y="134"/>
                  </a:cubicBezTo>
                  <a:lnTo>
                    <a:pt x="32" y="134"/>
                  </a:lnTo>
                  <a:lnTo>
                    <a:pt x="32" y="86"/>
                  </a:lnTo>
                  <a:cubicBezTo>
                    <a:pt x="32" y="69"/>
                    <a:pt x="32" y="33"/>
                    <a:pt x="53" y="17"/>
                  </a:cubicBezTo>
                  <a:lnTo>
                    <a:pt x="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0">
              <a:extLst>
                <a:ext uri="{FF2B5EF4-FFF2-40B4-BE49-F238E27FC236}">
                  <a16:creationId xmlns:a16="http://schemas.microsoft.com/office/drawing/2014/main" id="{E70DE0C4-AA5F-6015-8FF6-FBBF2C2A5886}"/>
                </a:ext>
              </a:extLst>
            </p:cNvPr>
            <p:cNvSpPr/>
            <p:nvPr/>
          </p:nvSpPr>
          <p:spPr>
            <a:xfrm>
              <a:off x="1409946" y="3590694"/>
              <a:ext cx="4867" cy="143723"/>
            </a:xfrm>
            <a:custGeom>
              <a:avLst/>
              <a:gdLst/>
              <a:ahLst/>
              <a:cxnLst/>
              <a:rect l="l" t="t" r="r" b="b"/>
              <a:pathLst>
                <a:path w="49" h="1447" extrusionOk="0">
                  <a:moveTo>
                    <a:pt x="16" y="0"/>
                  </a:moveTo>
                  <a:cubicBezTo>
                    <a:pt x="0" y="0"/>
                    <a:pt x="0" y="17"/>
                    <a:pt x="0" y="17"/>
                  </a:cubicBezTo>
                  <a:lnTo>
                    <a:pt x="0" y="271"/>
                  </a:lnTo>
                  <a:cubicBezTo>
                    <a:pt x="16" y="457"/>
                    <a:pt x="16" y="659"/>
                    <a:pt x="16" y="861"/>
                  </a:cubicBezTo>
                  <a:lnTo>
                    <a:pt x="16" y="1027"/>
                  </a:lnTo>
                  <a:cubicBezTo>
                    <a:pt x="16" y="1164"/>
                    <a:pt x="16" y="1297"/>
                    <a:pt x="0" y="1430"/>
                  </a:cubicBezTo>
                  <a:cubicBezTo>
                    <a:pt x="0" y="1447"/>
                    <a:pt x="0" y="1447"/>
                    <a:pt x="16" y="1447"/>
                  </a:cubicBezTo>
                  <a:cubicBezTo>
                    <a:pt x="16" y="1447"/>
                    <a:pt x="32" y="1447"/>
                    <a:pt x="32" y="1430"/>
                  </a:cubicBezTo>
                  <a:cubicBezTo>
                    <a:pt x="49" y="1297"/>
                    <a:pt x="49" y="1164"/>
                    <a:pt x="32" y="1027"/>
                  </a:cubicBezTo>
                  <a:lnTo>
                    <a:pt x="32" y="861"/>
                  </a:lnTo>
                  <a:lnTo>
                    <a:pt x="32" y="271"/>
                  </a:lnTo>
                  <a:lnTo>
                    <a:pt x="32" y="17"/>
                  </a:lnTo>
                  <a:cubicBezTo>
                    <a:pt x="32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0">
              <a:extLst>
                <a:ext uri="{FF2B5EF4-FFF2-40B4-BE49-F238E27FC236}">
                  <a16:creationId xmlns:a16="http://schemas.microsoft.com/office/drawing/2014/main" id="{0A9A0A19-BF61-BBC0-43FE-08A18D1D7B96}"/>
                </a:ext>
              </a:extLst>
            </p:cNvPr>
            <p:cNvSpPr/>
            <p:nvPr/>
          </p:nvSpPr>
          <p:spPr>
            <a:xfrm>
              <a:off x="1739308" y="2616117"/>
              <a:ext cx="148988" cy="277713"/>
            </a:xfrm>
            <a:custGeom>
              <a:avLst/>
              <a:gdLst/>
              <a:ahLst/>
              <a:cxnLst/>
              <a:rect l="l" t="t" r="r" b="b"/>
              <a:pathLst>
                <a:path w="1500" h="2796" extrusionOk="0">
                  <a:moveTo>
                    <a:pt x="49" y="0"/>
                  </a:moveTo>
                  <a:cubicBezTo>
                    <a:pt x="17" y="49"/>
                    <a:pt x="1" y="101"/>
                    <a:pt x="1" y="170"/>
                  </a:cubicBezTo>
                  <a:cubicBezTo>
                    <a:pt x="1" y="218"/>
                    <a:pt x="17" y="271"/>
                    <a:pt x="65" y="287"/>
                  </a:cubicBezTo>
                  <a:cubicBezTo>
                    <a:pt x="150" y="372"/>
                    <a:pt x="235" y="473"/>
                    <a:pt x="304" y="574"/>
                  </a:cubicBezTo>
                  <a:cubicBezTo>
                    <a:pt x="336" y="622"/>
                    <a:pt x="368" y="675"/>
                    <a:pt x="405" y="723"/>
                  </a:cubicBezTo>
                  <a:cubicBezTo>
                    <a:pt x="554" y="909"/>
                    <a:pt x="691" y="1111"/>
                    <a:pt x="825" y="1297"/>
                  </a:cubicBezTo>
                  <a:cubicBezTo>
                    <a:pt x="926" y="1430"/>
                    <a:pt x="1043" y="1584"/>
                    <a:pt x="1144" y="1717"/>
                  </a:cubicBezTo>
                  <a:lnTo>
                    <a:pt x="1160" y="1733"/>
                  </a:lnTo>
                  <a:cubicBezTo>
                    <a:pt x="1463" y="2137"/>
                    <a:pt x="1463" y="2137"/>
                    <a:pt x="1463" y="2626"/>
                  </a:cubicBezTo>
                  <a:cubicBezTo>
                    <a:pt x="1463" y="2695"/>
                    <a:pt x="1447" y="2727"/>
                    <a:pt x="1431" y="2759"/>
                  </a:cubicBezTo>
                  <a:lnTo>
                    <a:pt x="1431" y="2796"/>
                  </a:lnTo>
                  <a:lnTo>
                    <a:pt x="1447" y="2796"/>
                  </a:lnTo>
                  <a:lnTo>
                    <a:pt x="1447" y="2775"/>
                  </a:lnTo>
                  <a:cubicBezTo>
                    <a:pt x="1479" y="2743"/>
                    <a:pt x="1499" y="2695"/>
                    <a:pt x="1499" y="2626"/>
                  </a:cubicBezTo>
                  <a:cubicBezTo>
                    <a:pt x="1499" y="2137"/>
                    <a:pt x="1499" y="2137"/>
                    <a:pt x="1176" y="1717"/>
                  </a:cubicBezTo>
                  <a:lnTo>
                    <a:pt x="1160" y="1701"/>
                  </a:lnTo>
                  <a:cubicBezTo>
                    <a:pt x="1059" y="1563"/>
                    <a:pt x="958" y="1414"/>
                    <a:pt x="857" y="1281"/>
                  </a:cubicBezTo>
                  <a:cubicBezTo>
                    <a:pt x="708" y="1095"/>
                    <a:pt x="570" y="893"/>
                    <a:pt x="421" y="707"/>
                  </a:cubicBezTo>
                  <a:cubicBezTo>
                    <a:pt x="388" y="655"/>
                    <a:pt x="352" y="606"/>
                    <a:pt x="320" y="554"/>
                  </a:cubicBezTo>
                  <a:cubicBezTo>
                    <a:pt x="251" y="453"/>
                    <a:pt x="186" y="352"/>
                    <a:pt x="85" y="271"/>
                  </a:cubicBezTo>
                  <a:cubicBezTo>
                    <a:pt x="49" y="251"/>
                    <a:pt x="33" y="202"/>
                    <a:pt x="17" y="170"/>
                  </a:cubicBezTo>
                  <a:cubicBezTo>
                    <a:pt x="17" y="101"/>
                    <a:pt x="33" y="49"/>
                    <a:pt x="65" y="16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0">
              <a:extLst>
                <a:ext uri="{FF2B5EF4-FFF2-40B4-BE49-F238E27FC236}">
                  <a16:creationId xmlns:a16="http://schemas.microsoft.com/office/drawing/2014/main" id="{D9B4D64B-F0F8-E552-0EAA-3C5BD6FABA88}"/>
                </a:ext>
              </a:extLst>
            </p:cNvPr>
            <p:cNvSpPr/>
            <p:nvPr/>
          </p:nvSpPr>
          <p:spPr>
            <a:xfrm>
              <a:off x="669181" y="3266497"/>
              <a:ext cx="148988" cy="159019"/>
            </a:xfrm>
            <a:custGeom>
              <a:avLst/>
              <a:gdLst/>
              <a:ahLst/>
              <a:cxnLst/>
              <a:rect l="l" t="t" r="r" b="b"/>
              <a:pathLst>
                <a:path w="1500" h="1601" extrusionOk="0">
                  <a:moveTo>
                    <a:pt x="1483" y="0"/>
                  </a:moveTo>
                  <a:cubicBezTo>
                    <a:pt x="1330" y="33"/>
                    <a:pt x="1180" y="85"/>
                    <a:pt x="1027" y="150"/>
                  </a:cubicBezTo>
                  <a:cubicBezTo>
                    <a:pt x="962" y="166"/>
                    <a:pt x="894" y="186"/>
                    <a:pt x="825" y="219"/>
                  </a:cubicBezTo>
                  <a:cubicBezTo>
                    <a:pt x="639" y="287"/>
                    <a:pt x="437" y="352"/>
                    <a:pt x="235" y="421"/>
                  </a:cubicBezTo>
                  <a:lnTo>
                    <a:pt x="102" y="469"/>
                  </a:lnTo>
                  <a:cubicBezTo>
                    <a:pt x="53" y="489"/>
                    <a:pt x="1" y="522"/>
                    <a:pt x="1" y="622"/>
                  </a:cubicBezTo>
                  <a:lnTo>
                    <a:pt x="1" y="1430"/>
                  </a:lnTo>
                  <a:lnTo>
                    <a:pt x="1" y="1499"/>
                  </a:lnTo>
                  <a:cubicBezTo>
                    <a:pt x="17" y="1531"/>
                    <a:pt x="33" y="1548"/>
                    <a:pt x="1" y="1580"/>
                  </a:cubicBezTo>
                  <a:lnTo>
                    <a:pt x="1" y="1600"/>
                  </a:lnTo>
                  <a:lnTo>
                    <a:pt x="17" y="1600"/>
                  </a:lnTo>
                  <a:cubicBezTo>
                    <a:pt x="53" y="1564"/>
                    <a:pt x="53" y="1515"/>
                    <a:pt x="33" y="1479"/>
                  </a:cubicBezTo>
                  <a:cubicBezTo>
                    <a:pt x="33" y="1463"/>
                    <a:pt x="17" y="1447"/>
                    <a:pt x="17" y="1430"/>
                  </a:cubicBezTo>
                  <a:cubicBezTo>
                    <a:pt x="33" y="1160"/>
                    <a:pt x="33" y="893"/>
                    <a:pt x="17" y="622"/>
                  </a:cubicBezTo>
                  <a:cubicBezTo>
                    <a:pt x="17" y="538"/>
                    <a:pt x="53" y="522"/>
                    <a:pt x="118" y="505"/>
                  </a:cubicBezTo>
                  <a:lnTo>
                    <a:pt x="255" y="453"/>
                  </a:lnTo>
                  <a:cubicBezTo>
                    <a:pt x="437" y="388"/>
                    <a:pt x="639" y="303"/>
                    <a:pt x="841" y="235"/>
                  </a:cubicBezTo>
                  <a:cubicBezTo>
                    <a:pt x="910" y="219"/>
                    <a:pt x="978" y="202"/>
                    <a:pt x="1027" y="166"/>
                  </a:cubicBezTo>
                  <a:lnTo>
                    <a:pt x="1483" y="17"/>
                  </a:lnTo>
                  <a:lnTo>
                    <a:pt x="1500" y="17"/>
                  </a:lnTo>
                  <a:cubicBezTo>
                    <a:pt x="1500" y="0"/>
                    <a:pt x="1483" y="0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0">
              <a:extLst>
                <a:ext uri="{FF2B5EF4-FFF2-40B4-BE49-F238E27FC236}">
                  <a16:creationId xmlns:a16="http://schemas.microsoft.com/office/drawing/2014/main" id="{D59DD02C-8FF3-8823-DC9C-EBE3F5AB1053}"/>
                </a:ext>
              </a:extLst>
            </p:cNvPr>
            <p:cNvSpPr/>
            <p:nvPr/>
          </p:nvSpPr>
          <p:spPr>
            <a:xfrm>
              <a:off x="2078801" y="3107577"/>
              <a:ext cx="108364" cy="212357"/>
            </a:xfrm>
            <a:custGeom>
              <a:avLst/>
              <a:gdLst/>
              <a:ahLst/>
              <a:cxnLst/>
              <a:rect l="l" t="t" r="r" b="b"/>
              <a:pathLst>
                <a:path w="1091" h="2138" extrusionOk="0">
                  <a:moveTo>
                    <a:pt x="81" y="1"/>
                  </a:moveTo>
                  <a:lnTo>
                    <a:pt x="81" y="17"/>
                  </a:lnTo>
                  <a:cubicBezTo>
                    <a:pt x="65" y="49"/>
                    <a:pt x="65" y="69"/>
                    <a:pt x="65" y="102"/>
                  </a:cubicBezTo>
                  <a:cubicBezTo>
                    <a:pt x="33" y="304"/>
                    <a:pt x="0" y="506"/>
                    <a:pt x="150" y="691"/>
                  </a:cubicBezTo>
                  <a:cubicBezTo>
                    <a:pt x="384" y="978"/>
                    <a:pt x="622" y="1281"/>
                    <a:pt x="840" y="1584"/>
                  </a:cubicBezTo>
                  <a:lnTo>
                    <a:pt x="958" y="1734"/>
                  </a:lnTo>
                  <a:cubicBezTo>
                    <a:pt x="974" y="1750"/>
                    <a:pt x="990" y="1750"/>
                    <a:pt x="990" y="1766"/>
                  </a:cubicBezTo>
                  <a:cubicBezTo>
                    <a:pt x="1026" y="1786"/>
                    <a:pt x="1059" y="1802"/>
                    <a:pt x="1042" y="1851"/>
                  </a:cubicBezTo>
                  <a:lnTo>
                    <a:pt x="1042" y="1952"/>
                  </a:lnTo>
                  <a:cubicBezTo>
                    <a:pt x="1042" y="2004"/>
                    <a:pt x="1042" y="2069"/>
                    <a:pt x="1010" y="2122"/>
                  </a:cubicBezTo>
                  <a:lnTo>
                    <a:pt x="1010" y="2138"/>
                  </a:lnTo>
                  <a:lnTo>
                    <a:pt x="1026" y="2138"/>
                  </a:lnTo>
                  <a:cubicBezTo>
                    <a:pt x="1075" y="2069"/>
                    <a:pt x="1075" y="2004"/>
                    <a:pt x="1075" y="1952"/>
                  </a:cubicBezTo>
                  <a:lnTo>
                    <a:pt x="1075" y="1851"/>
                  </a:lnTo>
                  <a:cubicBezTo>
                    <a:pt x="1091" y="1786"/>
                    <a:pt x="1042" y="1766"/>
                    <a:pt x="1010" y="1750"/>
                  </a:cubicBezTo>
                  <a:cubicBezTo>
                    <a:pt x="990" y="1734"/>
                    <a:pt x="990" y="1718"/>
                    <a:pt x="974" y="1718"/>
                  </a:cubicBezTo>
                  <a:lnTo>
                    <a:pt x="857" y="1564"/>
                  </a:lnTo>
                  <a:cubicBezTo>
                    <a:pt x="638" y="1261"/>
                    <a:pt x="420" y="958"/>
                    <a:pt x="182" y="675"/>
                  </a:cubicBezTo>
                  <a:cubicBezTo>
                    <a:pt x="33" y="489"/>
                    <a:pt x="65" y="304"/>
                    <a:pt x="81" y="102"/>
                  </a:cubicBezTo>
                  <a:cubicBezTo>
                    <a:pt x="101" y="86"/>
                    <a:pt x="101" y="49"/>
                    <a:pt x="101" y="17"/>
                  </a:cubicBezTo>
                  <a:cubicBezTo>
                    <a:pt x="101" y="17"/>
                    <a:pt x="101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0">
              <a:extLst>
                <a:ext uri="{FF2B5EF4-FFF2-40B4-BE49-F238E27FC236}">
                  <a16:creationId xmlns:a16="http://schemas.microsoft.com/office/drawing/2014/main" id="{7F79F4FC-C795-933E-51C2-F5FAE89EFAFA}"/>
                </a:ext>
              </a:extLst>
            </p:cNvPr>
            <p:cNvSpPr/>
            <p:nvPr/>
          </p:nvSpPr>
          <p:spPr>
            <a:xfrm>
              <a:off x="1518608" y="3518882"/>
              <a:ext cx="140545" cy="215535"/>
            </a:xfrm>
            <a:custGeom>
              <a:avLst/>
              <a:gdLst/>
              <a:ahLst/>
              <a:cxnLst/>
              <a:rect l="l" t="t" r="r" b="b"/>
              <a:pathLst>
                <a:path w="1415" h="2170" extrusionOk="0">
                  <a:moveTo>
                    <a:pt x="65" y="0"/>
                  </a:moveTo>
                  <a:cubicBezTo>
                    <a:pt x="1" y="49"/>
                    <a:pt x="17" y="134"/>
                    <a:pt x="33" y="186"/>
                  </a:cubicBezTo>
                  <a:lnTo>
                    <a:pt x="33" y="271"/>
                  </a:lnTo>
                  <a:cubicBezTo>
                    <a:pt x="17" y="437"/>
                    <a:pt x="17" y="606"/>
                    <a:pt x="33" y="776"/>
                  </a:cubicBezTo>
                  <a:lnTo>
                    <a:pt x="33" y="994"/>
                  </a:lnTo>
                  <a:cubicBezTo>
                    <a:pt x="33" y="1043"/>
                    <a:pt x="33" y="1079"/>
                    <a:pt x="65" y="1111"/>
                  </a:cubicBezTo>
                  <a:cubicBezTo>
                    <a:pt x="522" y="1499"/>
                    <a:pt x="942" y="1834"/>
                    <a:pt x="1330" y="2153"/>
                  </a:cubicBezTo>
                  <a:cubicBezTo>
                    <a:pt x="1346" y="2170"/>
                    <a:pt x="1362" y="2170"/>
                    <a:pt x="1378" y="2170"/>
                  </a:cubicBezTo>
                  <a:lnTo>
                    <a:pt x="1415" y="2170"/>
                  </a:lnTo>
                  <a:lnTo>
                    <a:pt x="1415" y="2137"/>
                  </a:lnTo>
                  <a:lnTo>
                    <a:pt x="1346" y="2137"/>
                  </a:lnTo>
                  <a:cubicBezTo>
                    <a:pt x="958" y="1818"/>
                    <a:pt x="538" y="1463"/>
                    <a:pt x="86" y="1095"/>
                  </a:cubicBezTo>
                  <a:cubicBezTo>
                    <a:pt x="49" y="1059"/>
                    <a:pt x="49" y="1043"/>
                    <a:pt x="49" y="994"/>
                  </a:cubicBezTo>
                  <a:lnTo>
                    <a:pt x="49" y="776"/>
                  </a:lnTo>
                  <a:cubicBezTo>
                    <a:pt x="49" y="606"/>
                    <a:pt x="49" y="437"/>
                    <a:pt x="65" y="271"/>
                  </a:cubicBezTo>
                  <a:cubicBezTo>
                    <a:pt x="65" y="235"/>
                    <a:pt x="49" y="218"/>
                    <a:pt x="49" y="186"/>
                  </a:cubicBezTo>
                  <a:cubicBezTo>
                    <a:pt x="49" y="117"/>
                    <a:pt x="33" y="69"/>
                    <a:pt x="86" y="17"/>
                  </a:cubicBezTo>
                  <a:lnTo>
                    <a:pt x="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0">
              <a:extLst>
                <a:ext uri="{FF2B5EF4-FFF2-40B4-BE49-F238E27FC236}">
                  <a16:creationId xmlns:a16="http://schemas.microsoft.com/office/drawing/2014/main" id="{A706D205-9600-2394-03E3-6FB87485BD17}"/>
                </a:ext>
              </a:extLst>
            </p:cNvPr>
            <p:cNvSpPr/>
            <p:nvPr/>
          </p:nvSpPr>
          <p:spPr>
            <a:xfrm>
              <a:off x="978578" y="3560599"/>
              <a:ext cx="4867" cy="102007"/>
            </a:xfrm>
            <a:custGeom>
              <a:avLst/>
              <a:gdLst/>
              <a:ahLst/>
              <a:cxnLst/>
              <a:rect l="l" t="t" r="r" b="b"/>
              <a:pathLst>
                <a:path w="49" h="1027" extrusionOk="0">
                  <a:moveTo>
                    <a:pt x="17" y="0"/>
                  </a:moveTo>
                  <a:cubicBezTo>
                    <a:pt x="17" y="17"/>
                    <a:pt x="0" y="17"/>
                    <a:pt x="0" y="17"/>
                  </a:cubicBezTo>
                  <a:cubicBezTo>
                    <a:pt x="17" y="118"/>
                    <a:pt x="17" y="202"/>
                    <a:pt x="17" y="303"/>
                  </a:cubicBezTo>
                  <a:lnTo>
                    <a:pt x="17" y="388"/>
                  </a:lnTo>
                  <a:cubicBezTo>
                    <a:pt x="17" y="421"/>
                    <a:pt x="0" y="473"/>
                    <a:pt x="0" y="505"/>
                  </a:cubicBezTo>
                  <a:cubicBezTo>
                    <a:pt x="0" y="675"/>
                    <a:pt x="0" y="841"/>
                    <a:pt x="17" y="1010"/>
                  </a:cubicBezTo>
                  <a:lnTo>
                    <a:pt x="33" y="1027"/>
                  </a:lnTo>
                  <a:lnTo>
                    <a:pt x="49" y="1010"/>
                  </a:lnTo>
                  <a:cubicBezTo>
                    <a:pt x="17" y="841"/>
                    <a:pt x="33" y="675"/>
                    <a:pt x="33" y="522"/>
                  </a:cubicBezTo>
                  <a:lnTo>
                    <a:pt x="33" y="388"/>
                  </a:lnTo>
                  <a:lnTo>
                    <a:pt x="33" y="303"/>
                  </a:lnTo>
                  <a:cubicBezTo>
                    <a:pt x="49" y="202"/>
                    <a:pt x="49" y="118"/>
                    <a:pt x="33" y="1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0">
              <a:extLst>
                <a:ext uri="{FF2B5EF4-FFF2-40B4-BE49-F238E27FC236}">
                  <a16:creationId xmlns:a16="http://schemas.microsoft.com/office/drawing/2014/main" id="{C9E61667-C02B-2D88-75A1-8BD5192F9AF5}"/>
                </a:ext>
              </a:extLst>
            </p:cNvPr>
            <p:cNvSpPr/>
            <p:nvPr/>
          </p:nvSpPr>
          <p:spPr>
            <a:xfrm>
              <a:off x="2136906" y="2918562"/>
              <a:ext cx="3774" cy="13409"/>
            </a:xfrm>
            <a:custGeom>
              <a:avLst/>
              <a:gdLst/>
              <a:ahLst/>
              <a:cxnLst/>
              <a:rect l="l" t="t" r="r" b="b"/>
              <a:pathLst>
                <a:path w="38" h="135" extrusionOk="0">
                  <a:moveTo>
                    <a:pt x="21" y="1"/>
                  </a:moveTo>
                  <a:cubicBezTo>
                    <a:pt x="1" y="33"/>
                    <a:pt x="1" y="54"/>
                    <a:pt x="1" y="86"/>
                  </a:cubicBezTo>
                  <a:lnTo>
                    <a:pt x="1" y="118"/>
                  </a:lnTo>
                  <a:cubicBezTo>
                    <a:pt x="1" y="118"/>
                    <a:pt x="1" y="134"/>
                    <a:pt x="21" y="134"/>
                  </a:cubicBezTo>
                  <a:cubicBezTo>
                    <a:pt x="21" y="134"/>
                    <a:pt x="37" y="134"/>
                    <a:pt x="37" y="118"/>
                  </a:cubicBezTo>
                  <a:lnTo>
                    <a:pt x="37" y="86"/>
                  </a:lnTo>
                  <a:cubicBezTo>
                    <a:pt x="21" y="54"/>
                    <a:pt x="21" y="33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0">
              <a:extLst>
                <a:ext uri="{FF2B5EF4-FFF2-40B4-BE49-F238E27FC236}">
                  <a16:creationId xmlns:a16="http://schemas.microsoft.com/office/drawing/2014/main" id="{314BEE52-4BEA-AB51-66DA-56E4E4DC1DA8}"/>
                </a:ext>
              </a:extLst>
            </p:cNvPr>
            <p:cNvSpPr/>
            <p:nvPr/>
          </p:nvSpPr>
          <p:spPr>
            <a:xfrm>
              <a:off x="2078801" y="3244844"/>
              <a:ext cx="102007" cy="166965"/>
            </a:xfrm>
            <a:custGeom>
              <a:avLst/>
              <a:gdLst/>
              <a:ahLst/>
              <a:cxnLst/>
              <a:rect l="l" t="t" r="r" b="b"/>
              <a:pathLst>
                <a:path w="1027" h="1681" extrusionOk="0">
                  <a:moveTo>
                    <a:pt x="81" y="0"/>
                  </a:moveTo>
                  <a:lnTo>
                    <a:pt x="81" y="16"/>
                  </a:lnTo>
                  <a:cubicBezTo>
                    <a:pt x="33" y="267"/>
                    <a:pt x="0" y="505"/>
                    <a:pt x="218" y="723"/>
                  </a:cubicBezTo>
                  <a:cubicBezTo>
                    <a:pt x="384" y="925"/>
                    <a:pt x="537" y="1127"/>
                    <a:pt x="707" y="1329"/>
                  </a:cubicBezTo>
                  <a:cubicBezTo>
                    <a:pt x="772" y="1430"/>
                    <a:pt x="857" y="1515"/>
                    <a:pt x="925" y="1616"/>
                  </a:cubicBezTo>
                  <a:cubicBezTo>
                    <a:pt x="941" y="1632"/>
                    <a:pt x="958" y="1648"/>
                    <a:pt x="990" y="1665"/>
                  </a:cubicBezTo>
                  <a:lnTo>
                    <a:pt x="1010" y="1681"/>
                  </a:lnTo>
                  <a:lnTo>
                    <a:pt x="1026" y="1681"/>
                  </a:lnTo>
                  <a:lnTo>
                    <a:pt x="1026" y="1665"/>
                  </a:lnTo>
                  <a:lnTo>
                    <a:pt x="1010" y="1648"/>
                  </a:lnTo>
                  <a:cubicBezTo>
                    <a:pt x="974" y="1632"/>
                    <a:pt x="958" y="1616"/>
                    <a:pt x="958" y="1596"/>
                  </a:cubicBezTo>
                  <a:cubicBezTo>
                    <a:pt x="873" y="1495"/>
                    <a:pt x="788" y="1414"/>
                    <a:pt x="723" y="1313"/>
                  </a:cubicBezTo>
                  <a:cubicBezTo>
                    <a:pt x="570" y="1111"/>
                    <a:pt x="404" y="909"/>
                    <a:pt x="234" y="707"/>
                  </a:cubicBezTo>
                  <a:cubicBezTo>
                    <a:pt x="33" y="505"/>
                    <a:pt x="49" y="267"/>
                    <a:pt x="101" y="16"/>
                  </a:cubicBezTo>
                  <a:cubicBezTo>
                    <a:pt x="101" y="16"/>
                    <a:pt x="101" y="0"/>
                    <a:pt x="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0">
              <a:extLst>
                <a:ext uri="{FF2B5EF4-FFF2-40B4-BE49-F238E27FC236}">
                  <a16:creationId xmlns:a16="http://schemas.microsoft.com/office/drawing/2014/main" id="{344932C5-6728-FAAB-6933-B405139B1401}"/>
                </a:ext>
              </a:extLst>
            </p:cNvPr>
            <p:cNvSpPr/>
            <p:nvPr/>
          </p:nvSpPr>
          <p:spPr>
            <a:xfrm>
              <a:off x="1408258" y="2880123"/>
              <a:ext cx="66746" cy="175805"/>
            </a:xfrm>
            <a:custGeom>
              <a:avLst/>
              <a:gdLst/>
              <a:ahLst/>
              <a:cxnLst/>
              <a:rect l="l" t="t" r="r" b="b"/>
              <a:pathLst>
                <a:path w="672" h="1770" extrusionOk="0">
                  <a:moveTo>
                    <a:pt x="17" y="0"/>
                  </a:moveTo>
                  <a:cubicBezTo>
                    <a:pt x="1" y="0"/>
                    <a:pt x="1" y="16"/>
                    <a:pt x="1" y="16"/>
                  </a:cubicBezTo>
                  <a:cubicBezTo>
                    <a:pt x="33" y="69"/>
                    <a:pt x="33" y="117"/>
                    <a:pt x="1" y="202"/>
                  </a:cubicBezTo>
                  <a:lnTo>
                    <a:pt x="1" y="218"/>
                  </a:lnTo>
                  <a:cubicBezTo>
                    <a:pt x="150" y="340"/>
                    <a:pt x="288" y="489"/>
                    <a:pt x="405" y="622"/>
                  </a:cubicBezTo>
                  <a:cubicBezTo>
                    <a:pt x="469" y="691"/>
                    <a:pt x="538" y="760"/>
                    <a:pt x="607" y="824"/>
                  </a:cubicBezTo>
                  <a:cubicBezTo>
                    <a:pt x="623" y="861"/>
                    <a:pt x="639" y="893"/>
                    <a:pt x="639" y="925"/>
                  </a:cubicBezTo>
                  <a:lnTo>
                    <a:pt x="639" y="1329"/>
                  </a:lnTo>
                  <a:lnTo>
                    <a:pt x="639" y="1652"/>
                  </a:lnTo>
                  <a:cubicBezTo>
                    <a:pt x="639" y="1685"/>
                    <a:pt x="623" y="1701"/>
                    <a:pt x="623" y="1717"/>
                  </a:cubicBezTo>
                  <a:cubicBezTo>
                    <a:pt x="623" y="1733"/>
                    <a:pt x="623" y="1733"/>
                    <a:pt x="607" y="1753"/>
                  </a:cubicBezTo>
                  <a:cubicBezTo>
                    <a:pt x="607" y="1753"/>
                    <a:pt x="607" y="1770"/>
                    <a:pt x="623" y="1770"/>
                  </a:cubicBezTo>
                  <a:lnTo>
                    <a:pt x="639" y="1753"/>
                  </a:lnTo>
                  <a:lnTo>
                    <a:pt x="639" y="1733"/>
                  </a:lnTo>
                  <a:cubicBezTo>
                    <a:pt x="655" y="1701"/>
                    <a:pt x="655" y="1685"/>
                    <a:pt x="655" y="1652"/>
                  </a:cubicBezTo>
                  <a:lnTo>
                    <a:pt x="655" y="1329"/>
                  </a:lnTo>
                  <a:cubicBezTo>
                    <a:pt x="655" y="1196"/>
                    <a:pt x="655" y="1063"/>
                    <a:pt x="671" y="925"/>
                  </a:cubicBezTo>
                  <a:cubicBezTo>
                    <a:pt x="671" y="877"/>
                    <a:pt x="655" y="844"/>
                    <a:pt x="623" y="808"/>
                  </a:cubicBezTo>
                  <a:cubicBezTo>
                    <a:pt x="554" y="743"/>
                    <a:pt x="490" y="675"/>
                    <a:pt x="421" y="606"/>
                  </a:cubicBezTo>
                  <a:cubicBezTo>
                    <a:pt x="304" y="473"/>
                    <a:pt x="187" y="319"/>
                    <a:pt x="33" y="202"/>
                  </a:cubicBezTo>
                  <a:cubicBezTo>
                    <a:pt x="49" y="154"/>
                    <a:pt x="86" y="85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0">
              <a:extLst>
                <a:ext uri="{FF2B5EF4-FFF2-40B4-BE49-F238E27FC236}">
                  <a16:creationId xmlns:a16="http://schemas.microsoft.com/office/drawing/2014/main" id="{432A4F1E-184A-5567-1015-AE090FAB0207}"/>
                </a:ext>
              </a:extLst>
            </p:cNvPr>
            <p:cNvSpPr/>
            <p:nvPr/>
          </p:nvSpPr>
          <p:spPr>
            <a:xfrm>
              <a:off x="1332870" y="3632411"/>
              <a:ext cx="5264" cy="102007"/>
            </a:xfrm>
            <a:custGeom>
              <a:avLst/>
              <a:gdLst/>
              <a:ahLst/>
              <a:cxnLst/>
              <a:rect l="l" t="t" r="r" b="b"/>
              <a:pathLst>
                <a:path w="53" h="1027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37" y="102"/>
                    <a:pt x="17" y="186"/>
                    <a:pt x="17" y="271"/>
                  </a:cubicBezTo>
                  <a:cubicBezTo>
                    <a:pt x="17" y="320"/>
                    <a:pt x="0" y="356"/>
                    <a:pt x="0" y="388"/>
                  </a:cubicBezTo>
                  <a:lnTo>
                    <a:pt x="0" y="825"/>
                  </a:lnTo>
                  <a:lnTo>
                    <a:pt x="0" y="1010"/>
                  </a:lnTo>
                  <a:cubicBezTo>
                    <a:pt x="0" y="1027"/>
                    <a:pt x="17" y="1027"/>
                    <a:pt x="17" y="1027"/>
                  </a:cubicBezTo>
                  <a:cubicBezTo>
                    <a:pt x="17" y="1027"/>
                    <a:pt x="37" y="1027"/>
                    <a:pt x="37" y="1010"/>
                  </a:cubicBezTo>
                  <a:lnTo>
                    <a:pt x="37" y="825"/>
                  </a:lnTo>
                  <a:lnTo>
                    <a:pt x="37" y="388"/>
                  </a:lnTo>
                  <a:lnTo>
                    <a:pt x="37" y="287"/>
                  </a:lnTo>
                  <a:cubicBezTo>
                    <a:pt x="53" y="186"/>
                    <a:pt x="53" y="102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0">
              <a:extLst>
                <a:ext uri="{FF2B5EF4-FFF2-40B4-BE49-F238E27FC236}">
                  <a16:creationId xmlns:a16="http://schemas.microsoft.com/office/drawing/2014/main" id="{6B812958-55F8-CDD9-DA96-3BDD4E230614}"/>
                </a:ext>
              </a:extLst>
            </p:cNvPr>
            <p:cNvSpPr/>
            <p:nvPr/>
          </p:nvSpPr>
          <p:spPr>
            <a:xfrm>
              <a:off x="690833" y="1629820"/>
              <a:ext cx="122170" cy="70322"/>
            </a:xfrm>
            <a:custGeom>
              <a:avLst/>
              <a:gdLst/>
              <a:ahLst/>
              <a:cxnLst/>
              <a:rect l="l" t="t" r="r" b="b"/>
              <a:pathLst>
                <a:path w="1230" h="708" extrusionOk="0">
                  <a:moveTo>
                    <a:pt x="1213" y="1"/>
                  </a:moveTo>
                  <a:cubicBezTo>
                    <a:pt x="1080" y="33"/>
                    <a:pt x="979" y="118"/>
                    <a:pt x="861" y="182"/>
                  </a:cubicBezTo>
                  <a:cubicBezTo>
                    <a:pt x="809" y="203"/>
                    <a:pt x="777" y="235"/>
                    <a:pt x="744" y="251"/>
                  </a:cubicBezTo>
                  <a:cubicBezTo>
                    <a:pt x="558" y="352"/>
                    <a:pt x="389" y="453"/>
                    <a:pt x="219" y="554"/>
                  </a:cubicBezTo>
                  <a:cubicBezTo>
                    <a:pt x="154" y="607"/>
                    <a:pt x="70" y="639"/>
                    <a:pt x="1" y="687"/>
                  </a:cubicBezTo>
                  <a:lnTo>
                    <a:pt x="1" y="708"/>
                  </a:lnTo>
                  <a:lnTo>
                    <a:pt x="17" y="708"/>
                  </a:lnTo>
                  <a:cubicBezTo>
                    <a:pt x="86" y="655"/>
                    <a:pt x="171" y="623"/>
                    <a:pt x="239" y="570"/>
                  </a:cubicBezTo>
                  <a:lnTo>
                    <a:pt x="744" y="267"/>
                  </a:lnTo>
                  <a:cubicBezTo>
                    <a:pt x="793" y="251"/>
                    <a:pt x="825" y="219"/>
                    <a:pt x="878" y="203"/>
                  </a:cubicBezTo>
                  <a:cubicBezTo>
                    <a:pt x="979" y="134"/>
                    <a:pt x="1096" y="65"/>
                    <a:pt x="1213" y="17"/>
                  </a:cubicBezTo>
                  <a:cubicBezTo>
                    <a:pt x="1229" y="17"/>
                    <a:pt x="1229" y="17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0">
              <a:extLst>
                <a:ext uri="{FF2B5EF4-FFF2-40B4-BE49-F238E27FC236}">
                  <a16:creationId xmlns:a16="http://schemas.microsoft.com/office/drawing/2014/main" id="{A478EB3E-3717-5D21-9769-C504DE693DA5}"/>
                </a:ext>
              </a:extLst>
            </p:cNvPr>
            <p:cNvSpPr/>
            <p:nvPr/>
          </p:nvSpPr>
          <p:spPr>
            <a:xfrm>
              <a:off x="1137498" y="1786753"/>
              <a:ext cx="6456" cy="102007"/>
            </a:xfrm>
            <a:custGeom>
              <a:avLst/>
              <a:gdLst/>
              <a:ahLst/>
              <a:cxnLst/>
              <a:rect l="l" t="t" r="r" b="b"/>
              <a:pathLst>
                <a:path w="65" h="1027" extrusionOk="0">
                  <a:moveTo>
                    <a:pt x="16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6" y="186"/>
                    <a:pt x="16" y="356"/>
                    <a:pt x="16" y="521"/>
                  </a:cubicBezTo>
                  <a:lnTo>
                    <a:pt x="16" y="844"/>
                  </a:lnTo>
                  <a:lnTo>
                    <a:pt x="16" y="893"/>
                  </a:lnTo>
                  <a:cubicBezTo>
                    <a:pt x="16" y="925"/>
                    <a:pt x="0" y="978"/>
                    <a:pt x="49" y="1010"/>
                  </a:cubicBezTo>
                  <a:lnTo>
                    <a:pt x="49" y="1026"/>
                  </a:lnTo>
                  <a:lnTo>
                    <a:pt x="65" y="1010"/>
                  </a:lnTo>
                  <a:lnTo>
                    <a:pt x="65" y="994"/>
                  </a:lnTo>
                  <a:cubicBezTo>
                    <a:pt x="32" y="962"/>
                    <a:pt x="32" y="925"/>
                    <a:pt x="32" y="893"/>
                  </a:cubicBezTo>
                  <a:cubicBezTo>
                    <a:pt x="32" y="877"/>
                    <a:pt x="49" y="861"/>
                    <a:pt x="32" y="844"/>
                  </a:cubicBezTo>
                  <a:lnTo>
                    <a:pt x="32" y="521"/>
                  </a:lnTo>
                  <a:cubicBezTo>
                    <a:pt x="49" y="356"/>
                    <a:pt x="49" y="186"/>
                    <a:pt x="32" y="16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0">
              <a:extLst>
                <a:ext uri="{FF2B5EF4-FFF2-40B4-BE49-F238E27FC236}">
                  <a16:creationId xmlns:a16="http://schemas.microsoft.com/office/drawing/2014/main" id="{BAF96AE9-7D31-F7F1-87A8-BB5973A653F9}"/>
                </a:ext>
              </a:extLst>
            </p:cNvPr>
            <p:cNvSpPr/>
            <p:nvPr/>
          </p:nvSpPr>
          <p:spPr>
            <a:xfrm>
              <a:off x="1261058" y="3608473"/>
              <a:ext cx="150577" cy="125944"/>
            </a:xfrm>
            <a:custGeom>
              <a:avLst/>
              <a:gdLst/>
              <a:ahLst/>
              <a:cxnLst/>
              <a:rect l="l" t="t" r="r" b="b"/>
              <a:pathLst>
                <a:path w="1516" h="1268" extrusionOk="0">
                  <a:moveTo>
                    <a:pt x="1503" y="0"/>
                  </a:moveTo>
                  <a:cubicBezTo>
                    <a:pt x="1501" y="0"/>
                    <a:pt x="1499" y="2"/>
                    <a:pt x="1499" y="7"/>
                  </a:cubicBezTo>
                  <a:cubicBezTo>
                    <a:pt x="1398" y="23"/>
                    <a:pt x="1297" y="56"/>
                    <a:pt x="1196" y="92"/>
                  </a:cubicBezTo>
                  <a:cubicBezTo>
                    <a:pt x="925" y="157"/>
                    <a:pt x="639" y="242"/>
                    <a:pt x="356" y="326"/>
                  </a:cubicBezTo>
                  <a:cubicBezTo>
                    <a:pt x="336" y="326"/>
                    <a:pt x="303" y="343"/>
                    <a:pt x="287" y="343"/>
                  </a:cubicBezTo>
                  <a:cubicBezTo>
                    <a:pt x="244" y="356"/>
                    <a:pt x="203" y="383"/>
                    <a:pt x="152" y="383"/>
                  </a:cubicBezTo>
                  <a:cubicBezTo>
                    <a:pt x="141" y="383"/>
                    <a:pt x="130" y="382"/>
                    <a:pt x="117" y="379"/>
                  </a:cubicBezTo>
                  <a:cubicBezTo>
                    <a:pt x="85" y="379"/>
                    <a:pt x="69" y="395"/>
                    <a:pt x="53" y="411"/>
                  </a:cubicBezTo>
                  <a:cubicBezTo>
                    <a:pt x="16" y="444"/>
                    <a:pt x="0" y="480"/>
                    <a:pt x="0" y="528"/>
                  </a:cubicBezTo>
                  <a:cubicBezTo>
                    <a:pt x="16" y="698"/>
                    <a:pt x="16" y="884"/>
                    <a:pt x="16" y="1050"/>
                  </a:cubicBezTo>
                  <a:lnTo>
                    <a:pt x="16" y="1251"/>
                  </a:lnTo>
                  <a:lnTo>
                    <a:pt x="16" y="1268"/>
                  </a:lnTo>
                  <a:cubicBezTo>
                    <a:pt x="33" y="1268"/>
                    <a:pt x="33" y="1268"/>
                    <a:pt x="33" y="1251"/>
                  </a:cubicBezTo>
                  <a:lnTo>
                    <a:pt x="33" y="1050"/>
                  </a:lnTo>
                  <a:cubicBezTo>
                    <a:pt x="33" y="884"/>
                    <a:pt x="53" y="698"/>
                    <a:pt x="33" y="528"/>
                  </a:cubicBezTo>
                  <a:cubicBezTo>
                    <a:pt x="33" y="480"/>
                    <a:pt x="53" y="444"/>
                    <a:pt x="69" y="427"/>
                  </a:cubicBezTo>
                  <a:cubicBezTo>
                    <a:pt x="85" y="411"/>
                    <a:pt x="101" y="411"/>
                    <a:pt x="117" y="411"/>
                  </a:cubicBezTo>
                  <a:cubicBezTo>
                    <a:pt x="186" y="411"/>
                    <a:pt x="235" y="395"/>
                    <a:pt x="287" y="379"/>
                  </a:cubicBezTo>
                  <a:cubicBezTo>
                    <a:pt x="319" y="359"/>
                    <a:pt x="336" y="359"/>
                    <a:pt x="372" y="343"/>
                  </a:cubicBezTo>
                  <a:cubicBezTo>
                    <a:pt x="639" y="278"/>
                    <a:pt x="925" y="193"/>
                    <a:pt x="1212" y="108"/>
                  </a:cubicBezTo>
                  <a:cubicBezTo>
                    <a:pt x="1297" y="92"/>
                    <a:pt x="1398" y="56"/>
                    <a:pt x="1499" y="23"/>
                  </a:cubicBezTo>
                  <a:cubicBezTo>
                    <a:pt x="1515" y="23"/>
                    <a:pt x="1515" y="23"/>
                    <a:pt x="1515" y="7"/>
                  </a:cubicBezTo>
                  <a:cubicBezTo>
                    <a:pt x="1515" y="7"/>
                    <a:pt x="1508" y="0"/>
                    <a:pt x="1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0">
              <a:extLst>
                <a:ext uri="{FF2B5EF4-FFF2-40B4-BE49-F238E27FC236}">
                  <a16:creationId xmlns:a16="http://schemas.microsoft.com/office/drawing/2014/main" id="{1B7B331C-5FA8-E300-87D6-68D001E429D0}"/>
                </a:ext>
              </a:extLst>
            </p:cNvPr>
            <p:cNvSpPr/>
            <p:nvPr/>
          </p:nvSpPr>
          <p:spPr>
            <a:xfrm>
              <a:off x="1582077" y="3259644"/>
              <a:ext cx="6853" cy="77176"/>
            </a:xfrm>
            <a:custGeom>
              <a:avLst/>
              <a:gdLst/>
              <a:ahLst/>
              <a:cxnLst/>
              <a:rect l="l" t="t" r="r" b="b"/>
              <a:pathLst>
                <a:path w="69" h="777" extrusionOk="0">
                  <a:moveTo>
                    <a:pt x="53" y="1"/>
                  </a:moveTo>
                  <a:cubicBezTo>
                    <a:pt x="53" y="1"/>
                    <a:pt x="32" y="1"/>
                    <a:pt x="32" y="17"/>
                  </a:cubicBezTo>
                  <a:cubicBezTo>
                    <a:pt x="16" y="134"/>
                    <a:pt x="16" y="271"/>
                    <a:pt x="16" y="389"/>
                  </a:cubicBezTo>
                  <a:cubicBezTo>
                    <a:pt x="16" y="473"/>
                    <a:pt x="32" y="558"/>
                    <a:pt x="16" y="639"/>
                  </a:cubicBezTo>
                  <a:lnTo>
                    <a:pt x="16" y="675"/>
                  </a:lnTo>
                  <a:cubicBezTo>
                    <a:pt x="32" y="708"/>
                    <a:pt x="32" y="740"/>
                    <a:pt x="16" y="760"/>
                  </a:cubicBezTo>
                  <a:cubicBezTo>
                    <a:pt x="0" y="776"/>
                    <a:pt x="16" y="776"/>
                    <a:pt x="16" y="776"/>
                  </a:cubicBezTo>
                  <a:lnTo>
                    <a:pt x="32" y="776"/>
                  </a:lnTo>
                  <a:cubicBezTo>
                    <a:pt x="53" y="740"/>
                    <a:pt x="53" y="708"/>
                    <a:pt x="53" y="675"/>
                  </a:cubicBezTo>
                  <a:lnTo>
                    <a:pt x="53" y="639"/>
                  </a:lnTo>
                  <a:lnTo>
                    <a:pt x="53" y="389"/>
                  </a:lnTo>
                  <a:cubicBezTo>
                    <a:pt x="53" y="271"/>
                    <a:pt x="53" y="134"/>
                    <a:pt x="69" y="17"/>
                  </a:cubicBezTo>
                  <a:cubicBezTo>
                    <a:pt x="69" y="1"/>
                    <a:pt x="53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0">
              <a:extLst>
                <a:ext uri="{FF2B5EF4-FFF2-40B4-BE49-F238E27FC236}">
                  <a16:creationId xmlns:a16="http://schemas.microsoft.com/office/drawing/2014/main" id="{A68D2CB4-B3F9-A880-D6A2-DA108CC1B618}"/>
                </a:ext>
              </a:extLst>
            </p:cNvPr>
            <p:cNvSpPr/>
            <p:nvPr/>
          </p:nvSpPr>
          <p:spPr>
            <a:xfrm>
              <a:off x="1924649" y="3010537"/>
              <a:ext cx="127335" cy="235996"/>
            </a:xfrm>
            <a:custGeom>
              <a:avLst/>
              <a:gdLst/>
              <a:ahLst/>
              <a:cxnLst/>
              <a:rect l="l" t="t" r="r" b="b"/>
              <a:pathLst>
                <a:path w="1282" h="2376" extrusionOk="0">
                  <a:moveTo>
                    <a:pt x="17" y="0"/>
                  </a:moveTo>
                  <a:cubicBezTo>
                    <a:pt x="1" y="117"/>
                    <a:pt x="1" y="238"/>
                    <a:pt x="102" y="339"/>
                  </a:cubicBezTo>
                  <a:cubicBezTo>
                    <a:pt x="255" y="521"/>
                    <a:pt x="389" y="707"/>
                    <a:pt x="522" y="877"/>
                  </a:cubicBezTo>
                  <a:cubicBezTo>
                    <a:pt x="591" y="962"/>
                    <a:pt x="643" y="1026"/>
                    <a:pt x="692" y="1095"/>
                  </a:cubicBezTo>
                  <a:cubicBezTo>
                    <a:pt x="744" y="1164"/>
                    <a:pt x="793" y="1228"/>
                    <a:pt x="861" y="1297"/>
                  </a:cubicBezTo>
                  <a:cubicBezTo>
                    <a:pt x="962" y="1430"/>
                    <a:pt x="1080" y="1584"/>
                    <a:pt x="1181" y="1717"/>
                  </a:cubicBezTo>
                  <a:cubicBezTo>
                    <a:pt x="1229" y="1786"/>
                    <a:pt x="1265" y="1854"/>
                    <a:pt x="1249" y="1919"/>
                  </a:cubicBezTo>
                  <a:lnTo>
                    <a:pt x="1249" y="2089"/>
                  </a:lnTo>
                  <a:cubicBezTo>
                    <a:pt x="1249" y="2173"/>
                    <a:pt x="1265" y="2274"/>
                    <a:pt x="1229" y="2359"/>
                  </a:cubicBezTo>
                  <a:cubicBezTo>
                    <a:pt x="1213" y="2359"/>
                    <a:pt x="1229" y="2375"/>
                    <a:pt x="1229" y="2375"/>
                  </a:cubicBezTo>
                  <a:lnTo>
                    <a:pt x="1249" y="2359"/>
                  </a:lnTo>
                  <a:cubicBezTo>
                    <a:pt x="1282" y="2274"/>
                    <a:pt x="1282" y="2173"/>
                    <a:pt x="1282" y="2089"/>
                  </a:cubicBezTo>
                  <a:cubicBezTo>
                    <a:pt x="1282" y="2036"/>
                    <a:pt x="1265" y="1988"/>
                    <a:pt x="1282" y="1919"/>
                  </a:cubicBezTo>
                  <a:cubicBezTo>
                    <a:pt x="1282" y="1834"/>
                    <a:pt x="1265" y="1769"/>
                    <a:pt x="1213" y="1701"/>
                  </a:cubicBezTo>
                  <a:cubicBezTo>
                    <a:pt x="1096" y="1567"/>
                    <a:pt x="979" y="1414"/>
                    <a:pt x="878" y="1281"/>
                  </a:cubicBezTo>
                  <a:cubicBezTo>
                    <a:pt x="825" y="1212"/>
                    <a:pt x="777" y="1147"/>
                    <a:pt x="724" y="1079"/>
                  </a:cubicBezTo>
                  <a:cubicBezTo>
                    <a:pt x="659" y="1010"/>
                    <a:pt x="607" y="945"/>
                    <a:pt x="558" y="861"/>
                  </a:cubicBezTo>
                  <a:cubicBezTo>
                    <a:pt x="405" y="691"/>
                    <a:pt x="272" y="505"/>
                    <a:pt x="118" y="319"/>
                  </a:cubicBezTo>
                  <a:cubicBezTo>
                    <a:pt x="17" y="218"/>
                    <a:pt x="17" y="117"/>
                    <a:pt x="53" y="16"/>
                  </a:cubicBezTo>
                  <a:cubicBezTo>
                    <a:pt x="53" y="0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0">
              <a:extLst>
                <a:ext uri="{FF2B5EF4-FFF2-40B4-BE49-F238E27FC236}">
                  <a16:creationId xmlns:a16="http://schemas.microsoft.com/office/drawing/2014/main" id="{6CDBE475-ED50-59ED-0502-031AA7361CFA}"/>
                </a:ext>
              </a:extLst>
            </p:cNvPr>
            <p:cNvSpPr/>
            <p:nvPr/>
          </p:nvSpPr>
          <p:spPr>
            <a:xfrm>
              <a:off x="1735732" y="3570630"/>
              <a:ext cx="98828" cy="163787"/>
            </a:xfrm>
            <a:custGeom>
              <a:avLst/>
              <a:gdLst/>
              <a:ahLst/>
              <a:cxnLst/>
              <a:rect l="l" t="t" r="r" b="b"/>
              <a:pathLst>
                <a:path w="995" h="1649" extrusionOk="0">
                  <a:moveTo>
                    <a:pt x="53" y="0"/>
                  </a:moveTo>
                  <a:cubicBezTo>
                    <a:pt x="37" y="0"/>
                    <a:pt x="37" y="0"/>
                    <a:pt x="37" y="17"/>
                  </a:cubicBezTo>
                  <a:cubicBezTo>
                    <a:pt x="0" y="271"/>
                    <a:pt x="0" y="522"/>
                    <a:pt x="0" y="724"/>
                  </a:cubicBezTo>
                  <a:cubicBezTo>
                    <a:pt x="0" y="776"/>
                    <a:pt x="20" y="808"/>
                    <a:pt x="69" y="841"/>
                  </a:cubicBezTo>
                  <a:cubicBezTo>
                    <a:pt x="271" y="1027"/>
                    <a:pt x="489" y="1229"/>
                    <a:pt x="691" y="1414"/>
                  </a:cubicBezTo>
                  <a:cubicBezTo>
                    <a:pt x="776" y="1483"/>
                    <a:pt x="845" y="1548"/>
                    <a:pt x="893" y="1616"/>
                  </a:cubicBezTo>
                  <a:cubicBezTo>
                    <a:pt x="929" y="1649"/>
                    <a:pt x="946" y="1649"/>
                    <a:pt x="962" y="1649"/>
                  </a:cubicBezTo>
                  <a:lnTo>
                    <a:pt x="978" y="1649"/>
                  </a:lnTo>
                  <a:cubicBezTo>
                    <a:pt x="978" y="1649"/>
                    <a:pt x="994" y="1649"/>
                    <a:pt x="994" y="1632"/>
                  </a:cubicBezTo>
                  <a:lnTo>
                    <a:pt x="978" y="1616"/>
                  </a:lnTo>
                  <a:cubicBezTo>
                    <a:pt x="946" y="1616"/>
                    <a:pt x="929" y="1616"/>
                    <a:pt x="909" y="1600"/>
                  </a:cubicBezTo>
                  <a:cubicBezTo>
                    <a:pt x="861" y="1531"/>
                    <a:pt x="792" y="1467"/>
                    <a:pt x="707" y="1398"/>
                  </a:cubicBezTo>
                  <a:cubicBezTo>
                    <a:pt x="505" y="1212"/>
                    <a:pt x="287" y="1010"/>
                    <a:pt x="85" y="825"/>
                  </a:cubicBezTo>
                  <a:cubicBezTo>
                    <a:pt x="53" y="808"/>
                    <a:pt x="37" y="776"/>
                    <a:pt x="37" y="724"/>
                  </a:cubicBezTo>
                  <a:cubicBezTo>
                    <a:pt x="37" y="522"/>
                    <a:pt x="37" y="271"/>
                    <a:pt x="53" y="17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0">
              <a:extLst>
                <a:ext uri="{FF2B5EF4-FFF2-40B4-BE49-F238E27FC236}">
                  <a16:creationId xmlns:a16="http://schemas.microsoft.com/office/drawing/2014/main" id="{135EE38B-299B-B191-574C-3494A0EA8FE2}"/>
                </a:ext>
              </a:extLst>
            </p:cNvPr>
            <p:cNvSpPr/>
            <p:nvPr/>
          </p:nvSpPr>
          <p:spPr>
            <a:xfrm>
              <a:off x="1416701" y="1611346"/>
              <a:ext cx="81943" cy="249306"/>
            </a:xfrm>
            <a:custGeom>
              <a:avLst/>
              <a:gdLst/>
              <a:ahLst/>
              <a:cxnLst/>
              <a:rect l="l" t="t" r="r" b="b"/>
              <a:pathLst>
                <a:path w="825" h="2510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49" y="33"/>
                    <a:pt x="65" y="49"/>
                    <a:pt x="82" y="86"/>
                  </a:cubicBezTo>
                  <a:lnTo>
                    <a:pt x="102" y="102"/>
                  </a:lnTo>
                  <a:cubicBezTo>
                    <a:pt x="284" y="405"/>
                    <a:pt x="469" y="692"/>
                    <a:pt x="655" y="974"/>
                  </a:cubicBezTo>
                  <a:lnTo>
                    <a:pt x="788" y="1213"/>
                  </a:lnTo>
                  <a:lnTo>
                    <a:pt x="788" y="2340"/>
                  </a:lnTo>
                  <a:lnTo>
                    <a:pt x="788" y="2372"/>
                  </a:lnTo>
                  <a:cubicBezTo>
                    <a:pt x="788" y="2388"/>
                    <a:pt x="809" y="2408"/>
                    <a:pt x="788" y="2425"/>
                  </a:cubicBezTo>
                  <a:cubicBezTo>
                    <a:pt x="788" y="2441"/>
                    <a:pt x="788" y="2441"/>
                    <a:pt x="772" y="2457"/>
                  </a:cubicBezTo>
                  <a:lnTo>
                    <a:pt x="772" y="2489"/>
                  </a:lnTo>
                  <a:lnTo>
                    <a:pt x="772" y="2509"/>
                  </a:lnTo>
                  <a:lnTo>
                    <a:pt x="788" y="2509"/>
                  </a:lnTo>
                  <a:lnTo>
                    <a:pt x="788" y="2489"/>
                  </a:lnTo>
                  <a:lnTo>
                    <a:pt x="809" y="2473"/>
                  </a:lnTo>
                  <a:cubicBezTo>
                    <a:pt x="809" y="2457"/>
                    <a:pt x="825" y="2441"/>
                    <a:pt x="825" y="2425"/>
                  </a:cubicBezTo>
                  <a:lnTo>
                    <a:pt x="825" y="2356"/>
                  </a:lnTo>
                  <a:lnTo>
                    <a:pt x="825" y="2340"/>
                  </a:lnTo>
                  <a:lnTo>
                    <a:pt x="825" y="1213"/>
                  </a:lnTo>
                  <a:lnTo>
                    <a:pt x="825" y="1196"/>
                  </a:lnTo>
                  <a:lnTo>
                    <a:pt x="671" y="958"/>
                  </a:lnTo>
                  <a:cubicBezTo>
                    <a:pt x="485" y="671"/>
                    <a:pt x="304" y="389"/>
                    <a:pt x="118" y="86"/>
                  </a:cubicBezTo>
                  <a:lnTo>
                    <a:pt x="102" y="65"/>
                  </a:lnTo>
                  <a:cubicBezTo>
                    <a:pt x="82" y="33"/>
                    <a:pt x="65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0">
              <a:extLst>
                <a:ext uri="{FF2B5EF4-FFF2-40B4-BE49-F238E27FC236}">
                  <a16:creationId xmlns:a16="http://schemas.microsoft.com/office/drawing/2014/main" id="{C372899F-979A-4076-F652-E80F1E733C3C}"/>
                </a:ext>
              </a:extLst>
            </p:cNvPr>
            <p:cNvSpPr/>
            <p:nvPr/>
          </p:nvSpPr>
          <p:spPr>
            <a:xfrm>
              <a:off x="941629" y="1711664"/>
              <a:ext cx="5364" cy="102007"/>
            </a:xfrm>
            <a:custGeom>
              <a:avLst/>
              <a:gdLst/>
              <a:ahLst/>
              <a:cxnLst/>
              <a:rect l="l" t="t" r="r" b="b"/>
              <a:pathLst>
                <a:path w="54" h="1027" extrusionOk="0">
                  <a:moveTo>
                    <a:pt x="17" y="1"/>
                  </a:moveTo>
                  <a:cubicBezTo>
                    <a:pt x="1" y="1"/>
                    <a:pt x="1" y="17"/>
                    <a:pt x="1" y="17"/>
                  </a:cubicBezTo>
                  <a:cubicBezTo>
                    <a:pt x="17" y="134"/>
                    <a:pt x="17" y="251"/>
                    <a:pt x="17" y="352"/>
                  </a:cubicBezTo>
                  <a:lnTo>
                    <a:pt x="17" y="538"/>
                  </a:lnTo>
                  <a:lnTo>
                    <a:pt x="17" y="857"/>
                  </a:lnTo>
                  <a:lnTo>
                    <a:pt x="17" y="1011"/>
                  </a:lnTo>
                  <a:lnTo>
                    <a:pt x="17" y="1027"/>
                  </a:lnTo>
                  <a:cubicBezTo>
                    <a:pt x="37" y="1027"/>
                    <a:pt x="37" y="1011"/>
                    <a:pt x="37" y="1011"/>
                  </a:cubicBezTo>
                  <a:lnTo>
                    <a:pt x="37" y="857"/>
                  </a:lnTo>
                  <a:lnTo>
                    <a:pt x="37" y="538"/>
                  </a:lnTo>
                  <a:lnTo>
                    <a:pt x="37" y="352"/>
                  </a:lnTo>
                  <a:cubicBezTo>
                    <a:pt x="37" y="251"/>
                    <a:pt x="53" y="134"/>
                    <a:pt x="17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0">
              <a:extLst>
                <a:ext uri="{FF2B5EF4-FFF2-40B4-BE49-F238E27FC236}">
                  <a16:creationId xmlns:a16="http://schemas.microsoft.com/office/drawing/2014/main" id="{B03D9D4C-B1FB-DCC5-BFC1-D0FBB80FC870}"/>
                </a:ext>
              </a:extLst>
            </p:cNvPr>
            <p:cNvSpPr/>
            <p:nvPr/>
          </p:nvSpPr>
          <p:spPr>
            <a:xfrm>
              <a:off x="1332870" y="3453427"/>
              <a:ext cx="5264" cy="100418"/>
            </a:xfrm>
            <a:custGeom>
              <a:avLst/>
              <a:gdLst/>
              <a:ahLst/>
              <a:cxnLst/>
              <a:rect l="l" t="t" r="r" b="b"/>
              <a:pathLst>
                <a:path w="53" h="1011" extrusionOk="0">
                  <a:moveTo>
                    <a:pt x="17" y="1"/>
                  </a:moveTo>
                  <a:cubicBezTo>
                    <a:pt x="0" y="1"/>
                    <a:pt x="0" y="21"/>
                    <a:pt x="0" y="21"/>
                  </a:cubicBezTo>
                  <a:cubicBezTo>
                    <a:pt x="17" y="138"/>
                    <a:pt x="17" y="255"/>
                    <a:pt x="17" y="356"/>
                  </a:cubicBezTo>
                  <a:lnTo>
                    <a:pt x="17" y="542"/>
                  </a:lnTo>
                  <a:lnTo>
                    <a:pt x="17" y="861"/>
                  </a:lnTo>
                  <a:lnTo>
                    <a:pt x="17" y="1011"/>
                  </a:lnTo>
                  <a:lnTo>
                    <a:pt x="53" y="1011"/>
                  </a:lnTo>
                  <a:lnTo>
                    <a:pt x="53" y="861"/>
                  </a:lnTo>
                  <a:lnTo>
                    <a:pt x="53" y="542"/>
                  </a:lnTo>
                  <a:cubicBezTo>
                    <a:pt x="37" y="474"/>
                    <a:pt x="53" y="425"/>
                    <a:pt x="53" y="356"/>
                  </a:cubicBezTo>
                  <a:cubicBezTo>
                    <a:pt x="53" y="255"/>
                    <a:pt x="53" y="138"/>
                    <a:pt x="37" y="21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0">
              <a:extLst>
                <a:ext uri="{FF2B5EF4-FFF2-40B4-BE49-F238E27FC236}">
                  <a16:creationId xmlns:a16="http://schemas.microsoft.com/office/drawing/2014/main" id="{18150F34-4685-322F-6DE1-AC3FCB2AA524}"/>
                </a:ext>
              </a:extLst>
            </p:cNvPr>
            <p:cNvSpPr/>
            <p:nvPr/>
          </p:nvSpPr>
          <p:spPr>
            <a:xfrm>
              <a:off x="669181" y="2450344"/>
              <a:ext cx="150577" cy="180672"/>
            </a:xfrm>
            <a:custGeom>
              <a:avLst/>
              <a:gdLst/>
              <a:ahLst/>
              <a:cxnLst/>
              <a:rect l="l" t="t" r="r" b="b"/>
              <a:pathLst>
                <a:path w="1516" h="1819" extrusionOk="0">
                  <a:moveTo>
                    <a:pt x="1467" y="1"/>
                  </a:moveTo>
                  <a:lnTo>
                    <a:pt x="1467" y="21"/>
                  </a:lnTo>
                  <a:cubicBezTo>
                    <a:pt x="1483" y="37"/>
                    <a:pt x="1483" y="69"/>
                    <a:pt x="1483" y="102"/>
                  </a:cubicBezTo>
                  <a:lnTo>
                    <a:pt x="1483" y="122"/>
                  </a:lnTo>
                  <a:lnTo>
                    <a:pt x="1483" y="388"/>
                  </a:lnTo>
                  <a:lnTo>
                    <a:pt x="1483" y="978"/>
                  </a:lnTo>
                  <a:cubicBezTo>
                    <a:pt x="1483" y="1079"/>
                    <a:pt x="1467" y="1112"/>
                    <a:pt x="1382" y="1148"/>
                  </a:cubicBezTo>
                  <a:cubicBezTo>
                    <a:pt x="1027" y="1297"/>
                    <a:pt x="692" y="1467"/>
                    <a:pt x="372" y="1617"/>
                  </a:cubicBezTo>
                  <a:cubicBezTo>
                    <a:pt x="255" y="1669"/>
                    <a:pt x="134" y="1738"/>
                    <a:pt x="17" y="1786"/>
                  </a:cubicBezTo>
                  <a:lnTo>
                    <a:pt x="1" y="1802"/>
                  </a:lnTo>
                  <a:lnTo>
                    <a:pt x="1" y="1819"/>
                  </a:lnTo>
                  <a:lnTo>
                    <a:pt x="33" y="1819"/>
                  </a:lnTo>
                  <a:lnTo>
                    <a:pt x="33" y="1802"/>
                  </a:lnTo>
                  <a:cubicBezTo>
                    <a:pt x="154" y="1754"/>
                    <a:pt x="271" y="1701"/>
                    <a:pt x="372" y="1653"/>
                  </a:cubicBezTo>
                  <a:cubicBezTo>
                    <a:pt x="708" y="1483"/>
                    <a:pt x="1043" y="1334"/>
                    <a:pt x="1382" y="1180"/>
                  </a:cubicBezTo>
                  <a:cubicBezTo>
                    <a:pt x="1483" y="1132"/>
                    <a:pt x="1516" y="1095"/>
                    <a:pt x="1516" y="978"/>
                  </a:cubicBezTo>
                  <a:lnTo>
                    <a:pt x="1516" y="388"/>
                  </a:lnTo>
                  <a:lnTo>
                    <a:pt x="1516" y="122"/>
                  </a:lnTo>
                  <a:lnTo>
                    <a:pt x="1516" y="102"/>
                  </a:lnTo>
                  <a:cubicBezTo>
                    <a:pt x="1516" y="69"/>
                    <a:pt x="1516" y="37"/>
                    <a:pt x="1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0">
              <a:extLst>
                <a:ext uri="{FF2B5EF4-FFF2-40B4-BE49-F238E27FC236}">
                  <a16:creationId xmlns:a16="http://schemas.microsoft.com/office/drawing/2014/main" id="{6CBF3E71-67C0-DD8B-BA6C-9F119DCDF094}"/>
                </a:ext>
              </a:extLst>
            </p:cNvPr>
            <p:cNvSpPr/>
            <p:nvPr/>
          </p:nvSpPr>
          <p:spPr>
            <a:xfrm>
              <a:off x="669181" y="1452922"/>
              <a:ext cx="142134" cy="187029"/>
            </a:xfrm>
            <a:custGeom>
              <a:avLst/>
              <a:gdLst/>
              <a:ahLst/>
              <a:cxnLst/>
              <a:rect l="l" t="t" r="r" b="b"/>
              <a:pathLst>
                <a:path w="1431" h="1883" extrusionOk="0">
                  <a:moveTo>
                    <a:pt x="1423" y="0"/>
                  </a:moveTo>
                  <a:cubicBezTo>
                    <a:pt x="1419" y="0"/>
                    <a:pt x="1415" y="4"/>
                    <a:pt x="1415" y="12"/>
                  </a:cubicBezTo>
                  <a:lnTo>
                    <a:pt x="1346" y="44"/>
                  </a:lnTo>
                  <a:cubicBezTo>
                    <a:pt x="1011" y="246"/>
                    <a:pt x="675" y="469"/>
                    <a:pt x="336" y="671"/>
                  </a:cubicBezTo>
                  <a:cubicBezTo>
                    <a:pt x="320" y="671"/>
                    <a:pt x="320" y="687"/>
                    <a:pt x="320" y="687"/>
                  </a:cubicBezTo>
                  <a:lnTo>
                    <a:pt x="304" y="687"/>
                  </a:lnTo>
                  <a:cubicBezTo>
                    <a:pt x="17" y="772"/>
                    <a:pt x="1" y="990"/>
                    <a:pt x="17" y="1192"/>
                  </a:cubicBezTo>
                  <a:cubicBezTo>
                    <a:pt x="33" y="1309"/>
                    <a:pt x="33" y="1442"/>
                    <a:pt x="33" y="1559"/>
                  </a:cubicBezTo>
                  <a:lnTo>
                    <a:pt x="33" y="1729"/>
                  </a:lnTo>
                  <a:lnTo>
                    <a:pt x="33" y="1761"/>
                  </a:lnTo>
                  <a:cubicBezTo>
                    <a:pt x="17" y="1798"/>
                    <a:pt x="17" y="1846"/>
                    <a:pt x="53" y="1883"/>
                  </a:cubicBezTo>
                  <a:lnTo>
                    <a:pt x="70" y="1883"/>
                  </a:lnTo>
                  <a:lnTo>
                    <a:pt x="70" y="1862"/>
                  </a:lnTo>
                  <a:cubicBezTo>
                    <a:pt x="53" y="1830"/>
                    <a:pt x="53" y="1798"/>
                    <a:pt x="53" y="1761"/>
                  </a:cubicBezTo>
                  <a:lnTo>
                    <a:pt x="53" y="1729"/>
                  </a:lnTo>
                  <a:lnTo>
                    <a:pt x="53" y="1559"/>
                  </a:lnTo>
                  <a:cubicBezTo>
                    <a:pt x="53" y="1442"/>
                    <a:pt x="70" y="1309"/>
                    <a:pt x="53" y="1192"/>
                  </a:cubicBezTo>
                  <a:cubicBezTo>
                    <a:pt x="17" y="921"/>
                    <a:pt x="102" y="788"/>
                    <a:pt x="320" y="719"/>
                  </a:cubicBezTo>
                  <a:lnTo>
                    <a:pt x="336" y="703"/>
                  </a:lnTo>
                  <a:lnTo>
                    <a:pt x="336" y="687"/>
                  </a:lnTo>
                  <a:cubicBezTo>
                    <a:pt x="692" y="485"/>
                    <a:pt x="1027" y="267"/>
                    <a:pt x="1366" y="65"/>
                  </a:cubicBezTo>
                  <a:lnTo>
                    <a:pt x="1431" y="28"/>
                  </a:lnTo>
                  <a:lnTo>
                    <a:pt x="1431" y="12"/>
                  </a:lnTo>
                  <a:cubicBezTo>
                    <a:pt x="1431" y="4"/>
                    <a:pt x="1427" y="0"/>
                    <a:pt x="14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0">
              <a:extLst>
                <a:ext uri="{FF2B5EF4-FFF2-40B4-BE49-F238E27FC236}">
                  <a16:creationId xmlns:a16="http://schemas.microsoft.com/office/drawing/2014/main" id="{56EEE92B-9F8A-BDF9-5C0B-39BB082960FB}"/>
                </a:ext>
              </a:extLst>
            </p:cNvPr>
            <p:cNvSpPr/>
            <p:nvPr/>
          </p:nvSpPr>
          <p:spPr>
            <a:xfrm>
              <a:off x="1443220" y="2771362"/>
              <a:ext cx="5264" cy="77176"/>
            </a:xfrm>
            <a:custGeom>
              <a:avLst/>
              <a:gdLst/>
              <a:ahLst/>
              <a:cxnLst/>
              <a:rect l="l" t="t" r="r" b="b"/>
              <a:pathLst>
                <a:path w="53" h="777" extrusionOk="0">
                  <a:moveTo>
                    <a:pt x="37" y="0"/>
                  </a:moveTo>
                  <a:cubicBezTo>
                    <a:pt x="17" y="138"/>
                    <a:pt x="17" y="271"/>
                    <a:pt x="17" y="388"/>
                  </a:cubicBezTo>
                  <a:lnTo>
                    <a:pt x="17" y="627"/>
                  </a:lnTo>
                  <a:lnTo>
                    <a:pt x="17" y="675"/>
                  </a:lnTo>
                  <a:cubicBezTo>
                    <a:pt x="17" y="707"/>
                    <a:pt x="17" y="728"/>
                    <a:pt x="0" y="760"/>
                  </a:cubicBezTo>
                  <a:lnTo>
                    <a:pt x="0" y="776"/>
                  </a:lnTo>
                  <a:lnTo>
                    <a:pt x="37" y="776"/>
                  </a:lnTo>
                  <a:cubicBezTo>
                    <a:pt x="53" y="744"/>
                    <a:pt x="53" y="707"/>
                    <a:pt x="53" y="675"/>
                  </a:cubicBezTo>
                  <a:cubicBezTo>
                    <a:pt x="37" y="659"/>
                    <a:pt x="37" y="643"/>
                    <a:pt x="37" y="627"/>
                  </a:cubicBezTo>
                  <a:cubicBezTo>
                    <a:pt x="53" y="558"/>
                    <a:pt x="53" y="473"/>
                    <a:pt x="37" y="388"/>
                  </a:cubicBezTo>
                  <a:cubicBezTo>
                    <a:pt x="37" y="271"/>
                    <a:pt x="37" y="138"/>
                    <a:pt x="53" y="21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0">
              <a:extLst>
                <a:ext uri="{FF2B5EF4-FFF2-40B4-BE49-F238E27FC236}">
                  <a16:creationId xmlns:a16="http://schemas.microsoft.com/office/drawing/2014/main" id="{10A642CB-7981-8099-0B5F-BE41F5320812}"/>
                </a:ext>
              </a:extLst>
            </p:cNvPr>
            <p:cNvSpPr/>
            <p:nvPr/>
          </p:nvSpPr>
          <p:spPr>
            <a:xfrm>
              <a:off x="1735732" y="3385290"/>
              <a:ext cx="154152" cy="244042"/>
            </a:xfrm>
            <a:custGeom>
              <a:avLst/>
              <a:gdLst/>
              <a:ahLst/>
              <a:cxnLst/>
              <a:rect l="l" t="t" r="r" b="b"/>
              <a:pathLst>
                <a:path w="1552" h="2457" extrusionOk="0">
                  <a:moveTo>
                    <a:pt x="53" y="0"/>
                  </a:moveTo>
                  <a:cubicBezTo>
                    <a:pt x="0" y="133"/>
                    <a:pt x="0" y="218"/>
                    <a:pt x="121" y="335"/>
                  </a:cubicBezTo>
                  <a:cubicBezTo>
                    <a:pt x="457" y="638"/>
                    <a:pt x="776" y="974"/>
                    <a:pt x="1095" y="1293"/>
                  </a:cubicBezTo>
                  <a:cubicBezTo>
                    <a:pt x="1212" y="1430"/>
                    <a:pt x="1350" y="1547"/>
                    <a:pt x="1467" y="1681"/>
                  </a:cubicBezTo>
                  <a:cubicBezTo>
                    <a:pt x="1499" y="1697"/>
                    <a:pt x="1515" y="1733"/>
                    <a:pt x="1515" y="1765"/>
                  </a:cubicBezTo>
                  <a:lnTo>
                    <a:pt x="1515" y="2020"/>
                  </a:lnTo>
                  <a:lnTo>
                    <a:pt x="1515" y="2323"/>
                  </a:lnTo>
                  <a:cubicBezTo>
                    <a:pt x="1515" y="2355"/>
                    <a:pt x="1499" y="2371"/>
                    <a:pt x="1499" y="2388"/>
                  </a:cubicBezTo>
                  <a:cubicBezTo>
                    <a:pt x="1483" y="2404"/>
                    <a:pt x="1483" y="2424"/>
                    <a:pt x="1483" y="2440"/>
                  </a:cubicBezTo>
                  <a:cubicBezTo>
                    <a:pt x="1467" y="2440"/>
                    <a:pt x="1483" y="2440"/>
                    <a:pt x="1483" y="2456"/>
                  </a:cubicBezTo>
                  <a:lnTo>
                    <a:pt x="1499" y="2440"/>
                  </a:lnTo>
                  <a:cubicBezTo>
                    <a:pt x="1499" y="2424"/>
                    <a:pt x="1515" y="2424"/>
                    <a:pt x="1515" y="2404"/>
                  </a:cubicBezTo>
                  <a:cubicBezTo>
                    <a:pt x="1535" y="2388"/>
                    <a:pt x="1535" y="2355"/>
                    <a:pt x="1535" y="2323"/>
                  </a:cubicBezTo>
                  <a:cubicBezTo>
                    <a:pt x="1552" y="2222"/>
                    <a:pt x="1552" y="2121"/>
                    <a:pt x="1552" y="2020"/>
                  </a:cubicBezTo>
                  <a:lnTo>
                    <a:pt x="1552" y="1765"/>
                  </a:lnTo>
                  <a:cubicBezTo>
                    <a:pt x="1552" y="1717"/>
                    <a:pt x="1515" y="1681"/>
                    <a:pt x="1483" y="1648"/>
                  </a:cubicBezTo>
                  <a:cubicBezTo>
                    <a:pt x="1366" y="1531"/>
                    <a:pt x="1232" y="1414"/>
                    <a:pt x="1111" y="1277"/>
                  </a:cubicBezTo>
                  <a:cubicBezTo>
                    <a:pt x="792" y="958"/>
                    <a:pt x="473" y="622"/>
                    <a:pt x="138" y="319"/>
                  </a:cubicBezTo>
                  <a:cubicBezTo>
                    <a:pt x="37" y="202"/>
                    <a:pt x="37" y="133"/>
                    <a:pt x="69" y="16"/>
                  </a:cubicBezTo>
                  <a:cubicBezTo>
                    <a:pt x="69" y="0"/>
                    <a:pt x="69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0">
              <a:extLst>
                <a:ext uri="{FF2B5EF4-FFF2-40B4-BE49-F238E27FC236}">
                  <a16:creationId xmlns:a16="http://schemas.microsoft.com/office/drawing/2014/main" id="{9D9DFFAA-D72B-4DB8-36F8-7973AA81C321}"/>
                </a:ext>
              </a:extLst>
            </p:cNvPr>
            <p:cNvSpPr/>
            <p:nvPr/>
          </p:nvSpPr>
          <p:spPr>
            <a:xfrm>
              <a:off x="1413125" y="1194876"/>
              <a:ext cx="88797" cy="306219"/>
            </a:xfrm>
            <a:custGeom>
              <a:avLst/>
              <a:gdLst/>
              <a:ahLst/>
              <a:cxnLst/>
              <a:rect l="l" t="t" r="r" b="b"/>
              <a:pathLst>
                <a:path w="894" h="3083" extrusionOk="0">
                  <a:moveTo>
                    <a:pt x="37" y="1"/>
                  </a:moveTo>
                  <a:lnTo>
                    <a:pt x="17" y="17"/>
                  </a:lnTo>
                  <a:cubicBezTo>
                    <a:pt x="0" y="287"/>
                    <a:pt x="53" y="506"/>
                    <a:pt x="202" y="707"/>
                  </a:cubicBezTo>
                  <a:cubicBezTo>
                    <a:pt x="356" y="909"/>
                    <a:pt x="473" y="1128"/>
                    <a:pt x="590" y="1350"/>
                  </a:cubicBezTo>
                  <a:cubicBezTo>
                    <a:pt x="643" y="1467"/>
                    <a:pt x="707" y="1584"/>
                    <a:pt x="776" y="1701"/>
                  </a:cubicBezTo>
                  <a:cubicBezTo>
                    <a:pt x="824" y="1770"/>
                    <a:pt x="824" y="1818"/>
                    <a:pt x="824" y="1887"/>
                  </a:cubicBezTo>
                  <a:lnTo>
                    <a:pt x="824" y="2174"/>
                  </a:lnTo>
                  <a:cubicBezTo>
                    <a:pt x="824" y="2360"/>
                    <a:pt x="845" y="2542"/>
                    <a:pt x="824" y="2727"/>
                  </a:cubicBezTo>
                  <a:lnTo>
                    <a:pt x="824" y="2796"/>
                  </a:lnTo>
                  <a:cubicBezTo>
                    <a:pt x="824" y="2897"/>
                    <a:pt x="808" y="2982"/>
                    <a:pt x="861" y="3083"/>
                  </a:cubicBezTo>
                  <a:lnTo>
                    <a:pt x="877" y="3083"/>
                  </a:lnTo>
                  <a:cubicBezTo>
                    <a:pt x="893" y="3083"/>
                    <a:pt x="893" y="3083"/>
                    <a:pt x="877" y="3067"/>
                  </a:cubicBezTo>
                  <a:cubicBezTo>
                    <a:pt x="845" y="2982"/>
                    <a:pt x="845" y="2897"/>
                    <a:pt x="861" y="2796"/>
                  </a:cubicBezTo>
                  <a:lnTo>
                    <a:pt x="861" y="2743"/>
                  </a:lnTo>
                  <a:lnTo>
                    <a:pt x="861" y="2174"/>
                  </a:lnTo>
                  <a:lnTo>
                    <a:pt x="861" y="1887"/>
                  </a:lnTo>
                  <a:cubicBezTo>
                    <a:pt x="861" y="1818"/>
                    <a:pt x="845" y="1754"/>
                    <a:pt x="808" y="1685"/>
                  </a:cubicBezTo>
                  <a:cubicBezTo>
                    <a:pt x="744" y="1568"/>
                    <a:pt x="675" y="1451"/>
                    <a:pt x="606" y="1330"/>
                  </a:cubicBezTo>
                  <a:cubicBezTo>
                    <a:pt x="489" y="1111"/>
                    <a:pt x="372" y="893"/>
                    <a:pt x="219" y="691"/>
                  </a:cubicBezTo>
                  <a:cubicBezTo>
                    <a:pt x="85" y="489"/>
                    <a:pt x="37" y="287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0">
              <a:extLst>
                <a:ext uri="{FF2B5EF4-FFF2-40B4-BE49-F238E27FC236}">
                  <a16:creationId xmlns:a16="http://schemas.microsoft.com/office/drawing/2014/main" id="{664DBBEA-A163-CE4A-F4EB-8917908D5174}"/>
                </a:ext>
              </a:extLst>
            </p:cNvPr>
            <p:cNvSpPr/>
            <p:nvPr/>
          </p:nvSpPr>
          <p:spPr>
            <a:xfrm>
              <a:off x="869817" y="2634492"/>
              <a:ext cx="336314" cy="224077"/>
            </a:xfrm>
            <a:custGeom>
              <a:avLst/>
              <a:gdLst/>
              <a:ahLst/>
              <a:cxnLst/>
              <a:rect l="l" t="t" r="r" b="b"/>
              <a:pathLst>
                <a:path w="3386" h="2256" extrusionOk="0">
                  <a:moveTo>
                    <a:pt x="3366" y="1"/>
                  </a:moveTo>
                  <a:cubicBezTo>
                    <a:pt x="3047" y="118"/>
                    <a:pt x="2711" y="268"/>
                    <a:pt x="2291" y="453"/>
                  </a:cubicBezTo>
                  <a:cubicBezTo>
                    <a:pt x="1952" y="607"/>
                    <a:pt x="1617" y="740"/>
                    <a:pt x="1281" y="873"/>
                  </a:cubicBezTo>
                  <a:lnTo>
                    <a:pt x="1128" y="942"/>
                  </a:lnTo>
                  <a:cubicBezTo>
                    <a:pt x="893" y="1043"/>
                    <a:pt x="659" y="1144"/>
                    <a:pt x="421" y="1229"/>
                  </a:cubicBezTo>
                  <a:cubicBezTo>
                    <a:pt x="320" y="1277"/>
                    <a:pt x="203" y="1330"/>
                    <a:pt x="85" y="1378"/>
                  </a:cubicBezTo>
                  <a:cubicBezTo>
                    <a:pt x="53" y="1399"/>
                    <a:pt x="1" y="1415"/>
                    <a:pt x="1" y="1479"/>
                  </a:cubicBezTo>
                  <a:lnTo>
                    <a:pt x="1" y="1867"/>
                  </a:lnTo>
                  <a:lnTo>
                    <a:pt x="1" y="2207"/>
                  </a:lnTo>
                  <a:cubicBezTo>
                    <a:pt x="1" y="2223"/>
                    <a:pt x="17" y="2223"/>
                    <a:pt x="33" y="2239"/>
                  </a:cubicBezTo>
                  <a:lnTo>
                    <a:pt x="33" y="2255"/>
                  </a:lnTo>
                  <a:lnTo>
                    <a:pt x="53" y="2255"/>
                  </a:lnTo>
                  <a:cubicBezTo>
                    <a:pt x="69" y="2239"/>
                    <a:pt x="69" y="2239"/>
                    <a:pt x="53" y="2239"/>
                  </a:cubicBezTo>
                  <a:lnTo>
                    <a:pt x="53" y="2223"/>
                  </a:lnTo>
                  <a:lnTo>
                    <a:pt x="33" y="2207"/>
                  </a:lnTo>
                  <a:lnTo>
                    <a:pt x="33" y="1867"/>
                  </a:lnTo>
                  <a:lnTo>
                    <a:pt x="33" y="1479"/>
                  </a:lnTo>
                  <a:cubicBezTo>
                    <a:pt x="33" y="1447"/>
                    <a:pt x="53" y="1415"/>
                    <a:pt x="85" y="1399"/>
                  </a:cubicBezTo>
                  <a:cubicBezTo>
                    <a:pt x="203" y="1346"/>
                    <a:pt x="320" y="1314"/>
                    <a:pt x="437" y="1261"/>
                  </a:cubicBezTo>
                  <a:cubicBezTo>
                    <a:pt x="675" y="1160"/>
                    <a:pt x="910" y="1059"/>
                    <a:pt x="1144" y="974"/>
                  </a:cubicBezTo>
                  <a:lnTo>
                    <a:pt x="1297" y="910"/>
                  </a:lnTo>
                  <a:cubicBezTo>
                    <a:pt x="1617" y="772"/>
                    <a:pt x="1972" y="623"/>
                    <a:pt x="2291" y="490"/>
                  </a:cubicBezTo>
                  <a:cubicBezTo>
                    <a:pt x="2727" y="288"/>
                    <a:pt x="3063" y="150"/>
                    <a:pt x="3366" y="17"/>
                  </a:cubicBezTo>
                  <a:cubicBezTo>
                    <a:pt x="3386" y="17"/>
                    <a:pt x="3386" y="17"/>
                    <a:pt x="3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0">
              <a:extLst>
                <a:ext uri="{FF2B5EF4-FFF2-40B4-BE49-F238E27FC236}">
                  <a16:creationId xmlns:a16="http://schemas.microsoft.com/office/drawing/2014/main" id="{146C0948-A02F-77DC-C7DC-51589A8F937B}"/>
                </a:ext>
              </a:extLst>
            </p:cNvPr>
            <p:cNvSpPr/>
            <p:nvPr/>
          </p:nvSpPr>
          <p:spPr>
            <a:xfrm>
              <a:off x="1923059" y="3418564"/>
              <a:ext cx="147398" cy="245631"/>
            </a:xfrm>
            <a:custGeom>
              <a:avLst/>
              <a:gdLst/>
              <a:ahLst/>
              <a:cxnLst/>
              <a:rect l="l" t="t" r="r" b="b"/>
              <a:pathLst>
                <a:path w="1484" h="2473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18"/>
                    <a:pt x="86" y="186"/>
                    <a:pt x="154" y="251"/>
                  </a:cubicBezTo>
                  <a:cubicBezTo>
                    <a:pt x="457" y="574"/>
                    <a:pt x="740" y="877"/>
                    <a:pt x="1027" y="1196"/>
                  </a:cubicBezTo>
                  <a:cubicBezTo>
                    <a:pt x="1128" y="1297"/>
                    <a:pt x="1229" y="1414"/>
                    <a:pt x="1330" y="1515"/>
                  </a:cubicBezTo>
                  <a:cubicBezTo>
                    <a:pt x="1415" y="1600"/>
                    <a:pt x="1447" y="1685"/>
                    <a:pt x="1447" y="1802"/>
                  </a:cubicBezTo>
                  <a:cubicBezTo>
                    <a:pt x="1431" y="1919"/>
                    <a:pt x="1431" y="2036"/>
                    <a:pt x="1431" y="2154"/>
                  </a:cubicBezTo>
                  <a:cubicBezTo>
                    <a:pt x="1431" y="2206"/>
                    <a:pt x="1447" y="2271"/>
                    <a:pt x="1431" y="2323"/>
                  </a:cubicBezTo>
                  <a:cubicBezTo>
                    <a:pt x="1431" y="2339"/>
                    <a:pt x="1447" y="2356"/>
                    <a:pt x="1447" y="2356"/>
                  </a:cubicBezTo>
                  <a:cubicBezTo>
                    <a:pt x="1447" y="2392"/>
                    <a:pt x="1447" y="2424"/>
                    <a:pt x="1415" y="2457"/>
                  </a:cubicBezTo>
                  <a:lnTo>
                    <a:pt x="1415" y="2473"/>
                  </a:lnTo>
                  <a:lnTo>
                    <a:pt x="1431" y="2473"/>
                  </a:lnTo>
                  <a:cubicBezTo>
                    <a:pt x="1467" y="2440"/>
                    <a:pt x="1467" y="2392"/>
                    <a:pt x="1467" y="2356"/>
                  </a:cubicBezTo>
                  <a:lnTo>
                    <a:pt x="1467" y="2323"/>
                  </a:lnTo>
                  <a:lnTo>
                    <a:pt x="1467" y="2154"/>
                  </a:lnTo>
                  <a:lnTo>
                    <a:pt x="1467" y="1802"/>
                  </a:lnTo>
                  <a:cubicBezTo>
                    <a:pt x="1483" y="1685"/>
                    <a:pt x="1431" y="1584"/>
                    <a:pt x="1346" y="1499"/>
                  </a:cubicBezTo>
                  <a:cubicBezTo>
                    <a:pt x="1245" y="1382"/>
                    <a:pt x="1144" y="1281"/>
                    <a:pt x="1043" y="1180"/>
                  </a:cubicBezTo>
                  <a:cubicBezTo>
                    <a:pt x="760" y="857"/>
                    <a:pt x="473" y="554"/>
                    <a:pt x="187" y="235"/>
                  </a:cubicBezTo>
                  <a:cubicBezTo>
                    <a:pt x="118" y="170"/>
                    <a:pt x="53" y="10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0">
              <a:extLst>
                <a:ext uri="{FF2B5EF4-FFF2-40B4-BE49-F238E27FC236}">
                  <a16:creationId xmlns:a16="http://schemas.microsoft.com/office/drawing/2014/main" id="{153E6FEF-DE49-42E0-A19F-95D2A68A7789}"/>
                </a:ext>
              </a:extLst>
            </p:cNvPr>
            <p:cNvSpPr/>
            <p:nvPr/>
          </p:nvSpPr>
          <p:spPr>
            <a:xfrm>
              <a:off x="1732455" y="3231138"/>
              <a:ext cx="159019" cy="250895"/>
            </a:xfrm>
            <a:custGeom>
              <a:avLst/>
              <a:gdLst/>
              <a:ahLst/>
              <a:cxnLst/>
              <a:rect l="l" t="t" r="r" b="b"/>
              <a:pathLst>
                <a:path w="1601" h="2526" extrusionOk="0">
                  <a:moveTo>
                    <a:pt x="102" y="1"/>
                  </a:moveTo>
                  <a:cubicBezTo>
                    <a:pt x="86" y="1"/>
                    <a:pt x="86" y="1"/>
                    <a:pt x="86" y="17"/>
                  </a:cubicBezTo>
                  <a:cubicBezTo>
                    <a:pt x="53" y="86"/>
                    <a:pt x="1" y="203"/>
                    <a:pt x="102" y="288"/>
                  </a:cubicBezTo>
                  <a:cubicBezTo>
                    <a:pt x="288" y="474"/>
                    <a:pt x="474" y="676"/>
                    <a:pt x="639" y="861"/>
                  </a:cubicBezTo>
                  <a:cubicBezTo>
                    <a:pt x="861" y="1096"/>
                    <a:pt x="1063" y="1330"/>
                    <a:pt x="1282" y="1532"/>
                  </a:cubicBezTo>
                  <a:cubicBezTo>
                    <a:pt x="1500" y="1734"/>
                    <a:pt x="1568" y="1956"/>
                    <a:pt x="1532" y="2239"/>
                  </a:cubicBezTo>
                  <a:lnTo>
                    <a:pt x="1532" y="2259"/>
                  </a:lnTo>
                  <a:lnTo>
                    <a:pt x="1532" y="2360"/>
                  </a:lnTo>
                  <a:cubicBezTo>
                    <a:pt x="1548" y="2392"/>
                    <a:pt x="1532" y="2425"/>
                    <a:pt x="1532" y="2461"/>
                  </a:cubicBezTo>
                  <a:cubicBezTo>
                    <a:pt x="1516" y="2477"/>
                    <a:pt x="1516" y="2493"/>
                    <a:pt x="1516" y="2510"/>
                  </a:cubicBezTo>
                  <a:cubicBezTo>
                    <a:pt x="1500" y="2526"/>
                    <a:pt x="1516" y="2526"/>
                    <a:pt x="1516" y="2526"/>
                  </a:cubicBezTo>
                  <a:lnTo>
                    <a:pt x="1532" y="2526"/>
                  </a:lnTo>
                  <a:cubicBezTo>
                    <a:pt x="1532" y="2510"/>
                    <a:pt x="1548" y="2493"/>
                    <a:pt x="1548" y="2477"/>
                  </a:cubicBezTo>
                  <a:cubicBezTo>
                    <a:pt x="1568" y="2441"/>
                    <a:pt x="1585" y="2392"/>
                    <a:pt x="1568" y="2340"/>
                  </a:cubicBezTo>
                  <a:cubicBezTo>
                    <a:pt x="1548" y="2324"/>
                    <a:pt x="1548" y="2291"/>
                    <a:pt x="1568" y="2259"/>
                  </a:cubicBezTo>
                  <a:lnTo>
                    <a:pt x="1568" y="2239"/>
                  </a:lnTo>
                  <a:cubicBezTo>
                    <a:pt x="1601" y="1956"/>
                    <a:pt x="1516" y="1718"/>
                    <a:pt x="1298" y="1516"/>
                  </a:cubicBezTo>
                  <a:cubicBezTo>
                    <a:pt x="1080" y="1298"/>
                    <a:pt x="878" y="1079"/>
                    <a:pt x="676" y="845"/>
                  </a:cubicBezTo>
                  <a:cubicBezTo>
                    <a:pt x="490" y="659"/>
                    <a:pt x="304" y="457"/>
                    <a:pt x="118" y="255"/>
                  </a:cubicBezTo>
                  <a:cubicBezTo>
                    <a:pt x="53" y="203"/>
                    <a:pt x="53" y="138"/>
                    <a:pt x="102" y="17"/>
                  </a:cubicBezTo>
                  <a:lnTo>
                    <a:pt x="1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0">
              <a:extLst>
                <a:ext uri="{FF2B5EF4-FFF2-40B4-BE49-F238E27FC236}">
                  <a16:creationId xmlns:a16="http://schemas.microsoft.com/office/drawing/2014/main" id="{5D223492-6BC5-61B9-A0E6-972E353E5520}"/>
                </a:ext>
              </a:extLst>
            </p:cNvPr>
            <p:cNvSpPr/>
            <p:nvPr/>
          </p:nvSpPr>
          <p:spPr>
            <a:xfrm>
              <a:off x="687655" y="2111348"/>
              <a:ext cx="135380" cy="185440"/>
            </a:xfrm>
            <a:custGeom>
              <a:avLst/>
              <a:gdLst/>
              <a:ahLst/>
              <a:cxnLst/>
              <a:rect l="l" t="t" r="r" b="b"/>
              <a:pathLst>
                <a:path w="1363" h="1867" extrusionOk="0">
                  <a:moveTo>
                    <a:pt x="1281" y="0"/>
                  </a:moveTo>
                  <a:cubicBezTo>
                    <a:pt x="1261" y="16"/>
                    <a:pt x="1261" y="16"/>
                    <a:pt x="1261" y="32"/>
                  </a:cubicBezTo>
                  <a:cubicBezTo>
                    <a:pt x="1330" y="234"/>
                    <a:pt x="1180" y="303"/>
                    <a:pt x="1043" y="352"/>
                  </a:cubicBezTo>
                  <a:cubicBezTo>
                    <a:pt x="857" y="436"/>
                    <a:pt x="691" y="537"/>
                    <a:pt x="522" y="622"/>
                  </a:cubicBezTo>
                  <a:cubicBezTo>
                    <a:pt x="372" y="707"/>
                    <a:pt x="235" y="772"/>
                    <a:pt x="85" y="840"/>
                  </a:cubicBezTo>
                  <a:cubicBezTo>
                    <a:pt x="33" y="873"/>
                    <a:pt x="1" y="909"/>
                    <a:pt x="1" y="958"/>
                  </a:cubicBezTo>
                  <a:lnTo>
                    <a:pt x="1" y="1818"/>
                  </a:lnTo>
                  <a:cubicBezTo>
                    <a:pt x="1" y="1834"/>
                    <a:pt x="17" y="1850"/>
                    <a:pt x="17" y="1850"/>
                  </a:cubicBezTo>
                  <a:lnTo>
                    <a:pt x="33" y="1866"/>
                  </a:lnTo>
                  <a:lnTo>
                    <a:pt x="49" y="1866"/>
                  </a:lnTo>
                  <a:lnTo>
                    <a:pt x="49" y="1850"/>
                  </a:lnTo>
                  <a:lnTo>
                    <a:pt x="49" y="1834"/>
                  </a:lnTo>
                  <a:cubicBezTo>
                    <a:pt x="33" y="1834"/>
                    <a:pt x="33" y="1818"/>
                    <a:pt x="33" y="1818"/>
                  </a:cubicBezTo>
                  <a:lnTo>
                    <a:pt x="33" y="958"/>
                  </a:lnTo>
                  <a:cubicBezTo>
                    <a:pt x="33" y="925"/>
                    <a:pt x="49" y="889"/>
                    <a:pt x="85" y="873"/>
                  </a:cubicBezTo>
                  <a:cubicBezTo>
                    <a:pt x="235" y="808"/>
                    <a:pt x="388" y="723"/>
                    <a:pt x="538" y="638"/>
                  </a:cubicBezTo>
                  <a:cubicBezTo>
                    <a:pt x="708" y="554"/>
                    <a:pt x="877" y="453"/>
                    <a:pt x="1059" y="384"/>
                  </a:cubicBezTo>
                  <a:cubicBezTo>
                    <a:pt x="1196" y="319"/>
                    <a:pt x="1362" y="251"/>
                    <a:pt x="1297" y="32"/>
                  </a:cubicBezTo>
                  <a:lnTo>
                    <a:pt x="1297" y="16"/>
                  </a:lnTo>
                  <a:lnTo>
                    <a:pt x="12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0">
              <a:extLst>
                <a:ext uri="{FF2B5EF4-FFF2-40B4-BE49-F238E27FC236}">
                  <a16:creationId xmlns:a16="http://schemas.microsoft.com/office/drawing/2014/main" id="{90E2C0C1-6196-C9FD-9722-91724668850C}"/>
                </a:ext>
              </a:extLst>
            </p:cNvPr>
            <p:cNvSpPr/>
            <p:nvPr/>
          </p:nvSpPr>
          <p:spPr>
            <a:xfrm>
              <a:off x="1378162" y="3441806"/>
              <a:ext cx="4966" cy="98828"/>
            </a:xfrm>
            <a:custGeom>
              <a:avLst/>
              <a:gdLst/>
              <a:ahLst/>
              <a:cxnLst/>
              <a:rect l="l" t="t" r="r" b="b"/>
              <a:pathLst>
                <a:path w="50" h="995" extrusionOk="0">
                  <a:moveTo>
                    <a:pt x="17" y="1"/>
                  </a:moveTo>
                  <a:cubicBezTo>
                    <a:pt x="1" y="1"/>
                    <a:pt x="1" y="1"/>
                    <a:pt x="1" y="17"/>
                  </a:cubicBezTo>
                  <a:lnTo>
                    <a:pt x="1" y="219"/>
                  </a:lnTo>
                  <a:lnTo>
                    <a:pt x="1" y="809"/>
                  </a:lnTo>
                  <a:cubicBezTo>
                    <a:pt x="1" y="877"/>
                    <a:pt x="1" y="946"/>
                    <a:pt x="17" y="994"/>
                  </a:cubicBezTo>
                  <a:lnTo>
                    <a:pt x="33" y="994"/>
                  </a:lnTo>
                  <a:cubicBezTo>
                    <a:pt x="49" y="994"/>
                    <a:pt x="49" y="994"/>
                    <a:pt x="49" y="978"/>
                  </a:cubicBezTo>
                  <a:cubicBezTo>
                    <a:pt x="33" y="926"/>
                    <a:pt x="17" y="877"/>
                    <a:pt x="17" y="809"/>
                  </a:cubicBezTo>
                  <a:lnTo>
                    <a:pt x="17" y="21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0">
              <a:extLst>
                <a:ext uri="{FF2B5EF4-FFF2-40B4-BE49-F238E27FC236}">
                  <a16:creationId xmlns:a16="http://schemas.microsoft.com/office/drawing/2014/main" id="{5A79C26E-96A6-FDEF-7134-E65BB2A42BE5}"/>
                </a:ext>
              </a:extLst>
            </p:cNvPr>
            <p:cNvSpPr/>
            <p:nvPr/>
          </p:nvSpPr>
          <p:spPr>
            <a:xfrm>
              <a:off x="1744175" y="2950346"/>
              <a:ext cx="147299" cy="242452"/>
            </a:xfrm>
            <a:custGeom>
              <a:avLst/>
              <a:gdLst/>
              <a:ahLst/>
              <a:cxnLst/>
              <a:rect l="l" t="t" r="r" b="b"/>
              <a:pathLst>
                <a:path w="1483" h="2441" extrusionOk="0">
                  <a:moveTo>
                    <a:pt x="16" y="0"/>
                  </a:moveTo>
                  <a:lnTo>
                    <a:pt x="0" y="16"/>
                  </a:lnTo>
                  <a:lnTo>
                    <a:pt x="0" y="36"/>
                  </a:lnTo>
                  <a:cubicBezTo>
                    <a:pt x="16" y="36"/>
                    <a:pt x="16" y="53"/>
                    <a:pt x="36" y="53"/>
                  </a:cubicBezTo>
                  <a:cubicBezTo>
                    <a:pt x="53" y="69"/>
                    <a:pt x="85" y="85"/>
                    <a:pt x="101" y="101"/>
                  </a:cubicBezTo>
                  <a:cubicBezTo>
                    <a:pt x="218" y="255"/>
                    <a:pt x="339" y="404"/>
                    <a:pt x="457" y="558"/>
                  </a:cubicBezTo>
                  <a:lnTo>
                    <a:pt x="1212" y="1467"/>
                  </a:lnTo>
                  <a:cubicBezTo>
                    <a:pt x="1382" y="1669"/>
                    <a:pt x="1450" y="1854"/>
                    <a:pt x="1414" y="2056"/>
                  </a:cubicBezTo>
                  <a:lnTo>
                    <a:pt x="1414" y="2238"/>
                  </a:lnTo>
                  <a:lnTo>
                    <a:pt x="1414" y="2291"/>
                  </a:lnTo>
                  <a:cubicBezTo>
                    <a:pt x="1414" y="2323"/>
                    <a:pt x="1414" y="2375"/>
                    <a:pt x="1398" y="2424"/>
                  </a:cubicBezTo>
                  <a:cubicBezTo>
                    <a:pt x="1382" y="2424"/>
                    <a:pt x="1398" y="2424"/>
                    <a:pt x="1398" y="2440"/>
                  </a:cubicBezTo>
                  <a:lnTo>
                    <a:pt x="1414" y="2424"/>
                  </a:lnTo>
                  <a:cubicBezTo>
                    <a:pt x="1450" y="2392"/>
                    <a:pt x="1450" y="2339"/>
                    <a:pt x="1450" y="2291"/>
                  </a:cubicBezTo>
                  <a:lnTo>
                    <a:pt x="1450" y="2238"/>
                  </a:lnTo>
                  <a:cubicBezTo>
                    <a:pt x="1430" y="2173"/>
                    <a:pt x="1430" y="2121"/>
                    <a:pt x="1450" y="2056"/>
                  </a:cubicBezTo>
                  <a:cubicBezTo>
                    <a:pt x="1483" y="1834"/>
                    <a:pt x="1414" y="1652"/>
                    <a:pt x="1248" y="1450"/>
                  </a:cubicBezTo>
                  <a:cubicBezTo>
                    <a:pt x="978" y="1147"/>
                    <a:pt x="723" y="844"/>
                    <a:pt x="473" y="541"/>
                  </a:cubicBezTo>
                  <a:cubicBezTo>
                    <a:pt x="356" y="388"/>
                    <a:pt x="238" y="238"/>
                    <a:pt x="117" y="85"/>
                  </a:cubicBezTo>
                  <a:cubicBezTo>
                    <a:pt x="101" y="69"/>
                    <a:pt x="69" y="53"/>
                    <a:pt x="53" y="36"/>
                  </a:cubicBezTo>
                  <a:cubicBezTo>
                    <a:pt x="36" y="16"/>
                    <a:pt x="36" y="16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0">
              <a:extLst>
                <a:ext uri="{FF2B5EF4-FFF2-40B4-BE49-F238E27FC236}">
                  <a16:creationId xmlns:a16="http://schemas.microsoft.com/office/drawing/2014/main" id="{72AD7508-3B2B-5E8F-D246-09F93DF3A3CA}"/>
                </a:ext>
              </a:extLst>
            </p:cNvPr>
            <p:cNvSpPr/>
            <p:nvPr/>
          </p:nvSpPr>
          <p:spPr>
            <a:xfrm>
              <a:off x="2083569" y="2283478"/>
              <a:ext cx="98828" cy="227156"/>
            </a:xfrm>
            <a:custGeom>
              <a:avLst/>
              <a:gdLst/>
              <a:ahLst/>
              <a:cxnLst/>
              <a:rect l="l" t="t" r="r" b="b"/>
              <a:pathLst>
                <a:path w="995" h="2287" extrusionOk="0">
                  <a:moveTo>
                    <a:pt x="53" y="0"/>
                  </a:moveTo>
                  <a:cubicBezTo>
                    <a:pt x="17" y="33"/>
                    <a:pt x="17" y="65"/>
                    <a:pt x="17" y="85"/>
                  </a:cubicBezTo>
                  <a:lnTo>
                    <a:pt x="17" y="267"/>
                  </a:lnTo>
                  <a:cubicBezTo>
                    <a:pt x="17" y="368"/>
                    <a:pt x="17" y="469"/>
                    <a:pt x="1" y="570"/>
                  </a:cubicBezTo>
                  <a:cubicBezTo>
                    <a:pt x="1" y="671"/>
                    <a:pt x="53" y="756"/>
                    <a:pt x="85" y="840"/>
                  </a:cubicBezTo>
                  <a:lnTo>
                    <a:pt x="102" y="840"/>
                  </a:lnTo>
                  <a:cubicBezTo>
                    <a:pt x="320" y="1244"/>
                    <a:pt x="590" y="1717"/>
                    <a:pt x="861" y="2186"/>
                  </a:cubicBezTo>
                  <a:cubicBezTo>
                    <a:pt x="877" y="2186"/>
                    <a:pt x="877" y="2206"/>
                    <a:pt x="877" y="2206"/>
                  </a:cubicBezTo>
                  <a:cubicBezTo>
                    <a:pt x="893" y="2238"/>
                    <a:pt x="910" y="2287"/>
                    <a:pt x="978" y="2287"/>
                  </a:cubicBezTo>
                  <a:cubicBezTo>
                    <a:pt x="978" y="2287"/>
                    <a:pt x="994" y="2287"/>
                    <a:pt x="994" y="2270"/>
                  </a:cubicBezTo>
                  <a:lnTo>
                    <a:pt x="978" y="2254"/>
                  </a:lnTo>
                  <a:cubicBezTo>
                    <a:pt x="926" y="2254"/>
                    <a:pt x="926" y="2238"/>
                    <a:pt x="910" y="2206"/>
                  </a:cubicBezTo>
                  <a:cubicBezTo>
                    <a:pt x="893" y="2186"/>
                    <a:pt x="893" y="2186"/>
                    <a:pt x="893" y="2169"/>
                  </a:cubicBezTo>
                  <a:cubicBezTo>
                    <a:pt x="607" y="1701"/>
                    <a:pt x="336" y="1228"/>
                    <a:pt x="118" y="840"/>
                  </a:cubicBezTo>
                  <a:lnTo>
                    <a:pt x="118" y="824"/>
                  </a:lnTo>
                  <a:cubicBezTo>
                    <a:pt x="69" y="739"/>
                    <a:pt x="17" y="655"/>
                    <a:pt x="33" y="570"/>
                  </a:cubicBezTo>
                  <a:lnTo>
                    <a:pt x="33" y="267"/>
                  </a:lnTo>
                  <a:lnTo>
                    <a:pt x="33" y="85"/>
                  </a:lnTo>
                  <a:cubicBezTo>
                    <a:pt x="33" y="49"/>
                    <a:pt x="53" y="33"/>
                    <a:pt x="69" y="16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0">
              <a:extLst>
                <a:ext uri="{FF2B5EF4-FFF2-40B4-BE49-F238E27FC236}">
                  <a16:creationId xmlns:a16="http://schemas.microsoft.com/office/drawing/2014/main" id="{3BE5C147-D4B7-4F69-7BB2-0D488F21D45E}"/>
                </a:ext>
              </a:extLst>
            </p:cNvPr>
            <p:cNvSpPr/>
            <p:nvPr/>
          </p:nvSpPr>
          <p:spPr>
            <a:xfrm>
              <a:off x="1923059" y="2604397"/>
              <a:ext cx="147398" cy="282580"/>
            </a:xfrm>
            <a:custGeom>
              <a:avLst/>
              <a:gdLst/>
              <a:ahLst/>
              <a:cxnLst/>
              <a:rect l="l" t="t" r="r" b="b"/>
              <a:pathLst>
                <a:path w="1484" h="2845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7" y="86"/>
                    <a:pt x="17" y="167"/>
                    <a:pt x="17" y="235"/>
                  </a:cubicBezTo>
                  <a:cubicBezTo>
                    <a:pt x="17" y="288"/>
                    <a:pt x="33" y="352"/>
                    <a:pt x="17" y="405"/>
                  </a:cubicBezTo>
                  <a:cubicBezTo>
                    <a:pt x="1" y="591"/>
                    <a:pt x="53" y="756"/>
                    <a:pt x="187" y="926"/>
                  </a:cubicBezTo>
                  <a:cubicBezTo>
                    <a:pt x="336" y="1144"/>
                    <a:pt x="490" y="1362"/>
                    <a:pt x="639" y="1580"/>
                  </a:cubicBezTo>
                  <a:cubicBezTo>
                    <a:pt x="793" y="1803"/>
                    <a:pt x="942" y="2021"/>
                    <a:pt x="1096" y="2239"/>
                  </a:cubicBezTo>
                  <a:cubicBezTo>
                    <a:pt x="1128" y="2271"/>
                    <a:pt x="1144" y="2324"/>
                    <a:pt x="1180" y="2372"/>
                  </a:cubicBezTo>
                  <a:cubicBezTo>
                    <a:pt x="1229" y="2457"/>
                    <a:pt x="1298" y="2558"/>
                    <a:pt x="1399" y="2627"/>
                  </a:cubicBezTo>
                  <a:cubicBezTo>
                    <a:pt x="1415" y="2659"/>
                    <a:pt x="1431" y="2712"/>
                    <a:pt x="1431" y="2760"/>
                  </a:cubicBezTo>
                  <a:cubicBezTo>
                    <a:pt x="1447" y="2776"/>
                    <a:pt x="1447" y="2813"/>
                    <a:pt x="1447" y="2829"/>
                  </a:cubicBezTo>
                  <a:lnTo>
                    <a:pt x="1467" y="2845"/>
                  </a:lnTo>
                  <a:cubicBezTo>
                    <a:pt x="1483" y="2845"/>
                    <a:pt x="1483" y="2829"/>
                    <a:pt x="1483" y="2829"/>
                  </a:cubicBezTo>
                  <a:cubicBezTo>
                    <a:pt x="1467" y="2792"/>
                    <a:pt x="1467" y="2776"/>
                    <a:pt x="1467" y="2760"/>
                  </a:cubicBezTo>
                  <a:cubicBezTo>
                    <a:pt x="1447" y="2691"/>
                    <a:pt x="1447" y="2643"/>
                    <a:pt x="1415" y="2611"/>
                  </a:cubicBezTo>
                  <a:cubicBezTo>
                    <a:pt x="1314" y="2542"/>
                    <a:pt x="1265" y="2441"/>
                    <a:pt x="1197" y="2356"/>
                  </a:cubicBezTo>
                  <a:cubicBezTo>
                    <a:pt x="1180" y="2308"/>
                    <a:pt x="1144" y="2255"/>
                    <a:pt x="1112" y="2223"/>
                  </a:cubicBezTo>
                  <a:cubicBezTo>
                    <a:pt x="962" y="2005"/>
                    <a:pt x="809" y="1782"/>
                    <a:pt x="659" y="1564"/>
                  </a:cubicBezTo>
                  <a:cubicBezTo>
                    <a:pt x="506" y="1346"/>
                    <a:pt x="356" y="1128"/>
                    <a:pt x="203" y="910"/>
                  </a:cubicBezTo>
                  <a:cubicBezTo>
                    <a:pt x="69" y="740"/>
                    <a:pt x="33" y="591"/>
                    <a:pt x="53" y="405"/>
                  </a:cubicBezTo>
                  <a:lnTo>
                    <a:pt x="53" y="235"/>
                  </a:lnTo>
                  <a:cubicBezTo>
                    <a:pt x="53" y="167"/>
                    <a:pt x="53" y="86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0">
              <a:extLst>
                <a:ext uri="{FF2B5EF4-FFF2-40B4-BE49-F238E27FC236}">
                  <a16:creationId xmlns:a16="http://schemas.microsoft.com/office/drawing/2014/main" id="{6C63696E-5208-5D2F-C7BB-36D8737C6C3A}"/>
                </a:ext>
              </a:extLst>
            </p:cNvPr>
            <p:cNvSpPr/>
            <p:nvPr/>
          </p:nvSpPr>
          <p:spPr>
            <a:xfrm>
              <a:off x="1414714" y="1833635"/>
              <a:ext cx="82340" cy="212357"/>
            </a:xfrm>
            <a:custGeom>
              <a:avLst/>
              <a:gdLst/>
              <a:ahLst/>
              <a:cxnLst/>
              <a:rect l="l" t="t" r="r" b="b"/>
              <a:pathLst>
                <a:path w="829" h="2138" extrusionOk="0">
                  <a:moveTo>
                    <a:pt x="1" y="1"/>
                  </a:moveTo>
                  <a:lnTo>
                    <a:pt x="1" y="17"/>
                  </a:lnTo>
                  <a:cubicBezTo>
                    <a:pt x="85" y="102"/>
                    <a:pt x="154" y="203"/>
                    <a:pt x="203" y="304"/>
                  </a:cubicBezTo>
                  <a:cubicBezTo>
                    <a:pt x="255" y="372"/>
                    <a:pt x="287" y="437"/>
                    <a:pt x="340" y="490"/>
                  </a:cubicBezTo>
                  <a:cubicBezTo>
                    <a:pt x="372" y="538"/>
                    <a:pt x="404" y="591"/>
                    <a:pt x="425" y="639"/>
                  </a:cubicBezTo>
                  <a:cubicBezTo>
                    <a:pt x="473" y="708"/>
                    <a:pt x="505" y="776"/>
                    <a:pt x="558" y="825"/>
                  </a:cubicBezTo>
                  <a:cubicBezTo>
                    <a:pt x="590" y="877"/>
                    <a:pt x="606" y="926"/>
                    <a:pt x="606" y="978"/>
                  </a:cubicBezTo>
                  <a:lnTo>
                    <a:pt x="606" y="1196"/>
                  </a:lnTo>
                  <a:cubicBezTo>
                    <a:pt x="606" y="1346"/>
                    <a:pt x="606" y="1499"/>
                    <a:pt x="590" y="1649"/>
                  </a:cubicBezTo>
                  <a:cubicBezTo>
                    <a:pt x="558" y="1867"/>
                    <a:pt x="659" y="2004"/>
                    <a:pt x="808" y="2138"/>
                  </a:cubicBezTo>
                  <a:lnTo>
                    <a:pt x="829" y="2138"/>
                  </a:lnTo>
                  <a:lnTo>
                    <a:pt x="829" y="2122"/>
                  </a:lnTo>
                  <a:cubicBezTo>
                    <a:pt x="691" y="1988"/>
                    <a:pt x="590" y="1867"/>
                    <a:pt x="627" y="1649"/>
                  </a:cubicBezTo>
                  <a:cubicBezTo>
                    <a:pt x="643" y="1499"/>
                    <a:pt x="643" y="1346"/>
                    <a:pt x="627" y="1196"/>
                  </a:cubicBezTo>
                  <a:lnTo>
                    <a:pt x="627" y="978"/>
                  </a:lnTo>
                  <a:cubicBezTo>
                    <a:pt x="627" y="926"/>
                    <a:pt x="627" y="857"/>
                    <a:pt x="574" y="809"/>
                  </a:cubicBezTo>
                  <a:cubicBezTo>
                    <a:pt x="526" y="756"/>
                    <a:pt x="489" y="691"/>
                    <a:pt x="457" y="623"/>
                  </a:cubicBezTo>
                  <a:cubicBezTo>
                    <a:pt x="425" y="574"/>
                    <a:pt x="388" y="522"/>
                    <a:pt x="356" y="473"/>
                  </a:cubicBezTo>
                  <a:cubicBezTo>
                    <a:pt x="304" y="421"/>
                    <a:pt x="271" y="352"/>
                    <a:pt x="239" y="288"/>
                  </a:cubicBezTo>
                  <a:cubicBezTo>
                    <a:pt x="170" y="187"/>
                    <a:pt x="102" y="86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0">
              <a:extLst>
                <a:ext uri="{FF2B5EF4-FFF2-40B4-BE49-F238E27FC236}">
                  <a16:creationId xmlns:a16="http://schemas.microsoft.com/office/drawing/2014/main" id="{8A16EDC3-7D7C-6042-E742-6205C8FEA846}"/>
                </a:ext>
              </a:extLst>
            </p:cNvPr>
            <p:cNvSpPr/>
            <p:nvPr/>
          </p:nvSpPr>
          <p:spPr>
            <a:xfrm>
              <a:off x="608990" y="1746626"/>
              <a:ext cx="5364" cy="77076"/>
            </a:xfrm>
            <a:custGeom>
              <a:avLst/>
              <a:gdLst/>
              <a:ahLst/>
              <a:cxnLst/>
              <a:rect l="l" t="t" r="r" b="b"/>
              <a:pathLst>
                <a:path w="54" h="776" extrusionOk="0">
                  <a:moveTo>
                    <a:pt x="1" y="0"/>
                  </a:moveTo>
                  <a:lnTo>
                    <a:pt x="1" y="16"/>
                  </a:lnTo>
                  <a:cubicBezTo>
                    <a:pt x="17" y="137"/>
                    <a:pt x="17" y="255"/>
                    <a:pt x="17" y="372"/>
                  </a:cubicBezTo>
                  <a:cubicBezTo>
                    <a:pt x="17" y="440"/>
                    <a:pt x="1" y="505"/>
                    <a:pt x="17" y="590"/>
                  </a:cubicBezTo>
                  <a:lnTo>
                    <a:pt x="17" y="642"/>
                  </a:lnTo>
                  <a:cubicBezTo>
                    <a:pt x="1" y="691"/>
                    <a:pt x="1" y="723"/>
                    <a:pt x="33" y="776"/>
                  </a:cubicBezTo>
                  <a:lnTo>
                    <a:pt x="53" y="776"/>
                  </a:lnTo>
                  <a:lnTo>
                    <a:pt x="53" y="760"/>
                  </a:lnTo>
                  <a:cubicBezTo>
                    <a:pt x="33" y="723"/>
                    <a:pt x="33" y="691"/>
                    <a:pt x="33" y="642"/>
                  </a:cubicBezTo>
                  <a:lnTo>
                    <a:pt x="33" y="590"/>
                  </a:lnTo>
                  <a:lnTo>
                    <a:pt x="33" y="372"/>
                  </a:lnTo>
                  <a:cubicBezTo>
                    <a:pt x="33" y="255"/>
                    <a:pt x="33" y="137"/>
                    <a:pt x="17" y="16"/>
                  </a:cubicBezTo>
                  <a:cubicBezTo>
                    <a:pt x="17" y="16"/>
                    <a:pt x="17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0">
              <a:extLst>
                <a:ext uri="{FF2B5EF4-FFF2-40B4-BE49-F238E27FC236}">
                  <a16:creationId xmlns:a16="http://schemas.microsoft.com/office/drawing/2014/main" id="{B91DBFC6-8EAC-2302-33CC-F38CEEEEBC4C}"/>
                </a:ext>
              </a:extLst>
            </p:cNvPr>
            <p:cNvSpPr/>
            <p:nvPr/>
          </p:nvSpPr>
          <p:spPr>
            <a:xfrm>
              <a:off x="1921470" y="2893731"/>
              <a:ext cx="148988" cy="255663"/>
            </a:xfrm>
            <a:custGeom>
              <a:avLst/>
              <a:gdLst/>
              <a:ahLst/>
              <a:cxnLst/>
              <a:rect l="l" t="t" r="r" b="b"/>
              <a:pathLst>
                <a:path w="1500" h="2574" extrusionOk="0">
                  <a:moveTo>
                    <a:pt x="69" y="1"/>
                  </a:moveTo>
                  <a:cubicBezTo>
                    <a:pt x="17" y="304"/>
                    <a:pt x="1" y="623"/>
                    <a:pt x="251" y="909"/>
                  </a:cubicBezTo>
                  <a:cubicBezTo>
                    <a:pt x="453" y="1144"/>
                    <a:pt x="655" y="1414"/>
                    <a:pt x="841" y="1665"/>
                  </a:cubicBezTo>
                  <a:cubicBezTo>
                    <a:pt x="926" y="1782"/>
                    <a:pt x="1011" y="1899"/>
                    <a:pt x="1112" y="2020"/>
                  </a:cubicBezTo>
                  <a:cubicBezTo>
                    <a:pt x="1196" y="2138"/>
                    <a:pt x="1281" y="2239"/>
                    <a:pt x="1398" y="2372"/>
                  </a:cubicBezTo>
                  <a:cubicBezTo>
                    <a:pt x="1431" y="2404"/>
                    <a:pt x="1431" y="2457"/>
                    <a:pt x="1447" y="2505"/>
                  </a:cubicBezTo>
                  <a:cubicBezTo>
                    <a:pt x="1463" y="2525"/>
                    <a:pt x="1463" y="2541"/>
                    <a:pt x="1463" y="2574"/>
                  </a:cubicBezTo>
                  <a:lnTo>
                    <a:pt x="1483" y="2574"/>
                  </a:lnTo>
                  <a:cubicBezTo>
                    <a:pt x="1499" y="2574"/>
                    <a:pt x="1499" y="2558"/>
                    <a:pt x="1499" y="2558"/>
                  </a:cubicBezTo>
                  <a:cubicBezTo>
                    <a:pt x="1483" y="2541"/>
                    <a:pt x="1483" y="2525"/>
                    <a:pt x="1483" y="2489"/>
                  </a:cubicBezTo>
                  <a:cubicBezTo>
                    <a:pt x="1463" y="2440"/>
                    <a:pt x="1447" y="2388"/>
                    <a:pt x="1415" y="2356"/>
                  </a:cubicBezTo>
                  <a:cubicBezTo>
                    <a:pt x="1314" y="2222"/>
                    <a:pt x="1213" y="2121"/>
                    <a:pt x="1128" y="2000"/>
                  </a:cubicBezTo>
                  <a:cubicBezTo>
                    <a:pt x="1043" y="1883"/>
                    <a:pt x="942" y="1766"/>
                    <a:pt x="857" y="1649"/>
                  </a:cubicBezTo>
                  <a:cubicBezTo>
                    <a:pt x="675" y="1394"/>
                    <a:pt x="473" y="1128"/>
                    <a:pt x="271" y="889"/>
                  </a:cubicBezTo>
                  <a:cubicBezTo>
                    <a:pt x="17" y="606"/>
                    <a:pt x="33" y="304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0">
              <a:extLst>
                <a:ext uri="{FF2B5EF4-FFF2-40B4-BE49-F238E27FC236}">
                  <a16:creationId xmlns:a16="http://schemas.microsoft.com/office/drawing/2014/main" id="{573FC5F3-6891-F813-AFE7-9F76EB2E88C5}"/>
                </a:ext>
              </a:extLst>
            </p:cNvPr>
            <p:cNvSpPr/>
            <p:nvPr/>
          </p:nvSpPr>
          <p:spPr>
            <a:xfrm>
              <a:off x="2086747" y="2696372"/>
              <a:ext cx="95650" cy="133691"/>
            </a:xfrm>
            <a:custGeom>
              <a:avLst/>
              <a:gdLst/>
              <a:ahLst/>
              <a:cxnLst/>
              <a:rect l="l" t="t" r="r" b="b"/>
              <a:pathLst>
                <a:path w="963" h="1346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70" y="48"/>
                    <a:pt x="102" y="101"/>
                    <a:pt x="138" y="170"/>
                  </a:cubicBezTo>
                  <a:cubicBezTo>
                    <a:pt x="154" y="186"/>
                    <a:pt x="154" y="218"/>
                    <a:pt x="171" y="234"/>
                  </a:cubicBezTo>
                  <a:cubicBezTo>
                    <a:pt x="223" y="319"/>
                    <a:pt x="272" y="404"/>
                    <a:pt x="340" y="489"/>
                  </a:cubicBezTo>
                  <a:cubicBezTo>
                    <a:pt x="457" y="675"/>
                    <a:pt x="591" y="893"/>
                    <a:pt x="728" y="1079"/>
                  </a:cubicBezTo>
                  <a:cubicBezTo>
                    <a:pt x="744" y="1111"/>
                    <a:pt x="760" y="1127"/>
                    <a:pt x="777" y="1159"/>
                  </a:cubicBezTo>
                  <a:cubicBezTo>
                    <a:pt x="809" y="1228"/>
                    <a:pt x="845" y="1313"/>
                    <a:pt x="930" y="1345"/>
                  </a:cubicBezTo>
                  <a:lnTo>
                    <a:pt x="946" y="1345"/>
                  </a:lnTo>
                  <a:cubicBezTo>
                    <a:pt x="962" y="1329"/>
                    <a:pt x="946" y="1329"/>
                    <a:pt x="946" y="1313"/>
                  </a:cubicBezTo>
                  <a:cubicBezTo>
                    <a:pt x="861" y="1297"/>
                    <a:pt x="829" y="1228"/>
                    <a:pt x="793" y="1143"/>
                  </a:cubicBezTo>
                  <a:cubicBezTo>
                    <a:pt x="777" y="1127"/>
                    <a:pt x="777" y="1095"/>
                    <a:pt x="744" y="1058"/>
                  </a:cubicBezTo>
                  <a:cubicBezTo>
                    <a:pt x="607" y="877"/>
                    <a:pt x="490" y="675"/>
                    <a:pt x="356" y="473"/>
                  </a:cubicBezTo>
                  <a:cubicBezTo>
                    <a:pt x="304" y="388"/>
                    <a:pt x="255" y="303"/>
                    <a:pt x="187" y="218"/>
                  </a:cubicBezTo>
                  <a:cubicBezTo>
                    <a:pt x="187" y="202"/>
                    <a:pt x="171" y="170"/>
                    <a:pt x="154" y="149"/>
                  </a:cubicBezTo>
                  <a:cubicBezTo>
                    <a:pt x="122" y="101"/>
                    <a:pt x="102" y="32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0">
              <a:extLst>
                <a:ext uri="{FF2B5EF4-FFF2-40B4-BE49-F238E27FC236}">
                  <a16:creationId xmlns:a16="http://schemas.microsoft.com/office/drawing/2014/main" id="{045BA1A7-A038-9216-93FE-2EF2C02414FE}"/>
                </a:ext>
              </a:extLst>
            </p:cNvPr>
            <p:cNvSpPr/>
            <p:nvPr/>
          </p:nvSpPr>
          <p:spPr>
            <a:xfrm>
              <a:off x="515525" y="2375353"/>
              <a:ext cx="122070" cy="57013"/>
            </a:xfrm>
            <a:custGeom>
              <a:avLst/>
              <a:gdLst/>
              <a:ahLst/>
              <a:cxnLst/>
              <a:rect l="l" t="t" r="r" b="b"/>
              <a:pathLst>
                <a:path w="1229" h="574" extrusionOk="0">
                  <a:moveTo>
                    <a:pt x="1213" y="0"/>
                  </a:moveTo>
                  <a:cubicBezTo>
                    <a:pt x="958" y="101"/>
                    <a:pt x="724" y="218"/>
                    <a:pt x="489" y="336"/>
                  </a:cubicBezTo>
                  <a:cubicBezTo>
                    <a:pt x="421" y="372"/>
                    <a:pt x="352" y="404"/>
                    <a:pt x="287" y="437"/>
                  </a:cubicBezTo>
                  <a:cubicBezTo>
                    <a:pt x="251" y="453"/>
                    <a:pt x="235" y="473"/>
                    <a:pt x="219" y="489"/>
                  </a:cubicBezTo>
                  <a:cubicBezTo>
                    <a:pt x="163" y="515"/>
                    <a:pt x="120" y="542"/>
                    <a:pt x="60" y="542"/>
                  </a:cubicBezTo>
                  <a:cubicBezTo>
                    <a:pt x="47" y="542"/>
                    <a:pt x="32" y="541"/>
                    <a:pt x="17" y="538"/>
                  </a:cubicBezTo>
                  <a:lnTo>
                    <a:pt x="1" y="554"/>
                  </a:lnTo>
                  <a:cubicBezTo>
                    <a:pt x="1" y="554"/>
                    <a:pt x="17" y="554"/>
                    <a:pt x="17" y="574"/>
                  </a:cubicBezTo>
                  <a:lnTo>
                    <a:pt x="65" y="574"/>
                  </a:lnTo>
                  <a:cubicBezTo>
                    <a:pt x="134" y="574"/>
                    <a:pt x="186" y="538"/>
                    <a:pt x="235" y="505"/>
                  </a:cubicBezTo>
                  <a:cubicBezTo>
                    <a:pt x="251" y="489"/>
                    <a:pt x="267" y="473"/>
                    <a:pt x="287" y="473"/>
                  </a:cubicBezTo>
                  <a:cubicBezTo>
                    <a:pt x="368" y="437"/>
                    <a:pt x="437" y="404"/>
                    <a:pt x="506" y="352"/>
                  </a:cubicBezTo>
                  <a:cubicBezTo>
                    <a:pt x="740" y="251"/>
                    <a:pt x="974" y="117"/>
                    <a:pt x="1229" y="16"/>
                  </a:cubicBezTo>
                  <a:lnTo>
                    <a:pt x="1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0">
              <a:extLst>
                <a:ext uri="{FF2B5EF4-FFF2-40B4-BE49-F238E27FC236}">
                  <a16:creationId xmlns:a16="http://schemas.microsoft.com/office/drawing/2014/main" id="{0FD99098-7A91-F1B1-215B-6C8EC35A9E75}"/>
                </a:ext>
              </a:extLst>
            </p:cNvPr>
            <p:cNvSpPr/>
            <p:nvPr/>
          </p:nvSpPr>
          <p:spPr>
            <a:xfrm>
              <a:off x="1523475" y="3533682"/>
              <a:ext cx="178984" cy="200736"/>
            </a:xfrm>
            <a:custGeom>
              <a:avLst/>
              <a:gdLst/>
              <a:ahLst/>
              <a:cxnLst/>
              <a:rect l="l" t="t" r="r" b="b"/>
              <a:pathLst>
                <a:path w="1802" h="2021" extrusionOk="0">
                  <a:moveTo>
                    <a:pt x="16" y="1"/>
                  </a:moveTo>
                  <a:lnTo>
                    <a:pt x="0" y="21"/>
                  </a:lnTo>
                  <a:cubicBezTo>
                    <a:pt x="0" y="37"/>
                    <a:pt x="16" y="37"/>
                    <a:pt x="16" y="37"/>
                  </a:cubicBezTo>
                  <a:cubicBezTo>
                    <a:pt x="69" y="37"/>
                    <a:pt x="85" y="69"/>
                    <a:pt x="117" y="86"/>
                  </a:cubicBezTo>
                  <a:cubicBezTo>
                    <a:pt x="138" y="102"/>
                    <a:pt x="138" y="102"/>
                    <a:pt x="154" y="122"/>
                  </a:cubicBezTo>
                  <a:cubicBezTo>
                    <a:pt x="271" y="223"/>
                    <a:pt x="388" y="340"/>
                    <a:pt x="521" y="457"/>
                  </a:cubicBezTo>
                  <a:cubicBezTo>
                    <a:pt x="893" y="793"/>
                    <a:pt x="1265" y="1132"/>
                    <a:pt x="1653" y="1467"/>
                  </a:cubicBezTo>
                  <a:cubicBezTo>
                    <a:pt x="1753" y="1552"/>
                    <a:pt x="1770" y="1653"/>
                    <a:pt x="1753" y="1754"/>
                  </a:cubicBezTo>
                  <a:lnTo>
                    <a:pt x="1753" y="1920"/>
                  </a:lnTo>
                  <a:lnTo>
                    <a:pt x="1753" y="2004"/>
                  </a:lnTo>
                  <a:cubicBezTo>
                    <a:pt x="1753" y="2021"/>
                    <a:pt x="1753" y="2021"/>
                    <a:pt x="1770" y="2021"/>
                  </a:cubicBezTo>
                  <a:lnTo>
                    <a:pt x="1770" y="2004"/>
                  </a:lnTo>
                  <a:lnTo>
                    <a:pt x="1770" y="1920"/>
                  </a:lnTo>
                  <a:cubicBezTo>
                    <a:pt x="1786" y="1871"/>
                    <a:pt x="1786" y="1803"/>
                    <a:pt x="1786" y="1754"/>
                  </a:cubicBezTo>
                  <a:cubicBezTo>
                    <a:pt x="1802" y="1617"/>
                    <a:pt x="1770" y="1536"/>
                    <a:pt x="1669" y="1435"/>
                  </a:cubicBezTo>
                  <a:cubicBezTo>
                    <a:pt x="1281" y="1112"/>
                    <a:pt x="909" y="760"/>
                    <a:pt x="542" y="441"/>
                  </a:cubicBezTo>
                  <a:cubicBezTo>
                    <a:pt x="420" y="324"/>
                    <a:pt x="287" y="203"/>
                    <a:pt x="170" y="86"/>
                  </a:cubicBezTo>
                  <a:cubicBezTo>
                    <a:pt x="154" y="86"/>
                    <a:pt x="154" y="86"/>
                    <a:pt x="138" y="69"/>
                  </a:cubicBezTo>
                  <a:cubicBezTo>
                    <a:pt x="101" y="37"/>
                    <a:pt x="69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0">
              <a:extLst>
                <a:ext uri="{FF2B5EF4-FFF2-40B4-BE49-F238E27FC236}">
                  <a16:creationId xmlns:a16="http://schemas.microsoft.com/office/drawing/2014/main" id="{3C814C84-D9C8-A62C-659C-5FAFB3FF18E3}"/>
                </a:ext>
              </a:extLst>
            </p:cNvPr>
            <p:cNvSpPr/>
            <p:nvPr/>
          </p:nvSpPr>
          <p:spPr>
            <a:xfrm>
              <a:off x="886702" y="3589105"/>
              <a:ext cx="3278" cy="98828"/>
            </a:xfrm>
            <a:custGeom>
              <a:avLst/>
              <a:gdLst/>
              <a:ahLst/>
              <a:cxnLst/>
              <a:rect l="l" t="t" r="r" b="b"/>
              <a:pathLst>
                <a:path w="33" h="995" extrusionOk="0">
                  <a:moveTo>
                    <a:pt x="0" y="0"/>
                  </a:moveTo>
                  <a:lnTo>
                    <a:pt x="0" y="218"/>
                  </a:lnTo>
                  <a:lnTo>
                    <a:pt x="0" y="841"/>
                  </a:lnTo>
                  <a:lnTo>
                    <a:pt x="0" y="877"/>
                  </a:lnTo>
                  <a:cubicBezTo>
                    <a:pt x="0" y="909"/>
                    <a:pt x="0" y="942"/>
                    <a:pt x="16" y="978"/>
                  </a:cubicBezTo>
                  <a:lnTo>
                    <a:pt x="33" y="994"/>
                  </a:lnTo>
                  <a:lnTo>
                    <a:pt x="33" y="978"/>
                  </a:lnTo>
                  <a:cubicBezTo>
                    <a:pt x="16" y="942"/>
                    <a:pt x="16" y="909"/>
                    <a:pt x="33" y="877"/>
                  </a:cubicBezTo>
                  <a:lnTo>
                    <a:pt x="33" y="841"/>
                  </a:lnTo>
                  <a:lnTo>
                    <a:pt x="33" y="21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0">
              <a:extLst>
                <a:ext uri="{FF2B5EF4-FFF2-40B4-BE49-F238E27FC236}">
                  <a16:creationId xmlns:a16="http://schemas.microsoft.com/office/drawing/2014/main" id="{109499F5-B7E5-30E1-B085-8EE1DA4B3B09}"/>
                </a:ext>
              </a:extLst>
            </p:cNvPr>
            <p:cNvSpPr/>
            <p:nvPr/>
          </p:nvSpPr>
          <p:spPr>
            <a:xfrm>
              <a:off x="1923059" y="3460280"/>
              <a:ext cx="147398" cy="217621"/>
            </a:xfrm>
            <a:custGeom>
              <a:avLst/>
              <a:gdLst/>
              <a:ahLst/>
              <a:cxnLst/>
              <a:rect l="l" t="t" r="r" b="b"/>
              <a:pathLst>
                <a:path w="1484" h="2191" extrusionOk="0">
                  <a:moveTo>
                    <a:pt x="53" y="1"/>
                  </a:moveTo>
                  <a:cubicBezTo>
                    <a:pt x="53" y="1"/>
                    <a:pt x="33" y="1"/>
                    <a:pt x="33" y="17"/>
                  </a:cubicBezTo>
                  <a:cubicBezTo>
                    <a:pt x="1" y="170"/>
                    <a:pt x="1" y="304"/>
                    <a:pt x="1" y="457"/>
                  </a:cubicBezTo>
                  <a:cubicBezTo>
                    <a:pt x="17" y="506"/>
                    <a:pt x="17" y="574"/>
                    <a:pt x="17" y="623"/>
                  </a:cubicBezTo>
                  <a:cubicBezTo>
                    <a:pt x="17" y="659"/>
                    <a:pt x="33" y="691"/>
                    <a:pt x="69" y="724"/>
                  </a:cubicBezTo>
                  <a:lnTo>
                    <a:pt x="86" y="724"/>
                  </a:lnTo>
                  <a:cubicBezTo>
                    <a:pt x="154" y="792"/>
                    <a:pt x="203" y="861"/>
                    <a:pt x="271" y="926"/>
                  </a:cubicBezTo>
                  <a:cubicBezTo>
                    <a:pt x="457" y="1128"/>
                    <a:pt x="639" y="1330"/>
                    <a:pt x="841" y="1515"/>
                  </a:cubicBezTo>
                  <a:cubicBezTo>
                    <a:pt x="910" y="1584"/>
                    <a:pt x="978" y="1669"/>
                    <a:pt x="1043" y="1734"/>
                  </a:cubicBezTo>
                  <a:cubicBezTo>
                    <a:pt x="1164" y="1851"/>
                    <a:pt x="1281" y="1972"/>
                    <a:pt x="1399" y="2089"/>
                  </a:cubicBezTo>
                  <a:cubicBezTo>
                    <a:pt x="1415" y="2105"/>
                    <a:pt x="1431" y="2121"/>
                    <a:pt x="1431" y="2154"/>
                  </a:cubicBezTo>
                  <a:cubicBezTo>
                    <a:pt x="1447" y="2154"/>
                    <a:pt x="1447" y="2174"/>
                    <a:pt x="1447" y="2190"/>
                  </a:cubicBezTo>
                  <a:lnTo>
                    <a:pt x="1467" y="2190"/>
                  </a:lnTo>
                  <a:cubicBezTo>
                    <a:pt x="1483" y="2190"/>
                    <a:pt x="1483" y="2190"/>
                    <a:pt x="1483" y="2174"/>
                  </a:cubicBezTo>
                  <a:cubicBezTo>
                    <a:pt x="1467" y="2154"/>
                    <a:pt x="1467" y="2154"/>
                    <a:pt x="1467" y="2138"/>
                  </a:cubicBezTo>
                  <a:cubicBezTo>
                    <a:pt x="1447" y="2105"/>
                    <a:pt x="1447" y="2089"/>
                    <a:pt x="1415" y="2073"/>
                  </a:cubicBezTo>
                  <a:cubicBezTo>
                    <a:pt x="1298" y="1952"/>
                    <a:pt x="1180" y="1835"/>
                    <a:pt x="1063" y="1717"/>
                  </a:cubicBezTo>
                  <a:cubicBezTo>
                    <a:pt x="995" y="1649"/>
                    <a:pt x="926" y="1568"/>
                    <a:pt x="861" y="1499"/>
                  </a:cubicBezTo>
                  <a:cubicBezTo>
                    <a:pt x="659" y="1297"/>
                    <a:pt x="473" y="1111"/>
                    <a:pt x="288" y="909"/>
                  </a:cubicBezTo>
                  <a:cubicBezTo>
                    <a:pt x="219" y="841"/>
                    <a:pt x="170" y="776"/>
                    <a:pt x="102" y="707"/>
                  </a:cubicBezTo>
                  <a:lnTo>
                    <a:pt x="86" y="707"/>
                  </a:lnTo>
                  <a:cubicBezTo>
                    <a:pt x="69" y="675"/>
                    <a:pt x="33" y="659"/>
                    <a:pt x="33" y="623"/>
                  </a:cubicBezTo>
                  <a:lnTo>
                    <a:pt x="33" y="457"/>
                  </a:lnTo>
                  <a:cubicBezTo>
                    <a:pt x="33" y="320"/>
                    <a:pt x="33" y="170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0">
              <a:extLst>
                <a:ext uri="{FF2B5EF4-FFF2-40B4-BE49-F238E27FC236}">
                  <a16:creationId xmlns:a16="http://schemas.microsoft.com/office/drawing/2014/main" id="{F19F2CE8-F401-95B9-D740-D6A9CA8B51E9}"/>
                </a:ext>
              </a:extLst>
            </p:cNvPr>
            <p:cNvSpPr/>
            <p:nvPr/>
          </p:nvSpPr>
          <p:spPr>
            <a:xfrm>
              <a:off x="2080390" y="3480344"/>
              <a:ext cx="102007" cy="187526"/>
            </a:xfrm>
            <a:custGeom>
              <a:avLst/>
              <a:gdLst/>
              <a:ahLst/>
              <a:cxnLst/>
              <a:rect l="l" t="t" r="r" b="b"/>
              <a:pathLst>
                <a:path w="1027" h="1888" extrusionOk="0">
                  <a:moveTo>
                    <a:pt x="85" y="1"/>
                  </a:moveTo>
                  <a:cubicBezTo>
                    <a:pt x="65" y="1"/>
                    <a:pt x="65" y="1"/>
                    <a:pt x="65" y="17"/>
                  </a:cubicBezTo>
                  <a:cubicBezTo>
                    <a:pt x="17" y="69"/>
                    <a:pt x="33" y="134"/>
                    <a:pt x="33" y="203"/>
                  </a:cubicBezTo>
                  <a:cubicBezTo>
                    <a:pt x="49" y="255"/>
                    <a:pt x="49" y="304"/>
                    <a:pt x="33" y="356"/>
                  </a:cubicBezTo>
                  <a:lnTo>
                    <a:pt x="33" y="421"/>
                  </a:lnTo>
                  <a:lnTo>
                    <a:pt x="33" y="473"/>
                  </a:lnTo>
                  <a:cubicBezTo>
                    <a:pt x="0" y="740"/>
                    <a:pt x="65" y="926"/>
                    <a:pt x="251" y="1095"/>
                  </a:cubicBezTo>
                  <a:cubicBezTo>
                    <a:pt x="404" y="1245"/>
                    <a:pt x="554" y="1414"/>
                    <a:pt x="691" y="1568"/>
                  </a:cubicBezTo>
                  <a:cubicBezTo>
                    <a:pt x="756" y="1649"/>
                    <a:pt x="824" y="1717"/>
                    <a:pt x="909" y="1802"/>
                  </a:cubicBezTo>
                  <a:lnTo>
                    <a:pt x="909" y="1818"/>
                  </a:lnTo>
                  <a:cubicBezTo>
                    <a:pt x="942" y="1835"/>
                    <a:pt x="974" y="1871"/>
                    <a:pt x="1010" y="1887"/>
                  </a:cubicBezTo>
                  <a:lnTo>
                    <a:pt x="1026" y="1887"/>
                  </a:lnTo>
                  <a:lnTo>
                    <a:pt x="1026" y="1871"/>
                  </a:lnTo>
                  <a:lnTo>
                    <a:pt x="1026" y="1851"/>
                  </a:lnTo>
                  <a:cubicBezTo>
                    <a:pt x="974" y="1851"/>
                    <a:pt x="958" y="1818"/>
                    <a:pt x="942" y="1802"/>
                  </a:cubicBezTo>
                  <a:lnTo>
                    <a:pt x="925" y="1786"/>
                  </a:lnTo>
                  <a:cubicBezTo>
                    <a:pt x="857" y="1701"/>
                    <a:pt x="772" y="1633"/>
                    <a:pt x="707" y="1548"/>
                  </a:cubicBezTo>
                  <a:cubicBezTo>
                    <a:pt x="570" y="1398"/>
                    <a:pt x="420" y="1229"/>
                    <a:pt x="267" y="1079"/>
                  </a:cubicBezTo>
                  <a:cubicBezTo>
                    <a:pt x="101" y="926"/>
                    <a:pt x="33" y="724"/>
                    <a:pt x="49" y="473"/>
                  </a:cubicBezTo>
                  <a:cubicBezTo>
                    <a:pt x="65" y="457"/>
                    <a:pt x="65" y="437"/>
                    <a:pt x="49" y="421"/>
                  </a:cubicBezTo>
                  <a:cubicBezTo>
                    <a:pt x="49" y="405"/>
                    <a:pt x="49" y="388"/>
                    <a:pt x="65" y="356"/>
                  </a:cubicBezTo>
                  <a:cubicBezTo>
                    <a:pt x="85" y="304"/>
                    <a:pt x="65" y="255"/>
                    <a:pt x="65" y="203"/>
                  </a:cubicBezTo>
                  <a:cubicBezTo>
                    <a:pt x="49" y="134"/>
                    <a:pt x="49" y="85"/>
                    <a:pt x="85" y="33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0">
              <a:extLst>
                <a:ext uri="{FF2B5EF4-FFF2-40B4-BE49-F238E27FC236}">
                  <a16:creationId xmlns:a16="http://schemas.microsoft.com/office/drawing/2014/main" id="{B66246F4-57F7-B172-F410-B2D9C132A49B}"/>
                </a:ext>
              </a:extLst>
            </p:cNvPr>
            <p:cNvSpPr/>
            <p:nvPr/>
          </p:nvSpPr>
          <p:spPr>
            <a:xfrm>
              <a:off x="575716" y="1770266"/>
              <a:ext cx="6555" cy="76778"/>
            </a:xfrm>
            <a:custGeom>
              <a:avLst/>
              <a:gdLst/>
              <a:ahLst/>
              <a:cxnLst/>
              <a:rect l="l" t="t" r="r" b="b"/>
              <a:pathLst>
                <a:path w="66" h="773" extrusionOk="0">
                  <a:moveTo>
                    <a:pt x="17" y="0"/>
                  </a:moveTo>
                  <a:cubicBezTo>
                    <a:pt x="17" y="0"/>
                    <a:pt x="1" y="0"/>
                    <a:pt x="17" y="17"/>
                  </a:cubicBezTo>
                  <a:cubicBezTo>
                    <a:pt x="33" y="134"/>
                    <a:pt x="33" y="251"/>
                    <a:pt x="17" y="384"/>
                  </a:cubicBezTo>
                  <a:lnTo>
                    <a:pt x="17" y="606"/>
                  </a:lnTo>
                  <a:lnTo>
                    <a:pt x="17" y="655"/>
                  </a:lnTo>
                  <a:cubicBezTo>
                    <a:pt x="17" y="687"/>
                    <a:pt x="17" y="724"/>
                    <a:pt x="33" y="756"/>
                  </a:cubicBezTo>
                  <a:lnTo>
                    <a:pt x="49" y="772"/>
                  </a:lnTo>
                  <a:lnTo>
                    <a:pt x="65" y="756"/>
                  </a:lnTo>
                  <a:cubicBezTo>
                    <a:pt x="49" y="724"/>
                    <a:pt x="49" y="687"/>
                    <a:pt x="49" y="655"/>
                  </a:cubicBezTo>
                  <a:lnTo>
                    <a:pt x="49" y="606"/>
                  </a:lnTo>
                  <a:lnTo>
                    <a:pt x="49" y="384"/>
                  </a:lnTo>
                  <a:cubicBezTo>
                    <a:pt x="49" y="251"/>
                    <a:pt x="49" y="134"/>
                    <a:pt x="33" y="17"/>
                  </a:cubicBezTo>
                  <a:cubicBezTo>
                    <a:pt x="33" y="0"/>
                    <a:pt x="33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0">
              <a:extLst>
                <a:ext uri="{FF2B5EF4-FFF2-40B4-BE49-F238E27FC236}">
                  <a16:creationId xmlns:a16="http://schemas.microsoft.com/office/drawing/2014/main" id="{3CC6A651-AD29-CCD3-A129-85152E7287F1}"/>
                </a:ext>
              </a:extLst>
            </p:cNvPr>
            <p:cNvSpPr/>
            <p:nvPr/>
          </p:nvSpPr>
          <p:spPr>
            <a:xfrm>
              <a:off x="1923059" y="3560599"/>
              <a:ext cx="148988" cy="173819"/>
            </a:xfrm>
            <a:custGeom>
              <a:avLst/>
              <a:gdLst/>
              <a:ahLst/>
              <a:cxnLst/>
              <a:rect l="l" t="t" r="r" b="b"/>
              <a:pathLst>
                <a:path w="1500" h="1750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85"/>
                    <a:pt x="53" y="134"/>
                    <a:pt x="118" y="202"/>
                  </a:cubicBezTo>
                  <a:cubicBezTo>
                    <a:pt x="372" y="437"/>
                    <a:pt x="623" y="691"/>
                    <a:pt x="861" y="926"/>
                  </a:cubicBezTo>
                  <a:cubicBezTo>
                    <a:pt x="1027" y="1095"/>
                    <a:pt x="1180" y="1245"/>
                    <a:pt x="1330" y="1414"/>
                  </a:cubicBezTo>
                  <a:cubicBezTo>
                    <a:pt x="1431" y="1515"/>
                    <a:pt x="1483" y="1616"/>
                    <a:pt x="1447" y="1733"/>
                  </a:cubicBezTo>
                  <a:cubicBezTo>
                    <a:pt x="1447" y="1750"/>
                    <a:pt x="1467" y="1750"/>
                    <a:pt x="1467" y="1750"/>
                  </a:cubicBezTo>
                  <a:cubicBezTo>
                    <a:pt x="1467" y="1750"/>
                    <a:pt x="1483" y="1750"/>
                    <a:pt x="1483" y="1733"/>
                  </a:cubicBezTo>
                  <a:cubicBezTo>
                    <a:pt x="1500" y="1616"/>
                    <a:pt x="1467" y="1499"/>
                    <a:pt x="1346" y="1398"/>
                  </a:cubicBezTo>
                  <a:cubicBezTo>
                    <a:pt x="1197" y="1229"/>
                    <a:pt x="1043" y="1079"/>
                    <a:pt x="877" y="909"/>
                  </a:cubicBezTo>
                  <a:cubicBezTo>
                    <a:pt x="639" y="675"/>
                    <a:pt x="389" y="421"/>
                    <a:pt x="134" y="170"/>
                  </a:cubicBezTo>
                  <a:cubicBezTo>
                    <a:pt x="69" y="118"/>
                    <a:pt x="33" y="69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0">
              <a:extLst>
                <a:ext uri="{FF2B5EF4-FFF2-40B4-BE49-F238E27FC236}">
                  <a16:creationId xmlns:a16="http://schemas.microsoft.com/office/drawing/2014/main" id="{05BEEDF2-D35C-DAC4-EC1E-50D0D405C171}"/>
                </a:ext>
              </a:extLst>
            </p:cNvPr>
            <p:cNvSpPr/>
            <p:nvPr/>
          </p:nvSpPr>
          <p:spPr>
            <a:xfrm>
              <a:off x="667591" y="3427007"/>
              <a:ext cx="155444" cy="155344"/>
            </a:xfrm>
            <a:custGeom>
              <a:avLst/>
              <a:gdLst/>
              <a:ahLst/>
              <a:cxnLst/>
              <a:rect l="l" t="t" r="r" b="b"/>
              <a:pathLst>
                <a:path w="1565" h="1564" extrusionOk="0">
                  <a:moveTo>
                    <a:pt x="1499" y="0"/>
                  </a:moveTo>
                  <a:cubicBezTo>
                    <a:pt x="1112" y="117"/>
                    <a:pt x="724" y="251"/>
                    <a:pt x="352" y="368"/>
                  </a:cubicBezTo>
                  <a:cubicBezTo>
                    <a:pt x="336" y="368"/>
                    <a:pt x="336" y="368"/>
                    <a:pt x="336" y="388"/>
                  </a:cubicBezTo>
                  <a:lnTo>
                    <a:pt x="287" y="388"/>
                  </a:lnTo>
                  <a:cubicBezTo>
                    <a:pt x="203" y="404"/>
                    <a:pt x="102" y="420"/>
                    <a:pt x="33" y="505"/>
                  </a:cubicBezTo>
                  <a:cubicBezTo>
                    <a:pt x="1" y="554"/>
                    <a:pt x="1" y="639"/>
                    <a:pt x="17" y="723"/>
                  </a:cubicBezTo>
                  <a:lnTo>
                    <a:pt x="17" y="808"/>
                  </a:lnTo>
                  <a:lnTo>
                    <a:pt x="17" y="1329"/>
                  </a:lnTo>
                  <a:lnTo>
                    <a:pt x="17" y="1564"/>
                  </a:lnTo>
                  <a:lnTo>
                    <a:pt x="33" y="1564"/>
                  </a:lnTo>
                  <a:cubicBezTo>
                    <a:pt x="134" y="1564"/>
                    <a:pt x="235" y="1531"/>
                    <a:pt x="336" y="1499"/>
                  </a:cubicBezTo>
                  <a:cubicBezTo>
                    <a:pt x="372" y="1499"/>
                    <a:pt x="405" y="1479"/>
                    <a:pt x="437" y="1463"/>
                  </a:cubicBezTo>
                  <a:cubicBezTo>
                    <a:pt x="607" y="1430"/>
                    <a:pt x="776" y="1378"/>
                    <a:pt x="926" y="1329"/>
                  </a:cubicBezTo>
                  <a:cubicBezTo>
                    <a:pt x="1095" y="1261"/>
                    <a:pt x="1261" y="1212"/>
                    <a:pt x="1431" y="1160"/>
                  </a:cubicBezTo>
                  <a:cubicBezTo>
                    <a:pt x="1548" y="1143"/>
                    <a:pt x="1564" y="1075"/>
                    <a:pt x="1548" y="994"/>
                  </a:cubicBezTo>
                  <a:lnTo>
                    <a:pt x="1548" y="691"/>
                  </a:lnTo>
                  <a:cubicBezTo>
                    <a:pt x="1564" y="538"/>
                    <a:pt x="1564" y="368"/>
                    <a:pt x="1548" y="218"/>
                  </a:cubicBezTo>
                  <a:lnTo>
                    <a:pt x="1532" y="202"/>
                  </a:lnTo>
                  <a:cubicBezTo>
                    <a:pt x="1516" y="202"/>
                    <a:pt x="1516" y="218"/>
                    <a:pt x="1516" y="218"/>
                  </a:cubicBezTo>
                  <a:cubicBezTo>
                    <a:pt x="1532" y="368"/>
                    <a:pt x="1532" y="538"/>
                    <a:pt x="1532" y="691"/>
                  </a:cubicBezTo>
                  <a:lnTo>
                    <a:pt x="1532" y="994"/>
                  </a:lnTo>
                  <a:cubicBezTo>
                    <a:pt x="1532" y="1075"/>
                    <a:pt x="1516" y="1111"/>
                    <a:pt x="1415" y="1143"/>
                  </a:cubicBezTo>
                  <a:cubicBezTo>
                    <a:pt x="1245" y="1196"/>
                    <a:pt x="1079" y="1244"/>
                    <a:pt x="926" y="1297"/>
                  </a:cubicBezTo>
                  <a:cubicBezTo>
                    <a:pt x="756" y="1345"/>
                    <a:pt x="590" y="1398"/>
                    <a:pt x="437" y="1446"/>
                  </a:cubicBezTo>
                  <a:cubicBezTo>
                    <a:pt x="388" y="1463"/>
                    <a:pt x="352" y="1463"/>
                    <a:pt x="320" y="1479"/>
                  </a:cubicBezTo>
                  <a:cubicBezTo>
                    <a:pt x="235" y="1515"/>
                    <a:pt x="150" y="1531"/>
                    <a:pt x="49" y="1547"/>
                  </a:cubicBezTo>
                  <a:cubicBezTo>
                    <a:pt x="49" y="1479"/>
                    <a:pt x="33" y="1398"/>
                    <a:pt x="33" y="1329"/>
                  </a:cubicBezTo>
                  <a:cubicBezTo>
                    <a:pt x="33" y="1160"/>
                    <a:pt x="33" y="994"/>
                    <a:pt x="49" y="808"/>
                  </a:cubicBezTo>
                  <a:cubicBezTo>
                    <a:pt x="49" y="772"/>
                    <a:pt x="33" y="740"/>
                    <a:pt x="33" y="723"/>
                  </a:cubicBezTo>
                  <a:cubicBezTo>
                    <a:pt x="33" y="639"/>
                    <a:pt x="17" y="570"/>
                    <a:pt x="69" y="521"/>
                  </a:cubicBezTo>
                  <a:cubicBezTo>
                    <a:pt x="102" y="453"/>
                    <a:pt x="203" y="437"/>
                    <a:pt x="304" y="420"/>
                  </a:cubicBezTo>
                  <a:cubicBezTo>
                    <a:pt x="320" y="420"/>
                    <a:pt x="320" y="404"/>
                    <a:pt x="336" y="404"/>
                  </a:cubicBezTo>
                  <a:lnTo>
                    <a:pt x="352" y="404"/>
                  </a:lnTo>
                  <a:lnTo>
                    <a:pt x="352" y="388"/>
                  </a:lnTo>
                  <a:cubicBezTo>
                    <a:pt x="740" y="267"/>
                    <a:pt x="1128" y="150"/>
                    <a:pt x="1499" y="33"/>
                  </a:cubicBezTo>
                  <a:cubicBezTo>
                    <a:pt x="1516" y="33"/>
                    <a:pt x="1516" y="16"/>
                    <a:pt x="1516" y="16"/>
                  </a:cubicBezTo>
                  <a:cubicBezTo>
                    <a:pt x="1516" y="0"/>
                    <a:pt x="1499" y="0"/>
                    <a:pt x="14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0">
              <a:extLst>
                <a:ext uri="{FF2B5EF4-FFF2-40B4-BE49-F238E27FC236}">
                  <a16:creationId xmlns:a16="http://schemas.microsoft.com/office/drawing/2014/main" id="{D6317D8A-8C3D-7761-2E46-C55B401263D1}"/>
                </a:ext>
              </a:extLst>
            </p:cNvPr>
            <p:cNvSpPr/>
            <p:nvPr/>
          </p:nvSpPr>
          <p:spPr>
            <a:xfrm>
              <a:off x="1735732" y="3107577"/>
              <a:ext cx="174216" cy="267780"/>
            </a:xfrm>
            <a:custGeom>
              <a:avLst/>
              <a:gdLst/>
              <a:ahLst/>
              <a:cxnLst/>
              <a:rect l="l" t="t" r="r" b="b"/>
              <a:pathLst>
                <a:path w="1754" h="2696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20" y="118"/>
                    <a:pt x="37" y="203"/>
                    <a:pt x="37" y="304"/>
                  </a:cubicBezTo>
                  <a:lnTo>
                    <a:pt x="37" y="522"/>
                  </a:lnTo>
                  <a:cubicBezTo>
                    <a:pt x="0" y="675"/>
                    <a:pt x="53" y="809"/>
                    <a:pt x="186" y="942"/>
                  </a:cubicBezTo>
                  <a:cubicBezTo>
                    <a:pt x="473" y="1245"/>
                    <a:pt x="744" y="1548"/>
                    <a:pt x="994" y="1835"/>
                  </a:cubicBezTo>
                  <a:cubicBezTo>
                    <a:pt x="1131" y="1968"/>
                    <a:pt x="1249" y="2122"/>
                    <a:pt x="1382" y="2271"/>
                  </a:cubicBezTo>
                  <a:cubicBezTo>
                    <a:pt x="1414" y="2307"/>
                    <a:pt x="1451" y="2340"/>
                    <a:pt x="1483" y="2372"/>
                  </a:cubicBezTo>
                  <a:cubicBezTo>
                    <a:pt x="1584" y="2473"/>
                    <a:pt x="1669" y="2558"/>
                    <a:pt x="1737" y="2675"/>
                  </a:cubicBezTo>
                  <a:lnTo>
                    <a:pt x="1753" y="2695"/>
                  </a:lnTo>
                  <a:lnTo>
                    <a:pt x="1753" y="2675"/>
                  </a:lnTo>
                  <a:cubicBezTo>
                    <a:pt x="1701" y="2542"/>
                    <a:pt x="1600" y="2457"/>
                    <a:pt x="1515" y="2356"/>
                  </a:cubicBezTo>
                  <a:cubicBezTo>
                    <a:pt x="1467" y="2323"/>
                    <a:pt x="1434" y="2291"/>
                    <a:pt x="1398" y="2255"/>
                  </a:cubicBezTo>
                  <a:cubicBezTo>
                    <a:pt x="1281" y="2105"/>
                    <a:pt x="1148" y="1952"/>
                    <a:pt x="1010" y="1819"/>
                  </a:cubicBezTo>
                  <a:cubicBezTo>
                    <a:pt x="760" y="1516"/>
                    <a:pt x="489" y="1213"/>
                    <a:pt x="202" y="926"/>
                  </a:cubicBezTo>
                  <a:cubicBezTo>
                    <a:pt x="85" y="792"/>
                    <a:pt x="37" y="675"/>
                    <a:pt x="53" y="522"/>
                  </a:cubicBezTo>
                  <a:cubicBezTo>
                    <a:pt x="69" y="453"/>
                    <a:pt x="53" y="372"/>
                    <a:pt x="53" y="304"/>
                  </a:cubicBezTo>
                  <a:cubicBezTo>
                    <a:pt x="53" y="219"/>
                    <a:pt x="53" y="118"/>
                    <a:pt x="69" y="17"/>
                  </a:cubicBezTo>
                  <a:cubicBezTo>
                    <a:pt x="85" y="17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0">
              <a:extLst>
                <a:ext uri="{FF2B5EF4-FFF2-40B4-BE49-F238E27FC236}">
                  <a16:creationId xmlns:a16="http://schemas.microsoft.com/office/drawing/2014/main" id="{59E1A4A1-C89D-5B7E-6460-F575E02671D6}"/>
                </a:ext>
              </a:extLst>
            </p:cNvPr>
            <p:cNvSpPr/>
            <p:nvPr/>
          </p:nvSpPr>
          <p:spPr>
            <a:xfrm>
              <a:off x="869817" y="2116115"/>
              <a:ext cx="339592" cy="247717"/>
            </a:xfrm>
            <a:custGeom>
              <a:avLst/>
              <a:gdLst/>
              <a:ahLst/>
              <a:cxnLst/>
              <a:rect l="l" t="t" r="r" b="b"/>
              <a:pathLst>
                <a:path w="3419" h="2494" extrusionOk="0">
                  <a:moveTo>
                    <a:pt x="3402" y="1"/>
                  </a:moveTo>
                  <a:cubicBezTo>
                    <a:pt x="3232" y="69"/>
                    <a:pt x="3063" y="134"/>
                    <a:pt x="2913" y="219"/>
                  </a:cubicBezTo>
                  <a:cubicBezTo>
                    <a:pt x="2861" y="255"/>
                    <a:pt x="2812" y="271"/>
                    <a:pt x="2760" y="304"/>
                  </a:cubicBezTo>
                  <a:cubicBezTo>
                    <a:pt x="2558" y="405"/>
                    <a:pt x="2340" y="489"/>
                    <a:pt x="2138" y="590"/>
                  </a:cubicBezTo>
                  <a:cubicBezTo>
                    <a:pt x="1936" y="691"/>
                    <a:pt x="1718" y="792"/>
                    <a:pt x="1516" y="893"/>
                  </a:cubicBezTo>
                  <a:cubicBezTo>
                    <a:pt x="1095" y="1095"/>
                    <a:pt x="675" y="1297"/>
                    <a:pt x="271" y="1499"/>
                  </a:cubicBezTo>
                  <a:lnTo>
                    <a:pt x="33" y="1617"/>
                  </a:lnTo>
                  <a:cubicBezTo>
                    <a:pt x="33" y="1617"/>
                    <a:pt x="17" y="1617"/>
                    <a:pt x="17" y="1633"/>
                  </a:cubicBezTo>
                  <a:lnTo>
                    <a:pt x="1" y="1649"/>
                  </a:lnTo>
                  <a:cubicBezTo>
                    <a:pt x="17" y="1786"/>
                    <a:pt x="17" y="1919"/>
                    <a:pt x="17" y="2053"/>
                  </a:cubicBezTo>
                  <a:cubicBezTo>
                    <a:pt x="17" y="2206"/>
                    <a:pt x="17" y="2340"/>
                    <a:pt x="33" y="2493"/>
                  </a:cubicBezTo>
                  <a:lnTo>
                    <a:pt x="69" y="2493"/>
                  </a:lnTo>
                  <a:cubicBezTo>
                    <a:pt x="33" y="2340"/>
                    <a:pt x="53" y="2206"/>
                    <a:pt x="53" y="2053"/>
                  </a:cubicBezTo>
                  <a:cubicBezTo>
                    <a:pt x="53" y="1919"/>
                    <a:pt x="53" y="1786"/>
                    <a:pt x="33" y="1649"/>
                  </a:cubicBezTo>
                  <a:lnTo>
                    <a:pt x="53" y="1633"/>
                  </a:lnTo>
                  <a:lnTo>
                    <a:pt x="287" y="1516"/>
                  </a:lnTo>
                  <a:cubicBezTo>
                    <a:pt x="691" y="1330"/>
                    <a:pt x="1112" y="1112"/>
                    <a:pt x="1532" y="926"/>
                  </a:cubicBezTo>
                  <a:cubicBezTo>
                    <a:pt x="1734" y="825"/>
                    <a:pt x="1936" y="724"/>
                    <a:pt x="2154" y="623"/>
                  </a:cubicBezTo>
                  <a:lnTo>
                    <a:pt x="2760" y="320"/>
                  </a:lnTo>
                  <a:cubicBezTo>
                    <a:pt x="2828" y="304"/>
                    <a:pt x="2881" y="271"/>
                    <a:pt x="2929" y="235"/>
                  </a:cubicBezTo>
                  <a:cubicBezTo>
                    <a:pt x="3083" y="170"/>
                    <a:pt x="3232" y="85"/>
                    <a:pt x="3402" y="33"/>
                  </a:cubicBezTo>
                  <a:cubicBezTo>
                    <a:pt x="3402" y="17"/>
                    <a:pt x="3418" y="17"/>
                    <a:pt x="3418" y="17"/>
                  </a:cubicBezTo>
                  <a:lnTo>
                    <a:pt x="34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0">
              <a:extLst>
                <a:ext uri="{FF2B5EF4-FFF2-40B4-BE49-F238E27FC236}">
                  <a16:creationId xmlns:a16="http://schemas.microsoft.com/office/drawing/2014/main" id="{A40A8F64-9601-03CA-7990-E54FE8D60C24}"/>
                </a:ext>
              </a:extLst>
            </p:cNvPr>
            <p:cNvSpPr/>
            <p:nvPr/>
          </p:nvSpPr>
          <p:spPr>
            <a:xfrm>
              <a:off x="1923059" y="2418659"/>
              <a:ext cx="147398" cy="322707"/>
            </a:xfrm>
            <a:custGeom>
              <a:avLst/>
              <a:gdLst/>
              <a:ahLst/>
              <a:cxnLst/>
              <a:rect l="l" t="t" r="r" b="b"/>
              <a:pathLst>
                <a:path w="1484" h="3249" extrusionOk="0">
                  <a:moveTo>
                    <a:pt x="53" y="1"/>
                  </a:moveTo>
                  <a:lnTo>
                    <a:pt x="33" y="17"/>
                  </a:lnTo>
                  <a:cubicBezTo>
                    <a:pt x="1" y="154"/>
                    <a:pt x="33" y="255"/>
                    <a:pt x="134" y="405"/>
                  </a:cubicBezTo>
                  <a:cubicBezTo>
                    <a:pt x="271" y="590"/>
                    <a:pt x="389" y="792"/>
                    <a:pt x="522" y="994"/>
                  </a:cubicBezTo>
                  <a:cubicBezTo>
                    <a:pt x="574" y="1063"/>
                    <a:pt x="623" y="1148"/>
                    <a:pt x="675" y="1229"/>
                  </a:cubicBezTo>
                  <a:cubicBezTo>
                    <a:pt x="724" y="1297"/>
                    <a:pt x="776" y="1382"/>
                    <a:pt x="809" y="1451"/>
                  </a:cubicBezTo>
                  <a:cubicBezTo>
                    <a:pt x="942" y="1653"/>
                    <a:pt x="1079" y="1871"/>
                    <a:pt x="1213" y="2073"/>
                  </a:cubicBezTo>
                  <a:cubicBezTo>
                    <a:pt x="1245" y="2121"/>
                    <a:pt x="1265" y="2174"/>
                    <a:pt x="1265" y="2239"/>
                  </a:cubicBezTo>
                  <a:lnTo>
                    <a:pt x="1265" y="2441"/>
                  </a:lnTo>
                  <a:cubicBezTo>
                    <a:pt x="1265" y="2562"/>
                    <a:pt x="1265" y="2679"/>
                    <a:pt x="1245" y="2796"/>
                  </a:cubicBezTo>
                  <a:cubicBezTo>
                    <a:pt x="1229" y="2844"/>
                    <a:pt x="1245" y="2913"/>
                    <a:pt x="1330" y="2982"/>
                  </a:cubicBezTo>
                  <a:cubicBezTo>
                    <a:pt x="1399" y="3046"/>
                    <a:pt x="1431" y="3131"/>
                    <a:pt x="1447" y="3232"/>
                  </a:cubicBezTo>
                  <a:cubicBezTo>
                    <a:pt x="1447" y="3248"/>
                    <a:pt x="1467" y="3248"/>
                    <a:pt x="1467" y="3248"/>
                  </a:cubicBezTo>
                  <a:cubicBezTo>
                    <a:pt x="1483" y="3248"/>
                    <a:pt x="1483" y="3248"/>
                    <a:pt x="1483" y="3232"/>
                  </a:cubicBezTo>
                  <a:cubicBezTo>
                    <a:pt x="1467" y="3131"/>
                    <a:pt x="1415" y="3046"/>
                    <a:pt x="1346" y="2966"/>
                  </a:cubicBezTo>
                  <a:cubicBezTo>
                    <a:pt x="1298" y="2929"/>
                    <a:pt x="1245" y="2865"/>
                    <a:pt x="1265" y="2796"/>
                  </a:cubicBezTo>
                  <a:cubicBezTo>
                    <a:pt x="1298" y="2679"/>
                    <a:pt x="1298" y="2562"/>
                    <a:pt x="1298" y="2441"/>
                  </a:cubicBezTo>
                  <a:cubicBezTo>
                    <a:pt x="1281" y="2376"/>
                    <a:pt x="1281" y="2307"/>
                    <a:pt x="1298" y="2239"/>
                  </a:cubicBezTo>
                  <a:cubicBezTo>
                    <a:pt x="1298" y="2174"/>
                    <a:pt x="1281" y="2105"/>
                    <a:pt x="1229" y="2057"/>
                  </a:cubicBezTo>
                  <a:cubicBezTo>
                    <a:pt x="1096" y="1855"/>
                    <a:pt x="962" y="1633"/>
                    <a:pt x="841" y="1431"/>
                  </a:cubicBezTo>
                  <a:cubicBezTo>
                    <a:pt x="793" y="1366"/>
                    <a:pt x="740" y="1297"/>
                    <a:pt x="692" y="1212"/>
                  </a:cubicBezTo>
                  <a:cubicBezTo>
                    <a:pt x="639" y="1128"/>
                    <a:pt x="591" y="1063"/>
                    <a:pt x="538" y="978"/>
                  </a:cubicBezTo>
                  <a:cubicBezTo>
                    <a:pt x="421" y="776"/>
                    <a:pt x="288" y="574"/>
                    <a:pt x="154" y="388"/>
                  </a:cubicBezTo>
                  <a:cubicBezTo>
                    <a:pt x="53" y="255"/>
                    <a:pt x="33" y="154"/>
                    <a:pt x="69" y="17"/>
                  </a:cubicBezTo>
                  <a:cubicBezTo>
                    <a:pt x="69" y="17"/>
                    <a:pt x="53" y="17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0">
              <a:extLst>
                <a:ext uri="{FF2B5EF4-FFF2-40B4-BE49-F238E27FC236}">
                  <a16:creationId xmlns:a16="http://schemas.microsoft.com/office/drawing/2014/main" id="{5BE0C9F8-09F5-8D06-C49C-8C363F17FDE6}"/>
                </a:ext>
              </a:extLst>
            </p:cNvPr>
            <p:cNvSpPr/>
            <p:nvPr/>
          </p:nvSpPr>
          <p:spPr>
            <a:xfrm>
              <a:off x="2080390" y="3065861"/>
              <a:ext cx="105185" cy="162198"/>
            </a:xfrm>
            <a:custGeom>
              <a:avLst/>
              <a:gdLst/>
              <a:ahLst/>
              <a:cxnLst/>
              <a:rect l="l" t="t" r="r" b="b"/>
              <a:pathLst>
                <a:path w="1059" h="1633" extrusionOk="0">
                  <a:moveTo>
                    <a:pt x="17" y="1"/>
                  </a:moveTo>
                  <a:lnTo>
                    <a:pt x="0" y="17"/>
                  </a:lnTo>
                  <a:cubicBezTo>
                    <a:pt x="33" y="166"/>
                    <a:pt x="134" y="287"/>
                    <a:pt x="218" y="388"/>
                  </a:cubicBezTo>
                  <a:cubicBezTo>
                    <a:pt x="267" y="437"/>
                    <a:pt x="319" y="506"/>
                    <a:pt x="368" y="554"/>
                  </a:cubicBezTo>
                  <a:cubicBezTo>
                    <a:pt x="437" y="691"/>
                    <a:pt x="538" y="825"/>
                    <a:pt x="639" y="942"/>
                  </a:cubicBezTo>
                  <a:cubicBezTo>
                    <a:pt x="707" y="1027"/>
                    <a:pt x="772" y="1128"/>
                    <a:pt x="841" y="1229"/>
                  </a:cubicBezTo>
                  <a:cubicBezTo>
                    <a:pt x="857" y="1261"/>
                    <a:pt x="893" y="1277"/>
                    <a:pt x="909" y="1313"/>
                  </a:cubicBezTo>
                  <a:cubicBezTo>
                    <a:pt x="958" y="1346"/>
                    <a:pt x="994" y="1378"/>
                    <a:pt x="1010" y="1447"/>
                  </a:cubicBezTo>
                  <a:cubicBezTo>
                    <a:pt x="1026" y="1499"/>
                    <a:pt x="1026" y="1548"/>
                    <a:pt x="1010" y="1600"/>
                  </a:cubicBezTo>
                  <a:lnTo>
                    <a:pt x="1010" y="1633"/>
                  </a:lnTo>
                  <a:lnTo>
                    <a:pt x="1026" y="1633"/>
                  </a:lnTo>
                  <a:lnTo>
                    <a:pt x="1026" y="1616"/>
                  </a:lnTo>
                  <a:cubicBezTo>
                    <a:pt x="1059" y="1548"/>
                    <a:pt x="1059" y="1499"/>
                    <a:pt x="1043" y="1431"/>
                  </a:cubicBezTo>
                  <a:cubicBezTo>
                    <a:pt x="1010" y="1362"/>
                    <a:pt x="974" y="1330"/>
                    <a:pt x="925" y="1297"/>
                  </a:cubicBezTo>
                  <a:cubicBezTo>
                    <a:pt x="909" y="1261"/>
                    <a:pt x="893" y="1245"/>
                    <a:pt x="857" y="1212"/>
                  </a:cubicBezTo>
                  <a:cubicBezTo>
                    <a:pt x="792" y="1111"/>
                    <a:pt x="723" y="1027"/>
                    <a:pt x="655" y="926"/>
                  </a:cubicBezTo>
                  <a:cubicBezTo>
                    <a:pt x="554" y="808"/>
                    <a:pt x="469" y="671"/>
                    <a:pt x="388" y="554"/>
                  </a:cubicBezTo>
                  <a:cubicBezTo>
                    <a:pt x="336" y="489"/>
                    <a:pt x="287" y="421"/>
                    <a:pt x="251" y="368"/>
                  </a:cubicBezTo>
                  <a:cubicBezTo>
                    <a:pt x="150" y="267"/>
                    <a:pt x="65" y="166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0">
              <a:extLst>
                <a:ext uri="{FF2B5EF4-FFF2-40B4-BE49-F238E27FC236}">
                  <a16:creationId xmlns:a16="http://schemas.microsoft.com/office/drawing/2014/main" id="{E7CCE4F2-E248-8CE1-1911-D383130068DD}"/>
                </a:ext>
              </a:extLst>
            </p:cNvPr>
            <p:cNvSpPr/>
            <p:nvPr/>
          </p:nvSpPr>
          <p:spPr>
            <a:xfrm>
              <a:off x="1923059" y="2724779"/>
              <a:ext cx="128924" cy="252484"/>
            </a:xfrm>
            <a:custGeom>
              <a:avLst/>
              <a:gdLst/>
              <a:ahLst/>
              <a:cxnLst/>
              <a:rect l="l" t="t" r="r" b="b"/>
              <a:pathLst>
                <a:path w="1298" h="2542" extrusionOk="0">
                  <a:moveTo>
                    <a:pt x="53" y="1"/>
                  </a:moveTo>
                  <a:cubicBezTo>
                    <a:pt x="1" y="118"/>
                    <a:pt x="17" y="219"/>
                    <a:pt x="118" y="336"/>
                  </a:cubicBezTo>
                  <a:cubicBezTo>
                    <a:pt x="235" y="469"/>
                    <a:pt x="320" y="623"/>
                    <a:pt x="421" y="756"/>
                  </a:cubicBezTo>
                  <a:cubicBezTo>
                    <a:pt x="437" y="793"/>
                    <a:pt x="473" y="809"/>
                    <a:pt x="490" y="841"/>
                  </a:cubicBezTo>
                  <a:cubicBezTo>
                    <a:pt x="574" y="958"/>
                    <a:pt x="659" y="1096"/>
                    <a:pt x="740" y="1213"/>
                  </a:cubicBezTo>
                  <a:cubicBezTo>
                    <a:pt x="894" y="1431"/>
                    <a:pt x="1063" y="1665"/>
                    <a:pt x="1213" y="1883"/>
                  </a:cubicBezTo>
                  <a:cubicBezTo>
                    <a:pt x="1265" y="1952"/>
                    <a:pt x="1265" y="1984"/>
                    <a:pt x="1265" y="2053"/>
                  </a:cubicBezTo>
                  <a:lnTo>
                    <a:pt x="1265" y="2255"/>
                  </a:lnTo>
                  <a:lnTo>
                    <a:pt x="1265" y="2388"/>
                  </a:lnTo>
                  <a:lnTo>
                    <a:pt x="1265" y="2425"/>
                  </a:lnTo>
                  <a:cubicBezTo>
                    <a:pt x="1265" y="2457"/>
                    <a:pt x="1265" y="2489"/>
                    <a:pt x="1229" y="2526"/>
                  </a:cubicBezTo>
                  <a:lnTo>
                    <a:pt x="1229" y="2542"/>
                  </a:lnTo>
                  <a:lnTo>
                    <a:pt x="1245" y="2542"/>
                  </a:lnTo>
                  <a:cubicBezTo>
                    <a:pt x="1298" y="2509"/>
                    <a:pt x="1298" y="2457"/>
                    <a:pt x="1298" y="2425"/>
                  </a:cubicBezTo>
                  <a:lnTo>
                    <a:pt x="1298" y="2388"/>
                  </a:lnTo>
                  <a:lnTo>
                    <a:pt x="1298" y="2255"/>
                  </a:lnTo>
                  <a:lnTo>
                    <a:pt x="1298" y="2053"/>
                  </a:lnTo>
                  <a:cubicBezTo>
                    <a:pt x="1298" y="1984"/>
                    <a:pt x="1281" y="1936"/>
                    <a:pt x="1245" y="1867"/>
                  </a:cubicBezTo>
                  <a:cubicBezTo>
                    <a:pt x="1079" y="1649"/>
                    <a:pt x="926" y="1431"/>
                    <a:pt x="760" y="1197"/>
                  </a:cubicBezTo>
                  <a:cubicBezTo>
                    <a:pt x="675" y="1075"/>
                    <a:pt x="591" y="942"/>
                    <a:pt x="506" y="825"/>
                  </a:cubicBezTo>
                  <a:cubicBezTo>
                    <a:pt x="490" y="793"/>
                    <a:pt x="473" y="772"/>
                    <a:pt x="457" y="740"/>
                  </a:cubicBezTo>
                  <a:cubicBezTo>
                    <a:pt x="356" y="607"/>
                    <a:pt x="255" y="453"/>
                    <a:pt x="134" y="320"/>
                  </a:cubicBezTo>
                  <a:cubicBezTo>
                    <a:pt x="53" y="219"/>
                    <a:pt x="17" y="118"/>
                    <a:pt x="69" y="17"/>
                  </a:cubicBezTo>
                  <a:cubicBezTo>
                    <a:pt x="86" y="1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0">
              <a:extLst>
                <a:ext uri="{FF2B5EF4-FFF2-40B4-BE49-F238E27FC236}">
                  <a16:creationId xmlns:a16="http://schemas.microsoft.com/office/drawing/2014/main" id="{C6C0CC3E-3252-90A0-D3D3-8DABB96C7084}"/>
                </a:ext>
              </a:extLst>
            </p:cNvPr>
            <p:cNvSpPr/>
            <p:nvPr/>
          </p:nvSpPr>
          <p:spPr>
            <a:xfrm>
              <a:off x="669181" y="2440312"/>
              <a:ext cx="152166" cy="187526"/>
            </a:xfrm>
            <a:custGeom>
              <a:avLst/>
              <a:gdLst/>
              <a:ahLst/>
              <a:cxnLst/>
              <a:rect l="l" t="t" r="r" b="b"/>
              <a:pathLst>
                <a:path w="1532" h="1888" extrusionOk="0">
                  <a:moveTo>
                    <a:pt x="1516" y="1"/>
                  </a:moveTo>
                  <a:cubicBezTo>
                    <a:pt x="1516" y="1"/>
                    <a:pt x="1500" y="1"/>
                    <a:pt x="1500" y="21"/>
                  </a:cubicBezTo>
                  <a:cubicBezTo>
                    <a:pt x="1483" y="53"/>
                    <a:pt x="1467" y="86"/>
                    <a:pt x="1431" y="102"/>
                  </a:cubicBezTo>
                  <a:cubicBezTo>
                    <a:pt x="1164" y="203"/>
                    <a:pt x="910" y="324"/>
                    <a:pt x="659" y="441"/>
                  </a:cubicBezTo>
                  <a:cubicBezTo>
                    <a:pt x="490" y="526"/>
                    <a:pt x="304" y="627"/>
                    <a:pt x="134" y="691"/>
                  </a:cubicBezTo>
                  <a:cubicBezTo>
                    <a:pt x="53" y="728"/>
                    <a:pt x="17" y="792"/>
                    <a:pt x="17" y="877"/>
                  </a:cubicBezTo>
                  <a:lnTo>
                    <a:pt x="17" y="1435"/>
                  </a:lnTo>
                  <a:cubicBezTo>
                    <a:pt x="1" y="1568"/>
                    <a:pt x="1" y="1685"/>
                    <a:pt x="1" y="1802"/>
                  </a:cubicBezTo>
                  <a:cubicBezTo>
                    <a:pt x="1" y="1819"/>
                    <a:pt x="17" y="1839"/>
                    <a:pt x="17" y="1855"/>
                  </a:cubicBezTo>
                  <a:cubicBezTo>
                    <a:pt x="17" y="1871"/>
                    <a:pt x="17" y="1871"/>
                    <a:pt x="33" y="1871"/>
                  </a:cubicBezTo>
                  <a:lnTo>
                    <a:pt x="33" y="1887"/>
                  </a:lnTo>
                  <a:lnTo>
                    <a:pt x="53" y="1887"/>
                  </a:lnTo>
                  <a:lnTo>
                    <a:pt x="53" y="1871"/>
                  </a:lnTo>
                  <a:cubicBezTo>
                    <a:pt x="53" y="1855"/>
                    <a:pt x="53" y="1855"/>
                    <a:pt x="33" y="1839"/>
                  </a:cubicBezTo>
                  <a:lnTo>
                    <a:pt x="33" y="1802"/>
                  </a:lnTo>
                  <a:lnTo>
                    <a:pt x="33" y="1451"/>
                  </a:lnTo>
                  <a:cubicBezTo>
                    <a:pt x="53" y="1249"/>
                    <a:pt x="53" y="1063"/>
                    <a:pt x="53" y="877"/>
                  </a:cubicBezTo>
                  <a:cubicBezTo>
                    <a:pt x="53" y="792"/>
                    <a:pt x="70" y="744"/>
                    <a:pt x="134" y="728"/>
                  </a:cubicBezTo>
                  <a:cubicBezTo>
                    <a:pt x="320" y="643"/>
                    <a:pt x="506" y="558"/>
                    <a:pt x="675" y="473"/>
                  </a:cubicBezTo>
                  <a:cubicBezTo>
                    <a:pt x="926" y="356"/>
                    <a:pt x="1180" y="223"/>
                    <a:pt x="1431" y="122"/>
                  </a:cubicBezTo>
                  <a:cubicBezTo>
                    <a:pt x="1500" y="102"/>
                    <a:pt x="1516" y="69"/>
                    <a:pt x="1532" y="21"/>
                  </a:cubicBezTo>
                  <a:cubicBezTo>
                    <a:pt x="1532" y="21"/>
                    <a:pt x="1532" y="1"/>
                    <a:pt x="15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0">
              <a:extLst>
                <a:ext uri="{FF2B5EF4-FFF2-40B4-BE49-F238E27FC236}">
                  <a16:creationId xmlns:a16="http://schemas.microsoft.com/office/drawing/2014/main" id="{899980DA-57DB-86C9-832B-6469BCBE5B20}"/>
                </a:ext>
              </a:extLst>
            </p:cNvPr>
            <p:cNvSpPr/>
            <p:nvPr/>
          </p:nvSpPr>
          <p:spPr>
            <a:xfrm>
              <a:off x="687655" y="3124463"/>
              <a:ext cx="128924" cy="140545"/>
            </a:xfrm>
            <a:custGeom>
              <a:avLst/>
              <a:gdLst/>
              <a:ahLst/>
              <a:cxnLst/>
              <a:rect l="l" t="t" r="r" b="b"/>
              <a:pathLst>
                <a:path w="1298" h="1415" extrusionOk="0">
                  <a:moveTo>
                    <a:pt x="1281" y="0"/>
                  </a:moveTo>
                  <a:lnTo>
                    <a:pt x="1027" y="101"/>
                  </a:lnTo>
                  <a:cubicBezTo>
                    <a:pt x="708" y="218"/>
                    <a:pt x="388" y="336"/>
                    <a:pt x="85" y="453"/>
                  </a:cubicBezTo>
                  <a:cubicBezTo>
                    <a:pt x="33" y="469"/>
                    <a:pt x="1" y="485"/>
                    <a:pt x="1" y="538"/>
                  </a:cubicBezTo>
                  <a:lnTo>
                    <a:pt x="1" y="857"/>
                  </a:lnTo>
                  <a:cubicBezTo>
                    <a:pt x="1" y="1043"/>
                    <a:pt x="1" y="1228"/>
                    <a:pt x="17" y="1394"/>
                  </a:cubicBezTo>
                  <a:cubicBezTo>
                    <a:pt x="17" y="1414"/>
                    <a:pt x="17" y="1414"/>
                    <a:pt x="33" y="1414"/>
                  </a:cubicBezTo>
                  <a:cubicBezTo>
                    <a:pt x="33" y="1414"/>
                    <a:pt x="49" y="1414"/>
                    <a:pt x="49" y="1394"/>
                  </a:cubicBezTo>
                  <a:cubicBezTo>
                    <a:pt x="17" y="1212"/>
                    <a:pt x="33" y="1043"/>
                    <a:pt x="33" y="857"/>
                  </a:cubicBezTo>
                  <a:lnTo>
                    <a:pt x="33" y="538"/>
                  </a:lnTo>
                  <a:cubicBezTo>
                    <a:pt x="33" y="505"/>
                    <a:pt x="49" y="485"/>
                    <a:pt x="85" y="485"/>
                  </a:cubicBezTo>
                  <a:cubicBezTo>
                    <a:pt x="405" y="368"/>
                    <a:pt x="724" y="235"/>
                    <a:pt x="1027" y="117"/>
                  </a:cubicBezTo>
                  <a:lnTo>
                    <a:pt x="1297" y="17"/>
                  </a:lnTo>
                  <a:lnTo>
                    <a:pt x="12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0">
              <a:extLst>
                <a:ext uri="{FF2B5EF4-FFF2-40B4-BE49-F238E27FC236}">
                  <a16:creationId xmlns:a16="http://schemas.microsoft.com/office/drawing/2014/main" id="{3860B6A5-A72F-3BD1-84E7-0B127AB5357C}"/>
                </a:ext>
              </a:extLst>
            </p:cNvPr>
            <p:cNvSpPr/>
            <p:nvPr/>
          </p:nvSpPr>
          <p:spPr>
            <a:xfrm>
              <a:off x="669181" y="2288543"/>
              <a:ext cx="150577" cy="177196"/>
            </a:xfrm>
            <a:custGeom>
              <a:avLst/>
              <a:gdLst/>
              <a:ahLst/>
              <a:cxnLst/>
              <a:rect l="l" t="t" r="r" b="b"/>
              <a:pathLst>
                <a:path w="1516" h="1784" extrusionOk="0">
                  <a:moveTo>
                    <a:pt x="1426" y="1"/>
                  </a:moveTo>
                  <a:cubicBezTo>
                    <a:pt x="1400" y="1"/>
                    <a:pt x="1354" y="28"/>
                    <a:pt x="1281" y="66"/>
                  </a:cubicBezTo>
                  <a:cubicBezTo>
                    <a:pt x="926" y="236"/>
                    <a:pt x="558" y="418"/>
                    <a:pt x="134" y="620"/>
                  </a:cubicBezTo>
                  <a:cubicBezTo>
                    <a:pt x="53" y="656"/>
                    <a:pt x="17" y="705"/>
                    <a:pt x="17" y="789"/>
                  </a:cubicBezTo>
                  <a:cubicBezTo>
                    <a:pt x="33" y="943"/>
                    <a:pt x="33" y="1076"/>
                    <a:pt x="33" y="1226"/>
                  </a:cubicBezTo>
                  <a:lnTo>
                    <a:pt x="33" y="1682"/>
                  </a:lnTo>
                  <a:cubicBezTo>
                    <a:pt x="33" y="1698"/>
                    <a:pt x="17" y="1715"/>
                    <a:pt x="17" y="1731"/>
                  </a:cubicBezTo>
                  <a:cubicBezTo>
                    <a:pt x="1" y="1731"/>
                    <a:pt x="1" y="1751"/>
                    <a:pt x="1" y="1767"/>
                  </a:cubicBezTo>
                  <a:cubicBezTo>
                    <a:pt x="1" y="1767"/>
                    <a:pt x="1" y="1783"/>
                    <a:pt x="17" y="1783"/>
                  </a:cubicBezTo>
                  <a:cubicBezTo>
                    <a:pt x="17" y="1783"/>
                    <a:pt x="17" y="1767"/>
                    <a:pt x="33" y="1767"/>
                  </a:cubicBezTo>
                  <a:lnTo>
                    <a:pt x="33" y="1731"/>
                  </a:lnTo>
                  <a:cubicBezTo>
                    <a:pt x="53" y="1731"/>
                    <a:pt x="53" y="1715"/>
                    <a:pt x="53" y="1682"/>
                  </a:cubicBezTo>
                  <a:lnTo>
                    <a:pt x="53" y="1226"/>
                  </a:lnTo>
                  <a:lnTo>
                    <a:pt x="53" y="789"/>
                  </a:lnTo>
                  <a:cubicBezTo>
                    <a:pt x="53" y="705"/>
                    <a:pt x="70" y="672"/>
                    <a:pt x="134" y="640"/>
                  </a:cubicBezTo>
                  <a:cubicBezTo>
                    <a:pt x="558" y="438"/>
                    <a:pt x="942" y="252"/>
                    <a:pt x="1281" y="82"/>
                  </a:cubicBezTo>
                  <a:lnTo>
                    <a:pt x="1298" y="82"/>
                  </a:lnTo>
                  <a:cubicBezTo>
                    <a:pt x="1365" y="57"/>
                    <a:pt x="1410" y="28"/>
                    <a:pt x="1433" y="28"/>
                  </a:cubicBezTo>
                  <a:cubicBezTo>
                    <a:pt x="1439" y="28"/>
                    <a:pt x="1444" y="30"/>
                    <a:pt x="1447" y="34"/>
                  </a:cubicBezTo>
                  <a:cubicBezTo>
                    <a:pt x="1467" y="34"/>
                    <a:pt x="1467" y="99"/>
                    <a:pt x="1467" y="183"/>
                  </a:cubicBezTo>
                  <a:lnTo>
                    <a:pt x="1467" y="200"/>
                  </a:lnTo>
                  <a:lnTo>
                    <a:pt x="1467" y="216"/>
                  </a:lnTo>
                  <a:cubicBezTo>
                    <a:pt x="1500" y="369"/>
                    <a:pt x="1500" y="519"/>
                    <a:pt x="1483" y="672"/>
                  </a:cubicBezTo>
                  <a:lnTo>
                    <a:pt x="1483" y="959"/>
                  </a:lnTo>
                  <a:cubicBezTo>
                    <a:pt x="1483" y="1008"/>
                    <a:pt x="1467" y="1024"/>
                    <a:pt x="1431" y="1060"/>
                  </a:cubicBezTo>
                  <a:cubicBezTo>
                    <a:pt x="1366" y="1109"/>
                    <a:pt x="1314" y="1125"/>
                    <a:pt x="1245" y="1161"/>
                  </a:cubicBezTo>
                  <a:cubicBezTo>
                    <a:pt x="1213" y="1177"/>
                    <a:pt x="1180" y="1177"/>
                    <a:pt x="1164" y="1193"/>
                  </a:cubicBezTo>
                  <a:cubicBezTo>
                    <a:pt x="894" y="1327"/>
                    <a:pt x="623" y="1448"/>
                    <a:pt x="356" y="1565"/>
                  </a:cubicBezTo>
                  <a:cubicBezTo>
                    <a:pt x="255" y="1614"/>
                    <a:pt x="154" y="1666"/>
                    <a:pt x="70" y="1715"/>
                  </a:cubicBezTo>
                  <a:cubicBezTo>
                    <a:pt x="53" y="1715"/>
                    <a:pt x="53" y="1715"/>
                    <a:pt x="53" y="1731"/>
                  </a:cubicBezTo>
                  <a:lnTo>
                    <a:pt x="70" y="1731"/>
                  </a:lnTo>
                  <a:cubicBezTo>
                    <a:pt x="170" y="1682"/>
                    <a:pt x="271" y="1650"/>
                    <a:pt x="372" y="1597"/>
                  </a:cubicBezTo>
                  <a:cubicBezTo>
                    <a:pt x="623" y="1480"/>
                    <a:pt x="910" y="1347"/>
                    <a:pt x="1164" y="1226"/>
                  </a:cubicBezTo>
                  <a:cubicBezTo>
                    <a:pt x="1197" y="1210"/>
                    <a:pt x="1229" y="1193"/>
                    <a:pt x="1265" y="1177"/>
                  </a:cubicBezTo>
                  <a:cubicBezTo>
                    <a:pt x="1314" y="1161"/>
                    <a:pt x="1382" y="1125"/>
                    <a:pt x="1447" y="1092"/>
                  </a:cubicBezTo>
                  <a:cubicBezTo>
                    <a:pt x="1500" y="1044"/>
                    <a:pt x="1516" y="1008"/>
                    <a:pt x="1516" y="959"/>
                  </a:cubicBezTo>
                  <a:cubicBezTo>
                    <a:pt x="1500" y="858"/>
                    <a:pt x="1516" y="773"/>
                    <a:pt x="1516" y="672"/>
                  </a:cubicBezTo>
                  <a:cubicBezTo>
                    <a:pt x="1516" y="519"/>
                    <a:pt x="1516" y="369"/>
                    <a:pt x="1483" y="200"/>
                  </a:cubicBezTo>
                  <a:lnTo>
                    <a:pt x="1483" y="183"/>
                  </a:lnTo>
                  <a:cubicBezTo>
                    <a:pt x="1483" y="82"/>
                    <a:pt x="1483" y="34"/>
                    <a:pt x="1447" y="14"/>
                  </a:cubicBezTo>
                  <a:cubicBezTo>
                    <a:pt x="1443" y="5"/>
                    <a:pt x="1436" y="1"/>
                    <a:pt x="1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0">
              <a:extLst>
                <a:ext uri="{FF2B5EF4-FFF2-40B4-BE49-F238E27FC236}">
                  <a16:creationId xmlns:a16="http://schemas.microsoft.com/office/drawing/2014/main" id="{D0134D97-D1C1-1AA8-1FCB-117F38D2E895}"/>
                </a:ext>
              </a:extLst>
            </p:cNvPr>
            <p:cNvSpPr/>
            <p:nvPr/>
          </p:nvSpPr>
          <p:spPr>
            <a:xfrm>
              <a:off x="515525" y="3323609"/>
              <a:ext cx="125348" cy="149981"/>
            </a:xfrm>
            <a:custGeom>
              <a:avLst/>
              <a:gdLst/>
              <a:ahLst/>
              <a:cxnLst/>
              <a:rect l="l" t="t" r="r" b="b"/>
              <a:pathLst>
                <a:path w="1262" h="1510" extrusionOk="0">
                  <a:moveTo>
                    <a:pt x="1247" y="0"/>
                  </a:moveTo>
                  <a:cubicBezTo>
                    <a:pt x="1245" y="0"/>
                    <a:pt x="1245" y="5"/>
                    <a:pt x="1245" y="15"/>
                  </a:cubicBezTo>
                  <a:cubicBezTo>
                    <a:pt x="1176" y="96"/>
                    <a:pt x="1196" y="217"/>
                    <a:pt x="1213" y="298"/>
                  </a:cubicBezTo>
                  <a:cubicBezTo>
                    <a:pt x="1229" y="435"/>
                    <a:pt x="1229" y="569"/>
                    <a:pt x="1213" y="702"/>
                  </a:cubicBezTo>
                  <a:cubicBezTo>
                    <a:pt x="1213" y="803"/>
                    <a:pt x="1213" y="904"/>
                    <a:pt x="1229" y="1025"/>
                  </a:cubicBezTo>
                  <a:cubicBezTo>
                    <a:pt x="1229" y="1074"/>
                    <a:pt x="1213" y="1106"/>
                    <a:pt x="1144" y="1126"/>
                  </a:cubicBezTo>
                  <a:cubicBezTo>
                    <a:pt x="772" y="1227"/>
                    <a:pt x="405" y="1360"/>
                    <a:pt x="102" y="1478"/>
                  </a:cubicBezTo>
                  <a:lnTo>
                    <a:pt x="17" y="1478"/>
                  </a:lnTo>
                  <a:cubicBezTo>
                    <a:pt x="17" y="1478"/>
                    <a:pt x="1" y="1478"/>
                    <a:pt x="1" y="1494"/>
                  </a:cubicBezTo>
                  <a:lnTo>
                    <a:pt x="17" y="1494"/>
                  </a:lnTo>
                  <a:cubicBezTo>
                    <a:pt x="33" y="1494"/>
                    <a:pt x="33" y="1510"/>
                    <a:pt x="49" y="1510"/>
                  </a:cubicBezTo>
                  <a:lnTo>
                    <a:pt x="65" y="1510"/>
                  </a:lnTo>
                  <a:cubicBezTo>
                    <a:pt x="85" y="1510"/>
                    <a:pt x="102" y="1510"/>
                    <a:pt x="102" y="1494"/>
                  </a:cubicBezTo>
                  <a:cubicBezTo>
                    <a:pt x="421" y="1393"/>
                    <a:pt x="772" y="1259"/>
                    <a:pt x="1160" y="1158"/>
                  </a:cubicBezTo>
                  <a:cubicBezTo>
                    <a:pt x="1229" y="1126"/>
                    <a:pt x="1261" y="1090"/>
                    <a:pt x="1245" y="1025"/>
                  </a:cubicBezTo>
                  <a:lnTo>
                    <a:pt x="1245" y="702"/>
                  </a:lnTo>
                  <a:cubicBezTo>
                    <a:pt x="1245" y="569"/>
                    <a:pt x="1245" y="435"/>
                    <a:pt x="1229" y="298"/>
                  </a:cubicBezTo>
                  <a:lnTo>
                    <a:pt x="1229" y="282"/>
                  </a:lnTo>
                  <a:cubicBezTo>
                    <a:pt x="1229" y="217"/>
                    <a:pt x="1213" y="116"/>
                    <a:pt x="1261" y="31"/>
                  </a:cubicBezTo>
                  <a:lnTo>
                    <a:pt x="1261" y="15"/>
                  </a:lnTo>
                  <a:cubicBezTo>
                    <a:pt x="1253" y="5"/>
                    <a:pt x="1249" y="0"/>
                    <a:pt x="12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0">
              <a:extLst>
                <a:ext uri="{FF2B5EF4-FFF2-40B4-BE49-F238E27FC236}">
                  <a16:creationId xmlns:a16="http://schemas.microsoft.com/office/drawing/2014/main" id="{0A3C2E53-A7A4-EADF-00F2-A36CD4F20545}"/>
                </a:ext>
              </a:extLst>
            </p:cNvPr>
            <p:cNvSpPr/>
            <p:nvPr/>
          </p:nvSpPr>
          <p:spPr>
            <a:xfrm>
              <a:off x="497050" y="2693094"/>
              <a:ext cx="147398" cy="88399"/>
            </a:xfrm>
            <a:custGeom>
              <a:avLst/>
              <a:gdLst/>
              <a:ahLst/>
              <a:cxnLst/>
              <a:rect l="l" t="t" r="r" b="b"/>
              <a:pathLst>
                <a:path w="1484" h="890" extrusionOk="0">
                  <a:moveTo>
                    <a:pt x="1447" y="1"/>
                  </a:moveTo>
                  <a:cubicBezTo>
                    <a:pt x="1431" y="1"/>
                    <a:pt x="1431" y="1"/>
                    <a:pt x="1431" y="17"/>
                  </a:cubicBezTo>
                  <a:cubicBezTo>
                    <a:pt x="1415" y="17"/>
                    <a:pt x="1415" y="33"/>
                    <a:pt x="1415" y="33"/>
                  </a:cubicBezTo>
                  <a:cubicBezTo>
                    <a:pt x="1399" y="49"/>
                    <a:pt x="1399" y="65"/>
                    <a:pt x="1399" y="102"/>
                  </a:cubicBezTo>
                  <a:cubicBezTo>
                    <a:pt x="1447" y="219"/>
                    <a:pt x="1382" y="267"/>
                    <a:pt x="1261" y="320"/>
                  </a:cubicBezTo>
                  <a:cubicBezTo>
                    <a:pt x="958" y="453"/>
                    <a:pt x="639" y="586"/>
                    <a:pt x="352" y="724"/>
                  </a:cubicBezTo>
                  <a:cubicBezTo>
                    <a:pt x="235" y="772"/>
                    <a:pt x="118" y="825"/>
                    <a:pt x="17" y="873"/>
                  </a:cubicBezTo>
                  <a:cubicBezTo>
                    <a:pt x="1" y="873"/>
                    <a:pt x="1" y="873"/>
                    <a:pt x="1" y="889"/>
                  </a:cubicBezTo>
                  <a:lnTo>
                    <a:pt x="17" y="889"/>
                  </a:lnTo>
                  <a:lnTo>
                    <a:pt x="372" y="740"/>
                  </a:lnTo>
                  <a:cubicBezTo>
                    <a:pt x="655" y="607"/>
                    <a:pt x="958" y="469"/>
                    <a:pt x="1261" y="336"/>
                  </a:cubicBezTo>
                  <a:cubicBezTo>
                    <a:pt x="1362" y="283"/>
                    <a:pt x="1483" y="251"/>
                    <a:pt x="1431" y="81"/>
                  </a:cubicBezTo>
                  <a:cubicBezTo>
                    <a:pt x="1415" y="81"/>
                    <a:pt x="1431" y="65"/>
                    <a:pt x="1431" y="49"/>
                  </a:cubicBezTo>
                  <a:cubicBezTo>
                    <a:pt x="1447" y="33"/>
                    <a:pt x="1447" y="33"/>
                    <a:pt x="1447" y="17"/>
                  </a:cubicBezTo>
                  <a:lnTo>
                    <a:pt x="14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0">
              <a:extLst>
                <a:ext uri="{FF2B5EF4-FFF2-40B4-BE49-F238E27FC236}">
                  <a16:creationId xmlns:a16="http://schemas.microsoft.com/office/drawing/2014/main" id="{4296BFE3-33E7-0306-D44A-C1184FE6B157}"/>
                </a:ext>
              </a:extLst>
            </p:cNvPr>
            <p:cNvSpPr/>
            <p:nvPr/>
          </p:nvSpPr>
          <p:spPr>
            <a:xfrm>
              <a:off x="1735732" y="2801458"/>
              <a:ext cx="147299" cy="237585"/>
            </a:xfrm>
            <a:custGeom>
              <a:avLst/>
              <a:gdLst/>
              <a:ahLst/>
              <a:cxnLst/>
              <a:rect l="l" t="t" r="r" b="b"/>
              <a:pathLst>
                <a:path w="1483" h="2392" extrusionOk="0">
                  <a:moveTo>
                    <a:pt x="85" y="0"/>
                  </a:moveTo>
                  <a:cubicBezTo>
                    <a:pt x="69" y="21"/>
                    <a:pt x="37" y="37"/>
                    <a:pt x="37" y="85"/>
                  </a:cubicBezTo>
                  <a:cubicBezTo>
                    <a:pt x="37" y="101"/>
                    <a:pt x="37" y="101"/>
                    <a:pt x="53" y="122"/>
                  </a:cubicBezTo>
                  <a:cubicBezTo>
                    <a:pt x="53" y="138"/>
                    <a:pt x="53" y="170"/>
                    <a:pt x="37" y="186"/>
                  </a:cubicBezTo>
                  <a:cubicBezTo>
                    <a:pt x="0" y="505"/>
                    <a:pt x="85" y="760"/>
                    <a:pt x="303" y="1010"/>
                  </a:cubicBezTo>
                  <a:cubicBezTo>
                    <a:pt x="590" y="1313"/>
                    <a:pt x="845" y="1653"/>
                    <a:pt x="1095" y="1972"/>
                  </a:cubicBezTo>
                  <a:cubicBezTo>
                    <a:pt x="1196" y="2089"/>
                    <a:pt x="1297" y="2222"/>
                    <a:pt x="1398" y="2360"/>
                  </a:cubicBezTo>
                  <a:cubicBezTo>
                    <a:pt x="1414" y="2376"/>
                    <a:pt x="1434" y="2392"/>
                    <a:pt x="1467" y="2392"/>
                  </a:cubicBezTo>
                  <a:lnTo>
                    <a:pt x="1483" y="2392"/>
                  </a:lnTo>
                  <a:lnTo>
                    <a:pt x="1483" y="2376"/>
                  </a:lnTo>
                  <a:lnTo>
                    <a:pt x="1467" y="2376"/>
                  </a:lnTo>
                  <a:cubicBezTo>
                    <a:pt x="1451" y="2376"/>
                    <a:pt x="1434" y="2360"/>
                    <a:pt x="1414" y="2343"/>
                  </a:cubicBezTo>
                  <a:cubicBezTo>
                    <a:pt x="1313" y="2206"/>
                    <a:pt x="1212" y="2073"/>
                    <a:pt x="1111" y="1956"/>
                  </a:cubicBezTo>
                  <a:cubicBezTo>
                    <a:pt x="861" y="1636"/>
                    <a:pt x="606" y="1297"/>
                    <a:pt x="323" y="994"/>
                  </a:cubicBezTo>
                  <a:cubicBezTo>
                    <a:pt x="121" y="744"/>
                    <a:pt x="37" y="505"/>
                    <a:pt x="69" y="186"/>
                  </a:cubicBezTo>
                  <a:lnTo>
                    <a:pt x="69" y="122"/>
                  </a:lnTo>
                  <a:lnTo>
                    <a:pt x="69" y="85"/>
                  </a:lnTo>
                  <a:cubicBezTo>
                    <a:pt x="69" y="53"/>
                    <a:pt x="85" y="37"/>
                    <a:pt x="101" y="21"/>
                  </a:cubicBezTo>
                  <a:lnTo>
                    <a:pt x="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0">
              <a:extLst>
                <a:ext uri="{FF2B5EF4-FFF2-40B4-BE49-F238E27FC236}">
                  <a16:creationId xmlns:a16="http://schemas.microsoft.com/office/drawing/2014/main" id="{B55247CC-39AA-2613-2EA2-260713BCBFA2}"/>
                </a:ext>
              </a:extLst>
            </p:cNvPr>
            <p:cNvSpPr/>
            <p:nvPr/>
          </p:nvSpPr>
          <p:spPr>
            <a:xfrm>
              <a:off x="460201" y="2206402"/>
              <a:ext cx="177394" cy="90386"/>
            </a:xfrm>
            <a:custGeom>
              <a:avLst/>
              <a:gdLst/>
              <a:ahLst/>
              <a:cxnLst/>
              <a:rect l="l" t="t" r="r" b="b"/>
              <a:pathLst>
                <a:path w="1786" h="910" extrusionOk="0">
                  <a:moveTo>
                    <a:pt x="1770" y="1"/>
                  </a:moveTo>
                  <a:cubicBezTo>
                    <a:pt x="1584" y="69"/>
                    <a:pt x="1414" y="154"/>
                    <a:pt x="1248" y="255"/>
                  </a:cubicBezTo>
                  <a:cubicBezTo>
                    <a:pt x="1180" y="287"/>
                    <a:pt x="1111" y="320"/>
                    <a:pt x="1026" y="372"/>
                  </a:cubicBezTo>
                  <a:cubicBezTo>
                    <a:pt x="792" y="489"/>
                    <a:pt x="541" y="607"/>
                    <a:pt x="303" y="740"/>
                  </a:cubicBezTo>
                  <a:lnTo>
                    <a:pt x="0" y="893"/>
                  </a:lnTo>
                  <a:lnTo>
                    <a:pt x="0" y="909"/>
                  </a:lnTo>
                  <a:lnTo>
                    <a:pt x="16" y="909"/>
                  </a:lnTo>
                  <a:lnTo>
                    <a:pt x="319" y="760"/>
                  </a:lnTo>
                  <a:cubicBezTo>
                    <a:pt x="558" y="639"/>
                    <a:pt x="792" y="506"/>
                    <a:pt x="1046" y="388"/>
                  </a:cubicBezTo>
                  <a:cubicBezTo>
                    <a:pt x="1111" y="356"/>
                    <a:pt x="1196" y="304"/>
                    <a:pt x="1265" y="271"/>
                  </a:cubicBezTo>
                  <a:cubicBezTo>
                    <a:pt x="1430" y="186"/>
                    <a:pt x="1600" y="85"/>
                    <a:pt x="1786" y="17"/>
                  </a:cubicBezTo>
                  <a:lnTo>
                    <a:pt x="1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0">
              <a:extLst>
                <a:ext uri="{FF2B5EF4-FFF2-40B4-BE49-F238E27FC236}">
                  <a16:creationId xmlns:a16="http://schemas.microsoft.com/office/drawing/2014/main" id="{09CB832A-C820-FD28-8C3B-B3126E38219A}"/>
                </a:ext>
              </a:extLst>
            </p:cNvPr>
            <p:cNvSpPr/>
            <p:nvPr/>
          </p:nvSpPr>
          <p:spPr>
            <a:xfrm>
              <a:off x="1257880" y="1074494"/>
              <a:ext cx="158920" cy="209178"/>
            </a:xfrm>
            <a:custGeom>
              <a:avLst/>
              <a:gdLst/>
              <a:ahLst/>
              <a:cxnLst/>
              <a:rect l="l" t="t" r="r" b="b"/>
              <a:pathLst>
                <a:path w="1600" h="2106" extrusionOk="0">
                  <a:moveTo>
                    <a:pt x="1580" y="1"/>
                  </a:moveTo>
                  <a:lnTo>
                    <a:pt x="1244" y="203"/>
                  </a:lnTo>
                  <a:cubicBezTo>
                    <a:pt x="957" y="388"/>
                    <a:pt x="671" y="574"/>
                    <a:pt x="368" y="760"/>
                  </a:cubicBezTo>
                  <a:cubicBezTo>
                    <a:pt x="303" y="809"/>
                    <a:pt x="202" y="861"/>
                    <a:pt x="101" y="926"/>
                  </a:cubicBezTo>
                  <a:cubicBezTo>
                    <a:pt x="32" y="962"/>
                    <a:pt x="16" y="1011"/>
                    <a:pt x="16" y="1095"/>
                  </a:cubicBezTo>
                  <a:cubicBezTo>
                    <a:pt x="0" y="1229"/>
                    <a:pt x="0" y="1366"/>
                    <a:pt x="16" y="1499"/>
                  </a:cubicBezTo>
                  <a:cubicBezTo>
                    <a:pt x="16" y="1669"/>
                    <a:pt x="32" y="1835"/>
                    <a:pt x="0" y="1988"/>
                  </a:cubicBezTo>
                  <a:cubicBezTo>
                    <a:pt x="0" y="2020"/>
                    <a:pt x="16" y="2057"/>
                    <a:pt x="32" y="2073"/>
                  </a:cubicBezTo>
                  <a:lnTo>
                    <a:pt x="32" y="2089"/>
                  </a:lnTo>
                  <a:lnTo>
                    <a:pt x="48" y="2105"/>
                  </a:lnTo>
                  <a:lnTo>
                    <a:pt x="48" y="2089"/>
                  </a:lnTo>
                  <a:cubicBezTo>
                    <a:pt x="65" y="2089"/>
                    <a:pt x="65" y="2089"/>
                    <a:pt x="65" y="2073"/>
                  </a:cubicBezTo>
                  <a:cubicBezTo>
                    <a:pt x="65" y="2073"/>
                    <a:pt x="48" y="2073"/>
                    <a:pt x="48" y="2057"/>
                  </a:cubicBezTo>
                  <a:cubicBezTo>
                    <a:pt x="32" y="2037"/>
                    <a:pt x="32" y="2020"/>
                    <a:pt x="32" y="1988"/>
                  </a:cubicBezTo>
                  <a:cubicBezTo>
                    <a:pt x="48" y="1835"/>
                    <a:pt x="48" y="1669"/>
                    <a:pt x="32" y="1499"/>
                  </a:cubicBezTo>
                  <a:lnTo>
                    <a:pt x="32" y="1095"/>
                  </a:lnTo>
                  <a:cubicBezTo>
                    <a:pt x="48" y="1027"/>
                    <a:pt x="65" y="978"/>
                    <a:pt x="117" y="946"/>
                  </a:cubicBezTo>
                  <a:cubicBezTo>
                    <a:pt x="218" y="893"/>
                    <a:pt x="303" y="845"/>
                    <a:pt x="388" y="792"/>
                  </a:cubicBezTo>
                  <a:cubicBezTo>
                    <a:pt x="691" y="607"/>
                    <a:pt x="974" y="421"/>
                    <a:pt x="1260" y="239"/>
                  </a:cubicBezTo>
                  <a:lnTo>
                    <a:pt x="1600" y="37"/>
                  </a:lnTo>
                  <a:lnTo>
                    <a:pt x="1600" y="17"/>
                  </a:lnTo>
                  <a:cubicBezTo>
                    <a:pt x="1600" y="1"/>
                    <a:pt x="1580" y="1"/>
                    <a:pt x="15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0">
              <a:extLst>
                <a:ext uri="{FF2B5EF4-FFF2-40B4-BE49-F238E27FC236}">
                  <a16:creationId xmlns:a16="http://schemas.microsoft.com/office/drawing/2014/main" id="{7927F993-8526-BA19-C393-4F78B5238F82}"/>
                </a:ext>
              </a:extLst>
            </p:cNvPr>
            <p:cNvSpPr/>
            <p:nvPr/>
          </p:nvSpPr>
          <p:spPr>
            <a:xfrm>
              <a:off x="1919881" y="3154558"/>
              <a:ext cx="143723" cy="248809"/>
            </a:xfrm>
            <a:custGeom>
              <a:avLst/>
              <a:gdLst/>
              <a:ahLst/>
              <a:cxnLst/>
              <a:rect l="l" t="t" r="r" b="b"/>
              <a:pathLst>
                <a:path w="1447" h="2505" extrusionOk="0">
                  <a:moveTo>
                    <a:pt x="85" y="0"/>
                  </a:moveTo>
                  <a:lnTo>
                    <a:pt x="65" y="16"/>
                  </a:lnTo>
                  <a:cubicBezTo>
                    <a:pt x="0" y="101"/>
                    <a:pt x="49" y="202"/>
                    <a:pt x="85" y="235"/>
                  </a:cubicBezTo>
                  <a:cubicBezTo>
                    <a:pt x="235" y="384"/>
                    <a:pt x="368" y="538"/>
                    <a:pt x="489" y="707"/>
                  </a:cubicBezTo>
                  <a:cubicBezTo>
                    <a:pt x="554" y="788"/>
                    <a:pt x="639" y="889"/>
                    <a:pt x="724" y="990"/>
                  </a:cubicBezTo>
                  <a:cubicBezTo>
                    <a:pt x="808" y="1091"/>
                    <a:pt x="909" y="1212"/>
                    <a:pt x="994" y="1329"/>
                  </a:cubicBezTo>
                  <a:cubicBezTo>
                    <a:pt x="1075" y="1414"/>
                    <a:pt x="1160" y="1515"/>
                    <a:pt x="1229" y="1596"/>
                  </a:cubicBezTo>
                  <a:cubicBezTo>
                    <a:pt x="1277" y="1665"/>
                    <a:pt x="1297" y="1717"/>
                    <a:pt x="1297" y="1798"/>
                  </a:cubicBezTo>
                  <a:lnTo>
                    <a:pt x="1297" y="2036"/>
                  </a:lnTo>
                  <a:cubicBezTo>
                    <a:pt x="1297" y="2121"/>
                    <a:pt x="1297" y="2222"/>
                    <a:pt x="1277" y="2303"/>
                  </a:cubicBezTo>
                  <a:cubicBezTo>
                    <a:pt x="1277" y="2388"/>
                    <a:pt x="1346" y="2440"/>
                    <a:pt x="1398" y="2473"/>
                  </a:cubicBezTo>
                  <a:cubicBezTo>
                    <a:pt x="1398" y="2489"/>
                    <a:pt x="1414" y="2489"/>
                    <a:pt x="1431" y="2505"/>
                  </a:cubicBezTo>
                  <a:lnTo>
                    <a:pt x="1447" y="2489"/>
                  </a:lnTo>
                  <a:lnTo>
                    <a:pt x="1447" y="2473"/>
                  </a:lnTo>
                  <a:cubicBezTo>
                    <a:pt x="1431" y="2473"/>
                    <a:pt x="1414" y="2456"/>
                    <a:pt x="1414" y="2456"/>
                  </a:cubicBezTo>
                  <a:cubicBezTo>
                    <a:pt x="1362" y="2404"/>
                    <a:pt x="1313" y="2372"/>
                    <a:pt x="1313" y="2323"/>
                  </a:cubicBezTo>
                  <a:cubicBezTo>
                    <a:pt x="1330" y="2222"/>
                    <a:pt x="1330" y="2121"/>
                    <a:pt x="1330" y="2036"/>
                  </a:cubicBezTo>
                  <a:cubicBezTo>
                    <a:pt x="1313" y="1951"/>
                    <a:pt x="1313" y="1883"/>
                    <a:pt x="1330" y="1798"/>
                  </a:cubicBezTo>
                  <a:cubicBezTo>
                    <a:pt x="1330" y="1717"/>
                    <a:pt x="1313" y="1649"/>
                    <a:pt x="1261" y="1580"/>
                  </a:cubicBezTo>
                  <a:cubicBezTo>
                    <a:pt x="1176" y="1495"/>
                    <a:pt x="1095" y="1394"/>
                    <a:pt x="1027" y="1313"/>
                  </a:cubicBezTo>
                  <a:cubicBezTo>
                    <a:pt x="926" y="1192"/>
                    <a:pt x="841" y="1075"/>
                    <a:pt x="740" y="974"/>
                  </a:cubicBezTo>
                  <a:cubicBezTo>
                    <a:pt x="655" y="873"/>
                    <a:pt x="590" y="772"/>
                    <a:pt x="505" y="687"/>
                  </a:cubicBezTo>
                  <a:cubicBezTo>
                    <a:pt x="388" y="521"/>
                    <a:pt x="251" y="368"/>
                    <a:pt x="101" y="218"/>
                  </a:cubicBezTo>
                  <a:cubicBezTo>
                    <a:pt x="65" y="182"/>
                    <a:pt x="33" y="101"/>
                    <a:pt x="85" y="33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0">
              <a:extLst>
                <a:ext uri="{FF2B5EF4-FFF2-40B4-BE49-F238E27FC236}">
                  <a16:creationId xmlns:a16="http://schemas.microsoft.com/office/drawing/2014/main" id="{1B745393-2483-D09D-96B3-1103598C3550}"/>
                </a:ext>
              </a:extLst>
            </p:cNvPr>
            <p:cNvSpPr/>
            <p:nvPr/>
          </p:nvSpPr>
          <p:spPr>
            <a:xfrm>
              <a:off x="1416701" y="2114526"/>
              <a:ext cx="56715" cy="67144"/>
            </a:xfrm>
            <a:custGeom>
              <a:avLst/>
              <a:gdLst/>
              <a:ahLst/>
              <a:cxnLst/>
              <a:rect l="l" t="t" r="r" b="b"/>
              <a:pathLst>
                <a:path w="571" h="67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cubicBezTo>
                    <a:pt x="1" y="17"/>
                    <a:pt x="1" y="33"/>
                    <a:pt x="17" y="33"/>
                  </a:cubicBezTo>
                  <a:cubicBezTo>
                    <a:pt x="102" y="69"/>
                    <a:pt x="150" y="134"/>
                    <a:pt x="183" y="202"/>
                  </a:cubicBezTo>
                  <a:cubicBezTo>
                    <a:pt x="219" y="235"/>
                    <a:pt x="235" y="271"/>
                    <a:pt x="251" y="303"/>
                  </a:cubicBezTo>
                  <a:cubicBezTo>
                    <a:pt x="304" y="352"/>
                    <a:pt x="336" y="404"/>
                    <a:pt x="368" y="453"/>
                  </a:cubicBezTo>
                  <a:cubicBezTo>
                    <a:pt x="421" y="538"/>
                    <a:pt x="469" y="606"/>
                    <a:pt x="538" y="675"/>
                  </a:cubicBezTo>
                  <a:lnTo>
                    <a:pt x="570" y="675"/>
                  </a:lnTo>
                  <a:lnTo>
                    <a:pt x="554" y="655"/>
                  </a:lnTo>
                  <a:cubicBezTo>
                    <a:pt x="485" y="590"/>
                    <a:pt x="437" y="522"/>
                    <a:pt x="384" y="437"/>
                  </a:cubicBezTo>
                  <a:cubicBezTo>
                    <a:pt x="352" y="388"/>
                    <a:pt x="320" y="336"/>
                    <a:pt x="284" y="287"/>
                  </a:cubicBezTo>
                  <a:cubicBezTo>
                    <a:pt x="251" y="271"/>
                    <a:pt x="235" y="235"/>
                    <a:pt x="219" y="202"/>
                  </a:cubicBezTo>
                  <a:cubicBezTo>
                    <a:pt x="166" y="118"/>
                    <a:pt x="118" y="33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0">
              <a:extLst>
                <a:ext uri="{FF2B5EF4-FFF2-40B4-BE49-F238E27FC236}">
                  <a16:creationId xmlns:a16="http://schemas.microsoft.com/office/drawing/2014/main" id="{BD240606-7BD7-CC89-5D72-DD2AF87F4870}"/>
                </a:ext>
              </a:extLst>
            </p:cNvPr>
            <p:cNvSpPr/>
            <p:nvPr/>
          </p:nvSpPr>
          <p:spPr>
            <a:xfrm>
              <a:off x="1414714" y="3082349"/>
              <a:ext cx="60290" cy="150577"/>
            </a:xfrm>
            <a:custGeom>
              <a:avLst/>
              <a:gdLst/>
              <a:ahLst/>
              <a:cxnLst/>
              <a:rect l="l" t="t" r="r" b="b"/>
              <a:pathLst>
                <a:path w="607" h="1516" extrusionOk="0">
                  <a:moveTo>
                    <a:pt x="1" y="0"/>
                  </a:moveTo>
                  <a:lnTo>
                    <a:pt x="1" y="20"/>
                  </a:lnTo>
                  <a:lnTo>
                    <a:pt x="138" y="154"/>
                  </a:lnTo>
                  <a:cubicBezTo>
                    <a:pt x="271" y="287"/>
                    <a:pt x="404" y="424"/>
                    <a:pt x="542" y="558"/>
                  </a:cubicBezTo>
                  <a:cubicBezTo>
                    <a:pt x="558" y="574"/>
                    <a:pt x="574" y="606"/>
                    <a:pt x="574" y="642"/>
                  </a:cubicBezTo>
                  <a:lnTo>
                    <a:pt x="574" y="1046"/>
                  </a:lnTo>
                  <a:lnTo>
                    <a:pt x="574" y="1398"/>
                  </a:lnTo>
                  <a:cubicBezTo>
                    <a:pt x="574" y="1434"/>
                    <a:pt x="558" y="1450"/>
                    <a:pt x="558" y="1467"/>
                  </a:cubicBezTo>
                  <a:cubicBezTo>
                    <a:pt x="558" y="1483"/>
                    <a:pt x="558" y="1483"/>
                    <a:pt x="542" y="1499"/>
                  </a:cubicBezTo>
                  <a:cubicBezTo>
                    <a:pt x="542" y="1499"/>
                    <a:pt x="542" y="1515"/>
                    <a:pt x="558" y="1515"/>
                  </a:cubicBezTo>
                  <a:lnTo>
                    <a:pt x="574" y="1499"/>
                  </a:lnTo>
                  <a:lnTo>
                    <a:pt x="574" y="1483"/>
                  </a:lnTo>
                  <a:cubicBezTo>
                    <a:pt x="590" y="1450"/>
                    <a:pt x="590" y="1434"/>
                    <a:pt x="590" y="1398"/>
                  </a:cubicBezTo>
                  <a:lnTo>
                    <a:pt x="590" y="1046"/>
                  </a:lnTo>
                  <a:cubicBezTo>
                    <a:pt x="590" y="909"/>
                    <a:pt x="606" y="776"/>
                    <a:pt x="606" y="642"/>
                  </a:cubicBezTo>
                  <a:cubicBezTo>
                    <a:pt x="606" y="590"/>
                    <a:pt x="590" y="558"/>
                    <a:pt x="558" y="525"/>
                  </a:cubicBezTo>
                  <a:cubicBezTo>
                    <a:pt x="425" y="404"/>
                    <a:pt x="287" y="271"/>
                    <a:pt x="154" y="138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0">
              <a:extLst>
                <a:ext uri="{FF2B5EF4-FFF2-40B4-BE49-F238E27FC236}">
                  <a16:creationId xmlns:a16="http://schemas.microsoft.com/office/drawing/2014/main" id="{F14B9635-210A-377E-41EB-613694F2B000}"/>
                </a:ext>
              </a:extLst>
            </p:cNvPr>
            <p:cNvSpPr/>
            <p:nvPr/>
          </p:nvSpPr>
          <p:spPr>
            <a:xfrm>
              <a:off x="985431" y="2398595"/>
              <a:ext cx="4867" cy="81943"/>
            </a:xfrm>
            <a:custGeom>
              <a:avLst/>
              <a:gdLst/>
              <a:ahLst/>
              <a:cxnLst/>
              <a:rect l="l" t="t" r="r" b="b"/>
              <a:pathLst>
                <a:path w="49" h="825" extrusionOk="0">
                  <a:moveTo>
                    <a:pt x="0" y="1"/>
                  </a:moveTo>
                  <a:cubicBezTo>
                    <a:pt x="16" y="186"/>
                    <a:pt x="16" y="372"/>
                    <a:pt x="0" y="542"/>
                  </a:cubicBezTo>
                  <a:lnTo>
                    <a:pt x="0" y="724"/>
                  </a:lnTo>
                  <a:cubicBezTo>
                    <a:pt x="0" y="744"/>
                    <a:pt x="0" y="760"/>
                    <a:pt x="16" y="776"/>
                  </a:cubicBezTo>
                  <a:lnTo>
                    <a:pt x="16" y="809"/>
                  </a:lnTo>
                  <a:lnTo>
                    <a:pt x="32" y="809"/>
                  </a:lnTo>
                  <a:lnTo>
                    <a:pt x="32" y="825"/>
                  </a:lnTo>
                  <a:lnTo>
                    <a:pt x="49" y="809"/>
                  </a:lnTo>
                  <a:cubicBezTo>
                    <a:pt x="49" y="792"/>
                    <a:pt x="49" y="776"/>
                    <a:pt x="32" y="760"/>
                  </a:cubicBezTo>
                  <a:lnTo>
                    <a:pt x="32" y="724"/>
                  </a:lnTo>
                  <a:lnTo>
                    <a:pt x="32" y="542"/>
                  </a:lnTo>
                  <a:cubicBezTo>
                    <a:pt x="32" y="372"/>
                    <a:pt x="49" y="186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0">
              <a:extLst>
                <a:ext uri="{FF2B5EF4-FFF2-40B4-BE49-F238E27FC236}">
                  <a16:creationId xmlns:a16="http://schemas.microsoft.com/office/drawing/2014/main" id="{0263421D-C8F9-2259-7EF5-94CB902BEC4F}"/>
                </a:ext>
              </a:extLst>
            </p:cNvPr>
            <p:cNvSpPr/>
            <p:nvPr/>
          </p:nvSpPr>
          <p:spPr>
            <a:xfrm>
              <a:off x="1612172" y="3619200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2" y="0"/>
                    <a:pt x="32" y="0"/>
                    <a:pt x="32" y="16"/>
                  </a:cubicBezTo>
                  <a:cubicBezTo>
                    <a:pt x="16" y="134"/>
                    <a:pt x="16" y="251"/>
                    <a:pt x="16" y="372"/>
                  </a:cubicBezTo>
                  <a:lnTo>
                    <a:pt x="16" y="606"/>
                  </a:lnTo>
                  <a:lnTo>
                    <a:pt x="16" y="655"/>
                  </a:lnTo>
                  <a:cubicBezTo>
                    <a:pt x="16" y="675"/>
                    <a:pt x="16" y="707"/>
                    <a:pt x="0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2" y="756"/>
                  </a:lnTo>
                  <a:cubicBezTo>
                    <a:pt x="53" y="723"/>
                    <a:pt x="53" y="691"/>
                    <a:pt x="53" y="655"/>
                  </a:cubicBezTo>
                  <a:lnTo>
                    <a:pt x="53" y="606"/>
                  </a:lnTo>
                  <a:lnTo>
                    <a:pt x="53" y="372"/>
                  </a:lnTo>
                  <a:cubicBezTo>
                    <a:pt x="32" y="251"/>
                    <a:pt x="32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0">
              <a:extLst>
                <a:ext uri="{FF2B5EF4-FFF2-40B4-BE49-F238E27FC236}">
                  <a16:creationId xmlns:a16="http://schemas.microsoft.com/office/drawing/2014/main" id="{5F01E688-1CC7-C198-9DE0-67D976678CDA}"/>
                </a:ext>
              </a:extLst>
            </p:cNvPr>
            <p:cNvSpPr/>
            <p:nvPr/>
          </p:nvSpPr>
          <p:spPr>
            <a:xfrm>
              <a:off x="1267912" y="1830456"/>
              <a:ext cx="143723" cy="178686"/>
            </a:xfrm>
            <a:custGeom>
              <a:avLst/>
              <a:gdLst/>
              <a:ahLst/>
              <a:cxnLst/>
              <a:rect l="l" t="t" r="r" b="b"/>
              <a:pathLst>
                <a:path w="1447" h="1799" extrusionOk="0">
                  <a:moveTo>
                    <a:pt x="1430" y="0"/>
                  </a:moveTo>
                  <a:cubicBezTo>
                    <a:pt x="1313" y="49"/>
                    <a:pt x="1196" y="118"/>
                    <a:pt x="1095" y="166"/>
                  </a:cubicBezTo>
                  <a:cubicBezTo>
                    <a:pt x="772" y="336"/>
                    <a:pt x="452" y="485"/>
                    <a:pt x="133" y="655"/>
                  </a:cubicBezTo>
                  <a:cubicBezTo>
                    <a:pt x="48" y="687"/>
                    <a:pt x="0" y="756"/>
                    <a:pt x="16" y="857"/>
                  </a:cubicBezTo>
                  <a:lnTo>
                    <a:pt x="16" y="1479"/>
                  </a:lnTo>
                  <a:lnTo>
                    <a:pt x="16" y="1616"/>
                  </a:lnTo>
                  <a:cubicBezTo>
                    <a:pt x="16" y="1681"/>
                    <a:pt x="16" y="1733"/>
                    <a:pt x="32" y="1782"/>
                  </a:cubicBezTo>
                  <a:lnTo>
                    <a:pt x="48" y="1798"/>
                  </a:lnTo>
                  <a:cubicBezTo>
                    <a:pt x="65" y="1798"/>
                    <a:pt x="65" y="1782"/>
                    <a:pt x="65" y="1782"/>
                  </a:cubicBezTo>
                  <a:cubicBezTo>
                    <a:pt x="32" y="1733"/>
                    <a:pt x="32" y="1665"/>
                    <a:pt x="32" y="1616"/>
                  </a:cubicBezTo>
                  <a:lnTo>
                    <a:pt x="32" y="1479"/>
                  </a:lnTo>
                  <a:cubicBezTo>
                    <a:pt x="32" y="1277"/>
                    <a:pt x="48" y="1059"/>
                    <a:pt x="32" y="857"/>
                  </a:cubicBezTo>
                  <a:cubicBezTo>
                    <a:pt x="32" y="772"/>
                    <a:pt x="65" y="723"/>
                    <a:pt x="149" y="671"/>
                  </a:cubicBezTo>
                  <a:cubicBezTo>
                    <a:pt x="469" y="522"/>
                    <a:pt x="792" y="352"/>
                    <a:pt x="1111" y="202"/>
                  </a:cubicBezTo>
                  <a:cubicBezTo>
                    <a:pt x="1212" y="134"/>
                    <a:pt x="1329" y="81"/>
                    <a:pt x="1430" y="33"/>
                  </a:cubicBezTo>
                  <a:cubicBezTo>
                    <a:pt x="1446" y="17"/>
                    <a:pt x="1446" y="17"/>
                    <a:pt x="1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0">
              <a:extLst>
                <a:ext uri="{FF2B5EF4-FFF2-40B4-BE49-F238E27FC236}">
                  <a16:creationId xmlns:a16="http://schemas.microsoft.com/office/drawing/2014/main" id="{DFC8E4FF-61E8-0462-A700-CA7BF1F5C5AE}"/>
                </a:ext>
              </a:extLst>
            </p:cNvPr>
            <p:cNvSpPr/>
            <p:nvPr/>
          </p:nvSpPr>
          <p:spPr>
            <a:xfrm>
              <a:off x="1923059" y="2753285"/>
              <a:ext cx="257748" cy="412993"/>
            </a:xfrm>
            <a:custGeom>
              <a:avLst/>
              <a:gdLst/>
              <a:ahLst/>
              <a:cxnLst/>
              <a:rect l="l" t="t" r="r" b="b"/>
              <a:pathLst>
                <a:path w="2595" h="4158" extrusionOk="0">
                  <a:moveTo>
                    <a:pt x="69" y="1"/>
                  </a:moveTo>
                  <a:cubicBezTo>
                    <a:pt x="53" y="1"/>
                    <a:pt x="53" y="1"/>
                    <a:pt x="53" y="17"/>
                  </a:cubicBezTo>
                  <a:cubicBezTo>
                    <a:pt x="1" y="219"/>
                    <a:pt x="1" y="437"/>
                    <a:pt x="53" y="639"/>
                  </a:cubicBezTo>
                  <a:cubicBezTo>
                    <a:pt x="69" y="740"/>
                    <a:pt x="134" y="809"/>
                    <a:pt x="203" y="889"/>
                  </a:cubicBezTo>
                  <a:cubicBezTo>
                    <a:pt x="219" y="926"/>
                    <a:pt x="255" y="958"/>
                    <a:pt x="271" y="974"/>
                  </a:cubicBezTo>
                  <a:cubicBezTo>
                    <a:pt x="336" y="1091"/>
                    <a:pt x="421" y="1192"/>
                    <a:pt x="506" y="1314"/>
                  </a:cubicBezTo>
                  <a:cubicBezTo>
                    <a:pt x="692" y="1580"/>
                    <a:pt x="894" y="1867"/>
                    <a:pt x="1112" y="2138"/>
                  </a:cubicBezTo>
                  <a:cubicBezTo>
                    <a:pt x="1298" y="2388"/>
                    <a:pt x="1467" y="2643"/>
                    <a:pt x="1649" y="2893"/>
                  </a:cubicBezTo>
                  <a:cubicBezTo>
                    <a:pt x="1851" y="3196"/>
                    <a:pt x="2073" y="3499"/>
                    <a:pt x="2307" y="3786"/>
                  </a:cubicBezTo>
                  <a:cubicBezTo>
                    <a:pt x="2340" y="3838"/>
                    <a:pt x="2376" y="3871"/>
                    <a:pt x="2392" y="3919"/>
                  </a:cubicBezTo>
                  <a:cubicBezTo>
                    <a:pt x="2441" y="4004"/>
                    <a:pt x="2493" y="4089"/>
                    <a:pt x="2578" y="4157"/>
                  </a:cubicBezTo>
                  <a:lnTo>
                    <a:pt x="2594" y="4157"/>
                  </a:lnTo>
                  <a:lnTo>
                    <a:pt x="2594" y="4141"/>
                  </a:lnTo>
                  <a:lnTo>
                    <a:pt x="2594" y="4121"/>
                  </a:lnTo>
                  <a:cubicBezTo>
                    <a:pt x="2509" y="4073"/>
                    <a:pt x="2457" y="3988"/>
                    <a:pt x="2425" y="3903"/>
                  </a:cubicBezTo>
                  <a:cubicBezTo>
                    <a:pt x="2392" y="3871"/>
                    <a:pt x="2356" y="3818"/>
                    <a:pt x="2324" y="3770"/>
                  </a:cubicBezTo>
                  <a:cubicBezTo>
                    <a:pt x="2089" y="3483"/>
                    <a:pt x="1871" y="3180"/>
                    <a:pt x="1669" y="2877"/>
                  </a:cubicBezTo>
                  <a:cubicBezTo>
                    <a:pt x="1500" y="2626"/>
                    <a:pt x="1314" y="2372"/>
                    <a:pt x="1128" y="2121"/>
                  </a:cubicBezTo>
                  <a:cubicBezTo>
                    <a:pt x="910" y="1851"/>
                    <a:pt x="708" y="1564"/>
                    <a:pt x="522" y="1293"/>
                  </a:cubicBezTo>
                  <a:cubicBezTo>
                    <a:pt x="437" y="1176"/>
                    <a:pt x="372" y="1075"/>
                    <a:pt x="288" y="974"/>
                  </a:cubicBezTo>
                  <a:cubicBezTo>
                    <a:pt x="271" y="942"/>
                    <a:pt x="235" y="910"/>
                    <a:pt x="219" y="873"/>
                  </a:cubicBezTo>
                  <a:cubicBezTo>
                    <a:pt x="154" y="809"/>
                    <a:pt x="86" y="724"/>
                    <a:pt x="69" y="639"/>
                  </a:cubicBezTo>
                  <a:cubicBezTo>
                    <a:pt x="17" y="437"/>
                    <a:pt x="17" y="219"/>
                    <a:pt x="69" y="17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0">
              <a:extLst>
                <a:ext uri="{FF2B5EF4-FFF2-40B4-BE49-F238E27FC236}">
                  <a16:creationId xmlns:a16="http://schemas.microsoft.com/office/drawing/2014/main" id="{3E794F0F-F2AC-F2BA-1CB8-F2A434DA08A2}"/>
                </a:ext>
              </a:extLst>
            </p:cNvPr>
            <p:cNvSpPr/>
            <p:nvPr/>
          </p:nvSpPr>
          <p:spPr>
            <a:xfrm>
              <a:off x="871406" y="1902268"/>
              <a:ext cx="348035" cy="304232"/>
            </a:xfrm>
            <a:custGeom>
              <a:avLst/>
              <a:gdLst/>
              <a:ahLst/>
              <a:cxnLst/>
              <a:rect l="l" t="t" r="r" b="b"/>
              <a:pathLst>
                <a:path w="3504" h="3063" extrusionOk="0">
                  <a:moveTo>
                    <a:pt x="3402" y="0"/>
                  </a:moveTo>
                  <a:lnTo>
                    <a:pt x="3402" y="17"/>
                  </a:lnTo>
                  <a:cubicBezTo>
                    <a:pt x="3402" y="33"/>
                    <a:pt x="3386" y="49"/>
                    <a:pt x="3402" y="65"/>
                  </a:cubicBezTo>
                  <a:cubicBezTo>
                    <a:pt x="3471" y="267"/>
                    <a:pt x="3334" y="352"/>
                    <a:pt x="3168" y="437"/>
                  </a:cubicBezTo>
                  <a:cubicBezTo>
                    <a:pt x="2493" y="756"/>
                    <a:pt x="1819" y="1111"/>
                    <a:pt x="1164" y="1463"/>
                  </a:cubicBezTo>
                  <a:cubicBezTo>
                    <a:pt x="995" y="1548"/>
                    <a:pt x="845" y="1616"/>
                    <a:pt x="692" y="1701"/>
                  </a:cubicBezTo>
                  <a:lnTo>
                    <a:pt x="643" y="1734"/>
                  </a:lnTo>
                  <a:cubicBezTo>
                    <a:pt x="473" y="1818"/>
                    <a:pt x="304" y="1903"/>
                    <a:pt x="138" y="1968"/>
                  </a:cubicBezTo>
                  <a:cubicBezTo>
                    <a:pt x="37" y="2004"/>
                    <a:pt x="1" y="2069"/>
                    <a:pt x="1" y="2186"/>
                  </a:cubicBezTo>
                  <a:lnTo>
                    <a:pt x="1" y="2541"/>
                  </a:lnTo>
                  <a:cubicBezTo>
                    <a:pt x="1" y="2711"/>
                    <a:pt x="1" y="2877"/>
                    <a:pt x="17" y="3046"/>
                  </a:cubicBezTo>
                  <a:cubicBezTo>
                    <a:pt x="17" y="3046"/>
                    <a:pt x="17" y="3063"/>
                    <a:pt x="37" y="3063"/>
                  </a:cubicBezTo>
                  <a:lnTo>
                    <a:pt x="53" y="3046"/>
                  </a:lnTo>
                  <a:cubicBezTo>
                    <a:pt x="17" y="2877"/>
                    <a:pt x="37" y="2711"/>
                    <a:pt x="37" y="2541"/>
                  </a:cubicBezTo>
                  <a:lnTo>
                    <a:pt x="37" y="2186"/>
                  </a:lnTo>
                  <a:cubicBezTo>
                    <a:pt x="17" y="2085"/>
                    <a:pt x="69" y="2020"/>
                    <a:pt x="138" y="1984"/>
                  </a:cubicBezTo>
                  <a:cubicBezTo>
                    <a:pt x="320" y="1919"/>
                    <a:pt x="490" y="1835"/>
                    <a:pt x="659" y="1750"/>
                  </a:cubicBezTo>
                  <a:lnTo>
                    <a:pt x="692" y="1734"/>
                  </a:lnTo>
                  <a:cubicBezTo>
                    <a:pt x="861" y="1649"/>
                    <a:pt x="1011" y="1564"/>
                    <a:pt x="1164" y="1479"/>
                  </a:cubicBezTo>
                  <a:cubicBezTo>
                    <a:pt x="1819" y="1144"/>
                    <a:pt x="2493" y="792"/>
                    <a:pt x="3184" y="469"/>
                  </a:cubicBezTo>
                  <a:cubicBezTo>
                    <a:pt x="3350" y="388"/>
                    <a:pt x="3503" y="287"/>
                    <a:pt x="3418" y="49"/>
                  </a:cubicBezTo>
                  <a:cubicBezTo>
                    <a:pt x="3418" y="49"/>
                    <a:pt x="3418" y="33"/>
                    <a:pt x="3435" y="33"/>
                  </a:cubicBezTo>
                  <a:lnTo>
                    <a:pt x="3435" y="17"/>
                  </a:lnTo>
                  <a:cubicBezTo>
                    <a:pt x="3435" y="0"/>
                    <a:pt x="3435" y="0"/>
                    <a:pt x="3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0">
              <a:extLst>
                <a:ext uri="{FF2B5EF4-FFF2-40B4-BE49-F238E27FC236}">
                  <a16:creationId xmlns:a16="http://schemas.microsoft.com/office/drawing/2014/main" id="{20B0F123-B751-11F2-05D1-9E2777BC0341}"/>
                </a:ext>
              </a:extLst>
            </p:cNvPr>
            <p:cNvSpPr/>
            <p:nvPr/>
          </p:nvSpPr>
          <p:spPr>
            <a:xfrm>
              <a:off x="1553570" y="3401679"/>
              <a:ext cx="5264" cy="73997"/>
            </a:xfrm>
            <a:custGeom>
              <a:avLst/>
              <a:gdLst/>
              <a:ahLst/>
              <a:cxnLst/>
              <a:rect l="l" t="t" r="r" b="b"/>
              <a:pathLst>
                <a:path w="53" h="745" extrusionOk="0">
                  <a:moveTo>
                    <a:pt x="37" y="1"/>
                  </a:moveTo>
                  <a:cubicBezTo>
                    <a:pt x="16" y="1"/>
                    <a:pt x="16" y="1"/>
                    <a:pt x="16" y="17"/>
                  </a:cubicBezTo>
                  <a:cubicBezTo>
                    <a:pt x="0" y="102"/>
                    <a:pt x="16" y="203"/>
                    <a:pt x="16" y="288"/>
                  </a:cubicBezTo>
                  <a:cubicBezTo>
                    <a:pt x="16" y="441"/>
                    <a:pt x="16" y="574"/>
                    <a:pt x="0" y="724"/>
                  </a:cubicBezTo>
                  <a:cubicBezTo>
                    <a:pt x="0" y="744"/>
                    <a:pt x="0" y="744"/>
                    <a:pt x="16" y="744"/>
                  </a:cubicBezTo>
                  <a:lnTo>
                    <a:pt x="16" y="724"/>
                  </a:lnTo>
                  <a:cubicBezTo>
                    <a:pt x="53" y="591"/>
                    <a:pt x="37" y="441"/>
                    <a:pt x="37" y="288"/>
                  </a:cubicBezTo>
                  <a:lnTo>
                    <a:pt x="37" y="17"/>
                  </a:ln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0">
              <a:extLst>
                <a:ext uri="{FF2B5EF4-FFF2-40B4-BE49-F238E27FC236}">
                  <a16:creationId xmlns:a16="http://schemas.microsoft.com/office/drawing/2014/main" id="{9474315B-923F-8551-6555-5BA04EA7D8C1}"/>
                </a:ext>
              </a:extLst>
            </p:cNvPr>
            <p:cNvSpPr/>
            <p:nvPr/>
          </p:nvSpPr>
          <p:spPr>
            <a:xfrm>
              <a:off x="1413125" y="1943985"/>
              <a:ext cx="90386" cy="287844"/>
            </a:xfrm>
            <a:custGeom>
              <a:avLst/>
              <a:gdLst/>
              <a:ahLst/>
              <a:cxnLst/>
              <a:rect l="l" t="t" r="r" b="b"/>
              <a:pathLst>
                <a:path w="910" h="2898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0" y="118"/>
                    <a:pt x="0" y="219"/>
                    <a:pt x="17" y="304"/>
                  </a:cubicBezTo>
                  <a:lnTo>
                    <a:pt x="17" y="405"/>
                  </a:lnTo>
                  <a:cubicBezTo>
                    <a:pt x="17" y="453"/>
                    <a:pt x="53" y="453"/>
                    <a:pt x="69" y="473"/>
                  </a:cubicBezTo>
                  <a:cubicBezTo>
                    <a:pt x="85" y="489"/>
                    <a:pt x="101" y="489"/>
                    <a:pt x="101" y="506"/>
                  </a:cubicBezTo>
                  <a:cubicBezTo>
                    <a:pt x="340" y="825"/>
                    <a:pt x="558" y="1144"/>
                    <a:pt x="792" y="1463"/>
                  </a:cubicBezTo>
                  <a:lnTo>
                    <a:pt x="845" y="1548"/>
                  </a:lnTo>
                  <a:cubicBezTo>
                    <a:pt x="861" y="1584"/>
                    <a:pt x="861" y="1600"/>
                    <a:pt x="861" y="1633"/>
                  </a:cubicBezTo>
                  <a:lnTo>
                    <a:pt x="861" y="1649"/>
                  </a:lnTo>
                  <a:cubicBezTo>
                    <a:pt x="861" y="2020"/>
                    <a:pt x="861" y="2340"/>
                    <a:pt x="824" y="2675"/>
                  </a:cubicBezTo>
                  <a:cubicBezTo>
                    <a:pt x="824" y="2727"/>
                    <a:pt x="845" y="2776"/>
                    <a:pt x="861" y="2828"/>
                  </a:cubicBezTo>
                  <a:cubicBezTo>
                    <a:pt x="877" y="2845"/>
                    <a:pt x="877" y="2861"/>
                    <a:pt x="893" y="2877"/>
                  </a:cubicBezTo>
                  <a:lnTo>
                    <a:pt x="893" y="2897"/>
                  </a:lnTo>
                  <a:lnTo>
                    <a:pt x="909" y="2897"/>
                  </a:lnTo>
                  <a:lnTo>
                    <a:pt x="909" y="2877"/>
                  </a:lnTo>
                  <a:cubicBezTo>
                    <a:pt x="909" y="2861"/>
                    <a:pt x="893" y="2828"/>
                    <a:pt x="893" y="2812"/>
                  </a:cubicBezTo>
                  <a:cubicBezTo>
                    <a:pt x="877" y="2760"/>
                    <a:pt x="861" y="2727"/>
                    <a:pt x="861" y="2675"/>
                  </a:cubicBezTo>
                  <a:cubicBezTo>
                    <a:pt x="877" y="2340"/>
                    <a:pt x="877" y="2020"/>
                    <a:pt x="877" y="1649"/>
                  </a:cubicBezTo>
                  <a:cubicBezTo>
                    <a:pt x="893" y="1649"/>
                    <a:pt x="893" y="1633"/>
                    <a:pt x="893" y="1633"/>
                  </a:cubicBezTo>
                  <a:cubicBezTo>
                    <a:pt x="893" y="1600"/>
                    <a:pt x="893" y="1564"/>
                    <a:pt x="877" y="1532"/>
                  </a:cubicBezTo>
                  <a:lnTo>
                    <a:pt x="808" y="1447"/>
                  </a:lnTo>
                  <a:cubicBezTo>
                    <a:pt x="590" y="1128"/>
                    <a:pt x="356" y="809"/>
                    <a:pt x="138" y="489"/>
                  </a:cubicBezTo>
                  <a:cubicBezTo>
                    <a:pt x="118" y="473"/>
                    <a:pt x="101" y="453"/>
                    <a:pt x="85" y="453"/>
                  </a:cubicBezTo>
                  <a:cubicBezTo>
                    <a:pt x="69" y="437"/>
                    <a:pt x="53" y="437"/>
                    <a:pt x="53" y="405"/>
                  </a:cubicBezTo>
                  <a:cubicBezTo>
                    <a:pt x="53" y="372"/>
                    <a:pt x="37" y="336"/>
                    <a:pt x="37" y="304"/>
                  </a:cubicBezTo>
                  <a:cubicBezTo>
                    <a:pt x="37" y="203"/>
                    <a:pt x="17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0">
              <a:extLst>
                <a:ext uri="{FF2B5EF4-FFF2-40B4-BE49-F238E27FC236}">
                  <a16:creationId xmlns:a16="http://schemas.microsoft.com/office/drawing/2014/main" id="{1785BEA0-FFB8-C92E-0EBD-B931FC097067}"/>
                </a:ext>
              </a:extLst>
            </p:cNvPr>
            <p:cNvSpPr/>
            <p:nvPr/>
          </p:nvSpPr>
          <p:spPr>
            <a:xfrm>
              <a:off x="1673952" y="3346752"/>
              <a:ext cx="5264" cy="76679"/>
            </a:xfrm>
            <a:custGeom>
              <a:avLst/>
              <a:gdLst/>
              <a:ahLst/>
              <a:cxnLst/>
              <a:rect l="l" t="t" r="r" b="b"/>
              <a:pathLst>
                <a:path w="53" h="772" extrusionOk="0">
                  <a:moveTo>
                    <a:pt x="53" y="0"/>
                  </a:moveTo>
                  <a:cubicBezTo>
                    <a:pt x="37" y="0"/>
                    <a:pt x="37" y="0"/>
                    <a:pt x="37" y="16"/>
                  </a:cubicBezTo>
                  <a:cubicBezTo>
                    <a:pt x="16" y="134"/>
                    <a:pt x="16" y="251"/>
                    <a:pt x="16" y="352"/>
                  </a:cubicBezTo>
                  <a:lnTo>
                    <a:pt x="16" y="590"/>
                  </a:lnTo>
                  <a:lnTo>
                    <a:pt x="16" y="639"/>
                  </a:lnTo>
                  <a:cubicBezTo>
                    <a:pt x="16" y="671"/>
                    <a:pt x="16" y="723"/>
                    <a:pt x="0" y="756"/>
                  </a:cubicBezTo>
                  <a:lnTo>
                    <a:pt x="16" y="772"/>
                  </a:lnTo>
                  <a:lnTo>
                    <a:pt x="37" y="756"/>
                  </a:lnTo>
                  <a:cubicBezTo>
                    <a:pt x="53" y="723"/>
                    <a:pt x="53" y="671"/>
                    <a:pt x="53" y="639"/>
                  </a:cubicBezTo>
                  <a:cubicBezTo>
                    <a:pt x="37" y="622"/>
                    <a:pt x="37" y="606"/>
                    <a:pt x="37" y="590"/>
                  </a:cubicBezTo>
                  <a:cubicBezTo>
                    <a:pt x="53" y="505"/>
                    <a:pt x="53" y="437"/>
                    <a:pt x="53" y="352"/>
                  </a:cubicBezTo>
                  <a:cubicBezTo>
                    <a:pt x="37" y="251"/>
                    <a:pt x="37" y="134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0">
              <a:extLst>
                <a:ext uri="{FF2B5EF4-FFF2-40B4-BE49-F238E27FC236}">
                  <a16:creationId xmlns:a16="http://schemas.microsoft.com/office/drawing/2014/main" id="{9369058F-A790-294C-C606-BA4773A74DF8}"/>
                </a:ext>
              </a:extLst>
            </p:cNvPr>
            <p:cNvSpPr/>
            <p:nvPr/>
          </p:nvSpPr>
          <p:spPr>
            <a:xfrm>
              <a:off x="1923059" y="2450344"/>
              <a:ext cx="123759" cy="246127"/>
            </a:xfrm>
            <a:custGeom>
              <a:avLst/>
              <a:gdLst/>
              <a:ahLst/>
              <a:cxnLst/>
              <a:rect l="l" t="t" r="r" b="b"/>
              <a:pathLst>
                <a:path w="1246" h="2478" extrusionOk="0">
                  <a:moveTo>
                    <a:pt x="53" y="1"/>
                  </a:moveTo>
                  <a:cubicBezTo>
                    <a:pt x="17" y="86"/>
                    <a:pt x="17" y="170"/>
                    <a:pt x="17" y="239"/>
                  </a:cubicBezTo>
                  <a:lnTo>
                    <a:pt x="17" y="356"/>
                  </a:lnTo>
                  <a:cubicBezTo>
                    <a:pt x="1" y="574"/>
                    <a:pt x="53" y="760"/>
                    <a:pt x="187" y="946"/>
                  </a:cubicBezTo>
                  <a:cubicBezTo>
                    <a:pt x="473" y="1350"/>
                    <a:pt x="760" y="1802"/>
                    <a:pt x="1128" y="2360"/>
                  </a:cubicBezTo>
                  <a:cubicBezTo>
                    <a:pt x="1164" y="2408"/>
                    <a:pt x="1197" y="2445"/>
                    <a:pt x="1229" y="2477"/>
                  </a:cubicBezTo>
                  <a:lnTo>
                    <a:pt x="1245" y="2461"/>
                  </a:lnTo>
                  <a:lnTo>
                    <a:pt x="1245" y="2445"/>
                  </a:lnTo>
                  <a:cubicBezTo>
                    <a:pt x="1213" y="2424"/>
                    <a:pt x="1180" y="2392"/>
                    <a:pt x="1144" y="2344"/>
                  </a:cubicBezTo>
                  <a:cubicBezTo>
                    <a:pt x="793" y="1786"/>
                    <a:pt x="490" y="1334"/>
                    <a:pt x="219" y="930"/>
                  </a:cubicBezTo>
                  <a:cubicBezTo>
                    <a:pt x="86" y="744"/>
                    <a:pt x="33" y="558"/>
                    <a:pt x="53" y="356"/>
                  </a:cubicBezTo>
                  <a:lnTo>
                    <a:pt x="53" y="239"/>
                  </a:lnTo>
                  <a:cubicBezTo>
                    <a:pt x="33" y="154"/>
                    <a:pt x="33" y="86"/>
                    <a:pt x="69" y="21"/>
                  </a:cubicBezTo>
                  <a:cubicBezTo>
                    <a:pt x="86" y="21"/>
                    <a:pt x="6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0">
              <a:extLst>
                <a:ext uri="{FF2B5EF4-FFF2-40B4-BE49-F238E27FC236}">
                  <a16:creationId xmlns:a16="http://schemas.microsoft.com/office/drawing/2014/main" id="{80F1346D-3FB7-593D-7F20-0003AD2C1271}"/>
                </a:ext>
              </a:extLst>
            </p:cNvPr>
            <p:cNvSpPr/>
            <p:nvPr/>
          </p:nvSpPr>
          <p:spPr>
            <a:xfrm>
              <a:off x="1643857" y="3646018"/>
              <a:ext cx="6853" cy="75189"/>
            </a:xfrm>
            <a:custGeom>
              <a:avLst/>
              <a:gdLst/>
              <a:ahLst/>
              <a:cxnLst/>
              <a:rect l="l" t="t" r="r" b="b"/>
              <a:pathLst>
                <a:path w="69" h="757" extrusionOk="0">
                  <a:moveTo>
                    <a:pt x="53" y="1"/>
                  </a:moveTo>
                  <a:cubicBezTo>
                    <a:pt x="53" y="1"/>
                    <a:pt x="37" y="1"/>
                    <a:pt x="37" y="17"/>
                  </a:cubicBezTo>
                  <a:cubicBezTo>
                    <a:pt x="16" y="134"/>
                    <a:pt x="16" y="251"/>
                    <a:pt x="16" y="369"/>
                  </a:cubicBezTo>
                  <a:lnTo>
                    <a:pt x="16" y="607"/>
                  </a:lnTo>
                  <a:lnTo>
                    <a:pt x="16" y="655"/>
                  </a:lnTo>
                  <a:cubicBezTo>
                    <a:pt x="16" y="688"/>
                    <a:pt x="37" y="708"/>
                    <a:pt x="16" y="740"/>
                  </a:cubicBezTo>
                  <a:cubicBezTo>
                    <a:pt x="0" y="740"/>
                    <a:pt x="0" y="756"/>
                    <a:pt x="16" y="756"/>
                  </a:cubicBezTo>
                  <a:lnTo>
                    <a:pt x="37" y="756"/>
                  </a:lnTo>
                  <a:cubicBezTo>
                    <a:pt x="53" y="724"/>
                    <a:pt x="53" y="672"/>
                    <a:pt x="53" y="655"/>
                  </a:cubicBezTo>
                  <a:lnTo>
                    <a:pt x="53" y="607"/>
                  </a:lnTo>
                  <a:lnTo>
                    <a:pt x="53" y="369"/>
                  </a:lnTo>
                  <a:cubicBezTo>
                    <a:pt x="53" y="251"/>
                    <a:pt x="53" y="134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0">
              <a:extLst>
                <a:ext uri="{FF2B5EF4-FFF2-40B4-BE49-F238E27FC236}">
                  <a16:creationId xmlns:a16="http://schemas.microsoft.com/office/drawing/2014/main" id="{C02A9EB6-71FF-2531-4309-E90BB9425EF0}"/>
                </a:ext>
              </a:extLst>
            </p:cNvPr>
            <p:cNvSpPr/>
            <p:nvPr/>
          </p:nvSpPr>
          <p:spPr>
            <a:xfrm>
              <a:off x="574127" y="2903762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1"/>
                  </a:moveTo>
                  <a:cubicBezTo>
                    <a:pt x="0" y="1"/>
                    <a:pt x="0" y="17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06"/>
                  </a:lnTo>
                  <a:cubicBezTo>
                    <a:pt x="17" y="655"/>
                    <a:pt x="17" y="687"/>
                    <a:pt x="33" y="724"/>
                  </a:cubicBezTo>
                  <a:lnTo>
                    <a:pt x="49" y="724"/>
                  </a:lnTo>
                  <a:lnTo>
                    <a:pt x="49" y="707"/>
                  </a:lnTo>
                  <a:cubicBezTo>
                    <a:pt x="33" y="687"/>
                    <a:pt x="33" y="655"/>
                    <a:pt x="33" y="606"/>
                  </a:cubicBezTo>
                  <a:lnTo>
                    <a:pt x="33" y="570"/>
                  </a:lnTo>
                  <a:lnTo>
                    <a:pt x="33" y="368"/>
                  </a:lnTo>
                  <a:cubicBezTo>
                    <a:pt x="33" y="251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0">
              <a:extLst>
                <a:ext uri="{FF2B5EF4-FFF2-40B4-BE49-F238E27FC236}">
                  <a16:creationId xmlns:a16="http://schemas.microsoft.com/office/drawing/2014/main" id="{AC7F66B4-CD12-F8E7-CBE9-4D78E5FA60F2}"/>
                </a:ext>
              </a:extLst>
            </p:cNvPr>
            <p:cNvSpPr/>
            <p:nvPr/>
          </p:nvSpPr>
          <p:spPr>
            <a:xfrm>
              <a:off x="508671" y="3005670"/>
              <a:ext cx="133791" cy="75189"/>
            </a:xfrm>
            <a:custGeom>
              <a:avLst/>
              <a:gdLst/>
              <a:ahLst/>
              <a:cxnLst/>
              <a:rect l="l" t="t" r="r" b="b"/>
              <a:pathLst>
                <a:path w="1347" h="757" extrusionOk="0">
                  <a:moveTo>
                    <a:pt x="1265" y="1"/>
                  </a:moveTo>
                  <a:cubicBezTo>
                    <a:pt x="1197" y="33"/>
                    <a:pt x="1128" y="65"/>
                    <a:pt x="1063" y="85"/>
                  </a:cubicBezTo>
                  <a:cubicBezTo>
                    <a:pt x="894" y="150"/>
                    <a:pt x="708" y="219"/>
                    <a:pt x="538" y="287"/>
                  </a:cubicBezTo>
                  <a:cubicBezTo>
                    <a:pt x="490" y="304"/>
                    <a:pt x="437" y="320"/>
                    <a:pt x="389" y="352"/>
                  </a:cubicBezTo>
                  <a:cubicBezTo>
                    <a:pt x="304" y="388"/>
                    <a:pt x="203" y="421"/>
                    <a:pt x="118" y="453"/>
                  </a:cubicBezTo>
                  <a:cubicBezTo>
                    <a:pt x="102" y="453"/>
                    <a:pt x="102" y="453"/>
                    <a:pt x="102" y="469"/>
                  </a:cubicBezTo>
                  <a:lnTo>
                    <a:pt x="118" y="469"/>
                  </a:lnTo>
                  <a:cubicBezTo>
                    <a:pt x="219" y="453"/>
                    <a:pt x="304" y="421"/>
                    <a:pt x="405" y="368"/>
                  </a:cubicBezTo>
                  <a:cubicBezTo>
                    <a:pt x="457" y="352"/>
                    <a:pt x="506" y="336"/>
                    <a:pt x="558" y="304"/>
                  </a:cubicBezTo>
                  <a:cubicBezTo>
                    <a:pt x="724" y="251"/>
                    <a:pt x="894" y="186"/>
                    <a:pt x="1063" y="118"/>
                  </a:cubicBezTo>
                  <a:cubicBezTo>
                    <a:pt x="1128" y="85"/>
                    <a:pt x="1197" y="65"/>
                    <a:pt x="1265" y="33"/>
                  </a:cubicBezTo>
                  <a:cubicBezTo>
                    <a:pt x="1265" y="49"/>
                    <a:pt x="1282" y="49"/>
                    <a:pt x="1282" y="65"/>
                  </a:cubicBezTo>
                  <a:cubicBezTo>
                    <a:pt x="1298" y="150"/>
                    <a:pt x="1314" y="219"/>
                    <a:pt x="1229" y="251"/>
                  </a:cubicBezTo>
                  <a:cubicBezTo>
                    <a:pt x="942" y="368"/>
                    <a:pt x="639" y="489"/>
                    <a:pt x="336" y="607"/>
                  </a:cubicBezTo>
                  <a:cubicBezTo>
                    <a:pt x="235" y="639"/>
                    <a:pt x="118" y="691"/>
                    <a:pt x="17" y="740"/>
                  </a:cubicBezTo>
                  <a:cubicBezTo>
                    <a:pt x="17" y="740"/>
                    <a:pt x="1" y="740"/>
                    <a:pt x="1" y="756"/>
                  </a:cubicBezTo>
                  <a:lnTo>
                    <a:pt x="17" y="756"/>
                  </a:lnTo>
                  <a:cubicBezTo>
                    <a:pt x="134" y="708"/>
                    <a:pt x="255" y="671"/>
                    <a:pt x="356" y="623"/>
                  </a:cubicBezTo>
                  <a:cubicBezTo>
                    <a:pt x="639" y="506"/>
                    <a:pt x="942" y="388"/>
                    <a:pt x="1245" y="267"/>
                  </a:cubicBezTo>
                  <a:cubicBezTo>
                    <a:pt x="1346" y="219"/>
                    <a:pt x="1330" y="134"/>
                    <a:pt x="1298" y="49"/>
                  </a:cubicBezTo>
                  <a:cubicBezTo>
                    <a:pt x="1298" y="49"/>
                    <a:pt x="1298" y="33"/>
                    <a:pt x="1282" y="17"/>
                  </a:cubicBezTo>
                  <a:lnTo>
                    <a:pt x="12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0">
              <a:extLst>
                <a:ext uri="{FF2B5EF4-FFF2-40B4-BE49-F238E27FC236}">
                  <a16:creationId xmlns:a16="http://schemas.microsoft.com/office/drawing/2014/main" id="{D77057EF-24A2-ED3B-68F9-2145199766FD}"/>
                </a:ext>
              </a:extLst>
            </p:cNvPr>
            <p:cNvSpPr/>
            <p:nvPr/>
          </p:nvSpPr>
          <p:spPr>
            <a:xfrm>
              <a:off x="856607" y="1534369"/>
              <a:ext cx="357570" cy="326283"/>
            </a:xfrm>
            <a:custGeom>
              <a:avLst/>
              <a:gdLst/>
              <a:ahLst/>
              <a:cxnLst/>
              <a:rect l="l" t="t" r="r" b="b"/>
              <a:pathLst>
                <a:path w="3600" h="3285" extrusionOk="0">
                  <a:moveTo>
                    <a:pt x="3567" y="0"/>
                  </a:moveTo>
                  <a:cubicBezTo>
                    <a:pt x="3567" y="0"/>
                    <a:pt x="3551" y="0"/>
                    <a:pt x="3551" y="16"/>
                  </a:cubicBezTo>
                  <a:cubicBezTo>
                    <a:pt x="3584" y="101"/>
                    <a:pt x="3584" y="186"/>
                    <a:pt x="3567" y="271"/>
                  </a:cubicBezTo>
                  <a:lnTo>
                    <a:pt x="3567" y="420"/>
                  </a:lnTo>
                  <a:lnTo>
                    <a:pt x="3567" y="978"/>
                  </a:lnTo>
                  <a:lnTo>
                    <a:pt x="3567" y="1281"/>
                  </a:lnTo>
                  <a:cubicBezTo>
                    <a:pt x="3567" y="1313"/>
                    <a:pt x="3567" y="1329"/>
                    <a:pt x="3519" y="1345"/>
                  </a:cubicBezTo>
                  <a:cubicBezTo>
                    <a:pt x="3398" y="1414"/>
                    <a:pt x="3281" y="1483"/>
                    <a:pt x="3147" y="1547"/>
                  </a:cubicBezTo>
                  <a:cubicBezTo>
                    <a:pt x="2743" y="1769"/>
                    <a:pt x="2323" y="1988"/>
                    <a:pt x="1919" y="2222"/>
                  </a:cubicBezTo>
                  <a:cubicBezTo>
                    <a:pt x="1362" y="2525"/>
                    <a:pt x="808" y="2828"/>
                    <a:pt x="352" y="3082"/>
                  </a:cubicBezTo>
                  <a:cubicBezTo>
                    <a:pt x="267" y="3115"/>
                    <a:pt x="202" y="3163"/>
                    <a:pt x="118" y="3200"/>
                  </a:cubicBezTo>
                  <a:cubicBezTo>
                    <a:pt x="85" y="3216"/>
                    <a:pt x="49" y="3232"/>
                    <a:pt x="17" y="3248"/>
                  </a:cubicBezTo>
                  <a:cubicBezTo>
                    <a:pt x="0" y="3248"/>
                    <a:pt x="0" y="3264"/>
                    <a:pt x="0" y="3264"/>
                  </a:cubicBezTo>
                  <a:lnTo>
                    <a:pt x="17" y="3284"/>
                  </a:lnTo>
                  <a:cubicBezTo>
                    <a:pt x="65" y="3248"/>
                    <a:pt x="101" y="3232"/>
                    <a:pt x="134" y="3216"/>
                  </a:cubicBezTo>
                  <a:cubicBezTo>
                    <a:pt x="202" y="3183"/>
                    <a:pt x="287" y="3147"/>
                    <a:pt x="368" y="3099"/>
                  </a:cubicBezTo>
                  <a:cubicBezTo>
                    <a:pt x="824" y="2844"/>
                    <a:pt x="1378" y="2557"/>
                    <a:pt x="1935" y="2238"/>
                  </a:cubicBezTo>
                  <a:cubicBezTo>
                    <a:pt x="2339" y="2004"/>
                    <a:pt x="2759" y="1786"/>
                    <a:pt x="3163" y="1568"/>
                  </a:cubicBezTo>
                  <a:cubicBezTo>
                    <a:pt x="3281" y="1499"/>
                    <a:pt x="3418" y="1430"/>
                    <a:pt x="3535" y="1366"/>
                  </a:cubicBezTo>
                  <a:cubicBezTo>
                    <a:pt x="3584" y="1345"/>
                    <a:pt x="3600" y="1329"/>
                    <a:pt x="3600" y="1281"/>
                  </a:cubicBezTo>
                  <a:lnTo>
                    <a:pt x="3600" y="978"/>
                  </a:lnTo>
                  <a:lnTo>
                    <a:pt x="3600" y="420"/>
                  </a:lnTo>
                  <a:lnTo>
                    <a:pt x="3600" y="271"/>
                  </a:lnTo>
                  <a:cubicBezTo>
                    <a:pt x="3600" y="186"/>
                    <a:pt x="3600" y="101"/>
                    <a:pt x="35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0">
              <a:extLst>
                <a:ext uri="{FF2B5EF4-FFF2-40B4-BE49-F238E27FC236}">
                  <a16:creationId xmlns:a16="http://schemas.microsoft.com/office/drawing/2014/main" id="{EE3997E4-C3C5-678B-4638-B52B0BBC406A}"/>
                </a:ext>
              </a:extLst>
            </p:cNvPr>
            <p:cNvSpPr/>
            <p:nvPr/>
          </p:nvSpPr>
          <p:spPr>
            <a:xfrm>
              <a:off x="1409946" y="2520567"/>
              <a:ext cx="91975" cy="225964"/>
            </a:xfrm>
            <a:custGeom>
              <a:avLst/>
              <a:gdLst/>
              <a:ahLst/>
              <a:cxnLst/>
              <a:rect l="l" t="t" r="r" b="b"/>
              <a:pathLst>
                <a:path w="926" h="2275" extrusionOk="0">
                  <a:moveTo>
                    <a:pt x="85" y="1"/>
                  </a:moveTo>
                  <a:lnTo>
                    <a:pt x="69" y="21"/>
                  </a:lnTo>
                  <a:cubicBezTo>
                    <a:pt x="32" y="37"/>
                    <a:pt x="16" y="53"/>
                    <a:pt x="16" y="85"/>
                  </a:cubicBezTo>
                  <a:cubicBezTo>
                    <a:pt x="32" y="186"/>
                    <a:pt x="16" y="287"/>
                    <a:pt x="16" y="388"/>
                  </a:cubicBezTo>
                  <a:lnTo>
                    <a:pt x="16" y="590"/>
                  </a:lnTo>
                  <a:lnTo>
                    <a:pt x="16" y="708"/>
                  </a:lnTo>
                  <a:cubicBezTo>
                    <a:pt x="16" y="877"/>
                    <a:pt x="16" y="1063"/>
                    <a:pt x="0" y="1249"/>
                  </a:cubicBezTo>
                  <a:cubicBezTo>
                    <a:pt x="0" y="1265"/>
                    <a:pt x="0" y="1265"/>
                    <a:pt x="16" y="1265"/>
                  </a:cubicBezTo>
                  <a:cubicBezTo>
                    <a:pt x="16" y="1265"/>
                    <a:pt x="32" y="1265"/>
                    <a:pt x="32" y="1249"/>
                  </a:cubicBezTo>
                  <a:cubicBezTo>
                    <a:pt x="49" y="1063"/>
                    <a:pt x="49" y="877"/>
                    <a:pt x="32" y="708"/>
                  </a:cubicBezTo>
                  <a:lnTo>
                    <a:pt x="32" y="590"/>
                  </a:lnTo>
                  <a:cubicBezTo>
                    <a:pt x="32" y="526"/>
                    <a:pt x="32" y="457"/>
                    <a:pt x="49" y="388"/>
                  </a:cubicBezTo>
                  <a:cubicBezTo>
                    <a:pt x="49" y="287"/>
                    <a:pt x="49" y="186"/>
                    <a:pt x="32" y="69"/>
                  </a:cubicBezTo>
                  <a:cubicBezTo>
                    <a:pt x="32" y="53"/>
                    <a:pt x="49" y="53"/>
                    <a:pt x="69" y="37"/>
                  </a:cubicBezTo>
                  <a:lnTo>
                    <a:pt x="85" y="37"/>
                  </a:lnTo>
                  <a:cubicBezTo>
                    <a:pt x="150" y="102"/>
                    <a:pt x="202" y="170"/>
                    <a:pt x="251" y="239"/>
                  </a:cubicBezTo>
                  <a:cubicBezTo>
                    <a:pt x="372" y="405"/>
                    <a:pt x="505" y="574"/>
                    <a:pt x="654" y="728"/>
                  </a:cubicBezTo>
                  <a:cubicBezTo>
                    <a:pt x="824" y="910"/>
                    <a:pt x="893" y="1095"/>
                    <a:pt x="877" y="1366"/>
                  </a:cubicBezTo>
                  <a:lnTo>
                    <a:pt x="877" y="1855"/>
                  </a:lnTo>
                  <a:lnTo>
                    <a:pt x="877" y="2004"/>
                  </a:lnTo>
                  <a:lnTo>
                    <a:pt x="877" y="2089"/>
                  </a:lnTo>
                  <a:cubicBezTo>
                    <a:pt x="856" y="2158"/>
                    <a:pt x="840" y="2206"/>
                    <a:pt x="877" y="2275"/>
                  </a:cubicBezTo>
                  <a:lnTo>
                    <a:pt x="893" y="2275"/>
                  </a:lnTo>
                  <a:cubicBezTo>
                    <a:pt x="909" y="2275"/>
                    <a:pt x="909" y="2259"/>
                    <a:pt x="909" y="2259"/>
                  </a:cubicBezTo>
                  <a:cubicBezTo>
                    <a:pt x="877" y="2206"/>
                    <a:pt x="877" y="2158"/>
                    <a:pt x="893" y="2105"/>
                  </a:cubicBezTo>
                  <a:cubicBezTo>
                    <a:pt x="893" y="2073"/>
                    <a:pt x="909" y="2041"/>
                    <a:pt x="909" y="2004"/>
                  </a:cubicBezTo>
                  <a:lnTo>
                    <a:pt x="909" y="1855"/>
                  </a:lnTo>
                  <a:cubicBezTo>
                    <a:pt x="893" y="1685"/>
                    <a:pt x="893" y="1536"/>
                    <a:pt x="909" y="1382"/>
                  </a:cubicBezTo>
                  <a:cubicBezTo>
                    <a:pt x="925" y="1095"/>
                    <a:pt x="856" y="893"/>
                    <a:pt x="675" y="708"/>
                  </a:cubicBezTo>
                  <a:cubicBezTo>
                    <a:pt x="521" y="558"/>
                    <a:pt x="404" y="388"/>
                    <a:pt x="271" y="223"/>
                  </a:cubicBezTo>
                  <a:cubicBezTo>
                    <a:pt x="218" y="154"/>
                    <a:pt x="150" y="85"/>
                    <a:pt x="1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0">
              <a:extLst>
                <a:ext uri="{FF2B5EF4-FFF2-40B4-BE49-F238E27FC236}">
                  <a16:creationId xmlns:a16="http://schemas.microsoft.com/office/drawing/2014/main" id="{5FAB79DD-F020-2F20-16C9-2034523295CE}"/>
                </a:ext>
              </a:extLst>
            </p:cNvPr>
            <p:cNvSpPr/>
            <p:nvPr/>
          </p:nvSpPr>
          <p:spPr>
            <a:xfrm>
              <a:off x="1292743" y="1348929"/>
              <a:ext cx="5264" cy="73600"/>
            </a:xfrm>
            <a:custGeom>
              <a:avLst/>
              <a:gdLst/>
              <a:ahLst/>
              <a:cxnLst/>
              <a:rect l="l" t="t" r="r" b="b"/>
              <a:pathLst>
                <a:path w="53" h="74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17" y="134"/>
                    <a:pt x="17" y="251"/>
                    <a:pt x="17" y="368"/>
                  </a:cubicBezTo>
                  <a:lnTo>
                    <a:pt x="17" y="570"/>
                  </a:lnTo>
                  <a:lnTo>
                    <a:pt x="17" y="623"/>
                  </a:lnTo>
                  <a:cubicBezTo>
                    <a:pt x="17" y="655"/>
                    <a:pt x="17" y="688"/>
                    <a:pt x="37" y="740"/>
                  </a:cubicBezTo>
                  <a:lnTo>
                    <a:pt x="53" y="740"/>
                  </a:lnTo>
                  <a:lnTo>
                    <a:pt x="53" y="724"/>
                  </a:lnTo>
                  <a:cubicBezTo>
                    <a:pt x="37" y="688"/>
                    <a:pt x="37" y="655"/>
                    <a:pt x="53" y="623"/>
                  </a:cubicBezTo>
                  <a:lnTo>
                    <a:pt x="53" y="570"/>
                  </a:lnTo>
                  <a:cubicBezTo>
                    <a:pt x="37" y="506"/>
                    <a:pt x="37" y="437"/>
                    <a:pt x="53" y="368"/>
                  </a:cubicBezTo>
                  <a:cubicBezTo>
                    <a:pt x="53" y="251"/>
                    <a:pt x="53" y="134"/>
                    <a:pt x="37" y="17"/>
                  </a:cubicBezTo>
                  <a:cubicBezTo>
                    <a:pt x="37" y="1"/>
                    <a:pt x="17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0">
              <a:extLst>
                <a:ext uri="{FF2B5EF4-FFF2-40B4-BE49-F238E27FC236}">
                  <a16:creationId xmlns:a16="http://schemas.microsoft.com/office/drawing/2014/main" id="{F523645C-AA9C-A6CC-7DC4-024914032910}"/>
                </a:ext>
              </a:extLst>
            </p:cNvPr>
            <p:cNvSpPr/>
            <p:nvPr/>
          </p:nvSpPr>
          <p:spPr>
            <a:xfrm>
              <a:off x="1921470" y="3296593"/>
              <a:ext cx="132102" cy="225567"/>
            </a:xfrm>
            <a:custGeom>
              <a:avLst/>
              <a:gdLst/>
              <a:ahLst/>
              <a:cxnLst/>
              <a:rect l="l" t="t" r="r" b="b"/>
              <a:pathLst>
                <a:path w="1330" h="2271" extrusionOk="0">
                  <a:moveTo>
                    <a:pt x="69" y="0"/>
                  </a:moveTo>
                  <a:cubicBezTo>
                    <a:pt x="69" y="0"/>
                    <a:pt x="49" y="0"/>
                    <a:pt x="49" y="17"/>
                  </a:cubicBezTo>
                  <a:cubicBezTo>
                    <a:pt x="1" y="134"/>
                    <a:pt x="49" y="219"/>
                    <a:pt x="118" y="303"/>
                  </a:cubicBezTo>
                  <a:cubicBezTo>
                    <a:pt x="287" y="489"/>
                    <a:pt x="473" y="671"/>
                    <a:pt x="623" y="873"/>
                  </a:cubicBezTo>
                  <a:lnTo>
                    <a:pt x="776" y="1026"/>
                  </a:lnTo>
                  <a:cubicBezTo>
                    <a:pt x="825" y="1095"/>
                    <a:pt x="893" y="1176"/>
                    <a:pt x="958" y="1245"/>
                  </a:cubicBezTo>
                  <a:cubicBezTo>
                    <a:pt x="1043" y="1346"/>
                    <a:pt x="1128" y="1447"/>
                    <a:pt x="1213" y="1548"/>
                  </a:cubicBezTo>
                  <a:cubicBezTo>
                    <a:pt x="1281" y="1616"/>
                    <a:pt x="1297" y="1681"/>
                    <a:pt x="1297" y="1766"/>
                  </a:cubicBezTo>
                  <a:lnTo>
                    <a:pt x="1297" y="1952"/>
                  </a:lnTo>
                  <a:cubicBezTo>
                    <a:pt x="1297" y="2053"/>
                    <a:pt x="1297" y="2154"/>
                    <a:pt x="1261" y="2255"/>
                  </a:cubicBezTo>
                  <a:cubicBezTo>
                    <a:pt x="1261" y="2255"/>
                    <a:pt x="1261" y="2271"/>
                    <a:pt x="1281" y="2271"/>
                  </a:cubicBezTo>
                  <a:lnTo>
                    <a:pt x="1297" y="2255"/>
                  </a:lnTo>
                  <a:cubicBezTo>
                    <a:pt x="1330" y="2154"/>
                    <a:pt x="1330" y="2053"/>
                    <a:pt x="1314" y="1952"/>
                  </a:cubicBezTo>
                  <a:lnTo>
                    <a:pt x="1314" y="1766"/>
                  </a:lnTo>
                  <a:cubicBezTo>
                    <a:pt x="1330" y="1665"/>
                    <a:pt x="1297" y="1600"/>
                    <a:pt x="1229" y="1515"/>
                  </a:cubicBezTo>
                  <a:cubicBezTo>
                    <a:pt x="1144" y="1430"/>
                    <a:pt x="1059" y="1329"/>
                    <a:pt x="978" y="1228"/>
                  </a:cubicBezTo>
                  <a:cubicBezTo>
                    <a:pt x="910" y="1160"/>
                    <a:pt x="857" y="1075"/>
                    <a:pt x="792" y="1010"/>
                  </a:cubicBezTo>
                  <a:cubicBezTo>
                    <a:pt x="740" y="958"/>
                    <a:pt x="691" y="909"/>
                    <a:pt x="655" y="857"/>
                  </a:cubicBezTo>
                  <a:cubicBezTo>
                    <a:pt x="489" y="655"/>
                    <a:pt x="320" y="469"/>
                    <a:pt x="134" y="287"/>
                  </a:cubicBezTo>
                  <a:cubicBezTo>
                    <a:pt x="69" y="202"/>
                    <a:pt x="33" y="134"/>
                    <a:pt x="85" y="17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0">
              <a:extLst>
                <a:ext uri="{FF2B5EF4-FFF2-40B4-BE49-F238E27FC236}">
                  <a16:creationId xmlns:a16="http://schemas.microsoft.com/office/drawing/2014/main" id="{2AD4139D-1591-4E8F-8DE6-3B802E57DF08}"/>
                </a:ext>
              </a:extLst>
            </p:cNvPr>
            <p:cNvSpPr/>
            <p:nvPr/>
          </p:nvSpPr>
          <p:spPr>
            <a:xfrm>
              <a:off x="669181" y="2935447"/>
              <a:ext cx="145809" cy="179083"/>
            </a:xfrm>
            <a:custGeom>
              <a:avLst/>
              <a:gdLst/>
              <a:ahLst/>
              <a:cxnLst/>
              <a:rect l="l" t="t" r="r" b="b"/>
              <a:pathLst>
                <a:path w="1468" h="1803" extrusionOk="0">
                  <a:moveTo>
                    <a:pt x="1447" y="1"/>
                  </a:moveTo>
                  <a:cubicBezTo>
                    <a:pt x="1346" y="49"/>
                    <a:pt x="1229" y="102"/>
                    <a:pt x="1112" y="134"/>
                  </a:cubicBezTo>
                  <a:cubicBezTo>
                    <a:pt x="841" y="235"/>
                    <a:pt x="591" y="336"/>
                    <a:pt x="320" y="437"/>
                  </a:cubicBezTo>
                  <a:cubicBezTo>
                    <a:pt x="1" y="554"/>
                    <a:pt x="1" y="570"/>
                    <a:pt x="1" y="910"/>
                  </a:cubicBezTo>
                  <a:lnTo>
                    <a:pt x="1" y="1516"/>
                  </a:lnTo>
                  <a:lnTo>
                    <a:pt x="1" y="1782"/>
                  </a:lnTo>
                  <a:cubicBezTo>
                    <a:pt x="1" y="1802"/>
                    <a:pt x="1" y="1802"/>
                    <a:pt x="17" y="1802"/>
                  </a:cubicBezTo>
                  <a:cubicBezTo>
                    <a:pt x="17" y="1802"/>
                    <a:pt x="33" y="1802"/>
                    <a:pt x="33" y="1782"/>
                  </a:cubicBezTo>
                  <a:lnTo>
                    <a:pt x="17" y="1516"/>
                  </a:lnTo>
                  <a:cubicBezTo>
                    <a:pt x="17" y="1314"/>
                    <a:pt x="17" y="1112"/>
                    <a:pt x="33" y="910"/>
                  </a:cubicBezTo>
                  <a:cubicBezTo>
                    <a:pt x="33" y="590"/>
                    <a:pt x="33" y="590"/>
                    <a:pt x="320" y="469"/>
                  </a:cubicBezTo>
                  <a:cubicBezTo>
                    <a:pt x="591" y="368"/>
                    <a:pt x="861" y="267"/>
                    <a:pt x="1112" y="166"/>
                  </a:cubicBezTo>
                  <a:cubicBezTo>
                    <a:pt x="1229" y="118"/>
                    <a:pt x="1346" y="85"/>
                    <a:pt x="1467" y="33"/>
                  </a:cubicBezTo>
                  <a:lnTo>
                    <a:pt x="1467" y="17"/>
                  </a:lnTo>
                  <a:cubicBezTo>
                    <a:pt x="1467" y="17"/>
                    <a:pt x="1467" y="1"/>
                    <a:pt x="14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0">
              <a:extLst>
                <a:ext uri="{FF2B5EF4-FFF2-40B4-BE49-F238E27FC236}">
                  <a16:creationId xmlns:a16="http://schemas.microsoft.com/office/drawing/2014/main" id="{C2017324-C2B4-043E-74C5-9ADD850AFF0B}"/>
                </a:ext>
              </a:extLst>
            </p:cNvPr>
            <p:cNvSpPr/>
            <p:nvPr/>
          </p:nvSpPr>
          <p:spPr>
            <a:xfrm>
              <a:off x="1444810" y="1703221"/>
              <a:ext cx="3675" cy="75189"/>
            </a:xfrm>
            <a:custGeom>
              <a:avLst/>
              <a:gdLst/>
              <a:ahLst/>
              <a:cxnLst/>
              <a:rect l="l" t="t" r="r" b="b"/>
              <a:pathLst>
                <a:path w="37" h="757" extrusionOk="0">
                  <a:moveTo>
                    <a:pt x="21" y="1"/>
                  </a:moveTo>
                  <a:cubicBezTo>
                    <a:pt x="1" y="170"/>
                    <a:pt x="1" y="320"/>
                    <a:pt x="1" y="473"/>
                  </a:cubicBezTo>
                  <a:lnTo>
                    <a:pt x="1" y="740"/>
                  </a:lnTo>
                  <a:cubicBezTo>
                    <a:pt x="1" y="740"/>
                    <a:pt x="1" y="756"/>
                    <a:pt x="21" y="756"/>
                  </a:cubicBezTo>
                  <a:lnTo>
                    <a:pt x="21" y="740"/>
                  </a:lnTo>
                  <a:cubicBezTo>
                    <a:pt x="37" y="639"/>
                    <a:pt x="37" y="554"/>
                    <a:pt x="21" y="473"/>
                  </a:cubicBezTo>
                  <a:cubicBezTo>
                    <a:pt x="21" y="320"/>
                    <a:pt x="21" y="170"/>
                    <a:pt x="37" y="1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0">
              <a:extLst>
                <a:ext uri="{FF2B5EF4-FFF2-40B4-BE49-F238E27FC236}">
                  <a16:creationId xmlns:a16="http://schemas.microsoft.com/office/drawing/2014/main" id="{79923EE4-A6EB-BCE0-E8CA-D2ABE8DA4488}"/>
                </a:ext>
              </a:extLst>
            </p:cNvPr>
            <p:cNvSpPr/>
            <p:nvPr/>
          </p:nvSpPr>
          <p:spPr>
            <a:xfrm>
              <a:off x="1443220" y="2241761"/>
              <a:ext cx="5264" cy="75090"/>
            </a:xfrm>
            <a:custGeom>
              <a:avLst/>
              <a:gdLst/>
              <a:ahLst/>
              <a:cxnLst/>
              <a:rect l="l" t="t" r="r" b="b"/>
              <a:pathLst>
                <a:path w="53" h="756" extrusionOk="0">
                  <a:moveTo>
                    <a:pt x="53" y="0"/>
                  </a:moveTo>
                  <a:cubicBezTo>
                    <a:pt x="37" y="0"/>
                    <a:pt x="37" y="16"/>
                    <a:pt x="37" y="16"/>
                  </a:cubicBezTo>
                  <a:cubicBezTo>
                    <a:pt x="17" y="133"/>
                    <a:pt x="17" y="251"/>
                    <a:pt x="17" y="368"/>
                  </a:cubicBezTo>
                  <a:lnTo>
                    <a:pt x="17" y="606"/>
                  </a:lnTo>
                  <a:lnTo>
                    <a:pt x="17" y="654"/>
                  </a:lnTo>
                  <a:cubicBezTo>
                    <a:pt x="17" y="687"/>
                    <a:pt x="17" y="707"/>
                    <a:pt x="0" y="739"/>
                  </a:cubicBezTo>
                  <a:lnTo>
                    <a:pt x="0" y="755"/>
                  </a:lnTo>
                  <a:lnTo>
                    <a:pt x="37" y="755"/>
                  </a:lnTo>
                  <a:cubicBezTo>
                    <a:pt x="53" y="723"/>
                    <a:pt x="53" y="687"/>
                    <a:pt x="37" y="638"/>
                  </a:cubicBezTo>
                  <a:lnTo>
                    <a:pt x="37" y="606"/>
                  </a:lnTo>
                  <a:cubicBezTo>
                    <a:pt x="53" y="521"/>
                    <a:pt x="53" y="453"/>
                    <a:pt x="37" y="368"/>
                  </a:cubicBezTo>
                  <a:cubicBezTo>
                    <a:pt x="37" y="251"/>
                    <a:pt x="37" y="133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0">
              <a:extLst>
                <a:ext uri="{FF2B5EF4-FFF2-40B4-BE49-F238E27FC236}">
                  <a16:creationId xmlns:a16="http://schemas.microsoft.com/office/drawing/2014/main" id="{EDA335A2-733F-F6E7-9A9A-78091E9B9FC3}"/>
                </a:ext>
              </a:extLst>
            </p:cNvPr>
            <p:cNvSpPr/>
            <p:nvPr/>
          </p:nvSpPr>
          <p:spPr>
            <a:xfrm>
              <a:off x="1794334" y="3625955"/>
              <a:ext cx="6853" cy="72011"/>
            </a:xfrm>
            <a:custGeom>
              <a:avLst/>
              <a:gdLst/>
              <a:ahLst/>
              <a:cxnLst/>
              <a:rect l="l" t="t" r="r" b="b"/>
              <a:pathLst>
                <a:path w="69" h="725" extrusionOk="0">
                  <a:moveTo>
                    <a:pt x="53" y="1"/>
                  </a:moveTo>
                  <a:cubicBezTo>
                    <a:pt x="36" y="1"/>
                    <a:pt x="36" y="1"/>
                    <a:pt x="36" y="17"/>
                  </a:cubicBezTo>
                  <a:cubicBezTo>
                    <a:pt x="16" y="118"/>
                    <a:pt x="16" y="235"/>
                    <a:pt x="16" y="336"/>
                  </a:cubicBezTo>
                  <a:lnTo>
                    <a:pt x="16" y="538"/>
                  </a:lnTo>
                  <a:lnTo>
                    <a:pt x="16" y="587"/>
                  </a:lnTo>
                  <a:cubicBezTo>
                    <a:pt x="16" y="623"/>
                    <a:pt x="36" y="655"/>
                    <a:pt x="0" y="688"/>
                  </a:cubicBezTo>
                  <a:cubicBezTo>
                    <a:pt x="0" y="708"/>
                    <a:pt x="0" y="708"/>
                    <a:pt x="16" y="708"/>
                  </a:cubicBezTo>
                  <a:lnTo>
                    <a:pt x="16" y="724"/>
                  </a:lnTo>
                  <a:lnTo>
                    <a:pt x="36" y="708"/>
                  </a:lnTo>
                  <a:cubicBezTo>
                    <a:pt x="53" y="672"/>
                    <a:pt x="53" y="623"/>
                    <a:pt x="53" y="587"/>
                  </a:cubicBezTo>
                  <a:lnTo>
                    <a:pt x="53" y="538"/>
                  </a:lnTo>
                  <a:lnTo>
                    <a:pt x="53" y="336"/>
                  </a:lnTo>
                  <a:cubicBezTo>
                    <a:pt x="53" y="235"/>
                    <a:pt x="36" y="118"/>
                    <a:pt x="69" y="17"/>
                  </a:cubicBezTo>
                  <a:lnTo>
                    <a:pt x="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0">
              <a:extLst>
                <a:ext uri="{FF2B5EF4-FFF2-40B4-BE49-F238E27FC236}">
                  <a16:creationId xmlns:a16="http://schemas.microsoft.com/office/drawing/2014/main" id="{6DB581A0-28AC-7E2B-8321-316995D5B35A}"/>
                </a:ext>
              </a:extLst>
            </p:cNvPr>
            <p:cNvSpPr/>
            <p:nvPr/>
          </p:nvSpPr>
          <p:spPr>
            <a:xfrm>
              <a:off x="669181" y="2778216"/>
              <a:ext cx="150577" cy="162198"/>
            </a:xfrm>
            <a:custGeom>
              <a:avLst/>
              <a:gdLst/>
              <a:ahLst/>
              <a:cxnLst/>
              <a:rect l="l" t="t" r="r" b="b"/>
              <a:pathLst>
                <a:path w="1516" h="1633" extrusionOk="0">
                  <a:moveTo>
                    <a:pt x="1447" y="0"/>
                  </a:moveTo>
                  <a:cubicBezTo>
                    <a:pt x="1265" y="53"/>
                    <a:pt x="1079" y="133"/>
                    <a:pt x="894" y="218"/>
                  </a:cubicBezTo>
                  <a:cubicBezTo>
                    <a:pt x="740" y="287"/>
                    <a:pt x="607" y="356"/>
                    <a:pt x="457" y="404"/>
                  </a:cubicBezTo>
                  <a:cubicBezTo>
                    <a:pt x="389" y="420"/>
                    <a:pt x="336" y="457"/>
                    <a:pt x="271" y="489"/>
                  </a:cubicBezTo>
                  <a:cubicBezTo>
                    <a:pt x="219" y="505"/>
                    <a:pt x="170" y="537"/>
                    <a:pt x="102" y="558"/>
                  </a:cubicBezTo>
                  <a:cubicBezTo>
                    <a:pt x="33" y="590"/>
                    <a:pt x="1" y="622"/>
                    <a:pt x="1" y="691"/>
                  </a:cubicBezTo>
                  <a:lnTo>
                    <a:pt x="1" y="1515"/>
                  </a:lnTo>
                  <a:cubicBezTo>
                    <a:pt x="1" y="1547"/>
                    <a:pt x="17" y="1584"/>
                    <a:pt x="33" y="1632"/>
                  </a:cubicBezTo>
                  <a:lnTo>
                    <a:pt x="53" y="1632"/>
                  </a:lnTo>
                  <a:lnTo>
                    <a:pt x="235" y="1567"/>
                  </a:lnTo>
                  <a:cubicBezTo>
                    <a:pt x="372" y="1515"/>
                    <a:pt x="506" y="1446"/>
                    <a:pt x="659" y="1398"/>
                  </a:cubicBezTo>
                  <a:cubicBezTo>
                    <a:pt x="724" y="1366"/>
                    <a:pt x="809" y="1329"/>
                    <a:pt x="877" y="1313"/>
                  </a:cubicBezTo>
                  <a:cubicBezTo>
                    <a:pt x="1043" y="1228"/>
                    <a:pt x="1213" y="1164"/>
                    <a:pt x="1382" y="1111"/>
                  </a:cubicBezTo>
                  <a:cubicBezTo>
                    <a:pt x="1483" y="1079"/>
                    <a:pt x="1516" y="1026"/>
                    <a:pt x="1516" y="909"/>
                  </a:cubicBezTo>
                  <a:lnTo>
                    <a:pt x="1516" y="638"/>
                  </a:lnTo>
                  <a:cubicBezTo>
                    <a:pt x="1516" y="505"/>
                    <a:pt x="1516" y="372"/>
                    <a:pt x="1500" y="234"/>
                  </a:cubicBezTo>
                  <a:cubicBezTo>
                    <a:pt x="1500" y="234"/>
                    <a:pt x="1500" y="218"/>
                    <a:pt x="1483" y="218"/>
                  </a:cubicBezTo>
                  <a:lnTo>
                    <a:pt x="1467" y="234"/>
                  </a:lnTo>
                  <a:cubicBezTo>
                    <a:pt x="1483" y="372"/>
                    <a:pt x="1483" y="505"/>
                    <a:pt x="1483" y="638"/>
                  </a:cubicBezTo>
                  <a:lnTo>
                    <a:pt x="1483" y="909"/>
                  </a:lnTo>
                  <a:cubicBezTo>
                    <a:pt x="1500" y="1010"/>
                    <a:pt x="1467" y="1042"/>
                    <a:pt x="1382" y="1079"/>
                  </a:cubicBezTo>
                  <a:cubicBezTo>
                    <a:pt x="1197" y="1143"/>
                    <a:pt x="1027" y="1212"/>
                    <a:pt x="877" y="1281"/>
                  </a:cubicBezTo>
                  <a:cubicBezTo>
                    <a:pt x="793" y="1313"/>
                    <a:pt x="724" y="1345"/>
                    <a:pt x="639" y="1382"/>
                  </a:cubicBezTo>
                  <a:cubicBezTo>
                    <a:pt x="506" y="1430"/>
                    <a:pt x="356" y="1483"/>
                    <a:pt x="219" y="1547"/>
                  </a:cubicBezTo>
                  <a:lnTo>
                    <a:pt x="53" y="1616"/>
                  </a:lnTo>
                  <a:cubicBezTo>
                    <a:pt x="33" y="1567"/>
                    <a:pt x="17" y="1547"/>
                    <a:pt x="17" y="1515"/>
                  </a:cubicBezTo>
                  <a:cubicBezTo>
                    <a:pt x="33" y="1228"/>
                    <a:pt x="33" y="962"/>
                    <a:pt x="17" y="691"/>
                  </a:cubicBezTo>
                  <a:cubicBezTo>
                    <a:pt x="17" y="638"/>
                    <a:pt x="53" y="606"/>
                    <a:pt x="118" y="590"/>
                  </a:cubicBezTo>
                  <a:cubicBezTo>
                    <a:pt x="170" y="558"/>
                    <a:pt x="235" y="537"/>
                    <a:pt x="288" y="505"/>
                  </a:cubicBezTo>
                  <a:cubicBezTo>
                    <a:pt x="336" y="473"/>
                    <a:pt x="405" y="457"/>
                    <a:pt x="473" y="420"/>
                  </a:cubicBezTo>
                  <a:cubicBezTo>
                    <a:pt x="607" y="372"/>
                    <a:pt x="760" y="303"/>
                    <a:pt x="894" y="255"/>
                  </a:cubicBezTo>
                  <a:cubicBezTo>
                    <a:pt x="1079" y="170"/>
                    <a:pt x="1265" y="85"/>
                    <a:pt x="1467" y="16"/>
                  </a:cubicBezTo>
                  <a:lnTo>
                    <a:pt x="14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0">
              <a:extLst>
                <a:ext uri="{FF2B5EF4-FFF2-40B4-BE49-F238E27FC236}">
                  <a16:creationId xmlns:a16="http://schemas.microsoft.com/office/drawing/2014/main" id="{34EB1904-0FFC-C371-BE71-5EBBE10EA2AE}"/>
                </a:ext>
              </a:extLst>
            </p:cNvPr>
            <p:cNvSpPr/>
            <p:nvPr/>
          </p:nvSpPr>
          <p:spPr>
            <a:xfrm>
              <a:off x="1643857" y="3160220"/>
              <a:ext cx="6853" cy="72706"/>
            </a:xfrm>
            <a:custGeom>
              <a:avLst/>
              <a:gdLst/>
              <a:ahLst/>
              <a:cxnLst/>
              <a:rect l="l" t="t" r="r" b="b"/>
              <a:pathLst>
                <a:path w="69" h="732" extrusionOk="0">
                  <a:moveTo>
                    <a:pt x="49" y="1"/>
                  </a:moveTo>
                  <a:cubicBezTo>
                    <a:pt x="44" y="1"/>
                    <a:pt x="37" y="8"/>
                    <a:pt x="37" y="8"/>
                  </a:cubicBezTo>
                  <a:cubicBezTo>
                    <a:pt x="16" y="125"/>
                    <a:pt x="16" y="246"/>
                    <a:pt x="16" y="363"/>
                  </a:cubicBezTo>
                  <a:lnTo>
                    <a:pt x="16" y="582"/>
                  </a:lnTo>
                  <a:lnTo>
                    <a:pt x="16" y="630"/>
                  </a:lnTo>
                  <a:cubicBezTo>
                    <a:pt x="16" y="650"/>
                    <a:pt x="37" y="683"/>
                    <a:pt x="16" y="715"/>
                  </a:cubicBezTo>
                  <a:cubicBezTo>
                    <a:pt x="0" y="715"/>
                    <a:pt x="0" y="715"/>
                    <a:pt x="16" y="731"/>
                  </a:cubicBezTo>
                  <a:lnTo>
                    <a:pt x="37" y="715"/>
                  </a:lnTo>
                  <a:cubicBezTo>
                    <a:pt x="53" y="683"/>
                    <a:pt x="53" y="650"/>
                    <a:pt x="53" y="614"/>
                  </a:cubicBezTo>
                  <a:lnTo>
                    <a:pt x="53" y="582"/>
                  </a:lnTo>
                  <a:lnTo>
                    <a:pt x="53" y="363"/>
                  </a:lnTo>
                  <a:cubicBezTo>
                    <a:pt x="53" y="246"/>
                    <a:pt x="53" y="125"/>
                    <a:pt x="69" y="8"/>
                  </a:cubicBezTo>
                  <a:lnTo>
                    <a:pt x="53" y="8"/>
                  </a:lnTo>
                  <a:cubicBezTo>
                    <a:pt x="53" y="3"/>
                    <a:pt x="51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0">
              <a:extLst>
                <a:ext uri="{FF2B5EF4-FFF2-40B4-BE49-F238E27FC236}">
                  <a16:creationId xmlns:a16="http://schemas.microsoft.com/office/drawing/2014/main" id="{D23A0693-8FE1-AE24-80C7-F27DAFE542FE}"/>
                </a:ext>
              </a:extLst>
            </p:cNvPr>
            <p:cNvSpPr/>
            <p:nvPr/>
          </p:nvSpPr>
          <p:spPr>
            <a:xfrm>
              <a:off x="1443220" y="2602808"/>
              <a:ext cx="5264" cy="71911"/>
            </a:xfrm>
            <a:custGeom>
              <a:avLst/>
              <a:gdLst/>
              <a:ahLst/>
              <a:cxnLst/>
              <a:rect l="l" t="t" r="r" b="b"/>
              <a:pathLst>
                <a:path w="53" h="724" extrusionOk="0">
                  <a:moveTo>
                    <a:pt x="17" y="1"/>
                  </a:moveTo>
                  <a:lnTo>
                    <a:pt x="17" y="267"/>
                  </a:lnTo>
                  <a:cubicBezTo>
                    <a:pt x="17" y="421"/>
                    <a:pt x="17" y="554"/>
                    <a:pt x="0" y="708"/>
                  </a:cubicBezTo>
                  <a:cubicBezTo>
                    <a:pt x="0" y="708"/>
                    <a:pt x="0" y="724"/>
                    <a:pt x="17" y="724"/>
                  </a:cubicBezTo>
                  <a:cubicBezTo>
                    <a:pt x="17" y="724"/>
                    <a:pt x="37" y="724"/>
                    <a:pt x="37" y="708"/>
                  </a:cubicBezTo>
                  <a:cubicBezTo>
                    <a:pt x="53" y="554"/>
                    <a:pt x="53" y="421"/>
                    <a:pt x="37" y="267"/>
                  </a:cubicBezTo>
                  <a:lnTo>
                    <a:pt x="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0">
              <a:extLst>
                <a:ext uri="{FF2B5EF4-FFF2-40B4-BE49-F238E27FC236}">
                  <a16:creationId xmlns:a16="http://schemas.microsoft.com/office/drawing/2014/main" id="{5F359835-324F-6436-7327-B9B642CA0038}"/>
                </a:ext>
              </a:extLst>
            </p:cNvPr>
            <p:cNvSpPr/>
            <p:nvPr/>
          </p:nvSpPr>
          <p:spPr>
            <a:xfrm>
              <a:off x="687655" y="1933953"/>
              <a:ext cx="132102" cy="192293"/>
            </a:xfrm>
            <a:custGeom>
              <a:avLst/>
              <a:gdLst/>
              <a:ahLst/>
              <a:cxnLst/>
              <a:rect l="l" t="t" r="r" b="b"/>
              <a:pathLst>
                <a:path w="1330" h="1936" extrusionOk="0">
                  <a:moveTo>
                    <a:pt x="1261" y="1"/>
                  </a:moveTo>
                  <a:lnTo>
                    <a:pt x="1261" y="17"/>
                  </a:lnTo>
                  <a:cubicBezTo>
                    <a:pt x="1297" y="219"/>
                    <a:pt x="1297" y="251"/>
                    <a:pt x="1160" y="320"/>
                  </a:cubicBezTo>
                  <a:cubicBezTo>
                    <a:pt x="1059" y="372"/>
                    <a:pt x="958" y="437"/>
                    <a:pt x="857" y="489"/>
                  </a:cubicBezTo>
                  <a:cubicBezTo>
                    <a:pt x="691" y="590"/>
                    <a:pt x="506" y="691"/>
                    <a:pt x="320" y="776"/>
                  </a:cubicBezTo>
                  <a:cubicBezTo>
                    <a:pt x="304" y="792"/>
                    <a:pt x="271" y="809"/>
                    <a:pt x="251" y="825"/>
                  </a:cubicBezTo>
                  <a:cubicBezTo>
                    <a:pt x="203" y="857"/>
                    <a:pt x="170" y="877"/>
                    <a:pt x="102" y="893"/>
                  </a:cubicBezTo>
                  <a:cubicBezTo>
                    <a:pt x="49" y="910"/>
                    <a:pt x="1" y="942"/>
                    <a:pt x="1" y="1027"/>
                  </a:cubicBezTo>
                  <a:lnTo>
                    <a:pt x="1" y="1362"/>
                  </a:lnTo>
                  <a:cubicBezTo>
                    <a:pt x="1" y="1548"/>
                    <a:pt x="1" y="1750"/>
                    <a:pt x="17" y="1936"/>
                  </a:cubicBezTo>
                  <a:lnTo>
                    <a:pt x="49" y="1936"/>
                  </a:lnTo>
                  <a:cubicBezTo>
                    <a:pt x="17" y="1750"/>
                    <a:pt x="33" y="1548"/>
                    <a:pt x="33" y="1362"/>
                  </a:cubicBezTo>
                  <a:lnTo>
                    <a:pt x="33" y="1027"/>
                  </a:lnTo>
                  <a:cubicBezTo>
                    <a:pt x="33" y="958"/>
                    <a:pt x="69" y="926"/>
                    <a:pt x="118" y="926"/>
                  </a:cubicBezTo>
                  <a:cubicBezTo>
                    <a:pt x="170" y="910"/>
                    <a:pt x="219" y="877"/>
                    <a:pt x="271" y="841"/>
                  </a:cubicBezTo>
                  <a:cubicBezTo>
                    <a:pt x="287" y="825"/>
                    <a:pt x="304" y="825"/>
                    <a:pt x="336" y="809"/>
                  </a:cubicBezTo>
                  <a:cubicBezTo>
                    <a:pt x="522" y="708"/>
                    <a:pt x="708" y="607"/>
                    <a:pt x="877" y="506"/>
                  </a:cubicBezTo>
                  <a:lnTo>
                    <a:pt x="1180" y="352"/>
                  </a:lnTo>
                  <a:cubicBezTo>
                    <a:pt x="1314" y="271"/>
                    <a:pt x="1330" y="235"/>
                    <a:pt x="12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0">
              <a:extLst>
                <a:ext uri="{FF2B5EF4-FFF2-40B4-BE49-F238E27FC236}">
                  <a16:creationId xmlns:a16="http://schemas.microsoft.com/office/drawing/2014/main" id="{6D31A284-E92E-DECE-7F19-5BB9DC65FAF1}"/>
                </a:ext>
              </a:extLst>
            </p:cNvPr>
            <p:cNvSpPr/>
            <p:nvPr/>
          </p:nvSpPr>
          <p:spPr>
            <a:xfrm>
              <a:off x="2080390" y="2529009"/>
              <a:ext cx="106774" cy="279401"/>
            </a:xfrm>
            <a:custGeom>
              <a:avLst/>
              <a:gdLst/>
              <a:ahLst/>
              <a:cxnLst/>
              <a:rect l="l" t="t" r="r" b="b"/>
              <a:pathLst>
                <a:path w="1075" h="2813" extrusionOk="0">
                  <a:moveTo>
                    <a:pt x="65" y="0"/>
                  </a:moveTo>
                  <a:cubicBezTo>
                    <a:pt x="33" y="37"/>
                    <a:pt x="33" y="69"/>
                    <a:pt x="33" y="101"/>
                  </a:cubicBezTo>
                  <a:lnTo>
                    <a:pt x="33" y="118"/>
                  </a:lnTo>
                  <a:lnTo>
                    <a:pt x="33" y="255"/>
                  </a:lnTo>
                  <a:cubicBezTo>
                    <a:pt x="33" y="320"/>
                    <a:pt x="49" y="388"/>
                    <a:pt x="33" y="457"/>
                  </a:cubicBezTo>
                  <a:cubicBezTo>
                    <a:pt x="0" y="744"/>
                    <a:pt x="65" y="994"/>
                    <a:pt x="251" y="1265"/>
                  </a:cubicBezTo>
                  <a:cubicBezTo>
                    <a:pt x="368" y="1431"/>
                    <a:pt x="489" y="1616"/>
                    <a:pt x="590" y="1802"/>
                  </a:cubicBezTo>
                  <a:cubicBezTo>
                    <a:pt x="707" y="1988"/>
                    <a:pt x="824" y="2174"/>
                    <a:pt x="942" y="2339"/>
                  </a:cubicBezTo>
                  <a:cubicBezTo>
                    <a:pt x="1043" y="2493"/>
                    <a:pt x="1043" y="2626"/>
                    <a:pt x="1010" y="2796"/>
                  </a:cubicBezTo>
                  <a:lnTo>
                    <a:pt x="1010" y="2812"/>
                  </a:lnTo>
                  <a:lnTo>
                    <a:pt x="1026" y="2812"/>
                  </a:lnTo>
                  <a:cubicBezTo>
                    <a:pt x="1075" y="2626"/>
                    <a:pt x="1075" y="2493"/>
                    <a:pt x="958" y="2323"/>
                  </a:cubicBezTo>
                  <a:cubicBezTo>
                    <a:pt x="841" y="2158"/>
                    <a:pt x="723" y="1972"/>
                    <a:pt x="622" y="1786"/>
                  </a:cubicBezTo>
                  <a:cubicBezTo>
                    <a:pt x="505" y="1600"/>
                    <a:pt x="388" y="1414"/>
                    <a:pt x="267" y="1249"/>
                  </a:cubicBezTo>
                  <a:cubicBezTo>
                    <a:pt x="85" y="978"/>
                    <a:pt x="17" y="724"/>
                    <a:pt x="65" y="473"/>
                  </a:cubicBezTo>
                  <a:lnTo>
                    <a:pt x="65" y="255"/>
                  </a:lnTo>
                  <a:cubicBezTo>
                    <a:pt x="65" y="219"/>
                    <a:pt x="49" y="170"/>
                    <a:pt x="65" y="118"/>
                  </a:cubicBezTo>
                  <a:lnTo>
                    <a:pt x="65" y="101"/>
                  </a:lnTo>
                  <a:cubicBezTo>
                    <a:pt x="49" y="69"/>
                    <a:pt x="49" y="37"/>
                    <a:pt x="85" y="17"/>
                  </a:cubicBezTo>
                  <a:lnTo>
                    <a:pt x="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0">
              <a:extLst>
                <a:ext uri="{FF2B5EF4-FFF2-40B4-BE49-F238E27FC236}">
                  <a16:creationId xmlns:a16="http://schemas.microsoft.com/office/drawing/2014/main" id="{4BFEC86B-0B49-EE7F-EABF-12FF122A6DD5}"/>
                </a:ext>
              </a:extLst>
            </p:cNvPr>
            <p:cNvSpPr/>
            <p:nvPr/>
          </p:nvSpPr>
          <p:spPr>
            <a:xfrm>
              <a:off x="1264237" y="3251797"/>
              <a:ext cx="210768" cy="153656"/>
            </a:xfrm>
            <a:custGeom>
              <a:avLst/>
              <a:gdLst/>
              <a:ahLst/>
              <a:cxnLst/>
              <a:rect l="l" t="t" r="r" b="b"/>
              <a:pathLst>
                <a:path w="2122" h="1547" extrusionOk="0">
                  <a:moveTo>
                    <a:pt x="1438" y="1"/>
                  </a:moveTo>
                  <a:cubicBezTo>
                    <a:pt x="1421" y="1"/>
                    <a:pt x="1403" y="5"/>
                    <a:pt x="1382" y="11"/>
                  </a:cubicBezTo>
                  <a:lnTo>
                    <a:pt x="1148" y="80"/>
                  </a:lnTo>
                  <a:cubicBezTo>
                    <a:pt x="809" y="197"/>
                    <a:pt x="457" y="314"/>
                    <a:pt x="102" y="435"/>
                  </a:cubicBezTo>
                  <a:cubicBezTo>
                    <a:pt x="21" y="451"/>
                    <a:pt x="1" y="516"/>
                    <a:pt x="1" y="585"/>
                  </a:cubicBezTo>
                  <a:lnTo>
                    <a:pt x="1" y="1223"/>
                  </a:lnTo>
                  <a:lnTo>
                    <a:pt x="1" y="1477"/>
                  </a:lnTo>
                  <a:lnTo>
                    <a:pt x="37" y="1477"/>
                  </a:lnTo>
                  <a:lnTo>
                    <a:pt x="37" y="1223"/>
                  </a:lnTo>
                  <a:lnTo>
                    <a:pt x="37" y="585"/>
                  </a:lnTo>
                  <a:cubicBezTo>
                    <a:pt x="37" y="516"/>
                    <a:pt x="53" y="484"/>
                    <a:pt x="122" y="451"/>
                  </a:cubicBezTo>
                  <a:cubicBezTo>
                    <a:pt x="473" y="350"/>
                    <a:pt x="829" y="233"/>
                    <a:pt x="1164" y="112"/>
                  </a:cubicBezTo>
                  <a:lnTo>
                    <a:pt x="1382" y="31"/>
                  </a:lnTo>
                  <a:cubicBezTo>
                    <a:pt x="1435" y="31"/>
                    <a:pt x="1467" y="31"/>
                    <a:pt x="1499" y="64"/>
                  </a:cubicBezTo>
                  <a:cubicBezTo>
                    <a:pt x="1617" y="148"/>
                    <a:pt x="1738" y="266"/>
                    <a:pt x="1839" y="367"/>
                  </a:cubicBezTo>
                  <a:cubicBezTo>
                    <a:pt x="1903" y="451"/>
                    <a:pt x="1988" y="536"/>
                    <a:pt x="2073" y="601"/>
                  </a:cubicBezTo>
                  <a:cubicBezTo>
                    <a:pt x="2089" y="617"/>
                    <a:pt x="2089" y="637"/>
                    <a:pt x="2089" y="670"/>
                  </a:cubicBezTo>
                  <a:lnTo>
                    <a:pt x="2089" y="920"/>
                  </a:lnTo>
                  <a:lnTo>
                    <a:pt x="2089" y="1425"/>
                  </a:lnTo>
                  <a:cubicBezTo>
                    <a:pt x="2089" y="1445"/>
                    <a:pt x="2073" y="1461"/>
                    <a:pt x="2073" y="1494"/>
                  </a:cubicBezTo>
                  <a:cubicBezTo>
                    <a:pt x="2073" y="1494"/>
                    <a:pt x="2073" y="1510"/>
                    <a:pt x="2057" y="1526"/>
                  </a:cubicBezTo>
                  <a:lnTo>
                    <a:pt x="2073" y="1546"/>
                  </a:lnTo>
                  <a:lnTo>
                    <a:pt x="2089" y="1526"/>
                  </a:lnTo>
                  <a:lnTo>
                    <a:pt x="2089" y="1494"/>
                  </a:lnTo>
                  <a:cubicBezTo>
                    <a:pt x="2105" y="1477"/>
                    <a:pt x="2105" y="1461"/>
                    <a:pt x="2105" y="1425"/>
                  </a:cubicBezTo>
                  <a:cubicBezTo>
                    <a:pt x="2121" y="1259"/>
                    <a:pt x="2121" y="1090"/>
                    <a:pt x="2121" y="920"/>
                  </a:cubicBezTo>
                  <a:lnTo>
                    <a:pt x="2121" y="670"/>
                  </a:lnTo>
                  <a:cubicBezTo>
                    <a:pt x="2121" y="637"/>
                    <a:pt x="2121" y="601"/>
                    <a:pt x="2089" y="585"/>
                  </a:cubicBezTo>
                  <a:cubicBezTo>
                    <a:pt x="2004" y="500"/>
                    <a:pt x="1919" y="435"/>
                    <a:pt x="1855" y="350"/>
                  </a:cubicBezTo>
                  <a:cubicBezTo>
                    <a:pt x="1754" y="249"/>
                    <a:pt x="1637" y="132"/>
                    <a:pt x="1516" y="31"/>
                  </a:cubicBezTo>
                  <a:cubicBezTo>
                    <a:pt x="1486" y="9"/>
                    <a:pt x="1463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0">
              <a:extLst>
                <a:ext uri="{FF2B5EF4-FFF2-40B4-BE49-F238E27FC236}">
                  <a16:creationId xmlns:a16="http://schemas.microsoft.com/office/drawing/2014/main" id="{2101D737-E61B-B6B9-FB8E-6B9C59BA2278}"/>
                </a:ext>
              </a:extLst>
            </p:cNvPr>
            <p:cNvSpPr/>
            <p:nvPr/>
          </p:nvSpPr>
          <p:spPr>
            <a:xfrm>
              <a:off x="610678" y="3050664"/>
              <a:ext cx="1689" cy="75487"/>
            </a:xfrm>
            <a:custGeom>
              <a:avLst/>
              <a:gdLst/>
              <a:ahLst/>
              <a:cxnLst/>
              <a:rect l="l" t="t" r="r" b="b"/>
              <a:pathLst>
                <a:path w="17" h="760" extrusionOk="0">
                  <a:moveTo>
                    <a:pt x="0" y="0"/>
                  </a:moveTo>
                  <a:lnTo>
                    <a:pt x="0" y="743"/>
                  </a:lnTo>
                  <a:lnTo>
                    <a:pt x="0" y="760"/>
                  </a:lnTo>
                  <a:cubicBezTo>
                    <a:pt x="16" y="760"/>
                    <a:pt x="16" y="743"/>
                    <a:pt x="16" y="743"/>
                  </a:cubicBez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0">
              <a:extLst>
                <a:ext uri="{FF2B5EF4-FFF2-40B4-BE49-F238E27FC236}">
                  <a16:creationId xmlns:a16="http://schemas.microsoft.com/office/drawing/2014/main" id="{C9CD8E99-985E-B032-C9A4-4E06AE08B5F4}"/>
                </a:ext>
              </a:extLst>
            </p:cNvPr>
            <p:cNvSpPr/>
            <p:nvPr/>
          </p:nvSpPr>
          <p:spPr>
            <a:xfrm>
              <a:off x="2081979" y="3370888"/>
              <a:ext cx="105185" cy="358762"/>
            </a:xfrm>
            <a:custGeom>
              <a:avLst/>
              <a:gdLst/>
              <a:ahLst/>
              <a:cxnLst/>
              <a:rect l="l" t="t" r="r" b="b"/>
              <a:pathLst>
                <a:path w="1059" h="3612" extrusionOk="0">
                  <a:moveTo>
                    <a:pt x="55" y="1"/>
                  </a:moveTo>
                  <a:cubicBezTo>
                    <a:pt x="49" y="1"/>
                    <a:pt x="49" y="8"/>
                    <a:pt x="49" y="8"/>
                  </a:cubicBezTo>
                  <a:cubicBezTo>
                    <a:pt x="1" y="125"/>
                    <a:pt x="17" y="262"/>
                    <a:pt x="17" y="379"/>
                  </a:cubicBezTo>
                  <a:lnTo>
                    <a:pt x="17" y="581"/>
                  </a:lnTo>
                  <a:cubicBezTo>
                    <a:pt x="17" y="614"/>
                    <a:pt x="33" y="630"/>
                    <a:pt x="69" y="666"/>
                  </a:cubicBezTo>
                  <a:lnTo>
                    <a:pt x="170" y="783"/>
                  </a:lnTo>
                  <a:cubicBezTo>
                    <a:pt x="372" y="1018"/>
                    <a:pt x="590" y="1272"/>
                    <a:pt x="792" y="1507"/>
                  </a:cubicBezTo>
                  <a:cubicBezTo>
                    <a:pt x="808" y="1523"/>
                    <a:pt x="825" y="1559"/>
                    <a:pt x="841" y="1575"/>
                  </a:cubicBezTo>
                  <a:cubicBezTo>
                    <a:pt x="893" y="1624"/>
                    <a:pt x="926" y="1692"/>
                    <a:pt x="994" y="1725"/>
                  </a:cubicBezTo>
                  <a:cubicBezTo>
                    <a:pt x="1010" y="1741"/>
                    <a:pt x="1010" y="1761"/>
                    <a:pt x="1010" y="1793"/>
                  </a:cubicBezTo>
                  <a:cubicBezTo>
                    <a:pt x="1010" y="1979"/>
                    <a:pt x="1027" y="2145"/>
                    <a:pt x="1027" y="2331"/>
                  </a:cubicBezTo>
                  <a:lnTo>
                    <a:pt x="1027" y="2872"/>
                  </a:lnTo>
                  <a:lnTo>
                    <a:pt x="1027" y="3207"/>
                  </a:lnTo>
                  <a:lnTo>
                    <a:pt x="1027" y="3409"/>
                  </a:lnTo>
                  <a:lnTo>
                    <a:pt x="1027" y="3425"/>
                  </a:lnTo>
                  <a:cubicBezTo>
                    <a:pt x="1027" y="3494"/>
                    <a:pt x="1027" y="3542"/>
                    <a:pt x="978" y="3579"/>
                  </a:cubicBezTo>
                  <a:lnTo>
                    <a:pt x="978" y="3611"/>
                  </a:lnTo>
                  <a:lnTo>
                    <a:pt x="994" y="3611"/>
                  </a:lnTo>
                  <a:cubicBezTo>
                    <a:pt x="1059" y="3559"/>
                    <a:pt x="1059" y="3494"/>
                    <a:pt x="1059" y="3425"/>
                  </a:cubicBezTo>
                  <a:lnTo>
                    <a:pt x="1059" y="3409"/>
                  </a:lnTo>
                  <a:lnTo>
                    <a:pt x="1059" y="3207"/>
                  </a:lnTo>
                  <a:lnTo>
                    <a:pt x="1059" y="2872"/>
                  </a:lnTo>
                  <a:cubicBezTo>
                    <a:pt x="1059" y="2702"/>
                    <a:pt x="1043" y="2516"/>
                    <a:pt x="1043" y="2331"/>
                  </a:cubicBezTo>
                  <a:lnTo>
                    <a:pt x="1043" y="1793"/>
                  </a:lnTo>
                  <a:cubicBezTo>
                    <a:pt x="1043" y="1777"/>
                    <a:pt x="1043" y="1725"/>
                    <a:pt x="1010" y="1708"/>
                  </a:cubicBezTo>
                  <a:cubicBezTo>
                    <a:pt x="942" y="1676"/>
                    <a:pt x="909" y="1624"/>
                    <a:pt x="857" y="1559"/>
                  </a:cubicBezTo>
                  <a:cubicBezTo>
                    <a:pt x="841" y="1539"/>
                    <a:pt x="825" y="1507"/>
                    <a:pt x="808" y="1490"/>
                  </a:cubicBezTo>
                  <a:cubicBezTo>
                    <a:pt x="606" y="1256"/>
                    <a:pt x="388" y="1002"/>
                    <a:pt x="186" y="767"/>
                  </a:cubicBezTo>
                  <a:lnTo>
                    <a:pt x="101" y="650"/>
                  </a:lnTo>
                  <a:lnTo>
                    <a:pt x="85" y="630"/>
                  </a:lnTo>
                  <a:cubicBezTo>
                    <a:pt x="69" y="614"/>
                    <a:pt x="49" y="598"/>
                    <a:pt x="49" y="581"/>
                  </a:cubicBezTo>
                  <a:lnTo>
                    <a:pt x="49" y="379"/>
                  </a:lnTo>
                  <a:cubicBezTo>
                    <a:pt x="33" y="262"/>
                    <a:pt x="33" y="145"/>
                    <a:pt x="69" y="24"/>
                  </a:cubicBezTo>
                  <a:lnTo>
                    <a:pt x="69" y="8"/>
                  </a:lnTo>
                  <a:cubicBezTo>
                    <a:pt x="62" y="2"/>
                    <a:pt x="58" y="1"/>
                    <a:pt x="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0">
              <a:extLst>
                <a:ext uri="{FF2B5EF4-FFF2-40B4-BE49-F238E27FC236}">
                  <a16:creationId xmlns:a16="http://schemas.microsoft.com/office/drawing/2014/main" id="{5B2BE56F-A4D0-D863-C22A-258E92A6C9D6}"/>
                </a:ext>
              </a:extLst>
            </p:cNvPr>
            <p:cNvSpPr/>
            <p:nvPr/>
          </p:nvSpPr>
          <p:spPr>
            <a:xfrm>
              <a:off x="1819563" y="365088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0"/>
                  </a:moveTo>
                  <a:lnTo>
                    <a:pt x="17" y="17"/>
                  </a:lnTo>
                  <a:cubicBezTo>
                    <a:pt x="1" y="118"/>
                    <a:pt x="1" y="235"/>
                    <a:pt x="17" y="356"/>
                  </a:cubicBezTo>
                  <a:lnTo>
                    <a:pt x="17" y="558"/>
                  </a:lnTo>
                  <a:lnTo>
                    <a:pt x="17" y="606"/>
                  </a:lnTo>
                  <a:cubicBezTo>
                    <a:pt x="17" y="639"/>
                    <a:pt x="17" y="659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cubicBezTo>
                    <a:pt x="49" y="675"/>
                    <a:pt x="33" y="639"/>
                    <a:pt x="33" y="606"/>
                  </a:cubicBezTo>
                  <a:lnTo>
                    <a:pt x="33" y="558"/>
                  </a:lnTo>
                  <a:lnTo>
                    <a:pt x="33" y="356"/>
                  </a:lnTo>
                  <a:cubicBezTo>
                    <a:pt x="33" y="235"/>
                    <a:pt x="33" y="134"/>
                    <a:pt x="49" y="17"/>
                  </a:cubicBezTo>
                  <a:cubicBezTo>
                    <a:pt x="49" y="17"/>
                    <a:pt x="49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0">
              <a:extLst>
                <a:ext uri="{FF2B5EF4-FFF2-40B4-BE49-F238E27FC236}">
                  <a16:creationId xmlns:a16="http://schemas.microsoft.com/office/drawing/2014/main" id="{E8129946-A48F-0C11-68F2-8405BE3BAB40}"/>
                </a:ext>
              </a:extLst>
            </p:cNvPr>
            <p:cNvSpPr/>
            <p:nvPr/>
          </p:nvSpPr>
          <p:spPr>
            <a:xfrm>
              <a:off x="687655" y="3609169"/>
              <a:ext cx="132102" cy="125249"/>
            </a:xfrm>
            <a:custGeom>
              <a:avLst/>
              <a:gdLst/>
              <a:ahLst/>
              <a:cxnLst/>
              <a:rect l="l" t="t" r="r" b="b"/>
              <a:pathLst>
                <a:path w="1330" h="1261" extrusionOk="0">
                  <a:moveTo>
                    <a:pt x="1314" y="0"/>
                  </a:moveTo>
                  <a:cubicBezTo>
                    <a:pt x="857" y="117"/>
                    <a:pt x="437" y="235"/>
                    <a:pt x="17" y="388"/>
                  </a:cubicBezTo>
                  <a:lnTo>
                    <a:pt x="1" y="388"/>
                  </a:lnTo>
                  <a:lnTo>
                    <a:pt x="1" y="1244"/>
                  </a:lnTo>
                  <a:cubicBezTo>
                    <a:pt x="1" y="1261"/>
                    <a:pt x="17" y="1261"/>
                    <a:pt x="17" y="1261"/>
                  </a:cubicBezTo>
                  <a:cubicBezTo>
                    <a:pt x="17" y="1261"/>
                    <a:pt x="33" y="1261"/>
                    <a:pt x="33" y="1244"/>
                  </a:cubicBezTo>
                  <a:lnTo>
                    <a:pt x="33" y="404"/>
                  </a:lnTo>
                  <a:cubicBezTo>
                    <a:pt x="453" y="271"/>
                    <a:pt x="877" y="134"/>
                    <a:pt x="1314" y="16"/>
                  </a:cubicBezTo>
                  <a:cubicBezTo>
                    <a:pt x="1330" y="16"/>
                    <a:pt x="1330" y="16"/>
                    <a:pt x="13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0">
              <a:extLst>
                <a:ext uri="{FF2B5EF4-FFF2-40B4-BE49-F238E27FC236}">
                  <a16:creationId xmlns:a16="http://schemas.microsoft.com/office/drawing/2014/main" id="{25A4A8F3-7912-29A9-4041-908F993EE58D}"/>
                </a:ext>
              </a:extLst>
            </p:cNvPr>
            <p:cNvSpPr/>
            <p:nvPr/>
          </p:nvSpPr>
          <p:spPr>
            <a:xfrm>
              <a:off x="1739308" y="2644524"/>
              <a:ext cx="162198" cy="274137"/>
            </a:xfrm>
            <a:custGeom>
              <a:avLst/>
              <a:gdLst/>
              <a:ahLst/>
              <a:cxnLst/>
              <a:rect l="l" t="t" r="r" b="b"/>
              <a:pathLst>
                <a:path w="1633" h="2760" extrusionOk="0">
                  <a:moveTo>
                    <a:pt x="49" y="1"/>
                  </a:moveTo>
                  <a:cubicBezTo>
                    <a:pt x="1" y="33"/>
                    <a:pt x="1" y="86"/>
                    <a:pt x="1" y="134"/>
                  </a:cubicBezTo>
                  <a:lnTo>
                    <a:pt x="1" y="150"/>
                  </a:lnTo>
                  <a:cubicBezTo>
                    <a:pt x="1" y="692"/>
                    <a:pt x="1" y="708"/>
                    <a:pt x="336" y="1112"/>
                  </a:cubicBezTo>
                  <a:lnTo>
                    <a:pt x="352" y="1128"/>
                  </a:lnTo>
                  <a:cubicBezTo>
                    <a:pt x="469" y="1298"/>
                    <a:pt x="607" y="1479"/>
                    <a:pt x="740" y="1649"/>
                  </a:cubicBezTo>
                  <a:cubicBezTo>
                    <a:pt x="910" y="1867"/>
                    <a:pt x="1095" y="2106"/>
                    <a:pt x="1277" y="2340"/>
                  </a:cubicBezTo>
                  <a:cubicBezTo>
                    <a:pt x="1314" y="2372"/>
                    <a:pt x="1346" y="2425"/>
                    <a:pt x="1378" y="2473"/>
                  </a:cubicBezTo>
                  <a:cubicBezTo>
                    <a:pt x="1447" y="2574"/>
                    <a:pt x="1516" y="2675"/>
                    <a:pt x="1616" y="2760"/>
                  </a:cubicBezTo>
                  <a:lnTo>
                    <a:pt x="1633" y="2760"/>
                  </a:lnTo>
                  <a:lnTo>
                    <a:pt x="1633" y="2744"/>
                  </a:lnTo>
                  <a:cubicBezTo>
                    <a:pt x="1532" y="2659"/>
                    <a:pt x="1463" y="2558"/>
                    <a:pt x="1398" y="2457"/>
                  </a:cubicBezTo>
                  <a:cubicBezTo>
                    <a:pt x="1362" y="2409"/>
                    <a:pt x="1330" y="2356"/>
                    <a:pt x="1297" y="2324"/>
                  </a:cubicBezTo>
                  <a:cubicBezTo>
                    <a:pt x="1112" y="2085"/>
                    <a:pt x="926" y="1851"/>
                    <a:pt x="756" y="1633"/>
                  </a:cubicBezTo>
                  <a:cubicBezTo>
                    <a:pt x="639" y="1463"/>
                    <a:pt x="506" y="1277"/>
                    <a:pt x="368" y="1112"/>
                  </a:cubicBezTo>
                  <a:lnTo>
                    <a:pt x="352" y="1096"/>
                  </a:lnTo>
                  <a:cubicBezTo>
                    <a:pt x="33" y="692"/>
                    <a:pt x="33" y="692"/>
                    <a:pt x="33" y="150"/>
                  </a:cubicBezTo>
                  <a:lnTo>
                    <a:pt x="33" y="134"/>
                  </a:lnTo>
                  <a:cubicBezTo>
                    <a:pt x="33" y="86"/>
                    <a:pt x="33" y="49"/>
                    <a:pt x="65" y="33"/>
                  </a:cubicBezTo>
                  <a:lnTo>
                    <a:pt x="65" y="17"/>
                  </a:lnTo>
                  <a:lnTo>
                    <a:pt x="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0">
              <a:extLst>
                <a:ext uri="{FF2B5EF4-FFF2-40B4-BE49-F238E27FC236}">
                  <a16:creationId xmlns:a16="http://schemas.microsoft.com/office/drawing/2014/main" id="{763DBB94-F678-3072-EE70-DCC8D98FBB02}"/>
                </a:ext>
              </a:extLst>
            </p:cNvPr>
            <p:cNvSpPr/>
            <p:nvPr/>
          </p:nvSpPr>
          <p:spPr>
            <a:xfrm>
              <a:off x="1518608" y="3670253"/>
              <a:ext cx="76778" cy="64164"/>
            </a:xfrm>
            <a:custGeom>
              <a:avLst/>
              <a:gdLst/>
              <a:ahLst/>
              <a:cxnLst/>
              <a:rect l="l" t="t" r="r" b="b"/>
              <a:pathLst>
                <a:path w="773" h="646" extrusionOk="0">
                  <a:moveTo>
                    <a:pt x="18" y="0"/>
                  </a:moveTo>
                  <a:cubicBezTo>
                    <a:pt x="17" y="0"/>
                    <a:pt x="17" y="2"/>
                    <a:pt x="17" y="7"/>
                  </a:cubicBezTo>
                  <a:cubicBezTo>
                    <a:pt x="1" y="7"/>
                    <a:pt x="1" y="7"/>
                    <a:pt x="1" y="24"/>
                  </a:cubicBezTo>
                  <a:cubicBezTo>
                    <a:pt x="17" y="92"/>
                    <a:pt x="65" y="141"/>
                    <a:pt x="134" y="193"/>
                  </a:cubicBezTo>
                  <a:cubicBezTo>
                    <a:pt x="304" y="310"/>
                    <a:pt x="469" y="444"/>
                    <a:pt x="623" y="581"/>
                  </a:cubicBezTo>
                  <a:lnTo>
                    <a:pt x="655" y="613"/>
                  </a:lnTo>
                  <a:cubicBezTo>
                    <a:pt x="692" y="646"/>
                    <a:pt x="708" y="646"/>
                    <a:pt x="740" y="646"/>
                  </a:cubicBezTo>
                  <a:lnTo>
                    <a:pt x="756" y="646"/>
                  </a:lnTo>
                  <a:cubicBezTo>
                    <a:pt x="756" y="646"/>
                    <a:pt x="772" y="646"/>
                    <a:pt x="772" y="629"/>
                  </a:cubicBezTo>
                  <a:lnTo>
                    <a:pt x="756" y="613"/>
                  </a:lnTo>
                  <a:lnTo>
                    <a:pt x="740" y="613"/>
                  </a:lnTo>
                  <a:cubicBezTo>
                    <a:pt x="724" y="613"/>
                    <a:pt x="708" y="613"/>
                    <a:pt x="692" y="597"/>
                  </a:cubicBezTo>
                  <a:lnTo>
                    <a:pt x="639" y="565"/>
                  </a:lnTo>
                  <a:cubicBezTo>
                    <a:pt x="490" y="428"/>
                    <a:pt x="320" y="278"/>
                    <a:pt x="150" y="177"/>
                  </a:cubicBezTo>
                  <a:cubicBezTo>
                    <a:pt x="86" y="125"/>
                    <a:pt x="49" y="76"/>
                    <a:pt x="33" y="7"/>
                  </a:cubicBezTo>
                  <a:cubicBezTo>
                    <a:pt x="22" y="7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0">
              <a:extLst>
                <a:ext uri="{FF2B5EF4-FFF2-40B4-BE49-F238E27FC236}">
                  <a16:creationId xmlns:a16="http://schemas.microsoft.com/office/drawing/2014/main" id="{30A4255C-6AE8-095D-102C-4136058127CB}"/>
                </a:ext>
              </a:extLst>
            </p:cNvPr>
            <p:cNvSpPr/>
            <p:nvPr/>
          </p:nvSpPr>
          <p:spPr>
            <a:xfrm>
              <a:off x="517114" y="2199548"/>
              <a:ext cx="123759" cy="185936"/>
            </a:xfrm>
            <a:custGeom>
              <a:avLst/>
              <a:gdLst/>
              <a:ahLst/>
              <a:cxnLst/>
              <a:rect l="l" t="t" r="r" b="b"/>
              <a:pathLst>
                <a:path w="1246" h="1872" extrusionOk="0">
                  <a:moveTo>
                    <a:pt x="1229" y="1"/>
                  </a:moveTo>
                  <a:cubicBezTo>
                    <a:pt x="1160" y="122"/>
                    <a:pt x="1180" y="255"/>
                    <a:pt x="1197" y="324"/>
                  </a:cubicBezTo>
                  <a:cubicBezTo>
                    <a:pt x="1213" y="490"/>
                    <a:pt x="1213" y="643"/>
                    <a:pt x="1197" y="793"/>
                  </a:cubicBezTo>
                  <a:cubicBezTo>
                    <a:pt x="1197" y="930"/>
                    <a:pt x="1197" y="1063"/>
                    <a:pt x="1213" y="1197"/>
                  </a:cubicBezTo>
                  <a:cubicBezTo>
                    <a:pt x="1213" y="1249"/>
                    <a:pt x="1197" y="1281"/>
                    <a:pt x="1144" y="1298"/>
                  </a:cubicBezTo>
                  <a:cubicBezTo>
                    <a:pt x="910" y="1399"/>
                    <a:pt x="675" y="1516"/>
                    <a:pt x="453" y="1637"/>
                  </a:cubicBezTo>
                  <a:cubicBezTo>
                    <a:pt x="320" y="1702"/>
                    <a:pt x="170" y="1786"/>
                    <a:pt x="17" y="1855"/>
                  </a:cubicBezTo>
                  <a:cubicBezTo>
                    <a:pt x="1" y="1855"/>
                    <a:pt x="1" y="1855"/>
                    <a:pt x="1" y="1871"/>
                  </a:cubicBezTo>
                  <a:lnTo>
                    <a:pt x="17" y="1871"/>
                  </a:lnTo>
                  <a:cubicBezTo>
                    <a:pt x="170" y="1803"/>
                    <a:pt x="320" y="1718"/>
                    <a:pt x="473" y="1653"/>
                  </a:cubicBezTo>
                  <a:cubicBezTo>
                    <a:pt x="692" y="1536"/>
                    <a:pt x="926" y="1415"/>
                    <a:pt x="1160" y="1314"/>
                  </a:cubicBezTo>
                  <a:cubicBezTo>
                    <a:pt x="1213" y="1298"/>
                    <a:pt x="1245" y="1249"/>
                    <a:pt x="1229" y="1197"/>
                  </a:cubicBezTo>
                  <a:lnTo>
                    <a:pt x="1229" y="809"/>
                  </a:lnTo>
                  <a:cubicBezTo>
                    <a:pt x="1229" y="643"/>
                    <a:pt x="1229" y="474"/>
                    <a:pt x="1213" y="324"/>
                  </a:cubicBezTo>
                  <a:cubicBezTo>
                    <a:pt x="1213" y="255"/>
                    <a:pt x="1197" y="122"/>
                    <a:pt x="1245" y="21"/>
                  </a:cubicBezTo>
                  <a:lnTo>
                    <a:pt x="1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0">
              <a:extLst>
                <a:ext uri="{FF2B5EF4-FFF2-40B4-BE49-F238E27FC236}">
                  <a16:creationId xmlns:a16="http://schemas.microsoft.com/office/drawing/2014/main" id="{F05FC924-E1A6-2768-E154-08F4156FCA70}"/>
                </a:ext>
              </a:extLst>
            </p:cNvPr>
            <p:cNvSpPr/>
            <p:nvPr/>
          </p:nvSpPr>
          <p:spPr>
            <a:xfrm>
              <a:off x="574127" y="2748120"/>
              <a:ext cx="4867" cy="71911"/>
            </a:xfrm>
            <a:custGeom>
              <a:avLst/>
              <a:gdLst/>
              <a:ahLst/>
              <a:cxnLst/>
              <a:rect l="l" t="t" r="r" b="b"/>
              <a:pathLst>
                <a:path w="49" h="724" extrusionOk="0">
                  <a:moveTo>
                    <a:pt x="17" y="0"/>
                  </a:moveTo>
                  <a:cubicBezTo>
                    <a:pt x="0" y="0"/>
                    <a:pt x="0" y="16"/>
                    <a:pt x="0" y="16"/>
                  </a:cubicBezTo>
                  <a:cubicBezTo>
                    <a:pt x="17" y="133"/>
                    <a:pt x="17" y="255"/>
                    <a:pt x="17" y="356"/>
                  </a:cubicBezTo>
                  <a:lnTo>
                    <a:pt x="17" y="574"/>
                  </a:lnTo>
                  <a:lnTo>
                    <a:pt x="17" y="606"/>
                  </a:lnTo>
                  <a:cubicBezTo>
                    <a:pt x="17" y="638"/>
                    <a:pt x="17" y="691"/>
                    <a:pt x="33" y="723"/>
                  </a:cubicBezTo>
                  <a:lnTo>
                    <a:pt x="49" y="723"/>
                  </a:lnTo>
                  <a:lnTo>
                    <a:pt x="49" y="707"/>
                  </a:lnTo>
                  <a:cubicBezTo>
                    <a:pt x="33" y="675"/>
                    <a:pt x="33" y="638"/>
                    <a:pt x="33" y="606"/>
                  </a:cubicBezTo>
                  <a:lnTo>
                    <a:pt x="33" y="574"/>
                  </a:lnTo>
                  <a:lnTo>
                    <a:pt x="33" y="356"/>
                  </a:lnTo>
                  <a:cubicBezTo>
                    <a:pt x="33" y="255"/>
                    <a:pt x="49" y="133"/>
                    <a:pt x="33" y="16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0">
              <a:extLst>
                <a:ext uri="{FF2B5EF4-FFF2-40B4-BE49-F238E27FC236}">
                  <a16:creationId xmlns:a16="http://schemas.microsoft.com/office/drawing/2014/main" id="{F77C71D4-DBB6-1AE0-5AE0-D9856BAB3E59}"/>
                </a:ext>
              </a:extLst>
            </p:cNvPr>
            <p:cNvSpPr/>
            <p:nvPr/>
          </p:nvSpPr>
          <p:spPr>
            <a:xfrm>
              <a:off x="1411536" y="2164387"/>
              <a:ext cx="90386" cy="239572"/>
            </a:xfrm>
            <a:custGeom>
              <a:avLst/>
              <a:gdLst/>
              <a:ahLst/>
              <a:cxnLst/>
              <a:rect l="l" t="t" r="r" b="b"/>
              <a:pathLst>
                <a:path w="910" h="2412" extrusionOk="0">
                  <a:moveTo>
                    <a:pt x="49" y="0"/>
                  </a:moveTo>
                  <a:cubicBezTo>
                    <a:pt x="38" y="0"/>
                    <a:pt x="28" y="1"/>
                    <a:pt x="16" y="3"/>
                  </a:cubicBezTo>
                  <a:cubicBezTo>
                    <a:pt x="16" y="3"/>
                    <a:pt x="0" y="20"/>
                    <a:pt x="16" y="20"/>
                  </a:cubicBezTo>
                  <a:lnTo>
                    <a:pt x="16" y="238"/>
                  </a:lnTo>
                  <a:cubicBezTo>
                    <a:pt x="0" y="274"/>
                    <a:pt x="0" y="323"/>
                    <a:pt x="0" y="355"/>
                  </a:cubicBezTo>
                  <a:lnTo>
                    <a:pt x="0" y="710"/>
                  </a:lnTo>
                  <a:lnTo>
                    <a:pt x="0" y="1131"/>
                  </a:lnTo>
                  <a:cubicBezTo>
                    <a:pt x="0" y="1232"/>
                    <a:pt x="16" y="1300"/>
                    <a:pt x="69" y="1332"/>
                  </a:cubicBezTo>
                  <a:cubicBezTo>
                    <a:pt x="134" y="1365"/>
                    <a:pt x="170" y="1417"/>
                    <a:pt x="202" y="1466"/>
                  </a:cubicBezTo>
                  <a:cubicBezTo>
                    <a:pt x="218" y="1486"/>
                    <a:pt x="235" y="1502"/>
                    <a:pt x="255" y="1518"/>
                  </a:cubicBezTo>
                  <a:cubicBezTo>
                    <a:pt x="303" y="1567"/>
                    <a:pt x="336" y="1619"/>
                    <a:pt x="372" y="1668"/>
                  </a:cubicBezTo>
                  <a:cubicBezTo>
                    <a:pt x="436" y="1769"/>
                    <a:pt x="489" y="1854"/>
                    <a:pt x="590" y="1922"/>
                  </a:cubicBezTo>
                  <a:lnTo>
                    <a:pt x="606" y="1922"/>
                  </a:lnTo>
                  <a:lnTo>
                    <a:pt x="606" y="1890"/>
                  </a:lnTo>
                  <a:cubicBezTo>
                    <a:pt x="505" y="1837"/>
                    <a:pt x="457" y="1753"/>
                    <a:pt x="388" y="1668"/>
                  </a:cubicBezTo>
                  <a:cubicBezTo>
                    <a:pt x="356" y="1603"/>
                    <a:pt x="319" y="1551"/>
                    <a:pt x="271" y="1502"/>
                  </a:cubicBezTo>
                  <a:lnTo>
                    <a:pt x="218" y="1450"/>
                  </a:lnTo>
                  <a:cubicBezTo>
                    <a:pt x="186" y="1401"/>
                    <a:pt x="154" y="1349"/>
                    <a:pt x="85" y="1316"/>
                  </a:cubicBezTo>
                  <a:cubicBezTo>
                    <a:pt x="53" y="1284"/>
                    <a:pt x="16" y="1215"/>
                    <a:pt x="16" y="1131"/>
                  </a:cubicBezTo>
                  <a:cubicBezTo>
                    <a:pt x="33" y="997"/>
                    <a:pt x="33" y="844"/>
                    <a:pt x="33" y="710"/>
                  </a:cubicBezTo>
                  <a:lnTo>
                    <a:pt x="33" y="355"/>
                  </a:lnTo>
                  <a:lnTo>
                    <a:pt x="33" y="238"/>
                  </a:lnTo>
                  <a:cubicBezTo>
                    <a:pt x="33" y="173"/>
                    <a:pt x="53" y="104"/>
                    <a:pt x="33" y="36"/>
                  </a:cubicBezTo>
                  <a:cubicBezTo>
                    <a:pt x="45" y="33"/>
                    <a:pt x="56" y="32"/>
                    <a:pt x="65" y="32"/>
                  </a:cubicBezTo>
                  <a:cubicBezTo>
                    <a:pt x="112" y="32"/>
                    <a:pt x="137" y="61"/>
                    <a:pt x="154" y="104"/>
                  </a:cubicBezTo>
                  <a:lnTo>
                    <a:pt x="170" y="104"/>
                  </a:lnTo>
                  <a:cubicBezTo>
                    <a:pt x="271" y="254"/>
                    <a:pt x="388" y="407"/>
                    <a:pt x="489" y="557"/>
                  </a:cubicBezTo>
                  <a:cubicBezTo>
                    <a:pt x="590" y="710"/>
                    <a:pt x="707" y="860"/>
                    <a:pt x="808" y="1013"/>
                  </a:cubicBezTo>
                  <a:cubicBezTo>
                    <a:pt x="840" y="1046"/>
                    <a:pt x="861" y="1082"/>
                    <a:pt x="861" y="1114"/>
                  </a:cubicBezTo>
                  <a:lnTo>
                    <a:pt x="861" y="1466"/>
                  </a:lnTo>
                  <a:cubicBezTo>
                    <a:pt x="861" y="1668"/>
                    <a:pt x="877" y="1890"/>
                    <a:pt x="840" y="2108"/>
                  </a:cubicBezTo>
                  <a:cubicBezTo>
                    <a:pt x="840" y="2193"/>
                    <a:pt x="824" y="2294"/>
                    <a:pt x="877" y="2395"/>
                  </a:cubicBezTo>
                  <a:lnTo>
                    <a:pt x="893" y="2411"/>
                  </a:lnTo>
                  <a:cubicBezTo>
                    <a:pt x="893" y="2395"/>
                    <a:pt x="909" y="2395"/>
                    <a:pt x="893" y="2395"/>
                  </a:cubicBezTo>
                  <a:cubicBezTo>
                    <a:pt x="861" y="2294"/>
                    <a:pt x="861" y="2193"/>
                    <a:pt x="877" y="2108"/>
                  </a:cubicBezTo>
                  <a:cubicBezTo>
                    <a:pt x="893" y="1890"/>
                    <a:pt x="893" y="1668"/>
                    <a:pt x="893" y="1466"/>
                  </a:cubicBezTo>
                  <a:lnTo>
                    <a:pt x="893" y="1131"/>
                  </a:lnTo>
                  <a:cubicBezTo>
                    <a:pt x="893" y="1062"/>
                    <a:pt x="861" y="1030"/>
                    <a:pt x="824" y="997"/>
                  </a:cubicBezTo>
                  <a:cubicBezTo>
                    <a:pt x="723" y="844"/>
                    <a:pt x="622" y="694"/>
                    <a:pt x="505" y="541"/>
                  </a:cubicBezTo>
                  <a:cubicBezTo>
                    <a:pt x="404" y="391"/>
                    <a:pt x="287" y="238"/>
                    <a:pt x="186" y="88"/>
                  </a:cubicBezTo>
                  <a:cubicBezTo>
                    <a:pt x="158" y="43"/>
                    <a:pt x="115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0">
              <a:extLst>
                <a:ext uri="{FF2B5EF4-FFF2-40B4-BE49-F238E27FC236}">
                  <a16:creationId xmlns:a16="http://schemas.microsoft.com/office/drawing/2014/main" id="{3E6F0BF5-F226-2AE3-9D3D-28768AC512E3}"/>
                </a:ext>
              </a:extLst>
            </p:cNvPr>
            <p:cNvSpPr/>
            <p:nvPr/>
          </p:nvSpPr>
          <p:spPr>
            <a:xfrm>
              <a:off x="487019" y="1731727"/>
              <a:ext cx="153854" cy="172230"/>
            </a:xfrm>
            <a:custGeom>
              <a:avLst/>
              <a:gdLst/>
              <a:ahLst/>
              <a:cxnLst/>
              <a:rect l="l" t="t" r="r" b="b"/>
              <a:pathLst>
                <a:path w="1549" h="1734" extrusionOk="0">
                  <a:moveTo>
                    <a:pt x="1516" y="1"/>
                  </a:moveTo>
                  <a:lnTo>
                    <a:pt x="1500" y="17"/>
                  </a:lnTo>
                  <a:cubicBezTo>
                    <a:pt x="1516" y="186"/>
                    <a:pt x="1516" y="352"/>
                    <a:pt x="1516" y="522"/>
                  </a:cubicBezTo>
                  <a:cubicBezTo>
                    <a:pt x="1516" y="607"/>
                    <a:pt x="1500" y="691"/>
                    <a:pt x="1516" y="772"/>
                  </a:cubicBezTo>
                  <a:cubicBezTo>
                    <a:pt x="1516" y="825"/>
                    <a:pt x="1463" y="857"/>
                    <a:pt x="1415" y="873"/>
                  </a:cubicBezTo>
                  <a:lnTo>
                    <a:pt x="1415" y="893"/>
                  </a:lnTo>
                  <a:cubicBezTo>
                    <a:pt x="1043" y="1095"/>
                    <a:pt x="692" y="1314"/>
                    <a:pt x="336" y="1516"/>
                  </a:cubicBezTo>
                  <a:lnTo>
                    <a:pt x="1" y="1717"/>
                  </a:lnTo>
                  <a:lnTo>
                    <a:pt x="1" y="1734"/>
                  </a:lnTo>
                  <a:lnTo>
                    <a:pt x="17" y="1734"/>
                  </a:lnTo>
                  <a:lnTo>
                    <a:pt x="352" y="1548"/>
                  </a:lnTo>
                  <a:cubicBezTo>
                    <a:pt x="708" y="1330"/>
                    <a:pt x="1059" y="1128"/>
                    <a:pt x="1415" y="910"/>
                  </a:cubicBezTo>
                  <a:lnTo>
                    <a:pt x="1431" y="910"/>
                  </a:lnTo>
                  <a:cubicBezTo>
                    <a:pt x="1483" y="873"/>
                    <a:pt x="1532" y="841"/>
                    <a:pt x="1532" y="772"/>
                  </a:cubicBezTo>
                  <a:lnTo>
                    <a:pt x="1532" y="522"/>
                  </a:lnTo>
                  <a:cubicBezTo>
                    <a:pt x="1532" y="352"/>
                    <a:pt x="1548" y="186"/>
                    <a:pt x="1516" y="17"/>
                  </a:cubicBezTo>
                  <a:lnTo>
                    <a:pt x="1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0">
              <a:extLst>
                <a:ext uri="{FF2B5EF4-FFF2-40B4-BE49-F238E27FC236}">
                  <a16:creationId xmlns:a16="http://schemas.microsoft.com/office/drawing/2014/main" id="{826F8A8B-A59D-C1D4-9B66-FB683E864E75}"/>
                </a:ext>
              </a:extLst>
            </p:cNvPr>
            <p:cNvSpPr/>
            <p:nvPr/>
          </p:nvSpPr>
          <p:spPr>
            <a:xfrm>
              <a:off x="610678" y="3358373"/>
              <a:ext cx="3675" cy="73500"/>
            </a:xfrm>
            <a:custGeom>
              <a:avLst/>
              <a:gdLst/>
              <a:ahLst/>
              <a:cxnLst/>
              <a:rect l="l" t="t" r="r" b="b"/>
              <a:pathLst>
                <a:path w="37" h="740" extrusionOk="0">
                  <a:moveTo>
                    <a:pt x="0" y="0"/>
                  </a:moveTo>
                  <a:lnTo>
                    <a:pt x="0" y="17"/>
                  </a:lnTo>
                  <a:cubicBezTo>
                    <a:pt x="16" y="303"/>
                    <a:pt x="16" y="522"/>
                    <a:pt x="0" y="724"/>
                  </a:cubicBezTo>
                  <a:lnTo>
                    <a:pt x="0" y="740"/>
                  </a:lnTo>
                  <a:cubicBezTo>
                    <a:pt x="16" y="740"/>
                    <a:pt x="16" y="724"/>
                    <a:pt x="16" y="724"/>
                  </a:cubicBezTo>
                  <a:cubicBezTo>
                    <a:pt x="36" y="522"/>
                    <a:pt x="36" y="303"/>
                    <a:pt x="16" y="17"/>
                  </a:cubicBezTo>
                  <a:cubicBezTo>
                    <a:pt x="16" y="17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0">
              <a:extLst>
                <a:ext uri="{FF2B5EF4-FFF2-40B4-BE49-F238E27FC236}">
                  <a16:creationId xmlns:a16="http://schemas.microsoft.com/office/drawing/2014/main" id="{123375F2-4CC6-7DDE-1217-54431D398DD2}"/>
                </a:ext>
              </a:extLst>
            </p:cNvPr>
            <p:cNvSpPr/>
            <p:nvPr/>
          </p:nvSpPr>
          <p:spPr>
            <a:xfrm>
              <a:off x="794827" y="2319930"/>
              <a:ext cx="3278" cy="70322"/>
            </a:xfrm>
            <a:custGeom>
              <a:avLst/>
              <a:gdLst/>
              <a:ahLst/>
              <a:cxnLst/>
              <a:rect l="l" t="t" r="r" b="b"/>
              <a:pathLst>
                <a:path w="33" h="708" extrusionOk="0">
                  <a:moveTo>
                    <a:pt x="0" y="1"/>
                  </a:moveTo>
                  <a:lnTo>
                    <a:pt x="0" y="21"/>
                  </a:lnTo>
                  <a:cubicBezTo>
                    <a:pt x="16" y="154"/>
                    <a:pt x="16" y="304"/>
                    <a:pt x="0" y="441"/>
                  </a:cubicBezTo>
                  <a:lnTo>
                    <a:pt x="0" y="692"/>
                  </a:lnTo>
                  <a:lnTo>
                    <a:pt x="16" y="708"/>
                  </a:lnTo>
                  <a:cubicBezTo>
                    <a:pt x="33" y="708"/>
                    <a:pt x="33" y="692"/>
                    <a:pt x="33" y="692"/>
                  </a:cubicBezTo>
                  <a:lnTo>
                    <a:pt x="33" y="441"/>
                  </a:lnTo>
                  <a:cubicBezTo>
                    <a:pt x="33" y="304"/>
                    <a:pt x="33" y="154"/>
                    <a:pt x="16" y="21"/>
                  </a:cubicBezTo>
                  <a:cubicBezTo>
                    <a:pt x="16" y="1"/>
                    <a:pt x="16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0">
              <a:extLst>
                <a:ext uri="{FF2B5EF4-FFF2-40B4-BE49-F238E27FC236}">
                  <a16:creationId xmlns:a16="http://schemas.microsoft.com/office/drawing/2014/main" id="{3C926518-7544-FF1E-D245-FA98448BA071}"/>
                </a:ext>
              </a:extLst>
            </p:cNvPr>
            <p:cNvSpPr/>
            <p:nvPr/>
          </p:nvSpPr>
          <p:spPr>
            <a:xfrm>
              <a:off x="1921470" y="3437038"/>
              <a:ext cx="132102" cy="212357"/>
            </a:xfrm>
            <a:custGeom>
              <a:avLst/>
              <a:gdLst/>
              <a:ahLst/>
              <a:cxnLst/>
              <a:rect l="l" t="t" r="r" b="b"/>
              <a:pathLst>
                <a:path w="1330" h="2138" extrusionOk="0">
                  <a:moveTo>
                    <a:pt x="49" y="0"/>
                  </a:moveTo>
                  <a:cubicBezTo>
                    <a:pt x="1" y="85"/>
                    <a:pt x="17" y="166"/>
                    <a:pt x="85" y="235"/>
                  </a:cubicBezTo>
                  <a:cubicBezTo>
                    <a:pt x="522" y="707"/>
                    <a:pt x="893" y="1111"/>
                    <a:pt x="1245" y="1479"/>
                  </a:cubicBezTo>
                  <a:lnTo>
                    <a:pt x="1261" y="1499"/>
                  </a:lnTo>
                  <a:cubicBezTo>
                    <a:pt x="1281" y="1499"/>
                    <a:pt x="1281" y="1515"/>
                    <a:pt x="1281" y="1531"/>
                  </a:cubicBezTo>
                  <a:lnTo>
                    <a:pt x="1281" y="1616"/>
                  </a:lnTo>
                  <a:cubicBezTo>
                    <a:pt x="1297" y="1782"/>
                    <a:pt x="1314" y="1951"/>
                    <a:pt x="1261" y="2121"/>
                  </a:cubicBezTo>
                  <a:lnTo>
                    <a:pt x="1281" y="2137"/>
                  </a:lnTo>
                  <a:lnTo>
                    <a:pt x="1297" y="2121"/>
                  </a:lnTo>
                  <a:cubicBezTo>
                    <a:pt x="1330" y="1951"/>
                    <a:pt x="1330" y="1782"/>
                    <a:pt x="1314" y="1616"/>
                  </a:cubicBezTo>
                  <a:lnTo>
                    <a:pt x="1314" y="1515"/>
                  </a:lnTo>
                  <a:cubicBezTo>
                    <a:pt x="1314" y="1499"/>
                    <a:pt x="1297" y="1479"/>
                    <a:pt x="1281" y="1463"/>
                  </a:cubicBezTo>
                  <a:lnTo>
                    <a:pt x="1261" y="1463"/>
                  </a:lnTo>
                  <a:cubicBezTo>
                    <a:pt x="910" y="1095"/>
                    <a:pt x="538" y="691"/>
                    <a:pt x="102" y="218"/>
                  </a:cubicBezTo>
                  <a:cubicBezTo>
                    <a:pt x="33" y="150"/>
                    <a:pt x="33" y="85"/>
                    <a:pt x="69" y="16"/>
                  </a:cubicBezTo>
                  <a:cubicBezTo>
                    <a:pt x="85" y="16"/>
                    <a:pt x="85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0">
              <a:extLst>
                <a:ext uri="{FF2B5EF4-FFF2-40B4-BE49-F238E27FC236}">
                  <a16:creationId xmlns:a16="http://schemas.microsoft.com/office/drawing/2014/main" id="{F0A29416-CC1B-566E-4F61-A697737BD751}"/>
                </a:ext>
              </a:extLst>
            </p:cNvPr>
            <p:cNvSpPr/>
            <p:nvPr/>
          </p:nvSpPr>
          <p:spPr>
            <a:xfrm>
              <a:off x="856607" y="2612840"/>
              <a:ext cx="354392" cy="254073"/>
            </a:xfrm>
            <a:custGeom>
              <a:avLst/>
              <a:gdLst/>
              <a:ahLst/>
              <a:cxnLst/>
              <a:rect l="l" t="t" r="r" b="b"/>
              <a:pathLst>
                <a:path w="3568" h="2558" extrusionOk="0">
                  <a:moveTo>
                    <a:pt x="3519" y="1"/>
                  </a:moveTo>
                  <a:cubicBezTo>
                    <a:pt x="3499" y="1"/>
                    <a:pt x="3499" y="17"/>
                    <a:pt x="3499" y="17"/>
                  </a:cubicBezTo>
                  <a:cubicBezTo>
                    <a:pt x="3551" y="82"/>
                    <a:pt x="3535" y="150"/>
                    <a:pt x="3535" y="235"/>
                  </a:cubicBezTo>
                  <a:cubicBezTo>
                    <a:pt x="3519" y="267"/>
                    <a:pt x="3519" y="320"/>
                    <a:pt x="3519" y="352"/>
                  </a:cubicBezTo>
                  <a:cubicBezTo>
                    <a:pt x="3535" y="486"/>
                    <a:pt x="3535" y="623"/>
                    <a:pt x="3535" y="756"/>
                  </a:cubicBezTo>
                  <a:lnTo>
                    <a:pt x="3535" y="990"/>
                  </a:lnTo>
                  <a:cubicBezTo>
                    <a:pt x="3535" y="1091"/>
                    <a:pt x="3499" y="1128"/>
                    <a:pt x="3418" y="1160"/>
                  </a:cubicBezTo>
                  <a:cubicBezTo>
                    <a:pt x="2776" y="1415"/>
                    <a:pt x="2121" y="1681"/>
                    <a:pt x="1479" y="1936"/>
                  </a:cubicBezTo>
                  <a:cubicBezTo>
                    <a:pt x="1277" y="2021"/>
                    <a:pt x="1075" y="2101"/>
                    <a:pt x="873" y="2186"/>
                  </a:cubicBezTo>
                  <a:cubicBezTo>
                    <a:pt x="606" y="2303"/>
                    <a:pt x="319" y="2404"/>
                    <a:pt x="33" y="2526"/>
                  </a:cubicBezTo>
                  <a:lnTo>
                    <a:pt x="0" y="2526"/>
                  </a:lnTo>
                  <a:lnTo>
                    <a:pt x="0" y="2542"/>
                  </a:lnTo>
                  <a:lnTo>
                    <a:pt x="0" y="2558"/>
                  </a:lnTo>
                  <a:lnTo>
                    <a:pt x="49" y="2558"/>
                  </a:lnTo>
                  <a:cubicBezTo>
                    <a:pt x="336" y="2441"/>
                    <a:pt x="606" y="2324"/>
                    <a:pt x="893" y="2223"/>
                  </a:cubicBezTo>
                  <a:cubicBezTo>
                    <a:pt x="1095" y="2138"/>
                    <a:pt x="1297" y="2053"/>
                    <a:pt x="1499" y="1968"/>
                  </a:cubicBezTo>
                  <a:cubicBezTo>
                    <a:pt x="2121" y="1718"/>
                    <a:pt x="2776" y="1447"/>
                    <a:pt x="3434" y="1192"/>
                  </a:cubicBezTo>
                  <a:cubicBezTo>
                    <a:pt x="3535" y="1144"/>
                    <a:pt x="3567" y="1091"/>
                    <a:pt x="3551" y="990"/>
                  </a:cubicBezTo>
                  <a:cubicBezTo>
                    <a:pt x="3551" y="926"/>
                    <a:pt x="3551" y="841"/>
                    <a:pt x="3567" y="756"/>
                  </a:cubicBezTo>
                  <a:cubicBezTo>
                    <a:pt x="3567" y="623"/>
                    <a:pt x="3567" y="486"/>
                    <a:pt x="3551" y="352"/>
                  </a:cubicBezTo>
                  <a:lnTo>
                    <a:pt x="3551" y="235"/>
                  </a:lnTo>
                  <a:cubicBezTo>
                    <a:pt x="3567" y="150"/>
                    <a:pt x="3567" y="82"/>
                    <a:pt x="35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0">
              <a:extLst>
                <a:ext uri="{FF2B5EF4-FFF2-40B4-BE49-F238E27FC236}">
                  <a16:creationId xmlns:a16="http://schemas.microsoft.com/office/drawing/2014/main" id="{1555D016-C8D2-D38A-6881-A2B291F85E87}"/>
                </a:ext>
              </a:extLst>
            </p:cNvPr>
            <p:cNvSpPr/>
            <p:nvPr/>
          </p:nvSpPr>
          <p:spPr>
            <a:xfrm>
              <a:off x="670770" y="1595454"/>
              <a:ext cx="147398" cy="198153"/>
            </a:xfrm>
            <a:custGeom>
              <a:avLst/>
              <a:gdLst/>
              <a:ahLst/>
              <a:cxnLst/>
              <a:rect l="l" t="t" r="r" b="b"/>
              <a:pathLst>
                <a:path w="1484" h="1995" extrusionOk="0">
                  <a:moveTo>
                    <a:pt x="1467" y="0"/>
                  </a:moveTo>
                  <a:cubicBezTo>
                    <a:pt x="1466" y="0"/>
                    <a:pt x="1462" y="7"/>
                    <a:pt x="1451" y="7"/>
                  </a:cubicBezTo>
                  <a:cubicBezTo>
                    <a:pt x="1451" y="60"/>
                    <a:pt x="1431" y="76"/>
                    <a:pt x="1399" y="92"/>
                  </a:cubicBezTo>
                  <a:cubicBezTo>
                    <a:pt x="1128" y="225"/>
                    <a:pt x="878" y="379"/>
                    <a:pt x="623" y="549"/>
                  </a:cubicBezTo>
                  <a:cubicBezTo>
                    <a:pt x="457" y="650"/>
                    <a:pt x="272" y="751"/>
                    <a:pt x="102" y="852"/>
                  </a:cubicBezTo>
                  <a:cubicBezTo>
                    <a:pt x="54" y="884"/>
                    <a:pt x="1" y="916"/>
                    <a:pt x="1" y="985"/>
                  </a:cubicBezTo>
                  <a:cubicBezTo>
                    <a:pt x="17" y="1171"/>
                    <a:pt x="17" y="1356"/>
                    <a:pt x="17" y="1538"/>
                  </a:cubicBezTo>
                  <a:lnTo>
                    <a:pt x="17" y="1910"/>
                  </a:lnTo>
                  <a:cubicBezTo>
                    <a:pt x="17" y="1926"/>
                    <a:pt x="17" y="1942"/>
                    <a:pt x="37" y="1962"/>
                  </a:cubicBezTo>
                  <a:lnTo>
                    <a:pt x="37" y="1979"/>
                  </a:lnTo>
                  <a:lnTo>
                    <a:pt x="54" y="1995"/>
                  </a:lnTo>
                  <a:lnTo>
                    <a:pt x="54" y="1979"/>
                  </a:lnTo>
                  <a:cubicBezTo>
                    <a:pt x="70" y="1979"/>
                    <a:pt x="70" y="1979"/>
                    <a:pt x="70" y="1962"/>
                  </a:cubicBezTo>
                  <a:cubicBezTo>
                    <a:pt x="54" y="1962"/>
                    <a:pt x="54" y="1962"/>
                    <a:pt x="54" y="1942"/>
                  </a:cubicBezTo>
                  <a:cubicBezTo>
                    <a:pt x="54" y="1926"/>
                    <a:pt x="37" y="1910"/>
                    <a:pt x="37" y="1910"/>
                  </a:cubicBezTo>
                  <a:lnTo>
                    <a:pt x="37" y="1538"/>
                  </a:lnTo>
                  <a:lnTo>
                    <a:pt x="37" y="985"/>
                  </a:lnTo>
                  <a:cubicBezTo>
                    <a:pt x="37" y="916"/>
                    <a:pt x="70" y="900"/>
                    <a:pt x="118" y="884"/>
                  </a:cubicBezTo>
                  <a:cubicBezTo>
                    <a:pt x="288" y="783"/>
                    <a:pt x="474" y="666"/>
                    <a:pt x="643" y="565"/>
                  </a:cubicBezTo>
                  <a:cubicBezTo>
                    <a:pt x="878" y="411"/>
                    <a:pt x="1148" y="246"/>
                    <a:pt x="1415" y="124"/>
                  </a:cubicBezTo>
                  <a:cubicBezTo>
                    <a:pt x="1451" y="92"/>
                    <a:pt x="1467" y="60"/>
                    <a:pt x="1484" y="23"/>
                  </a:cubicBezTo>
                  <a:cubicBezTo>
                    <a:pt x="1484" y="7"/>
                    <a:pt x="1484" y="7"/>
                    <a:pt x="1467" y="7"/>
                  </a:cubicBezTo>
                  <a:cubicBezTo>
                    <a:pt x="1467" y="2"/>
                    <a:pt x="1467" y="0"/>
                    <a:pt x="14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0">
              <a:extLst>
                <a:ext uri="{FF2B5EF4-FFF2-40B4-BE49-F238E27FC236}">
                  <a16:creationId xmlns:a16="http://schemas.microsoft.com/office/drawing/2014/main" id="{45B44E25-2596-6505-B018-6734666E6D58}"/>
                </a:ext>
              </a:extLst>
            </p:cNvPr>
            <p:cNvSpPr/>
            <p:nvPr/>
          </p:nvSpPr>
          <p:spPr>
            <a:xfrm>
              <a:off x="935272" y="2584333"/>
              <a:ext cx="6456" cy="73600"/>
            </a:xfrm>
            <a:custGeom>
              <a:avLst/>
              <a:gdLst/>
              <a:ahLst/>
              <a:cxnLst/>
              <a:rect l="l" t="t" r="r" b="b"/>
              <a:pathLst>
                <a:path w="65" h="741" extrusionOk="0">
                  <a:moveTo>
                    <a:pt x="16" y="1"/>
                  </a:moveTo>
                  <a:lnTo>
                    <a:pt x="16" y="17"/>
                  </a:lnTo>
                  <a:lnTo>
                    <a:pt x="16" y="118"/>
                  </a:lnTo>
                  <a:cubicBezTo>
                    <a:pt x="32" y="320"/>
                    <a:pt x="49" y="522"/>
                    <a:pt x="0" y="724"/>
                  </a:cubicBezTo>
                  <a:lnTo>
                    <a:pt x="0" y="740"/>
                  </a:lnTo>
                  <a:lnTo>
                    <a:pt x="16" y="740"/>
                  </a:lnTo>
                  <a:cubicBezTo>
                    <a:pt x="65" y="522"/>
                    <a:pt x="49" y="320"/>
                    <a:pt x="49" y="118"/>
                  </a:cubicBezTo>
                  <a:cubicBezTo>
                    <a:pt x="32" y="86"/>
                    <a:pt x="32" y="49"/>
                    <a:pt x="32" y="17"/>
                  </a:cubicBezTo>
                  <a:cubicBezTo>
                    <a:pt x="32" y="1"/>
                    <a:pt x="32" y="1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0">
              <a:extLst>
                <a:ext uri="{FF2B5EF4-FFF2-40B4-BE49-F238E27FC236}">
                  <a16:creationId xmlns:a16="http://schemas.microsoft.com/office/drawing/2014/main" id="{3952D23A-2146-9098-20DB-68ACFC8F9864}"/>
                </a:ext>
              </a:extLst>
            </p:cNvPr>
            <p:cNvSpPr/>
            <p:nvPr/>
          </p:nvSpPr>
          <p:spPr>
            <a:xfrm>
              <a:off x="1413125" y="3007259"/>
              <a:ext cx="88797" cy="250895"/>
            </a:xfrm>
            <a:custGeom>
              <a:avLst/>
              <a:gdLst/>
              <a:ahLst/>
              <a:cxnLst/>
              <a:rect l="l" t="t" r="r" b="b"/>
              <a:pathLst>
                <a:path w="894" h="2526" extrusionOk="0">
                  <a:moveTo>
                    <a:pt x="37" y="1"/>
                  </a:moveTo>
                  <a:cubicBezTo>
                    <a:pt x="37" y="1"/>
                    <a:pt x="17" y="1"/>
                    <a:pt x="17" y="17"/>
                  </a:cubicBezTo>
                  <a:cubicBezTo>
                    <a:pt x="0" y="86"/>
                    <a:pt x="0" y="170"/>
                    <a:pt x="0" y="251"/>
                  </a:cubicBezTo>
                  <a:cubicBezTo>
                    <a:pt x="17" y="304"/>
                    <a:pt x="17" y="352"/>
                    <a:pt x="0" y="405"/>
                  </a:cubicBezTo>
                  <a:cubicBezTo>
                    <a:pt x="0" y="453"/>
                    <a:pt x="37" y="490"/>
                    <a:pt x="69" y="506"/>
                  </a:cubicBezTo>
                  <a:cubicBezTo>
                    <a:pt x="69" y="506"/>
                    <a:pt x="69" y="522"/>
                    <a:pt x="85" y="522"/>
                  </a:cubicBezTo>
                  <a:cubicBezTo>
                    <a:pt x="356" y="793"/>
                    <a:pt x="574" y="1011"/>
                    <a:pt x="776" y="1213"/>
                  </a:cubicBezTo>
                  <a:cubicBezTo>
                    <a:pt x="808" y="1245"/>
                    <a:pt x="845" y="1297"/>
                    <a:pt x="845" y="1362"/>
                  </a:cubicBezTo>
                  <a:cubicBezTo>
                    <a:pt x="845" y="1685"/>
                    <a:pt x="861" y="2021"/>
                    <a:pt x="861" y="2425"/>
                  </a:cubicBezTo>
                  <a:cubicBezTo>
                    <a:pt x="861" y="2457"/>
                    <a:pt x="861" y="2493"/>
                    <a:pt x="845" y="2509"/>
                  </a:cubicBezTo>
                  <a:lnTo>
                    <a:pt x="845" y="2526"/>
                  </a:lnTo>
                  <a:lnTo>
                    <a:pt x="861" y="2526"/>
                  </a:lnTo>
                  <a:cubicBezTo>
                    <a:pt x="877" y="2493"/>
                    <a:pt x="893" y="2473"/>
                    <a:pt x="893" y="2425"/>
                  </a:cubicBezTo>
                  <a:cubicBezTo>
                    <a:pt x="877" y="2021"/>
                    <a:pt x="877" y="1685"/>
                    <a:pt x="877" y="1362"/>
                  </a:cubicBezTo>
                  <a:cubicBezTo>
                    <a:pt x="877" y="1281"/>
                    <a:pt x="824" y="1229"/>
                    <a:pt x="792" y="1197"/>
                  </a:cubicBezTo>
                  <a:cubicBezTo>
                    <a:pt x="590" y="995"/>
                    <a:pt x="372" y="776"/>
                    <a:pt x="101" y="506"/>
                  </a:cubicBezTo>
                  <a:lnTo>
                    <a:pt x="85" y="490"/>
                  </a:lnTo>
                  <a:cubicBezTo>
                    <a:pt x="53" y="453"/>
                    <a:pt x="37" y="437"/>
                    <a:pt x="37" y="405"/>
                  </a:cubicBezTo>
                  <a:lnTo>
                    <a:pt x="37" y="251"/>
                  </a:lnTo>
                  <a:cubicBezTo>
                    <a:pt x="37" y="170"/>
                    <a:pt x="37" y="102"/>
                    <a:pt x="53" y="17"/>
                  </a:cubicBezTo>
                  <a:cubicBezTo>
                    <a:pt x="53" y="17"/>
                    <a:pt x="53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0">
              <a:extLst>
                <a:ext uri="{FF2B5EF4-FFF2-40B4-BE49-F238E27FC236}">
                  <a16:creationId xmlns:a16="http://schemas.microsoft.com/office/drawing/2014/main" id="{F0EC5404-1383-4B7C-1B1B-F33D53966F42}"/>
                </a:ext>
              </a:extLst>
            </p:cNvPr>
            <p:cNvSpPr/>
            <p:nvPr/>
          </p:nvSpPr>
          <p:spPr>
            <a:xfrm>
              <a:off x="1670675" y="2870091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6"/>
                  </a:cubicBezTo>
                  <a:cubicBezTo>
                    <a:pt x="17" y="117"/>
                    <a:pt x="17" y="239"/>
                    <a:pt x="17" y="340"/>
                  </a:cubicBezTo>
                  <a:cubicBezTo>
                    <a:pt x="17" y="404"/>
                    <a:pt x="33" y="473"/>
                    <a:pt x="17" y="542"/>
                  </a:cubicBezTo>
                  <a:lnTo>
                    <a:pt x="17" y="590"/>
                  </a:lnTo>
                  <a:cubicBezTo>
                    <a:pt x="33" y="622"/>
                    <a:pt x="33" y="659"/>
                    <a:pt x="17" y="691"/>
                  </a:cubicBezTo>
                  <a:cubicBezTo>
                    <a:pt x="1" y="691"/>
                    <a:pt x="17" y="707"/>
                    <a:pt x="17" y="707"/>
                  </a:cubicBezTo>
                  <a:lnTo>
                    <a:pt x="33" y="691"/>
                  </a:lnTo>
                  <a:cubicBezTo>
                    <a:pt x="49" y="659"/>
                    <a:pt x="49" y="622"/>
                    <a:pt x="49" y="590"/>
                  </a:cubicBezTo>
                  <a:lnTo>
                    <a:pt x="49" y="542"/>
                  </a:lnTo>
                  <a:lnTo>
                    <a:pt x="49" y="340"/>
                  </a:lnTo>
                  <a:cubicBezTo>
                    <a:pt x="49" y="239"/>
                    <a:pt x="49" y="117"/>
                    <a:pt x="70" y="16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0">
              <a:extLst>
                <a:ext uri="{FF2B5EF4-FFF2-40B4-BE49-F238E27FC236}">
                  <a16:creationId xmlns:a16="http://schemas.microsoft.com/office/drawing/2014/main" id="{912F05BC-795D-A2E1-07E9-B0D359B998E5}"/>
                </a:ext>
              </a:extLst>
            </p:cNvPr>
            <p:cNvSpPr/>
            <p:nvPr/>
          </p:nvSpPr>
          <p:spPr>
            <a:xfrm>
              <a:off x="1443220" y="2071220"/>
              <a:ext cx="5264" cy="68236"/>
            </a:xfrm>
            <a:custGeom>
              <a:avLst/>
              <a:gdLst/>
              <a:ahLst/>
              <a:cxnLst/>
              <a:rect l="l" t="t" r="r" b="b"/>
              <a:pathLst>
                <a:path w="53" h="687" extrusionOk="0">
                  <a:moveTo>
                    <a:pt x="37" y="0"/>
                  </a:moveTo>
                  <a:cubicBezTo>
                    <a:pt x="17" y="117"/>
                    <a:pt x="17" y="234"/>
                    <a:pt x="17" y="335"/>
                  </a:cubicBezTo>
                  <a:lnTo>
                    <a:pt x="17" y="554"/>
                  </a:lnTo>
                  <a:lnTo>
                    <a:pt x="17" y="586"/>
                  </a:lnTo>
                  <a:cubicBezTo>
                    <a:pt x="17" y="622"/>
                    <a:pt x="17" y="655"/>
                    <a:pt x="0" y="671"/>
                  </a:cubicBezTo>
                  <a:lnTo>
                    <a:pt x="0" y="687"/>
                  </a:lnTo>
                  <a:lnTo>
                    <a:pt x="37" y="687"/>
                  </a:lnTo>
                  <a:cubicBezTo>
                    <a:pt x="53" y="655"/>
                    <a:pt x="53" y="622"/>
                    <a:pt x="53" y="586"/>
                  </a:cubicBezTo>
                  <a:cubicBezTo>
                    <a:pt x="37" y="570"/>
                    <a:pt x="37" y="554"/>
                    <a:pt x="37" y="554"/>
                  </a:cubicBezTo>
                  <a:cubicBezTo>
                    <a:pt x="53" y="469"/>
                    <a:pt x="53" y="404"/>
                    <a:pt x="37" y="335"/>
                  </a:cubicBezTo>
                  <a:cubicBezTo>
                    <a:pt x="37" y="234"/>
                    <a:pt x="37" y="117"/>
                    <a:pt x="53" y="16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0">
              <a:extLst>
                <a:ext uri="{FF2B5EF4-FFF2-40B4-BE49-F238E27FC236}">
                  <a16:creationId xmlns:a16="http://schemas.microsoft.com/office/drawing/2014/main" id="{4DC51852-9987-54A7-B49F-A9EECB77655A}"/>
                </a:ext>
              </a:extLst>
            </p:cNvPr>
            <p:cNvSpPr/>
            <p:nvPr/>
          </p:nvSpPr>
          <p:spPr>
            <a:xfrm>
              <a:off x="672458" y="3286561"/>
              <a:ext cx="150577" cy="135281"/>
            </a:xfrm>
            <a:custGeom>
              <a:avLst/>
              <a:gdLst/>
              <a:ahLst/>
              <a:cxnLst/>
              <a:rect l="l" t="t" r="r" b="b"/>
              <a:pathLst>
                <a:path w="1516" h="1362" extrusionOk="0">
                  <a:moveTo>
                    <a:pt x="1483" y="0"/>
                  </a:moveTo>
                  <a:cubicBezTo>
                    <a:pt x="1467" y="0"/>
                    <a:pt x="1467" y="0"/>
                    <a:pt x="1467" y="17"/>
                  </a:cubicBezTo>
                  <a:cubicBezTo>
                    <a:pt x="1483" y="186"/>
                    <a:pt x="1483" y="352"/>
                    <a:pt x="1483" y="521"/>
                  </a:cubicBezTo>
                  <a:lnTo>
                    <a:pt x="1483" y="792"/>
                  </a:lnTo>
                  <a:cubicBezTo>
                    <a:pt x="1483" y="841"/>
                    <a:pt x="1467" y="857"/>
                    <a:pt x="1414" y="873"/>
                  </a:cubicBezTo>
                  <a:cubicBezTo>
                    <a:pt x="1265" y="925"/>
                    <a:pt x="1131" y="974"/>
                    <a:pt x="994" y="1026"/>
                  </a:cubicBezTo>
                  <a:cubicBezTo>
                    <a:pt x="776" y="1095"/>
                    <a:pt x="558" y="1160"/>
                    <a:pt x="323" y="1228"/>
                  </a:cubicBezTo>
                  <a:cubicBezTo>
                    <a:pt x="255" y="1245"/>
                    <a:pt x="186" y="1277"/>
                    <a:pt x="121" y="1297"/>
                  </a:cubicBezTo>
                  <a:cubicBezTo>
                    <a:pt x="85" y="1313"/>
                    <a:pt x="53" y="1329"/>
                    <a:pt x="20" y="1329"/>
                  </a:cubicBezTo>
                  <a:lnTo>
                    <a:pt x="0" y="1346"/>
                  </a:lnTo>
                  <a:lnTo>
                    <a:pt x="20" y="1362"/>
                  </a:lnTo>
                  <a:cubicBezTo>
                    <a:pt x="53" y="1346"/>
                    <a:pt x="85" y="1346"/>
                    <a:pt x="121" y="1329"/>
                  </a:cubicBezTo>
                  <a:cubicBezTo>
                    <a:pt x="186" y="1297"/>
                    <a:pt x="271" y="1277"/>
                    <a:pt x="339" y="1261"/>
                  </a:cubicBezTo>
                  <a:cubicBezTo>
                    <a:pt x="558" y="1196"/>
                    <a:pt x="792" y="1111"/>
                    <a:pt x="994" y="1043"/>
                  </a:cubicBezTo>
                  <a:cubicBezTo>
                    <a:pt x="1147" y="994"/>
                    <a:pt x="1281" y="942"/>
                    <a:pt x="1414" y="909"/>
                  </a:cubicBezTo>
                  <a:cubicBezTo>
                    <a:pt x="1483" y="893"/>
                    <a:pt x="1499" y="857"/>
                    <a:pt x="1499" y="792"/>
                  </a:cubicBezTo>
                  <a:lnTo>
                    <a:pt x="1499" y="521"/>
                  </a:lnTo>
                  <a:cubicBezTo>
                    <a:pt x="1515" y="352"/>
                    <a:pt x="1515" y="186"/>
                    <a:pt x="1499" y="17"/>
                  </a:cubicBezTo>
                  <a:cubicBezTo>
                    <a:pt x="1499" y="0"/>
                    <a:pt x="1483" y="0"/>
                    <a:pt x="1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0">
              <a:extLst>
                <a:ext uri="{FF2B5EF4-FFF2-40B4-BE49-F238E27FC236}">
                  <a16:creationId xmlns:a16="http://schemas.microsoft.com/office/drawing/2014/main" id="{71E60292-7A84-E662-3422-B8562D58EF3C}"/>
                </a:ext>
              </a:extLst>
            </p:cNvPr>
            <p:cNvSpPr/>
            <p:nvPr/>
          </p:nvSpPr>
          <p:spPr>
            <a:xfrm>
              <a:off x="1416701" y="2350026"/>
              <a:ext cx="83532" cy="207589"/>
            </a:xfrm>
            <a:custGeom>
              <a:avLst/>
              <a:gdLst/>
              <a:ahLst/>
              <a:cxnLst/>
              <a:rect l="l" t="t" r="r" b="b"/>
              <a:pathLst>
                <a:path w="841" h="2090" extrusionOk="0">
                  <a:moveTo>
                    <a:pt x="1" y="1"/>
                  </a:moveTo>
                  <a:lnTo>
                    <a:pt x="1" y="21"/>
                  </a:lnTo>
                  <a:cubicBezTo>
                    <a:pt x="17" y="37"/>
                    <a:pt x="17" y="37"/>
                    <a:pt x="33" y="37"/>
                  </a:cubicBezTo>
                  <a:cubicBezTo>
                    <a:pt x="49" y="53"/>
                    <a:pt x="65" y="69"/>
                    <a:pt x="82" y="86"/>
                  </a:cubicBezTo>
                  <a:cubicBezTo>
                    <a:pt x="304" y="372"/>
                    <a:pt x="538" y="659"/>
                    <a:pt x="772" y="962"/>
                  </a:cubicBezTo>
                  <a:cubicBezTo>
                    <a:pt x="809" y="1011"/>
                    <a:pt x="809" y="1079"/>
                    <a:pt x="809" y="1132"/>
                  </a:cubicBezTo>
                  <a:lnTo>
                    <a:pt x="809" y="1940"/>
                  </a:lnTo>
                  <a:cubicBezTo>
                    <a:pt x="809" y="1988"/>
                    <a:pt x="809" y="2041"/>
                    <a:pt x="788" y="2073"/>
                  </a:cubicBezTo>
                  <a:cubicBezTo>
                    <a:pt x="772" y="2089"/>
                    <a:pt x="788" y="2089"/>
                    <a:pt x="788" y="2089"/>
                  </a:cubicBezTo>
                  <a:lnTo>
                    <a:pt x="809" y="2089"/>
                  </a:lnTo>
                  <a:cubicBezTo>
                    <a:pt x="825" y="2041"/>
                    <a:pt x="841" y="1988"/>
                    <a:pt x="841" y="1940"/>
                  </a:cubicBezTo>
                  <a:lnTo>
                    <a:pt x="841" y="1132"/>
                  </a:lnTo>
                  <a:cubicBezTo>
                    <a:pt x="841" y="1063"/>
                    <a:pt x="841" y="995"/>
                    <a:pt x="788" y="946"/>
                  </a:cubicBezTo>
                  <a:cubicBezTo>
                    <a:pt x="554" y="643"/>
                    <a:pt x="320" y="356"/>
                    <a:pt x="102" y="69"/>
                  </a:cubicBezTo>
                  <a:lnTo>
                    <a:pt x="49" y="21"/>
                  </a:lnTo>
                  <a:cubicBezTo>
                    <a:pt x="33" y="21"/>
                    <a:pt x="33" y="1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0">
              <a:extLst>
                <a:ext uri="{FF2B5EF4-FFF2-40B4-BE49-F238E27FC236}">
                  <a16:creationId xmlns:a16="http://schemas.microsoft.com/office/drawing/2014/main" id="{996CEAC4-157C-296E-DF95-455CBA4D24DA}"/>
                </a:ext>
              </a:extLst>
            </p:cNvPr>
            <p:cNvSpPr/>
            <p:nvPr/>
          </p:nvSpPr>
          <p:spPr>
            <a:xfrm>
              <a:off x="1919881" y="3179389"/>
              <a:ext cx="126937" cy="206000"/>
            </a:xfrm>
            <a:custGeom>
              <a:avLst/>
              <a:gdLst/>
              <a:ahLst/>
              <a:cxnLst/>
              <a:rect l="l" t="t" r="r" b="b"/>
              <a:pathLst>
                <a:path w="1278" h="2074" extrusionOk="0">
                  <a:moveTo>
                    <a:pt x="65" y="1"/>
                  </a:moveTo>
                  <a:cubicBezTo>
                    <a:pt x="33" y="53"/>
                    <a:pt x="33" y="102"/>
                    <a:pt x="49" y="154"/>
                  </a:cubicBezTo>
                  <a:cubicBezTo>
                    <a:pt x="49" y="187"/>
                    <a:pt x="65" y="219"/>
                    <a:pt x="49" y="255"/>
                  </a:cubicBezTo>
                  <a:cubicBezTo>
                    <a:pt x="0" y="591"/>
                    <a:pt x="166" y="825"/>
                    <a:pt x="320" y="995"/>
                  </a:cubicBezTo>
                  <a:cubicBezTo>
                    <a:pt x="538" y="1213"/>
                    <a:pt x="740" y="1467"/>
                    <a:pt x="926" y="1701"/>
                  </a:cubicBezTo>
                  <a:cubicBezTo>
                    <a:pt x="1027" y="1802"/>
                    <a:pt x="1111" y="1903"/>
                    <a:pt x="1212" y="2021"/>
                  </a:cubicBezTo>
                  <a:cubicBezTo>
                    <a:pt x="1212" y="2037"/>
                    <a:pt x="1229" y="2037"/>
                    <a:pt x="1245" y="2053"/>
                  </a:cubicBezTo>
                  <a:lnTo>
                    <a:pt x="1261" y="2053"/>
                  </a:lnTo>
                  <a:lnTo>
                    <a:pt x="1261" y="2073"/>
                  </a:lnTo>
                  <a:lnTo>
                    <a:pt x="1277" y="2053"/>
                  </a:lnTo>
                  <a:lnTo>
                    <a:pt x="1277" y="2037"/>
                  </a:lnTo>
                  <a:cubicBezTo>
                    <a:pt x="1277" y="2037"/>
                    <a:pt x="1261" y="2037"/>
                    <a:pt x="1261" y="2021"/>
                  </a:cubicBezTo>
                  <a:cubicBezTo>
                    <a:pt x="1245" y="2021"/>
                    <a:pt x="1229" y="2004"/>
                    <a:pt x="1229" y="2004"/>
                  </a:cubicBezTo>
                  <a:cubicBezTo>
                    <a:pt x="1128" y="1887"/>
                    <a:pt x="1043" y="1786"/>
                    <a:pt x="958" y="1685"/>
                  </a:cubicBezTo>
                  <a:cubicBezTo>
                    <a:pt x="756" y="1447"/>
                    <a:pt x="554" y="1197"/>
                    <a:pt x="336" y="978"/>
                  </a:cubicBezTo>
                  <a:cubicBezTo>
                    <a:pt x="118" y="724"/>
                    <a:pt x="33" y="506"/>
                    <a:pt x="85" y="255"/>
                  </a:cubicBezTo>
                  <a:cubicBezTo>
                    <a:pt x="85" y="219"/>
                    <a:pt x="85" y="187"/>
                    <a:pt x="65" y="154"/>
                  </a:cubicBezTo>
                  <a:cubicBezTo>
                    <a:pt x="65" y="102"/>
                    <a:pt x="49" y="69"/>
                    <a:pt x="85" y="17"/>
                  </a:cubicBezTo>
                  <a:lnTo>
                    <a:pt x="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0">
              <a:extLst>
                <a:ext uri="{FF2B5EF4-FFF2-40B4-BE49-F238E27FC236}">
                  <a16:creationId xmlns:a16="http://schemas.microsoft.com/office/drawing/2014/main" id="{1854C8B3-3C90-D9FD-8334-A11C91EFC6BF}"/>
                </a:ext>
              </a:extLst>
            </p:cNvPr>
            <p:cNvSpPr/>
            <p:nvPr/>
          </p:nvSpPr>
          <p:spPr>
            <a:xfrm>
              <a:off x="1386605" y="1290327"/>
              <a:ext cx="6555" cy="73600"/>
            </a:xfrm>
            <a:custGeom>
              <a:avLst/>
              <a:gdLst/>
              <a:ahLst/>
              <a:cxnLst/>
              <a:rect l="l" t="t" r="r" b="b"/>
              <a:pathLst>
                <a:path w="66" h="741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34"/>
                    <a:pt x="17" y="235"/>
                    <a:pt x="17" y="352"/>
                  </a:cubicBezTo>
                  <a:lnTo>
                    <a:pt x="17" y="554"/>
                  </a:lnTo>
                  <a:lnTo>
                    <a:pt x="17" y="623"/>
                  </a:lnTo>
                  <a:cubicBezTo>
                    <a:pt x="17" y="655"/>
                    <a:pt x="17" y="708"/>
                    <a:pt x="33" y="740"/>
                  </a:cubicBezTo>
                  <a:lnTo>
                    <a:pt x="49" y="740"/>
                  </a:lnTo>
                  <a:cubicBezTo>
                    <a:pt x="65" y="740"/>
                    <a:pt x="65" y="740"/>
                    <a:pt x="49" y="724"/>
                  </a:cubicBezTo>
                  <a:cubicBezTo>
                    <a:pt x="33" y="692"/>
                    <a:pt x="33" y="655"/>
                    <a:pt x="49" y="623"/>
                  </a:cubicBezTo>
                  <a:lnTo>
                    <a:pt x="49" y="554"/>
                  </a:lnTo>
                  <a:lnTo>
                    <a:pt x="49" y="352"/>
                  </a:lnTo>
                  <a:cubicBezTo>
                    <a:pt x="49" y="235"/>
                    <a:pt x="49" y="134"/>
                    <a:pt x="33" y="17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0">
              <a:extLst>
                <a:ext uri="{FF2B5EF4-FFF2-40B4-BE49-F238E27FC236}">
                  <a16:creationId xmlns:a16="http://schemas.microsoft.com/office/drawing/2014/main" id="{007A401B-F985-A94C-FF3B-CD5D71E63D99}"/>
                </a:ext>
              </a:extLst>
            </p:cNvPr>
            <p:cNvSpPr/>
            <p:nvPr/>
          </p:nvSpPr>
          <p:spPr>
            <a:xfrm>
              <a:off x="1670675" y="3034176"/>
              <a:ext cx="6953" cy="70322"/>
            </a:xfrm>
            <a:custGeom>
              <a:avLst/>
              <a:gdLst/>
              <a:ahLst/>
              <a:cxnLst/>
              <a:rect l="l" t="t" r="r" b="b"/>
              <a:pathLst>
                <a:path w="70" h="708" extrusionOk="0">
                  <a:moveTo>
                    <a:pt x="49" y="0"/>
                  </a:moveTo>
                  <a:cubicBezTo>
                    <a:pt x="49" y="0"/>
                    <a:pt x="33" y="0"/>
                    <a:pt x="33" y="17"/>
                  </a:cubicBezTo>
                  <a:cubicBezTo>
                    <a:pt x="17" y="118"/>
                    <a:pt x="17" y="235"/>
                    <a:pt x="17" y="336"/>
                  </a:cubicBezTo>
                  <a:cubicBezTo>
                    <a:pt x="17" y="404"/>
                    <a:pt x="33" y="469"/>
                    <a:pt x="17" y="538"/>
                  </a:cubicBezTo>
                  <a:lnTo>
                    <a:pt x="17" y="586"/>
                  </a:lnTo>
                  <a:cubicBezTo>
                    <a:pt x="33" y="623"/>
                    <a:pt x="33" y="655"/>
                    <a:pt x="17" y="687"/>
                  </a:cubicBezTo>
                  <a:cubicBezTo>
                    <a:pt x="1" y="687"/>
                    <a:pt x="17" y="687"/>
                    <a:pt x="17" y="707"/>
                  </a:cubicBezTo>
                  <a:lnTo>
                    <a:pt x="33" y="687"/>
                  </a:lnTo>
                  <a:cubicBezTo>
                    <a:pt x="49" y="655"/>
                    <a:pt x="49" y="623"/>
                    <a:pt x="49" y="586"/>
                  </a:cubicBezTo>
                  <a:lnTo>
                    <a:pt x="49" y="538"/>
                  </a:lnTo>
                  <a:lnTo>
                    <a:pt x="49" y="336"/>
                  </a:lnTo>
                  <a:cubicBezTo>
                    <a:pt x="49" y="235"/>
                    <a:pt x="49" y="118"/>
                    <a:pt x="70" y="17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0">
              <a:extLst>
                <a:ext uri="{FF2B5EF4-FFF2-40B4-BE49-F238E27FC236}">
                  <a16:creationId xmlns:a16="http://schemas.microsoft.com/office/drawing/2014/main" id="{1CF912B8-7B25-FB6D-670B-17CCE84A10B0}"/>
                </a:ext>
              </a:extLst>
            </p:cNvPr>
            <p:cNvSpPr/>
            <p:nvPr/>
          </p:nvSpPr>
          <p:spPr>
            <a:xfrm>
              <a:off x="1037180" y="2207991"/>
              <a:ext cx="1689" cy="68733"/>
            </a:xfrm>
            <a:custGeom>
              <a:avLst/>
              <a:gdLst/>
              <a:ahLst/>
              <a:cxnLst/>
              <a:rect l="l" t="t" r="r" b="b"/>
              <a:pathLst>
                <a:path w="17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6" y="692"/>
                  </a:lnTo>
                  <a:lnTo>
                    <a:pt x="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0">
              <a:extLst>
                <a:ext uri="{FF2B5EF4-FFF2-40B4-BE49-F238E27FC236}">
                  <a16:creationId xmlns:a16="http://schemas.microsoft.com/office/drawing/2014/main" id="{17DE0364-6343-2C07-5FD2-425F5041C320}"/>
                </a:ext>
              </a:extLst>
            </p:cNvPr>
            <p:cNvSpPr/>
            <p:nvPr/>
          </p:nvSpPr>
          <p:spPr>
            <a:xfrm>
              <a:off x="461790" y="2019075"/>
              <a:ext cx="179083" cy="102404"/>
            </a:xfrm>
            <a:custGeom>
              <a:avLst/>
              <a:gdLst/>
              <a:ahLst/>
              <a:cxnLst/>
              <a:rect l="l" t="t" r="r" b="b"/>
              <a:pathLst>
                <a:path w="1803" h="1031" extrusionOk="0">
                  <a:moveTo>
                    <a:pt x="1786" y="0"/>
                  </a:moveTo>
                  <a:cubicBezTo>
                    <a:pt x="1770" y="20"/>
                    <a:pt x="1770" y="36"/>
                    <a:pt x="1754" y="53"/>
                  </a:cubicBezTo>
                  <a:cubicBezTo>
                    <a:pt x="1754" y="69"/>
                    <a:pt x="1754" y="85"/>
                    <a:pt x="1717" y="101"/>
                  </a:cubicBezTo>
                  <a:cubicBezTo>
                    <a:pt x="1467" y="238"/>
                    <a:pt x="1212" y="372"/>
                    <a:pt x="962" y="505"/>
                  </a:cubicBezTo>
                  <a:cubicBezTo>
                    <a:pt x="893" y="541"/>
                    <a:pt x="828" y="574"/>
                    <a:pt x="776" y="606"/>
                  </a:cubicBezTo>
                  <a:cubicBezTo>
                    <a:pt x="590" y="691"/>
                    <a:pt x="424" y="792"/>
                    <a:pt x="255" y="877"/>
                  </a:cubicBezTo>
                  <a:lnTo>
                    <a:pt x="21" y="1010"/>
                  </a:lnTo>
                  <a:cubicBezTo>
                    <a:pt x="0" y="1010"/>
                    <a:pt x="0" y="1010"/>
                    <a:pt x="0" y="1030"/>
                  </a:cubicBezTo>
                  <a:lnTo>
                    <a:pt x="21" y="1030"/>
                  </a:lnTo>
                  <a:lnTo>
                    <a:pt x="271" y="909"/>
                  </a:lnTo>
                  <a:cubicBezTo>
                    <a:pt x="441" y="808"/>
                    <a:pt x="606" y="727"/>
                    <a:pt x="776" y="626"/>
                  </a:cubicBezTo>
                  <a:cubicBezTo>
                    <a:pt x="845" y="590"/>
                    <a:pt x="909" y="558"/>
                    <a:pt x="978" y="525"/>
                  </a:cubicBezTo>
                  <a:cubicBezTo>
                    <a:pt x="1212" y="388"/>
                    <a:pt x="1483" y="255"/>
                    <a:pt x="1737" y="137"/>
                  </a:cubicBezTo>
                  <a:cubicBezTo>
                    <a:pt x="1770" y="101"/>
                    <a:pt x="1786" y="85"/>
                    <a:pt x="1786" y="53"/>
                  </a:cubicBezTo>
                  <a:cubicBezTo>
                    <a:pt x="1786" y="53"/>
                    <a:pt x="1786" y="36"/>
                    <a:pt x="1802" y="36"/>
                  </a:cubicBezTo>
                  <a:lnTo>
                    <a:pt x="18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0">
              <a:extLst>
                <a:ext uri="{FF2B5EF4-FFF2-40B4-BE49-F238E27FC236}">
                  <a16:creationId xmlns:a16="http://schemas.microsoft.com/office/drawing/2014/main" id="{175FABDA-0B3B-F46C-69AE-D3E225BA317B}"/>
                </a:ext>
              </a:extLst>
            </p:cNvPr>
            <p:cNvSpPr/>
            <p:nvPr/>
          </p:nvSpPr>
          <p:spPr>
            <a:xfrm>
              <a:off x="1669085" y="2054335"/>
              <a:ext cx="4966" cy="70322"/>
            </a:xfrm>
            <a:custGeom>
              <a:avLst/>
              <a:gdLst/>
              <a:ahLst/>
              <a:cxnLst/>
              <a:rect l="l" t="t" r="r" b="b"/>
              <a:pathLst>
                <a:path w="50" h="708" extrusionOk="0">
                  <a:moveTo>
                    <a:pt x="33" y="1"/>
                  </a:moveTo>
                  <a:lnTo>
                    <a:pt x="33" y="17"/>
                  </a:lnTo>
                  <a:cubicBezTo>
                    <a:pt x="1" y="118"/>
                    <a:pt x="17" y="235"/>
                    <a:pt x="17" y="336"/>
                  </a:cubicBezTo>
                  <a:lnTo>
                    <a:pt x="17" y="538"/>
                  </a:lnTo>
                  <a:lnTo>
                    <a:pt x="17" y="590"/>
                  </a:lnTo>
                  <a:cubicBezTo>
                    <a:pt x="17" y="623"/>
                    <a:pt x="17" y="655"/>
                    <a:pt x="1" y="691"/>
                  </a:cubicBezTo>
                  <a:lnTo>
                    <a:pt x="1" y="707"/>
                  </a:lnTo>
                  <a:lnTo>
                    <a:pt x="17" y="707"/>
                  </a:lnTo>
                  <a:lnTo>
                    <a:pt x="17" y="691"/>
                  </a:lnTo>
                  <a:cubicBezTo>
                    <a:pt x="49" y="655"/>
                    <a:pt x="33" y="623"/>
                    <a:pt x="33" y="590"/>
                  </a:cubicBezTo>
                  <a:lnTo>
                    <a:pt x="33" y="538"/>
                  </a:lnTo>
                  <a:lnTo>
                    <a:pt x="33" y="336"/>
                  </a:lnTo>
                  <a:cubicBezTo>
                    <a:pt x="33" y="235"/>
                    <a:pt x="33" y="118"/>
                    <a:pt x="49" y="17"/>
                  </a:cubicBezTo>
                  <a:cubicBezTo>
                    <a:pt x="49" y="17"/>
                    <a:pt x="49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0">
              <a:extLst>
                <a:ext uri="{FF2B5EF4-FFF2-40B4-BE49-F238E27FC236}">
                  <a16:creationId xmlns:a16="http://schemas.microsoft.com/office/drawing/2014/main" id="{AB412141-7E39-2A5D-9179-85E0676F4C70}"/>
                </a:ext>
              </a:extLst>
            </p:cNvPr>
            <p:cNvSpPr/>
            <p:nvPr/>
          </p:nvSpPr>
          <p:spPr>
            <a:xfrm>
              <a:off x="687655" y="3423332"/>
              <a:ext cx="137366" cy="152563"/>
            </a:xfrm>
            <a:custGeom>
              <a:avLst/>
              <a:gdLst/>
              <a:ahLst/>
              <a:cxnLst/>
              <a:rect l="l" t="t" r="r" b="b"/>
              <a:pathLst>
                <a:path w="1383" h="1536" extrusionOk="0">
                  <a:moveTo>
                    <a:pt x="1330" y="1"/>
                  </a:moveTo>
                  <a:cubicBezTo>
                    <a:pt x="1314" y="37"/>
                    <a:pt x="1314" y="86"/>
                    <a:pt x="1330" y="122"/>
                  </a:cubicBezTo>
                  <a:cubicBezTo>
                    <a:pt x="1330" y="171"/>
                    <a:pt x="1346" y="203"/>
                    <a:pt x="1297" y="223"/>
                  </a:cubicBezTo>
                  <a:cubicBezTo>
                    <a:pt x="1261" y="255"/>
                    <a:pt x="1213" y="255"/>
                    <a:pt x="1160" y="272"/>
                  </a:cubicBezTo>
                  <a:cubicBezTo>
                    <a:pt x="1144" y="288"/>
                    <a:pt x="1112" y="288"/>
                    <a:pt x="1079" y="304"/>
                  </a:cubicBezTo>
                  <a:cubicBezTo>
                    <a:pt x="825" y="389"/>
                    <a:pt x="554" y="474"/>
                    <a:pt x="287" y="575"/>
                  </a:cubicBezTo>
                  <a:lnTo>
                    <a:pt x="17" y="659"/>
                  </a:lnTo>
                  <a:lnTo>
                    <a:pt x="1" y="676"/>
                  </a:lnTo>
                  <a:lnTo>
                    <a:pt x="1" y="1011"/>
                  </a:lnTo>
                  <a:cubicBezTo>
                    <a:pt x="1" y="1180"/>
                    <a:pt x="1" y="1350"/>
                    <a:pt x="17" y="1536"/>
                  </a:cubicBezTo>
                  <a:lnTo>
                    <a:pt x="33" y="1536"/>
                  </a:lnTo>
                  <a:cubicBezTo>
                    <a:pt x="33" y="1536"/>
                    <a:pt x="49" y="1536"/>
                    <a:pt x="49" y="1516"/>
                  </a:cubicBezTo>
                  <a:cubicBezTo>
                    <a:pt x="17" y="1350"/>
                    <a:pt x="33" y="1180"/>
                    <a:pt x="33" y="1011"/>
                  </a:cubicBezTo>
                  <a:lnTo>
                    <a:pt x="33" y="692"/>
                  </a:lnTo>
                  <a:lnTo>
                    <a:pt x="304" y="591"/>
                  </a:lnTo>
                  <a:cubicBezTo>
                    <a:pt x="574" y="506"/>
                    <a:pt x="825" y="405"/>
                    <a:pt x="1095" y="324"/>
                  </a:cubicBezTo>
                  <a:cubicBezTo>
                    <a:pt x="1112" y="304"/>
                    <a:pt x="1144" y="304"/>
                    <a:pt x="1180" y="304"/>
                  </a:cubicBezTo>
                  <a:cubicBezTo>
                    <a:pt x="1229" y="288"/>
                    <a:pt x="1281" y="272"/>
                    <a:pt x="1314" y="255"/>
                  </a:cubicBezTo>
                  <a:cubicBezTo>
                    <a:pt x="1382" y="223"/>
                    <a:pt x="1362" y="171"/>
                    <a:pt x="1346" y="122"/>
                  </a:cubicBezTo>
                  <a:cubicBezTo>
                    <a:pt x="1346" y="86"/>
                    <a:pt x="1330" y="53"/>
                    <a:pt x="1346" y="21"/>
                  </a:cubicBezTo>
                  <a:cubicBezTo>
                    <a:pt x="1362" y="21"/>
                    <a:pt x="1346" y="1"/>
                    <a:pt x="13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0">
              <a:extLst>
                <a:ext uri="{FF2B5EF4-FFF2-40B4-BE49-F238E27FC236}">
                  <a16:creationId xmlns:a16="http://schemas.microsoft.com/office/drawing/2014/main" id="{6F7D7BE5-4CD4-ABF1-EF26-F8ADB273D094}"/>
                </a:ext>
              </a:extLst>
            </p:cNvPr>
            <p:cNvSpPr/>
            <p:nvPr/>
          </p:nvSpPr>
          <p:spPr>
            <a:xfrm>
              <a:off x="669181" y="3593873"/>
              <a:ext cx="148988" cy="140545"/>
            </a:xfrm>
            <a:custGeom>
              <a:avLst/>
              <a:gdLst/>
              <a:ahLst/>
              <a:cxnLst/>
              <a:rect l="l" t="t" r="r" b="b"/>
              <a:pathLst>
                <a:path w="1500" h="1415" extrusionOk="0">
                  <a:moveTo>
                    <a:pt x="1483" y="1"/>
                  </a:moveTo>
                  <a:lnTo>
                    <a:pt x="1197" y="69"/>
                  </a:lnTo>
                  <a:cubicBezTo>
                    <a:pt x="978" y="138"/>
                    <a:pt x="740" y="203"/>
                    <a:pt x="506" y="271"/>
                  </a:cubicBezTo>
                  <a:cubicBezTo>
                    <a:pt x="437" y="288"/>
                    <a:pt x="372" y="304"/>
                    <a:pt x="304" y="340"/>
                  </a:cubicBezTo>
                  <a:cubicBezTo>
                    <a:pt x="235" y="356"/>
                    <a:pt x="187" y="372"/>
                    <a:pt x="118" y="389"/>
                  </a:cubicBezTo>
                  <a:cubicBezTo>
                    <a:pt x="33" y="425"/>
                    <a:pt x="1" y="457"/>
                    <a:pt x="1" y="558"/>
                  </a:cubicBezTo>
                  <a:lnTo>
                    <a:pt x="1" y="1164"/>
                  </a:lnTo>
                  <a:lnTo>
                    <a:pt x="1" y="1398"/>
                  </a:lnTo>
                  <a:cubicBezTo>
                    <a:pt x="1" y="1415"/>
                    <a:pt x="1" y="1415"/>
                    <a:pt x="17" y="1415"/>
                  </a:cubicBezTo>
                  <a:cubicBezTo>
                    <a:pt x="17" y="1415"/>
                    <a:pt x="33" y="1415"/>
                    <a:pt x="33" y="1398"/>
                  </a:cubicBezTo>
                  <a:lnTo>
                    <a:pt x="33" y="1164"/>
                  </a:lnTo>
                  <a:cubicBezTo>
                    <a:pt x="33" y="962"/>
                    <a:pt x="33" y="760"/>
                    <a:pt x="17" y="558"/>
                  </a:cubicBezTo>
                  <a:cubicBezTo>
                    <a:pt x="17" y="473"/>
                    <a:pt x="53" y="441"/>
                    <a:pt x="118" y="425"/>
                  </a:cubicBezTo>
                  <a:cubicBezTo>
                    <a:pt x="187" y="389"/>
                    <a:pt x="255" y="372"/>
                    <a:pt x="304" y="356"/>
                  </a:cubicBezTo>
                  <a:cubicBezTo>
                    <a:pt x="372" y="340"/>
                    <a:pt x="457" y="324"/>
                    <a:pt x="522" y="288"/>
                  </a:cubicBezTo>
                  <a:cubicBezTo>
                    <a:pt x="740" y="239"/>
                    <a:pt x="978" y="170"/>
                    <a:pt x="1213" y="102"/>
                  </a:cubicBezTo>
                  <a:lnTo>
                    <a:pt x="1483" y="21"/>
                  </a:lnTo>
                  <a:cubicBezTo>
                    <a:pt x="1500" y="21"/>
                    <a:pt x="1500" y="21"/>
                    <a:pt x="1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0">
              <a:extLst>
                <a:ext uri="{FF2B5EF4-FFF2-40B4-BE49-F238E27FC236}">
                  <a16:creationId xmlns:a16="http://schemas.microsoft.com/office/drawing/2014/main" id="{A74848D1-089D-AF2A-67EB-8B5255C9962B}"/>
                </a:ext>
              </a:extLst>
            </p:cNvPr>
            <p:cNvSpPr/>
            <p:nvPr/>
          </p:nvSpPr>
          <p:spPr>
            <a:xfrm>
              <a:off x="1257880" y="1940111"/>
              <a:ext cx="215535" cy="75785"/>
            </a:xfrm>
            <a:custGeom>
              <a:avLst/>
              <a:gdLst/>
              <a:ahLst/>
              <a:cxnLst/>
              <a:rect l="l" t="t" r="r" b="b"/>
              <a:pathLst>
                <a:path w="2170" h="763" extrusionOk="0">
                  <a:moveTo>
                    <a:pt x="1547" y="0"/>
                  </a:moveTo>
                  <a:cubicBezTo>
                    <a:pt x="1507" y="0"/>
                    <a:pt x="1464" y="14"/>
                    <a:pt x="1414" y="40"/>
                  </a:cubicBezTo>
                  <a:cubicBezTo>
                    <a:pt x="1228" y="157"/>
                    <a:pt x="1026" y="258"/>
                    <a:pt x="824" y="343"/>
                  </a:cubicBezTo>
                  <a:cubicBezTo>
                    <a:pt x="755" y="391"/>
                    <a:pt x="671" y="427"/>
                    <a:pt x="590" y="460"/>
                  </a:cubicBezTo>
                  <a:cubicBezTo>
                    <a:pt x="537" y="492"/>
                    <a:pt x="489" y="512"/>
                    <a:pt x="420" y="545"/>
                  </a:cubicBezTo>
                  <a:cubicBezTo>
                    <a:pt x="287" y="613"/>
                    <a:pt x="149" y="694"/>
                    <a:pt x="16" y="730"/>
                  </a:cubicBezTo>
                  <a:cubicBezTo>
                    <a:pt x="0" y="730"/>
                    <a:pt x="0" y="747"/>
                    <a:pt x="0" y="747"/>
                  </a:cubicBezTo>
                  <a:lnTo>
                    <a:pt x="16" y="763"/>
                  </a:lnTo>
                  <a:cubicBezTo>
                    <a:pt x="166" y="714"/>
                    <a:pt x="303" y="646"/>
                    <a:pt x="436" y="577"/>
                  </a:cubicBezTo>
                  <a:cubicBezTo>
                    <a:pt x="489" y="545"/>
                    <a:pt x="553" y="512"/>
                    <a:pt x="606" y="476"/>
                  </a:cubicBezTo>
                  <a:cubicBezTo>
                    <a:pt x="691" y="444"/>
                    <a:pt x="755" y="411"/>
                    <a:pt x="840" y="375"/>
                  </a:cubicBezTo>
                  <a:cubicBezTo>
                    <a:pt x="1042" y="274"/>
                    <a:pt x="1244" y="189"/>
                    <a:pt x="1430" y="72"/>
                  </a:cubicBezTo>
                  <a:cubicBezTo>
                    <a:pt x="1475" y="47"/>
                    <a:pt x="1515" y="34"/>
                    <a:pt x="1552" y="34"/>
                  </a:cubicBezTo>
                  <a:cubicBezTo>
                    <a:pt x="1612" y="34"/>
                    <a:pt x="1664" y="68"/>
                    <a:pt x="1717" y="141"/>
                  </a:cubicBezTo>
                  <a:cubicBezTo>
                    <a:pt x="1850" y="326"/>
                    <a:pt x="1951" y="460"/>
                    <a:pt x="2036" y="613"/>
                  </a:cubicBezTo>
                  <a:cubicBezTo>
                    <a:pt x="2068" y="662"/>
                    <a:pt x="2105" y="694"/>
                    <a:pt x="2137" y="714"/>
                  </a:cubicBezTo>
                  <a:lnTo>
                    <a:pt x="2169" y="714"/>
                  </a:lnTo>
                  <a:lnTo>
                    <a:pt x="2153" y="694"/>
                  </a:lnTo>
                  <a:cubicBezTo>
                    <a:pt x="2121" y="662"/>
                    <a:pt x="2105" y="646"/>
                    <a:pt x="2068" y="593"/>
                  </a:cubicBezTo>
                  <a:cubicBezTo>
                    <a:pt x="1967" y="444"/>
                    <a:pt x="1866" y="310"/>
                    <a:pt x="1733" y="124"/>
                  </a:cubicBezTo>
                  <a:cubicBezTo>
                    <a:pt x="1670" y="39"/>
                    <a:pt x="1613" y="0"/>
                    <a:pt x="1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0">
              <a:extLst>
                <a:ext uri="{FF2B5EF4-FFF2-40B4-BE49-F238E27FC236}">
                  <a16:creationId xmlns:a16="http://schemas.microsoft.com/office/drawing/2014/main" id="{53608201-4A6C-FD1C-0527-E83F7FEAA06D}"/>
                </a:ext>
              </a:extLst>
            </p:cNvPr>
            <p:cNvSpPr/>
            <p:nvPr/>
          </p:nvSpPr>
          <p:spPr>
            <a:xfrm>
              <a:off x="1643857" y="2838407"/>
              <a:ext cx="6853" cy="70223"/>
            </a:xfrm>
            <a:custGeom>
              <a:avLst/>
              <a:gdLst/>
              <a:ahLst/>
              <a:cxnLst/>
              <a:rect l="l" t="t" r="r" b="b"/>
              <a:pathLst>
                <a:path w="69" h="707" extrusionOk="0">
                  <a:moveTo>
                    <a:pt x="53" y="0"/>
                  </a:moveTo>
                  <a:cubicBezTo>
                    <a:pt x="53" y="0"/>
                    <a:pt x="37" y="0"/>
                    <a:pt x="37" y="16"/>
                  </a:cubicBezTo>
                  <a:cubicBezTo>
                    <a:pt x="16" y="117"/>
                    <a:pt x="16" y="234"/>
                    <a:pt x="16" y="335"/>
                  </a:cubicBezTo>
                  <a:lnTo>
                    <a:pt x="16" y="558"/>
                  </a:lnTo>
                  <a:lnTo>
                    <a:pt x="16" y="590"/>
                  </a:lnTo>
                  <a:cubicBezTo>
                    <a:pt x="16" y="622"/>
                    <a:pt x="37" y="659"/>
                    <a:pt x="16" y="675"/>
                  </a:cubicBezTo>
                  <a:cubicBezTo>
                    <a:pt x="0" y="691"/>
                    <a:pt x="0" y="691"/>
                    <a:pt x="16" y="691"/>
                  </a:cubicBezTo>
                  <a:lnTo>
                    <a:pt x="16" y="707"/>
                  </a:lnTo>
                  <a:lnTo>
                    <a:pt x="37" y="691"/>
                  </a:lnTo>
                  <a:cubicBezTo>
                    <a:pt x="53" y="659"/>
                    <a:pt x="53" y="622"/>
                    <a:pt x="53" y="590"/>
                  </a:cubicBezTo>
                  <a:lnTo>
                    <a:pt x="53" y="558"/>
                  </a:lnTo>
                  <a:lnTo>
                    <a:pt x="53" y="335"/>
                  </a:lnTo>
                  <a:cubicBezTo>
                    <a:pt x="53" y="234"/>
                    <a:pt x="53" y="117"/>
                    <a:pt x="69" y="16"/>
                  </a:cubicBezTo>
                  <a:cubicBezTo>
                    <a:pt x="69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0">
              <a:extLst>
                <a:ext uri="{FF2B5EF4-FFF2-40B4-BE49-F238E27FC236}">
                  <a16:creationId xmlns:a16="http://schemas.microsoft.com/office/drawing/2014/main" id="{0A085D04-E191-D5C8-34D4-2896DD9DA5EE}"/>
                </a:ext>
              </a:extLst>
            </p:cNvPr>
            <p:cNvSpPr/>
            <p:nvPr/>
          </p:nvSpPr>
          <p:spPr>
            <a:xfrm>
              <a:off x="2086747" y="2838407"/>
              <a:ext cx="95650" cy="130414"/>
            </a:xfrm>
            <a:custGeom>
              <a:avLst/>
              <a:gdLst/>
              <a:ahLst/>
              <a:cxnLst/>
              <a:rect l="l" t="t" r="r" b="b"/>
              <a:pathLst>
                <a:path w="963" h="1313" extrusionOk="0">
                  <a:moveTo>
                    <a:pt x="1" y="0"/>
                  </a:moveTo>
                  <a:cubicBezTo>
                    <a:pt x="1" y="16"/>
                    <a:pt x="1" y="16"/>
                    <a:pt x="21" y="16"/>
                  </a:cubicBezTo>
                  <a:cubicBezTo>
                    <a:pt x="53" y="32"/>
                    <a:pt x="70" y="69"/>
                    <a:pt x="86" y="101"/>
                  </a:cubicBezTo>
                  <a:cubicBezTo>
                    <a:pt x="102" y="101"/>
                    <a:pt x="102" y="101"/>
                    <a:pt x="102" y="117"/>
                  </a:cubicBezTo>
                  <a:cubicBezTo>
                    <a:pt x="187" y="218"/>
                    <a:pt x="255" y="335"/>
                    <a:pt x="340" y="457"/>
                  </a:cubicBezTo>
                  <a:cubicBezTo>
                    <a:pt x="457" y="659"/>
                    <a:pt x="591" y="840"/>
                    <a:pt x="728" y="1042"/>
                  </a:cubicBezTo>
                  <a:cubicBezTo>
                    <a:pt x="744" y="1062"/>
                    <a:pt x="760" y="1095"/>
                    <a:pt x="777" y="1127"/>
                  </a:cubicBezTo>
                  <a:cubicBezTo>
                    <a:pt x="809" y="1196"/>
                    <a:pt x="861" y="1281"/>
                    <a:pt x="946" y="1313"/>
                  </a:cubicBezTo>
                  <a:lnTo>
                    <a:pt x="962" y="1313"/>
                  </a:lnTo>
                  <a:lnTo>
                    <a:pt x="962" y="1297"/>
                  </a:lnTo>
                  <a:lnTo>
                    <a:pt x="962" y="1281"/>
                  </a:lnTo>
                  <a:cubicBezTo>
                    <a:pt x="878" y="1264"/>
                    <a:pt x="845" y="1196"/>
                    <a:pt x="793" y="1111"/>
                  </a:cubicBezTo>
                  <a:cubicBezTo>
                    <a:pt x="793" y="1079"/>
                    <a:pt x="777" y="1062"/>
                    <a:pt x="760" y="1026"/>
                  </a:cubicBezTo>
                  <a:cubicBezTo>
                    <a:pt x="607" y="840"/>
                    <a:pt x="490" y="638"/>
                    <a:pt x="356" y="436"/>
                  </a:cubicBezTo>
                  <a:cubicBezTo>
                    <a:pt x="272" y="319"/>
                    <a:pt x="203" y="218"/>
                    <a:pt x="122" y="101"/>
                  </a:cubicBezTo>
                  <a:lnTo>
                    <a:pt x="122" y="85"/>
                  </a:lnTo>
                  <a:cubicBezTo>
                    <a:pt x="86" y="53"/>
                    <a:pt x="70" y="1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0">
              <a:extLst>
                <a:ext uri="{FF2B5EF4-FFF2-40B4-BE49-F238E27FC236}">
                  <a16:creationId xmlns:a16="http://schemas.microsoft.com/office/drawing/2014/main" id="{A688EC4D-555E-ABC3-F1E3-6E4C9A2FBEAC}"/>
                </a:ext>
              </a:extLst>
            </p:cNvPr>
            <p:cNvSpPr/>
            <p:nvPr/>
          </p:nvSpPr>
          <p:spPr>
            <a:xfrm>
              <a:off x="511949" y="2368500"/>
              <a:ext cx="128924" cy="170640"/>
            </a:xfrm>
            <a:custGeom>
              <a:avLst/>
              <a:gdLst/>
              <a:ahLst/>
              <a:cxnLst/>
              <a:rect l="l" t="t" r="r" b="b"/>
              <a:pathLst>
                <a:path w="1298" h="1718" extrusionOk="0">
                  <a:moveTo>
                    <a:pt x="1281" y="1"/>
                  </a:moveTo>
                  <a:cubicBezTo>
                    <a:pt x="1212" y="85"/>
                    <a:pt x="1232" y="186"/>
                    <a:pt x="1249" y="271"/>
                  </a:cubicBezTo>
                  <a:cubicBezTo>
                    <a:pt x="1265" y="405"/>
                    <a:pt x="1265" y="558"/>
                    <a:pt x="1249" y="691"/>
                  </a:cubicBezTo>
                  <a:cubicBezTo>
                    <a:pt x="1249" y="809"/>
                    <a:pt x="1249" y="926"/>
                    <a:pt x="1265" y="1047"/>
                  </a:cubicBezTo>
                  <a:cubicBezTo>
                    <a:pt x="1265" y="1095"/>
                    <a:pt x="1232" y="1112"/>
                    <a:pt x="1196" y="1128"/>
                  </a:cubicBezTo>
                  <a:lnTo>
                    <a:pt x="1164" y="1128"/>
                  </a:lnTo>
                  <a:cubicBezTo>
                    <a:pt x="877" y="1281"/>
                    <a:pt x="574" y="1431"/>
                    <a:pt x="271" y="1568"/>
                  </a:cubicBezTo>
                  <a:lnTo>
                    <a:pt x="0" y="1685"/>
                  </a:lnTo>
                  <a:lnTo>
                    <a:pt x="0" y="1701"/>
                  </a:lnTo>
                  <a:lnTo>
                    <a:pt x="20" y="1717"/>
                  </a:lnTo>
                  <a:lnTo>
                    <a:pt x="271" y="1600"/>
                  </a:lnTo>
                  <a:cubicBezTo>
                    <a:pt x="574" y="1451"/>
                    <a:pt x="877" y="1297"/>
                    <a:pt x="1180" y="1164"/>
                  </a:cubicBezTo>
                  <a:cubicBezTo>
                    <a:pt x="1196" y="1164"/>
                    <a:pt x="1196" y="1148"/>
                    <a:pt x="1196" y="1148"/>
                  </a:cubicBezTo>
                  <a:cubicBezTo>
                    <a:pt x="1249" y="1128"/>
                    <a:pt x="1297" y="1112"/>
                    <a:pt x="1281" y="1047"/>
                  </a:cubicBezTo>
                  <a:lnTo>
                    <a:pt x="1281" y="691"/>
                  </a:lnTo>
                  <a:cubicBezTo>
                    <a:pt x="1281" y="558"/>
                    <a:pt x="1281" y="405"/>
                    <a:pt x="1265" y="271"/>
                  </a:cubicBezTo>
                  <a:lnTo>
                    <a:pt x="1265" y="255"/>
                  </a:lnTo>
                  <a:cubicBezTo>
                    <a:pt x="1265" y="203"/>
                    <a:pt x="1249" y="85"/>
                    <a:pt x="1297" y="17"/>
                  </a:cubicBezTo>
                  <a:lnTo>
                    <a:pt x="12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0">
              <a:extLst>
                <a:ext uri="{FF2B5EF4-FFF2-40B4-BE49-F238E27FC236}">
                  <a16:creationId xmlns:a16="http://schemas.microsoft.com/office/drawing/2014/main" id="{CD1FCCA2-2201-0A42-664B-4C13BCD4360D}"/>
                </a:ext>
              </a:extLst>
            </p:cNvPr>
            <p:cNvSpPr/>
            <p:nvPr/>
          </p:nvSpPr>
          <p:spPr>
            <a:xfrm>
              <a:off x="1257880" y="1358961"/>
              <a:ext cx="155344" cy="93663"/>
            </a:xfrm>
            <a:custGeom>
              <a:avLst/>
              <a:gdLst/>
              <a:ahLst/>
              <a:cxnLst/>
              <a:rect l="l" t="t" r="r" b="b"/>
              <a:pathLst>
                <a:path w="1564" h="943" extrusionOk="0">
                  <a:moveTo>
                    <a:pt x="1547" y="1"/>
                  </a:moveTo>
                  <a:cubicBezTo>
                    <a:pt x="1398" y="49"/>
                    <a:pt x="1260" y="134"/>
                    <a:pt x="1127" y="219"/>
                  </a:cubicBezTo>
                  <a:cubicBezTo>
                    <a:pt x="1075" y="251"/>
                    <a:pt x="1010" y="304"/>
                    <a:pt x="941" y="336"/>
                  </a:cubicBezTo>
                  <a:cubicBezTo>
                    <a:pt x="808" y="405"/>
                    <a:pt x="671" y="486"/>
                    <a:pt x="537" y="570"/>
                  </a:cubicBezTo>
                  <a:cubicBezTo>
                    <a:pt x="404" y="655"/>
                    <a:pt x="250" y="740"/>
                    <a:pt x="101" y="825"/>
                  </a:cubicBezTo>
                  <a:cubicBezTo>
                    <a:pt x="48" y="857"/>
                    <a:pt x="32" y="890"/>
                    <a:pt x="0" y="926"/>
                  </a:cubicBezTo>
                  <a:cubicBezTo>
                    <a:pt x="0" y="942"/>
                    <a:pt x="0" y="942"/>
                    <a:pt x="16" y="942"/>
                  </a:cubicBezTo>
                  <a:lnTo>
                    <a:pt x="32" y="942"/>
                  </a:lnTo>
                  <a:cubicBezTo>
                    <a:pt x="48" y="910"/>
                    <a:pt x="65" y="873"/>
                    <a:pt x="117" y="841"/>
                  </a:cubicBezTo>
                  <a:cubicBezTo>
                    <a:pt x="267" y="772"/>
                    <a:pt x="404" y="671"/>
                    <a:pt x="553" y="587"/>
                  </a:cubicBezTo>
                  <a:cubicBezTo>
                    <a:pt x="691" y="522"/>
                    <a:pt x="824" y="437"/>
                    <a:pt x="957" y="352"/>
                  </a:cubicBezTo>
                  <a:cubicBezTo>
                    <a:pt x="1026" y="320"/>
                    <a:pt x="1075" y="284"/>
                    <a:pt x="1143" y="235"/>
                  </a:cubicBezTo>
                  <a:cubicBezTo>
                    <a:pt x="1260" y="166"/>
                    <a:pt x="1398" y="82"/>
                    <a:pt x="1547" y="33"/>
                  </a:cubicBezTo>
                  <a:lnTo>
                    <a:pt x="1563" y="17"/>
                  </a:lnTo>
                  <a:lnTo>
                    <a:pt x="15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0">
              <a:extLst>
                <a:ext uri="{FF2B5EF4-FFF2-40B4-BE49-F238E27FC236}">
                  <a16:creationId xmlns:a16="http://schemas.microsoft.com/office/drawing/2014/main" id="{1DCBB5E2-B147-009A-BDDE-B1D35221F701}"/>
                </a:ext>
              </a:extLst>
            </p:cNvPr>
            <p:cNvSpPr/>
            <p:nvPr/>
          </p:nvSpPr>
          <p:spPr>
            <a:xfrm>
              <a:off x="1189246" y="1948852"/>
              <a:ext cx="3278" cy="73898"/>
            </a:xfrm>
            <a:custGeom>
              <a:avLst/>
              <a:gdLst/>
              <a:ahLst/>
              <a:cxnLst/>
              <a:rect l="l" t="t" r="r" b="b"/>
              <a:pathLst>
                <a:path w="33" h="744" extrusionOk="0">
                  <a:moveTo>
                    <a:pt x="0" y="0"/>
                  </a:moveTo>
                  <a:lnTo>
                    <a:pt x="0" y="20"/>
                  </a:lnTo>
                  <a:cubicBezTo>
                    <a:pt x="16" y="170"/>
                    <a:pt x="16" y="323"/>
                    <a:pt x="0" y="457"/>
                  </a:cubicBezTo>
                  <a:lnTo>
                    <a:pt x="0" y="727"/>
                  </a:lnTo>
                  <a:lnTo>
                    <a:pt x="16" y="743"/>
                  </a:lnTo>
                  <a:cubicBezTo>
                    <a:pt x="33" y="743"/>
                    <a:pt x="33" y="727"/>
                    <a:pt x="33" y="727"/>
                  </a:cubicBezTo>
                  <a:lnTo>
                    <a:pt x="33" y="457"/>
                  </a:lnTo>
                  <a:cubicBezTo>
                    <a:pt x="33" y="323"/>
                    <a:pt x="33" y="170"/>
                    <a:pt x="16" y="20"/>
                  </a:cubicBezTo>
                  <a:cubicBezTo>
                    <a:pt x="16" y="20"/>
                    <a:pt x="16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0">
              <a:extLst>
                <a:ext uri="{FF2B5EF4-FFF2-40B4-BE49-F238E27FC236}">
                  <a16:creationId xmlns:a16="http://schemas.microsoft.com/office/drawing/2014/main" id="{7D277D38-3EEB-E0F9-8B6C-2EB47550E35D}"/>
                </a:ext>
              </a:extLst>
            </p:cNvPr>
            <p:cNvSpPr/>
            <p:nvPr/>
          </p:nvSpPr>
          <p:spPr>
            <a:xfrm>
              <a:off x="456923" y="1855288"/>
              <a:ext cx="182261" cy="223978"/>
            </a:xfrm>
            <a:custGeom>
              <a:avLst/>
              <a:gdLst/>
              <a:ahLst/>
              <a:cxnLst/>
              <a:rect l="l" t="t" r="r" b="b"/>
              <a:pathLst>
                <a:path w="1835" h="2255" extrusionOk="0">
                  <a:moveTo>
                    <a:pt x="1766" y="1"/>
                  </a:moveTo>
                  <a:lnTo>
                    <a:pt x="1665" y="70"/>
                  </a:lnTo>
                  <a:cubicBezTo>
                    <a:pt x="1601" y="102"/>
                    <a:pt x="1532" y="134"/>
                    <a:pt x="1447" y="187"/>
                  </a:cubicBezTo>
                  <a:lnTo>
                    <a:pt x="473" y="740"/>
                  </a:lnTo>
                  <a:cubicBezTo>
                    <a:pt x="453" y="740"/>
                    <a:pt x="453" y="740"/>
                    <a:pt x="473" y="760"/>
                  </a:cubicBezTo>
                  <a:lnTo>
                    <a:pt x="490" y="760"/>
                  </a:lnTo>
                  <a:lnTo>
                    <a:pt x="1463" y="203"/>
                  </a:lnTo>
                  <a:cubicBezTo>
                    <a:pt x="1532" y="171"/>
                    <a:pt x="1617" y="118"/>
                    <a:pt x="1685" y="86"/>
                  </a:cubicBezTo>
                  <a:lnTo>
                    <a:pt x="1786" y="33"/>
                  </a:lnTo>
                  <a:cubicBezTo>
                    <a:pt x="1819" y="70"/>
                    <a:pt x="1819" y="102"/>
                    <a:pt x="1819" y="134"/>
                  </a:cubicBezTo>
                  <a:lnTo>
                    <a:pt x="1819" y="154"/>
                  </a:lnTo>
                  <a:lnTo>
                    <a:pt x="1819" y="437"/>
                  </a:lnTo>
                  <a:lnTo>
                    <a:pt x="1819" y="1164"/>
                  </a:lnTo>
                  <a:cubicBezTo>
                    <a:pt x="1819" y="1213"/>
                    <a:pt x="1803" y="1245"/>
                    <a:pt x="1734" y="1281"/>
                  </a:cubicBezTo>
                  <a:cubicBezTo>
                    <a:pt x="1382" y="1467"/>
                    <a:pt x="1027" y="1669"/>
                    <a:pt x="692" y="1871"/>
                  </a:cubicBezTo>
                  <a:cubicBezTo>
                    <a:pt x="538" y="1936"/>
                    <a:pt x="405" y="2021"/>
                    <a:pt x="272" y="2106"/>
                  </a:cubicBezTo>
                  <a:cubicBezTo>
                    <a:pt x="203" y="2138"/>
                    <a:pt x="150" y="2174"/>
                    <a:pt x="86" y="2190"/>
                  </a:cubicBezTo>
                  <a:cubicBezTo>
                    <a:pt x="70" y="2207"/>
                    <a:pt x="33" y="2223"/>
                    <a:pt x="17" y="2239"/>
                  </a:cubicBezTo>
                  <a:cubicBezTo>
                    <a:pt x="1" y="2239"/>
                    <a:pt x="1" y="2255"/>
                    <a:pt x="1" y="2255"/>
                  </a:cubicBezTo>
                  <a:lnTo>
                    <a:pt x="17" y="2255"/>
                  </a:lnTo>
                  <a:cubicBezTo>
                    <a:pt x="49" y="2239"/>
                    <a:pt x="70" y="2239"/>
                    <a:pt x="102" y="2223"/>
                  </a:cubicBezTo>
                  <a:cubicBezTo>
                    <a:pt x="171" y="2190"/>
                    <a:pt x="219" y="2154"/>
                    <a:pt x="288" y="2122"/>
                  </a:cubicBezTo>
                  <a:cubicBezTo>
                    <a:pt x="421" y="2053"/>
                    <a:pt x="554" y="1972"/>
                    <a:pt x="692" y="1887"/>
                  </a:cubicBezTo>
                  <a:cubicBezTo>
                    <a:pt x="1043" y="1702"/>
                    <a:pt x="1399" y="1500"/>
                    <a:pt x="1750" y="1298"/>
                  </a:cubicBezTo>
                  <a:cubicBezTo>
                    <a:pt x="1819" y="1265"/>
                    <a:pt x="1835" y="1229"/>
                    <a:pt x="1835" y="1164"/>
                  </a:cubicBezTo>
                  <a:lnTo>
                    <a:pt x="1835" y="437"/>
                  </a:lnTo>
                  <a:lnTo>
                    <a:pt x="1835" y="154"/>
                  </a:lnTo>
                  <a:lnTo>
                    <a:pt x="1835" y="134"/>
                  </a:lnTo>
                  <a:cubicBezTo>
                    <a:pt x="1835" y="86"/>
                    <a:pt x="1835" y="33"/>
                    <a:pt x="17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0">
              <a:extLst>
                <a:ext uri="{FF2B5EF4-FFF2-40B4-BE49-F238E27FC236}">
                  <a16:creationId xmlns:a16="http://schemas.microsoft.com/office/drawing/2014/main" id="{45ECA2F7-D449-F812-2A91-D5E2DF311FBA}"/>
                </a:ext>
              </a:extLst>
            </p:cNvPr>
            <p:cNvSpPr/>
            <p:nvPr/>
          </p:nvSpPr>
          <p:spPr>
            <a:xfrm>
              <a:off x="888292" y="2616117"/>
              <a:ext cx="6953" cy="71911"/>
            </a:xfrm>
            <a:custGeom>
              <a:avLst/>
              <a:gdLst/>
              <a:ahLst/>
              <a:cxnLst/>
              <a:rect l="l" t="t" r="r" b="b"/>
              <a:pathLst>
                <a:path w="70" h="724" extrusionOk="0">
                  <a:moveTo>
                    <a:pt x="17" y="0"/>
                  </a:moveTo>
                  <a:lnTo>
                    <a:pt x="17" y="133"/>
                  </a:lnTo>
                  <a:lnTo>
                    <a:pt x="17" y="420"/>
                  </a:lnTo>
                  <a:lnTo>
                    <a:pt x="17" y="473"/>
                  </a:lnTo>
                  <a:cubicBezTo>
                    <a:pt x="0" y="554"/>
                    <a:pt x="0" y="638"/>
                    <a:pt x="33" y="707"/>
                  </a:cubicBezTo>
                  <a:lnTo>
                    <a:pt x="49" y="723"/>
                  </a:lnTo>
                  <a:cubicBezTo>
                    <a:pt x="69" y="723"/>
                    <a:pt x="69" y="707"/>
                    <a:pt x="69" y="707"/>
                  </a:cubicBezTo>
                  <a:cubicBezTo>
                    <a:pt x="33" y="622"/>
                    <a:pt x="33" y="554"/>
                    <a:pt x="33" y="473"/>
                  </a:cubicBezTo>
                  <a:lnTo>
                    <a:pt x="33" y="420"/>
                  </a:lnTo>
                  <a:lnTo>
                    <a:pt x="33" y="133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0">
              <a:extLst>
                <a:ext uri="{FF2B5EF4-FFF2-40B4-BE49-F238E27FC236}">
                  <a16:creationId xmlns:a16="http://schemas.microsoft.com/office/drawing/2014/main" id="{3365292F-EE22-CA78-D522-DC897CFC4A96}"/>
                </a:ext>
              </a:extLst>
            </p:cNvPr>
            <p:cNvSpPr/>
            <p:nvPr/>
          </p:nvSpPr>
          <p:spPr>
            <a:xfrm>
              <a:off x="1921470" y="3042221"/>
              <a:ext cx="150577" cy="240863"/>
            </a:xfrm>
            <a:custGeom>
              <a:avLst/>
              <a:gdLst/>
              <a:ahLst/>
              <a:cxnLst/>
              <a:rect l="l" t="t" r="r" b="b"/>
              <a:pathLst>
                <a:path w="1516" h="2425" extrusionOk="0">
                  <a:moveTo>
                    <a:pt x="49" y="0"/>
                  </a:moveTo>
                  <a:cubicBezTo>
                    <a:pt x="33" y="37"/>
                    <a:pt x="17" y="69"/>
                    <a:pt x="33" y="101"/>
                  </a:cubicBezTo>
                  <a:cubicBezTo>
                    <a:pt x="49" y="170"/>
                    <a:pt x="49" y="255"/>
                    <a:pt x="33" y="340"/>
                  </a:cubicBezTo>
                  <a:cubicBezTo>
                    <a:pt x="1" y="505"/>
                    <a:pt x="85" y="626"/>
                    <a:pt x="186" y="760"/>
                  </a:cubicBezTo>
                  <a:cubicBezTo>
                    <a:pt x="352" y="945"/>
                    <a:pt x="506" y="1147"/>
                    <a:pt x="655" y="1349"/>
                  </a:cubicBezTo>
                  <a:cubicBezTo>
                    <a:pt x="825" y="1551"/>
                    <a:pt x="994" y="1753"/>
                    <a:pt x="1160" y="1972"/>
                  </a:cubicBezTo>
                  <a:cubicBezTo>
                    <a:pt x="1196" y="2004"/>
                    <a:pt x="1213" y="2040"/>
                    <a:pt x="1245" y="2073"/>
                  </a:cubicBezTo>
                  <a:cubicBezTo>
                    <a:pt x="1297" y="2141"/>
                    <a:pt x="1346" y="2206"/>
                    <a:pt x="1415" y="2275"/>
                  </a:cubicBezTo>
                  <a:cubicBezTo>
                    <a:pt x="1447" y="2291"/>
                    <a:pt x="1499" y="2343"/>
                    <a:pt x="1483" y="2408"/>
                  </a:cubicBezTo>
                  <a:cubicBezTo>
                    <a:pt x="1483" y="2424"/>
                    <a:pt x="1483" y="2424"/>
                    <a:pt x="1499" y="2424"/>
                  </a:cubicBezTo>
                  <a:lnTo>
                    <a:pt x="1516" y="2424"/>
                  </a:lnTo>
                  <a:cubicBezTo>
                    <a:pt x="1516" y="2343"/>
                    <a:pt x="1463" y="2275"/>
                    <a:pt x="1431" y="2258"/>
                  </a:cubicBezTo>
                  <a:cubicBezTo>
                    <a:pt x="1362" y="2190"/>
                    <a:pt x="1314" y="2121"/>
                    <a:pt x="1261" y="2056"/>
                  </a:cubicBezTo>
                  <a:cubicBezTo>
                    <a:pt x="1245" y="2020"/>
                    <a:pt x="1213" y="1988"/>
                    <a:pt x="1180" y="1955"/>
                  </a:cubicBezTo>
                  <a:cubicBezTo>
                    <a:pt x="1011" y="1737"/>
                    <a:pt x="841" y="1535"/>
                    <a:pt x="691" y="1333"/>
                  </a:cubicBezTo>
                  <a:cubicBezTo>
                    <a:pt x="522" y="1131"/>
                    <a:pt x="372" y="929"/>
                    <a:pt x="203" y="744"/>
                  </a:cubicBezTo>
                  <a:cubicBezTo>
                    <a:pt x="102" y="626"/>
                    <a:pt x="33" y="505"/>
                    <a:pt x="69" y="340"/>
                  </a:cubicBezTo>
                  <a:cubicBezTo>
                    <a:pt x="85" y="255"/>
                    <a:pt x="69" y="170"/>
                    <a:pt x="49" y="85"/>
                  </a:cubicBezTo>
                  <a:cubicBezTo>
                    <a:pt x="49" y="69"/>
                    <a:pt x="49" y="53"/>
                    <a:pt x="69" y="20"/>
                  </a:cubicBezTo>
                  <a:lnTo>
                    <a:pt x="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0">
              <a:extLst>
                <a:ext uri="{FF2B5EF4-FFF2-40B4-BE49-F238E27FC236}">
                  <a16:creationId xmlns:a16="http://schemas.microsoft.com/office/drawing/2014/main" id="{727BD792-FD96-38BD-8FFA-DB7D50521979}"/>
                </a:ext>
              </a:extLst>
            </p:cNvPr>
            <p:cNvSpPr/>
            <p:nvPr/>
          </p:nvSpPr>
          <p:spPr>
            <a:xfrm>
              <a:off x="1266223" y="2547484"/>
              <a:ext cx="212357" cy="160609"/>
            </a:xfrm>
            <a:custGeom>
              <a:avLst/>
              <a:gdLst/>
              <a:ahLst/>
              <a:cxnLst/>
              <a:rect l="l" t="t" r="r" b="b"/>
              <a:pathLst>
                <a:path w="2138" h="1617" extrusionOk="0">
                  <a:moveTo>
                    <a:pt x="1457" y="1"/>
                  </a:moveTo>
                  <a:cubicBezTo>
                    <a:pt x="1431" y="1"/>
                    <a:pt x="1405" y="6"/>
                    <a:pt x="1378" y="16"/>
                  </a:cubicBezTo>
                  <a:cubicBezTo>
                    <a:pt x="1213" y="85"/>
                    <a:pt x="1059" y="154"/>
                    <a:pt x="910" y="218"/>
                  </a:cubicBezTo>
                  <a:cubicBezTo>
                    <a:pt x="639" y="336"/>
                    <a:pt x="368" y="457"/>
                    <a:pt x="82" y="558"/>
                  </a:cubicBezTo>
                  <a:cubicBezTo>
                    <a:pt x="17" y="574"/>
                    <a:pt x="17" y="639"/>
                    <a:pt x="17" y="691"/>
                  </a:cubicBezTo>
                  <a:lnTo>
                    <a:pt x="17" y="1043"/>
                  </a:lnTo>
                  <a:lnTo>
                    <a:pt x="17" y="1313"/>
                  </a:lnTo>
                  <a:lnTo>
                    <a:pt x="17" y="1382"/>
                  </a:lnTo>
                  <a:cubicBezTo>
                    <a:pt x="1" y="1414"/>
                    <a:pt x="1" y="1467"/>
                    <a:pt x="33" y="1515"/>
                  </a:cubicBezTo>
                  <a:lnTo>
                    <a:pt x="49" y="1515"/>
                  </a:lnTo>
                  <a:lnTo>
                    <a:pt x="49" y="1499"/>
                  </a:lnTo>
                  <a:cubicBezTo>
                    <a:pt x="33" y="1467"/>
                    <a:pt x="33" y="1414"/>
                    <a:pt x="33" y="1382"/>
                  </a:cubicBezTo>
                  <a:cubicBezTo>
                    <a:pt x="33" y="1366"/>
                    <a:pt x="49" y="1329"/>
                    <a:pt x="49" y="1313"/>
                  </a:cubicBezTo>
                  <a:cubicBezTo>
                    <a:pt x="33" y="1228"/>
                    <a:pt x="49" y="1144"/>
                    <a:pt x="49" y="1043"/>
                  </a:cubicBezTo>
                  <a:cubicBezTo>
                    <a:pt x="49" y="925"/>
                    <a:pt x="49" y="808"/>
                    <a:pt x="33" y="691"/>
                  </a:cubicBezTo>
                  <a:cubicBezTo>
                    <a:pt x="33" y="639"/>
                    <a:pt x="49" y="590"/>
                    <a:pt x="102" y="574"/>
                  </a:cubicBezTo>
                  <a:cubicBezTo>
                    <a:pt x="368" y="473"/>
                    <a:pt x="655" y="356"/>
                    <a:pt x="910" y="255"/>
                  </a:cubicBezTo>
                  <a:cubicBezTo>
                    <a:pt x="1059" y="186"/>
                    <a:pt x="1229" y="101"/>
                    <a:pt x="1378" y="53"/>
                  </a:cubicBezTo>
                  <a:cubicBezTo>
                    <a:pt x="1412" y="38"/>
                    <a:pt x="1443" y="30"/>
                    <a:pt x="1471" y="30"/>
                  </a:cubicBezTo>
                  <a:cubicBezTo>
                    <a:pt x="1514" y="30"/>
                    <a:pt x="1551" y="50"/>
                    <a:pt x="1580" y="101"/>
                  </a:cubicBezTo>
                  <a:cubicBezTo>
                    <a:pt x="1617" y="134"/>
                    <a:pt x="1649" y="186"/>
                    <a:pt x="1681" y="218"/>
                  </a:cubicBezTo>
                  <a:cubicBezTo>
                    <a:pt x="1782" y="356"/>
                    <a:pt x="1899" y="505"/>
                    <a:pt x="2021" y="639"/>
                  </a:cubicBezTo>
                  <a:cubicBezTo>
                    <a:pt x="2069" y="691"/>
                    <a:pt x="2085" y="760"/>
                    <a:pt x="2101" y="861"/>
                  </a:cubicBezTo>
                  <a:cubicBezTo>
                    <a:pt x="2101" y="942"/>
                    <a:pt x="2101" y="1026"/>
                    <a:pt x="2085" y="1127"/>
                  </a:cubicBezTo>
                  <a:cubicBezTo>
                    <a:pt x="2085" y="1245"/>
                    <a:pt x="2069" y="1382"/>
                    <a:pt x="2101" y="1515"/>
                  </a:cubicBezTo>
                  <a:cubicBezTo>
                    <a:pt x="2101" y="1531"/>
                    <a:pt x="2085" y="1568"/>
                    <a:pt x="2053" y="1584"/>
                  </a:cubicBezTo>
                  <a:lnTo>
                    <a:pt x="2053" y="1600"/>
                  </a:lnTo>
                  <a:lnTo>
                    <a:pt x="2053" y="1616"/>
                  </a:lnTo>
                  <a:lnTo>
                    <a:pt x="2069" y="1616"/>
                  </a:lnTo>
                  <a:lnTo>
                    <a:pt x="2069" y="1600"/>
                  </a:lnTo>
                  <a:cubicBezTo>
                    <a:pt x="2101" y="1584"/>
                    <a:pt x="2138" y="1547"/>
                    <a:pt x="2122" y="1499"/>
                  </a:cubicBezTo>
                  <a:cubicBezTo>
                    <a:pt x="2101" y="1382"/>
                    <a:pt x="2101" y="1245"/>
                    <a:pt x="2122" y="1127"/>
                  </a:cubicBezTo>
                  <a:lnTo>
                    <a:pt x="2122" y="861"/>
                  </a:lnTo>
                  <a:cubicBezTo>
                    <a:pt x="2122" y="776"/>
                    <a:pt x="2101" y="707"/>
                    <a:pt x="2037" y="622"/>
                  </a:cubicBezTo>
                  <a:cubicBezTo>
                    <a:pt x="1920" y="489"/>
                    <a:pt x="1819" y="336"/>
                    <a:pt x="1698" y="202"/>
                  </a:cubicBezTo>
                  <a:cubicBezTo>
                    <a:pt x="1665" y="170"/>
                    <a:pt x="1633" y="117"/>
                    <a:pt x="1597" y="85"/>
                  </a:cubicBezTo>
                  <a:cubicBezTo>
                    <a:pt x="1563" y="27"/>
                    <a:pt x="1513" y="1"/>
                    <a:pt x="1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0">
              <a:extLst>
                <a:ext uri="{FF2B5EF4-FFF2-40B4-BE49-F238E27FC236}">
                  <a16:creationId xmlns:a16="http://schemas.microsoft.com/office/drawing/2014/main" id="{6F8E42CA-F80B-FF3E-B250-E99541C0F1E3}"/>
                </a:ext>
              </a:extLst>
            </p:cNvPr>
            <p:cNvSpPr/>
            <p:nvPr/>
          </p:nvSpPr>
          <p:spPr>
            <a:xfrm>
              <a:off x="1924649" y="2161507"/>
              <a:ext cx="118892" cy="240764"/>
            </a:xfrm>
            <a:custGeom>
              <a:avLst/>
              <a:gdLst/>
              <a:ahLst/>
              <a:cxnLst/>
              <a:rect l="l" t="t" r="r" b="b"/>
              <a:pathLst>
                <a:path w="1197" h="2424" extrusionOk="0">
                  <a:moveTo>
                    <a:pt x="37" y="0"/>
                  </a:moveTo>
                  <a:lnTo>
                    <a:pt x="17" y="16"/>
                  </a:lnTo>
                  <a:cubicBezTo>
                    <a:pt x="1" y="101"/>
                    <a:pt x="1" y="202"/>
                    <a:pt x="1" y="283"/>
                  </a:cubicBezTo>
                  <a:lnTo>
                    <a:pt x="1" y="469"/>
                  </a:lnTo>
                  <a:cubicBezTo>
                    <a:pt x="1" y="485"/>
                    <a:pt x="17" y="505"/>
                    <a:pt x="17" y="521"/>
                  </a:cubicBezTo>
                  <a:lnTo>
                    <a:pt x="37" y="521"/>
                  </a:lnTo>
                  <a:cubicBezTo>
                    <a:pt x="187" y="756"/>
                    <a:pt x="320" y="1010"/>
                    <a:pt x="474" y="1244"/>
                  </a:cubicBezTo>
                  <a:cubicBezTo>
                    <a:pt x="643" y="1547"/>
                    <a:pt x="825" y="1850"/>
                    <a:pt x="1011" y="2153"/>
                  </a:cubicBezTo>
                  <a:cubicBezTo>
                    <a:pt x="1047" y="2186"/>
                    <a:pt x="1063" y="2222"/>
                    <a:pt x="1080" y="2254"/>
                  </a:cubicBezTo>
                  <a:cubicBezTo>
                    <a:pt x="1112" y="2303"/>
                    <a:pt x="1148" y="2371"/>
                    <a:pt x="1181" y="2424"/>
                  </a:cubicBezTo>
                  <a:lnTo>
                    <a:pt x="1197" y="2424"/>
                  </a:lnTo>
                  <a:lnTo>
                    <a:pt x="1197" y="2404"/>
                  </a:lnTo>
                  <a:cubicBezTo>
                    <a:pt x="1164" y="2355"/>
                    <a:pt x="1128" y="2287"/>
                    <a:pt x="1096" y="2238"/>
                  </a:cubicBezTo>
                  <a:cubicBezTo>
                    <a:pt x="1080" y="2202"/>
                    <a:pt x="1063" y="2169"/>
                    <a:pt x="1047" y="2137"/>
                  </a:cubicBezTo>
                  <a:cubicBezTo>
                    <a:pt x="845" y="1834"/>
                    <a:pt x="659" y="1531"/>
                    <a:pt x="490" y="1228"/>
                  </a:cubicBezTo>
                  <a:cubicBezTo>
                    <a:pt x="356" y="990"/>
                    <a:pt x="203" y="739"/>
                    <a:pt x="53" y="505"/>
                  </a:cubicBezTo>
                  <a:cubicBezTo>
                    <a:pt x="37" y="485"/>
                    <a:pt x="37" y="469"/>
                    <a:pt x="37" y="469"/>
                  </a:cubicBezTo>
                  <a:lnTo>
                    <a:pt x="37" y="283"/>
                  </a:lnTo>
                  <a:cubicBezTo>
                    <a:pt x="37" y="202"/>
                    <a:pt x="37" y="117"/>
                    <a:pt x="53" y="16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0">
              <a:extLst>
                <a:ext uri="{FF2B5EF4-FFF2-40B4-BE49-F238E27FC236}">
                  <a16:creationId xmlns:a16="http://schemas.microsoft.com/office/drawing/2014/main" id="{FDB5C616-18E8-CBE3-F4D4-01D32B6DC05A}"/>
                </a:ext>
              </a:extLst>
            </p:cNvPr>
            <p:cNvSpPr/>
            <p:nvPr/>
          </p:nvSpPr>
          <p:spPr>
            <a:xfrm>
              <a:off x="1737719" y="2594365"/>
              <a:ext cx="170640" cy="342771"/>
            </a:xfrm>
            <a:custGeom>
              <a:avLst/>
              <a:gdLst/>
              <a:ahLst/>
              <a:cxnLst/>
              <a:rect l="l" t="t" r="r" b="b"/>
              <a:pathLst>
                <a:path w="1718" h="3451" extrusionOk="0">
                  <a:moveTo>
                    <a:pt x="17" y="1"/>
                  </a:moveTo>
                  <a:cubicBezTo>
                    <a:pt x="0" y="1"/>
                    <a:pt x="0" y="1"/>
                    <a:pt x="0" y="17"/>
                  </a:cubicBezTo>
                  <a:cubicBezTo>
                    <a:pt x="33" y="187"/>
                    <a:pt x="134" y="288"/>
                    <a:pt x="235" y="405"/>
                  </a:cubicBezTo>
                  <a:cubicBezTo>
                    <a:pt x="283" y="453"/>
                    <a:pt x="336" y="506"/>
                    <a:pt x="368" y="571"/>
                  </a:cubicBezTo>
                  <a:cubicBezTo>
                    <a:pt x="772" y="1160"/>
                    <a:pt x="1212" y="1734"/>
                    <a:pt x="1632" y="2308"/>
                  </a:cubicBezTo>
                  <a:lnTo>
                    <a:pt x="1632" y="2324"/>
                  </a:lnTo>
                  <a:cubicBezTo>
                    <a:pt x="1665" y="2372"/>
                    <a:pt x="1665" y="2409"/>
                    <a:pt x="1665" y="2457"/>
                  </a:cubicBezTo>
                  <a:cubicBezTo>
                    <a:pt x="1681" y="2627"/>
                    <a:pt x="1681" y="2792"/>
                    <a:pt x="1681" y="2946"/>
                  </a:cubicBezTo>
                  <a:lnTo>
                    <a:pt x="1681" y="3132"/>
                  </a:lnTo>
                  <a:cubicBezTo>
                    <a:pt x="1681" y="3164"/>
                    <a:pt x="1681" y="3196"/>
                    <a:pt x="1665" y="3217"/>
                  </a:cubicBezTo>
                  <a:cubicBezTo>
                    <a:pt x="1665" y="3297"/>
                    <a:pt x="1665" y="3366"/>
                    <a:pt x="1681" y="3451"/>
                  </a:cubicBezTo>
                  <a:lnTo>
                    <a:pt x="1697" y="3451"/>
                  </a:lnTo>
                  <a:cubicBezTo>
                    <a:pt x="1717" y="3451"/>
                    <a:pt x="1717" y="3451"/>
                    <a:pt x="1717" y="3435"/>
                  </a:cubicBezTo>
                  <a:cubicBezTo>
                    <a:pt x="1697" y="3366"/>
                    <a:pt x="1697" y="3297"/>
                    <a:pt x="1697" y="3217"/>
                  </a:cubicBezTo>
                  <a:lnTo>
                    <a:pt x="1697" y="3132"/>
                  </a:lnTo>
                  <a:lnTo>
                    <a:pt x="1697" y="2946"/>
                  </a:lnTo>
                  <a:lnTo>
                    <a:pt x="1697" y="2457"/>
                  </a:lnTo>
                  <a:cubicBezTo>
                    <a:pt x="1697" y="2409"/>
                    <a:pt x="1697" y="2356"/>
                    <a:pt x="1665" y="2308"/>
                  </a:cubicBezTo>
                  <a:lnTo>
                    <a:pt x="1649" y="2287"/>
                  </a:lnTo>
                  <a:cubicBezTo>
                    <a:pt x="1229" y="1734"/>
                    <a:pt x="808" y="1144"/>
                    <a:pt x="384" y="554"/>
                  </a:cubicBezTo>
                  <a:cubicBezTo>
                    <a:pt x="352" y="490"/>
                    <a:pt x="303" y="437"/>
                    <a:pt x="251" y="389"/>
                  </a:cubicBezTo>
                  <a:cubicBezTo>
                    <a:pt x="150" y="288"/>
                    <a:pt x="49" y="167"/>
                    <a:pt x="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0">
              <a:extLst>
                <a:ext uri="{FF2B5EF4-FFF2-40B4-BE49-F238E27FC236}">
                  <a16:creationId xmlns:a16="http://schemas.microsoft.com/office/drawing/2014/main" id="{9A75E756-8E0F-78EC-6450-7A73B93AE436}"/>
                </a:ext>
              </a:extLst>
            </p:cNvPr>
            <p:cNvSpPr/>
            <p:nvPr/>
          </p:nvSpPr>
          <p:spPr>
            <a:xfrm>
              <a:off x="468544" y="2058407"/>
              <a:ext cx="167462" cy="91081"/>
            </a:xfrm>
            <a:custGeom>
              <a:avLst/>
              <a:gdLst/>
              <a:ahLst/>
              <a:cxnLst/>
              <a:rect l="l" t="t" r="r" b="b"/>
              <a:pathLst>
                <a:path w="1686" h="917" extrusionOk="0">
                  <a:moveTo>
                    <a:pt x="1674" y="1"/>
                  </a:moveTo>
                  <a:cubicBezTo>
                    <a:pt x="1671" y="1"/>
                    <a:pt x="1669" y="3"/>
                    <a:pt x="1669" y="8"/>
                  </a:cubicBezTo>
                  <a:lnTo>
                    <a:pt x="1366" y="162"/>
                  </a:lnTo>
                  <a:cubicBezTo>
                    <a:pt x="1112" y="295"/>
                    <a:pt x="861" y="432"/>
                    <a:pt x="623" y="565"/>
                  </a:cubicBezTo>
                  <a:cubicBezTo>
                    <a:pt x="474" y="634"/>
                    <a:pt x="336" y="715"/>
                    <a:pt x="203" y="784"/>
                  </a:cubicBezTo>
                  <a:cubicBezTo>
                    <a:pt x="134" y="816"/>
                    <a:pt x="70" y="868"/>
                    <a:pt x="17" y="901"/>
                  </a:cubicBezTo>
                  <a:cubicBezTo>
                    <a:pt x="1" y="901"/>
                    <a:pt x="1" y="901"/>
                    <a:pt x="1" y="917"/>
                  </a:cubicBezTo>
                  <a:lnTo>
                    <a:pt x="33" y="917"/>
                  </a:lnTo>
                  <a:cubicBezTo>
                    <a:pt x="86" y="885"/>
                    <a:pt x="155" y="852"/>
                    <a:pt x="219" y="816"/>
                  </a:cubicBezTo>
                  <a:cubicBezTo>
                    <a:pt x="356" y="735"/>
                    <a:pt x="490" y="650"/>
                    <a:pt x="639" y="582"/>
                  </a:cubicBezTo>
                  <a:cubicBezTo>
                    <a:pt x="878" y="448"/>
                    <a:pt x="1128" y="311"/>
                    <a:pt x="1366" y="194"/>
                  </a:cubicBezTo>
                  <a:cubicBezTo>
                    <a:pt x="1467" y="129"/>
                    <a:pt x="1568" y="77"/>
                    <a:pt x="1669" y="28"/>
                  </a:cubicBezTo>
                  <a:cubicBezTo>
                    <a:pt x="1686" y="28"/>
                    <a:pt x="1686" y="8"/>
                    <a:pt x="1686" y="8"/>
                  </a:cubicBezTo>
                  <a:cubicBezTo>
                    <a:pt x="1686" y="8"/>
                    <a:pt x="1678" y="1"/>
                    <a:pt x="16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0">
              <a:extLst>
                <a:ext uri="{FF2B5EF4-FFF2-40B4-BE49-F238E27FC236}">
                  <a16:creationId xmlns:a16="http://schemas.microsoft.com/office/drawing/2014/main" id="{CFDA8FFA-592B-6234-C6E0-6B2FC8629AA8}"/>
                </a:ext>
              </a:extLst>
            </p:cNvPr>
            <p:cNvSpPr/>
            <p:nvPr/>
          </p:nvSpPr>
          <p:spPr>
            <a:xfrm>
              <a:off x="687655" y="2931871"/>
              <a:ext cx="133691" cy="172627"/>
            </a:xfrm>
            <a:custGeom>
              <a:avLst/>
              <a:gdLst/>
              <a:ahLst/>
              <a:cxnLst/>
              <a:rect l="l" t="t" r="r" b="b"/>
              <a:pathLst>
                <a:path w="1346" h="1738" extrusionOk="0">
                  <a:moveTo>
                    <a:pt x="1297" y="0"/>
                  </a:moveTo>
                  <a:cubicBezTo>
                    <a:pt x="1281" y="53"/>
                    <a:pt x="1297" y="101"/>
                    <a:pt x="1297" y="138"/>
                  </a:cubicBezTo>
                  <a:cubicBezTo>
                    <a:pt x="1314" y="186"/>
                    <a:pt x="1314" y="222"/>
                    <a:pt x="1281" y="239"/>
                  </a:cubicBezTo>
                  <a:cubicBezTo>
                    <a:pt x="1213" y="303"/>
                    <a:pt x="1128" y="340"/>
                    <a:pt x="1043" y="356"/>
                  </a:cubicBezTo>
                  <a:lnTo>
                    <a:pt x="1027" y="372"/>
                  </a:lnTo>
                  <a:cubicBezTo>
                    <a:pt x="724" y="473"/>
                    <a:pt x="421" y="590"/>
                    <a:pt x="134" y="707"/>
                  </a:cubicBezTo>
                  <a:lnTo>
                    <a:pt x="85" y="744"/>
                  </a:lnTo>
                  <a:cubicBezTo>
                    <a:pt x="33" y="760"/>
                    <a:pt x="1" y="760"/>
                    <a:pt x="1" y="828"/>
                  </a:cubicBezTo>
                  <a:lnTo>
                    <a:pt x="1" y="1164"/>
                  </a:lnTo>
                  <a:cubicBezTo>
                    <a:pt x="1" y="1350"/>
                    <a:pt x="1" y="1535"/>
                    <a:pt x="17" y="1717"/>
                  </a:cubicBezTo>
                  <a:cubicBezTo>
                    <a:pt x="17" y="1717"/>
                    <a:pt x="17" y="1737"/>
                    <a:pt x="33" y="1737"/>
                  </a:cubicBezTo>
                  <a:lnTo>
                    <a:pt x="49" y="1717"/>
                  </a:lnTo>
                  <a:cubicBezTo>
                    <a:pt x="17" y="1535"/>
                    <a:pt x="33" y="1350"/>
                    <a:pt x="33" y="1164"/>
                  </a:cubicBezTo>
                  <a:lnTo>
                    <a:pt x="33" y="828"/>
                  </a:lnTo>
                  <a:cubicBezTo>
                    <a:pt x="33" y="792"/>
                    <a:pt x="49" y="776"/>
                    <a:pt x="85" y="760"/>
                  </a:cubicBezTo>
                  <a:lnTo>
                    <a:pt x="134" y="744"/>
                  </a:lnTo>
                  <a:cubicBezTo>
                    <a:pt x="437" y="626"/>
                    <a:pt x="724" y="489"/>
                    <a:pt x="1027" y="388"/>
                  </a:cubicBezTo>
                  <a:lnTo>
                    <a:pt x="1043" y="388"/>
                  </a:lnTo>
                  <a:cubicBezTo>
                    <a:pt x="1144" y="356"/>
                    <a:pt x="1229" y="323"/>
                    <a:pt x="1297" y="271"/>
                  </a:cubicBezTo>
                  <a:cubicBezTo>
                    <a:pt x="1346" y="222"/>
                    <a:pt x="1330" y="186"/>
                    <a:pt x="1330" y="138"/>
                  </a:cubicBezTo>
                  <a:cubicBezTo>
                    <a:pt x="1314" y="85"/>
                    <a:pt x="1314" y="53"/>
                    <a:pt x="1330" y="20"/>
                  </a:cubicBezTo>
                  <a:cubicBezTo>
                    <a:pt x="1330" y="20"/>
                    <a:pt x="1330" y="0"/>
                    <a:pt x="13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0">
              <a:extLst>
                <a:ext uri="{FF2B5EF4-FFF2-40B4-BE49-F238E27FC236}">
                  <a16:creationId xmlns:a16="http://schemas.microsoft.com/office/drawing/2014/main" id="{CDCA747A-968C-E5FF-9015-F00C781586F7}"/>
                </a:ext>
              </a:extLst>
            </p:cNvPr>
            <p:cNvSpPr/>
            <p:nvPr/>
          </p:nvSpPr>
          <p:spPr>
            <a:xfrm>
              <a:off x="1921470" y="2868502"/>
              <a:ext cx="130513" cy="239175"/>
            </a:xfrm>
            <a:custGeom>
              <a:avLst/>
              <a:gdLst/>
              <a:ahLst/>
              <a:cxnLst/>
              <a:rect l="l" t="t" r="r" b="b"/>
              <a:pathLst>
                <a:path w="1314" h="2408" extrusionOk="0">
                  <a:moveTo>
                    <a:pt x="85" y="0"/>
                  </a:moveTo>
                  <a:cubicBezTo>
                    <a:pt x="85" y="0"/>
                    <a:pt x="69" y="0"/>
                    <a:pt x="69" y="16"/>
                  </a:cubicBezTo>
                  <a:cubicBezTo>
                    <a:pt x="1" y="133"/>
                    <a:pt x="69" y="218"/>
                    <a:pt x="118" y="303"/>
                  </a:cubicBezTo>
                  <a:cubicBezTo>
                    <a:pt x="134" y="303"/>
                    <a:pt x="134" y="319"/>
                    <a:pt x="150" y="319"/>
                  </a:cubicBezTo>
                  <a:cubicBezTo>
                    <a:pt x="271" y="489"/>
                    <a:pt x="405" y="675"/>
                    <a:pt x="522" y="840"/>
                  </a:cubicBezTo>
                  <a:cubicBezTo>
                    <a:pt x="708" y="1111"/>
                    <a:pt x="910" y="1398"/>
                    <a:pt x="1128" y="1648"/>
                  </a:cubicBezTo>
                  <a:cubicBezTo>
                    <a:pt x="1245" y="1802"/>
                    <a:pt x="1297" y="1951"/>
                    <a:pt x="1281" y="2137"/>
                  </a:cubicBezTo>
                  <a:lnTo>
                    <a:pt x="1281" y="2206"/>
                  </a:lnTo>
                  <a:cubicBezTo>
                    <a:pt x="1281" y="2274"/>
                    <a:pt x="1281" y="2339"/>
                    <a:pt x="1245" y="2392"/>
                  </a:cubicBezTo>
                  <a:lnTo>
                    <a:pt x="1245" y="2408"/>
                  </a:lnTo>
                  <a:lnTo>
                    <a:pt x="1261" y="2408"/>
                  </a:lnTo>
                  <a:cubicBezTo>
                    <a:pt x="1314" y="2339"/>
                    <a:pt x="1314" y="2274"/>
                    <a:pt x="1314" y="2206"/>
                  </a:cubicBezTo>
                  <a:lnTo>
                    <a:pt x="1314" y="2137"/>
                  </a:lnTo>
                  <a:cubicBezTo>
                    <a:pt x="1314" y="1935"/>
                    <a:pt x="1281" y="1802"/>
                    <a:pt x="1144" y="1632"/>
                  </a:cubicBezTo>
                  <a:cubicBezTo>
                    <a:pt x="942" y="1382"/>
                    <a:pt x="740" y="1095"/>
                    <a:pt x="538" y="824"/>
                  </a:cubicBezTo>
                  <a:cubicBezTo>
                    <a:pt x="421" y="658"/>
                    <a:pt x="287" y="473"/>
                    <a:pt x="170" y="303"/>
                  </a:cubicBezTo>
                  <a:cubicBezTo>
                    <a:pt x="150" y="303"/>
                    <a:pt x="150" y="287"/>
                    <a:pt x="150" y="287"/>
                  </a:cubicBezTo>
                  <a:cubicBezTo>
                    <a:pt x="85" y="202"/>
                    <a:pt x="33" y="133"/>
                    <a:pt x="85" y="16"/>
                  </a:cubicBezTo>
                  <a:cubicBezTo>
                    <a:pt x="102" y="16"/>
                    <a:pt x="85" y="16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0">
              <a:extLst>
                <a:ext uri="{FF2B5EF4-FFF2-40B4-BE49-F238E27FC236}">
                  <a16:creationId xmlns:a16="http://schemas.microsoft.com/office/drawing/2014/main" id="{1DFBCD24-72CF-A15D-FD0E-7E171AC33CDE}"/>
                </a:ext>
              </a:extLst>
            </p:cNvPr>
            <p:cNvSpPr/>
            <p:nvPr/>
          </p:nvSpPr>
          <p:spPr>
            <a:xfrm>
              <a:off x="1408258" y="1245035"/>
              <a:ext cx="71911" cy="205901"/>
            </a:xfrm>
            <a:custGeom>
              <a:avLst/>
              <a:gdLst/>
              <a:ahLst/>
              <a:cxnLst/>
              <a:rect l="l" t="t" r="r" b="b"/>
              <a:pathLst>
                <a:path w="724" h="2073" extrusionOk="0">
                  <a:moveTo>
                    <a:pt x="118" y="1"/>
                  </a:moveTo>
                  <a:cubicBezTo>
                    <a:pt x="102" y="1"/>
                    <a:pt x="102" y="1"/>
                    <a:pt x="102" y="17"/>
                  </a:cubicBezTo>
                  <a:cubicBezTo>
                    <a:pt x="86" y="37"/>
                    <a:pt x="86" y="69"/>
                    <a:pt x="86" y="85"/>
                  </a:cubicBezTo>
                  <a:cubicBezTo>
                    <a:pt x="66" y="154"/>
                    <a:pt x="49" y="202"/>
                    <a:pt x="33" y="271"/>
                  </a:cubicBezTo>
                  <a:cubicBezTo>
                    <a:pt x="1" y="340"/>
                    <a:pt x="33" y="388"/>
                    <a:pt x="66" y="421"/>
                  </a:cubicBezTo>
                  <a:cubicBezTo>
                    <a:pt x="187" y="590"/>
                    <a:pt x="288" y="776"/>
                    <a:pt x="389" y="962"/>
                  </a:cubicBezTo>
                  <a:cubicBezTo>
                    <a:pt x="469" y="1095"/>
                    <a:pt x="538" y="1229"/>
                    <a:pt x="623" y="1366"/>
                  </a:cubicBezTo>
                  <a:cubicBezTo>
                    <a:pt x="671" y="1431"/>
                    <a:pt x="708" y="1532"/>
                    <a:pt x="692" y="1616"/>
                  </a:cubicBezTo>
                  <a:lnTo>
                    <a:pt x="692" y="1786"/>
                  </a:lnTo>
                  <a:cubicBezTo>
                    <a:pt x="692" y="1871"/>
                    <a:pt x="708" y="1972"/>
                    <a:pt x="671" y="2057"/>
                  </a:cubicBezTo>
                  <a:cubicBezTo>
                    <a:pt x="655" y="2057"/>
                    <a:pt x="671" y="2073"/>
                    <a:pt x="671" y="2073"/>
                  </a:cubicBezTo>
                  <a:lnTo>
                    <a:pt x="692" y="2057"/>
                  </a:lnTo>
                  <a:cubicBezTo>
                    <a:pt x="724" y="1972"/>
                    <a:pt x="724" y="1871"/>
                    <a:pt x="724" y="1786"/>
                  </a:cubicBezTo>
                  <a:cubicBezTo>
                    <a:pt x="724" y="1734"/>
                    <a:pt x="708" y="1669"/>
                    <a:pt x="724" y="1616"/>
                  </a:cubicBezTo>
                  <a:cubicBezTo>
                    <a:pt x="724" y="1515"/>
                    <a:pt x="708" y="1431"/>
                    <a:pt x="655" y="1350"/>
                  </a:cubicBezTo>
                  <a:cubicBezTo>
                    <a:pt x="570" y="1212"/>
                    <a:pt x="490" y="1079"/>
                    <a:pt x="421" y="946"/>
                  </a:cubicBezTo>
                  <a:cubicBezTo>
                    <a:pt x="320" y="776"/>
                    <a:pt x="203" y="590"/>
                    <a:pt x="86" y="404"/>
                  </a:cubicBezTo>
                  <a:cubicBezTo>
                    <a:pt x="49" y="372"/>
                    <a:pt x="33" y="320"/>
                    <a:pt x="49" y="271"/>
                  </a:cubicBezTo>
                  <a:cubicBezTo>
                    <a:pt x="86" y="219"/>
                    <a:pt x="86" y="154"/>
                    <a:pt x="102" y="102"/>
                  </a:cubicBezTo>
                  <a:cubicBezTo>
                    <a:pt x="118" y="69"/>
                    <a:pt x="118" y="53"/>
                    <a:pt x="118" y="17"/>
                  </a:cubicBezTo>
                  <a:lnTo>
                    <a:pt x="1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0">
              <a:extLst>
                <a:ext uri="{FF2B5EF4-FFF2-40B4-BE49-F238E27FC236}">
                  <a16:creationId xmlns:a16="http://schemas.microsoft.com/office/drawing/2014/main" id="{5096E024-A63B-9EBA-EE23-9E6B33A3E684}"/>
                </a:ext>
              </a:extLst>
            </p:cNvPr>
            <p:cNvSpPr/>
            <p:nvPr/>
          </p:nvSpPr>
          <p:spPr>
            <a:xfrm>
              <a:off x="1413125" y="2194085"/>
              <a:ext cx="80354" cy="191399"/>
            </a:xfrm>
            <a:custGeom>
              <a:avLst/>
              <a:gdLst/>
              <a:ahLst/>
              <a:cxnLst/>
              <a:rect l="l" t="t" r="r" b="b"/>
              <a:pathLst>
                <a:path w="809" h="1927" extrusionOk="0">
                  <a:moveTo>
                    <a:pt x="23" y="0"/>
                  </a:moveTo>
                  <a:cubicBezTo>
                    <a:pt x="17" y="0"/>
                    <a:pt x="17" y="7"/>
                    <a:pt x="17" y="7"/>
                  </a:cubicBezTo>
                  <a:cubicBezTo>
                    <a:pt x="0" y="7"/>
                    <a:pt x="0" y="24"/>
                    <a:pt x="17" y="24"/>
                  </a:cubicBezTo>
                  <a:cubicBezTo>
                    <a:pt x="85" y="76"/>
                    <a:pt x="138" y="141"/>
                    <a:pt x="170" y="209"/>
                  </a:cubicBezTo>
                  <a:lnTo>
                    <a:pt x="219" y="258"/>
                  </a:lnTo>
                  <a:cubicBezTo>
                    <a:pt x="303" y="379"/>
                    <a:pt x="388" y="496"/>
                    <a:pt x="473" y="613"/>
                  </a:cubicBezTo>
                  <a:cubicBezTo>
                    <a:pt x="505" y="646"/>
                    <a:pt x="542" y="682"/>
                    <a:pt x="558" y="731"/>
                  </a:cubicBezTo>
                  <a:cubicBezTo>
                    <a:pt x="606" y="763"/>
                    <a:pt x="622" y="832"/>
                    <a:pt x="622" y="900"/>
                  </a:cubicBezTo>
                  <a:lnTo>
                    <a:pt x="622" y="1102"/>
                  </a:lnTo>
                  <a:cubicBezTo>
                    <a:pt x="622" y="1235"/>
                    <a:pt x="643" y="1369"/>
                    <a:pt x="606" y="1490"/>
                  </a:cubicBezTo>
                  <a:cubicBezTo>
                    <a:pt x="558" y="1708"/>
                    <a:pt x="675" y="1825"/>
                    <a:pt x="792" y="1910"/>
                  </a:cubicBezTo>
                  <a:lnTo>
                    <a:pt x="808" y="1926"/>
                  </a:lnTo>
                  <a:lnTo>
                    <a:pt x="808" y="1910"/>
                  </a:lnTo>
                  <a:lnTo>
                    <a:pt x="808" y="1894"/>
                  </a:lnTo>
                  <a:cubicBezTo>
                    <a:pt x="691" y="1793"/>
                    <a:pt x="590" y="1708"/>
                    <a:pt x="643" y="1506"/>
                  </a:cubicBezTo>
                  <a:cubicBezTo>
                    <a:pt x="659" y="1369"/>
                    <a:pt x="659" y="1235"/>
                    <a:pt x="643" y="1102"/>
                  </a:cubicBezTo>
                  <a:lnTo>
                    <a:pt x="643" y="900"/>
                  </a:lnTo>
                  <a:cubicBezTo>
                    <a:pt x="643" y="815"/>
                    <a:pt x="622" y="763"/>
                    <a:pt x="590" y="714"/>
                  </a:cubicBezTo>
                  <a:cubicBezTo>
                    <a:pt x="558" y="662"/>
                    <a:pt x="521" y="630"/>
                    <a:pt x="489" y="597"/>
                  </a:cubicBezTo>
                  <a:cubicBezTo>
                    <a:pt x="404" y="480"/>
                    <a:pt x="320" y="359"/>
                    <a:pt x="239" y="242"/>
                  </a:cubicBezTo>
                  <a:cubicBezTo>
                    <a:pt x="219" y="226"/>
                    <a:pt x="202" y="209"/>
                    <a:pt x="202" y="193"/>
                  </a:cubicBezTo>
                  <a:cubicBezTo>
                    <a:pt x="154" y="125"/>
                    <a:pt x="101" y="56"/>
                    <a:pt x="37" y="7"/>
                  </a:cubicBezTo>
                  <a:cubicBezTo>
                    <a:pt x="30" y="2"/>
                    <a:pt x="26" y="0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0">
              <a:extLst>
                <a:ext uri="{FF2B5EF4-FFF2-40B4-BE49-F238E27FC236}">
                  <a16:creationId xmlns:a16="http://schemas.microsoft.com/office/drawing/2014/main" id="{5DD2752E-5999-CA77-8BF0-44A9A9777158}"/>
                </a:ext>
              </a:extLst>
            </p:cNvPr>
            <p:cNvSpPr/>
            <p:nvPr/>
          </p:nvSpPr>
          <p:spPr>
            <a:xfrm>
              <a:off x="1267912" y="2018280"/>
              <a:ext cx="227156" cy="193485"/>
            </a:xfrm>
            <a:custGeom>
              <a:avLst/>
              <a:gdLst/>
              <a:ahLst/>
              <a:cxnLst/>
              <a:rect l="l" t="t" r="r" b="b"/>
              <a:pathLst>
                <a:path w="2287" h="1948" extrusionOk="0">
                  <a:moveTo>
                    <a:pt x="1443" y="0"/>
                  </a:moveTo>
                  <a:cubicBezTo>
                    <a:pt x="1409" y="0"/>
                    <a:pt x="1375" y="12"/>
                    <a:pt x="1345" y="28"/>
                  </a:cubicBezTo>
                  <a:cubicBezTo>
                    <a:pt x="1026" y="178"/>
                    <a:pt x="691" y="347"/>
                    <a:pt x="388" y="497"/>
                  </a:cubicBezTo>
                  <a:lnTo>
                    <a:pt x="101" y="634"/>
                  </a:lnTo>
                  <a:lnTo>
                    <a:pt x="85" y="634"/>
                  </a:lnTo>
                  <a:cubicBezTo>
                    <a:pt x="48" y="667"/>
                    <a:pt x="16" y="683"/>
                    <a:pt x="16" y="751"/>
                  </a:cubicBezTo>
                  <a:lnTo>
                    <a:pt x="16" y="1054"/>
                  </a:lnTo>
                  <a:cubicBezTo>
                    <a:pt x="16" y="1220"/>
                    <a:pt x="0" y="1406"/>
                    <a:pt x="32" y="1575"/>
                  </a:cubicBezTo>
                  <a:lnTo>
                    <a:pt x="32" y="1592"/>
                  </a:lnTo>
                  <a:cubicBezTo>
                    <a:pt x="48" y="1592"/>
                    <a:pt x="48" y="1592"/>
                    <a:pt x="48" y="1575"/>
                  </a:cubicBezTo>
                  <a:cubicBezTo>
                    <a:pt x="32" y="1406"/>
                    <a:pt x="32" y="1220"/>
                    <a:pt x="32" y="1054"/>
                  </a:cubicBezTo>
                  <a:lnTo>
                    <a:pt x="32" y="751"/>
                  </a:lnTo>
                  <a:cubicBezTo>
                    <a:pt x="32" y="699"/>
                    <a:pt x="65" y="683"/>
                    <a:pt x="101" y="667"/>
                  </a:cubicBezTo>
                  <a:lnTo>
                    <a:pt x="404" y="513"/>
                  </a:lnTo>
                  <a:cubicBezTo>
                    <a:pt x="707" y="364"/>
                    <a:pt x="1026" y="210"/>
                    <a:pt x="1361" y="61"/>
                  </a:cubicBezTo>
                  <a:cubicBezTo>
                    <a:pt x="1392" y="37"/>
                    <a:pt x="1422" y="24"/>
                    <a:pt x="1452" y="24"/>
                  </a:cubicBezTo>
                  <a:cubicBezTo>
                    <a:pt x="1490" y="24"/>
                    <a:pt x="1527" y="45"/>
                    <a:pt x="1563" y="93"/>
                  </a:cubicBezTo>
                  <a:cubicBezTo>
                    <a:pt x="1701" y="311"/>
                    <a:pt x="1850" y="533"/>
                    <a:pt x="2004" y="735"/>
                  </a:cubicBezTo>
                  <a:lnTo>
                    <a:pt x="2036" y="784"/>
                  </a:lnTo>
                  <a:cubicBezTo>
                    <a:pt x="2068" y="836"/>
                    <a:pt x="2084" y="885"/>
                    <a:pt x="2084" y="953"/>
                  </a:cubicBezTo>
                  <a:cubicBezTo>
                    <a:pt x="2068" y="1054"/>
                    <a:pt x="2068" y="1155"/>
                    <a:pt x="2068" y="1256"/>
                  </a:cubicBezTo>
                  <a:lnTo>
                    <a:pt x="2068" y="1644"/>
                  </a:lnTo>
                  <a:cubicBezTo>
                    <a:pt x="2052" y="1761"/>
                    <a:pt x="2153" y="1878"/>
                    <a:pt x="2270" y="1947"/>
                  </a:cubicBezTo>
                  <a:lnTo>
                    <a:pt x="2286" y="1947"/>
                  </a:lnTo>
                  <a:lnTo>
                    <a:pt x="2286" y="1927"/>
                  </a:lnTo>
                  <a:cubicBezTo>
                    <a:pt x="2185" y="1862"/>
                    <a:pt x="2068" y="1745"/>
                    <a:pt x="2084" y="1644"/>
                  </a:cubicBezTo>
                  <a:cubicBezTo>
                    <a:pt x="2105" y="1507"/>
                    <a:pt x="2105" y="1373"/>
                    <a:pt x="2105" y="1256"/>
                  </a:cubicBezTo>
                  <a:lnTo>
                    <a:pt x="2105" y="953"/>
                  </a:lnTo>
                  <a:cubicBezTo>
                    <a:pt x="2105" y="885"/>
                    <a:pt x="2084" y="816"/>
                    <a:pt x="2052" y="767"/>
                  </a:cubicBezTo>
                  <a:lnTo>
                    <a:pt x="2020" y="715"/>
                  </a:lnTo>
                  <a:cubicBezTo>
                    <a:pt x="1866" y="513"/>
                    <a:pt x="1717" y="295"/>
                    <a:pt x="1580" y="77"/>
                  </a:cubicBezTo>
                  <a:cubicBezTo>
                    <a:pt x="1534" y="20"/>
                    <a:pt x="1488" y="0"/>
                    <a:pt x="1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4" name="Google Shape;2154;p40">
            <a:extLst>
              <a:ext uri="{FF2B5EF4-FFF2-40B4-BE49-F238E27FC236}">
                <a16:creationId xmlns:a16="http://schemas.microsoft.com/office/drawing/2014/main" id="{21C6FB22-8A9F-53F6-A014-4473194B2DAD}"/>
              </a:ext>
            </a:extLst>
          </p:cNvPr>
          <p:cNvSpPr/>
          <p:nvPr/>
        </p:nvSpPr>
        <p:spPr>
          <a:xfrm flipH="1">
            <a:off x="5001350" y="499998"/>
            <a:ext cx="165300" cy="16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40">
            <a:extLst>
              <a:ext uri="{FF2B5EF4-FFF2-40B4-BE49-F238E27FC236}">
                <a16:creationId xmlns:a16="http://schemas.microsoft.com/office/drawing/2014/main" id="{800A495E-60E0-3FDE-AE18-4693F5EFFB1F}"/>
              </a:ext>
            </a:extLst>
          </p:cNvPr>
          <p:cNvSpPr/>
          <p:nvPr/>
        </p:nvSpPr>
        <p:spPr>
          <a:xfrm flipH="1">
            <a:off x="4699850" y="295218"/>
            <a:ext cx="301500" cy="30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40">
            <a:extLst>
              <a:ext uri="{FF2B5EF4-FFF2-40B4-BE49-F238E27FC236}">
                <a16:creationId xmlns:a16="http://schemas.microsoft.com/office/drawing/2014/main" id="{8A738450-4C82-D02A-FDE1-3BBC220070AF}"/>
              </a:ext>
            </a:extLst>
          </p:cNvPr>
          <p:cNvSpPr/>
          <p:nvPr/>
        </p:nvSpPr>
        <p:spPr>
          <a:xfrm rot="5400000" flipH="1">
            <a:off x="3244372" y="4447339"/>
            <a:ext cx="165300" cy="1653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93D83-6704-1C3C-24EF-621144A0E0BE}"/>
              </a:ext>
            </a:extLst>
          </p:cNvPr>
          <p:cNvSpPr txBox="1"/>
          <p:nvPr/>
        </p:nvSpPr>
        <p:spPr>
          <a:xfrm>
            <a:off x="127848" y="17441"/>
            <a:ext cx="5913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chemeClr val="dk1"/>
                </a:solidFill>
                <a:latin typeface="Syne" panose="020B0604020202020204" charset="0"/>
              </a:rPr>
              <a:t>Conclusions &amp; Recommendations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0C10176-A77A-FEA5-106A-5202F2018ED1}"/>
              </a:ext>
            </a:extLst>
          </p:cNvPr>
          <p:cNvSpPr/>
          <p:nvPr/>
        </p:nvSpPr>
        <p:spPr>
          <a:xfrm>
            <a:off x="211862" y="1185560"/>
            <a:ext cx="6024346" cy="64324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Livability in Calgary directly reflects infrastructure maturity  not random chance. Established communities with mature transit, walkable parks, and managed crime consistently outperform newer peripheral developments.</a:t>
            </a:r>
          </a:p>
        </p:txBody>
      </p:sp>
      <p:pic>
        <p:nvPicPr>
          <p:cNvPr id="4098" name="Picture 2" descr="The City of Calgary visual identifier - Pattern Library">
            <a:extLst>
              <a:ext uri="{FF2B5EF4-FFF2-40B4-BE49-F238E27FC236}">
                <a16:creationId xmlns:a16="http://schemas.microsoft.com/office/drawing/2014/main" id="{7DA62738-002D-24D3-9A0F-2ABD759A5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617" y="-127"/>
            <a:ext cx="937919" cy="105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9">
            <a:extLst>
              <a:ext uri="{FF2B5EF4-FFF2-40B4-BE49-F238E27FC236}">
                <a16:creationId xmlns:a16="http://schemas.microsoft.com/office/drawing/2014/main" id="{4E464511-9B45-77B8-57E9-BC2C045DFB09}"/>
              </a:ext>
            </a:extLst>
          </p:cNvPr>
          <p:cNvSpPr/>
          <p:nvPr/>
        </p:nvSpPr>
        <p:spPr>
          <a:xfrm>
            <a:off x="228600" y="2176272"/>
            <a:ext cx="2852928" cy="502920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4446530-E377-B1DA-6E48-4350A14506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472" y="2221992"/>
            <a:ext cx="365760" cy="365760"/>
          </a:xfrm>
          <a:prstGeom prst="rect">
            <a:avLst/>
          </a:prstGeom>
          <a:solidFill>
            <a:schemeClr val="accent6">
              <a:lumMod val="95000"/>
            </a:schemeClr>
          </a:solidFill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BB6010B6-29B0-E010-8E43-B9A37CF0DAD3}"/>
              </a:ext>
            </a:extLst>
          </p:cNvPr>
          <p:cNvSpPr/>
          <p:nvPr/>
        </p:nvSpPr>
        <p:spPr>
          <a:xfrm>
            <a:off x="777240" y="2249424"/>
            <a:ext cx="2249424" cy="347472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Transit-First Policy</a:t>
            </a:r>
            <a:endParaRPr lang="en-US" sz="15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9DBE0965-DD22-9076-A030-793DD41E458B}"/>
              </a:ext>
            </a:extLst>
          </p:cNvPr>
          <p:cNvSpPr/>
          <p:nvPr/>
        </p:nvSpPr>
        <p:spPr>
          <a:xfrm>
            <a:off x="347472" y="2770632"/>
            <a:ext cx="2560320" cy="169164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Accelerate transit expansion in peripheral SE/NE communities (Pine Creek, Rangeview, Moraine) to bridge the mobility score gap  the largest driver of low livability rankings.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8B5B4C1C-E497-85E5-73DA-5A9978A16FF7}"/>
              </a:ext>
            </a:extLst>
          </p:cNvPr>
          <p:cNvSpPr/>
          <p:nvPr/>
        </p:nvSpPr>
        <p:spPr>
          <a:xfrm>
            <a:off x="3172968" y="2176272"/>
            <a:ext cx="2743200" cy="502920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0F4E9E53-4A69-3CED-FB69-0F15FE8B279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91840" y="2221992"/>
            <a:ext cx="365760" cy="365760"/>
          </a:xfrm>
          <a:prstGeom prst="rect">
            <a:avLst/>
          </a:prstGeom>
          <a:solidFill>
            <a:schemeClr val="accent6">
              <a:lumMod val="95000"/>
            </a:schemeClr>
          </a:solidFill>
        </p:spPr>
      </p:pic>
      <p:sp>
        <p:nvSpPr>
          <p:cNvPr id="8" name="Text 14">
            <a:extLst>
              <a:ext uri="{FF2B5EF4-FFF2-40B4-BE49-F238E27FC236}">
                <a16:creationId xmlns:a16="http://schemas.microsoft.com/office/drawing/2014/main" id="{07247DFF-A45E-408A-2D70-A22A9CBC2D13}"/>
              </a:ext>
            </a:extLst>
          </p:cNvPr>
          <p:cNvSpPr/>
          <p:nvPr/>
        </p:nvSpPr>
        <p:spPr>
          <a:xfrm>
            <a:off x="3721608" y="2249424"/>
            <a:ext cx="2103120" cy="347472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Pedestrian Network Investment</a:t>
            </a:r>
            <a:endParaRPr lang="en-US" sz="15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00F9769F-D8B9-6D6D-A1F2-CF89DEF1BAE8}"/>
              </a:ext>
            </a:extLst>
          </p:cNvPr>
          <p:cNvSpPr/>
          <p:nvPr/>
        </p:nvSpPr>
        <p:spPr>
          <a:xfrm>
            <a:off x="3264408" y="2761488"/>
            <a:ext cx="2560320" cy="169164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Improve pedestrian connectivity in Cold Spot areas  not just transit stops. Physical walking barriers (highways, gaps) are the hidden cause of poor Network Analyst scores.</a:t>
            </a:r>
            <a:endParaRPr lang="en-US" sz="1300">
              <a:latin typeface="Syne" panose="020B0604020202020204" charset="0"/>
            </a:endParaRPr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E6CCDDD7-2898-BF44-774C-1B20F84A9202}"/>
              </a:ext>
            </a:extLst>
          </p:cNvPr>
          <p:cNvSpPr/>
          <p:nvPr/>
        </p:nvSpPr>
        <p:spPr>
          <a:xfrm>
            <a:off x="6117336" y="2176272"/>
            <a:ext cx="2743200" cy="502920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Syne" panose="020B0604020202020204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9D33C2A7-099F-1710-A64B-3197A23F18E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6208" y="2221992"/>
            <a:ext cx="365760" cy="365760"/>
          </a:xfrm>
          <a:prstGeom prst="rect">
            <a:avLst/>
          </a:prstGeom>
          <a:solidFill>
            <a:schemeClr val="accent6">
              <a:lumMod val="95000"/>
            </a:schemeClr>
          </a:solidFill>
        </p:spPr>
      </p:pic>
      <p:sp>
        <p:nvSpPr>
          <p:cNvPr id="12" name="Text 18">
            <a:extLst>
              <a:ext uri="{FF2B5EF4-FFF2-40B4-BE49-F238E27FC236}">
                <a16:creationId xmlns:a16="http://schemas.microsoft.com/office/drawing/2014/main" id="{1F36A4C7-F117-5564-80A0-E6FF5911F215}"/>
              </a:ext>
            </a:extLst>
          </p:cNvPr>
          <p:cNvSpPr/>
          <p:nvPr/>
        </p:nvSpPr>
        <p:spPr>
          <a:xfrm>
            <a:off x="6665976" y="2249424"/>
            <a:ext cx="2103120" cy="347472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Equitable Green Space Access</a:t>
            </a:r>
            <a:endParaRPr lang="en-US" sz="150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A8754299-51B2-2B03-65C6-BE06AB61E3A4}"/>
              </a:ext>
            </a:extLst>
          </p:cNvPr>
          <p:cNvSpPr/>
          <p:nvPr/>
        </p:nvSpPr>
        <p:spPr>
          <a:xfrm>
            <a:off x="6208776" y="2761488"/>
            <a:ext cx="2560320" cy="1691640"/>
          </a:xfrm>
          <a:prstGeom prst="rect">
            <a:avLst/>
          </a:prstGeom>
          <a:solidFill>
            <a:schemeClr val="accent6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74151"/>
                </a:solidFill>
                <a:latin typeface="Syne" panose="020B0604020202020204" charset="0"/>
                <a:ea typeface="Calibri" pitchFamily="34" charset="-122"/>
                <a:cs typeface="Calibri" pitchFamily="34" charset="-120"/>
              </a:rPr>
              <a:t>Mandate park density requirements for new community approvals in eastern sectors. High-density development does not automatically include quality public green space.</a:t>
            </a:r>
            <a:endParaRPr lang="en-US" sz="1300">
              <a:latin typeface="Sy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44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5">
          <a:extLst>
            <a:ext uri="{FF2B5EF4-FFF2-40B4-BE49-F238E27FC236}">
              <a16:creationId xmlns:a16="http://schemas.microsoft.com/office/drawing/2014/main" id="{4B3D9500-EC90-DF15-4117-079F090D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7" name="Google Shape;4437;p58">
            <a:extLst>
              <a:ext uri="{FF2B5EF4-FFF2-40B4-BE49-F238E27FC236}">
                <a16:creationId xmlns:a16="http://schemas.microsoft.com/office/drawing/2014/main" id="{7C99F064-0112-1E1D-761C-456489BFA758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275594" y="177144"/>
            <a:ext cx="7704000" cy="5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Lessons Learned &amp; QA/QC</a:t>
            </a:r>
          </a:p>
        </p:txBody>
      </p:sp>
      <p:sp>
        <p:nvSpPr>
          <p:cNvPr id="4438" name="Google Shape;4438;p58">
            <a:extLst>
              <a:ext uri="{FF2B5EF4-FFF2-40B4-BE49-F238E27FC236}">
                <a16:creationId xmlns:a16="http://schemas.microsoft.com/office/drawing/2014/main" id="{8CAD0129-015E-1EE2-2159-0617941105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5290" y="1338839"/>
            <a:ext cx="59823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Extreme house prices can mask other livability benefits. Min-Max scaling prevents any single variable from distorting the overall community score.</a:t>
            </a:r>
          </a:p>
        </p:txBody>
      </p:sp>
      <p:sp>
        <p:nvSpPr>
          <p:cNvPr id="4439" name="Google Shape;4439;p58">
            <a:extLst>
              <a:ext uri="{FF2B5EF4-FFF2-40B4-BE49-F238E27FC236}">
                <a16:creationId xmlns:a16="http://schemas.microsoft.com/office/drawing/2014/main" id="{009A040B-3130-A6C0-E43D-ABE2DC99F4F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295290" y="1042114"/>
            <a:ext cx="59823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Normalization Matters</a:t>
            </a:r>
          </a:p>
        </p:txBody>
      </p:sp>
      <p:sp>
        <p:nvSpPr>
          <p:cNvPr id="4441" name="Google Shape;4441;p58">
            <a:extLst>
              <a:ext uri="{FF2B5EF4-FFF2-40B4-BE49-F238E27FC236}">
                <a16:creationId xmlns:a16="http://schemas.microsoft.com/office/drawing/2014/main" id="{FFFA48B9-2928-BE0E-94A4-204EDD08FC2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295290" y="2453564"/>
            <a:ext cx="59820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Validated with GVF index &gt; 0.92  confirms classification accurately reflects real-world data distribution, not arbitrary breaks.</a:t>
            </a:r>
          </a:p>
        </p:txBody>
      </p:sp>
      <p:sp>
        <p:nvSpPr>
          <p:cNvPr id="4442" name="Google Shape;4442;p58">
            <a:extLst>
              <a:ext uri="{FF2B5EF4-FFF2-40B4-BE49-F238E27FC236}">
                <a16:creationId xmlns:a16="http://schemas.microsoft.com/office/drawing/2014/main" id="{A11E0F46-D970-49ED-CD01-C81212D0524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295290" y="2157940"/>
            <a:ext cx="59820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Natural Breaks (Jenks) Classification</a:t>
            </a:r>
          </a:p>
        </p:txBody>
      </p:sp>
      <p:sp>
        <p:nvSpPr>
          <p:cNvPr id="4444" name="Google Shape;4444;p58">
            <a:extLst>
              <a:ext uri="{FF2B5EF4-FFF2-40B4-BE49-F238E27FC236}">
                <a16:creationId xmlns:a16="http://schemas.microsoft.com/office/drawing/2014/main" id="{37ABA56F-9035-06F4-52C0-D703965DDC9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295524" y="3568289"/>
            <a:ext cx="59817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Combining three independent data sources (CPS, City of Calgary, Pillar 9) strengthened the validity of results and reduced single-source bias.</a:t>
            </a:r>
          </a:p>
        </p:txBody>
      </p:sp>
      <p:sp>
        <p:nvSpPr>
          <p:cNvPr id="4445" name="Google Shape;4445;p58">
            <a:extLst>
              <a:ext uri="{FF2B5EF4-FFF2-40B4-BE49-F238E27FC236}">
                <a16:creationId xmlns:a16="http://schemas.microsoft.com/office/drawing/2014/main" id="{190C9949-EB59-8A5B-A3A5-B5B9C335841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295302" y="3273765"/>
            <a:ext cx="5981700" cy="3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Source Diversity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19BCC6A-0F6C-0990-757A-8850DD38D72B}"/>
              </a:ext>
            </a:extLst>
          </p:cNvPr>
          <p:cNvSpPr/>
          <p:nvPr/>
        </p:nvSpPr>
        <p:spPr>
          <a:xfrm>
            <a:off x="1355111" y="973079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3647252-2931-FBBF-75A5-D4CE9AB0D6B7}"/>
              </a:ext>
            </a:extLst>
          </p:cNvPr>
          <p:cNvSpPr/>
          <p:nvPr/>
        </p:nvSpPr>
        <p:spPr>
          <a:xfrm>
            <a:off x="1355111" y="2049854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DF6547C-A78F-6DA5-3BE1-62AA7E6FBF5D}"/>
              </a:ext>
            </a:extLst>
          </p:cNvPr>
          <p:cNvSpPr/>
          <p:nvPr/>
        </p:nvSpPr>
        <p:spPr>
          <a:xfrm>
            <a:off x="1355111" y="3126629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387FF1A-ADBA-889E-5DBB-E2CDAB2C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411" y="1087379"/>
            <a:ext cx="502920" cy="502920"/>
          </a:xfrm>
          <a:prstGeom prst="rect">
            <a:avLst/>
          </a:prstGeom>
        </p:spPr>
      </p:pic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4B1002F-066E-A764-2496-A1D2B1CCA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411" y="2185316"/>
            <a:ext cx="502920" cy="502920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5E3DED98-60FC-7D02-11A4-770DA7C0F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411" y="3210100"/>
            <a:ext cx="502920" cy="502920"/>
          </a:xfrm>
          <a:prstGeom prst="rect">
            <a:avLst/>
          </a:prstGeom>
        </p:spPr>
      </p:pic>
      <p:pic>
        <p:nvPicPr>
          <p:cNvPr id="14" name="Picture 2" descr="The City of Calgary visual identifier - Pattern Library">
            <a:extLst>
              <a:ext uri="{FF2B5EF4-FFF2-40B4-BE49-F238E27FC236}">
                <a16:creationId xmlns:a16="http://schemas.microsoft.com/office/drawing/2014/main" id="{D7F7BFEB-B37D-A591-387F-72DBEE10B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114" y="6932"/>
            <a:ext cx="937919" cy="105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29" name="Google Shape;5729;p71">
            <a:extLst>
              <a:ext uri="{FF2B5EF4-FFF2-40B4-BE49-F238E27FC236}">
                <a16:creationId xmlns:a16="http://schemas.microsoft.com/office/drawing/2014/main" id="{A251217E-B2E7-8C4D-A34E-692F6923B5E5}"/>
              </a:ext>
            </a:extLst>
          </p:cNvPr>
          <p:cNvGrpSpPr/>
          <p:nvPr/>
        </p:nvGrpSpPr>
        <p:grpSpPr>
          <a:xfrm>
            <a:off x="0" y="3955288"/>
            <a:ext cx="2884388" cy="1188211"/>
            <a:chOff x="2055062" y="924017"/>
            <a:chExt cx="2141944" cy="1053342"/>
          </a:xfrm>
        </p:grpSpPr>
        <p:sp>
          <p:nvSpPr>
            <p:cNvPr id="5730" name="Google Shape;5730;p71">
              <a:extLst>
                <a:ext uri="{FF2B5EF4-FFF2-40B4-BE49-F238E27FC236}">
                  <a16:creationId xmlns:a16="http://schemas.microsoft.com/office/drawing/2014/main" id="{37CFD2B2-D00D-A45B-BBF1-E312C3B0A5B4}"/>
                </a:ext>
              </a:extLst>
            </p:cNvPr>
            <p:cNvSpPr/>
            <p:nvPr/>
          </p:nvSpPr>
          <p:spPr>
            <a:xfrm>
              <a:off x="2862773" y="967819"/>
              <a:ext cx="4966" cy="3278"/>
            </a:xfrm>
            <a:custGeom>
              <a:avLst/>
              <a:gdLst/>
              <a:ahLst/>
              <a:cxnLst/>
              <a:rect l="l" t="t" r="r" b="b"/>
              <a:pathLst>
                <a:path w="50" h="33" extrusionOk="0">
                  <a:moveTo>
                    <a:pt x="17" y="0"/>
                  </a:moveTo>
                  <a:cubicBezTo>
                    <a:pt x="17" y="0"/>
                    <a:pt x="1" y="0"/>
                    <a:pt x="1" y="16"/>
                  </a:cubicBezTo>
                  <a:lnTo>
                    <a:pt x="17" y="32"/>
                  </a:lnTo>
                  <a:lnTo>
                    <a:pt x="33" y="32"/>
                  </a:lnTo>
                  <a:lnTo>
                    <a:pt x="33" y="1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yne" panose="020B0604020202020204" charset="0"/>
              </a:endParaRPr>
            </a:p>
          </p:txBody>
        </p:sp>
        <p:sp>
          <p:nvSpPr>
            <p:cNvPr id="5731" name="Google Shape;5731;p71">
              <a:extLst>
                <a:ext uri="{FF2B5EF4-FFF2-40B4-BE49-F238E27FC236}">
                  <a16:creationId xmlns:a16="http://schemas.microsoft.com/office/drawing/2014/main" id="{C520C927-A552-B830-04A3-F095802869A0}"/>
                </a:ext>
              </a:extLst>
            </p:cNvPr>
            <p:cNvSpPr/>
            <p:nvPr/>
          </p:nvSpPr>
          <p:spPr>
            <a:xfrm>
              <a:off x="2821057" y="959376"/>
              <a:ext cx="14998" cy="8542"/>
            </a:xfrm>
            <a:custGeom>
              <a:avLst/>
              <a:gdLst/>
              <a:ahLst/>
              <a:cxnLst/>
              <a:rect l="l" t="t" r="r" b="b"/>
              <a:pathLst>
                <a:path w="151" h="86" extrusionOk="0">
                  <a:moveTo>
                    <a:pt x="150" y="0"/>
                  </a:moveTo>
                  <a:cubicBezTo>
                    <a:pt x="150" y="0"/>
                    <a:pt x="134" y="0"/>
                    <a:pt x="118" y="16"/>
                  </a:cubicBezTo>
                  <a:cubicBezTo>
                    <a:pt x="102" y="16"/>
                    <a:pt x="81" y="16"/>
                    <a:pt x="65" y="33"/>
                  </a:cubicBezTo>
                  <a:cubicBezTo>
                    <a:pt x="33" y="49"/>
                    <a:pt x="1" y="85"/>
                    <a:pt x="1" y="85"/>
                  </a:cubicBezTo>
                  <a:cubicBezTo>
                    <a:pt x="1" y="85"/>
                    <a:pt x="49" y="85"/>
                    <a:pt x="81" y="65"/>
                  </a:cubicBezTo>
                  <a:cubicBezTo>
                    <a:pt x="102" y="49"/>
                    <a:pt x="118" y="33"/>
                    <a:pt x="134" y="33"/>
                  </a:cubicBezTo>
                  <a:cubicBezTo>
                    <a:pt x="150" y="16"/>
                    <a:pt x="15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yne" panose="020B0604020202020204" charset="0"/>
              </a:endParaRPr>
            </a:p>
          </p:txBody>
        </p:sp>
        <p:grpSp>
          <p:nvGrpSpPr>
            <p:cNvPr id="5732" name="Google Shape;5732;p71">
              <a:extLst>
                <a:ext uri="{FF2B5EF4-FFF2-40B4-BE49-F238E27FC236}">
                  <a16:creationId xmlns:a16="http://schemas.microsoft.com/office/drawing/2014/main" id="{19EDBD5D-7854-EB4C-AEB3-C10052EC7429}"/>
                </a:ext>
              </a:extLst>
            </p:cNvPr>
            <p:cNvGrpSpPr/>
            <p:nvPr/>
          </p:nvGrpSpPr>
          <p:grpSpPr>
            <a:xfrm>
              <a:off x="2055062" y="924017"/>
              <a:ext cx="2141944" cy="1053342"/>
              <a:chOff x="2055062" y="924017"/>
              <a:chExt cx="2141944" cy="1053342"/>
            </a:xfrm>
          </p:grpSpPr>
          <p:sp>
            <p:nvSpPr>
              <p:cNvPr id="5733" name="Google Shape;5733;p71">
                <a:extLst>
                  <a:ext uri="{FF2B5EF4-FFF2-40B4-BE49-F238E27FC236}">
                    <a16:creationId xmlns:a16="http://schemas.microsoft.com/office/drawing/2014/main" id="{10F200C4-ABC8-384E-04BF-270DBEA23CB7}"/>
                  </a:ext>
                </a:extLst>
              </p:cNvPr>
              <p:cNvSpPr/>
              <p:nvPr/>
            </p:nvSpPr>
            <p:spPr>
              <a:xfrm>
                <a:off x="2063505" y="1720106"/>
                <a:ext cx="5364" cy="26619"/>
              </a:xfrm>
              <a:custGeom>
                <a:avLst/>
                <a:gdLst/>
                <a:ahLst/>
                <a:cxnLst/>
                <a:rect l="l" t="t" r="r" b="b"/>
                <a:pathLst>
                  <a:path w="54" h="268" extrusionOk="0">
                    <a:moveTo>
                      <a:pt x="33" y="0"/>
                    </a:moveTo>
                    <a:cubicBezTo>
                      <a:pt x="17" y="0"/>
                      <a:pt x="17" y="17"/>
                      <a:pt x="17" y="33"/>
                    </a:cubicBezTo>
                    <a:cubicBezTo>
                      <a:pt x="17" y="49"/>
                      <a:pt x="1" y="81"/>
                      <a:pt x="17" y="134"/>
                    </a:cubicBezTo>
                    <a:cubicBezTo>
                      <a:pt x="17" y="166"/>
                      <a:pt x="17" y="202"/>
                      <a:pt x="33" y="235"/>
                    </a:cubicBezTo>
                    <a:lnTo>
                      <a:pt x="33" y="267"/>
                    </a:lnTo>
                    <a:cubicBezTo>
                      <a:pt x="33" y="251"/>
                      <a:pt x="53" y="251"/>
                      <a:pt x="53" y="235"/>
                    </a:cubicBezTo>
                    <a:lnTo>
                      <a:pt x="53" y="134"/>
                    </a:lnTo>
                    <a:cubicBezTo>
                      <a:pt x="33" y="81"/>
                      <a:pt x="33" y="49"/>
                      <a:pt x="33" y="33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4" name="Google Shape;5734;p71">
                <a:extLst>
                  <a:ext uri="{FF2B5EF4-FFF2-40B4-BE49-F238E27FC236}">
                    <a16:creationId xmlns:a16="http://schemas.microsoft.com/office/drawing/2014/main" id="{7FF4FBF7-EB9B-AFEB-E7FC-24DAC73AB4BB}"/>
                  </a:ext>
                </a:extLst>
              </p:cNvPr>
              <p:cNvSpPr/>
              <p:nvPr/>
            </p:nvSpPr>
            <p:spPr>
              <a:xfrm>
                <a:off x="2083569" y="1743348"/>
                <a:ext cx="3278" cy="63568"/>
              </a:xfrm>
              <a:custGeom>
                <a:avLst/>
                <a:gdLst/>
                <a:ahLst/>
                <a:cxnLst/>
                <a:rect l="l" t="t" r="r" b="b"/>
                <a:pathLst>
                  <a:path w="33" h="640" extrusionOk="0">
                    <a:moveTo>
                      <a:pt x="17" y="1"/>
                    </a:moveTo>
                    <a:cubicBezTo>
                      <a:pt x="17" y="1"/>
                      <a:pt x="1" y="150"/>
                      <a:pt x="1" y="320"/>
                    </a:cubicBezTo>
                    <a:cubicBezTo>
                      <a:pt x="1" y="490"/>
                      <a:pt x="17" y="639"/>
                      <a:pt x="17" y="639"/>
                    </a:cubicBezTo>
                    <a:cubicBezTo>
                      <a:pt x="17" y="639"/>
                      <a:pt x="33" y="490"/>
                      <a:pt x="33" y="320"/>
                    </a:cubicBezTo>
                    <a:cubicBezTo>
                      <a:pt x="33" y="150"/>
                      <a:pt x="17" y="1"/>
                      <a:pt x="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5" name="Google Shape;5735;p71">
                <a:extLst>
                  <a:ext uri="{FF2B5EF4-FFF2-40B4-BE49-F238E27FC236}">
                    <a16:creationId xmlns:a16="http://schemas.microsoft.com/office/drawing/2014/main" id="{7FD30E78-1686-25BE-D710-03A13DF0ADAA}"/>
                  </a:ext>
                </a:extLst>
              </p:cNvPr>
              <p:cNvSpPr/>
              <p:nvPr/>
            </p:nvSpPr>
            <p:spPr>
              <a:xfrm>
                <a:off x="2066683" y="1810393"/>
                <a:ext cx="3774" cy="28208"/>
              </a:xfrm>
              <a:custGeom>
                <a:avLst/>
                <a:gdLst/>
                <a:ahLst/>
                <a:cxnLst/>
                <a:rect l="l" t="t" r="r" b="b"/>
                <a:pathLst>
                  <a:path w="38" h="284" extrusionOk="0">
                    <a:moveTo>
                      <a:pt x="1" y="0"/>
                    </a:moveTo>
                    <a:lnTo>
                      <a:pt x="1" y="49"/>
                    </a:lnTo>
                    <a:lnTo>
                      <a:pt x="1" y="150"/>
                    </a:lnTo>
                    <a:cubicBezTo>
                      <a:pt x="1" y="219"/>
                      <a:pt x="21" y="283"/>
                      <a:pt x="21" y="283"/>
                    </a:cubicBezTo>
                    <a:cubicBezTo>
                      <a:pt x="21" y="283"/>
                      <a:pt x="37" y="219"/>
                      <a:pt x="37" y="150"/>
                    </a:cubicBezTo>
                    <a:cubicBezTo>
                      <a:pt x="37" y="101"/>
                      <a:pt x="21" y="65"/>
                      <a:pt x="21" y="49"/>
                    </a:cubicBezTo>
                    <a:cubicBezTo>
                      <a:pt x="21" y="1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6" name="Google Shape;5736;p71">
                <a:extLst>
                  <a:ext uri="{FF2B5EF4-FFF2-40B4-BE49-F238E27FC236}">
                    <a16:creationId xmlns:a16="http://schemas.microsoft.com/office/drawing/2014/main" id="{54B4FEDF-3C17-BBC4-82B4-C23BE8990EDC}"/>
                  </a:ext>
                </a:extLst>
              </p:cNvPr>
              <p:cNvSpPr/>
              <p:nvPr/>
            </p:nvSpPr>
            <p:spPr>
              <a:xfrm>
                <a:off x="2080390" y="1835224"/>
                <a:ext cx="3278" cy="105682"/>
              </a:xfrm>
              <a:custGeom>
                <a:avLst/>
                <a:gdLst/>
                <a:ahLst/>
                <a:cxnLst/>
                <a:rect l="l" t="t" r="r" b="b"/>
                <a:pathLst>
                  <a:path w="33" h="1064" extrusionOk="0">
                    <a:moveTo>
                      <a:pt x="33" y="1"/>
                    </a:moveTo>
                    <a:cubicBezTo>
                      <a:pt x="33" y="1"/>
                      <a:pt x="17" y="255"/>
                      <a:pt x="0" y="558"/>
                    </a:cubicBezTo>
                    <a:lnTo>
                      <a:pt x="0" y="776"/>
                    </a:lnTo>
                    <a:lnTo>
                      <a:pt x="0" y="942"/>
                    </a:lnTo>
                    <a:lnTo>
                      <a:pt x="0" y="1011"/>
                    </a:lnTo>
                    <a:cubicBezTo>
                      <a:pt x="17" y="1043"/>
                      <a:pt x="17" y="1063"/>
                      <a:pt x="17" y="1063"/>
                    </a:cubicBezTo>
                    <a:lnTo>
                      <a:pt x="17" y="1011"/>
                    </a:lnTo>
                    <a:lnTo>
                      <a:pt x="17" y="942"/>
                    </a:lnTo>
                    <a:cubicBezTo>
                      <a:pt x="17" y="894"/>
                      <a:pt x="33" y="841"/>
                      <a:pt x="33" y="776"/>
                    </a:cubicBezTo>
                    <a:lnTo>
                      <a:pt x="33" y="558"/>
                    </a:lnTo>
                    <a:lnTo>
                      <a:pt x="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7" name="Google Shape;5737;p71">
                <a:extLst>
                  <a:ext uri="{FF2B5EF4-FFF2-40B4-BE49-F238E27FC236}">
                    <a16:creationId xmlns:a16="http://schemas.microsoft.com/office/drawing/2014/main" id="{2DAE3344-8EEA-4759-84DD-00598B4909A4}"/>
                  </a:ext>
                </a:extLst>
              </p:cNvPr>
              <p:cNvSpPr/>
              <p:nvPr/>
            </p:nvSpPr>
            <p:spPr>
              <a:xfrm>
                <a:off x="2083569" y="1743348"/>
                <a:ext cx="3278" cy="23441"/>
              </a:xfrm>
              <a:custGeom>
                <a:avLst/>
                <a:gdLst/>
                <a:ahLst/>
                <a:cxnLst/>
                <a:rect l="l" t="t" r="r" b="b"/>
                <a:pathLst>
                  <a:path w="33" h="236" extrusionOk="0">
                    <a:moveTo>
                      <a:pt x="1" y="1"/>
                    </a:moveTo>
                    <a:lnTo>
                      <a:pt x="1" y="17"/>
                    </a:lnTo>
                    <a:lnTo>
                      <a:pt x="1" y="49"/>
                    </a:lnTo>
                    <a:lnTo>
                      <a:pt x="1" y="118"/>
                    </a:lnTo>
                    <a:lnTo>
                      <a:pt x="1" y="187"/>
                    </a:lnTo>
                    <a:cubicBezTo>
                      <a:pt x="1" y="203"/>
                      <a:pt x="17" y="219"/>
                      <a:pt x="17" y="235"/>
                    </a:cubicBezTo>
                    <a:lnTo>
                      <a:pt x="17" y="187"/>
                    </a:lnTo>
                    <a:cubicBezTo>
                      <a:pt x="17" y="170"/>
                      <a:pt x="17" y="134"/>
                      <a:pt x="33" y="118"/>
                    </a:cubicBezTo>
                    <a:lnTo>
                      <a:pt x="33" y="49"/>
                    </a:lnTo>
                    <a:cubicBezTo>
                      <a:pt x="17" y="33"/>
                      <a:pt x="17" y="17"/>
                      <a:pt x="17" y="17"/>
                    </a:cubicBezTo>
                    <a:cubicBezTo>
                      <a:pt x="17" y="1"/>
                      <a:pt x="17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8" name="Google Shape;5738;p71">
                <a:extLst>
                  <a:ext uri="{FF2B5EF4-FFF2-40B4-BE49-F238E27FC236}">
                    <a16:creationId xmlns:a16="http://schemas.microsoft.com/office/drawing/2014/main" id="{89430780-685A-0886-4F34-6C7752D54016}"/>
                  </a:ext>
                </a:extLst>
              </p:cNvPr>
              <p:cNvSpPr/>
              <p:nvPr/>
            </p:nvSpPr>
            <p:spPr>
              <a:xfrm>
                <a:off x="2083569" y="1800361"/>
                <a:ext cx="3278" cy="8145"/>
              </a:xfrm>
              <a:custGeom>
                <a:avLst/>
                <a:gdLst/>
                <a:ahLst/>
                <a:cxnLst/>
                <a:rect l="l" t="t" r="r" b="b"/>
                <a:pathLst>
                  <a:path w="33" h="82" extrusionOk="0">
                    <a:moveTo>
                      <a:pt x="17" y="0"/>
                    </a:moveTo>
                    <a:lnTo>
                      <a:pt x="1" y="17"/>
                    </a:lnTo>
                    <a:lnTo>
                      <a:pt x="1" y="33"/>
                    </a:lnTo>
                    <a:lnTo>
                      <a:pt x="1" y="49"/>
                    </a:lnTo>
                    <a:cubicBezTo>
                      <a:pt x="1" y="81"/>
                      <a:pt x="1" y="81"/>
                      <a:pt x="17" y="81"/>
                    </a:cubicBezTo>
                    <a:lnTo>
                      <a:pt x="33" y="49"/>
                    </a:lnTo>
                    <a:lnTo>
                      <a:pt x="33" y="33"/>
                    </a:lnTo>
                    <a:cubicBezTo>
                      <a:pt x="17" y="33"/>
                      <a:pt x="17" y="17"/>
                      <a:pt x="17" y="17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39" name="Google Shape;5739;p71">
                <a:extLst>
                  <a:ext uri="{FF2B5EF4-FFF2-40B4-BE49-F238E27FC236}">
                    <a16:creationId xmlns:a16="http://schemas.microsoft.com/office/drawing/2014/main" id="{6AC7BA02-77CC-7EFD-DEB0-2176C0169FE2}"/>
                  </a:ext>
                </a:extLst>
              </p:cNvPr>
              <p:cNvSpPr/>
              <p:nvPr/>
            </p:nvSpPr>
            <p:spPr>
              <a:xfrm>
                <a:off x="2066683" y="1832046"/>
                <a:ext cx="25427" cy="8542"/>
              </a:xfrm>
              <a:custGeom>
                <a:avLst/>
                <a:gdLst/>
                <a:ahLst/>
                <a:cxnLst/>
                <a:rect l="l" t="t" r="r" b="b"/>
                <a:pathLst>
                  <a:path w="256" h="86" extrusionOk="0">
                    <a:moveTo>
                      <a:pt x="223" y="1"/>
                    </a:moveTo>
                    <a:cubicBezTo>
                      <a:pt x="203" y="1"/>
                      <a:pt x="203" y="17"/>
                      <a:pt x="187" y="17"/>
                    </a:cubicBezTo>
                    <a:cubicBezTo>
                      <a:pt x="155" y="17"/>
                      <a:pt x="102" y="33"/>
                      <a:pt x="70" y="33"/>
                    </a:cubicBezTo>
                    <a:cubicBezTo>
                      <a:pt x="54" y="33"/>
                      <a:pt x="37" y="49"/>
                      <a:pt x="37" y="49"/>
                    </a:cubicBezTo>
                    <a:lnTo>
                      <a:pt x="21" y="49"/>
                    </a:lnTo>
                    <a:lnTo>
                      <a:pt x="1" y="65"/>
                    </a:lnTo>
                    <a:cubicBezTo>
                      <a:pt x="1" y="65"/>
                      <a:pt x="1" y="85"/>
                      <a:pt x="21" y="85"/>
                    </a:cubicBezTo>
                    <a:lnTo>
                      <a:pt x="37" y="85"/>
                    </a:lnTo>
                    <a:cubicBezTo>
                      <a:pt x="54" y="65"/>
                      <a:pt x="54" y="65"/>
                      <a:pt x="86" y="65"/>
                    </a:cubicBezTo>
                    <a:cubicBezTo>
                      <a:pt x="122" y="65"/>
                      <a:pt x="155" y="33"/>
                      <a:pt x="187" y="33"/>
                    </a:cubicBezTo>
                    <a:cubicBezTo>
                      <a:pt x="203" y="17"/>
                      <a:pt x="223" y="17"/>
                      <a:pt x="223" y="17"/>
                    </a:cubicBezTo>
                    <a:lnTo>
                      <a:pt x="239" y="17"/>
                    </a:lnTo>
                    <a:lnTo>
                      <a:pt x="2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sp>
            <p:nvSpPr>
              <p:cNvPr id="5740" name="Google Shape;5740;p71">
                <a:extLst>
                  <a:ext uri="{FF2B5EF4-FFF2-40B4-BE49-F238E27FC236}">
                    <a16:creationId xmlns:a16="http://schemas.microsoft.com/office/drawing/2014/main" id="{AFF0D11F-0B43-A92D-9D35-C168AB9EB9D9}"/>
                  </a:ext>
                </a:extLst>
              </p:cNvPr>
              <p:cNvSpPr/>
              <p:nvPr/>
            </p:nvSpPr>
            <p:spPr>
              <a:xfrm>
                <a:off x="2080390" y="1836913"/>
                <a:ext cx="3278" cy="26917"/>
              </a:xfrm>
              <a:custGeom>
                <a:avLst/>
                <a:gdLst/>
                <a:ahLst/>
                <a:cxnLst/>
                <a:rect l="l" t="t" r="r" b="b"/>
                <a:pathLst>
                  <a:path w="33" h="271" extrusionOk="0">
                    <a:moveTo>
                      <a:pt x="17" y="0"/>
                    </a:moveTo>
                    <a:cubicBezTo>
                      <a:pt x="0" y="16"/>
                      <a:pt x="0" y="16"/>
                      <a:pt x="0" y="36"/>
                    </a:cubicBezTo>
                    <a:lnTo>
                      <a:pt x="0" y="69"/>
                    </a:lnTo>
                    <a:lnTo>
                      <a:pt x="0" y="85"/>
                    </a:lnTo>
                    <a:lnTo>
                      <a:pt x="0" y="101"/>
                    </a:lnTo>
                    <a:lnTo>
                      <a:pt x="0" y="137"/>
                    </a:lnTo>
                    <a:lnTo>
                      <a:pt x="0" y="218"/>
                    </a:lnTo>
                    <a:cubicBezTo>
                      <a:pt x="0" y="238"/>
                      <a:pt x="17" y="255"/>
                      <a:pt x="17" y="271"/>
                    </a:cubicBezTo>
                    <a:lnTo>
                      <a:pt x="17" y="218"/>
                    </a:lnTo>
                    <a:cubicBezTo>
                      <a:pt x="33" y="186"/>
                      <a:pt x="33" y="170"/>
                      <a:pt x="33" y="137"/>
                    </a:cubicBezTo>
                    <a:lnTo>
                      <a:pt x="33" y="101"/>
                    </a:lnTo>
                    <a:lnTo>
                      <a:pt x="33" y="69"/>
                    </a:lnTo>
                    <a:lnTo>
                      <a:pt x="33" y="3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yne" panose="020B0604020202020204" charset="0"/>
                </a:endParaRPr>
              </a:p>
            </p:txBody>
          </p:sp>
          <p:grpSp>
            <p:nvGrpSpPr>
              <p:cNvPr id="5741" name="Google Shape;5741;p71">
                <a:extLst>
                  <a:ext uri="{FF2B5EF4-FFF2-40B4-BE49-F238E27FC236}">
                    <a16:creationId xmlns:a16="http://schemas.microsoft.com/office/drawing/2014/main" id="{5D7A7E1E-1297-5868-A6C1-8F4A9BD92764}"/>
                  </a:ext>
                </a:extLst>
              </p:cNvPr>
              <p:cNvGrpSpPr/>
              <p:nvPr/>
            </p:nvGrpSpPr>
            <p:grpSpPr>
              <a:xfrm>
                <a:off x="2055062" y="924017"/>
                <a:ext cx="2141944" cy="1053342"/>
                <a:chOff x="2055062" y="924017"/>
                <a:chExt cx="2141944" cy="1053342"/>
              </a:xfrm>
            </p:grpSpPr>
            <p:sp>
              <p:nvSpPr>
                <p:cNvPr id="5742" name="Google Shape;5742;p71">
                  <a:extLst>
                    <a:ext uri="{FF2B5EF4-FFF2-40B4-BE49-F238E27FC236}">
                      <a16:creationId xmlns:a16="http://schemas.microsoft.com/office/drawing/2014/main" id="{9FC0F474-CCAE-5851-CA86-7544924B7CA2}"/>
                    </a:ext>
                  </a:extLst>
                </p:cNvPr>
                <p:cNvSpPr/>
                <p:nvPr/>
              </p:nvSpPr>
              <p:spPr>
                <a:xfrm>
                  <a:off x="2066683" y="1664782"/>
                  <a:ext cx="177494" cy="53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538" extrusionOk="0">
                      <a:moveTo>
                        <a:pt x="1787" y="0"/>
                      </a:moveTo>
                      <a:cubicBezTo>
                        <a:pt x="1786" y="0"/>
                        <a:pt x="1754" y="16"/>
                        <a:pt x="1702" y="32"/>
                      </a:cubicBezTo>
                      <a:cubicBezTo>
                        <a:pt x="1669" y="32"/>
                        <a:pt x="1601" y="53"/>
                        <a:pt x="1516" y="85"/>
                      </a:cubicBezTo>
                      <a:cubicBezTo>
                        <a:pt x="1435" y="101"/>
                        <a:pt x="1334" y="133"/>
                        <a:pt x="1233" y="170"/>
                      </a:cubicBezTo>
                      <a:cubicBezTo>
                        <a:pt x="1132" y="202"/>
                        <a:pt x="1011" y="255"/>
                        <a:pt x="878" y="287"/>
                      </a:cubicBezTo>
                      <a:cubicBezTo>
                        <a:pt x="861" y="287"/>
                        <a:pt x="861" y="287"/>
                        <a:pt x="845" y="303"/>
                      </a:cubicBezTo>
                      <a:lnTo>
                        <a:pt x="793" y="303"/>
                      </a:lnTo>
                      <a:cubicBezTo>
                        <a:pt x="760" y="319"/>
                        <a:pt x="728" y="319"/>
                        <a:pt x="692" y="319"/>
                      </a:cubicBezTo>
                      <a:cubicBezTo>
                        <a:pt x="643" y="335"/>
                        <a:pt x="575" y="356"/>
                        <a:pt x="526" y="372"/>
                      </a:cubicBezTo>
                      <a:cubicBezTo>
                        <a:pt x="425" y="404"/>
                        <a:pt x="324" y="420"/>
                        <a:pt x="239" y="456"/>
                      </a:cubicBezTo>
                      <a:cubicBezTo>
                        <a:pt x="171" y="489"/>
                        <a:pt x="102" y="521"/>
                        <a:pt x="54" y="521"/>
                      </a:cubicBezTo>
                      <a:cubicBezTo>
                        <a:pt x="37" y="537"/>
                        <a:pt x="21" y="537"/>
                        <a:pt x="1" y="537"/>
                      </a:cubicBezTo>
                      <a:lnTo>
                        <a:pt x="54" y="537"/>
                      </a:lnTo>
                      <a:cubicBezTo>
                        <a:pt x="102" y="521"/>
                        <a:pt x="171" y="505"/>
                        <a:pt x="255" y="473"/>
                      </a:cubicBezTo>
                      <a:cubicBezTo>
                        <a:pt x="324" y="436"/>
                        <a:pt x="425" y="420"/>
                        <a:pt x="542" y="388"/>
                      </a:cubicBezTo>
                      <a:cubicBezTo>
                        <a:pt x="591" y="388"/>
                        <a:pt x="643" y="372"/>
                        <a:pt x="708" y="356"/>
                      </a:cubicBezTo>
                      <a:cubicBezTo>
                        <a:pt x="744" y="356"/>
                        <a:pt x="760" y="335"/>
                        <a:pt x="793" y="335"/>
                      </a:cubicBezTo>
                      <a:cubicBezTo>
                        <a:pt x="809" y="335"/>
                        <a:pt x="829" y="335"/>
                        <a:pt x="845" y="319"/>
                      </a:cubicBezTo>
                      <a:lnTo>
                        <a:pt x="894" y="319"/>
                      </a:lnTo>
                      <a:cubicBezTo>
                        <a:pt x="1011" y="287"/>
                        <a:pt x="1132" y="234"/>
                        <a:pt x="1249" y="202"/>
                      </a:cubicBezTo>
                      <a:cubicBezTo>
                        <a:pt x="1350" y="154"/>
                        <a:pt x="1435" y="117"/>
                        <a:pt x="1516" y="101"/>
                      </a:cubicBezTo>
                      <a:cubicBezTo>
                        <a:pt x="1601" y="69"/>
                        <a:pt x="1669" y="53"/>
                        <a:pt x="1718" y="32"/>
                      </a:cubicBezTo>
                      <a:cubicBezTo>
                        <a:pt x="1754" y="16"/>
                        <a:pt x="1786" y="0"/>
                        <a:pt x="17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3" name="Google Shape;5743;p71">
                  <a:extLst>
                    <a:ext uri="{FF2B5EF4-FFF2-40B4-BE49-F238E27FC236}">
                      <a16:creationId xmlns:a16="http://schemas.microsoft.com/office/drawing/2014/main" id="{9C2ECD0A-4DCE-8094-E311-4968650B3299}"/>
                    </a:ext>
                  </a:extLst>
                </p:cNvPr>
                <p:cNvSpPr/>
                <p:nvPr/>
              </p:nvSpPr>
              <p:spPr>
                <a:xfrm>
                  <a:off x="2249342" y="1606181"/>
                  <a:ext cx="192293" cy="58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591" extrusionOk="0">
                      <a:moveTo>
                        <a:pt x="1935" y="0"/>
                      </a:moveTo>
                      <a:cubicBezTo>
                        <a:pt x="1935" y="0"/>
                        <a:pt x="1899" y="0"/>
                        <a:pt x="1850" y="16"/>
                      </a:cubicBezTo>
                      <a:cubicBezTo>
                        <a:pt x="1834" y="16"/>
                        <a:pt x="1798" y="37"/>
                        <a:pt x="1765" y="37"/>
                      </a:cubicBezTo>
                      <a:cubicBezTo>
                        <a:pt x="1733" y="53"/>
                        <a:pt x="1681" y="53"/>
                        <a:pt x="1648" y="69"/>
                      </a:cubicBezTo>
                      <a:cubicBezTo>
                        <a:pt x="1563" y="85"/>
                        <a:pt x="1446" y="117"/>
                        <a:pt x="1329" y="154"/>
                      </a:cubicBezTo>
                      <a:cubicBezTo>
                        <a:pt x="1277" y="170"/>
                        <a:pt x="1212" y="186"/>
                        <a:pt x="1143" y="202"/>
                      </a:cubicBezTo>
                      <a:cubicBezTo>
                        <a:pt x="1075" y="239"/>
                        <a:pt x="1026" y="255"/>
                        <a:pt x="957" y="271"/>
                      </a:cubicBezTo>
                      <a:cubicBezTo>
                        <a:pt x="824" y="319"/>
                        <a:pt x="687" y="356"/>
                        <a:pt x="570" y="388"/>
                      </a:cubicBezTo>
                      <a:cubicBezTo>
                        <a:pt x="537" y="388"/>
                        <a:pt x="521" y="404"/>
                        <a:pt x="485" y="404"/>
                      </a:cubicBezTo>
                      <a:cubicBezTo>
                        <a:pt x="452" y="420"/>
                        <a:pt x="436" y="420"/>
                        <a:pt x="404" y="441"/>
                      </a:cubicBezTo>
                      <a:cubicBezTo>
                        <a:pt x="351" y="457"/>
                        <a:pt x="303" y="473"/>
                        <a:pt x="267" y="489"/>
                      </a:cubicBezTo>
                      <a:cubicBezTo>
                        <a:pt x="182" y="521"/>
                        <a:pt x="101" y="558"/>
                        <a:pt x="65" y="574"/>
                      </a:cubicBezTo>
                      <a:cubicBezTo>
                        <a:pt x="117" y="558"/>
                        <a:pt x="182" y="542"/>
                        <a:pt x="267" y="505"/>
                      </a:cubicBezTo>
                      <a:cubicBezTo>
                        <a:pt x="319" y="489"/>
                        <a:pt x="351" y="473"/>
                        <a:pt x="404" y="457"/>
                      </a:cubicBezTo>
                      <a:cubicBezTo>
                        <a:pt x="436" y="457"/>
                        <a:pt x="469" y="441"/>
                        <a:pt x="485" y="441"/>
                      </a:cubicBezTo>
                      <a:cubicBezTo>
                        <a:pt x="521" y="420"/>
                        <a:pt x="553" y="420"/>
                        <a:pt x="570" y="420"/>
                      </a:cubicBezTo>
                      <a:cubicBezTo>
                        <a:pt x="707" y="388"/>
                        <a:pt x="824" y="356"/>
                        <a:pt x="957" y="303"/>
                      </a:cubicBezTo>
                      <a:cubicBezTo>
                        <a:pt x="1026" y="287"/>
                        <a:pt x="1091" y="255"/>
                        <a:pt x="1159" y="239"/>
                      </a:cubicBezTo>
                      <a:cubicBezTo>
                        <a:pt x="1228" y="218"/>
                        <a:pt x="1277" y="202"/>
                        <a:pt x="1345" y="186"/>
                      </a:cubicBezTo>
                      <a:cubicBezTo>
                        <a:pt x="1462" y="154"/>
                        <a:pt x="1563" y="117"/>
                        <a:pt x="1648" y="85"/>
                      </a:cubicBezTo>
                      <a:cubicBezTo>
                        <a:pt x="1697" y="69"/>
                        <a:pt x="1733" y="53"/>
                        <a:pt x="1765" y="53"/>
                      </a:cubicBezTo>
                      <a:cubicBezTo>
                        <a:pt x="1798" y="37"/>
                        <a:pt x="1834" y="37"/>
                        <a:pt x="1866" y="16"/>
                      </a:cubicBezTo>
                      <a:cubicBezTo>
                        <a:pt x="1919" y="0"/>
                        <a:pt x="1935" y="0"/>
                        <a:pt x="1935" y="0"/>
                      </a:cubicBezTo>
                      <a:close/>
                      <a:moveTo>
                        <a:pt x="65" y="574"/>
                      </a:moveTo>
                      <a:cubicBezTo>
                        <a:pt x="32" y="574"/>
                        <a:pt x="16" y="574"/>
                        <a:pt x="0" y="590"/>
                      </a:cubicBezTo>
                      <a:cubicBezTo>
                        <a:pt x="16" y="590"/>
                        <a:pt x="32" y="574"/>
                        <a:pt x="65" y="57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4" name="Google Shape;5744;p71">
                  <a:extLst>
                    <a:ext uri="{FF2B5EF4-FFF2-40B4-BE49-F238E27FC236}">
                      <a16:creationId xmlns:a16="http://schemas.microsoft.com/office/drawing/2014/main" id="{57E70B10-F042-131F-450E-4F76B7570F96}"/>
                    </a:ext>
                  </a:extLst>
                </p:cNvPr>
                <p:cNvSpPr/>
                <p:nvPr/>
              </p:nvSpPr>
              <p:spPr>
                <a:xfrm>
                  <a:off x="2439847" y="1606181"/>
                  <a:ext cx="3377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04" extrusionOk="0">
                      <a:moveTo>
                        <a:pt x="17" y="0"/>
                      </a:moveTo>
                      <a:cubicBezTo>
                        <a:pt x="17" y="0"/>
                        <a:pt x="1" y="69"/>
                        <a:pt x="1" y="154"/>
                      </a:cubicBezTo>
                      <a:cubicBezTo>
                        <a:pt x="1" y="239"/>
                        <a:pt x="17" y="303"/>
                        <a:pt x="17" y="303"/>
                      </a:cubicBezTo>
                      <a:cubicBezTo>
                        <a:pt x="17" y="303"/>
                        <a:pt x="33" y="239"/>
                        <a:pt x="33" y="154"/>
                      </a:cubicBezTo>
                      <a:cubicBezTo>
                        <a:pt x="33" y="69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5" name="Google Shape;5745;p71">
                  <a:extLst>
                    <a:ext uri="{FF2B5EF4-FFF2-40B4-BE49-F238E27FC236}">
                      <a16:creationId xmlns:a16="http://schemas.microsoft.com/office/drawing/2014/main" id="{41F20229-5CE7-3C15-AD98-422690B92A91}"/>
                    </a:ext>
                  </a:extLst>
                </p:cNvPr>
                <p:cNvSpPr/>
                <p:nvPr/>
              </p:nvSpPr>
              <p:spPr>
                <a:xfrm>
                  <a:off x="2439847" y="1646308"/>
                  <a:ext cx="3377" cy="138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398" extrusionOk="0">
                      <a:moveTo>
                        <a:pt x="17" y="0"/>
                      </a:moveTo>
                      <a:cubicBezTo>
                        <a:pt x="17" y="37"/>
                        <a:pt x="17" y="85"/>
                        <a:pt x="1" y="154"/>
                      </a:cubicBezTo>
                      <a:lnTo>
                        <a:pt x="1" y="255"/>
                      </a:lnTo>
                      <a:lnTo>
                        <a:pt x="1" y="388"/>
                      </a:lnTo>
                      <a:lnTo>
                        <a:pt x="1" y="521"/>
                      </a:lnTo>
                      <a:cubicBezTo>
                        <a:pt x="17" y="574"/>
                        <a:pt x="1" y="622"/>
                        <a:pt x="1" y="675"/>
                      </a:cubicBezTo>
                      <a:lnTo>
                        <a:pt x="1" y="1180"/>
                      </a:lnTo>
                      <a:cubicBezTo>
                        <a:pt x="1" y="1313"/>
                        <a:pt x="17" y="1398"/>
                        <a:pt x="17" y="1398"/>
                      </a:cubicBezTo>
                      <a:lnTo>
                        <a:pt x="17" y="1180"/>
                      </a:lnTo>
                      <a:cubicBezTo>
                        <a:pt x="33" y="1046"/>
                        <a:pt x="33" y="877"/>
                        <a:pt x="33" y="675"/>
                      </a:cubicBezTo>
                      <a:lnTo>
                        <a:pt x="33" y="521"/>
                      </a:lnTo>
                      <a:lnTo>
                        <a:pt x="33" y="388"/>
                      </a:lnTo>
                      <a:cubicBezTo>
                        <a:pt x="17" y="340"/>
                        <a:pt x="17" y="303"/>
                        <a:pt x="17" y="255"/>
                      </a:cubicBezTo>
                      <a:lnTo>
                        <a:pt x="17" y="154"/>
                      </a:lnTo>
                      <a:cubicBezTo>
                        <a:pt x="33" y="85"/>
                        <a:pt x="33" y="37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6" name="Google Shape;5746;p71">
                  <a:extLst>
                    <a:ext uri="{FF2B5EF4-FFF2-40B4-BE49-F238E27FC236}">
                      <a16:creationId xmlns:a16="http://schemas.microsoft.com/office/drawing/2014/main" id="{764FB422-06B9-3646-B32E-7A6857BB7EC8}"/>
                    </a:ext>
                  </a:extLst>
                </p:cNvPr>
                <p:cNvSpPr/>
                <p:nvPr/>
              </p:nvSpPr>
              <p:spPr>
                <a:xfrm>
                  <a:off x="2075126" y="1693189"/>
                  <a:ext cx="195968" cy="5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" h="522" extrusionOk="0">
                      <a:moveTo>
                        <a:pt x="1972" y="1"/>
                      </a:moveTo>
                      <a:cubicBezTo>
                        <a:pt x="1972" y="1"/>
                        <a:pt x="1956" y="1"/>
                        <a:pt x="1887" y="17"/>
                      </a:cubicBezTo>
                      <a:cubicBezTo>
                        <a:pt x="1835" y="33"/>
                        <a:pt x="1770" y="49"/>
                        <a:pt x="1669" y="86"/>
                      </a:cubicBezTo>
                      <a:cubicBezTo>
                        <a:pt x="1584" y="118"/>
                        <a:pt x="1467" y="134"/>
                        <a:pt x="1350" y="170"/>
                      </a:cubicBezTo>
                      <a:cubicBezTo>
                        <a:pt x="1229" y="203"/>
                        <a:pt x="1096" y="235"/>
                        <a:pt x="946" y="271"/>
                      </a:cubicBezTo>
                      <a:cubicBezTo>
                        <a:pt x="877" y="288"/>
                        <a:pt x="809" y="304"/>
                        <a:pt x="744" y="320"/>
                      </a:cubicBezTo>
                      <a:cubicBezTo>
                        <a:pt x="708" y="336"/>
                        <a:pt x="675" y="336"/>
                        <a:pt x="643" y="352"/>
                      </a:cubicBezTo>
                      <a:cubicBezTo>
                        <a:pt x="607" y="352"/>
                        <a:pt x="574" y="372"/>
                        <a:pt x="542" y="372"/>
                      </a:cubicBezTo>
                      <a:cubicBezTo>
                        <a:pt x="421" y="389"/>
                        <a:pt x="304" y="421"/>
                        <a:pt x="219" y="453"/>
                      </a:cubicBezTo>
                      <a:cubicBezTo>
                        <a:pt x="118" y="490"/>
                        <a:pt x="53" y="506"/>
                        <a:pt x="1" y="522"/>
                      </a:cubicBezTo>
                      <a:cubicBezTo>
                        <a:pt x="53" y="522"/>
                        <a:pt x="118" y="490"/>
                        <a:pt x="219" y="473"/>
                      </a:cubicBezTo>
                      <a:cubicBezTo>
                        <a:pt x="304" y="437"/>
                        <a:pt x="421" y="421"/>
                        <a:pt x="558" y="405"/>
                      </a:cubicBezTo>
                      <a:cubicBezTo>
                        <a:pt x="574" y="389"/>
                        <a:pt x="607" y="389"/>
                        <a:pt x="643" y="372"/>
                      </a:cubicBezTo>
                      <a:cubicBezTo>
                        <a:pt x="675" y="372"/>
                        <a:pt x="708" y="372"/>
                        <a:pt x="744" y="352"/>
                      </a:cubicBezTo>
                      <a:cubicBezTo>
                        <a:pt x="809" y="336"/>
                        <a:pt x="877" y="320"/>
                        <a:pt x="962" y="304"/>
                      </a:cubicBezTo>
                      <a:cubicBezTo>
                        <a:pt x="1096" y="271"/>
                        <a:pt x="1229" y="235"/>
                        <a:pt x="1350" y="203"/>
                      </a:cubicBezTo>
                      <a:cubicBezTo>
                        <a:pt x="1483" y="170"/>
                        <a:pt x="1584" y="134"/>
                        <a:pt x="1685" y="102"/>
                      </a:cubicBezTo>
                      <a:cubicBezTo>
                        <a:pt x="1770" y="70"/>
                        <a:pt x="1835" y="33"/>
                        <a:pt x="1904" y="17"/>
                      </a:cubicBezTo>
                      <a:cubicBezTo>
                        <a:pt x="1956" y="1"/>
                        <a:pt x="1972" y="1"/>
                        <a:pt x="197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7" name="Google Shape;5747;p71">
                  <a:extLst>
                    <a:ext uri="{FF2B5EF4-FFF2-40B4-BE49-F238E27FC236}">
                      <a16:creationId xmlns:a16="http://schemas.microsoft.com/office/drawing/2014/main" id="{44B43ABF-9C69-398A-1638-9F59F53EB7B2}"/>
                    </a:ext>
                  </a:extLst>
                </p:cNvPr>
                <p:cNvSpPr/>
                <p:nvPr/>
              </p:nvSpPr>
              <p:spPr>
                <a:xfrm>
                  <a:off x="2279438" y="1644719"/>
                  <a:ext cx="163787" cy="46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" h="473" extrusionOk="0">
                      <a:moveTo>
                        <a:pt x="1648" y="0"/>
                      </a:moveTo>
                      <a:cubicBezTo>
                        <a:pt x="1632" y="0"/>
                        <a:pt x="1616" y="16"/>
                        <a:pt x="1596" y="16"/>
                      </a:cubicBezTo>
                      <a:cubicBezTo>
                        <a:pt x="1616" y="16"/>
                        <a:pt x="1632" y="16"/>
                        <a:pt x="1648" y="0"/>
                      </a:cubicBezTo>
                      <a:close/>
                      <a:moveTo>
                        <a:pt x="1596" y="16"/>
                      </a:moveTo>
                      <a:cubicBezTo>
                        <a:pt x="1563" y="32"/>
                        <a:pt x="1495" y="32"/>
                        <a:pt x="1414" y="53"/>
                      </a:cubicBezTo>
                      <a:cubicBezTo>
                        <a:pt x="1345" y="69"/>
                        <a:pt x="1244" y="101"/>
                        <a:pt x="1143" y="117"/>
                      </a:cubicBezTo>
                      <a:cubicBezTo>
                        <a:pt x="1091" y="133"/>
                        <a:pt x="1042" y="133"/>
                        <a:pt x="990" y="154"/>
                      </a:cubicBezTo>
                      <a:cubicBezTo>
                        <a:pt x="941" y="170"/>
                        <a:pt x="873" y="186"/>
                        <a:pt x="824" y="202"/>
                      </a:cubicBezTo>
                      <a:cubicBezTo>
                        <a:pt x="707" y="234"/>
                        <a:pt x="586" y="271"/>
                        <a:pt x="505" y="303"/>
                      </a:cubicBezTo>
                      <a:cubicBezTo>
                        <a:pt x="452" y="319"/>
                        <a:pt x="404" y="335"/>
                        <a:pt x="351" y="335"/>
                      </a:cubicBezTo>
                      <a:cubicBezTo>
                        <a:pt x="319" y="356"/>
                        <a:pt x="267" y="372"/>
                        <a:pt x="234" y="388"/>
                      </a:cubicBezTo>
                      <a:cubicBezTo>
                        <a:pt x="166" y="420"/>
                        <a:pt x="101" y="436"/>
                        <a:pt x="65" y="457"/>
                      </a:cubicBezTo>
                      <a:cubicBezTo>
                        <a:pt x="101" y="457"/>
                        <a:pt x="166" y="436"/>
                        <a:pt x="234" y="404"/>
                      </a:cubicBezTo>
                      <a:cubicBezTo>
                        <a:pt x="283" y="388"/>
                        <a:pt x="319" y="372"/>
                        <a:pt x="368" y="372"/>
                      </a:cubicBezTo>
                      <a:cubicBezTo>
                        <a:pt x="404" y="356"/>
                        <a:pt x="452" y="335"/>
                        <a:pt x="505" y="319"/>
                      </a:cubicBezTo>
                      <a:cubicBezTo>
                        <a:pt x="606" y="303"/>
                        <a:pt x="723" y="271"/>
                        <a:pt x="824" y="234"/>
                      </a:cubicBezTo>
                      <a:cubicBezTo>
                        <a:pt x="889" y="218"/>
                        <a:pt x="941" y="202"/>
                        <a:pt x="990" y="186"/>
                      </a:cubicBezTo>
                      <a:cubicBezTo>
                        <a:pt x="1058" y="170"/>
                        <a:pt x="1111" y="154"/>
                        <a:pt x="1159" y="154"/>
                      </a:cubicBezTo>
                      <a:cubicBezTo>
                        <a:pt x="1260" y="117"/>
                        <a:pt x="1345" y="101"/>
                        <a:pt x="1430" y="69"/>
                      </a:cubicBezTo>
                      <a:cubicBezTo>
                        <a:pt x="1495" y="53"/>
                        <a:pt x="1563" y="32"/>
                        <a:pt x="1596" y="16"/>
                      </a:cubicBezTo>
                      <a:close/>
                      <a:moveTo>
                        <a:pt x="16" y="457"/>
                      </a:moveTo>
                      <a:lnTo>
                        <a:pt x="0" y="473"/>
                      </a:lnTo>
                      <a:lnTo>
                        <a:pt x="16" y="473"/>
                      </a:lnTo>
                      <a:lnTo>
                        <a:pt x="32" y="45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8" name="Google Shape;5748;p71">
                  <a:extLst>
                    <a:ext uri="{FF2B5EF4-FFF2-40B4-BE49-F238E27FC236}">
                      <a16:creationId xmlns:a16="http://schemas.microsoft.com/office/drawing/2014/main" id="{4C6A4B30-F97D-3879-FD32-87E91BF41C3B}"/>
                    </a:ext>
                  </a:extLst>
                </p:cNvPr>
                <p:cNvSpPr/>
                <p:nvPr/>
              </p:nvSpPr>
              <p:spPr>
                <a:xfrm>
                  <a:off x="2078801" y="1770266"/>
                  <a:ext cx="212357" cy="3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8" h="385" extrusionOk="0">
                      <a:moveTo>
                        <a:pt x="2137" y="0"/>
                      </a:moveTo>
                      <a:cubicBezTo>
                        <a:pt x="2121" y="0"/>
                        <a:pt x="2068" y="17"/>
                        <a:pt x="2036" y="17"/>
                      </a:cubicBezTo>
                      <a:cubicBezTo>
                        <a:pt x="1984" y="33"/>
                        <a:pt x="1951" y="33"/>
                        <a:pt x="1883" y="33"/>
                      </a:cubicBezTo>
                      <a:cubicBezTo>
                        <a:pt x="1834" y="49"/>
                        <a:pt x="1782" y="49"/>
                        <a:pt x="1717" y="65"/>
                      </a:cubicBezTo>
                      <a:cubicBezTo>
                        <a:pt x="1648" y="65"/>
                        <a:pt x="1580" y="65"/>
                        <a:pt x="1515" y="81"/>
                      </a:cubicBezTo>
                      <a:cubicBezTo>
                        <a:pt x="1446" y="81"/>
                        <a:pt x="1378" y="101"/>
                        <a:pt x="1293" y="118"/>
                      </a:cubicBezTo>
                      <a:cubicBezTo>
                        <a:pt x="1261" y="118"/>
                        <a:pt x="1212" y="118"/>
                        <a:pt x="1176" y="134"/>
                      </a:cubicBezTo>
                      <a:cubicBezTo>
                        <a:pt x="1143" y="134"/>
                        <a:pt x="1091" y="150"/>
                        <a:pt x="1059" y="150"/>
                      </a:cubicBezTo>
                      <a:cubicBezTo>
                        <a:pt x="909" y="182"/>
                        <a:pt x="739" y="219"/>
                        <a:pt x="606" y="251"/>
                      </a:cubicBezTo>
                      <a:cubicBezTo>
                        <a:pt x="469" y="283"/>
                        <a:pt x="352" y="320"/>
                        <a:pt x="234" y="336"/>
                      </a:cubicBezTo>
                      <a:cubicBezTo>
                        <a:pt x="218" y="352"/>
                        <a:pt x="182" y="352"/>
                        <a:pt x="166" y="352"/>
                      </a:cubicBezTo>
                      <a:cubicBezTo>
                        <a:pt x="150" y="352"/>
                        <a:pt x="117" y="368"/>
                        <a:pt x="101" y="368"/>
                      </a:cubicBezTo>
                      <a:cubicBezTo>
                        <a:pt x="65" y="368"/>
                        <a:pt x="16" y="384"/>
                        <a:pt x="0" y="384"/>
                      </a:cubicBezTo>
                      <a:lnTo>
                        <a:pt x="101" y="384"/>
                      </a:lnTo>
                      <a:cubicBezTo>
                        <a:pt x="117" y="368"/>
                        <a:pt x="150" y="368"/>
                        <a:pt x="166" y="368"/>
                      </a:cubicBezTo>
                      <a:cubicBezTo>
                        <a:pt x="202" y="368"/>
                        <a:pt x="218" y="352"/>
                        <a:pt x="251" y="352"/>
                      </a:cubicBezTo>
                      <a:cubicBezTo>
                        <a:pt x="352" y="336"/>
                        <a:pt x="469" y="303"/>
                        <a:pt x="622" y="283"/>
                      </a:cubicBezTo>
                      <a:cubicBezTo>
                        <a:pt x="687" y="267"/>
                        <a:pt x="756" y="251"/>
                        <a:pt x="840" y="235"/>
                      </a:cubicBezTo>
                      <a:cubicBezTo>
                        <a:pt x="909" y="219"/>
                        <a:pt x="990" y="202"/>
                        <a:pt x="1059" y="182"/>
                      </a:cubicBezTo>
                      <a:cubicBezTo>
                        <a:pt x="1111" y="182"/>
                        <a:pt x="1143" y="166"/>
                        <a:pt x="1176" y="166"/>
                      </a:cubicBezTo>
                      <a:cubicBezTo>
                        <a:pt x="1228" y="150"/>
                        <a:pt x="1261" y="150"/>
                        <a:pt x="1293" y="134"/>
                      </a:cubicBezTo>
                      <a:cubicBezTo>
                        <a:pt x="1378" y="134"/>
                        <a:pt x="1446" y="118"/>
                        <a:pt x="1515" y="118"/>
                      </a:cubicBezTo>
                      <a:cubicBezTo>
                        <a:pt x="1596" y="101"/>
                        <a:pt x="1665" y="101"/>
                        <a:pt x="1717" y="81"/>
                      </a:cubicBezTo>
                      <a:cubicBezTo>
                        <a:pt x="1782" y="65"/>
                        <a:pt x="1834" y="65"/>
                        <a:pt x="1899" y="49"/>
                      </a:cubicBezTo>
                      <a:cubicBezTo>
                        <a:pt x="1951" y="49"/>
                        <a:pt x="2000" y="33"/>
                        <a:pt x="2036" y="33"/>
                      </a:cubicBezTo>
                      <a:cubicBezTo>
                        <a:pt x="2068" y="17"/>
                        <a:pt x="2121" y="17"/>
                        <a:pt x="2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49" name="Google Shape;5749;p71">
                  <a:extLst>
                    <a:ext uri="{FF2B5EF4-FFF2-40B4-BE49-F238E27FC236}">
                      <a16:creationId xmlns:a16="http://schemas.microsoft.com/office/drawing/2014/main" id="{DFD373CC-B012-D2F5-1C67-EBBC73381557}"/>
                    </a:ext>
                  </a:extLst>
                </p:cNvPr>
                <p:cNvSpPr/>
                <p:nvPr/>
              </p:nvSpPr>
              <p:spPr>
                <a:xfrm>
                  <a:off x="2305858" y="1741759"/>
                  <a:ext cx="138956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268" extrusionOk="0">
                      <a:moveTo>
                        <a:pt x="1398" y="1"/>
                      </a:moveTo>
                      <a:cubicBezTo>
                        <a:pt x="1398" y="1"/>
                        <a:pt x="1314" y="1"/>
                        <a:pt x="1180" y="17"/>
                      </a:cubicBezTo>
                      <a:cubicBezTo>
                        <a:pt x="1063" y="33"/>
                        <a:pt x="877" y="65"/>
                        <a:pt x="691" y="102"/>
                      </a:cubicBezTo>
                      <a:cubicBezTo>
                        <a:pt x="489" y="134"/>
                        <a:pt x="320" y="166"/>
                        <a:pt x="203" y="203"/>
                      </a:cubicBezTo>
                      <a:cubicBezTo>
                        <a:pt x="69" y="251"/>
                        <a:pt x="1" y="267"/>
                        <a:pt x="1" y="267"/>
                      </a:cubicBezTo>
                      <a:cubicBezTo>
                        <a:pt x="1" y="267"/>
                        <a:pt x="85" y="251"/>
                        <a:pt x="203" y="219"/>
                      </a:cubicBezTo>
                      <a:cubicBezTo>
                        <a:pt x="320" y="203"/>
                        <a:pt x="506" y="166"/>
                        <a:pt x="691" y="134"/>
                      </a:cubicBezTo>
                      <a:cubicBezTo>
                        <a:pt x="893" y="102"/>
                        <a:pt x="1063" y="65"/>
                        <a:pt x="1196" y="33"/>
                      </a:cubicBezTo>
                      <a:cubicBezTo>
                        <a:pt x="1314" y="17"/>
                        <a:pt x="1398" y="1"/>
                        <a:pt x="139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0" name="Google Shape;5750;p71">
                  <a:extLst>
                    <a:ext uri="{FF2B5EF4-FFF2-40B4-BE49-F238E27FC236}">
                      <a16:creationId xmlns:a16="http://schemas.microsoft.com/office/drawing/2014/main" id="{83DD808C-5858-9FF4-1EB2-CAEC0085EBE2}"/>
                    </a:ext>
                  </a:extLst>
                </p:cNvPr>
                <p:cNvSpPr/>
                <p:nvPr/>
              </p:nvSpPr>
              <p:spPr>
                <a:xfrm>
                  <a:off x="2070358" y="1811982"/>
                  <a:ext cx="165376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268" extrusionOk="0">
                      <a:moveTo>
                        <a:pt x="1580" y="1"/>
                      </a:moveTo>
                      <a:cubicBezTo>
                        <a:pt x="1548" y="17"/>
                        <a:pt x="1515" y="17"/>
                        <a:pt x="1463" y="17"/>
                      </a:cubicBezTo>
                      <a:cubicBezTo>
                        <a:pt x="1313" y="33"/>
                        <a:pt x="1095" y="85"/>
                        <a:pt x="857" y="118"/>
                      </a:cubicBezTo>
                      <a:cubicBezTo>
                        <a:pt x="622" y="150"/>
                        <a:pt x="404" y="166"/>
                        <a:pt x="235" y="203"/>
                      </a:cubicBezTo>
                      <a:cubicBezTo>
                        <a:pt x="202" y="219"/>
                        <a:pt x="166" y="219"/>
                        <a:pt x="134" y="235"/>
                      </a:cubicBezTo>
                      <a:cubicBezTo>
                        <a:pt x="101" y="235"/>
                        <a:pt x="85" y="251"/>
                        <a:pt x="49" y="251"/>
                      </a:cubicBezTo>
                      <a:cubicBezTo>
                        <a:pt x="17" y="267"/>
                        <a:pt x="0" y="267"/>
                        <a:pt x="0" y="267"/>
                      </a:cubicBezTo>
                      <a:lnTo>
                        <a:pt x="65" y="267"/>
                      </a:lnTo>
                      <a:cubicBezTo>
                        <a:pt x="85" y="251"/>
                        <a:pt x="101" y="251"/>
                        <a:pt x="134" y="251"/>
                      </a:cubicBezTo>
                      <a:cubicBezTo>
                        <a:pt x="166" y="235"/>
                        <a:pt x="202" y="235"/>
                        <a:pt x="251" y="219"/>
                      </a:cubicBezTo>
                      <a:cubicBezTo>
                        <a:pt x="404" y="203"/>
                        <a:pt x="622" y="166"/>
                        <a:pt x="857" y="150"/>
                      </a:cubicBezTo>
                      <a:cubicBezTo>
                        <a:pt x="1111" y="118"/>
                        <a:pt x="1313" y="65"/>
                        <a:pt x="1479" y="33"/>
                      </a:cubicBezTo>
                      <a:cubicBezTo>
                        <a:pt x="1515" y="33"/>
                        <a:pt x="1548" y="17"/>
                        <a:pt x="1580" y="17"/>
                      </a:cubicBezTo>
                      <a:cubicBezTo>
                        <a:pt x="1616" y="17"/>
                        <a:pt x="1632" y="1"/>
                        <a:pt x="16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1" name="Google Shape;5751;p71">
                  <a:extLst>
                    <a:ext uri="{FF2B5EF4-FFF2-40B4-BE49-F238E27FC236}">
                      <a16:creationId xmlns:a16="http://schemas.microsoft.com/office/drawing/2014/main" id="{97BADF7E-D476-8791-9AD6-0B7143FDFEAE}"/>
                    </a:ext>
                  </a:extLst>
                </p:cNvPr>
                <p:cNvSpPr/>
                <p:nvPr/>
              </p:nvSpPr>
              <p:spPr>
                <a:xfrm>
                  <a:off x="2250931" y="1785065"/>
                  <a:ext cx="193882" cy="2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2" h="272" extrusionOk="0">
                      <a:moveTo>
                        <a:pt x="1951" y="1"/>
                      </a:moveTo>
                      <a:cubicBezTo>
                        <a:pt x="1951" y="1"/>
                        <a:pt x="1834" y="1"/>
                        <a:pt x="1665" y="17"/>
                      </a:cubicBezTo>
                      <a:cubicBezTo>
                        <a:pt x="1479" y="33"/>
                        <a:pt x="1228" y="86"/>
                        <a:pt x="958" y="118"/>
                      </a:cubicBezTo>
                      <a:cubicBezTo>
                        <a:pt x="893" y="134"/>
                        <a:pt x="824" y="134"/>
                        <a:pt x="756" y="154"/>
                      </a:cubicBezTo>
                      <a:cubicBezTo>
                        <a:pt x="691" y="171"/>
                        <a:pt x="638" y="171"/>
                        <a:pt x="570" y="171"/>
                      </a:cubicBezTo>
                      <a:cubicBezTo>
                        <a:pt x="521" y="187"/>
                        <a:pt x="453" y="187"/>
                        <a:pt x="404" y="203"/>
                      </a:cubicBezTo>
                      <a:cubicBezTo>
                        <a:pt x="352" y="203"/>
                        <a:pt x="303" y="219"/>
                        <a:pt x="251" y="219"/>
                      </a:cubicBezTo>
                      <a:cubicBezTo>
                        <a:pt x="166" y="219"/>
                        <a:pt x="101" y="235"/>
                        <a:pt x="49" y="235"/>
                      </a:cubicBezTo>
                      <a:cubicBezTo>
                        <a:pt x="33" y="255"/>
                        <a:pt x="16" y="255"/>
                        <a:pt x="16" y="255"/>
                      </a:cubicBezTo>
                      <a:lnTo>
                        <a:pt x="49" y="255"/>
                      </a:lnTo>
                      <a:cubicBezTo>
                        <a:pt x="101" y="235"/>
                        <a:pt x="166" y="235"/>
                        <a:pt x="267" y="235"/>
                      </a:cubicBezTo>
                      <a:cubicBezTo>
                        <a:pt x="303" y="235"/>
                        <a:pt x="352" y="219"/>
                        <a:pt x="404" y="219"/>
                      </a:cubicBezTo>
                      <a:cubicBezTo>
                        <a:pt x="453" y="219"/>
                        <a:pt x="521" y="203"/>
                        <a:pt x="570" y="203"/>
                      </a:cubicBezTo>
                      <a:cubicBezTo>
                        <a:pt x="638" y="203"/>
                        <a:pt x="707" y="187"/>
                        <a:pt x="756" y="187"/>
                      </a:cubicBezTo>
                      <a:cubicBezTo>
                        <a:pt x="824" y="171"/>
                        <a:pt x="893" y="171"/>
                        <a:pt x="958" y="154"/>
                      </a:cubicBezTo>
                      <a:cubicBezTo>
                        <a:pt x="1244" y="118"/>
                        <a:pt x="1479" y="70"/>
                        <a:pt x="1665" y="33"/>
                      </a:cubicBezTo>
                      <a:cubicBezTo>
                        <a:pt x="1834" y="17"/>
                        <a:pt x="1951" y="1"/>
                        <a:pt x="1951" y="1"/>
                      </a:cubicBezTo>
                      <a:close/>
                      <a:moveTo>
                        <a:pt x="16" y="255"/>
                      </a:moveTo>
                      <a:cubicBezTo>
                        <a:pt x="0" y="255"/>
                        <a:pt x="0" y="255"/>
                        <a:pt x="0" y="272"/>
                      </a:cubicBezTo>
                      <a:cubicBezTo>
                        <a:pt x="0" y="272"/>
                        <a:pt x="0" y="255"/>
                        <a:pt x="16" y="2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2" name="Google Shape;5752;p71">
                  <a:extLst>
                    <a:ext uri="{FF2B5EF4-FFF2-40B4-BE49-F238E27FC236}">
                      <a16:creationId xmlns:a16="http://schemas.microsoft.com/office/drawing/2014/main" id="{FB1589B2-CFFC-74F7-E71D-70E101385694}"/>
                    </a:ext>
                  </a:extLst>
                </p:cNvPr>
                <p:cNvSpPr/>
                <p:nvPr/>
              </p:nvSpPr>
              <p:spPr>
                <a:xfrm>
                  <a:off x="2105221" y="1614623"/>
                  <a:ext cx="5364" cy="88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893" extrusionOk="0">
                      <a:moveTo>
                        <a:pt x="37" y="0"/>
                      </a:moveTo>
                      <a:cubicBezTo>
                        <a:pt x="37" y="0"/>
                        <a:pt x="17" y="53"/>
                        <a:pt x="17" y="133"/>
                      </a:cubicBezTo>
                      <a:lnTo>
                        <a:pt x="17" y="271"/>
                      </a:lnTo>
                      <a:cubicBezTo>
                        <a:pt x="1" y="335"/>
                        <a:pt x="1" y="388"/>
                        <a:pt x="1" y="457"/>
                      </a:cubicBezTo>
                      <a:cubicBezTo>
                        <a:pt x="17" y="574"/>
                        <a:pt x="37" y="675"/>
                        <a:pt x="37" y="760"/>
                      </a:cubicBezTo>
                      <a:cubicBezTo>
                        <a:pt x="37" y="840"/>
                        <a:pt x="53" y="893"/>
                        <a:pt x="53" y="893"/>
                      </a:cubicBezTo>
                      <a:lnTo>
                        <a:pt x="53" y="760"/>
                      </a:lnTo>
                      <a:cubicBezTo>
                        <a:pt x="53" y="675"/>
                        <a:pt x="37" y="574"/>
                        <a:pt x="37" y="457"/>
                      </a:cubicBezTo>
                      <a:lnTo>
                        <a:pt x="37" y="287"/>
                      </a:lnTo>
                      <a:lnTo>
                        <a:pt x="37" y="13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3" name="Google Shape;5753;p71">
                  <a:extLst>
                    <a:ext uri="{FF2B5EF4-FFF2-40B4-BE49-F238E27FC236}">
                      <a16:creationId xmlns:a16="http://schemas.microsoft.com/office/drawing/2014/main" id="{2E018CB1-CE1A-0CA9-730B-2C414D6A4ACE}"/>
                    </a:ext>
                  </a:extLst>
                </p:cNvPr>
                <p:cNvSpPr/>
                <p:nvPr/>
              </p:nvSpPr>
              <p:spPr>
                <a:xfrm>
                  <a:off x="2112075" y="1579661"/>
                  <a:ext cx="83532" cy="35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1" h="353" extrusionOk="0">
                      <a:moveTo>
                        <a:pt x="825" y="1"/>
                      </a:moveTo>
                      <a:cubicBezTo>
                        <a:pt x="792" y="17"/>
                        <a:pt x="756" y="33"/>
                        <a:pt x="724" y="33"/>
                      </a:cubicBezTo>
                      <a:cubicBezTo>
                        <a:pt x="639" y="81"/>
                        <a:pt x="522" y="102"/>
                        <a:pt x="388" y="150"/>
                      </a:cubicBezTo>
                      <a:cubicBezTo>
                        <a:pt x="388" y="166"/>
                        <a:pt x="372" y="166"/>
                        <a:pt x="352" y="166"/>
                      </a:cubicBezTo>
                      <a:cubicBezTo>
                        <a:pt x="336" y="182"/>
                        <a:pt x="320" y="182"/>
                        <a:pt x="303" y="203"/>
                      </a:cubicBezTo>
                      <a:cubicBezTo>
                        <a:pt x="271" y="203"/>
                        <a:pt x="251" y="219"/>
                        <a:pt x="219" y="235"/>
                      </a:cubicBezTo>
                      <a:cubicBezTo>
                        <a:pt x="170" y="267"/>
                        <a:pt x="134" y="283"/>
                        <a:pt x="85" y="320"/>
                      </a:cubicBezTo>
                      <a:cubicBezTo>
                        <a:pt x="49" y="336"/>
                        <a:pt x="17" y="352"/>
                        <a:pt x="0" y="352"/>
                      </a:cubicBezTo>
                      <a:cubicBezTo>
                        <a:pt x="17" y="352"/>
                        <a:pt x="49" y="352"/>
                        <a:pt x="101" y="320"/>
                      </a:cubicBezTo>
                      <a:cubicBezTo>
                        <a:pt x="134" y="304"/>
                        <a:pt x="186" y="283"/>
                        <a:pt x="235" y="251"/>
                      </a:cubicBezTo>
                      <a:cubicBezTo>
                        <a:pt x="251" y="251"/>
                        <a:pt x="287" y="235"/>
                        <a:pt x="320" y="219"/>
                      </a:cubicBezTo>
                      <a:cubicBezTo>
                        <a:pt x="336" y="219"/>
                        <a:pt x="352" y="203"/>
                        <a:pt x="352" y="203"/>
                      </a:cubicBezTo>
                      <a:cubicBezTo>
                        <a:pt x="372" y="203"/>
                        <a:pt x="388" y="182"/>
                        <a:pt x="404" y="182"/>
                      </a:cubicBezTo>
                      <a:cubicBezTo>
                        <a:pt x="538" y="134"/>
                        <a:pt x="639" y="102"/>
                        <a:pt x="724" y="49"/>
                      </a:cubicBezTo>
                      <a:cubicBezTo>
                        <a:pt x="776" y="33"/>
                        <a:pt x="792" y="17"/>
                        <a:pt x="825" y="17"/>
                      </a:cubicBezTo>
                      <a:cubicBezTo>
                        <a:pt x="825" y="1"/>
                        <a:pt x="841" y="1"/>
                        <a:pt x="8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4" name="Google Shape;5754;p71">
                  <a:extLst>
                    <a:ext uri="{FF2B5EF4-FFF2-40B4-BE49-F238E27FC236}">
                      <a16:creationId xmlns:a16="http://schemas.microsoft.com/office/drawing/2014/main" id="{0311576B-8A59-D94F-6624-68FAB2820A43}"/>
                    </a:ext>
                  </a:extLst>
                </p:cNvPr>
                <p:cNvSpPr/>
                <p:nvPr/>
              </p:nvSpPr>
              <p:spPr>
                <a:xfrm>
                  <a:off x="2195508" y="1584528"/>
                  <a:ext cx="3774" cy="93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942" extrusionOk="0">
                      <a:moveTo>
                        <a:pt x="17" y="0"/>
                      </a:moveTo>
                      <a:lnTo>
                        <a:pt x="17" y="101"/>
                      </a:lnTo>
                      <a:cubicBezTo>
                        <a:pt x="17" y="154"/>
                        <a:pt x="17" y="202"/>
                        <a:pt x="1" y="255"/>
                      </a:cubicBezTo>
                      <a:lnTo>
                        <a:pt x="1" y="356"/>
                      </a:lnTo>
                      <a:lnTo>
                        <a:pt x="1" y="457"/>
                      </a:lnTo>
                      <a:lnTo>
                        <a:pt x="1" y="808"/>
                      </a:lnTo>
                      <a:cubicBezTo>
                        <a:pt x="1" y="893"/>
                        <a:pt x="17" y="941"/>
                        <a:pt x="17" y="941"/>
                      </a:cubicBezTo>
                      <a:lnTo>
                        <a:pt x="17" y="808"/>
                      </a:lnTo>
                      <a:cubicBezTo>
                        <a:pt x="37" y="707"/>
                        <a:pt x="37" y="590"/>
                        <a:pt x="37" y="457"/>
                      </a:cubicBezTo>
                      <a:lnTo>
                        <a:pt x="37" y="356"/>
                      </a:lnTo>
                      <a:lnTo>
                        <a:pt x="37" y="255"/>
                      </a:lnTo>
                      <a:lnTo>
                        <a:pt x="37" y="101"/>
                      </a:lnTo>
                      <a:cubicBezTo>
                        <a:pt x="37" y="53"/>
                        <a:pt x="37" y="16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5" name="Google Shape;5755;p71">
                  <a:extLst>
                    <a:ext uri="{FF2B5EF4-FFF2-40B4-BE49-F238E27FC236}">
                      <a16:creationId xmlns:a16="http://schemas.microsoft.com/office/drawing/2014/main" id="{C0550EB7-A449-B36A-C0E0-6BF8F698DDE9}"/>
                    </a:ext>
                  </a:extLst>
                </p:cNvPr>
                <p:cNvSpPr/>
                <p:nvPr/>
              </p:nvSpPr>
              <p:spPr>
                <a:xfrm>
                  <a:off x="2197097" y="1579661"/>
                  <a:ext cx="63965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82" extrusionOk="0">
                      <a:moveTo>
                        <a:pt x="1" y="1"/>
                      </a:moveTo>
                      <a:lnTo>
                        <a:pt x="21" y="17"/>
                      </a:lnTo>
                      <a:cubicBezTo>
                        <a:pt x="37" y="17"/>
                        <a:pt x="70" y="17"/>
                        <a:pt x="102" y="33"/>
                      </a:cubicBezTo>
                      <a:cubicBezTo>
                        <a:pt x="154" y="33"/>
                        <a:pt x="239" y="49"/>
                        <a:pt x="324" y="65"/>
                      </a:cubicBezTo>
                      <a:cubicBezTo>
                        <a:pt x="425" y="81"/>
                        <a:pt x="506" y="81"/>
                        <a:pt x="575" y="81"/>
                      </a:cubicBezTo>
                      <a:lnTo>
                        <a:pt x="643" y="81"/>
                      </a:lnTo>
                      <a:cubicBezTo>
                        <a:pt x="627" y="81"/>
                        <a:pt x="591" y="65"/>
                        <a:pt x="575" y="65"/>
                      </a:cubicBezTo>
                      <a:cubicBezTo>
                        <a:pt x="506" y="49"/>
                        <a:pt x="425" y="49"/>
                        <a:pt x="340" y="33"/>
                      </a:cubicBezTo>
                      <a:cubicBezTo>
                        <a:pt x="239" y="17"/>
                        <a:pt x="154" y="17"/>
                        <a:pt x="102" y="17"/>
                      </a:cubicBezTo>
                      <a:cubicBezTo>
                        <a:pt x="70" y="1"/>
                        <a:pt x="37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6" name="Google Shape;5756;p71">
                  <a:extLst>
                    <a:ext uri="{FF2B5EF4-FFF2-40B4-BE49-F238E27FC236}">
                      <a16:creationId xmlns:a16="http://schemas.microsoft.com/office/drawing/2014/main" id="{7D8F35AD-BB53-53E5-7F8E-CF93EC21DB77}"/>
                    </a:ext>
                  </a:extLst>
                </p:cNvPr>
                <p:cNvSpPr/>
                <p:nvPr/>
              </p:nvSpPr>
              <p:spPr>
                <a:xfrm>
                  <a:off x="2260963" y="1587706"/>
                  <a:ext cx="3278" cy="7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728" extrusionOk="0">
                      <a:moveTo>
                        <a:pt x="16" y="0"/>
                      </a:moveTo>
                      <a:cubicBezTo>
                        <a:pt x="16" y="0"/>
                        <a:pt x="16" y="21"/>
                        <a:pt x="0" y="37"/>
                      </a:cubicBezTo>
                      <a:lnTo>
                        <a:pt x="0" y="122"/>
                      </a:lnTo>
                      <a:lnTo>
                        <a:pt x="0" y="372"/>
                      </a:lnTo>
                      <a:cubicBezTo>
                        <a:pt x="0" y="558"/>
                        <a:pt x="16" y="728"/>
                        <a:pt x="16" y="728"/>
                      </a:cubicBezTo>
                      <a:cubicBezTo>
                        <a:pt x="16" y="728"/>
                        <a:pt x="33" y="558"/>
                        <a:pt x="33" y="372"/>
                      </a:cubicBezTo>
                      <a:cubicBezTo>
                        <a:pt x="33" y="271"/>
                        <a:pt x="16" y="170"/>
                        <a:pt x="16" y="122"/>
                      </a:cubicBezTo>
                      <a:lnTo>
                        <a:pt x="16" y="37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7" name="Google Shape;5757;p71">
                  <a:extLst>
                    <a:ext uri="{FF2B5EF4-FFF2-40B4-BE49-F238E27FC236}">
                      <a16:creationId xmlns:a16="http://schemas.microsoft.com/office/drawing/2014/main" id="{18F9052D-F258-CE37-5141-FA8AE81EDF7C}"/>
                    </a:ext>
                  </a:extLst>
                </p:cNvPr>
                <p:cNvSpPr/>
                <p:nvPr/>
              </p:nvSpPr>
              <p:spPr>
                <a:xfrm>
                  <a:off x="2437861" y="1786753"/>
                  <a:ext cx="3774" cy="15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568" extrusionOk="0">
                      <a:moveTo>
                        <a:pt x="37" y="0"/>
                      </a:moveTo>
                      <a:cubicBezTo>
                        <a:pt x="37" y="16"/>
                        <a:pt x="21" y="36"/>
                        <a:pt x="21" y="53"/>
                      </a:cubicBezTo>
                      <a:lnTo>
                        <a:pt x="21" y="238"/>
                      </a:lnTo>
                      <a:lnTo>
                        <a:pt x="21" y="356"/>
                      </a:lnTo>
                      <a:cubicBezTo>
                        <a:pt x="21" y="388"/>
                        <a:pt x="1" y="440"/>
                        <a:pt x="1" y="489"/>
                      </a:cubicBezTo>
                      <a:lnTo>
                        <a:pt x="1" y="808"/>
                      </a:lnTo>
                      <a:lnTo>
                        <a:pt x="1" y="1398"/>
                      </a:lnTo>
                      <a:lnTo>
                        <a:pt x="1" y="1567"/>
                      </a:lnTo>
                      <a:cubicBezTo>
                        <a:pt x="21" y="1531"/>
                        <a:pt x="21" y="1466"/>
                        <a:pt x="21" y="1398"/>
                      </a:cubicBezTo>
                      <a:cubicBezTo>
                        <a:pt x="21" y="1248"/>
                        <a:pt x="37" y="1046"/>
                        <a:pt x="37" y="808"/>
                      </a:cubicBezTo>
                      <a:lnTo>
                        <a:pt x="37" y="489"/>
                      </a:lnTo>
                      <a:lnTo>
                        <a:pt x="37" y="356"/>
                      </a:lnTo>
                      <a:lnTo>
                        <a:pt x="37" y="238"/>
                      </a:lnTo>
                      <a:cubicBezTo>
                        <a:pt x="21" y="154"/>
                        <a:pt x="21" y="101"/>
                        <a:pt x="37" y="53"/>
                      </a:cubicBez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8" name="Google Shape;5758;p71">
                  <a:extLst>
                    <a:ext uri="{FF2B5EF4-FFF2-40B4-BE49-F238E27FC236}">
                      <a16:creationId xmlns:a16="http://schemas.microsoft.com/office/drawing/2014/main" id="{B2CF4AAA-BE7D-482F-CB3B-3E072F2C2CE8}"/>
                    </a:ext>
                  </a:extLst>
                </p:cNvPr>
                <p:cNvSpPr/>
                <p:nvPr/>
              </p:nvSpPr>
              <p:spPr>
                <a:xfrm>
                  <a:off x="2662137" y="1674814"/>
                  <a:ext cx="3377" cy="8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825" extrusionOk="0">
                      <a:moveTo>
                        <a:pt x="17" y="0"/>
                      </a:moveTo>
                      <a:lnTo>
                        <a:pt x="17" y="117"/>
                      </a:lnTo>
                      <a:cubicBezTo>
                        <a:pt x="1" y="186"/>
                        <a:pt x="1" y="287"/>
                        <a:pt x="1" y="404"/>
                      </a:cubicBezTo>
                      <a:cubicBezTo>
                        <a:pt x="1" y="521"/>
                        <a:pt x="1" y="622"/>
                        <a:pt x="17" y="707"/>
                      </a:cubicBezTo>
                      <a:lnTo>
                        <a:pt x="17" y="759"/>
                      </a:lnTo>
                      <a:lnTo>
                        <a:pt x="17" y="792"/>
                      </a:lnTo>
                      <a:cubicBezTo>
                        <a:pt x="33" y="808"/>
                        <a:pt x="33" y="824"/>
                        <a:pt x="33" y="824"/>
                      </a:cubicBezTo>
                      <a:lnTo>
                        <a:pt x="33" y="792"/>
                      </a:lnTo>
                      <a:lnTo>
                        <a:pt x="33" y="759"/>
                      </a:lnTo>
                      <a:lnTo>
                        <a:pt x="33" y="707"/>
                      </a:lnTo>
                      <a:lnTo>
                        <a:pt x="33" y="404"/>
                      </a:lnTo>
                      <a:lnTo>
                        <a:pt x="33" y="117"/>
                      </a:lnTo>
                      <a:cubicBezTo>
                        <a:pt x="17" y="32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59" name="Google Shape;5759;p71">
                  <a:extLst>
                    <a:ext uri="{FF2B5EF4-FFF2-40B4-BE49-F238E27FC236}">
                      <a16:creationId xmlns:a16="http://schemas.microsoft.com/office/drawing/2014/main" id="{3D545885-CC03-AC09-7155-EA150C27DA09}"/>
                    </a:ext>
                  </a:extLst>
                </p:cNvPr>
                <p:cNvSpPr/>
                <p:nvPr/>
              </p:nvSpPr>
              <p:spPr>
                <a:xfrm>
                  <a:off x="2678625" y="1636276"/>
                  <a:ext cx="3675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05" extrusionOk="0">
                      <a:moveTo>
                        <a:pt x="21" y="0"/>
                      </a:moveTo>
                      <a:cubicBezTo>
                        <a:pt x="21" y="0"/>
                        <a:pt x="0" y="85"/>
                        <a:pt x="0" y="202"/>
                      </a:cubicBezTo>
                      <a:cubicBezTo>
                        <a:pt x="0" y="303"/>
                        <a:pt x="21" y="404"/>
                        <a:pt x="21" y="404"/>
                      </a:cubicBezTo>
                      <a:cubicBezTo>
                        <a:pt x="21" y="404"/>
                        <a:pt x="37" y="303"/>
                        <a:pt x="37" y="202"/>
                      </a:cubicBezTo>
                      <a:cubicBezTo>
                        <a:pt x="37" y="85"/>
                        <a:pt x="21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0" name="Google Shape;5760;p71">
                  <a:extLst>
                    <a:ext uri="{FF2B5EF4-FFF2-40B4-BE49-F238E27FC236}">
                      <a16:creationId xmlns:a16="http://schemas.microsoft.com/office/drawing/2014/main" id="{CA859B44-4D78-0EDB-6052-F9D40BF26DFA}"/>
                    </a:ext>
                  </a:extLst>
                </p:cNvPr>
                <p:cNvSpPr/>
                <p:nvPr/>
              </p:nvSpPr>
              <p:spPr>
                <a:xfrm>
                  <a:off x="2678625" y="1760234"/>
                  <a:ext cx="3675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05" extrusionOk="0">
                      <a:moveTo>
                        <a:pt x="21" y="0"/>
                      </a:moveTo>
                      <a:cubicBezTo>
                        <a:pt x="21" y="0"/>
                        <a:pt x="0" y="101"/>
                        <a:pt x="0" y="202"/>
                      </a:cubicBezTo>
                      <a:cubicBezTo>
                        <a:pt x="0" y="320"/>
                        <a:pt x="21" y="404"/>
                        <a:pt x="21" y="404"/>
                      </a:cubicBezTo>
                      <a:cubicBezTo>
                        <a:pt x="21" y="404"/>
                        <a:pt x="37" y="320"/>
                        <a:pt x="37" y="202"/>
                      </a:cubicBezTo>
                      <a:cubicBezTo>
                        <a:pt x="37" y="101"/>
                        <a:pt x="21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1" name="Google Shape;5761;p71">
                  <a:extLst>
                    <a:ext uri="{FF2B5EF4-FFF2-40B4-BE49-F238E27FC236}">
                      <a16:creationId xmlns:a16="http://schemas.microsoft.com/office/drawing/2014/main" id="{9C45CB5E-D9E5-11A2-CDB1-BBFDC6742CF7}"/>
                    </a:ext>
                  </a:extLst>
                </p:cNvPr>
                <p:cNvSpPr/>
                <p:nvPr/>
              </p:nvSpPr>
              <p:spPr>
                <a:xfrm>
                  <a:off x="2662137" y="1805129"/>
                  <a:ext cx="4966" cy="142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431" extrusionOk="0">
                      <a:moveTo>
                        <a:pt x="33" y="1"/>
                      </a:moveTo>
                      <a:cubicBezTo>
                        <a:pt x="17" y="33"/>
                        <a:pt x="17" y="86"/>
                        <a:pt x="17" y="154"/>
                      </a:cubicBezTo>
                      <a:cubicBezTo>
                        <a:pt x="1" y="219"/>
                        <a:pt x="1" y="304"/>
                        <a:pt x="17" y="389"/>
                      </a:cubicBezTo>
                      <a:lnTo>
                        <a:pt x="17" y="692"/>
                      </a:lnTo>
                      <a:cubicBezTo>
                        <a:pt x="17" y="894"/>
                        <a:pt x="1" y="1079"/>
                        <a:pt x="17" y="1213"/>
                      </a:cubicBezTo>
                      <a:lnTo>
                        <a:pt x="17" y="1431"/>
                      </a:lnTo>
                      <a:cubicBezTo>
                        <a:pt x="17" y="1431"/>
                        <a:pt x="33" y="1346"/>
                        <a:pt x="33" y="1213"/>
                      </a:cubicBezTo>
                      <a:cubicBezTo>
                        <a:pt x="33" y="1079"/>
                        <a:pt x="49" y="894"/>
                        <a:pt x="49" y="692"/>
                      </a:cubicBezTo>
                      <a:cubicBezTo>
                        <a:pt x="49" y="575"/>
                        <a:pt x="49" y="490"/>
                        <a:pt x="33" y="389"/>
                      </a:cubicBezTo>
                      <a:lnTo>
                        <a:pt x="33" y="154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2" name="Google Shape;5762;p71">
                  <a:extLst>
                    <a:ext uri="{FF2B5EF4-FFF2-40B4-BE49-F238E27FC236}">
                      <a16:creationId xmlns:a16="http://schemas.microsoft.com/office/drawing/2014/main" id="{F185EF16-A963-82C4-5911-83415920CC49}"/>
                    </a:ext>
                  </a:extLst>
                </p:cNvPr>
                <p:cNvSpPr/>
                <p:nvPr/>
              </p:nvSpPr>
              <p:spPr>
                <a:xfrm>
                  <a:off x="2071948" y="1942396"/>
                  <a:ext cx="279401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3" h="66" extrusionOk="0">
                      <a:moveTo>
                        <a:pt x="1968" y="0"/>
                      </a:moveTo>
                      <a:cubicBezTo>
                        <a:pt x="1887" y="17"/>
                        <a:pt x="1802" y="17"/>
                        <a:pt x="1701" y="17"/>
                      </a:cubicBezTo>
                      <a:lnTo>
                        <a:pt x="1414" y="17"/>
                      </a:lnTo>
                      <a:cubicBezTo>
                        <a:pt x="1027" y="33"/>
                        <a:pt x="675" y="33"/>
                        <a:pt x="421" y="33"/>
                      </a:cubicBezTo>
                      <a:cubicBezTo>
                        <a:pt x="150" y="49"/>
                        <a:pt x="1" y="49"/>
                        <a:pt x="1" y="49"/>
                      </a:cubicBezTo>
                      <a:lnTo>
                        <a:pt x="421" y="49"/>
                      </a:lnTo>
                      <a:cubicBezTo>
                        <a:pt x="538" y="49"/>
                        <a:pt x="691" y="65"/>
                        <a:pt x="857" y="65"/>
                      </a:cubicBezTo>
                      <a:cubicBezTo>
                        <a:pt x="1043" y="65"/>
                        <a:pt x="1229" y="49"/>
                        <a:pt x="1414" y="49"/>
                      </a:cubicBezTo>
                      <a:lnTo>
                        <a:pt x="1701" y="49"/>
                      </a:lnTo>
                      <a:cubicBezTo>
                        <a:pt x="1802" y="49"/>
                        <a:pt x="1887" y="33"/>
                        <a:pt x="1968" y="33"/>
                      </a:cubicBezTo>
                      <a:cubicBezTo>
                        <a:pt x="2020" y="33"/>
                        <a:pt x="2053" y="33"/>
                        <a:pt x="2105" y="17"/>
                      </a:cubicBezTo>
                      <a:lnTo>
                        <a:pt x="2222" y="17"/>
                      </a:lnTo>
                      <a:cubicBezTo>
                        <a:pt x="2291" y="17"/>
                        <a:pt x="2356" y="17"/>
                        <a:pt x="2424" y="33"/>
                      </a:cubicBezTo>
                      <a:lnTo>
                        <a:pt x="2727" y="33"/>
                      </a:lnTo>
                      <a:cubicBezTo>
                        <a:pt x="2760" y="33"/>
                        <a:pt x="2796" y="17"/>
                        <a:pt x="2812" y="17"/>
                      </a:cubicBezTo>
                      <a:lnTo>
                        <a:pt x="2727" y="17"/>
                      </a:lnTo>
                      <a:cubicBezTo>
                        <a:pt x="2704" y="22"/>
                        <a:pt x="2678" y="24"/>
                        <a:pt x="2648" y="24"/>
                      </a:cubicBezTo>
                      <a:cubicBezTo>
                        <a:pt x="2588" y="24"/>
                        <a:pt x="2513" y="17"/>
                        <a:pt x="2424" y="17"/>
                      </a:cubicBezTo>
                      <a:cubicBezTo>
                        <a:pt x="2356" y="0"/>
                        <a:pt x="2291" y="0"/>
                        <a:pt x="22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3" name="Google Shape;5763;p71">
                  <a:extLst>
                    <a:ext uri="{FF2B5EF4-FFF2-40B4-BE49-F238E27FC236}">
                      <a16:creationId xmlns:a16="http://schemas.microsoft.com/office/drawing/2014/main" id="{823CFC25-2760-EF5F-8C22-250F7F1F4916}"/>
                    </a:ext>
                  </a:extLst>
                </p:cNvPr>
                <p:cNvSpPr/>
                <p:nvPr/>
              </p:nvSpPr>
              <p:spPr>
                <a:xfrm>
                  <a:off x="2366049" y="1945574"/>
                  <a:ext cx="311086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" h="70" extrusionOk="0">
                      <a:moveTo>
                        <a:pt x="1" y="1"/>
                      </a:moveTo>
                      <a:cubicBezTo>
                        <a:pt x="17" y="1"/>
                        <a:pt x="53" y="17"/>
                        <a:pt x="85" y="17"/>
                      </a:cubicBezTo>
                      <a:cubicBezTo>
                        <a:pt x="138" y="17"/>
                        <a:pt x="186" y="1"/>
                        <a:pt x="239" y="1"/>
                      </a:cubicBezTo>
                      <a:close/>
                      <a:moveTo>
                        <a:pt x="239" y="1"/>
                      </a:moveTo>
                      <a:cubicBezTo>
                        <a:pt x="304" y="1"/>
                        <a:pt x="372" y="17"/>
                        <a:pt x="441" y="17"/>
                      </a:cubicBezTo>
                      <a:cubicBezTo>
                        <a:pt x="590" y="17"/>
                        <a:pt x="760" y="33"/>
                        <a:pt x="962" y="33"/>
                      </a:cubicBezTo>
                      <a:cubicBezTo>
                        <a:pt x="1148" y="53"/>
                        <a:pt x="1366" y="53"/>
                        <a:pt x="1584" y="69"/>
                      </a:cubicBezTo>
                      <a:lnTo>
                        <a:pt x="2222" y="69"/>
                      </a:lnTo>
                      <a:cubicBezTo>
                        <a:pt x="2408" y="53"/>
                        <a:pt x="2578" y="53"/>
                        <a:pt x="2727" y="33"/>
                      </a:cubicBezTo>
                      <a:lnTo>
                        <a:pt x="2929" y="33"/>
                      </a:lnTo>
                      <a:cubicBezTo>
                        <a:pt x="2982" y="33"/>
                        <a:pt x="3030" y="33"/>
                        <a:pt x="3083" y="53"/>
                      </a:cubicBezTo>
                      <a:lnTo>
                        <a:pt x="3131" y="53"/>
                      </a:lnTo>
                      <a:cubicBezTo>
                        <a:pt x="3115" y="33"/>
                        <a:pt x="3099" y="33"/>
                        <a:pt x="3083" y="33"/>
                      </a:cubicBezTo>
                      <a:cubicBezTo>
                        <a:pt x="3030" y="33"/>
                        <a:pt x="2982" y="33"/>
                        <a:pt x="2929" y="17"/>
                      </a:cubicBezTo>
                      <a:lnTo>
                        <a:pt x="2727" y="17"/>
                      </a:lnTo>
                      <a:cubicBezTo>
                        <a:pt x="2578" y="33"/>
                        <a:pt x="2408" y="33"/>
                        <a:pt x="2222" y="33"/>
                      </a:cubicBezTo>
                      <a:lnTo>
                        <a:pt x="1584" y="33"/>
                      </a:lnTo>
                      <a:cubicBezTo>
                        <a:pt x="1148" y="17"/>
                        <a:pt x="724" y="1"/>
                        <a:pt x="4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4" name="Google Shape;5764;p71">
                  <a:extLst>
                    <a:ext uri="{FF2B5EF4-FFF2-40B4-BE49-F238E27FC236}">
                      <a16:creationId xmlns:a16="http://schemas.microsoft.com/office/drawing/2014/main" id="{9B534490-57B9-1671-55C3-88817063AD7C}"/>
                    </a:ext>
                  </a:extLst>
                </p:cNvPr>
                <p:cNvSpPr/>
                <p:nvPr/>
              </p:nvSpPr>
              <p:spPr>
                <a:xfrm>
                  <a:off x="2162234" y="1863730"/>
                  <a:ext cx="4867" cy="83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841" extrusionOk="0">
                      <a:moveTo>
                        <a:pt x="33" y="1"/>
                      </a:moveTo>
                      <a:lnTo>
                        <a:pt x="33" y="1"/>
                      </a:lnTo>
                      <a:cubicBezTo>
                        <a:pt x="17" y="17"/>
                        <a:pt x="17" y="17"/>
                        <a:pt x="17" y="33"/>
                      </a:cubicBezTo>
                      <a:cubicBezTo>
                        <a:pt x="33" y="17"/>
                        <a:pt x="33" y="17"/>
                        <a:pt x="33" y="1"/>
                      </a:cubicBezTo>
                      <a:close/>
                      <a:moveTo>
                        <a:pt x="17" y="118"/>
                      </a:moveTo>
                      <a:lnTo>
                        <a:pt x="17" y="118"/>
                      </a:lnTo>
                      <a:cubicBezTo>
                        <a:pt x="0" y="203"/>
                        <a:pt x="17" y="304"/>
                        <a:pt x="33" y="421"/>
                      </a:cubicBezTo>
                      <a:lnTo>
                        <a:pt x="33" y="708"/>
                      </a:lnTo>
                      <a:lnTo>
                        <a:pt x="33" y="841"/>
                      </a:lnTo>
                      <a:cubicBezTo>
                        <a:pt x="33" y="841"/>
                        <a:pt x="33" y="792"/>
                        <a:pt x="49" y="708"/>
                      </a:cubicBezTo>
                      <a:lnTo>
                        <a:pt x="49" y="421"/>
                      </a:lnTo>
                      <a:cubicBezTo>
                        <a:pt x="49" y="304"/>
                        <a:pt x="33" y="203"/>
                        <a:pt x="17" y="1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5" name="Google Shape;5765;p71">
                  <a:extLst>
                    <a:ext uri="{FF2B5EF4-FFF2-40B4-BE49-F238E27FC236}">
                      <a16:creationId xmlns:a16="http://schemas.microsoft.com/office/drawing/2014/main" id="{2F6AAEBB-285F-994A-077E-0DA5B9892101}"/>
                    </a:ext>
                  </a:extLst>
                </p:cNvPr>
                <p:cNvSpPr/>
                <p:nvPr/>
              </p:nvSpPr>
              <p:spPr>
                <a:xfrm>
                  <a:off x="2163823" y="1846944"/>
                  <a:ext cx="143723" cy="16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7" h="170" extrusionOk="0">
                      <a:moveTo>
                        <a:pt x="1398" y="0"/>
                      </a:moveTo>
                      <a:cubicBezTo>
                        <a:pt x="1382" y="0"/>
                        <a:pt x="1346" y="16"/>
                        <a:pt x="1330" y="16"/>
                      </a:cubicBezTo>
                      <a:lnTo>
                        <a:pt x="1398" y="16"/>
                      </a:lnTo>
                      <a:cubicBezTo>
                        <a:pt x="1431" y="0"/>
                        <a:pt x="1447" y="0"/>
                        <a:pt x="1447" y="0"/>
                      </a:cubicBezTo>
                      <a:close/>
                      <a:moveTo>
                        <a:pt x="1245" y="16"/>
                      </a:moveTo>
                      <a:cubicBezTo>
                        <a:pt x="1112" y="36"/>
                        <a:pt x="926" y="36"/>
                        <a:pt x="724" y="69"/>
                      </a:cubicBezTo>
                      <a:cubicBezTo>
                        <a:pt x="623" y="69"/>
                        <a:pt x="522" y="85"/>
                        <a:pt x="437" y="101"/>
                      </a:cubicBezTo>
                      <a:cubicBezTo>
                        <a:pt x="356" y="117"/>
                        <a:pt x="287" y="137"/>
                        <a:pt x="219" y="137"/>
                      </a:cubicBezTo>
                      <a:cubicBezTo>
                        <a:pt x="154" y="154"/>
                        <a:pt x="102" y="154"/>
                        <a:pt x="69" y="154"/>
                      </a:cubicBezTo>
                      <a:cubicBezTo>
                        <a:pt x="17" y="154"/>
                        <a:pt x="1" y="170"/>
                        <a:pt x="1" y="170"/>
                      </a:cubicBezTo>
                      <a:lnTo>
                        <a:pt x="69" y="170"/>
                      </a:lnTo>
                      <a:cubicBezTo>
                        <a:pt x="102" y="170"/>
                        <a:pt x="154" y="170"/>
                        <a:pt x="219" y="154"/>
                      </a:cubicBezTo>
                      <a:cubicBezTo>
                        <a:pt x="287" y="154"/>
                        <a:pt x="356" y="137"/>
                        <a:pt x="457" y="137"/>
                      </a:cubicBezTo>
                      <a:cubicBezTo>
                        <a:pt x="538" y="117"/>
                        <a:pt x="623" y="101"/>
                        <a:pt x="724" y="85"/>
                      </a:cubicBezTo>
                      <a:cubicBezTo>
                        <a:pt x="926" y="69"/>
                        <a:pt x="1112" y="53"/>
                        <a:pt x="1245" y="36"/>
                      </a:cubicBezTo>
                      <a:lnTo>
                        <a:pt x="1281" y="36"/>
                      </a:lnTo>
                      <a:cubicBezTo>
                        <a:pt x="1297" y="36"/>
                        <a:pt x="1313" y="16"/>
                        <a:pt x="1330" y="1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6" name="Google Shape;5766;p71">
                  <a:extLst>
                    <a:ext uri="{FF2B5EF4-FFF2-40B4-BE49-F238E27FC236}">
                      <a16:creationId xmlns:a16="http://schemas.microsoft.com/office/drawing/2014/main" id="{75E44418-FBDF-9259-081D-F2653F31ADE4}"/>
                    </a:ext>
                  </a:extLst>
                </p:cNvPr>
                <p:cNvSpPr/>
                <p:nvPr/>
              </p:nvSpPr>
              <p:spPr>
                <a:xfrm>
                  <a:off x="2305858" y="1848534"/>
                  <a:ext cx="5364" cy="92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930" extrusionOk="0">
                      <a:moveTo>
                        <a:pt x="37" y="0"/>
                      </a:moveTo>
                      <a:cubicBezTo>
                        <a:pt x="37" y="0"/>
                        <a:pt x="17" y="20"/>
                        <a:pt x="17" y="37"/>
                      </a:cubicBezTo>
                      <a:lnTo>
                        <a:pt x="17" y="138"/>
                      </a:lnTo>
                      <a:cubicBezTo>
                        <a:pt x="17" y="222"/>
                        <a:pt x="17" y="340"/>
                        <a:pt x="1" y="457"/>
                      </a:cubicBezTo>
                      <a:lnTo>
                        <a:pt x="1" y="642"/>
                      </a:lnTo>
                      <a:lnTo>
                        <a:pt x="1" y="792"/>
                      </a:lnTo>
                      <a:cubicBezTo>
                        <a:pt x="17" y="828"/>
                        <a:pt x="17" y="861"/>
                        <a:pt x="17" y="877"/>
                      </a:cubicBezTo>
                      <a:cubicBezTo>
                        <a:pt x="17" y="909"/>
                        <a:pt x="37" y="929"/>
                        <a:pt x="37" y="929"/>
                      </a:cubicBezTo>
                      <a:cubicBezTo>
                        <a:pt x="37" y="929"/>
                        <a:pt x="17" y="861"/>
                        <a:pt x="17" y="792"/>
                      </a:cubicBezTo>
                      <a:cubicBezTo>
                        <a:pt x="37" y="743"/>
                        <a:pt x="37" y="691"/>
                        <a:pt x="37" y="642"/>
                      </a:cubicBezTo>
                      <a:lnTo>
                        <a:pt x="37" y="457"/>
                      </a:lnTo>
                      <a:cubicBezTo>
                        <a:pt x="53" y="340"/>
                        <a:pt x="37" y="222"/>
                        <a:pt x="37" y="138"/>
                      </a:cubicBezTo>
                      <a:lnTo>
                        <a:pt x="37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7" name="Google Shape;5767;p71">
                  <a:extLst>
                    <a:ext uri="{FF2B5EF4-FFF2-40B4-BE49-F238E27FC236}">
                      <a16:creationId xmlns:a16="http://schemas.microsoft.com/office/drawing/2014/main" id="{0DE447A5-69E4-5009-43AD-22F7AD15A946}"/>
                    </a:ext>
                  </a:extLst>
                </p:cNvPr>
                <p:cNvSpPr/>
                <p:nvPr/>
              </p:nvSpPr>
              <p:spPr>
                <a:xfrm>
                  <a:off x="2225603" y="1856976"/>
                  <a:ext cx="5364" cy="88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893" extrusionOk="0">
                      <a:moveTo>
                        <a:pt x="37" y="0"/>
                      </a:moveTo>
                      <a:cubicBezTo>
                        <a:pt x="37" y="0"/>
                        <a:pt x="17" y="0"/>
                        <a:pt x="17" y="36"/>
                      </a:cubicBezTo>
                      <a:lnTo>
                        <a:pt x="37" y="0"/>
                      </a:lnTo>
                      <a:close/>
                      <a:moveTo>
                        <a:pt x="17" y="69"/>
                      </a:moveTo>
                      <a:cubicBezTo>
                        <a:pt x="1" y="85"/>
                        <a:pt x="1" y="101"/>
                        <a:pt x="1" y="117"/>
                      </a:cubicBezTo>
                      <a:lnTo>
                        <a:pt x="1" y="186"/>
                      </a:lnTo>
                      <a:lnTo>
                        <a:pt x="1" y="271"/>
                      </a:lnTo>
                      <a:cubicBezTo>
                        <a:pt x="17" y="319"/>
                        <a:pt x="17" y="388"/>
                        <a:pt x="17" y="440"/>
                      </a:cubicBezTo>
                      <a:lnTo>
                        <a:pt x="17" y="521"/>
                      </a:lnTo>
                      <a:lnTo>
                        <a:pt x="17" y="606"/>
                      </a:lnTo>
                      <a:cubicBezTo>
                        <a:pt x="17" y="675"/>
                        <a:pt x="37" y="723"/>
                        <a:pt x="37" y="759"/>
                      </a:cubicBezTo>
                      <a:lnTo>
                        <a:pt x="37" y="893"/>
                      </a:lnTo>
                      <a:cubicBezTo>
                        <a:pt x="37" y="893"/>
                        <a:pt x="37" y="844"/>
                        <a:pt x="53" y="759"/>
                      </a:cubicBezTo>
                      <a:lnTo>
                        <a:pt x="53" y="606"/>
                      </a:lnTo>
                      <a:lnTo>
                        <a:pt x="53" y="521"/>
                      </a:lnTo>
                      <a:lnTo>
                        <a:pt x="53" y="440"/>
                      </a:lnTo>
                      <a:cubicBezTo>
                        <a:pt x="53" y="372"/>
                        <a:pt x="37" y="319"/>
                        <a:pt x="37" y="271"/>
                      </a:cubicBezTo>
                      <a:cubicBezTo>
                        <a:pt x="37" y="238"/>
                        <a:pt x="37" y="218"/>
                        <a:pt x="17" y="186"/>
                      </a:cubicBezTo>
                      <a:lnTo>
                        <a:pt x="17" y="117"/>
                      </a:lnTo>
                      <a:lnTo>
                        <a:pt x="17" y="6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8" name="Google Shape;5768;p71">
                  <a:extLst>
                    <a:ext uri="{FF2B5EF4-FFF2-40B4-BE49-F238E27FC236}">
                      <a16:creationId xmlns:a16="http://schemas.microsoft.com/office/drawing/2014/main" id="{BBFE13E3-FDBF-917B-E54A-5058E1D4DD6A}"/>
                    </a:ext>
                  </a:extLst>
                </p:cNvPr>
                <p:cNvSpPr/>
                <p:nvPr/>
              </p:nvSpPr>
              <p:spPr>
                <a:xfrm>
                  <a:off x="2451568" y="1606181"/>
                  <a:ext cx="232421" cy="28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0" h="288" extrusionOk="0">
                      <a:moveTo>
                        <a:pt x="0" y="0"/>
                      </a:moveTo>
                      <a:cubicBezTo>
                        <a:pt x="49" y="16"/>
                        <a:pt x="150" y="37"/>
                        <a:pt x="250" y="69"/>
                      </a:cubicBezTo>
                      <a:cubicBezTo>
                        <a:pt x="303" y="69"/>
                        <a:pt x="368" y="85"/>
                        <a:pt x="436" y="85"/>
                      </a:cubicBezTo>
                      <a:cubicBezTo>
                        <a:pt x="505" y="101"/>
                        <a:pt x="570" y="117"/>
                        <a:pt x="638" y="117"/>
                      </a:cubicBezTo>
                      <a:cubicBezTo>
                        <a:pt x="792" y="138"/>
                        <a:pt x="941" y="154"/>
                        <a:pt x="1111" y="170"/>
                      </a:cubicBezTo>
                      <a:cubicBezTo>
                        <a:pt x="1277" y="202"/>
                        <a:pt x="1446" y="218"/>
                        <a:pt x="1600" y="218"/>
                      </a:cubicBezTo>
                      <a:cubicBezTo>
                        <a:pt x="1749" y="239"/>
                        <a:pt x="1866" y="255"/>
                        <a:pt x="1984" y="255"/>
                      </a:cubicBezTo>
                      <a:cubicBezTo>
                        <a:pt x="2105" y="255"/>
                        <a:pt x="2185" y="271"/>
                        <a:pt x="2254" y="287"/>
                      </a:cubicBezTo>
                      <a:lnTo>
                        <a:pt x="2339" y="287"/>
                      </a:lnTo>
                      <a:cubicBezTo>
                        <a:pt x="2339" y="287"/>
                        <a:pt x="2307" y="287"/>
                        <a:pt x="2254" y="271"/>
                      </a:cubicBezTo>
                      <a:cubicBezTo>
                        <a:pt x="2185" y="271"/>
                        <a:pt x="2105" y="255"/>
                        <a:pt x="1984" y="239"/>
                      </a:cubicBezTo>
                      <a:cubicBezTo>
                        <a:pt x="1866" y="218"/>
                        <a:pt x="1749" y="218"/>
                        <a:pt x="1600" y="202"/>
                      </a:cubicBezTo>
                      <a:cubicBezTo>
                        <a:pt x="1446" y="186"/>
                        <a:pt x="1297" y="170"/>
                        <a:pt x="1127" y="138"/>
                      </a:cubicBezTo>
                      <a:cubicBezTo>
                        <a:pt x="957" y="117"/>
                        <a:pt x="792" y="101"/>
                        <a:pt x="638" y="85"/>
                      </a:cubicBezTo>
                      <a:cubicBezTo>
                        <a:pt x="570" y="85"/>
                        <a:pt x="505" y="85"/>
                        <a:pt x="436" y="69"/>
                      </a:cubicBezTo>
                      <a:cubicBezTo>
                        <a:pt x="368" y="69"/>
                        <a:pt x="319" y="53"/>
                        <a:pt x="250" y="53"/>
                      </a:cubicBezTo>
                      <a:cubicBezTo>
                        <a:pt x="150" y="37"/>
                        <a:pt x="65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69" name="Google Shape;5769;p71">
                  <a:extLst>
                    <a:ext uri="{FF2B5EF4-FFF2-40B4-BE49-F238E27FC236}">
                      <a16:creationId xmlns:a16="http://schemas.microsoft.com/office/drawing/2014/main" id="{A0694A40-23B3-0C3D-595E-6C3FA93B76ED}"/>
                    </a:ext>
                  </a:extLst>
                </p:cNvPr>
                <p:cNvSpPr/>
                <p:nvPr/>
              </p:nvSpPr>
              <p:spPr>
                <a:xfrm>
                  <a:off x="2451568" y="1646308"/>
                  <a:ext cx="230732" cy="26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" h="271" extrusionOk="0">
                      <a:moveTo>
                        <a:pt x="0" y="0"/>
                      </a:moveTo>
                      <a:cubicBezTo>
                        <a:pt x="32" y="16"/>
                        <a:pt x="65" y="16"/>
                        <a:pt x="117" y="37"/>
                      </a:cubicBezTo>
                      <a:cubicBezTo>
                        <a:pt x="150" y="37"/>
                        <a:pt x="202" y="53"/>
                        <a:pt x="267" y="53"/>
                      </a:cubicBezTo>
                      <a:cubicBezTo>
                        <a:pt x="368" y="69"/>
                        <a:pt x="505" y="101"/>
                        <a:pt x="638" y="117"/>
                      </a:cubicBezTo>
                      <a:cubicBezTo>
                        <a:pt x="792" y="138"/>
                        <a:pt x="957" y="154"/>
                        <a:pt x="1127" y="170"/>
                      </a:cubicBezTo>
                      <a:cubicBezTo>
                        <a:pt x="1297" y="202"/>
                        <a:pt x="1446" y="218"/>
                        <a:pt x="1600" y="239"/>
                      </a:cubicBezTo>
                      <a:cubicBezTo>
                        <a:pt x="1674" y="247"/>
                        <a:pt x="1745" y="247"/>
                        <a:pt x="1810" y="247"/>
                      </a:cubicBezTo>
                      <a:cubicBezTo>
                        <a:pt x="1874" y="247"/>
                        <a:pt x="1933" y="247"/>
                        <a:pt x="1984" y="255"/>
                      </a:cubicBezTo>
                      <a:lnTo>
                        <a:pt x="2254" y="255"/>
                      </a:lnTo>
                      <a:cubicBezTo>
                        <a:pt x="2222" y="239"/>
                        <a:pt x="2185" y="239"/>
                        <a:pt x="2137" y="239"/>
                      </a:cubicBezTo>
                      <a:lnTo>
                        <a:pt x="1984" y="239"/>
                      </a:lnTo>
                      <a:cubicBezTo>
                        <a:pt x="1883" y="218"/>
                        <a:pt x="1749" y="218"/>
                        <a:pt x="1600" y="202"/>
                      </a:cubicBezTo>
                      <a:cubicBezTo>
                        <a:pt x="1446" y="186"/>
                        <a:pt x="1297" y="170"/>
                        <a:pt x="1127" y="138"/>
                      </a:cubicBezTo>
                      <a:cubicBezTo>
                        <a:pt x="957" y="117"/>
                        <a:pt x="792" y="101"/>
                        <a:pt x="654" y="85"/>
                      </a:cubicBezTo>
                      <a:cubicBezTo>
                        <a:pt x="505" y="85"/>
                        <a:pt x="368" y="53"/>
                        <a:pt x="267" y="37"/>
                      </a:cubicBezTo>
                      <a:cubicBezTo>
                        <a:pt x="202" y="37"/>
                        <a:pt x="150" y="16"/>
                        <a:pt x="117" y="16"/>
                      </a:cubicBezTo>
                      <a:cubicBezTo>
                        <a:pt x="65" y="16"/>
                        <a:pt x="32" y="0"/>
                        <a:pt x="0" y="0"/>
                      </a:cubicBezTo>
                      <a:close/>
                      <a:moveTo>
                        <a:pt x="2254" y="255"/>
                      </a:moveTo>
                      <a:cubicBezTo>
                        <a:pt x="2286" y="255"/>
                        <a:pt x="2307" y="271"/>
                        <a:pt x="2323" y="271"/>
                      </a:cubicBezTo>
                      <a:cubicBezTo>
                        <a:pt x="2307" y="255"/>
                        <a:pt x="2286" y="255"/>
                        <a:pt x="2254" y="2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0" name="Google Shape;5770;p71">
                  <a:extLst>
                    <a:ext uri="{FF2B5EF4-FFF2-40B4-BE49-F238E27FC236}">
                      <a16:creationId xmlns:a16="http://schemas.microsoft.com/office/drawing/2014/main" id="{93DC0310-C3C0-0555-31DE-096384BD0A81}"/>
                    </a:ext>
                  </a:extLst>
                </p:cNvPr>
                <p:cNvSpPr/>
                <p:nvPr/>
              </p:nvSpPr>
              <p:spPr>
                <a:xfrm>
                  <a:off x="2441536" y="1743348"/>
                  <a:ext cx="240764" cy="18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4" h="187" extrusionOk="0">
                      <a:moveTo>
                        <a:pt x="0" y="1"/>
                      </a:moveTo>
                      <a:cubicBezTo>
                        <a:pt x="0" y="1"/>
                        <a:pt x="133" y="1"/>
                        <a:pt x="351" y="17"/>
                      </a:cubicBezTo>
                      <a:lnTo>
                        <a:pt x="537" y="17"/>
                      </a:lnTo>
                      <a:cubicBezTo>
                        <a:pt x="606" y="33"/>
                        <a:pt x="671" y="33"/>
                        <a:pt x="739" y="33"/>
                      </a:cubicBezTo>
                      <a:cubicBezTo>
                        <a:pt x="824" y="33"/>
                        <a:pt x="893" y="49"/>
                        <a:pt x="974" y="69"/>
                      </a:cubicBezTo>
                      <a:cubicBezTo>
                        <a:pt x="1058" y="69"/>
                        <a:pt x="1143" y="69"/>
                        <a:pt x="1228" y="86"/>
                      </a:cubicBezTo>
                      <a:cubicBezTo>
                        <a:pt x="1398" y="102"/>
                        <a:pt x="1547" y="134"/>
                        <a:pt x="1701" y="150"/>
                      </a:cubicBezTo>
                      <a:cubicBezTo>
                        <a:pt x="1850" y="170"/>
                        <a:pt x="1984" y="170"/>
                        <a:pt x="2085" y="170"/>
                      </a:cubicBezTo>
                      <a:lnTo>
                        <a:pt x="2355" y="170"/>
                      </a:lnTo>
                      <a:cubicBezTo>
                        <a:pt x="2286" y="170"/>
                        <a:pt x="2206" y="170"/>
                        <a:pt x="2085" y="150"/>
                      </a:cubicBezTo>
                      <a:cubicBezTo>
                        <a:pt x="1984" y="150"/>
                        <a:pt x="1850" y="134"/>
                        <a:pt x="1701" y="118"/>
                      </a:cubicBezTo>
                      <a:cubicBezTo>
                        <a:pt x="1563" y="102"/>
                        <a:pt x="1398" y="69"/>
                        <a:pt x="1228" y="49"/>
                      </a:cubicBezTo>
                      <a:cubicBezTo>
                        <a:pt x="1143" y="49"/>
                        <a:pt x="1058" y="33"/>
                        <a:pt x="974" y="33"/>
                      </a:cubicBezTo>
                      <a:cubicBezTo>
                        <a:pt x="909" y="17"/>
                        <a:pt x="824" y="17"/>
                        <a:pt x="755" y="17"/>
                      </a:cubicBezTo>
                      <a:cubicBezTo>
                        <a:pt x="671" y="1"/>
                        <a:pt x="606" y="1"/>
                        <a:pt x="537" y="1"/>
                      </a:cubicBezTo>
                      <a:close/>
                      <a:moveTo>
                        <a:pt x="2355" y="170"/>
                      </a:moveTo>
                      <a:cubicBezTo>
                        <a:pt x="2387" y="187"/>
                        <a:pt x="2408" y="187"/>
                        <a:pt x="2424" y="187"/>
                      </a:cubicBezTo>
                      <a:cubicBezTo>
                        <a:pt x="2408" y="187"/>
                        <a:pt x="2387" y="170"/>
                        <a:pt x="2355" y="1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1" name="Google Shape;5771;p71">
                  <a:extLst>
                    <a:ext uri="{FF2B5EF4-FFF2-40B4-BE49-F238E27FC236}">
                      <a16:creationId xmlns:a16="http://schemas.microsoft.com/office/drawing/2014/main" id="{BAFAB632-971A-94EC-BB2C-F4E3A127C9EE}"/>
                    </a:ext>
                  </a:extLst>
                </p:cNvPr>
                <p:cNvSpPr/>
                <p:nvPr/>
              </p:nvSpPr>
              <p:spPr>
                <a:xfrm>
                  <a:off x="2441536" y="1786753"/>
                  <a:ext cx="240764" cy="13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4" h="138" extrusionOk="0">
                      <a:moveTo>
                        <a:pt x="0" y="0"/>
                      </a:moveTo>
                      <a:cubicBezTo>
                        <a:pt x="16" y="0"/>
                        <a:pt x="49" y="16"/>
                        <a:pt x="65" y="16"/>
                      </a:cubicBezTo>
                      <a:cubicBezTo>
                        <a:pt x="49" y="0"/>
                        <a:pt x="16" y="0"/>
                        <a:pt x="0" y="0"/>
                      </a:cubicBezTo>
                      <a:close/>
                      <a:moveTo>
                        <a:pt x="186" y="16"/>
                      </a:moveTo>
                      <a:cubicBezTo>
                        <a:pt x="234" y="16"/>
                        <a:pt x="287" y="16"/>
                        <a:pt x="335" y="36"/>
                      </a:cubicBezTo>
                      <a:lnTo>
                        <a:pt x="420" y="36"/>
                      </a:lnTo>
                      <a:cubicBezTo>
                        <a:pt x="436" y="36"/>
                        <a:pt x="452" y="53"/>
                        <a:pt x="469" y="53"/>
                      </a:cubicBezTo>
                      <a:lnTo>
                        <a:pt x="957" y="53"/>
                      </a:lnTo>
                      <a:cubicBezTo>
                        <a:pt x="1026" y="53"/>
                        <a:pt x="1111" y="69"/>
                        <a:pt x="1196" y="69"/>
                      </a:cubicBezTo>
                      <a:cubicBezTo>
                        <a:pt x="1277" y="69"/>
                        <a:pt x="1361" y="85"/>
                        <a:pt x="1446" y="85"/>
                      </a:cubicBezTo>
                      <a:cubicBezTo>
                        <a:pt x="1515" y="85"/>
                        <a:pt x="1600" y="101"/>
                        <a:pt x="1664" y="101"/>
                      </a:cubicBezTo>
                      <a:cubicBezTo>
                        <a:pt x="1818" y="101"/>
                        <a:pt x="1951" y="117"/>
                        <a:pt x="2052" y="117"/>
                      </a:cubicBezTo>
                      <a:cubicBezTo>
                        <a:pt x="2121" y="117"/>
                        <a:pt x="2169" y="117"/>
                        <a:pt x="2206" y="137"/>
                      </a:cubicBezTo>
                      <a:lnTo>
                        <a:pt x="2424" y="137"/>
                      </a:lnTo>
                      <a:cubicBezTo>
                        <a:pt x="2424" y="137"/>
                        <a:pt x="2387" y="137"/>
                        <a:pt x="2323" y="117"/>
                      </a:cubicBezTo>
                      <a:lnTo>
                        <a:pt x="2206" y="117"/>
                      </a:lnTo>
                      <a:cubicBezTo>
                        <a:pt x="2169" y="117"/>
                        <a:pt x="2121" y="117"/>
                        <a:pt x="2052" y="101"/>
                      </a:cubicBezTo>
                      <a:cubicBezTo>
                        <a:pt x="1951" y="101"/>
                        <a:pt x="1818" y="85"/>
                        <a:pt x="1664" y="69"/>
                      </a:cubicBezTo>
                      <a:cubicBezTo>
                        <a:pt x="1600" y="69"/>
                        <a:pt x="1531" y="53"/>
                        <a:pt x="1446" y="53"/>
                      </a:cubicBezTo>
                      <a:cubicBezTo>
                        <a:pt x="1361" y="53"/>
                        <a:pt x="1277" y="36"/>
                        <a:pt x="1196" y="36"/>
                      </a:cubicBezTo>
                      <a:cubicBezTo>
                        <a:pt x="1111" y="36"/>
                        <a:pt x="1026" y="16"/>
                        <a:pt x="957" y="1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2" name="Google Shape;5772;p71">
                  <a:extLst>
                    <a:ext uri="{FF2B5EF4-FFF2-40B4-BE49-F238E27FC236}">
                      <a16:creationId xmlns:a16="http://schemas.microsoft.com/office/drawing/2014/main" id="{00F7DD2F-8D0C-580B-710D-4DD7217453A0}"/>
                    </a:ext>
                  </a:extLst>
                </p:cNvPr>
                <p:cNvSpPr/>
                <p:nvPr/>
              </p:nvSpPr>
              <p:spPr>
                <a:xfrm>
                  <a:off x="2259374" y="1579661"/>
                  <a:ext cx="4867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268" extrusionOk="0">
                      <a:moveTo>
                        <a:pt x="32" y="1"/>
                      </a:moveTo>
                      <a:cubicBezTo>
                        <a:pt x="32" y="1"/>
                        <a:pt x="16" y="65"/>
                        <a:pt x="16" y="150"/>
                      </a:cubicBezTo>
                      <a:cubicBezTo>
                        <a:pt x="0" y="203"/>
                        <a:pt x="16" y="235"/>
                        <a:pt x="16" y="251"/>
                      </a:cubicBezTo>
                      <a:lnTo>
                        <a:pt x="16" y="267"/>
                      </a:lnTo>
                      <a:cubicBezTo>
                        <a:pt x="32" y="235"/>
                        <a:pt x="32" y="203"/>
                        <a:pt x="49" y="150"/>
                      </a:cubicBezTo>
                      <a:cubicBezTo>
                        <a:pt x="49" y="65"/>
                        <a:pt x="32" y="1"/>
                        <a:pt x="3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3" name="Google Shape;5773;p71">
                  <a:extLst>
                    <a:ext uri="{FF2B5EF4-FFF2-40B4-BE49-F238E27FC236}">
                      <a16:creationId xmlns:a16="http://schemas.microsoft.com/office/drawing/2014/main" id="{38A90723-2AF6-66CF-554E-8CA116025801}"/>
                    </a:ext>
                  </a:extLst>
                </p:cNvPr>
                <p:cNvSpPr/>
                <p:nvPr/>
              </p:nvSpPr>
              <p:spPr>
                <a:xfrm>
                  <a:off x="2252520" y="1532680"/>
                  <a:ext cx="4867" cy="48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490" extrusionOk="0">
                      <a:moveTo>
                        <a:pt x="17" y="1"/>
                      </a:moveTo>
                      <a:lnTo>
                        <a:pt x="17" y="70"/>
                      </a:lnTo>
                      <a:cubicBezTo>
                        <a:pt x="17" y="118"/>
                        <a:pt x="0" y="187"/>
                        <a:pt x="17" y="251"/>
                      </a:cubicBezTo>
                      <a:lnTo>
                        <a:pt x="17" y="437"/>
                      </a:lnTo>
                      <a:lnTo>
                        <a:pt x="17" y="490"/>
                      </a:lnTo>
                      <a:cubicBezTo>
                        <a:pt x="17" y="490"/>
                        <a:pt x="17" y="453"/>
                        <a:pt x="33" y="437"/>
                      </a:cubicBezTo>
                      <a:cubicBezTo>
                        <a:pt x="33" y="389"/>
                        <a:pt x="49" y="320"/>
                        <a:pt x="33" y="251"/>
                      </a:cubicBezTo>
                      <a:lnTo>
                        <a:pt x="33" y="70"/>
                      </a:lnTo>
                      <a:cubicBezTo>
                        <a:pt x="33" y="33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4" name="Google Shape;5774;p71">
                  <a:extLst>
                    <a:ext uri="{FF2B5EF4-FFF2-40B4-BE49-F238E27FC236}">
                      <a16:creationId xmlns:a16="http://schemas.microsoft.com/office/drawing/2014/main" id="{15B2D8ED-8E0D-B1EC-5028-2A317A85A911}"/>
                    </a:ext>
                  </a:extLst>
                </p:cNvPr>
                <p:cNvSpPr/>
                <p:nvPr/>
              </p:nvSpPr>
              <p:spPr>
                <a:xfrm>
                  <a:off x="2265731" y="1457292"/>
                  <a:ext cx="311086" cy="12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" h="1213" extrusionOk="0">
                      <a:moveTo>
                        <a:pt x="3131" y="1"/>
                      </a:moveTo>
                      <a:cubicBezTo>
                        <a:pt x="3047" y="37"/>
                        <a:pt x="2913" y="69"/>
                        <a:pt x="2764" y="138"/>
                      </a:cubicBezTo>
                      <a:cubicBezTo>
                        <a:pt x="2929" y="85"/>
                        <a:pt x="3047" y="37"/>
                        <a:pt x="3131" y="1"/>
                      </a:cubicBezTo>
                      <a:close/>
                      <a:moveTo>
                        <a:pt x="2764" y="138"/>
                      </a:moveTo>
                      <a:lnTo>
                        <a:pt x="2764" y="138"/>
                      </a:lnTo>
                      <a:cubicBezTo>
                        <a:pt x="2441" y="239"/>
                        <a:pt x="2004" y="372"/>
                        <a:pt x="1552" y="558"/>
                      </a:cubicBezTo>
                      <a:cubicBezTo>
                        <a:pt x="1483" y="590"/>
                        <a:pt x="1431" y="606"/>
                        <a:pt x="1382" y="643"/>
                      </a:cubicBezTo>
                      <a:cubicBezTo>
                        <a:pt x="1314" y="659"/>
                        <a:pt x="1265" y="675"/>
                        <a:pt x="1213" y="707"/>
                      </a:cubicBezTo>
                      <a:cubicBezTo>
                        <a:pt x="1148" y="728"/>
                        <a:pt x="1095" y="760"/>
                        <a:pt x="1047" y="776"/>
                      </a:cubicBezTo>
                      <a:cubicBezTo>
                        <a:pt x="1027" y="792"/>
                        <a:pt x="994" y="792"/>
                        <a:pt x="978" y="808"/>
                      </a:cubicBezTo>
                      <a:cubicBezTo>
                        <a:pt x="946" y="829"/>
                        <a:pt x="910" y="829"/>
                        <a:pt x="893" y="845"/>
                      </a:cubicBezTo>
                      <a:cubicBezTo>
                        <a:pt x="792" y="877"/>
                        <a:pt x="691" y="909"/>
                        <a:pt x="607" y="962"/>
                      </a:cubicBezTo>
                      <a:cubicBezTo>
                        <a:pt x="506" y="994"/>
                        <a:pt x="421" y="1010"/>
                        <a:pt x="356" y="1047"/>
                      </a:cubicBezTo>
                      <a:cubicBezTo>
                        <a:pt x="441" y="1031"/>
                        <a:pt x="522" y="1010"/>
                        <a:pt x="607" y="978"/>
                      </a:cubicBezTo>
                      <a:cubicBezTo>
                        <a:pt x="708" y="946"/>
                        <a:pt x="792" y="909"/>
                        <a:pt x="910" y="861"/>
                      </a:cubicBezTo>
                      <a:cubicBezTo>
                        <a:pt x="1112" y="792"/>
                        <a:pt x="1330" y="691"/>
                        <a:pt x="1568" y="590"/>
                      </a:cubicBezTo>
                      <a:cubicBezTo>
                        <a:pt x="2021" y="404"/>
                        <a:pt x="2461" y="255"/>
                        <a:pt x="2764" y="138"/>
                      </a:cubicBezTo>
                      <a:close/>
                      <a:moveTo>
                        <a:pt x="356" y="1047"/>
                      </a:moveTo>
                      <a:cubicBezTo>
                        <a:pt x="304" y="1047"/>
                        <a:pt x="271" y="1063"/>
                        <a:pt x="239" y="1079"/>
                      </a:cubicBezTo>
                      <a:cubicBezTo>
                        <a:pt x="203" y="1095"/>
                        <a:pt x="170" y="1111"/>
                        <a:pt x="138" y="1132"/>
                      </a:cubicBezTo>
                      <a:cubicBezTo>
                        <a:pt x="86" y="1148"/>
                        <a:pt x="37" y="1180"/>
                        <a:pt x="1" y="1212"/>
                      </a:cubicBezTo>
                      <a:cubicBezTo>
                        <a:pt x="37" y="1180"/>
                        <a:pt x="86" y="1164"/>
                        <a:pt x="154" y="1132"/>
                      </a:cubicBezTo>
                      <a:cubicBezTo>
                        <a:pt x="170" y="1111"/>
                        <a:pt x="203" y="1095"/>
                        <a:pt x="239" y="1095"/>
                      </a:cubicBezTo>
                      <a:cubicBezTo>
                        <a:pt x="271" y="1079"/>
                        <a:pt x="320" y="1063"/>
                        <a:pt x="356" y="10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5" name="Google Shape;5775;p71">
                  <a:extLst>
                    <a:ext uri="{FF2B5EF4-FFF2-40B4-BE49-F238E27FC236}">
                      <a16:creationId xmlns:a16="http://schemas.microsoft.com/office/drawing/2014/main" id="{88D7F439-E7BB-C2AA-9046-A860D4CCEAA1}"/>
                    </a:ext>
                  </a:extLst>
                </p:cNvPr>
                <p:cNvSpPr/>
                <p:nvPr/>
              </p:nvSpPr>
              <p:spPr>
                <a:xfrm>
                  <a:off x="2585160" y="1387070"/>
                  <a:ext cx="3278" cy="65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660" extrusionOk="0">
                      <a:moveTo>
                        <a:pt x="33" y="1"/>
                      </a:moveTo>
                      <a:cubicBezTo>
                        <a:pt x="33" y="1"/>
                        <a:pt x="33" y="53"/>
                        <a:pt x="16" y="102"/>
                      </a:cubicBezTo>
                      <a:cubicBezTo>
                        <a:pt x="16" y="170"/>
                        <a:pt x="0" y="239"/>
                        <a:pt x="0" y="340"/>
                      </a:cubicBezTo>
                      <a:lnTo>
                        <a:pt x="0" y="558"/>
                      </a:lnTo>
                      <a:cubicBezTo>
                        <a:pt x="16" y="590"/>
                        <a:pt x="16" y="627"/>
                        <a:pt x="16" y="627"/>
                      </a:cubicBezTo>
                      <a:lnTo>
                        <a:pt x="16" y="558"/>
                      </a:lnTo>
                      <a:cubicBezTo>
                        <a:pt x="16" y="506"/>
                        <a:pt x="33" y="425"/>
                        <a:pt x="33" y="340"/>
                      </a:cubicBezTo>
                      <a:lnTo>
                        <a:pt x="33" y="102"/>
                      </a:lnTo>
                      <a:lnTo>
                        <a:pt x="33" y="37"/>
                      </a:lnTo>
                      <a:lnTo>
                        <a:pt x="33" y="1"/>
                      </a:lnTo>
                      <a:close/>
                      <a:moveTo>
                        <a:pt x="16" y="627"/>
                      </a:moveTo>
                      <a:cubicBezTo>
                        <a:pt x="16" y="643"/>
                        <a:pt x="33" y="659"/>
                        <a:pt x="33" y="659"/>
                      </a:cubicBezTo>
                      <a:cubicBezTo>
                        <a:pt x="33" y="659"/>
                        <a:pt x="33" y="643"/>
                        <a:pt x="16" y="6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6" name="Google Shape;5776;p71">
                  <a:extLst>
                    <a:ext uri="{FF2B5EF4-FFF2-40B4-BE49-F238E27FC236}">
                      <a16:creationId xmlns:a16="http://schemas.microsoft.com/office/drawing/2014/main" id="{9AB64187-6E52-FF5F-7737-FBACDD949439}"/>
                    </a:ext>
                  </a:extLst>
                </p:cNvPr>
                <p:cNvSpPr/>
                <p:nvPr/>
              </p:nvSpPr>
              <p:spPr>
                <a:xfrm>
                  <a:off x="2590325" y="1454114"/>
                  <a:ext cx="118495" cy="25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" h="255" extrusionOk="0">
                      <a:moveTo>
                        <a:pt x="1" y="0"/>
                      </a:moveTo>
                      <a:cubicBezTo>
                        <a:pt x="17" y="0"/>
                        <a:pt x="17" y="0"/>
                        <a:pt x="33" y="16"/>
                      </a:cubicBezTo>
                      <a:cubicBezTo>
                        <a:pt x="65" y="16"/>
                        <a:pt x="118" y="32"/>
                        <a:pt x="166" y="32"/>
                      </a:cubicBezTo>
                      <a:cubicBezTo>
                        <a:pt x="203" y="53"/>
                        <a:pt x="219" y="53"/>
                        <a:pt x="251" y="53"/>
                      </a:cubicBezTo>
                      <a:cubicBezTo>
                        <a:pt x="284" y="69"/>
                        <a:pt x="320" y="69"/>
                        <a:pt x="352" y="85"/>
                      </a:cubicBezTo>
                      <a:cubicBezTo>
                        <a:pt x="421" y="101"/>
                        <a:pt x="506" y="117"/>
                        <a:pt x="587" y="117"/>
                      </a:cubicBezTo>
                      <a:cubicBezTo>
                        <a:pt x="756" y="154"/>
                        <a:pt x="910" y="202"/>
                        <a:pt x="1011" y="218"/>
                      </a:cubicBezTo>
                      <a:cubicBezTo>
                        <a:pt x="1027" y="218"/>
                        <a:pt x="1043" y="218"/>
                        <a:pt x="1059" y="234"/>
                      </a:cubicBezTo>
                      <a:lnTo>
                        <a:pt x="1144" y="234"/>
                      </a:lnTo>
                      <a:cubicBezTo>
                        <a:pt x="1128" y="234"/>
                        <a:pt x="1112" y="234"/>
                        <a:pt x="1091" y="218"/>
                      </a:cubicBezTo>
                      <a:lnTo>
                        <a:pt x="1059" y="218"/>
                      </a:lnTo>
                      <a:cubicBezTo>
                        <a:pt x="1043" y="218"/>
                        <a:pt x="1027" y="202"/>
                        <a:pt x="1027" y="202"/>
                      </a:cubicBezTo>
                      <a:cubicBezTo>
                        <a:pt x="910" y="170"/>
                        <a:pt x="772" y="133"/>
                        <a:pt x="607" y="101"/>
                      </a:cubicBezTo>
                      <a:cubicBezTo>
                        <a:pt x="554" y="85"/>
                        <a:pt x="522" y="85"/>
                        <a:pt x="469" y="69"/>
                      </a:cubicBezTo>
                      <a:cubicBezTo>
                        <a:pt x="437" y="69"/>
                        <a:pt x="405" y="69"/>
                        <a:pt x="368" y="53"/>
                      </a:cubicBezTo>
                      <a:cubicBezTo>
                        <a:pt x="320" y="53"/>
                        <a:pt x="284" y="32"/>
                        <a:pt x="251" y="32"/>
                      </a:cubicBezTo>
                      <a:cubicBezTo>
                        <a:pt x="235" y="32"/>
                        <a:pt x="203" y="32"/>
                        <a:pt x="166" y="16"/>
                      </a:cubicBezTo>
                      <a:cubicBezTo>
                        <a:pt x="118" y="16"/>
                        <a:pt x="65" y="16"/>
                        <a:pt x="33" y="0"/>
                      </a:cubicBezTo>
                      <a:close/>
                      <a:moveTo>
                        <a:pt x="1144" y="234"/>
                      </a:moveTo>
                      <a:cubicBezTo>
                        <a:pt x="1176" y="255"/>
                        <a:pt x="1192" y="255"/>
                        <a:pt x="1192" y="255"/>
                      </a:cubicBezTo>
                      <a:cubicBezTo>
                        <a:pt x="1192" y="255"/>
                        <a:pt x="1176" y="234"/>
                        <a:pt x="1144" y="2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7" name="Google Shape;5777;p71">
                  <a:extLst>
                    <a:ext uri="{FF2B5EF4-FFF2-40B4-BE49-F238E27FC236}">
                      <a16:creationId xmlns:a16="http://schemas.microsoft.com/office/drawing/2014/main" id="{192B7611-9D4B-E4A2-8DAD-DD326ECFB804}"/>
                    </a:ext>
                  </a:extLst>
                </p:cNvPr>
                <p:cNvSpPr/>
                <p:nvPr/>
              </p:nvSpPr>
              <p:spPr>
                <a:xfrm>
                  <a:off x="2254110" y="1393923"/>
                  <a:ext cx="326283" cy="142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5" h="1431" extrusionOk="0">
                      <a:moveTo>
                        <a:pt x="3285" y="0"/>
                      </a:moveTo>
                      <a:cubicBezTo>
                        <a:pt x="3248" y="0"/>
                        <a:pt x="3232" y="16"/>
                        <a:pt x="3200" y="16"/>
                      </a:cubicBezTo>
                      <a:cubicBezTo>
                        <a:pt x="3232" y="16"/>
                        <a:pt x="3265" y="0"/>
                        <a:pt x="3285" y="0"/>
                      </a:cubicBezTo>
                      <a:close/>
                      <a:moveTo>
                        <a:pt x="3200" y="16"/>
                      </a:moveTo>
                      <a:cubicBezTo>
                        <a:pt x="3184" y="16"/>
                        <a:pt x="3184" y="16"/>
                        <a:pt x="3164" y="33"/>
                      </a:cubicBezTo>
                      <a:cubicBezTo>
                        <a:pt x="3184" y="33"/>
                        <a:pt x="3200" y="33"/>
                        <a:pt x="3200" y="16"/>
                      </a:cubicBezTo>
                      <a:close/>
                      <a:moveTo>
                        <a:pt x="3164" y="33"/>
                      </a:moveTo>
                      <a:cubicBezTo>
                        <a:pt x="3147" y="33"/>
                        <a:pt x="3131" y="33"/>
                        <a:pt x="3115" y="53"/>
                      </a:cubicBezTo>
                      <a:cubicBezTo>
                        <a:pt x="3131" y="53"/>
                        <a:pt x="3147" y="53"/>
                        <a:pt x="3164" y="33"/>
                      </a:cubicBezTo>
                      <a:close/>
                      <a:moveTo>
                        <a:pt x="3115" y="53"/>
                      </a:moveTo>
                      <a:cubicBezTo>
                        <a:pt x="3099" y="53"/>
                        <a:pt x="3083" y="53"/>
                        <a:pt x="3063" y="69"/>
                      </a:cubicBezTo>
                      <a:cubicBezTo>
                        <a:pt x="3083" y="69"/>
                        <a:pt x="3099" y="69"/>
                        <a:pt x="3115" y="53"/>
                      </a:cubicBezTo>
                      <a:close/>
                      <a:moveTo>
                        <a:pt x="3063" y="69"/>
                      </a:moveTo>
                      <a:cubicBezTo>
                        <a:pt x="3046" y="69"/>
                        <a:pt x="3030" y="85"/>
                        <a:pt x="3014" y="85"/>
                      </a:cubicBezTo>
                      <a:cubicBezTo>
                        <a:pt x="2982" y="101"/>
                        <a:pt x="2945" y="117"/>
                        <a:pt x="2897" y="134"/>
                      </a:cubicBezTo>
                      <a:cubicBezTo>
                        <a:pt x="2828" y="170"/>
                        <a:pt x="2743" y="202"/>
                        <a:pt x="2642" y="255"/>
                      </a:cubicBezTo>
                      <a:cubicBezTo>
                        <a:pt x="2558" y="287"/>
                        <a:pt x="2457" y="336"/>
                        <a:pt x="2356" y="372"/>
                      </a:cubicBezTo>
                      <a:cubicBezTo>
                        <a:pt x="2255" y="420"/>
                        <a:pt x="2138" y="457"/>
                        <a:pt x="2037" y="505"/>
                      </a:cubicBezTo>
                      <a:cubicBezTo>
                        <a:pt x="1919" y="538"/>
                        <a:pt x="1802" y="590"/>
                        <a:pt x="1685" y="622"/>
                      </a:cubicBezTo>
                      <a:cubicBezTo>
                        <a:pt x="1616" y="659"/>
                        <a:pt x="1548" y="675"/>
                        <a:pt x="1499" y="691"/>
                      </a:cubicBezTo>
                      <a:cubicBezTo>
                        <a:pt x="1483" y="707"/>
                        <a:pt x="1467" y="707"/>
                        <a:pt x="1447" y="707"/>
                      </a:cubicBezTo>
                      <a:cubicBezTo>
                        <a:pt x="1431" y="723"/>
                        <a:pt x="1431" y="723"/>
                        <a:pt x="1414" y="723"/>
                      </a:cubicBezTo>
                      <a:cubicBezTo>
                        <a:pt x="1382" y="739"/>
                        <a:pt x="1346" y="760"/>
                        <a:pt x="1330" y="776"/>
                      </a:cubicBezTo>
                      <a:cubicBezTo>
                        <a:pt x="1265" y="792"/>
                        <a:pt x="1212" y="808"/>
                        <a:pt x="1164" y="840"/>
                      </a:cubicBezTo>
                      <a:cubicBezTo>
                        <a:pt x="1111" y="861"/>
                        <a:pt x="1063" y="877"/>
                        <a:pt x="1010" y="909"/>
                      </a:cubicBezTo>
                      <a:cubicBezTo>
                        <a:pt x="909" y="962"/>
                        <a:pt x="808" y="994"/>
                        <a:pt x="724" y="1042"/>
                      </a:cubicBezTo>
                      <a:cubicBezTo>
                        <a:pt x="623" y="1095"/>
                        <a:pt x="538" y="1127"/>
                        <a:pt x="473" y="1164"/>
                      </a:cubicBezTo>
                      <a:cubicBezTo>
                        <a:pt x="320" y="1244"/>
                        <a:pt x="203" y="1313"/>
                        <a:pt x="118" y="1366"/>
                      </a:cubicBezTo>
                      <a:cubicBezTo>
                        <a:pt x="170" y="1345"/>
                        <a:pt x="203" y="1313"/>
                        <a:pt x="271" y="1281"/>
                      </a:cubicBezTo>
                      <a:cubicBezTo>
                        <a:pt x="336" y="1244"/>
                        <a:pt x="404" y="1212"/>
                        <a:pt x="473" y="1180"/>
                      </a:cubicBezTo>
                      <a:cubicBezTo>
                        <a:pt x="558" y="1143"/>
                        <a:pt x="639" y="1111"/>
                        <a:pt x="724" y="1063"/>
                      </a:cubicBezTo>
                      <a:cubicBezTo>
                        <a:pt x="808" y="1026"/>
                        <a:pt x="909" y="978"/>
                        <a:pt x="1010" y="925"/>
                      </a:cubicBezTo>
                      <a:cubicBezTo>
                        <a:pt x="1063" y="909"/>
                        <a:pt x="1111" y="893"/>
                        <a:pt x="1180" y="861"/>
                      </a:cubicBezTo>
                      <a:cubicBezTo>
                        <a:pt x="1229" y="840"/>
                        <a:pt x="1281" y="824"/>
                        <a:pt x="1330" y="792"/>
                      </a:cubicBezTo>
                      <a:cubicBezTo>
                        <a:pt x="1366" y="792"/>
                        <a:pt x="1398" y="776"/>
                        <a:pt x="1414" y="760"/>
                      </a:cubicBezTo>
                      <a:cubicBezTo>
                        <a:pt x="1431" y="760"/>
                        <a:pt x="1447" y="739"/>
                        <a:pt x="1467" y="739"/>
                      </a:cubicBezTo>
                      <a:cubicBezTo>
                        <a:pt x="1483" y="739"/>
                        <a:pt x="1499" y="723"/>
                        <a:pt x="1515" y="723"/>
                      </a:cubicBezTo>
                      <a:cubicBezTo>
                        <a:pt x="1568" y="707"/>
                        <a:pt x="1633" y="675"/>
                        <a:pt x="1685" y="659"/>
                      </a:cubicBezTo>
                      <a:cubicBezTo>
                        <a:pt x="1818" y="606"/>
                        <a:pt x="1936" y="574"/>
                        <a:pt x="2037" y="521"/>
                      </a:cubicBezTo>
                      <a:cubicBezTo>
                        <a:pt x="2154" y="489"/>
                        <a:pt x="2275" y="457"/>
                        <a:pt x="2376" y="404"/>
                      </a:cubicBezTo>
                      <a:cubicBezTo>
                        <a:pt x="2477" y="356"/>
                        <a:pt x="2578" y="303"/>
                        <a:pt x="2659" y="271"/>
                      </a:cubicBezTo>
                      <a:cubicBezTo>
                        <a:pt x="2743" y="218"/>
                        <a:pt x="2828" y="186"/>
                        <a:pt x="2913" y="154"/>
                      </a:cubicBezTo>
                      <a:cubicBezTo>
                        <a:pt x="2945" y="134"/>
                        <a:pt x="2982" y="117"/>
                        <a:pt x="3014" y="101"/>
                      </a:cubicBezTo>
                      <a:cubicBezTo>
                        <a:pt x="3030" y="85"/>
                        <a:pt x="3046" y="85"/>
                        <a:pt x="3063" y="69"/>
                      </a:cubicBezTo>
                      <a:close/>
                      <a:moveTo>
                        <a:pt x="118" y="1366"/>
                      </a:moveTo>
                      <a:cubicBezTo>
                        <a:pt x="85" y="1382"/>
                        <a:pt x="53" y="1398"/>
                        <a:pt x="17" y="1414"/>
                      </a:cubicBezTo>
                      <a:cubicBezTo>
                        <a:pt x="53" y="1414"/>
                        <a:pt x="85" y="1382"/>
                        <a:pt x="118" y="1366"/>
                      </a:cubicBezTo>
                      <a:close/>
                      <a:moveTo>
                        <a:pt x="17" y="1414"/>
                      </a:moveTo>
                      <a:lnTo>
                        <a:pt x="1" y="1430"/>
                      </a:lnTo>
                      <a:cubicBezTo>
                        <a:pt x="1" y="1430"/>
                        <a:pt x="17" y="1430"/>
                        <a:pt x="17" y="14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8" name="Google Shape;5778;p71">
                  <a:extLst>
                    <a:ext uri="{FF2B5EF4-FFF2-40B4-BE49-F238E27FC236}">
                      <a16:creationId xmlns:a16="http://schemas.microsoft.com/office/drawing/2014/main" id="{3964E559-27C0-3F9D-7A50-2A25C6BFA125}"/>
                    </a:ext>
                  </a:extLst>
                </p:cNvPr>
                <p:cNvSpPr/>
                <p:nvPr/>
              </p:nvSpPr>
              <p:spPr>
                <a:xfrm>
                  <a:off x="2598370" y="1390645"/>
                  <a:ext cx="110449" cy="23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" h="236" extrusionOk="0">
                      <a:moveTo>
                        <a:pt x="1" y="1"/>
                      </a:moveTo>
                      <a:cubicBezTo>
                        <a:pt x="37" y="17"/>
                        <a:pt x="53" y="17"/>
                        <a:pt x="85" y="17"/>
                      </a:cubicBezTo>
                      <a:cubicBezTo>
                        <a:pt x="186" y="49"/>
                        <a:pt x="340" y="86"/>
                        <a:pt x="506" y="118"/>
                      </a:cubicBezTo>
                      <a:cubicBezTo>
                        <a:pt x="675" y="167"/>
                        <a:pt x="829" y="187"/>
                        <a:pt x="946" y="203"/>
                      </a:cubicBezTo>
                      <a:cubicBezTo>
                        <a:pt x="1047" y="219"/>
                        <a:pt x="1111" y="235"/>
                        <a:pt x="1111" y="235"/>
                      </a:cubicBezTo>
                      <a:cubicBezTo>
                        <a:pt x="1111" y="235"/>
                        <a:pt x="1047" y="219"/>
                        <a:pt x="946" y="187"/>
                      </a:cubicBezTo>
                      <a:cubicBezTo>
                        <a:pt x="829" y="167"/>
                        <a:pt x="675" y="134"/>
                        <a:pt x="506" y="102"/>
                      </a:cubicBezTo>
                      <a:cubicBezTo>
                        <a:pt x="356" y="49"/>
                        <a:pt x="203" y="17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79" name="Google Shape;5779;p71">
                  <a:extLst>
                    <a:ext uri="{FF2B5EF4-FFF2-40B4-BE49-F238E27FC236}">
                      <a16:creationId xmlns:a16="http://schemas.microsoft.com/office/drawing/2014/main" id="{EA8D5C0E-CB09-38A3-B79E-F637C0AE7E3C}"/>
                    </a:ext>
                  </a:extLst>
                </p:cNvPr>
                <p:cNvSpPr/>
                <p:nvPr/>
              </p:nvSpPr>
              <p:spPr>
                <a:xfrm>
                  <a:off x="2585160" y="1459279"/>
                  <a:ext cx="3278" cy="113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144" extrusionOk="0">
                      <a:moveTo>
                        <a:pt x="33" y="1"/>
                      </a:moveTo>
                      <a:cubicBezTo>
                        <a:pt x="16" y="33"/>
                        <a:pt x="16" y="81"/>
                        <a:pt x="0" y="134"/>
                      </a:cubicBezTo>
                      <a:lnTo>
                        <a:pt x="0" y="320"/>
                      </a:lnTo>
                      <a:lnTo>
                        <a:pt x="0" y="554"/>
                      </a:lnTo>
                      <a:cubicBezTo>
                        <a:pt x="0" y="639"/>
                        <a:pt x="0" y="708"/>
                        <a:pt x="16" y="788"/>
                      </a:cubicBezTo>
                      <a:lnTo>
                        <a:pt x="16" y="974"/>
                      </a:lnTo>
                      <a:lnTo>
                        <a:pt x="16" y="1043"/>
                      </a:lnTo>
                      <a:lnTo>
                        <a:pt x="16" y="1091"/>
                      </a:lnTo>
                      <a:lnTo>
                        <a:pt x="16" y="1144"/>
                      </a:lnTo>
                      <a:cubicBezTo>
                        <a:pt x="16" y="1144"/>
                        <a:pt x="16" y="1128"/>
                        <a:pt x="33" y="1091"/>
                      </a:cubicBezTo>
                      <a:lnTo>
                        <a:pt x="33" y="1043"/>
                      </a:lnTo>
                      <a:lnTo>
                        <a:pt x="33" y="974"/>
                      </a:lnTo>
                      <a:lnTo>
                        <a:pt x="33" y="788"/>
                      </a:lnTo>
                      <a:lnTo>
                        <a:pt x="33" y="554"/>
                      </a:lnTo>
                      <a:lnTo>
                        <a:pt x="33" y="320"/>
                      </a:lnTo>
                      <a:cubicBezTo>
                        <a:pt x="16" y="251"/>
                        <a:pt x="16" y="182"/>
                        <a:pt x="16" y="134"/>
                      </a:cubicBezTo>
                      <a:cubicBezTo>
                        <a:pt x="16" y="81"/>
                        <a:pt x="33" y="33"/>
                        <a:pt x="33" y="17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0" name="Google Shape;5780;p71">
                  <a:extLst>
                    <a:ext uri="{FF2B5EF4-FFF2-40B4-BE49-F238E27FC236}">
                      <a16:creationId xmlns:a16="http://schemas.microsoft.com/office/drawing/2014/main" id="{09F35EE0-1C95-D604-29F6-B2CF5567A0E3}"/>
                    </a:ext>
                  </a:extLst>
                </p:cNvPr>
                <p:cNvSpPr/>
                <p:nvPr/>
              </p:nvSpPr>
              <p:spPr>
                <a:xfrm>
                  <a:off x="2467956" y="1572807"/>
                  <a:ext cx="118892" cy="37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373" extrusionOk="0">
                      <a:moveTo>
                        <a:pt x="1196" y="1"/>
                      </a:moveTo>
                      <a:lnTo>
                        <a:pt x="1196" y="1"/>
                      </a:lnTo>
                      <a:cubicBezTo>
                        <a:pt x="1196" y="1"/>
                        <a:pt x="1131" y="17"/>
                        <a:pt x="1031" y="33"/>
                      </a:cubicBezTo>
                      <a:cubicBezTo>
                        <a:pt x="962" y="49"/>
                        <a:pt x="893" y="70"/>
                        <a:pt x="829" y="86"/>
                      </a:cubicBezTo>
                      <a:cubicBezTo>
                        <a:pt x="760" y="102"/>
                        <a:pt x="675" y="118"/>
                        <a:pt x="590" y="150"/>
                      </a:cubicBezTo>
                      <a:cubicBezTo>
                        <a:pt x="558" y="171"/>
                        <a:pt x="506" y="171"/>
                        <a:pt x="473" y="187"/>
                      </a:cubicBezTo>
                      <a:cubicBezTo>
                        <a:pt x="441" y="203"/>
                        <a:pt x="405" y="219"/>
                        <a:pt x="372" y="235"/>
                      </a:cubicBezTo>
                      <a:cubicBezTo>
                        <a:pt x="287" y="272"/>
                        <a:pt x="239" y="288"/>
                        <a:pt x="186" y="304"/>
                      </a:cubicBezTo>
                      <a:cubicBezTo>
                        <a:pt x="138" y="336"/>
                        <a:pt x="85" y="352"/>
                        <a:pt x="53" y="352"/>
                      </a:cubicBezTo>
                      <a:cubicBezTo>
                        <a:pt x="21" y="373"/>
                        <a:pt x="1" y="373"/>
                        <a:pt x="1" y="373"/>
                      </a:cubicBezTo>
                      <a:lnTo>
                        <a:pt x="53" y="373"/>
                      </a:lnTo>
                      <a:cubicBezTo>
                        <a:pt x="85" y="352"/>
                        <a:pt x="138" y="336"/>
                        <a:pt x="186" y="320"/>
                      </a:cubicBezTo>
                      <a:cubicBezTo>
                        <a:pt x="239" y="304"/>
                        <a:pt x="304" y="288"/>
                        <a:pt x="372" y="251"/>
                      </a:cubicBezTo>
                      <a:cubicBezTo>
                        <a:pt x="405" y="251"/>
                        <a:pt x="441" y="235"/>
                        <a:pt x="489" y="219"/>
                      </a:cubicBezTo>
                      <a:cubicBezTo>
                        <a:pt x="526" y="203"/>
                        <a:pt x="558" y="187"/>
                        <a:pt x="607" y="187"/>
                      </a:cubicBezTo>
                      <a:cubicBezTo>
                        <a:pt x="691" y="150"/>
                        <a:pt x="760" y="134"/>
                        <a:pt x="845" y="102"/>
                      </a:cubicBezTo>
                      <a:cubicBezTo>
                        <a:pt x="910" y="86"/>
                        <a:pt x="978" y="70"/>
                        <a:pt x="1031" y="49"/>
                      </a:cubicBezTo>
                      <a:cubicBezTo>
                        <a:pt x="1131" y="17"/>
                        <a:pt x="1196" y="1"/>
                        <a:pt x="11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1" name="Google Shape;5781;p71">
                  <a:extLst>
                    <a:ext uri="{FF2B5EF4-FFF2-40B4-BE49-F238E27FC236}">
                      <a16:creationId xmlns:a16="http://schemas.microsoft.com/office/drawing/2014/main" id="{5AF5FBB7-EC00-9CF1-1A25-D40FA02DB051}"/>
                    </a:ext>
                  </a:extLst>
                </p:cNvPr>
                <p:cNvSpPr/>
                <p:nvPr/>
              </p:nvSpPr>
              <p:spPr>
                <a:xfrm>
                  <a:off x="2591914" y="1574496"/>
                  <a:ext cx="108860" cy="15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154" extrusionOk="0">
                      <a:moveTo>
                        <a:pt x="1" y="0"/>
                      </a:moveTo>
                      <a:cubicBezTo>
                        <a:pt x="33" y="0"/>
                        <a:pt x="86" y="16"/>
                        <a:pt x="134" y="16"/>
                      </a:cubicBezTo>
                      <a:cubicBezTo>
                        <a:pt x="187" y="32"/>
                        <a:pt x="251" y="32"/>
                        <a:pt x="320" y="53"/>
                      </a:cubicBezTo>
                      <a:cubicBezTo>
                        <a:pt x="352" y="53"/>
                        <a:pt x="389" y="53"/>
                        <a:pt x="421" y="69"/>
                      </a:cubicBezTo>
                      <a:cubicBezTo>
                        <a:pt x="470" y="69"/>
                        <a:pt x="506" y="85"/>
                        <a:pt x="538" y="85"/>
                      </a:cubicBezTo>
                      <a:cubicBezTo>
                        <a:pt x="708" y="117"/>
                        <a:pt x="857" y="133"/>
                        <a:pt x="958" y="133"/>
                      </a:cubicBezTo>
                      <a:cubicBezTo>
                        <a:pt x="1011" y="154"/>
                        <a:pt x="1059" y="154"/>
                        <a:pt x="1096" y="154"/>
                      </a:cubicBezTo>
                      <a:cubicBezTo>
                        <a:pt x="1059" y="154"/>
                        <a:pt x="1011" y="133"/>
                        <a:pt x="958" y="117"/>
                      </a:cubicBezTo>
                      <a:cubicBezTo>
                        <a:pt x="857" y="101"/>
                        <a:pt x="708" y="85"/>
                        <a:pt x="554" y="53"/>
                      </a:cubicBezTo>
                      <a:cubicBezTo>
                        <a:pt x="506" y="53"/>
                        <a:pt x="470" y="53"/>
                        <a:pt x="437" y="32"/>
                      </a:cubicBezTo>
                      <a:cubicBezTo>
                        <a:pt x="389" y="32"/>
                        <a:pt x="352" y="32"/>
                        <a:pt x="320" y="16"/>
                      </a:cubicBezTo>
                      <a:cubicBezTo>
                        <a:pt x="251" y="16"/>
                        <a:pt x="187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2" name="Google Shape;5782;p71">
                  <a:extLst>
                    <a:ext uri="{FF2B5EF4-FFF2-40B4-BE49-F238E27FC236}">
                      <a16:creationId xmlns:a16="http://schemas.microsoft.com/office/drawing/2014/main" id="{564A23E6-AEA1-EAF6-9A7C-5283E4B2424D}"/>
                    </a:ext>
                  </a:extLst>
                </p:cNvPr>
                <p:cNvSpPr/>
                <p:nvPr/>
              </p:nvSpPr>
              <p:spPr>
                <a:xfrm>
                  <a:off x="2590325" y="1599725"/>
                  <a:ext cx="120481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3" h="151" extrusionOk="0">
                      <a:moveTo>
                        <a:pt x="1" y="1"/>
                      </a:moveTo>
                      <a:cubicBezTo>
                        <a:pt x="17" y="1"/>
                        <a:pt x="17" y="17"/>
                        <a:pt x="33" y="17"/>
                      </a:cubicBezTo>
                      <a:cubicBezTo>
                        <a:pt x="33" y="1"/>
                        <a:pt x="17" y="1"/>
                        <a:pt x="1" y="1"/>
                      </a:cubicBezTo>
                      <a:close/>
                      <a:moveTo>
                        <a:pt x="33" y="17"/>
                      </a:moveTo>
                      <a:cubicBezTo>
                        <a:pt x="65" y="17"/>
                        <a:pt x="118" y="33"/>
                        <a:pt x="166" y="33"/>
                      </a:cubicBezTo>
                      <a:lnTo>
                        <a:pt x="267" y="33"/>
                      </a:lnTo>
                      <a:cubicBezTo>
                        <a:pt x="304" y="49"/>
                        <a:pt x="336" y="49"/>
                        <a:pt x="368" y="49"/>
                      </a:cubicBezTo>
                      <a:cubicBezTo>
                        <a:pt x="453" y="49"/>
                        <a:pt x="522" y="49"/>
                        <a:pt x="607" y="65"/>
                      </a:cubicBezTo>
                      <a:lnTo>
                        <a:pt x="671" y="65"/>
                      </a:lnTo>
                      <a:cubicBezTo>
                        <a:pt x="688" y="81"/>
                        <a:pt x="724" y="81"/>
                        <a:pt x="740" y="81"/>
                      </a:cubicBezTo>
                      <a:cubicBezTo>
                        <a:pt x="772" y="81"/>
                        <a:pt x="809" y="102"/>
                        <a:pt x="857" y="102"/>
                      </a:cubicBezTo>
                      <a:cubicBezTo>
                        <a:pt x="889" y="118"/>
                        <a:pt x="926" y="118"/>
                        <a:pt x="958" y="118"/>
                      </a:cubicBezTo>
                      <a:cubicBezTo>
                        <a:pt x="990" y="134"/>
                        <a:pt x="1027" y="134"/>
                        <a:pt x="1043" y="134"/>
                      </a:cubicBezTo>
                      <a:lnTo>
                        <a:pt x="1176" y="134"/>
                      </a:lnTo>
                      <a:cubicBezTo>
                        <a:pt x="1144" y="134"/>
                        <a:pt x="1112" y="118"/>
                        <a:pt x="1043" y="118"/>
                      </a:cubicBezTo>
                      <a:cubicBezTo>
                        <a:pt x="990" y="118"/>
                        <a:pt x="926" y="102"/>
                        <a:pt x="857" y="81"/>
                      </a:cubicBezTo>
                      <a:cubicBezTo>
                        <a:pt x="825" y="65"/>
                        <a:pt x="772" y="65"/>
                        <a:pt x="740" y="49"/>
                      </a:cubicBezTo>
                      <a:cubicBezTo>
                        <a:pt x="724" y="49"/>
                        <a:pt x="708" y="49"/>
                        <a:pt x="671" y="33"/>
                      </a:cubicBezTo>
                      <a:lnTo>
                        <a:pt x="623" y="33"/>
                      </a:lnTo>
                      <a:cubicBezTo>
                        <a:pt x="522" y="17"/>
                        <a:pt x="453" y="17"/>
                        <a:pt x="368" y="17"/>
                      </a:cubicBezTo>
                      <a:close/>
                      <a:moveTo>
                        <a:pt x="1176" y="134"/>
                      </a:moveTo>
                      <a:cubicBezTo>
                        <a:pt x="1192" y="150"/>
                        <a:pt x="1213" y="150"/>
                        <a:pt x="1213" y="150"/>
                      </a:cubicBezTo>
                      <a:cubicBezTo>
                        <a:pt x="1213" y="150"/>
                        <a:pt x="1192" y="134"/>
                        <a:pt x="1176" y="1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3" name="Google Shape;5783;p71">
                  <a:extLst>
                    <a:ext uri="{FF2B5EF4-FFF2-40B4-BE49-F238E27FC236}">
                      <a16:creationId xmlns:a16="http://schemas.microsoft.com/office/drawing/2014/main" id="{7B059F35-608B-1A57-6607-6906595BFD58}"/>
                    </a:ext>
                  </a:extLst>
                </p:cNvPr>
                <p:cNvSpPr/>
                <p:nvPr/>
              </p:nvSpPr>
              <p:spPr>
                <a:xfrm>
                  <a:off x="2523380" y="1599725"/>
                  <a:ext cx="60290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203" extrusionOk="0">
                      <a:moveTo>
                        <a:pt x="574" y="1"/>
                      </a:moveTo>
                      <a:cubicBezTo>
                        <a:pt x="537" y="17"/>
                        <a:pt x="505" y="17"/>
                        <a:pt x="453" y="33"/>
                      </a:cubicBezTo>
                      <a:cubicBezTo>
                        <a:pt x="420" y="49"/>
                        <a:pt x="372" y="65"/>
                        <a:pt x="335" y="65"/>
                      </a:cubicBezTo>
                      <a:cubicBezTo>
                        <a:pt x="234" y="81"/>
                        <a:pt x="150" y="134"/>
                        <a:pt x="101" y="166"/>
                      </a:cubicBezTo>
                      <a:cubicBezTo>
                        <a:pt x="170" y="150"/>
                        <a:pt x="251" y="118"/>
                        <a:pt x="335" y="102"/>
                      </a:cubicBezTo>
                      <a:cubicBezTo>
                        <a:pt x="388" y="81"/>
                        <a:pt x="436" y="65"/>
                        <a:pt x="473" y="49"/>
                      </a:cubicBezTo>
                      <a:cubicBezTo>
                        <a:pt x="505" y="49"/>
                        <a:pt x="537" y="33"/>
                        <a:pt x="574" y="17"/>
                      </a:cubicBezTo>
                      <a:cubicBezTo>
                        <a:pt x="590" y="17"/>
                        <a:pt x="606" y="17"/>
                        <a:pt x="606" y="1"/>
                      </a:cubicBezTo>
                      <a:close/>
                      <a:moveTo>
                        <a:pt x="101" y="166"/>
                      </a:moveTo>
                      <a:cubicBezTo>
                        <a:pt x="32" y="182"/>
                        <a:pt x="0" y="203"/>
                        <a:pt x="0" y="203"/>
                      </a:cubicBezTo>
                      <a:cubicBezTo>
                        <a:pt x="0" y="203"/>
                        <a:pt x="49" y="203"/>
                        <a:pt x="101" y="16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4" name="Google Shape;5784;p71">
                  <a:extLst>
                    <a:ext uri="{FF2B5EF4-FFF2-40B4-BE49-F238E27FC236}">
                      <a16:creationId xmlns:a16="http://schemas.microsoft.com/office/drawing/2014/main" id="{11F20CC7-D557-506D-1012-F387F1D36ED1}"/>
                    </a:ext>
                  </a:extLst>
                </p:cNvPr>
                <p:cNvSpPr/>
                <p:nvPr/>
              </p:nvSpPr>
              <p:spPr>
                <a:xfrm>
                  <a:off x="2583571" y="1574496"/>
                  <a:ext cx="4867" cy="48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489" extrusionOk="0">
                      <a:moveTo>
                        <a:pt x="32" y="0"/>
                      </a:moveTo>
                      <a:lnTo>
                        <a:pt x="32" y="16"/>
                      </a:lnTo>
                      <a:cubicBezTo>
                        <a:pt x="32" y="0"/>
                        <a:pt x="49" y="0"/>
                        <a:pt x="49" y="0"/>
                      </a:cubicBezTo>
                      <a:close/>
                      <a:moveTo>
                        <a:pt x="32" y="16"/>
                      </a:moveTo>
                      <a:cubicBezTo>
                        <a:pt x="16" y="32"/>
                        <a:pt x="16" y="53"/>
                        <a:pt x="16" y="69"/>
                      </a:cubicBezTo>
                      <a:cubicBezTo>
                        <a:pt x="0" y="117"/>
                        <a:pt x="0" y="186"/>
                        <a:pt x="0" y="255"/>
                      </a:cubicBezTo>
                      <a:cubicBezTo>
                        <a:pt x="16" y="319"/>
                        <a:pt x="16" y="388"/>
                        <a:pt x="32" y="436"/>
                      </a:cubicBezTo>
                      <a:cubicBezTo>
                        <a:pt x="32" y="457"/>
                        <a:pt x="32" y="473"/>
                        <a:pt x="49" y="489"/>
                      </a:cubicBezTo>
                      <a:lnTo>
                        <a:pt x="49" y="436"/>
                      </a:lnTo>
                      <a:cubicBezTo>
                        <a:pt x="49" y="388"/>
                        <a:pt x="32" y="319"/>
                        <a:pt x="32" y="255"/>
                      </a:cubicBezTo>
                      <a:lnTo>
                        <a:pt x="32" y="69"/>
                      </a:lnTo>
                      <a:lnTo>
                        <a:pt x="32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5" name="Google Shape;5785;p71">
                  <a:extLst>
                    <a:ext uri="{FF2B5EF4-FFF2-40B4-BE49-F238E27FC236}">
                      <a16:creationId xmlns:a16="http://schemas.microsoft.com/office/drawing/2014/main" id="{1E3E5E56-23A9-E8FD-DDF6-CAFAA69C5C91}"/>
                    </a:ext>
                  </a:extLst>
                </p:cNvPr>
                <p:cNvSpPr/>
                <p:nvPr/>
              </p:nvSpPr>
              <p:spPr>
                <a:xfrm>
                  <a:off x="2705542" y="1068137"/>
                  <a:ext cx="8443" cy="619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6242" extrusionOk="0">
                      <a:moveTo>
                        <a:pt x="32" y="0"/>
                      </a:moveTo>
                      <a:cubicBezTo>
                        <a:pt x="32" y="0"/>
                        <a:pt x="32" y="335"/>
                        <a:pt x="16" y="909"/>
                      </a:cubicBezTo>
                      <a:cubicBezTo>
                        <a:pt x="16" y="1192"/>
                        <a:pt x="0" y="1531"/>
                        <a:pt x="0" y="1899"/>
                      </a:cubicBezTo>
                      <a:lnTo>
                        <a:pt x="0" y="2185"/>
                      </a:lnTo>
                      <a:lnTo>
                        <a:pt x="0" y="2488"/>
                      </a:lnTo>
                      <a:lnTo>
                        <a:pt x="0" y="2791"/>
                      </a:lnTo>
                      <a:lnTo>
                        <a:pt x="0" y="2961"/>
                      </a:lnTo>
                      <a:lnTo>
                        <a:pt x="0" y="3111"/>
                      </a:lnTo>
                      <a:cubicBezTo>
                        <a:pt x="16" y="3232"/>
                        <a:pt x="16" y="3333"/>
                        <a:pt x="16" y="3434"/>
                      </a:cubicBezTo>
                      <a:cubicBezTo>
                        <a:pt x="16" y="3551"/>
                        <a:pt x="32" y="3652"/>
                        <a:pt x="32" y="3753"/>
                      </a:cubicBezTo>
                      <a:cubicBezTo>
                        <a:pt x="32" y="3955"/>
                        <a:pt x="32" y="4157"/>
                        <a:pt x="16" y="4343"/>
                      </a:cubicBezTo>
                      <a:cubicBezTo>
                        <a:pt x="16" y="4524"/>
                        <a:pt x="0" y="4694"/>
                        <a:pt x="16" y="4864"/>
                      </a:cubicBezTo>
                      <a:lnTo>
                        <a:pt x="16" y="5114"/>
                      </a:lnTo>
                      <a:cubicBezTo>
                        <a:pt x="16" y="5183"/>
                        <a:pt x="32" y="5268"/>
                        <a:pt x="32" y="5332"/>
                      </a:cubicBezTo>
                      <a:cubicBezTo>
                        <a:pt x="32" y="5470"/>
                        <a:pt x="53" y="5603"/>
                        <a:pt x="53" y="5704"/>
                      </a:cubicBezTo>
                      <a:cubicBezTo>
                        <a:pt x="69" y="5821"/>
                        <a:pt x="69" y="5922"/>
                        <a:pt x="69" y="5991"/>
                      </a:cubicBezTo>
                      <a:lnTo>
                        <a:pt x="69" y="6241"/>
                      </a:lnTo>
                      <a:cubicBezTo>
                        <a:pt x="69" y="6241"/>
                        <a:pt x="69" y="6161"/>
                        <a:pt x="85" y="5991"/>
                      </a:cubicBezTo>
                      <a:cubicBezTo>
                        <a:pt x="69" y="5922"/>
                        <a:pt x="69" y="5821"/>
                        <a:pt x="69" y="5704"/>
                      </a:cubicBezTo>
                      <a:cubicBezTo>
                        <a:pt x="69" y="5603"/>
                        <a:pt x="53" y="5470"/>
                        <a:pt x="53" y="5332"/>
                      </a:cubicBezTo>
                      <a:cubicBezTo>
                        <a:pt x="53" y="5252"/>
                        <a:pt x="32" y="5183"/>
                        <a:pt x="32" y="5098"/>
                      </a:cubicBezTo>
                      <a:lnTo>
                        <a:pt x="32" y="4864"/>
                      </a:lnTo>
                      <a:cubicBezTo>
                        <a:pt x="32" y="4694"/>
                        <a:pt x="32" y="4524"/>
                        <a:pt x="53" y="4343"/>
                      </a:cubicBezTo>
                      <a:cubicBezTo>
                        <a:pt x="53" y="4157"/>
                        <a:pt x="69" y="3955"/>
                        <a:pt x="69" y="3753"/>
                      </a:cubicBezTo>
                      <a:cubicBezTo>
                        <a:pt x="53" y="3652"/>
                        <a:pt x="53" y="3551"/>
                        <a:pt x="53" y="3434"/>
                      </a:cubicBezTo>
                      <a:cubicBezTo>
                        <a:pt x="53" y="3333"/>
                        <a:pt x="53" y="3232"/>
                        <a:pt x="32" y="3111"/>
                      </a:cubicBezTo>
                      <a:lnTo>
                        <a:pt x="32" y="2961"/>
                      </a:lnTo>
                      <a:lnTo>
                        <a:pt x="32" y="2791"/>
                      </a:lnTo>
                      <a:lnTo>
                        <a:pt x="32" y="2488"/>
                      </a:lnTo>
                      <a:lnTo>
                        <a:pt x="32" y="2185"/>
                      </a:lnTo>
                      <a:cubicBezTo>
                        <a:pt x="16" y="2084"/>
                        <a:pt x="32" y="2000"/>
                        <a:pt x="32" y="1899"/>
                      </a:cubicBezTo>
                      <a:lnTo>
                        <a:pt x="32" y="909"/>
                      </a:lnTo>
                      <a:lnTo>
                        <a:pt x="32" y="23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6" name="Google Shape;5786;p71">
                  <a:extLst>
                    <a:ext uri="{FF2B5EF4-FFF2-40B4-BE49-F238E27FC236}">
                      <a16:creationId xmlns:a16="http://schemas.microsoft.com/office/drawing/2014/main" id="{15B46338-CC2C-3979-B6DB-2BC0D17C5662}"/>
                    </a:ext>
                  </a:extLst>
                </p:cNvPr>
                <p:cNvSpPr/>
                <p:nvPr/>
              </p:nvSpPr>
              <p:spPr>
                <a:xfrm>
                  <a:off x="2708720" y="1698056"/>
                  <a:ext cx="8542" cy="246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2477" extrusionOk="0">
                      <a:moveTo>
                        <a:pt x="37" y="0"/>
                      </a:moveTo>
                      <a:cubicBezTo>
                        <a:pt x="37" y="0"/>
                        <a:pt x="21" y="37"/>
                        <a:pt x="21" y="101"/>
                      </a:cubicBezTo>
                      <a:cubicBezTo>
                        <a:pt x="37" y="37"/>
                        <a:pt x="37" y="0"/>
                        <a:pt x="37" y="0"/>
                      </a:cubicBezTo>
                      <a:close/>
                      <a:moveTo>
                        <a:pt x="21" y="222"/>
                      </a:moveTo>
                      <a:cubicBezTo>
                        <a:pt x="21" y="271"/>
                        <a:pt x="0" y="323"/>
                        <a:pt x="21" y="372"/>
                      </a:cubicBezTo>
                      <a:lnTo>
                        <a:pt x="21" y="776"/>
                      </a:lnTo>
                      <a:cubicBezTo>
                        <a:pt x="37" y="929"/>
                        <a:pt x="37" y="1095"/>
                        <a:pt x="53" y="1265"/>
                      </a:cubicBezTo>
                      <a:lnTo>
                        <a:pt x="53" y="1770"/>
                      </a:lnTo>
                      <a:cubicBezTo>
                        <a:pt x="37" y="1919"/>
                        <a:pt x="53" y="2056"/>
                        <a:pt x="53" y="2174"/>
                      </a:cubicBezTo>
                      <a:lnTo>
                        <a:pt x="53" y="2323"/>
                      </a:lnTo>
                      <a:cubicBezTo>
                        <a:pt x="69" y="2376"/>
                        <a:pt x="69" y="2408"/>
                        <a:pt x="69" y="2444"/>
                      </a:cubicBezTo>
                      <a:cubicBezTo>
                        <a:pt x="85" y="2460"/>
                        <a:pt x="85" y="2477"/>
                        <a:pt x="85" y="2477"/>
                      </a:cubicBezTo>
                      <a:lnTo>
                        <a:pt x="85" y="2444"/>
                      </a:lnTo>
                      <a:cubicBezTo>
                        <a:pt x="85" y="2408"/>
                        <a:pt x="69" y="2376"/>
                        <a:pt x="69" y="2323"/>
                      </a:cubicBezTo>
                      <a:lnTo>
                        <a:pt x="69" y="2174"/>
                      </a:lnTo>
                      <a:lnTo>
                        <a:pt x="69" y="1770"/>
                      </a:lnTo>
                      <a:cubicBezTo>
                        <a:pt x="85" y="1616"/>
                        <a:pt x="85" y="1451"/>
                        <a:pt x="85" y="1265"/>
                      </a:cubicBezTo>
                      <a:cubicBezTo>
                        <a:pt x="69" y="1095"/>
                        <a:pt x="53" y="929"/>
                        <a:pt x="53" y="776"/>
                      </a:cubicBezTo>
                      <a:cubicBezTo>
                        <a:pt x="37" y="626"/>
                        <a:pt x="37" y="489"/>
                        <a:pt x="37" y="372"/>
                      </a:cubicBezTo>
                      <a:cubicBezTo>
                        <a:pt x="21" y="323"/>
                        <a:pt x="21" y="271"/>
                        <a:pt x="21" y="2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7" name="Google Shape;5787;p71">
                  <a:extLst>
                    <a:ext uri="{FF2B5EF4-FFF2-40B4-BE49-F238E27FC236}">
                      <a16:creationId xmlns:a16="http://schemas.microsoft.com/office/drawing/2014/main" id="{163C4C61-AF1C-56C7-D8DC-4EEC90AC1B10}"/>
                    </a:ext>
                  </a:extLst>
                </p:cNvPr>
                <p:cNvSpPr/>
                <p:nvPr/>
              </p:nvSpPr>
              <p:spPr>
                <a:xfrm>
                  <a:off x="2707131" y="992650"/>
                  <a:ext cx="115614" cy="75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" h="761" extrusionOk="0">
                      <a:moveTo>
                        <a:pt x="1164" y="1"/>
                      </a:moveTo>
                      <a:lnTo>
                        <a:pt x="1164" y="1"/>
                      </a:lnTo>
                      <a:cubicBezTo>
                        <a:pt x="1164" y="1"/>
                        <a:pt x="1095" y="33"/>
                        <a:pt x="994" y="102"/>
                      </a:cubicBezTo>
                      <a:cubicBezTo>
                        <a:pt x="877" y="170"/>
                        <a:pt x="723" y="255"/>
                        <a:pt x="558" y="356"/>
                      </a:cubicBezTo>
                      <a:cubicBezTo>
                        <a:pt x="404" y="457"/>
                        <a:pt x="255" y="558"/>
                        <a:pt x="154" y="623"/>
                      </a:cubicBezTo>
                      <a:cubicBezTo>
                        <a:pt x="101" y="675"/>
                        <a:pt x="69" y="707"/>
                        <a:pt x="37" y="724"/>
                      </a:cubicBezTo>
                      <a:cubicBezTo>
                        <a:pt x="16" y="740"/>
                        <a:pt x="0" y="760"/>
                        <a:pt x="0" y="760"/>
                      </a:cubicBezTo>
                      <a:cubicBezTo>
                        <a:pt x="0" y="760"/>
                        <a:pt x="16" y="740"/>
                        <a:pt x="53" y="724"/>
                      </a:cubicBezTo>
                      <a:cubicBezTo>
                        <a:pt x="69" y="707"/>
                        <a:pt x="117" y="675"/>
                        <a:pt x="170" y="639"/>
                      </a:cubicBezTo>
                      <a:cubicBezTo>
                        <a:pt x="271" y="574"/>
                        <a:pt x="420" y="473"/>
                        <a:pt x="574" y="372"/>
                      </a:cubicBezTo>
                      <a:cubicBezTo>
                        <a:pt x="744" y="271"/>
                        <a:pt x="893" y="186"/>
                        <a:pt x="994" y="118"/>
                      </a:cubicBezTo>
                      <a:cubicBezTo>
                        <a:pt x="1111" y="53"/>
                        <a:pt x="1164" y="1"/>
                        <a:pt x="116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8" name="Google Shape;5788;p71">
                  <a:extLst>
                    <a:ext uri="{FF2B5EF4-FFF2-40B4-BE49-F238E27FC236}">
                      <a16:creationId xmlns:a16="http://schemas.microsoft.com/office/drawing/2014/main" id="{15EE37F8-9EC8-52D6-B241-29414AC1D2BE}"/>
                    </a:ext>
                  </a:extLst>
                </p:cNvPr>
                <p:cNvSpPr/>
                <p:nvPr/>
              </p:nvSpPr>
              <p:spPr>
                <a:xfrm>
                  <a:off x="2859198" y="925606"/>
                  <a:ext cx="80354" cy="47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" h="474" extrusionOk="0">
                      <a:moveTo>
                        <a:pt x="808" y="1"/>
                      </a:moveTo>
                      <a:cubicBezTo>
                        <a:pt x="808" y="1"/>
                        <a:pt x="792" y="21"/>
                        <a:pt x="776" y="21"/>
                      </a:cubicBezTo>
                      <a:cubicBezTo>
                        <a:pt x="760" y="37"/>
                        <a:pt x="727" y="53"/>
                        <a:pt x="675" y="70"/>
                      </a:cubicBezTo>
                      <a:cubicBezTo>
                        <a:pt x="643" y="86"/>
                        <a:pt x="590" y="122"/>
                        <a:pt x="542" y="138"/>
                      </a:cubicBezTo>
                      <a:cubicBezTo>
                        <a:pt x="489" y="171"/>
                        <a:pt x="425" y="203"/>
                        <a:pt x="372" y="239"/>
                      </a:cubicBezTo>
                      <a:cubicBezTo>
                        <a:pt x="287" y="288"/>
                        <a:pt x="223" y="340"/>
                        <a:pt x="154" y="389"/>
                      </a:cubicBezTo>
                      <a:cubicBezTo>
                        <a:pt x="138" y="389"/>
                        <a:pt x="122" y="405"/>
                        <a:pt x="101" y="405"/>
                      </a:cubicBezTo>
                      <a:cubicBezTo>
                        <a:pt x="85" y="425"/>
                        <a:pt x="85" y="425"/>
                        <a:pt x="69" y="441"/>
                      </a:cubicBezTo>
                      <a:cubicBezTo>
                        <a:pt x="85" y="441"/>
                        <a:pt x="101" y="441"/>
                        <a:pt x="122" y="425"/>
                      </a:cubicBezTo>
                      <a:cubicBezTo>
                        <a:pt x="138" y="425"/>
                        <a:pt x="154" y="405"/>
                        <a:pt x="170" y="405"/>
                      </a:cubicBezTo>
                      <a:cubicBezTo>
                        <a:pt x="239" y="373"/>
                        <a:pt x="303" y="324"/>
                        <a:pt x="388" y="255"/>
                      </a:cubicBezTo>
                      <a:cubicBezTo>
                        <a:pt x="489" y="187"/>
                        <a:pt x="606" y="138"/>
                        <a:pt x="691" y="86"/>
                      </a:cubicBezTo>
                      <a:cubicBezTo>
                        <a:pt x="727" y="70"/>
                        <a:pt x="760" y="53"/>
                        <a:pt x="776" y="37"/>
                      </a:cubicBezTo>
                      <a:cubicBezTo>
                        <a:pt x="792" y="21"/>
                        <a:pt x="808" y="1"/>
                        <a:pt x="808" y="1"/>
                      </a:cubicBezTo>
                      <a:close/>
                      <a:moveTo>
                        <a:pt x="69" y="441"/>
                      </a:moveTo>
                      <a:cubicBezTo>
                        <a:pt x="37" y="441"/>
                        <a:pt x="21" y="457"/>
                        <a:pt x="0" y="457"/>
                      </a:cubicBezTo>
                      <a:lnTo>
                        <a:pt x="0" y="474"/>
                      </a:lnTo>
                      <a:cubicBezTo>
                        <a:pt x="6" y="469"/>
                        <a:pt x="11" y="466"/>
                        <a:pt x="16" y="463"/>
                      </a:cubicBezTo>
                      <a:lnTo>
                        <a:pt x="16" y="463"/>
                      </a:lnTo>
                      <a:cubicBezTo>
                        <a:pt x="28" y="457"/>
                        <a:pt x="37" y="457"/>
                        <a:pt x="37" y="457"/>
                      </a:cubicBezTo>
                      <a:lnTo>
                        <a:pt x="30" y="457"/>
                      </a:lnTo>
                      <a:cubicBezTo>
                        <a:pt x="41" y="453"/>
                        <a:pt x="53" y="449"/>
                        <a:pt x="69" y="4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89" name="Google Shape;5789;p71">
                  <a:extLst>
                    <a:ext uri="{FF2B5EF4-FFF2-40B4-BE49-F238E27FC236}">
                      <a16:creationId xmlns:a16="http://schemas.microsoft.com/office/drawing/2014/main" id="{C5365A50-AC9B-E2AA-17DD-F1405F3160B4}"/>
                    </a:ext>
                  </a:extLst>
                </p:cNvPr>
                <p:cNvSpPr/>
                <p:nvPr/>
              </p:nvSpPr>
              <p:spPr>
                <a:xfrm>
                  <a:off x="2932996" y="925606"/>
                  <a:ext cx="6555" cy="585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5895" extrusionOk="0">
                      <a:moveTo>
                        <a:pt x="49" y="1"/>
                      </a:moveTo>
                      <a:cubicBezTo>
                        <a:pt x="49" y="1"/>
                        <a:pt x="49" y="21"/>
                        <a:pt x="33" y="37"/>
                      </a:cubicBezTo>
                      <a:lnTo>
                        <a:pt x="33" y="203"/>
                      </a:lnTo>
                      <a:cubicBezTo>
                        <a:pt x="33" y="138"/>
                        <a:pt x="33" y="86"/>
                        <a:pt x="49" y="37"/>
                      </a:cubicBezTo>
                      <a:lnTo>
                        <a:pt x="49" y="1"/>
                      </a:lnTo>
                      <a:close/>
                      <a:moveTo>
                        <a:pt x="33" y="203"/>
                      </a:moveTo>
                      <a:cubicBezTo>
                        <a:pt x="33" y="288"/>
                        <a:pt x="33" y="373"/>
                        <a:pt x="49" y="490"/>
                      </a:cubicBezTo>
                      <a:cubicBezTo>
                        <a:pt x="49" y="373"/>
                        <a:pt x="33" y="288"/>
                        <a:pt x="33" y="203"/>
                      </a:cubicBezTo>
                      <a:close/>
                      <a:moveTo>
                        <a:pt x="49" y="490"/>
                      </a:moveTo>
                      <a:lnTo>
                        <a:pt x="49" y="659"/>
                      </a:lnTo>
                      <a:lnTo>
                        <a:pt x="49" y="845"/>
                      </a:lnTo>
                      <a:lnTo>
                        <a:pt x="49" y="1047"/>
                      </a:lnTo>
                      <a:cubicBezTo>
                        <a:pt x="49" y="1132"/>
                        <a:pt x="33" y="1197"/>
                        <a:pt x="33" y="1282"/>
                      </a:cubicBezTo>
                      <a:cubicBezTo>
                        <a:pt x="17" y="1435"/>
                        <a:pt x="17" y="1601"/>
                        <a:pt x="1" y="1786"/>
                      </a:cubicBezTo>
                      <a:lnTo>
                        <a:pt x="1" y="2057"/>
                      </a:lnTo>
                      <a:lnTo>
                        <a:pt x="1" y="2344"/>
                      </a:lnTo>
                      <a:lnTo>
                        <a:pt x="1" y="2930"/>
                      </a:lnTo>
                      <a:lnTo>
                        <a:pt x="1" y="4077"/>
                      </a:lnTo>
                      <a:lnTo>
                        <a:pt x="1" y="4582"/>
                      </a:lnTo>
                      <a:lnTo>
                        <a:pt x="1" y="5018"/>
                      </a:lnTo>
                      <a:lnTo>
                        <a:pt x="1" y="5895"/>
                      </a:lnTo>
                      <a:cubicBezTo>
                        <a:pt x="1" y="5895"/>
                        <a:pt x="1" y="5555"/>
                        <a:pt x="17" y="5018"/>
                      </a:cubicBezTo>
                      <a:lnTo>
                        <a:pt x="17" y="4582"/>
                      </a:lnTo>
                      <a:cubicBezTo>
                        <a:pt x="33" y="4428"/>
                        <a:pt x="33" y="4263"/>
                        <a:pt x="33" y="4077"/>
                      </a:cubicBezTo>
                      <a:lnTo>
                        <a:pt x="33" y="2930"/>
                      </a:lnTo>
                      <a:lnTo>
                        <a:pt x="33" y="2344"/>
                      </a:lnTo>
                      <a:lnTo>
                        <a:pt x="33" y="2057"/>
                      </a:lnTo>
                      <a:lnTo>
                        <a:pt x="33" y="1786"/>
                      </a:lnTo>
                      <a:cubicBezTo>
                        <a:pt x="49" y="1601"/>
                        <a:pt x="49" y="1435"/>
                        <a:pt x="49" y="1282"/>
                      </a:cubicBezTo>
                      <a:cubicBezTo>
                        <a:pt x="65" y="1197"/>
                        <a:pt x="65" y="1132"/>
                        <a:pt x="65" y="1063"/>
                      </a:cubicBezTo>
                      <a:lnTo>
                        <a:pt x="65" y="845"/>
                      </a:lnTo>
                      <a:lnTo>
                        <a:pt x="65" y="659"/>
                      </a:lnTo>
                      <a:cubicBezTo>
                        <a:pt x="65" y="591"/>
                        <a:pt x="65" y="542"/>
                        <a:pt x="49" y="49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0" name="Google Shape;5790;p71">
                  <a:extLst>
                    <a:ext uri="{FF2B5EF4-FFF2-40B4-BE49-F238E27FC236}">
                      <a16:creationId xmlns:a16="http://schemas.microsoft.com/office/drawing/2014/main" id="{228BDB5D-F5B2-4948-A692-4DD6AE9037FA}"/>
                    </a:ext>
                  </a:extLst>
                </p:cNvPr>
                <p:cNvSpPr/>
                <p:nvPr/>
              </p:nvSpPr>
              <p:spPr>
                <a:xfrm>
                  <a:off x="2932996" y="1539534"/>
                  <a:ext cx="6555" cy="404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4073" extrusionOk="0">
                      <a:moveTo>
                        <a:pt x="65" y="1"/>
                      </a:moveTo>
                      <a:cubicBezTo>
                        <a:pt x="49" y="118"/>
                        <a:pt x="49" y="267"/>
                        <a:pt x="33" y="453"/>
                      </a:cubicBezTo>
                      <a:cubicBezTo>
                        <a:pt x="33" y="655"/>
                        <a:pt x="17" y="889"/>
                        <a:pt x="1" y="1144"/>
                      </a:cubicBezTo>
                      <a:lnTo>
                        <a:pt x="1" y="1346"/>
                      </a:lnTo>
                      <a:cubicBezTo>
                        <a:pt x="17" y="1415"/>
                        <a:pt x="17" y="1479"/>
                        <a:pt x="17" y="1548"/>
                      </a:cubicBezTo>
                      <a:cubicBezTo>
                        <a:pt x="17" y="1681"/>
                        <a:pt x="33" y="1835"/>
                        <a:pt x="33" y="1968"/>
                      </a:cubicBezTo>
                      <a:lnTo>
                        <a:pt x="33" y="2404"/>
                      </a:lnTo>
                      <a:cubicBezTo>
                        <a:pt x="33" y="2542"/>
                        <a:pt x="49" y="2675"/>
                        <a:pt x="49" y="2808"/>
                      </a:cubicBezTo>
                      <a:lnTo>
                        <a:pt x="49" y="3483"/>
                      </a:lnTo>
                      <a:cubicBezTo>
                        <a:pt x="49" y="3584"/>
                        <a:pt x="49" y="3669"/>
                        <a:pt x="33" y="3753"/>
                      </a:cubicBezTo>
                      <a:lnTo>
                        <a:pt x="33" y="3955"/>
                      </a:lnTo>
                      <a:lnTo>
                        <a:pt x="33" y="4020"/>
                      </a:lnTo>
                      <a:cubicBezTo>
                        <a:pt x="49" y="4040"/>
                        <a:pt x="49" y="4056"/>
                        <a:pt x="49" y="4073"/>
                      </a:cubicBezTo>
                      <a:lnTo>
                        <a:pt x="49" y="4020"/>
                      </a:lnTo>
                      <a:cubicBezTo>
                        <a:pt x="49" y="4004"/>
                        <a:pt x="33" y="3972"/>
                        <a:pt x="49" y="3955"/>
                      </a:cubicBezTo>
                      <a:lnTo>
                        <a:pt x="49" y="3753"/>
                      </a:lnTo>
                      <a:cubicBezTo>
                        <a:pt x="49" y="3669"/>
                        <a:pt x="49" y="3584"/>
                        <a:pt x="65" y="3499"/>
                      </a:cubicBezTo>
                      <a:lnTo>
                        <a:pt x="65" y="2808"/>
                      </a:lnTo>
                      <a:lnTo>
                        <a:pt x="65" y="2404"/>
                      </a:lnTo>
                      <a:lnTo>
                        <a:pt x="65" y="1968"/>
                      </a:lnTo>
                      <a:cubicBezTo>
                        <a:pt x="65" y="1835"/>
                        <a:pt x="49" y="1681"/>
                        <a:pt x="49" y="1548"/>
                      </a:cubicBezTo>
                      <a:cubicBezTo>
                        <a:pt x="49" y="1479"/>
                        <a:pt x="33" y="1415"/>
                        <a:pt x="33" y="1346"/>
                      </a:cubicBezTo>
                      <a:lnTo>
                        <a:pt x="33" y="1144"/>
                      </a:lnTo>
                      <a:cubicBezTo>
                        <a:pt x="33" y="889"/>
                        <a:pt x="49" y="655"/>
                        <a:pt x="49" y="453"/>
                      </a:cubicBezTo>
                      <a:cubicBezTo>
                        <a:pt x="65" y="267"/>
                        <a:pt x="65" y="118"/>
                        <a:pt x="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1" name="Google Shape;5791;p71">
                  <a:extLst>
                    <a:ext uri="{FF2B5EF4-FFF2-40B4-BE49-F238E27FC236}">
                      <a16:creationId xmlns:a16="http://schemas.microsoft.com/office/drawing/2014/main" id="{C6C2A156-F5B2-EE13-4895-39921C7F628B}"/>
                    </a:ext>
                  </a:extLst>
                </p:cNvPr>
                <p:cNvSpPr/>
                <p:nvPr/>
              </p:nvSpPr>
              <p:spPr>
                <a:xfrm>
                  <a:off x="2829102" y="962555"/>
                  <a:ext cx="6953" cy="398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4008" extrusionOk="0">
                      <a:moveTo>
                        <a:pt x="37" y="1"/>
                      </a:moveTo>
                      <a:cubicBezTo>
                        <a:pt x="37" y="1"/>
                        <a:pt x="36" y="17"/>
                        <a:pt x="21" y="33"/>
                      </a:cubicBezTo>
                      <a:lnTo>
                        <a:pt x="21" y="53"/>
                      </a:lnTo>
                      <a:cubicBezTo>
                        <a:pt x="36" y="18"/>
                        <a:pt x="37" y="1"/>
                        <a:pt x="37" y="1"/>
                      </a:cubicBezTo>
                      <a:close/>
                      <a:moveTo>
                        <a:pt x="21" y="85"/>
                      </a:moveTo>
                      <a:cubicBezTo>
                        <a:pt x="21" y="118"/>
                        <a:pt x="0" y="134"/>
                        <a:pt x="0" y="170"/>
                      </a:cubicBezTo>
                      <a:lnTo>
                        <a:pt x="0" y="607"/>
                      </a:lnTo>
                      <a:lnTo>
                        <a:pt x="0" y="1281"/>
                      </a:lnTo>
                      <a:lnTo>
                        <a:pt x="0" y="2089"/>
                      </a:lnTo>
                      <a:lnTo>
                        <a:pt x="0" y="2509"/>
                      </a:lnTo>
                      <a:lnTo>
                        <a:pt x="0" y="2897"/>
                      </a:lnTo>
                      <a:cubicBezTo>
                        <a:pt x="21" y="3014"/>
                        <a:pt x="21" y="3131"/>
                        <a:pt x="37" y="3248"/>
                      </a:cubicBezTo>
                      <a:lnTo>
                        <a:pt x="37" y="3551"/>
                      </a:lnTo>
                      <a:cubicBezTo>
                        <a:pt x="53" y="3604"/>
                        <a:pt x="53" y="3652"/>
                        <a:pt x="53" y="3689"/>
                      </a:cubicBezTo>
                      <a:lnTo>
                        <a:pt x="53" y="3806"/>
                      </a:lnTo>
                      <a:lnTo>
                        <a:pt x="53" y="4008"/>
                      </a:lnTo>
                      <a:cubicBezTo>
                        <a:pt x="53" y="3955"/>
                        <a:pt x="69" y="3891"/>
                        <a:pt x="69" y="3806"/>
                      </a:cubicBezTo>
                      <a:lnTo>
                        <a:pt x="69" y="3689"/>
                      </a:lnTo>
                      <a:cubicBezTo>
                        <a:pt x="69" y="3652"/>
                        <a:pt x="53" y="3604"/>
                        <a:pt x="53" y="3551"/>
                      </a:cubicBezTo>
                      <a:lnTo>
                        <a:pt x="53" y="3248"/>
                      </a:lnTo>
                      <a:cubicBezTo>
                        <a:pt x="53" y="3131"/>
                        <a:pt x="37" y="3014"/>
                        <a:pt x="37" y="2897"/>
                      </a:cubicBezTo>
                      <a:lnTo>
                        <a:pt x="37" y="2509"/>
                      </a:lnTo>
                      <a:lnTo>
                        <a:pt x="37" y="2089"/>
                      </a:lnTo>
                      <a:cubicBezTo>
                        <a:pt x="37" y="1802"/>
                        <a:pt x="37" y="1515"/>
                        <a:pt x="21" y="1281"/>
                      </a:cubicBezTo>
                      <a:lnTo>
                        <a:pt x="21" y="607"/>
                      </a:lnTo>
                      <a:cubicBezTo>
                        <a:pt x="0" y="421"/>
                        <a:pt x="0" y="271"/>
                        <a:pt x="21" y="170"/>
                      </a:cubicBezTo>
                      <a:lnTo>
                        <a:pt x="21" y="102"/>
                      </a:lnTo>
                      <a:lnTo>
                        <a:pt x="21" y="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2" name="Google Shape;5792;p71">
                  <a:extLst>
                    <a:ext uri="{FF2B5EF4-FFF2-40B4-BE49-F238E27FC236}">
                      <a16:creationId xmlns:a16="http://schemas.microsoft.com/office/drawing/2014/main" id="{35C3102E-05FB-D647-EFA6-D98673BB7218}"/>
                    </a:ext>
                  </a:extLst>
                </p:cNvPr>
                <p:cNvSpPr/>
                <p:nvPr/>
              </p:nvSpPr>
              <p:spPr>
                <a:xfrm>
                  <a:off x="2819070" y="967819"/>
                  <a:ext cx="5264" cy="414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174" extrusionOk="0">
                      <a:moveTo>
                        <a:pt x="21" y="0"/>
                      </a:moveTo>
                      <a:cubicBezTo>
                        <a:pt x="21" y="0"/>
                        <a:pt x="0" y="925"/>
                        <a:pt x="21" y="2085"/>
                      </a:cubicBezTo>
                      <a:lnTo>
                        <a:pt x="21" y="3567"/>
                      </a:lnTo>
                      <a:cubicBezTo>
                        <a:pt x="37" y="3939"/>
                        <a:pt x="37" y="4173"/>
                        <a:pt x="37" y="4173"/>
                      </a:cubicBezTo>
                      <a:lnTo>
                        <a:pt x="37" y="3567"/>
                      </a:lnTo>
                      <a:cubicBezTo>
                        <a:pt x="37" y="3381"/>
                        <a:pt x="53" y="3147"/>
                        <a:pt x="53" y="2893"/>
                      </a:cubicBezTo>
                      <a:lnTo>
                        <a:pt x="53" y="2085"/>
                      </a:lnTo>
                      <a:cubicBezTo>
                        <a:pt x="37" y="925"/>
                        <a:pt x="21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3" name="Google Shape;5793;p71">
                  <a:extLst>
                    <a:ext uri="{FF2B5EF4-FFF2-40B4-BE49-F238E27FC236}">
                      <a16:creationId xmlns:a16="http://schemas.microsoft.com/office/drawing/2014/main" id="{F60D2B07-31BF-421C-5344-D0ABCD8E81C8}"/>
                    </a:ext>
                  </a:extLst>
                </p:cNvPr>
                <p:cNvSpPr/>
                <p:nvPr/>
              </p:nvSpPr>
              <p:spPr>
                <a:xfrm>
                  <a:off x="2819070" y="1368993"/>
                  <a:ext cx="16985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35" extrusionOk="0">
                      <a:moveTo>
                        <a:pt x="170" y="1"/>
                      </a:moveTo>
                      <a:cubicBezTo>
                        <a:pt x="170" y="1"/>
                        <a:pt x="154" y="1"/>
                        <a:pt x="138" y="17"/>
                      </a:cubicBezTo>
                      <a:cubicBezTo>
                        <a:pt x="122" y="17"/>
                        <a:pt x="85" y="33"/>
                        <a:pt x="69" y="49"/>
                      </a:cubicBezTo>
                      <a:cubicBezTo>
                        <a:pt x="21" y="102"/>
                        <a:pt x="0" y="134"/>
                        <a:pt x="0" y="134"/>
                      </a:cubicBezTo>
                      <a:cubicBezTo>
                        <a:pt x="0" y="134"/>
                        <a:pt x="53" y="118"/>
                        <a:pt x="85" y="82"/>
                      </a:cubicBezTo>
                      <a:cubicBezTo>
                        <a:pt x="122" y="65"/>
                        <a:pt x="138" y="33"/>
                        <a:pt x="154" y="33"/>
                      </a:cubicBezTo>
                      <a:cubicBezTo>
                        <a:pt x="154" y="17"/>
                        <a:pt x="170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4" name="Google Shape;5794;p71">
                  <a:extLst>
                    <a:ext uri="{FF2B5EF4-FFF2-40B4-BE49-F238E27FC236}">
                      <a16:creationId xmlns:a16="http://schemas.microsoft.com/office/drawing/2014/main" id="{AE020EB3-FA24-7AD2-C6FD-893C19DC2E97}"/>
                    </a:ext>
                  </a:extLst>
                </p:cNvPr>
                <p:cNvSpPr/>
                <p:nvPr/>
              </p:nvSpPr>
              <p:spPr>
                <a:xfrm>
                  <a:off x="2839134" y="1373859"/>
                  <a:ext cx="85519" cy="25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" h="255" extrusionOk="0">
                      <a:moveTo>
                        <a:pt x="0" y="0"/>
                      </a:moveTo>
                      <a:cubicBezTo>
                        <a:pt x="0" y="16"/>
                        <a:pt x="21" y="16"/>
                        <a:pt x="37" y="33"/>
                      </a:cubicBezTo>
                      <a:cubicBezTo>
                        <a:pt x="53" y="33"/>
                        <a:pt x="69" y="33"/>
                        <a:pt x="85" y="53"/>
                      </a:cubicBezTo>
                      <a:cubicBezTo>
                        <a:pt x="170" y="85"/>
                        <a:pt x="287" y="101"/>
                        <a:pt x="404" y="134"/>
                      </a:cubicBezTo>
                      <a:cubicBezTo>
                        <a:pt x="542" y="154"/>
                        <a:pt x="643" y="186"/>
                        <a:pt x="727" y="202"/>
                      </a:cubicBezTo>
                      <a:cubicBezTo>
                        <a:pt x="744" y="202"/>
                        <a:pt x="760" y="218"/>
                        <a:pt x="776" y="218"/>
                      </a:cubicBezTo>
                      <a:cubicBezTo>
                        <a:pt x="792" y="218"/>
                        <a:pt x="808" y="235"/>
                        <a:pt x="828" y="235"/>
                      </a:cubicBezTo>
                      <a:cubicBezTo>
                        <a:pt x="808" y="218"/>
                        <a:pt x="808" y="218"/>
                        <a:pt x="792" y="218"/>
                      </a:cubicBezTo>
                      <a:cubicBezTo>
                        <a:pt x="776" y="202"/>
                        <a:pt x="760" y="202"/>
                        <a:pt x="744" y="186"/>
                      </a:cubicBezTo>
                      <a:cubicBezTo>
                        <a:pt x="659" y="154"/>
                        <a:pt x="542" y="134"/>
                        <a:pt x="425" y="101"/>
                      </a:cubicBezTo>
                      <a:cubicBezTo>
                        <a:pt x="287" y="85"/>
                        <a:pt x="170" y="53"/>
                        <a:pt x="101" y="33"/>
                      </a:cubicBezTo>
                      <a:cubicBezTo>
                        <a:pt x="69" y="33"/>
                        <a:pt x="53" y="16"/>
                        <a:pt x="37" y="16"/>
                      </a:cubicBezTo>
                      <a:cubicBezTo>
                        <a:pt x="21" y="16"/>
                        <a:pt x="21" y="0"/>
                        <a:pt x="0" y="0"/>
                      </a:cubicBezTo>
                      <a:close/>
                      <a:moveTo>
                        <a:pt x="828" y="235"/>
                      </a:moveTo>
                      <a:cubicBezTo>
                        <a:pt x="845" y="255"/>
                        <a:pt x="861" y="255"/>
                        <a:pt x="861" y="255"/>
                      </a:cubicBezTo>
                      <a:cubicBezTo>
                        <a:pt x="861" y="255"/>
                        <a:pt x="845" y="235"/>
                        <a:pt x="828" y="23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5" name="Google Shape;5795;p71">
                  <a:extLst>
                    <a:ext uri="{FF2B5EF4-FFF2-40B4-BE49-F238E27FC236}">
                      <a16:creationId xmlns:a16="http://schemas.microsoft.com/office/drawing/2014/main" id="{476E2239-65BD-EC65-D728-A9DC9FF51FCC}"/>
                    </a:ext>
                  </a:extLst>
                </p:cNvPr>
                <p:cNvSpPr/>
                <p:nvPr/>
              </p:nvSpPr>
              <p:spPr>
                <a:xfrm>
                  <a:off x="2819070" y="1382302"/>
                  <a:ext cx="95551" cy="23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" h="235" extrusionOk="0">
                      <a:moveTo>
                        <a:pt x="0" y="0"/>
                      </a:moveTo>
                      <a:cubicBezTo>
                        <a:pt x="0" y="0"/>
                        <a:pt x="53" y="16"/>
                        <a:pt x="154" y="32"/>
                      </a:cubicBezTo>
                      <a:cubicBezTo>
                        <a:pt x="239" y="49"/>
                        <a:pt x="356" y="85"/>
                        <a:pt x="489" y="117"/>
                      </a:cubicBezTo>
                      <a:cubicBezTo>
                        <a:pt x="606" y="150"/>
                        <a:pt x="728" y="170"/>
                        <a:pt x="829" y="202"/>
                      </a:cubicBezTo>
                      <a:cubicBezTo>
                        <a:pt x="909" y="218"/>
                        <a:pt x="962" y="234"/>
                        <a:pt x="962" y="234"/>
                      </a:cubicBezTo>
                      <a:cubicBezTo>
                        <a:pt x="962" y="234"/>
                        <a:pt x="909" y="202"/>
                        <a:pt x="829" y="186"/>
                      </a:cubicBezTo>
                      <a:cubicBezTo>
                        <a:pt x="744" y="150"/>
                        <a:pt x="627" y="117"/>
                        <a:pt x="489" y="85"/>
                      </a:cubicBezTo>
                      <a:cubicBezTo>
                        <a:pt x="356" y="49"/>
                        <a:pt x="239" y="32"/>
                        <a:pt x="154" y="16"/>
                      </a:cubicBezTo>
                      <a:cubicBezTo>
                        <a:pt x="69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6" name="Google Shape;5796;p71">
                  <a:extLst>
                    <a:ext uri="{FF2B5EF4-FFF2-40B4-BE49-F238E27FC236}">
                      <a16:creationId xmlns:a16="http://schemas.microsoft.com/office/drawing/2014/main" id="{EE0C5201-866C-D6D1-F56F-8DBFA5C800BE}"/>
                    </a:ext>
                  </a:extLst>
                </p:cNvPr>
                <p:cNvSpPr/>
                <p:nvPr/>
              </p:nvSpPr>
              <p:spPr>
                <a:xfrm>
                  <a:off x="2907767" y="1399088"/>
                  <a:ext cx="13707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82" extrusionOk="0">
                      <a:moveTo>
                        <a:pt x="101" y="1"/>
                      </a:moveTo>
                      <a:cubicBezTo>
                        <a:pt x="85" y="1"/>
                        <a:pt x="69" y="17"/>
                        <a:pt x="53" y="17"/>
                      </a:cubicBezTo>
                      <a:cubicBezTo>
                        <a:pt x="16" y="49"/>
                        <a:pt x="0" y="82"/>
                        <a:pt x="0" y="82"/>
                      </a:cubicBezTo>
                      <a:cubicBezTo>
                        <a:pt x="0" y="82"/>
                        <a:pt x="36" y="65"/>
                        <a:pt x="69" y="49"/>
                      </a:cubicBezTo>
                      <a:cubicBezTo>
                        <a:pt x="85" y="33"/>
                        <a:pt x="101" y="17"/>
                        <a:pt x="117" y="17"/>
                      </a:cubicBezTo>
                      <a:cubicBezTo>
                        <a:pt x="117" y="1"/>
                        <a:pt x="137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7" name="Google Shape;5797;p71">
                  <a:extLst>
                    <a:ext uri="{FF2B5EF4-FFF2-40B4-BE49-F238E27FC236}">
                      <a16:creationId xmlns:a16="http://schemas.microsoft.com/office/drawing/2014/main" id="{1D4FAD73-2C6F-9028-63E4-2C2AF2DEEEC5}"/>
                    </a:ext>
                  </a:extLst>
                </p:cNvPr>
                <p:cNvSpPr/>
                <p:nvPr/>
              </p:nvSpPr>
              <p:spPr>
                <a:xfrm>
                  <a:off x="2837545" y="960965"/>
                  <a:ext cx="88697" cy="34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" h="352" extrusionOk="0">
                      <a:moveTo>
                        <a:pt x="0" y="0"/>
                      </a:moveTo>
                      <a:cubicBezTo>
                        <a:pt x="16" y="17"/>
                        <a:pt x="53" y="17"/>
                        <a:pt x="101" y="33"/>
                      </a:cubicBezTo>
                      <a:cubicBezTo>
                        <a:pt x="186" y="69"/>
                        <a:pt x="287" y="134"/>
                        <a:pt x="420" y="186"/>
                      </a:cubicBezTo>
                      <a:cubicBezTo>
                        <a:pt x="558" y="235"/>
                        <a:pt x="675" y="287"/>
                        <a:pt x="760" y="303"/>
                      </a:cubicBezTo>
                      <a:cubicBezTo>
                        <a:pt x="844" y="336"/>
                        <a:pt x="893" y="352"/>
                        <a:pt x="893" y="352"/>
                      </a:cubicBezTo>
                      <a:cubicBezTo>
                        <a:pt x="893" y="352"/>
                        <a:pt x="844" y="320"/>
                        <a:pt x="760" y="287"/>
                      </a:cubicBezTo>
                      <a:cubicBezTo>
                        <a:pt x="675" y="251"/>
                        <a:pt x="558" y="219"/>
                        <a:pt x="441" y="170"/>
                      </a:cubicBezTo>
                      <a:cubicBezTo>
                        <a:pt x="303" y="101"/>
                        <a:pt x="186" y="49"/>
                        <a:pt x="101" y="17"/>
                      </a:cubicBezTo>
                      <a:cubicBezTo>
                        <a:pt x="53" y="17"/>
                        <a:pt x="16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8" name="Google Shape;5798;p71">
                  <a:extLst>
                    <a:ext uri="{FF2B5EF4-FFF2-40B4-BE49-F238E27FC236}">
                      <a16:creationId xmlns:a16="http://schemas.microsoft.com/office/drawing/2014/main" id="{AE398790-3CCB-569F-6715-6BEF1B1FBB2D}"/>
                    </a:ext>
                  </a:extLst>
                </p:cNvPr>
                <p:cNvSpPr/>
                <p:nvPr/>
              </p:nvSpPr>
              <p:spPr>
                <a:xfrm>
                  <a:off x="2917799" y="995829"/>
                  <a:ext cx="11720" cy="39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3993" extrusionOk="0">
                      <a:moveTo>
                        <a:pt x="53" y="1"/>
                      </a:moveTo>
                      <a:cubicBezTo>
                        <a:pt x="53" y="1"/>
                        <a:pt x="53" y="21"/>
                        <a:pt x="69" y="37"/>
                      </a:cubicBezTo>
                      <a:cubicBezTo>
                        <a:pt x="69" y="21"/>
                        <a:pt x="53" y="1"/>
                        <a:pt x="53" y="1"/>
                      </a:cubicBezTo>
                      <a:close/>
                      <a:moveTo>
                        <a:pt x="69" y="38"/>
                      </a:moveTo>
                      <a:lnTo>
                        <a:pt x="69" y="38"/>
                      </a:lnTo>
                      <a:cubicBezTo>
                        <a:pt x="69" y="70"/>
                        <a:pt x="85" y="102"/>
                        <a:pt x="85" y="154"/>
                      </a:cubicBezTo>
                      <a:cubicBezTo>
                        <a:pt x="101" y="255"/>
                        <a:pt x="117" y="405"/>
                        <a:pt x="101" y="591"/>
                      </a:cubicBezTo>
                      <a:cubicBezTo>
                        <a:pt x="101" y="692"/>
                        <a:pt x="85" y="793"/>
                        <a:pt x="85" y="894"/>
                      </a:cubicBezTo>
                      <a:cubicBezTo>
                        <a:pt x="69" y="995"/>
                        <a:pt x="69" y="1112"/>
                        <a:pt x="69" y="1249"/>
                      </a:cubicBezTo>
                      <a:cubicBezTo>
                        <a:pt x="53" y="1366"/>
                        <a:pt x="53" y="1500"/>
                        <a:pt x="53" y="1617"/>
                      </a:cubicBezTo>
                      <a:lnTo>
                        <a:pt x="53" y="2041"/>
                      </a:lnTo>
                      <a:cubicBezTo>
                        <a:pt x="36" y="2324"/>
                        <a:pt x="36" y="2594"/>
                        <a:pt x="16" y="2829"/>
                      </a:cubicBezTo>
                      <a:lnTo>
                        <a:pt x="16" y="3184"/>
                      </a:lnTo>
                      <a:lnTo>
                        <a:pt x="16" y="3334"/>
                      </a:lnTo>
                      <a:lnTo>
                        <a:pt x="16" y="3487"/>
                      </a:lnTo>
                      <a:cubicBezTo>
                        <a:pt x="0" y="3673"/>
                        <a:pt x="0" y="3822"/>
                        <a:pt x="0" y="3923"/>
                      </a:cubicBezTo>
                      <a:cubicBezTo>
                        <a:pt x="0" y="3960"/>
                        <a:pt x="16" y="3976"/>
                        <a:pt x="16" y="3992"/>
                      </a:cubicBezTo>
                      <a:lnTo>
                        <a:pt x="16" y="3923"/>
                      </a:lnTo>
                      <a:cubicBezTo>
                        <a:pt x="0" y="3822"/>
                        <a:pt x="16" y="3673"/>
                        <a:pt x="36" y="3487"/>
                      </a:cubicBezTo>
                      <a:lnTo>
                        <a:pt x="36" y="3334"/>
                      </a:lnTo>
                      <a:lnTo>
                        <a:pt x="36" y="3184"/>
                      </a:lnTo>
                      <a:cubicBezTo>
                        <a:pt x="53" y="3083"/>
                        <a:pt x="53" y="2966"/>
                        <a:pt x="53" y="2829"/>
                      </a:cubicBezTo>
                      <a:cubicBezTo>
                        <a:pt x="69" y="2594"/>
                        <a:pt x="69" y="2324"/>
                        <a:pt x="69" y="2041"/>
                      </a:cubicBezTo>
                      <a:cubicBezTo>
                        <a:pt x="85" y="1904"/>
                        <a:pt x="85" y="1754"/>
                        <a:pt x="85" y="1637"/>
                      </a:cubicBezTo>
                      <a:lnTo>
                        <a:pt x="85" y="1249"/>
                      </a:lnTo>
                      <a:cubicBezTo>
                        <a:pt x="85" y="1112"/>
                        <a:pt x="101" y="1011"/>
                        <a:pt x="101" y="894"/>
                      </a:cubicBezTo>
                      <a:cubicBezTo>
                        <a:pt x="101" y="793"/>
                        <a:pt x="117" y="692"/>
                        <a:pt x="117" y="591"/>
                      </a:cubicBezTo>
                      <a:cubicBezTo>
                        <a:pt x="117" y="405"/>
                        <a:pt x="117" y="255"/>
                        <a:pt x="101" y="154"/>
                      </a:cubicBezTo>
                      <a:cubicBezTo>
                        <a:pt x="85" y="102"/>
                        <a:pt x="69" y="70"/>
                        <a:pt x="69" y="3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799" name="Google Shape;5799;p71">
                  <a:extLst>
                    <a:ext uri="{FF2B5EF4-FFF2-40B4-BE49-F238E27FC236}">
                      <a16:creationId xmlns:a16="http://schemas.microsoft.com/office/drawing/2014/main" id="{8368DBD5-338F-B4B8-674A-3AE849F9248E}"/>
                    </a:ext>
                  </a:extLst>
                </p:cNvPr>
                <p:cNvSpPr/>
                <p:nvPr/>
              </p:nvSpPr>
              <p:spPr>
                <a:xfrm>
                  <a:off x="2941439" y="924017"/>
                  <a:ext cx="217124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" h="1011" extrusionOk="0">
                      <a:moveTo>
                        <a:pt x="0" y="1"/>
                      </a:moveTo>
                      <a:cubicBezTo>
                        <a:pt x="17" y="17"/>
                        <a:pt x="17" y="17"/>
                        <a:pt x="33" y="17"/>
                      </a:cubicBezTo>
                      <a:cubicBezTo>
                        <a:pt x="17" y="17"/>
                        <a:pt x="17" y="1"/>
                        <a:pt x="0" y="1"/>
                      </a:cubicBezTo>
                      <a:close/>
                      <a:moveTo>
                        <a:pt x="33" y="17"/>
                      </a:moveTo>
                      <a:cubicBezTo>
                        <a:pt x="49" y="37"/>
                        <a:pt x="101" y="53"/>
                        <a:pt x="166" y="86"/>
                      </a:cubicBezTo>
                      <a:cubicBezTo>
                        <a:pt x="235" y="118"/>
                        <a:pt x="320" y="154"/>
                        <a:pt x="404" y="203"/>
                      </a:cubicBezTo>
                      <a:cubicBezTo>
                        <a:pt x="505" y="255"/>
                        <a:pt x="606" y="320"/>
                        <a:pt x="724" y="389"/>
                      </a:cubicBezTo>
                      <a:cubicBezTo>
                        <a:pt x="841" y="441"/>
                        <a:pt x="974" y="490"/>
                        <a:pt x="1111" y="558"/>
                      </a:cubicBezTo>
                      <a:cubicBezTo>
                        <a:pt x="1192" y="591"/>
                        <a:pt x="1277" y="623"/>
                        <a:pt x="1346" y="659"/>
                      </a:cubicBezTo>
                      <a:cubicBezTo>
                        <a:pt x="1431" y="675"/>
                        <a:pt x="1495" y="708"/>
                        <a:pt x="1564" y="744"/>
                      </a:cubicBezTo>
                      <a:cubicBezTo>
                        <a:pt x="1717" y="793"/>
                        <a:pt x="1834" y="861"/>
                        <a:pt x="1935" y="910"/>
                      </a:cubicBezTo>
                      <a:cubicBezTo>
                        <a:pt x="1984" y="926"/>
                        <a:pt x="2036" y="962"/>
                        <a:pt x="2085" y="978"/>
                      </a:cubicBezTo>
                      <a:cubicBezTo>
                        <a:pt x="2121" y="978"/>
                        <a:pt x="2154" y="995"/>
                        <a:pt x="2186" y="1011"/>
                      </a:cubicBezTo>
                      <a:cubicBezTo>
                        <a:pt x="2170" y="995"/>
                        <a:pt x="2121" y="978"/>
                        <a:pt x="2085" y="962"/>
                      </a:cubicBezTo>
                      <a:cubicBezTo>
                        <a:pt x="2036" y="946"/>
                        <a:pt x="2000" y="926"/>
                        <a:pt x="1952" y="894"/>
                      </a:cubicBezTo>
                      <a:cubicBezTo>
                        <a:pt x="1851" y="845"/>
                        <a:pt x="1717" y="776"/>
                        <a:pt x="1580" y="708"/>
                      </a:cubicBezTo>
                      <a:cubicBezTo>
                        <a:pt x="1515" y="692"/>
                        <a:pt x="1447" y="659"/>
                        <a:pt x="1362" y="623"/>
                      </a:cubicBezTo>
                      <a:cubicBezTo>
                        <a:pt x="1293" y="591"/>
                        <a:pt x="1212" y="558"/>
                        <a:pt x="1128" y="522"/>
                      </a:cubicBezTo>
                      <a:cubicBezTo>
                        <a:pt x="990" y="473"/>
                        <a:pt x="857" y="405"/>
                        <a:pt x="740" y="356"/>
                      </a:cubicBezTo>
                      <a:cubicBezTo>
                        <a:pt x="623" y="304"/>
                        <a:pt x="505" y="239"/>
                        <a:pt x="421" y="187"/>
                      </a:cubicBezTo>
                      <a:cubicBezTo>
                        <a:pt x="320" y="138"/>
                        <a:pt x="235" y="102"/>
                        <a:pt x="166" y="69"/>
                      </a:cubicBezTo>
                      <a:cubicBezTo>
                        <a:pt x="101" y="53"/>
                        <a:pt x="49" y="17"/>
                        <a:pt x="33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0" name="Google Shape;5800;p71">
                  <a:extLst>
                    <a:ext uri="{FF2B5EF4-FFF2-40B4-BE49-F238E27FC236}">
                      <a16:creationId xmlns:a16="http://schemas.microsoft.com/office/drawing/2014/main" id="{82629B51-697F-F603-F5F1-A0B7DD88323B}"/>
                    </a:ext>
                  </a:extLst>
                </p:cNvPr>
                <p:cNvSpPr/>
                <p:nvPr/>
              </p:nvSpPr>
              <p:spPr>
                <a:xfrm>
                  <a:off x="3160152" y="1029599"/>
                  <a:ext cx="6853" cy="270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2727" extrusionOk="0">
                      <a:moveTo>
                        <a:pt x="53" y="0"/>
                      </a:moveTo>
                      <a:lnTo>
                        <a:pt x="53" y="420"/>
                      </a:lnTo>
                      <a:cubicBezTo>
                        <a:pt x="53" y="554"/>
                        <a:pt x="53" y="707"/>
                        <a:pt x="36" y="873"/>
                      </a:cubicBezTo>
                      <a:lnTo>
                        <a:pt x="36" y="1127"/>
                      </a:lnTo>
                      <a:cubicBezTo>
                        <a:pt x="20" y="1228"/>
                        <a:pt x="20" y="1313"/>
                        <a:pt x="20" y="1414"/>
                      </a:cubicBezTo>
                      <a:lnTo>
                        <a:pt x="20" y="1564"/>
                      </a:lnTo>
                      <a:cubicBezTo>
                        <a:pt x="20" y="1616"/>
                        <a:pt x="0" y="1648"/>
                        <a:pt x="0" y="1701"/>
                      </a:cubicBezTo>
                      <a:lnTo>
                        <a:pt x="0" y="1968"/>
                      </a:lnTo>
                      <a:lnTo>
                        <a:pt x="0" y="2206"/>
                      </a:lnTo>
                      <a:cubicBezTo>
                        <a:pt x="0" y="2287"/>
                        <a:pt x="20" y="2355"/>
                        <a:pt x="20" y="2424"/>
                      </a:cubicBezTo>
                      <a:lnTo>
                        <a:pt x="20" y="2590"/>
                      </a:lnTo>
                      <a:lnTo>
                        <a:pt x="20" y="2727"/>
                      </a:lnTo>
                      <a:cubicBezTo>
                        <a:pt x="20" y="2691"/>
                        <a:pt x="20" y="2642"/>
                        <a:pt x="36" y="2590"/>
                      </a:cubicBezTo>
                      <a:lnTo>
                        <a:pt x="36" y="2424"/>
                      </a:lnTo>
                      <a:lnTo>
                        <a:pt x="36" y="2206"/>
                      </a:lnTo>
                      <a:lnTo>
                        <a:pt x="36" y="1968"/>
                      </a:lnTo>
                      <a:lnTo>
                        <a:pt x="36" y="1701"/>
                      </a:lnTo>
                      <a:lnTo>
                        <a:pt x="36" y="1564"/>
                      </a:lnTo>
                      <a:cubicBezTo>
                        <a:pt x="53" y="1515"/>
                        <a:pt x="53" y="1463"/>
                        <a:pt x="53" y="1414"/>
                      </a:cubicBezTo>
                      <a:lnTo>
                        <a:pt x="53" y="1127"/>
                      </a:lnTo>
                      <a:cubicBezTo>
                        <a:pt x="69" y="1042"/>
                        <a:pt x="69" y="958"/>
                        <a:pt x="69" y="873"/>
                      </a:cubicBezTo>
                      <a:lnTo>
                        <a:pt x="69" y="420"/>
                      </a:lnTo>
                      <a:cubicBezTo>
                        <a:pt x="53" y="166"/>
                        <a:pt x="53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1" name="Google Shape;5801;p71">
                  <a:extLst>
                    <a:ext uri="{FF2B5EF4-FFF2-40B4-BE49-F238E27FC236}">
                      <a16:creationId xmlns:a16="http://schemas.microsoft.com/office/drawing/2014/main" id="{D454E8BC-A2AA-EB31-D2FC-193CA5715560}"/>
                    </a:ext>
                  </a:extLst>
                </p:cNvPr>
                <p:cNvSpPr/>
                <p:nvPr/>
              </p:nvSpPr>
              <p:spPr>
                <a:xfrm>
                  <a:off x="3158464" y="1330454"/>
                  <a:ext cx="6953" cy="259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2611" extrusionOk="0">
                      <a:moveTo>
                        <a:pt x="37" y="1"/>
                      </a:moveTo>
                      <a:cubicBezTo>
                        <a:pt x="17" y="33"/>
                        <a:pt x="37" y="86"/>
                        <a:pt x="37" y="134"/>
                      </a:cubicBezTo>
                      <a:lnTo>
                        <a:pt x="37" y="1"/>
                      </a:lnTo>
                      <a:close/>
                      <a:moveTo>
                        <a:pt x="37" y="134"/>
                      </a:moveTo>
                      <a:lnTo>
                        <a:pt x="37" y="203"/>
                      </a:lnTo>
                      <a:lnTo>
                        <a:pt x="37" y="288"/>
                      </a:lnTo>
                      <a:cubicBezTo>
                        <a:pt x="17" y="421"/>
                        <a:pt x="17" y="554"/>
                        <a:pt x="17" y="724"/>
                      </a:cubicBezTo>
                      <a:cubicBezTo>
                        <a:pt x="17" y="756"/>
                        <a:pt x="1" y="809"/>
                        <a:pt x="1" y="841"/>
                      </a:cubicBezTo>
                      <a:lnTo>
                        <a:pt x="1" y="910"/>
                      </a:lnTo>
                      <a:lnTo>
                        <a:pt x="1" y="975"/>
                      </a:lnTo>
                      <a:lnTo>
                        <a:pt x="1" y="1245"/>
                      </a:lnTo>
                      <a:cubicBezTo>
                        <a:pt x="17" y="1447"/>
                        <a:pt x="17" y="1617"/>
                        <a:pt x="37" y="1782"/>
                      </a:cubicBezTo>
                      <a:lnTo>
                        <a:pt x="37" y="1904"/>
                      </a:lnTo>
                      <a:lnTo>
                        <a:pt x="37" y="1952"/>
                      </a:lnTo>
                      <a:lnTo>
                        <a:pt x="37" y="2005"/>
                      </a:lnTo>
                      <a:cubicBezTo>
                        <a:pt x="37" y="2053"/>
                        <a:pt x="53" y="2085"/>
                        <a:pt x="53" y="2122"/>
                      </a:cubicBezTo>
                      <a:lnTo>
                        <a:pt x="53" y="2207"/>
                      </a:lnTo>
                      <a:cubicBezTo>
                        <a:pt x="70" y="2186"/>
                        <a:pt x="70" y="2154"/>
                        <a:pt x="70" y="2122"/>
                      </a:cubicBezTo>
                      <a:lnTo>
                        <a:pt x="70" y="2005"/>
                      </a:lnTo>
                      <a:lnTo>
                        <a:pt x="70" y="1952"/>
                      </a:lnTo>
                      <a:lnTo>
                        <a:pt x="70" y="1904"/>
                      </a:lnTo>
                      <a:cubicBezTo>
                        <a:pt x="70" y="1867"/>
                        <a:pt x="70" y="1819"/>
                        <a:pt x="53" y="1782"/>
                      </a:cubicBezTo>
                      <a:cubicBezTo>
                        <a:pt x="53" y="1617"/>
                        <a:pt x="53" y="1447"/>
                        <a:pt x="37" y="1245"/>
                      </a:cubicBezTo>
                      <a:lnTo>
                        <a:pt x="37" y="975"/>
                      </a:lnTo>
                      <a:lnTo>
                        <a:pt x="37" y="910"/>
                      </a:lnTo>
                      <a:lnTo>
                        <a:pt x="37" y="857"/>
                      </a:lnTo>
                      <a:lnTo>
                        <a:pt x="37" y="724"/>
                      </a:lnTo>
                      <a:cubicBezTo>
                        <a:pt x="53" y="554"/>
                        <a:pt x="53" y="421"/>
                        <a:pt x="53" y="288"/>
                      </a:cubicBezTo>
                      <a:lnTo>
                        <a:pt x="53" y="203"/>
                      </a:lnTo>
                      <a:cubicBezTo>
                        <a:pt x="53" y="187"/>
                        <a:pt x="37" y="150"/>
                        <a:pt x="37" y="134"/>
                      </a:cubicBezTo>
                      <a:close/>
                      <a:moveTo>
                        <a:pt x="53" y="2207"/>
                      </a:moveTo>
                      <a:cubicBezTo>
                        <a:pt x="37" y="2340"/>
                        <a:pt x="37" y="2441"/>
                        <a:pt x="37" y="2510"/>
                      </a:cubicBezTo>
                      <a:lnTo>
                        <a:pt x="37" y="2611"/>
                      </a:lnTo>
                      <a:cubicBezTo>
                        <a:pt x="37" y="2611"/>
                        <a:pt x="37" y="2574"/>
                        <a:pt x="53" y="2510"/>
                      </a:cubicBezTo>
                      <a:lnTo>
                        <a:pt x="53" y="220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2" name="Google Shape;5802;p71">
                  <a:extLst>
                    <a:ext uri="{FF2B5EF4-FFF2-40B4-BE49-F238E27FC236}">
                      <a16:creationId xmlns:a16="http://schemas.microsoft.com/office/drawing/2014/main" id="{8DA5F809-AD2B-130E-6D94-BE792539E6A6}"/>
                    </a:ext>
                  </a:extLst>
                </p:cNvPr>
                <p:cNvSpPr/>
                <p:nvPr/>
              </p:nvSpPr>
              <p:spPr>
                <a:xfrm>
                  <a:off x="2702264" y="1942396"/>
                  <a:ext cx="534964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" h="102" extrusionOk="0">
                      <a:moveTo>
                        <a:pt x="5050" y="0"/>
                      </a:moveTo>
                      <a:cubicBezTo>
                        <a:pt x="5014" y="17"/>
                        <a:pt x="4966" y="17"/>
                        <a:pt x="4913" y="17"/>
                      </a:cubicBezTo>
                      <a:lnTo>
                        <a:pt x="5168" y="17"/>
                      </a:lnTo>
                      <a:cubicBezTo>
                        <a:pt x="5301" y="17"/>
                        <a:pt x="5386" y="0"/>
                        <a:pt x="5386" y="0"/>
                      </a:cubicBezTo>
                      <a:close/>
                      <a:moveTo>
                        <a:pt x="4578" y="17"/>
                      </a:moveTo>
                      <a:cubicBezTo>
                        <a:pt x="4244" y="28"/>
                        <a:pt x="3827" y="56"/>
                        <a:pt x="3354" y="56"/>
                      </a:cubicBezTo>
                      <a:cubicBezTo>
                        <a:pt x="3133" y="56"/>
                        <a:pt x="2901" y="49"/>
                        <a:pt x="2659" y="33"/>
                      </a:cubicBezTo>
                      <a:lnTo>
                        <a:pt x="2105" y="33"/>
                      </a:lnTo>
                      <a:cubicBezTo>
                        <a:pt x="1936" y="33"/>
                        <a:pt x="1766" y="49"/>
                        <a:pt x="1601" y="49"/>
                      </a:cubicBezTo>
                      <a:cubicBezTo>
                        <a:pt x="1277" y="65"/>
                        <a:pt x="974" y="85"/>
                        <a:pt x="740" y="85"/>
                      </a:cubicBezTo>
                      <a:lnTo>
                        <a:pt x="554" y="85"/>
                      </a:lnTo>
                      <a:cubicBezTo>
                        <a:pt x="506" y="85"/>
                        <a:pt x="453" y="65"/>
                        <a:pt x="405" y="65"/>
                      </a:cubicBezTo>
                      <a:cubicBezTo>
                        <a:pt x="304" y="65"/>
                        <a:pt x="219" y="49"/>
                        <a:pt x="150" y="49"/>
                      </a:cubicBezTo>
                      <a:cubicBezTo>
                        <a:pt x="86" y="49"/>
                        <a:pt x="33" y="65"/>
                        <a:pt x="1" y="65"/>
                      </a:cubicBezTo>
                      <a:lnTo>
                        <a:pt x="150" y="65"/>
                      </a:lnTo>
                      <a:cubicBezTo>
                        <a:pt x="219" y="65"/>
                        <a:pt x="304" y="65"/>
                        <a:pt x="405" y="85"/>
                      </a:cubicBezTo>
                      <a:cubicBezTo>
                        <a:pt x="453" y="85"/>
                        <a:pt x="506" y="85"/>
                        <a:pt x="554" y="101"/>
                      </a:cubicBezTo>
                      <a:lnTo>
                        <a:pt x="740" y="101"/>
                      </a:lnTo>
                      <a:cubicBezTo>
                        <a:pt x="974" y="101"/>
                        <a:pt x="1277" y="85"/>
                        <a:pt x="1601" y="85"/>
                      </a:cubicBezTo>
                      <a:cubicBezTo>
                        <a:pt x="1766" y="65"/>
                        <a:pt x="1936" y="65"/>
                        <a:pt x="2105" y="65"/>
                      </a:cubicBezTo>
                      <a:lnTo>
                        <a:pt x="2659" y="65"/>
                      </a:lnTo>
                      <a:cubicBezTo>
                        <a:pt x="2845" y="85"/>
                        <a:pt x="3031" y="85"/>
                        <a:pt x="3216" y="85"/>
                      </a:cubicBezTo>
                      <a:lnTo>
                        <a:pt x="3721" y="85"/>
                      </a:lnTo>
                      <a:cubicBezTo>
                        <a:pt x="4040" y="65"/>
                        <a:pt x="4343" y="49"/>
                        <a:pt x="4594" y="33"/>
                      </a:cubicBezTo>
                      <a:cubicBezTo>
                        <a:pt x="4711" y="33"/>
                        <a:pt x="4812" y="17"/>
                        <a:pt x="4913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3" name="Google Shape;5803;p71">
                  <a:extLst>
                    <a:ext uri="{FF2B5EF4-FFF2-40B4-BE49-F238E27FC236}">
                      <a16:creationId xmlns:a16="http://schemas.microsoft.com/office/drawing/2014/main" id="{9C2E7F2A-9240-64CC-726B-7B2F3E9D47EB}"/>
                    </a:ext>
                  </a:extLst>
                </p:cNvPr>
                <p:cNvSpPr/>
                <p:nvPr/>
              </p:nvSpPr>
              <p:spPr>
                <a:xfrm>
                  <a:off x="3264146" y="1937132"/>
                  <a:ext cx="58820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2" h="86" extrusionOk="0">
                      <a:moveTo>
                        <a:pt x="185" y="17"/>
                      </a:moveTo>
                      <a:cubicBezTo>
                        <a:pt x="101" y="17"/>
                        <a:pt x="48" y="17"/>
                        <a:pt x="0" y="37"/>
                      </a:cubicBezTo>
                      <a:lnTo>
                        <a:pt x="0" y="37"/>
                      </a:lnTo>
                      <a:cubicBezTo>
                        <a:pt x="24" y="27"/>
                        <a:pt x="49" y="22"/>
                        <a:pt x="79" y="22"/>
                      </a:cubicBezTo>
                      <a:cubicBezTo>
                        <a:pt x="108" y="22"/>
                        <a:pt x="143" y="27"/>
                        <a:pt x="185" y="37"/>
                      </a:cubicBezTo>
                      <a:cubicBezTo>
                        <a:pt x="250" y="37"/>
                        <a:pt x="351" y="37"/>
                        <a:pt x="452" y="53"/>
                      </a:cubicBezTo>
                      <a:cubicBezTo>
                        <a:pt x="351" y="37"/>
                        <a:pt x="250" y="17"/>
                        <a:pt x="185" y="17"/>
                      </a:cubicBezTo>
                      <a:close/>
                      <a:moveTo>
                        <a:pt x="5922" y="37"/>
                      </a:moveTo>
                      <a:cubicBezTo>
                        <a:pt x="5905" y="37"/>
                        <a:pt x="5889" y="53"/>
                        <a:pt x="5857" y="53"/>
                      </a:cubicBezTo>
                      <a:cubicBezTo>
                        <a:pt x="5889" y="53"/>
                        <a:pt x="5905" y="53"/>
                        <a:pt x="5922" y="37"/>
                      </a:cubicBezTo>
                      <a:close/>
                      <a:moveTo>
                        <a:pt x="3130" y="1"/>
                      </a:moveTo>
                      <a:cubicBezTo>
                        <a:pt x="3061" y="17"/>
                        <a:pt x="3013" y="17"/>
                        <a:pt x="2960" y="17"/>
                      </a:cubicBezTo>
                      <a:cubicBezTo>
                        <a:pt x="2758" y="17"/>
                        <a:pt x="2556" y="37"/>
                        <a:pt x="2354" y="37"/>
                      </a:cubicBezTo>
                      <a:cubicBezTo>
                        <a:pt x="2254" y="37"/>
                        <a:pt x="2153" y="53"/>
                        <a:pt x="2068" y="53"/>
                      </a:cubicBezTo>
                      <a:lnTo>
                        <a:pt x="1781" y="53"/>
                      </a:lnTo>
                      <a:cubicBezTo>
                        <a:pt x="1700" y="53"/>
                        <a:pt x="1615" y="70"/>
                        <a:pt x="1530" y="70"/>
                      </a:cubicBezTo>
                      <a:lnTo>
                        <a:pt x="823" y="70"/>
                      </a:lnTo>
                      <a:cubicBezTo>
                        <a:pt x="755" y="70"/>
                        <a:pt x="690" y="70"/>
                        <a:pt x="638" y="53"/>
                      </a:cubicBezTo>
                      <a:lnTo>
                        <a:pt x="452" y="53"/>
                      </a:lnTo>
                      <a:cubicBezTo>
                        <a:pt x="504" y="70"/>
                        <a:pt x="569" y="70"/>
                        <a:pt x="638" y="70"/>
                      </a:cubicBezTo>
                      <a:cubicBezTo>
                        <a:pt x="690" y="70"/>
                        <a:pt x="755" y="70"/>
                        <a:pt x="823" y="86"/>
                      </a:cubicBezTo>
                      <a:lnTo>
                        <a:pt x="2068" y="86"/>
                      </a:lnTo>
                      <a:cubicBezTo>
                        <a:pt x="2169" y="70"/>
                        <a:pt x="2254" y="70"/>
                        <a:pt x="2354" y="70"/>
                      </a:cubicBezTo>
                      <a:cubicBezTo>
                        <a:pt x="2556" y="70"/>
                        <a:pt x="2758" y="53"/>
                        <a:pt x="2960" y="53"/>
                      </a:cubicBezTo>
                      <a:cubicBezTo>
                        <a:pt x="3013" y="53"/>
                        <a:pt x="3061" y="37"/>
                        <a:pt x="3130" y="37"/>
                      </a:cubicBezTo>
                      <a:lnTo>
                        <a:pt x="4140" y="37"/>
                      </a:lnTo>
                      <a:cubicBezTo>
                        <a:pt x="4326" y="53"/>
                        <a:pt x="4491" y="53"/>
                        <a:pt x="4661" y="53"/>
                      </a:cubicBezTo>
                      <a:cubicBezTo>
                        <a:pt x="4811" y="53"/>
                        <a:pt x="4964" y="70"/>
                        <a:pt x="5097" y="70"/>
                      </a:cubicBezTo>
                      <a:cubicBezTo>
                        <a:pt x="5193" y="75"/>
                        <a:pt x="5281" y="77"/>
                        <a:pt x="5362" y="77"/>
                      </a:cubicBezTo>
                      <a:cubicBezTo>
                        <a:pt x="5522" y="77"/>
                        <a:pt x="5654" y="70"/>
                        <a:pt x="5756" y="70"/>
                      </a:cubicBezTo>
                      <a:cubicBezTo>
                        <a:pt x="5788" y="53"/>
                        <a:pt x="5821" y="53"/>
                        <a:pt x="5857" y="53"/>
                      </a:cubicBezTo>
                      <a:lnTo>
                        <a:pt x="5756" y="53"/>
                      </a:lnTo>
                      <a:cubicBezTo>
                        <a:pt x="5679" y="62"/>
                        <a:pt x="5586" y="66"/>
                        <a:pt x="5477" y="66"/>
                      </a:cubicBezTo>
                      <a:cubicBezTo>
                        <a:pt x="5367" y="66"/>
                        <a:pt x="5241" y="62"/>
                        <a:pt x="5097" y="53"/>
                      </a:cubicBezTo>
                      <a:cubicBezTo>
                        <a:pt x="4964" y="53"/>
                        <a:pt x="4811" y="37"/>
                        <a:pt x="4661" y="37"/>
                      </a:cubicBezTo>
                      <a:cubicBezTo>
                        <a:pt x="4491" y="17"/>
                        <a:pt x="4326" y="17"/>
                        <a:pt x="4140" y="17"/>
                      </a:cubicBezTo>
                      <a:cubicBezTo>
                        <a:pt x="3970" y="1"/>
                        <a:pt x="3768" y="1"/>
                        <a:pt x="35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4" name="Google Shape;5804;p71">
                  <a:extLst>
                    <a:ext uri="{FF2B5EF4-FFF2-40B4-BE49-F238E27FC236}">
                      <a16:creationId xmlns:a16="http://schemas.microsoft.com/office/drawing/2014/main" id="{6429C794-835F-6842-93D3-6F3192EBE596}"/>
                    </a:ext>
                  </a:extLst>
                </p:cNvPr>
                <p:cNvSpPr/>
                <p:nvPr/>
              </p:nvSpPr>
              <p:spPr>
                <a:xfrm>
                  <a:off x="3869134" y="1935344"/>
                  <a:ext cx="307808" cy="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9" h="56" extrusionOk="0">
                      <a:moveTo>
                        <a:pt x="33" y="35"/>
                      </a:moveTo>
                      <a:cubicBezTo>
                        <a:pt x="16" y="55"/>
                        <a:pt x="0" y="55"/>
                        <a:pt x="0" y="55"/>
                      </a:cubicBezTo>
                      <a:lnTo>
                        <a:pt x="33" y="55"/>
                      </a:lnTo>
                      <a:cubicBezTo>
                        <a:pt x="69" y="35"/>
                        <a:pt x="85" y="35"/>
                        <a:pt x="133" y="35"/>
                      </a:cubicBezTo>
                      <a:close/>
                      <a:moveTo>
                        <a:pt x="1471" y="0"/>
                      </a:moveTo>
                      <a:cubicBezTo>
                        <a:pt x="1175" y="0"/>
                        <a:pt x="909" y="30"/>
                        <a:pt x="680" y="30"/>
                      </a:cubicBezTo>
                      <a:cubicBezTo>
                        <a:pt x="607" y="30"/>
                        <a:pt x="538" y="27"/>
                        <a:pt x="473" y="19"/>
                      </a:cubicBezTo>
                      <a:cubicBezTo>
                        <a:pt x="335" y="19"/>
                        <a:pt x="218" y="19"/>
                        <a:pt x="133" y="35"/>
                      </a:cubicBezTo>
                      <a:cubicBezTo>
                        <a:pt x="162" y="30"/>
                        <a:pt x="194" y="28"/>
                        <a:pt x="229" y="28"/>
                      </a:cubicBezTo>
                      <a:cubicBezTo>
                        <a:pt x="299" y="28"/>
                        <a:pt x="381" y="35"/>
                        <a:pt x="473" y="35"/>
                      </a:cubicBezTo>
                      <a:cubicBezTo>
                        <a:pt x="554" y="45"/>
                        <a:pt x="643" y="48"/>
                        <a:pt x="737" y="48"/>
                      </a:cubicBezTo>
                      <a:cubicBezTo>
                        <a:pt x="946" y="48"/>
                        <a:pt x="1183" y="32"/>
                        <a:pt x="1435" y="32"/>
                      </a:cubicBezTo>
                      <a:cubicBezTo>
                        <a:pt x="1494" y="32"/>
                        <a:pt x="1555" y="33"/>
                        <a:pt x="1616" y="35"/>
                      </a:cubicBezTo>
                      <a:cubicBezTo>
                        <a:pt x="1834" y="35"/>
                        <a:pt x="2052" y="35"/>
                        <a:pt x="2238" y="55"/>
                      </a:cubicBezTo>
                      <a:lnTo>
                        <a:pt x="3099" y="55"/>
                      </a:lnTo>
                      <a:cubicBezTo>
                        <a:pt x="3014" y="35"/>
                        <a:pt x="2897" y="35"/>
                        <a:pt x="2759" y="35"/>
                      </a:cubicBezTo>
                      <a:cubicBezTo>
                        <a:pt x="2610" y="35"/>
                        <a:pt x="2440" y="35"/>
                        <a:pt x="2238" y="19"/>
                      </a:cubicBezTo>
                      <a:cubicBezTo>
                        <a:pt x="2052" y="19"/>
                        <a:pt x="1834" y="3"/>
                        <a:pt x="1616" y="3"/>
                      </a:cubicBezTo>
                      <a:cubicBezTo>
                        <a:pt x="1567" y="1"/>
                        <a:pt x="1519" y="0"/>
                        <a:pt x="14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5" name="Google Shape;5805;p71">
                  <a:extLst>
                    <a:ext uri="{FF2B5EF4-FFF2-40B4-BE49-F238E27FC236}">
                      <a16:creationId xmlns:a16="http://schemas.microsoft.com/office/drawing/2014/main" id="{BB03EC97-707C-434B-FD23-B42458982A7E}"/>
                    </a:ext>
                  </a:extLst>
                </p:cNvPr>
                <p:cNvSpPr/>
                <p:nvPr/>
              </p:nvSpPr>
              <p:spPr>
                <a:xfrm>
                  <a:off x="3008086" y="1616212"/>
                  <a:ext cx="5264" cy="3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3370" extrusionOk="0">
                      <a:moveTo>
                        <a:pt x="0" y="0"/>
                      </a:moveTo>
                      <a:lnTo>
                        <a:pt x="0" y="489"/>
                      </a:lnTo>
                      <a:lnTo>
                        <a:pt x="0" y="1026"/>
                      </a:lnTo>
                      <a:lnTo>
                        <a:pt x="0" y="1685"/>
                      </a:lnTo>
                      <a:cubicBezTo>
                        <a:pt x="0" y="1919"/>
                        <a:pt x="16" y="2137"/>
                        <a:pt x="16" y="2339"/>
                      </a:cubicBezTo>
                      <a:lnTo>
                        <a:pt x="16" y="2880"/>
                      </a:lnTo>
                      <a:cubicBezTo>
                        <a:pt x="36" y="3183"/>
                        <a:pt x="36" y="3369"/>
                        <a:pt x="36" y="3369"/>
                      </a:cubicBezTo>
                      <a:lnTo>
                        <a:pt x="36" y="2880"/>
                      </a:lnTo>
                      <a:cubicBezTo>
                        <a:pt x="53" y="2727"/>
                        <a:pt x="53" y="2541"/>
                        <a:pt x="53" y="2339"/>
                      </a:cubicBezTo>
                      <a:cubicBezTo>
                        <a:pt x="53" y="2137"/>
                        <a:pt x="36" y="1919"/>
                        <a:pt x="36" y="1685"/>
                      </a:cubicBezTo>
                      <a:cubicBezTo>
                        <a:pt x="36" y="1450"/>
                        <a:pt x="16" y="1228"/>
                        <a:pt x="16" y="1026"/>
                      </a:cubicBezTo>
                      <a:lnTo>
                        <a:pt x="16" y="489"/>
                      </a:lnTo>
                      <a:cubicBezTo>
                        <a:pt x="0" y="18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6" name="Google Shape;5806;p71">
                  <a:extLst>
                    <a:ext uri="{FF2B5EF4-FFF2-40B4-BE49-F238E27FC236}">
                      <a16:creationId xmlns:a16="http://schemas.microsoft.com/office/drawing/2014/main" id="{E17A677F-71E5-62A7-C074-6EB843106CF7}"/>
                    </a:ext>
                  </a:extLst>
                </p:cNvPr>
                <p:cNvSpPr/>
                <p:nvPr/>
              </p:nvSpPr>
              <p:spPr>
                <a:xfrm>
                  <a:off x="3763949" y="1616212"/>
                  <a:ext cx="8145" cy="327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301" extrusionOk="0">
                      <a:moveTo>
                        <a:pt x="49" y="0"/>
                      </a:moveTo>
                      <a:cubicBezTo>
                        <a:pt x="49" y="0"/>
                        <a:pt x="49" y="186"/>
                        <a:pt x="33" y="489"/>
                      </a:cubicBezTo>
                      <a:cubicBezTo>
                        <a:pt x="33" y="643"/>
                        <a:pt x="49" y="808"/>
                        <a:pt x="49" y="1010"/>
                      </a:cubicBezTo>
                      <a:lnTo>
                        <a:pt x="49" y="1652"/>
                      </a:lnTo>
                      <a:lnTo>
                        <a:pt x="49" y="1988"/>
                      </a:lnTo>
                      <a:lnTo>
                        <a:pt x="49" y="2291"/>
                      </a:lnTo>
                      <a:cubicBezTo>
                        <a:pt x="33" y="2493"/>
                        <a:pt x="17" y="2679"/>
                        <a:pt x="17" y="2828"/>
                      </a:cubicBezTo>
                      <a:cubicBezTo>
                        <a:pt x="1" y="2965"/>
                        <a:pt x="17" y="3099"/>
                        <a:pt x="17" y="3183"/>
                      </a:cubicBezTo>
                      <a:cubicBezTo>
                        <a:pt x="33" y="3248"/>
                        <a:pt x="49" y="3301"/>
                        <a:pt x="49" y="3301"/>
                      </a:cubicBezTo>
                      <a:cubicBezTo>
                        <a:pt x="49" y="3301"/>
                        <a:pt x="33" y="3248"/>
                        <a:pt x="33" y="3183"/>
                      </a:cubicBezTo>
                      <a:cubicBezTo>
                        <a:pt x="33" y="3099"/>
                        <a:pt x="17" y="2965"/>
                        <a:pt x="33" y="2828"/>
                      </a:cubicBezTo>
                      <a:cubicBezTo>
                        <a:pt x="33" y="2679"/>
                        <a:pt x="65" y="2493"/>
                        <a:pt x="65" y="2291"/>
                      </a:cubicBezTo>
                      <a:cubicBezTo>
                        <a:pt x="65" y="2206"/>
                        <a:pt x="65" y="2089"/>
                        <a:pt x="82" y="1988"/>
                      </a:cubicBezTo>
                      <a:lnTo>
                        <a:pt x="82" y="1652"/>
                      </a:lnTo>
                      <a:cubicBezTo>
                        <a:pt x="82" y="1430"/>
                        <a:pt x="82" y="1212"/>
                        <a:pt x="65" y="1010"/>
                      </a:cubicBezTo>
                      <a:cubicBezTo>
                        <a:pt x="65" y="808"/>
                        <a:pt x="65" y="643"/>
                        <a:pt x="49" y="489"/>
                      </a:cubicBez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7" name="Google Shape;5807;p71">
                  <a:extLst>
                    <a:ext uri="{FF2B5EF4-FFF2-40B4-BE49-F238E27FC236}">
                      <a16:creationId xmlns:a16="http://schemas.microsoft.com/office/drawing/2014/main" id="{6E7F5266-5D7B-233B-419A-158332D129CA}"/>
                    </a:ext>
                  </a:extLst>
                </p:cNvPr>
                <p:cNvSpPr/>
                <p:nvPr/>
              </p:nvSpPr>
              <p:spPr>
                <a:xfrm>
                  <a:off x="3011661" y="1609756"/>
                  <a:ext cx="367602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1" h="82" extrusionOk="0">
                      <a:moveTo>
                        <a:pt x="974" y="1"/>
                      </a:moveTo>
                      <a:cubicBezTo>
                        <a:pt x="925" y="17"/>
                        <a:pt x="873" y="17"/>
                        <a:pt x="825" y="17"/>
                      </a:cubicBezTo>
                      <a:cubicBezTo>
                        <a:pt x="724" y="33"/>
                        <a:pt x="639" y="33"/>
                        <a:pt x="554" y="33"/>
                      </a:cubicBezTo>
                      <a:cubicBezTo>
                        <a:pt x="384" y="33"/>
                        <a:pt x="235" y="49"/>
                        <a:pt x="150" y="49"/>
                      </a:cubicBezTo>
                      <a:cubicBezTo>
                        <a:pt x="118" y="49"/>
                        <a:pt x="91" y="56"/>
                        <a:pt x="67" y="56"/>
                      </a:cubicBezTo>
                      <a:cubicBezTo>
                        <a:pt x="55" y="56"/>
                        <a:pt x="44" y="54"/>
                        <a:pt x="33" y="49"/>
                      </a:cubicBezTo>
                      <a:lnTo>
                        <a:pt x="0" y="49"/>
                      </a:lnTo>
                      <a:cubicBezTo>
                        <a:pt x="0" y="49"/>
                        <a:pt x="17" y="49"/>
                        <a:pt x="33" y="65"/>
                      </a:cubicBezTo>
                      <a:lnTo>
                        <a:pt x="150" y="65"/>
                      </a:lnTo>
                      <a:cubicBezTo>
                        <a:pt x="235" y="49"/>
                        <a:pt x="384" y="49"/>
                        <a:pt x="554" y="49"/>
                      </a:cubicBezTo>
                      <a:cubicBezTo>
                        <a:pt x="639" y="49"/>
                        <a:pt x="724" y="49"/>
                        <a:pt x="825" y="33"/>
                      </a:cubicBezTo>
                      <a:lnTo>
                        <a:pt x="1144" y="33"/>
                      </a:lnTo>
                      <a:cubicBezTo>
                        <a:pt x="1362" y="33"/>
                        <a:pt x="1616" y="49"/>
                        <a:pt x="1867" y="65"/>
                      </a:cubicBezTo>
                      <a:lnTo>
                        <a:pt x="2255" y="65"/>
                      </a:lnTo>
                      <a:cubicBezTo>
                        <a:pt x="2372" y="65"/>
                        <a:pt x="2489" y="81"/>
                        <a:pt x="2606" y="81"/>
                      </a:cubicBezTo>
                      <a:lnTo>
                        <a:pt x="3434" y="81"/>
                      </a:lnTo>
                      <a:cubicBezTo>
                        <a:pt x="3365" y="65"/>
                        <a:pt x="3281" y="65"/>
                        <a:pt x="3196" y="65"/>
                      </a:cubicBezTo>
                      <a:cubicBezTo>
                        <a:pt x="3030" y="49"/>
                        <a:pt x="2828" y="49"/>
                        <a:pt x="2606" y="49"/>
                      </a:cubicBezTo>
                      <a:lnTo>
                        <a:pt x="2255" y="49"/>
                      </a:lnTo>
                      <a:cubicBezTo>
                        <a:pt x="2186" y="33"/>
                        <a:pt x="2121" y="33"/>
                        <a:pt x="2069" y="33"/>
                      </a:cubicBezTo>
                      <a:lnTo>
                        <a:pt x="1867" y="33"/>
                      </a:lnTo>
                      <a:cubicBezTo>
                        <a:pt x="1616" y="17"/>
                        <a:pt x="1362" y="1"/>
                        <a:pt x="1144" y="1"/>
                      </a:cubicBezTo>
                      <a:close/>
                      <a:moveTo>
                        <a:pt x="3600" y="65"/>
                      </a:moveTo>
                      <a:cubicBezTo>
                        <a:pt x="3551" y="65"/>
                        <a:pt x="3499" y="81"/>
                        <a:pt x="3434" y="81"/>
                      </a:cubicBezTo>
                      <a:lnTo>
                        <a:pt x="3600" y="81"/>
                      </a:lnTo>
                      <a:cubicBezTo>
                        <a:pt x="3617" y="76"/>
                        <a:pt x="3633" y="74"/>
                        <a:pt x="3646" y="74"/>
                      </a:cubicBezTo>
                      <a:cubicBezTo>
                        <a:pt x="3672" y="74"/>
                        <a:pt x="3690" y="81"/>
                        <a:pt x="3701" y="81"/>
                      </a:cubicBezTo>
                      <a:cubicBezTo>
                        <a:pt x="3685" y="65"/>
                        <a:pt x="3652" y="65"/>
                        <a:pt x="3600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8" name="Google Shape;5808;p71">
                  <a:extLst>
                    <a:ext uri="{FF2B5EF4-FFF2-40B4-BE49-F238E27FC236}">
                      <a16:creationId xmlns:a16="http://schemas.microsoft.com/office/drawing/2014/main" id="{B4BEFFBD-BE9E-6E26-9BB0-02EB3FCDA597}"/>
                    </a:ext>
                  </a:extLst>
                </p:cNvPr>
                <p:cNvSpPr/>
                <p:nvPr/>
              </p:nvSpPr>
              <p:spPr>
                <a:xfrm>
                  <a:off x="3390785" y="1612339"/>
                  <a:ext cx="363232" cy="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" h="56" extrusionOk="0">
                      <a:moveTo>
                        <a:pt x="3559" y="0"/>
                      </a:moveTo>
                      <a:cubicBezTo>
                        <a:pt x="3473" y="0"/>
                        <a:pt x="3370" y="12"/>
                        <a:pt x="3253" y="23"/>
                      </a:cubicBezTo>
                      <a:lnTo>
                        <a:pt x="2647" y="23"/>
                      </a:lnTo>
                      <a:cubicBezTo>
                        <a:pt x="2526" y="23"/>
                        <a:pt x="2409" y="7"/>
                        <a:pt x="2291" y="7"/>
                      </a:cubicBezTo>
                      <a:cubicBezTo>
                        <a:pt x="2158" y="23"/>
                        <a:pt x="2041" y="23"/>
                        <a:pt x="1904" y="23"/>
                      </a:cubicBezTo>
                      <a:cubicBezTo>
                        <a:pt x="845" y="23"/>
                        <a:pt x="1" y="55"/>
                        <a:pt x="1" y="55"/>
                      </a:cubicBezTo>
                      <a:lnTo>
                        <a:pt x="1904" y="55"/>
                      </a:lnTo>
                      <a:cubicBezTo>
                        <a:pt x="2041" y="39"/>
                        <a:pt x="2158" y="39"/>
                        <a:pt x="2291" y="39"/>
                      </a:cubicBezTo>
                      <a:lnTo>
                        <a:pt x="3253" y="39"/>
                      </a:lnTo>
                      <a:cubicBezTo>
                        <a:pt x="3418" y="23"/>
                        <a:pt x="3556" y="7"/>
                        <a:pt x="3657" y="7"/>
                      </a:cubicBezTo>
                      <a:cubicBezTo>
                        <a:pt x="3627" y="2"/>
                        <a:pt x="3595" y="0"/>
                        <a:pt x="35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09" name="Google Shape;5809;p71">
                  <a:extLst>
                    <a:ext uri="{FF2B5EF4-FFF2-40B4-BE49-F238E27FC236}">
                      <a16:creationId xmlns:a16="http://schemas.microsoft.com/office/drawing/2014/main" id="{D7E30A8D-F342-08A6-77D7-D75AD95EA4BC}"/>
                    </a:ext>
                  </a:extLst>
                </p:cNvPr>
                <p:cNvSpPr/>
                <p:nvPr/>
              </p:nvSpPr>
              <p:spPr>
                <a:xfrm>
                  <a:off x="3028149" y="1591282"/>
                  <a:ext cx="3675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68" extrusionOk="0">
                      <a:moveTo>
                        <a:pt x="16" y="1"/>
                      </a:moveTo>
                      <a:cubicBezTo>
                        <a:pt x="0" y="17"/>
                        <a:pt x="0" y="17"/>
                        <a:pt x="0" y="33"/>
                      </a:cubicBezTo>
                      <a:lnTo>
                        <a:pt x="0" y="134"/>
                      </a:lnTo>
                      <a:lnTo>
                        <a:pt x="0" y="187"/>
                      </a:lnTo>
                      <a:cubicBezTo>
                        <a:pt x="0" y="203"/>
                        <a:pt x="16" y="219"/>
                        <a:pt x="16" y="235"/>
                      </a:cubicBezTo>
                      <a:lnTo>
                        <a:pt x="16" y="267"/>
                      </a:lnTo>
                      <a:cubicBezTo>
                        <a:pt x="16" y="267"/>
                        <a:pt x="16" y="251"/>
                        <a:pt x="36" y="235"/>
                      </a:cubicBezTo>
                      <a:lnTo>
                        <a:pt x="36" y="187"/>
                      </a:lnTo>
                      <a:lnTo>
                        <a:pt x="36" y="134"/>
                      </a:lnTo>
                      <a:cubicBezTo>
                        <a:pt x="36" y="86"/>
                        <a:pt x="16" y="49"/>
                        <a:pt x="16" y="33"/>
                      </a:cubicBez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0" name="Google Shape;5810;p71">
                  <a:extLst>
                    <a:ext uri="{FF2B5EF4-FFF2-40B4-BE49-F238E27FC236}">
                      <a16:creationId xmlns:a16="http://schemas.microsoft.com/office/drawing/2014/main" id="{8DCDA4A2-305E-6DF2-90A7-7DED0D12AF19}"/>
                    </a:ext>
                  </a:extLst>
                </p:cNvPr>
                <p:cNvSpPr/>
                <p:nvPr/>
              </p:nvSpPr>
              <p:spPr>
                <a:xfrm>
                  <a:off x="3028149" y="1584528"/>
                  <a:ext cx="356378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8" h="69" extrusionOk="0">
                      <a:moveTo>
                        <a:pt x="1095" y="0"/>
                      </a:moveTo>
                      <a:cubicBezTo>
                        <a:pt x="877" y="16"/>
                        <a:pt x="691" y="16"/>
                        <a:pt x="521" y="32"/>
                      </a:cubicBezTo>
                      <a:cubicBezTo>
                        <a:pt x="202" y="53"/>
                        <a:pt x="0" y="53"/>
                        <a:pt x="0" y="53"/>
                      </a:cubicBezTo>
                      <a:lnTo>
                        <a:pt x="521" y="53"/>
                      </a:lnTo>
                      <a:cubicBezTo>
                        <a:pt x="691" y="53"/>
                        <a:pt x="877" y="32"/>
                        <a:pt x="1095" y="32"/>
                      </a:cubicBezTo>
                      <a:cubicBezTo>
                        <a:pt x="1112" y="27"/>
                        <a:pt x="1131" y="25"/>
                        <a:pt x="1150" y="25"/>
                      </a:cubicBezTo>
                      <a:cubicBezTo>
                        <a:pt x="1189" y="25"/>
                        <a:pt x="1229" y="32"/>
                        <a:pt x="1264" y="32"/>
                      </a:cubicBezTo>
                      <a:lnTo>
                        <a:pt x="1430" y="32"/>
                      </a:lnTo>
                      <a:cubicBezTo>
                        <a:pt x="1551" y="32"/>
                        <a:pt x="1668" y="32"/>
                        <a:pt x="1786" y="53"/>
                      </a:cubicBezTo>
                      <a:cubicBezTo>
                        <a:pt x="1854" y="53"/>
                        <a:pt x="1919" y="53"/>
                        <a:pt x="1971" y="69"/>
                      </a:cubicBezTo>
                      <a:lnTo>
                        <a:pt x="3587" y="69"/>
                      </a:lnTo>
                      <a:cubicBezTo>
                        <a:pt x="3587" y="69"/>
                        <a:pt x="3385" y="69"/>
                        <a:pt x="3066" y="53"/>
                      </a:cubicBezTo>
                      <a:cubicBezTo>
                        <a:pt x="2896" y="53"/>
                        <a:pt x="2711" y="53"/>
                        <a:pt x="2493" y="32"/>
                      </a:cubicBezTo>
                      <a:lnTo>
                        <a:pt x="1971" y="32"/>
                      </a:lnTo>
                      <a:cubicBezTo>
                        <a:pt x="1919" y="16"/>
                        <a:pt x="1854" y="16"/>
                        <a:pt x="1802" y="16"/>
                      </a:cubicBezTo>
                      <a:cubicBezTo>
                        <a:pt x="1668" y="16"/>
                        <a:pt x="1551" y="0"/>
                        <a:pt x="14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1" name="Google Shape;5811;p71">
                  <a:extLst>
                    <a:ext uri="{FF2B5EF4-FFF2-40B4-BE49-F238E27FC236}">
                      <a16:creationId xmlns:a16="http://schemas.microsoft.com/office/drawing/2014/main" id="{CFCD827A-0A71-A912-DE67-97C8E3D2D747}"/>
                    </a:ext>
                  </a:extLst>
                </p:cNvPr>
                <p:cNvSpPr/>
                <p:nvPr/>
              </p:nvSpPr>
              <p:spPr>
                <a:xfrm>
                  <a:off x="3390785" y="1586117"/>
                  <a:ext cx="339592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9" h="53" extrusionOk="0">
                      <a:moveTo>
                        <a:pt x="154" y="37"/>
                      </a:moveTo>
                      <a:cubicBezTo>
                        <a:pt x="53" y="37"/>
                        <a:pt x="1" y="53"/>
                        <a:pt x="1" y="53"/>
                      </a:cubicBezTo>
                      <a:lnTo>
                        <a:pt x="154" y="53"/>
                      </a:lnTo>
                      <a:cubicBezTo>
                        <a:pt x="187" y="53"/>
                        <a:pt x="255" y="37"/>
                        <a:pt x="304" y="37"/>
                      </a:cubicBezTo>
                      <a:close/>
                      <a:moveTo>
                        <a:pt x="591" y="0"/>
                      </a:moveTo>
                      <a:cubicBezTo>
                        <a:pt x="575" y="0"/>
                        <a:pt x="542" y="16"/>
                        <a:pt x="526" y="16"/>
                      </a:cubicBezTo>
                      <a:cubicBezTo>
                        <a:pt x="441" y="16"/>
                        <a:pt x="373" y="16"/>
                        <a:pt x="304" y="37"/>
                      </a:cubicBezTo>
                      <a:lnTo>
                        <a:pt x="526" y="37"/>
                      </a:lnTo>
                      <a:cubicBezTo>
                        <a:pt x="542" y="37"/>
                        <a:pt x="575" y="37"/>
                        <a:pt x="591" y="16"/>
                      </a:cubicBezTo>
                      <a:lnTo>
                        <a:pt x="659" y="16"/>
                      </a:lnTo>
                      <a:cubicBezTo>
                        <a:pt x="692" y="37"/>
                        <a:pt x="744" y="37"/>
                        <a:pt x="793" y="37"/>
                      </a:cubicBezTo>
                      <a:cubicBezTo>
                        <a:pt x="821" y="30"/>
                        <a:pt x="851" y="28"/>
                        <a:pt x="883" y="28"/>
                      </a:cubicBezTo>
                      <a:cubicBezTo>
                        <a:pt x="947" y="28"/>
                        <a:pt x="1018" y="37"/>
                        <a:pt x="1096" y="37"/>
                      </a:cubicBezTo>
                      <a:cubicBezTo>
                        <a:pt x="1197" y="53"/>
                        <a:pt x="1314" y="53"/>
                        <a:pt x="1415" y="53"/>
                      </a:cubicBezTo>
                      <a:lnTo>
                        <a:pt x="2477" y="53"/>
                      </a:lnTo>
                      <a:cubicBezTo>
                        <a:pt x="2679" y="37"/>
                        <a:pt x="2881" y="16"/>
                        <a:pt x="3031" y="16"/>
                      </a:cubicBezTo>
                      <a:lnTo>
                        <a:pt x="3418" y="16"/>
                      </a:lnTo>
                      <a:cubicBezTo>
                        <a:pt x="3370" y="0"/>
                        <a:pt x="3317" y="0"/>
                        <a:pt x="3253" y="0"/>
                      </a:cubicBezTo>
                      <a:lnTo>
                        <a:pt x="3031" y="0"/>
                      </a:lnTo>
                      <a:cubicBezTo>
                        <a:pt x="2881" y="0"/>
                        <a:pt x="2679" y="16"/>
                        <a:pt x="2477" y="16"/>
                      </a:cubicBezTo>
                      <a:lnTo>
                        <a:pt x="1096" y="16"/>
                      </a:lnTo>
                      <a:cubicBezTo>
                        <a:pt x="979" y="0"/>
                        <a:pt x="878" y="0"/>
                        <a:pt x="7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2" name="Google Shape;5812;p71">
                  <a:extLst>
                    <a:ext uri="{FF2B5EF4-FFF2-40B4-BE49-F238E27FC236}">
                      <a16:creationId xmlns:a16="http://schemas.microsoft.com/office/drawing/2014/main" id="{6DF7CF19-71CB-247F-6918-7A4C1E3E6001}"/>
                    </a:ext>
                  </a:extLst>
                </p:cNvPr>
                <p:cNvSpPr/>
                <p:nvPr/>
              </p:nvSpPr>
              <p:spPr>
                <a:xfrm>
                  <a:off x="3740310" y="1589693"/>
                  <a:ext cx="3675" cy="21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19" extrusionOk="0">
                      <a:moveTo>
                        <a:pt x="17" y="1"/>
                      </a:moveTo>
                      <a:lnTo>
                        <a:pt x="17" y="33"/>
                      </a:lnTo>
                      <a:cubicBezTo>
                        <a:pt x="0" y="49"/>
                        <a:pt x="0" y="65"/>
                        <a:pt x="0" y="102"/>
                      </a:cubicBezTo>
                      <a:cubicBezTo>
                        <a:pt x="0" y="166"/>
                        <a:pt x="17" y="219"/>
                        <a:pt x="17" y="219"/>
                      </a:cubicBezTo>
                      <a:cubicBezTo>
                        <a:pt x="17" y="219"/>
                        <a:pt x="37" y="166"/>
                        <a:pt x="37" y="102"/>
                      </a:cubicBezTo>
                      <a:lnTo>
                        <a:pt x="37" y="33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3" name="Google Shape;5813;p71">
                  <a:extLst>
                    <a:ext uri="{FF2B5EF4-FFF2-40B4-BE49-F238E27FC236}">
                      <a16:creationId xmlns:a16="http://schemas.microsoft.com/office/drawing/2014/main" id="{CA6A67E8-990A-CA4B-28F6-6C789163024F}"/>
                    </a:ext>
                  </a:extLst>
                </p:cNvPr>
                <p:cNvSpPr/>
                <p:nvPr/>
              </p:nvSpPr>
              <p:spPr>
                <a:xfrm>
                  <a:off x="3195413" y="1805129"/>
                  <a:ext cx="3278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04" extrusionOk="0">
                      <a:moveTo>
                        <a:pt x="1" y="1"/>
                      </a:moveTo>
                      <a:lnTo>
                        <a:pt x="1" y="33"/>
                      </a:lnTo>
                      <a:lnTo>
                        <a:pt x="1" y="154"/>
                      </a:lnTo>
                      <a:lnTo>
                        <a:pt x="1" y="272"/>
                      </a:lnTo>
                      <a:cubicBezTo>
                        <a:pt x="1" y="288"/>
                        <a:pt x="17" y="304"/>
                        <a:pt x="17" y="304"/>
                      </a:cubicBezTo>
                      <a:lnTo>
                        <a:pt x="17" y="272"/>
                      </a:lnTo>
                      <a:cubicBezTo>
                        <a:pt x="33" y="235"/>
                        <a:pt x="33" y="203"/>
                        <a:pt x="33" y="154"/>
                      </a:cubicBezTo>
                      <a:cubicBezTo>
                        <a:pt x="33" y="102"/>
                        <a:pt x="33" y="70"/>
                        <a:pt x="17" y="33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4" name="Google Shape;5814;p71">
                  <a:extLst>
                    <a:ext uri="{FF2B5EF4-FFF2-40B4-BE49-F238E27FC236}">
                      <a16:creationId xmlns:a16="http://schemas.microsoft.com/office/drawing/2014/main" id="{787E9870-A3C3-2870-F58A-09D50D8A4611}"/>
                    </a:ext>
                  </a:extLst>
                </p:cNvPr>
                <p:cNvSpPr/>
                <p:nvPr/>
              </p:nvSpPr>
              <p:spPr>
                <a:xfrm>
                  <a:off x="3212298" y="1831648"/>
                  <a:ext cx="352802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2" h="37" extrusionOk="0">
                      <a:moveTo>
                        <a:pt x="2080" y="0"/>
                      </a:moveTo>
                      <a:cubicBezTo>
                        <a:pt x="1978" y="0"/>
                        <a:pt x="1873" y="1"/>
                        <a:pt x="1766" y="5"/>
                      </a:cubicBezTo>
                      <a:lnTo>
                        <a:pt x="404" y="5"/>
                      </a:lnTo>
                      <a:cubicBezTo>
                        <a:pt x="319" y="5"/>
                        <a:pt x="235" y="21"/>
                        <a:pt x="166" y="21"/>
                      </a:cubicBezTo>
                      <a:cubicBezTo>
                        <a:pt x="101" y="21"/>
                        <a:pt x="49" y="21"/>
                        <a:pt x="0" y="37"/>
                      </a:cubicBezTo>
                      <a:lnTo>
                        <a:pt x="166" y="37"/>
                      </a:lnTo>
                      <a:cubicBezTo>
                        <a:pt x="235" y="37"/>
                        <a:pt x="319" y="21"/>
                        <a:pt x="404" y="21"/>
                      </a:cubicBezTo>
                      <a:lnTo>
                        <a:pt x="857" y="21"/>
                      </a:lnTo>
                      <a:cubicBezTo>
                        <a:pt x="909" y="21"/>
                        <a:pt x="958" y="21"/>
                        <a:pt x="1026" y="37"/>
                      </a:cubicBezTo>
                      <a:lnTo>
                        <a:pt x="1766" y="37"/>
                      </a:lnTo>
                      <a:cubicBezTo>
                        <a:pt x="1945" y="31"/>
                        <a:pt x="2117" y="30"/>
                        <a:pt x="2279" y="30"/>
                      </a:cubicBezTo>
                      <a:cubicBezTo>
                        <a:pt x="2605" y="30"/>
                        <a:pt x="2894" y="37"/>
                        <a:pt x="3131" y="37"/>
                      </a:cubicBezTo>
                      <a:cubicBezTo>
                        <a:pt x="3297" y="37"/>
                        <a:pt x="3450" y="37"/>
                        <a:pt x="3551" y="21"/>
                      </a:cubicBezTo>
                      <a:lnTo>
                        <a:pt x="3131" y="21"/>
                      </a:lnTo>
                      <a:cubicBezTo>
                        <a:pt x="2847" y="21"/>
                        <a:pt x="2487" y="0"/>
                        <a:pt x="208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5" name="Google Shape;5815;p71">
                  <a:extLst>
                    <a:ext uri="{FF2B5EF4-FFF2-40B4-BE49-F238E27FC236}">
                      <a16:creationId xmlns:a16="http://schemas.microsoft.com/office/drawing/2014/main" id="{7E904905-C691-1AE7-AF9B-42798A9B3854}"/>
                    </a:ext>
                  </a:extLst>
                </p:cNvPr>
                <p:cNvSpPr/>
                <p:nvPr/>
              </p:nvSpPr>
              <p:spPr>
                <a:xfrm>
                  <a:off x="3573344" y="1806817"/>
                  <a:ext cx="4966" cy="28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287" extrusionOk="0">
                      <a:moveTo>
                        <a:pt x="33" y="0"/>
                      </a:moveTo>
                      <a:cubicBezTo>
                        <a:pt x="33" y="0"/>
                        <a:pt x="17" y="0"/>
                        <a:pt x="17" y="16"/>
                      </a:cubicBezTo>
                      <a:lnTo>
                        <a:pt x="17" y="36"/>
                      </a:lnTo>
                      <a:cubicBezTo>
                        <a:pt x="1" y="69"/>
                        <a:pt x="1" y="101"/>
                        <a:pt x="1" y="154"/>
                      </a:cubicBezTo>
                      <a:cubicBezTo>
                        <a:pt x="17" y="186"/>
                        <a:pt x="33" y="218"/>
                        <a:pt x="33" y="255"/>
                      </a:cubicBezTo>
                      <a:cubicBezTo>
                        <a:pt x="49" y="271"/>
                        <a:pt x="49" y="287"/>
                        <a:pt x="49" y="287"/>
                      </a:cubicBezTo>
                      <a:lnTo>
                        <a:pt x="49" y="255"/>
                      </a:lnTo>
                      <a:cubicBezTo>
                        <a:pt x="49" y="218"/>
                        <a:pt x="49" y="186"/>
                        <a:pt x="33" y="154"/>
                      </a:cubicBezTo>
                      <a:lnTo>
                        <a:pt x="33" y="53"/>
                      </a:lnTo>
                      <a:cubicBezTo>
                        <a:pt x="17" y="36"/>
                        <a:pt x="33" y="16"/>
                        <a:pt x="33" y="16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6" name="Google Shape;5816;p71">
                  <a:extLst>
                    <a:ext uri="{FF2B5EF4-FFF2-40B4-BE49-F238E27FC236}">
                      <a16:creationId xmlns:a16="http://schemas.microsoft.com/office/drawing/2014/main" id="{AC53E703-47B5-0C49-5BAF-972116A08597}"/>
                    </a:ext>
                  </a:extLst>
                </p:cNvPr>
                <p:cNvSpPr/>
                <p:nvPr/>
              </p:nvSpPr>
              <p:spPr>
                <a:xfrm>
                  <a:off x="3198591" y="1805129"/>
                  <a:ext cx="379719" cy="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3" h="54" extrusionOk="0">
                      <a:moveTo>
                        <a:pt x="102" y="1"/>
                      </a:moveTo>
                      <a:cubicBezTo>
                        <a:pt x="70" y="17"/>
                        <a:pt x="17" y="17"/>
                        <a:pt x="1" y="33"/>
                      </a:cubicBezTo>
                      <a:cubicBezTo>
                        <a:pt x="17" y="17"/>
                        <a:pt x="70" y="17"/>
                        <a:pt x="102" y="17"/>
                      </a:cubicBezTo>
                      <a:cubicBezTo>
                        <a:pt x="119" y="12"/>
                        <a:pt x="138" y="10"/>
                        <a:pt x="158" y="10"/>
                      </a:cubicBezTo>
                      <a:cubicBezTo>
                        <a:pt x="198" y="10"/>
                        <a:pt x="242" y="17"/>
                        <a:pt x="288" y="17"/>
                      </a:cubicBezTo>
                      <a:cubicBezTo>
                        <a:pt x="320" y="17"/>
                        <a:pt x="356" y="17"/>
                        <a:pt x="405" y="33"/>
                      </a:cubicBezTo>
                      <a:lnTo>
                        <a:pt x="809" y="33"/>
                      </a:lnTo>
                      <a:cubicBezTo>
                        <a:pt x="910" y="33"/>
                        <a:pt x="1027" y="33"/>
                        <a:pt x="1148" y="53"/>
                      </a:cubicBezTo>
                      <a:lnTo>
                        <a:pt x="1887" y="53"/>
                      </a:lnTo>
                      <a:cubicBezTo>
                        <a:pt x="2158" y="53"/>
                        <a:pt x="2409" y="33"/>
                        <a:pt x="2643" y="33"/>
                      </a:cubicBezTo>
                      <a:lnTo>
                        <a:pt x="3269" y="33"/>
                      </a:lnTo>
                      <a:cubicBezTo>
                        <a:pt x="3350" y="33"/>
                        <a:pt x="3418" y="33"/>
                        <a:pt x="3503" y="53"/>
                      </a:cubicBezTo>
                      <a:lnTo>
                        <a:pt x="3822" y="53"/>
                      </a:lnTo>
                      <a:cubicBezTo>
                        <a:pt x="3822" y="53"/>
                        <a:pt x="3774" y="53"/>
                        <a:pt x="3673" y="33"/>
                      </a:cubicBezTo>
                      <a:cubicBezTo>
                        <a:pt x="3655" y="40"/>
                        <a:pt x="3638" y="42"/>
                        <a:pt x="3621" y="42"/>
                      </a:cubicBezTo>
                      <a:cubicBezTo>
                        <a:pt x="3586" y="42"/>
                        <a:pt x="3549" y="33"/>
                        <a:pt x="3503" y="33"/>
                      </a:cubicBezTo>
                      <a:cubicBezTo>
                        <a:pt x="3418" y="33"/>
                        <a:pt x="3350" y="17"/>
                        <a:pt x="3269" y="17"/>
                      </a:cubicBezTo>
                      <a:lnTo>
                        <a:pt x="3115" y="17"/>
                      </a:lnTo>
                      <a:cubicBezTo>
                        <a:pt x="3083" y="1"/>
                        <a:pt x="3031" y="1"/>
                        <a:pt x="2982" y="1"/>
                      </a:cubicBezTo>
                      <a:cubicBezTo>
                        <a:pt x="2865" y="1"/>
                        <a:pt x="2764" y="1"/>
                        <a:pt x="2643" y="17"/>
                      </a:cubicBezTo>
                      <a:lnTo>
                        <a:pt x="405" y="17"/>
                      </a:lnTo>
                      <a:cubicBezTo>
                        <a:pt x="356" y="17"/>
                        <a:pt x="320" y="17"/>
                        <a:pt x="2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7" name="Google Shape;5817;p71">
                  <a:extLst>
                    <a:ext uri="{FF2B5EF4-FFF2-40B4-BE49-F238E27FC236}">
                      <a16:creationId xmlns:a16="http://schemas.microsoft.com/office/drawing/2014/main" id="{30645BDD-11D8-9859-A12C-302E5AD05DA5}"/>
                    </a:ext>
                  </a:extLst>
                </p:cNvPr>
                <p:cNvSpPr/>
                <p:nvPr/>
              </p:nvSpPr>
              <p:spPr>
                <a:xfrm>
                  <a:off x="3208623" y="1836913"/>
                  <a:ext cx="5364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027" extrusionOk="0">
                      <a:moveTo>
                        <a:pt x="17" y="0"/>
                      </a:moveTo>
                      <a:lnTo>
                        <a:pt x="17" y="154"/>
                      </a:lnTo>
                      <a:lnTo>
                        <a:pt x="17" y="541"/>
                      </a:lnTo>
                      <a:lnTo>
                        <a:pt x="17" y="642"/>
                      </a:lnTo>
                      <a:lnTo>
                        <a:pt x="17" y="743"/>
                      </a:lnTo>
                      <a:cubicBezTo>
                        <a:pt x="1" y="808"/>
                        <a:pt x="1" y="860"/>
                        <a:pt x="1" y="909"/>
                      </a:cubicBezTo>
                      <a:cubicBezTo>
                        <a:pt x="1" y="961"/>
                        <a:pt x="1" y="1010"/>
                        <a:pt x="17" y="1026"/>
                      </a:cubicBezTo>
                      <a:lnTo>
                        <a:pt x="17" y="909"/>
                      </a:lnTo>
                      <a:cubicBezTo>
                        <a:pt x="17" y="860"/>
                        <a:pt x="37" y="808"/>
                        <a:pt x="37" y="743"/>
                      </a:cubicBezTo>
                      <a:cubicBezTo>
                        <a:pt x="37" y="707"/>
                        <a:pt x="53" y="675"/>
                        <a:pt x="53" y="642"/>
                      </a:cubicBezTo>
                      <a:lnTo>
                        <a:pt x="53" y="541"/>
                      </a:lnTo>
                      <a:cubicBezTo>
                        <a:pt x="53" y="388"/>
                        <a:pt x="37" y="255"/>
                        <a:pt x="37" y="154"/>
                      </a:cubicBezTo>
                      <a:cubicBezTo>
                        <a:pt x="17" y="53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8" name="Google Shape;5818;p71">
                  <a:extLst>
                    <a:ext uri="{FF2B5EF4-FFF2-40B4-BE49-F238E27FC236}">
                      <a16:creationId xmlns:a16="http://schemas.microsoft.com/office/drawing/2014/main" id="{734E98AF-4D52-8DD3-8BBF-B0DE212067B1}"/>
                    </a:ext>
                  </a:extLst>
                </p:cNvPr>
                <p:cNvSpPr/>
                <p:nvPr/>
              </p:nvSpPr>
              <p:spPr>
                <a:xfrm>
                  <a:off x="3563312" y="1836913"/>
                  <a:ext cx="4966" cy="103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47" extrusionOk="0">
                      <a:moveTo>
                        <a:pt x="17" y="0"/>
                      </a:moveTo>
                      <a:cubicBezTo>
                        <a:pt x="1" y="16"/>
                        <a:pt x="1" y="69"/>
                        <a:pt x="1" y="117"/>
                      </a:cubicBezTo>
                      <a:cubicBezTo>
                        <a:pt x="1" y="218"/>
                        <a:pt x="17" y="356"/>
                        <a:pt x="17" y="505"/>
                      </a:cubicBezTo>
                      <a:cubicBezTo>
                        <a:pt x="17" y="541"/>
                        <a:pt x="33" y="574"/>
                        <a:pt x="17" y="606"/>
                      </a:cubicBezTo>
                      <a:lnTo>
                        <a:pt x="17" y="707"/>
                      </a:lnTo>
                      <a:cubicBezTo>
                        <a:pt x="17" y="776"/>
                        <a:pt x="1" y="844"/>
                        <a:pt x="1" y="893"/>
                      </a:cubicBezTo>
                      <a:cubicBezTo>
                        <a:pt x="17" y="945"/>
                        <a:pt x="17" y="978"/>
                        <a:pt x="33" y="994"/>
                      </a:cubicBezTo>
                      <a:cubicBezTo>
                        <a:pt x="33" y="978"/>
                        <a:pt x="17" y="925"/>
                        <a:pt x="17" y="893"/>
                      </a:cubicBezTo>
                      <a:cubicBezTo>
                        <a:pt x="17" y="844"/>
                        <a:pt x="33" y="776"/>
                        <a:pt x="33" y="707"/>
                      </a:cubicBezTo>
                      <a:cubicBezTo>
                        <a:pt x="49" y="675"/>
                        <a:pt x="49" y="642"/>
                        <a:pt x="49" y="606"/>
                      </a:cubicBezTo>
                      <a:lnTo>
                        <a:pt x="49" y="505"/>
                      </a:lnTo>
                      <a:cubicBezTo>
                        <a:pt x="49" y="356"/>
                        <a:pt x="33" y="218"/>
                        <a:pt x="17" y="117"/>
                      </a:cubicBezTo>
                      <a:lnTo>
                        <a:pt x="17" y="0"/>
                      </a:lnTo>
                      <a:close/>
                      <a:moveTo>
                        <a:pt x="33" y="1010"/>
                      </a:moveTo>
                      <a:lnTo>
                        <a:pt x="33" y="1026"/>
                      </a:lnTo>
                      <a:lnTo>
                        <a:pt x="49" y="1046"/>
                      </a:lnTo>
                      <a:lnTo>
                        <a:pt x="49" y="1026"/>
                      </a:lnTo>
                      <a:lnTo>
                        <a:pt x="33" y="101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19" name="Google Shape;5819;p71">
                  <a:extLst>
                    <a:ext uri="{FF2B5EF4-FFF2-40B4-BE49-F238E27FC236}">
                      <a16:creationId xmlns:a16="http://schemas.microsoft.com/office/drawing/2014/main" id="{030C0CE6-6175-B358-59BF-18914D3C4356}"/>
                    </a:ext>
                  </a:extLst>
                </p:cNvPr>
                <p:cNvSpPr/>
                <p:nvPr/>
              </p:nvSpPr>
              <p:spPr>
                <a:xfrm>
                  <a:off x="3302584" y="1880616"/>
                  <a:ext cx="3278" cy="68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688" extrusionOk="0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0" y="81"/>
                      </a:lnTo>
                      <a:cubicBezTo>
                        <a:pt x="16" y="134"/>
                        <a:pt x="0" y="235"/>
                        <a:pt x="0" y="319"/>
                      </a:cubicBezTo>
                      <a:lnTo>
                        <a:pt x="0" y="570"/>
                      </a:lnTo>
                      <a:lnTo>
                        <a:pt x="0" y="655"/>
                      </a:lnTo>
                      <a:lnTo>
                        <a:pt x="0" y="687"/>
                      </a:lnTo>
                      <a:cubicBezTo>
                        <a:pt x="0" y="687"/>
                        <a:pt x="0" y="639"/>
                        <a:pt x="16" y="570"/>
                      </a:cubicBezTo>
                      <a:cubicBezTo>
                        <a:pt x="16" y="521"/>
                        <a:pt x="32" y="420"/>
                        <a:pt x="32" y="336"/>
                      </a:cubicBezTo>
                      <a:cubicBezTo>
                        <a:pt x="32" y="235"/>
                        <a:pt x="32" y="134"/>
                        <a:pt x="16" y="81"/>
                      </a:cubicBezTo>
                      <a:lnTo>
                        <a:pt x="16" y="33"/>
                      </a:lnTo>
                      <a:cubicBezTo>
                        <a:pt x="16" y="17"/>
                        <a:pt x="16" y="17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0" name="Google Shape;5820;p71">
                  <a:extLst>
                    <a:ext uri="{FF2B5EF4-FFF2-40B4-BE49-F238E27FC236}">
                      <a16:creationId xmlns:a16="http://schemas.microsoft.com/office/drawing/2014/main" id="{3F083EA5-E635-23E9-9949-ABCD32781892}"/>
                    </a:ext>
                  </a:extLst>
                </p:cNvPr>
                <p:cNvSpPr/>
                <p:nvPr/>
              </p:nvSpPr>
              <p:spPr>
                <a:xfrm>
                  <a:off x="3307352" y="1872769"/>
                  <a:ext cx="155841" cy="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" h="60" extrusionOk="0">
                      <a:moveTo>
                        <a:pt x="33" y="43"/>
                      </a:moveTo>
                      <a:cubicBezTo>
                        <a:pt x="17" y="43"/>
                        <a:pt x="1" y="43"/>
                        <a:pt x="1" y="59"/>
                      </a:cubicBezTo>
                      <a:cubicBezTo>
                        <a:pt x="1" y="59"/>
                        <a:pt x="17" y="59"/>
                        <a:pt x="33" y="43"/>
                      </a:cubicBezTo>
                      <a:close/>
                      <a:moveTo>
                        <a:pt x="388" y="0"/>
                      </a:moveTo>
                      <a:cubicBezTo>
                        <a:pt x="306" y="0"/>
                        <a:pt x="232" y="4"/>
                        <a:pt x="170" y="11"/>
                      </a:cubicBezTo>
                      <a:cubicBezTo>
                        <a:pt x="134" y="27"/>
                        <a:pt x="102" y="27"/>
                        <a:pt x="69" y="27"/>
                      </a:cubicBezTo>
                      <a:cubicBezTo>
                        <a:pt x="53" y="43"/>
                        <a:pt x="33" y="43"/>
                        <a:pt x="33" y="43"/>
                      </a:cubicBezTo>
                      <a:lnTo>
                        <a:pt x="69" y="43"/>
                      </a:lnTo>
                      <a:cubicBezTo>
                        <a:pt x="102" y="43"/>
                        <a:pt x="134" y="27"/>
                        <a:pt x="170" y="27"/>
                      </a:cubicBezTo>
                      <a:cubicBezTo>
                        <a:pt x="336" y="27"/>
                        <a:pt x="538" y="27"/>
                        <a:pt x="776" y="59"/>
                      </a:cubicBezTo>
                      <a:cubicBezTo>
                        <a:pt x="1011" y="59"/>
                        <a:pt x="1229" y="43"/>
                        <a:pt x="1382" y="43"/>
                      </a:cubicBezTo>
                      <a:lnTo>
                        <a:pt x="1568" y="43"/>
                      </a:lnTo>
                      <a:cubicBezTo>
                        <a:pt x="1548" y="27"/>
                        <a:pt x="1516" y="27"/>
                        <a:pt x="1483" y="27"/>
                      </a:cubicBezTo>
                      <a:lnTo>
                        <a:pt x="1382" y="27"/>
                      </a:lnTo>
                      <a:cubicBezTo>
                        <a:pt x="1280" y="27"/>
                        <a:pt x="1149" y="34"/>
                        <a:pt x="1003" y="34"/>
                      </a:cubicBezTo>
                      <a:cubicBezTo>
                        <a:pt x="931" y="34"/>
                        <a:pt x="854" y="32"/>
                        <a:pt x="776" y="27"/>
                      </a:cubicBezTo>
                      <a:cubicBezTo>
                        <a:pt x="637" y="8"/>
                        <a:pt x="504" y="0"/>
                        <a:pt x="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1" name="Google Shape;5821;p71">
                  <a:extLst>
                    <a:ext uri="{FF2B5EF4-FFF2-40B4-BE49-F238E27FC236}">
                      <a16:creationId xmlns:a16="http://schemas.microsoft.com/office/drawing/2014/main" id="{D86FB08D-7AF4-959A-C184-BA40D33CA56A}"/>
                    </a:ext>
                  </a:extLst>
                </p:cNvPr>
                <p:cNvSpPr/>
                <p:nvPr/>
              </p:nvSpPr>
              <p:spPr>
                <a:xfrm>
                  <a:off x="3469450" y="1886972"/>
                  <a:ext cx="5364" cy="61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624" extrusionOk="0">
                      <a:moveTo>
                        <a:pt x="17" y="1"/>
                      </a:moveTo>
                      <a:cubicBezTo>
                        <a:pt x="1" y="70"/>
                        <a:pt x="1" y="154"/>
                        <a:pt x="17" y="255"/>
                      </a:cubicBezTo>
                      <a:cubicBezTo>
                        <a:pt x="17" y="356"/>
                        <a:pt x="37" y="441"/>
                        <a:pt x="37" y="506"/>
                      </a:cubicBezTo>
                      <a:lnTo>
                        <a:pt x="37" y="623"/>
                      </a:lnTo>
                      <a:cubicBezTo>
                        <a:pt x="37" y="623"/>
                        <a:pt x="37" y="575"/>
                        <a:pt x="53" y="506"/>
                      </a:cubicBezTo>
                      <a:cubicBezTo>
                        <a:pt x="53" y="441"/>
                        <a:pt x="53" y="356"/>
                        <a:pt x="37" y="255"/>
                      </a:cubicBezTo>
                      <a:cubicBezTo>
                        <a:pt x="37" y="154"/>
                        <a:pt x="37" y="70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2" name="Google Shape;5822;p71">
                  <a:extLst>
                    <a:ext uri="{FF2B5EF4-FFF2-40B4-BE49-F238E27FC236}">
                      <a16:creationId xmlns:a16="http://schemas.microsoft.com/office/drawing/2014/main" id="{89D1D40B-0E6A-0E58-00C3-5AE98419C6D1}"/>
                    </a:ext>
                  </a:extLst>
                </p:cNvPr>
                <p:cNvSpPr/>
                <p:nvPr/>
              </p:nvSpPr>
              <p:spPr>
                <a:xfrm>
                  <a:off x="3382839" y="1878629"/>
                  <a:ext cx="4867" cy="67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675" extrusionOk="0">
                      <a:moveTo>
                        <a:pt x="49" y="0"/>
                      </a:moveTo>
                      <a:cubicBezTo>
                        <a:pt x="49" y="0"/>
                        <a:pt x="49" y="53"/>
                        <a:pt x="32" y="101"/>
                      </a:cubicBezTo>
                      <a:cubicBezTo>
                        <a:pt x="32" y="170"/>
                        <a:pt x="16" y="255"/>
                        <a:pt x="16" y="356"/>
                      </a:cubicBezTo>
                      <a:cubicBezTo>
                        <a:pt x="0" y="457"/>
                        <a:pt x="0" y="541"/>
                        <a:pt x="16" y="606"/>
                      </a:cubicBezTo>
                      <a:lnTo>
                        <a:pt x="16" y="659"/>
                      </a:lnTo>
                      <a:lnTo>
                        <a:pt x="32" y="675"/>
                      </a:lnTo>
                      <a:lnTo>
                        <a:pt x="32" y="642"/>
                      </a:lnTo>
                      <a:lnTo>
                        <a:pt x="32" y="606"/>
                      </a:lnTo>
                      <a:lnTo>
                        <a:pt x="32" y="356"/>
                      </a:lnTo>
                      <a:cubicBezTo>
                        <a:pt x="49" y="271"/>
                        <a:pt x="49" y="170"/>
                        <a:pt x="49" y="101"/>
                      </a:cubicBezTo>
                      <a:lnTo>
                        <a:pt x="49" y="37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3" name="Google Shape;5823;p71">
                  <a:extLst>
                    <a:ext uri="{FF2B5EF4-FFF2-40B4-BE49-F238E27FC236}">
                      <a16:creationId xmlns:a16="http://schemas.microsoft.com/office/drawing/2014/main" id="{8DD16C08-468E-F9DF-35CA-414EC2AF6254}"/>
                    </a:ext>
                  </a:extLst>
                </p:cNvPr>
                <p:cNvSpPr/>
                <p:nvPr/>
              </p:nvSpPr>
              <p:spPr>
                <a:xfrm>
                  <a:off x="3034903" y="1703221"/>
                  <a:ext cx="3377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750" extrusionOk="0">
                      <a:moveTo>
                        <a:pt x="17" y="1"/>
                      </a:moveTo>
                      <a:cubicBezTo>
                        <a:pt x="17" y="1"/>
                        <a:pt x="1" y="405"/>
                        <a:pt x="1" y="877"/>
                      </a:cubicBezTo>
                      <a:cubicBezTo>
                        <a:pt x="1" y="1362"/>
                        <a:pt x="17" y="1750"/>
                        <a:pt x="17" y="1750"/>
                      </a:cubicBezTo>
                      <a:cubicBezTo>
                        <a:pt x="17" y="1750"/>
                        <a:pt x="33" y="1362"/>
                        <a:pt x="33" y="877"/>
                      </a:cubicBezTo>
                      <a:cubicBezTo>
                        <a:pt x="33" y="40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4" name="Google Shape;5824;p71">
                  <a:extLst>
                    <a:ext uri="{FF2B5EF4-FFF2-40B4-BE49-F238E27FC236}">
                      <a16:creationId xmlns:a16="http://schemas.microsoft.com/office/drawing/2014/main" id="{8EE1256B-4BBC-FB51-E41E-158DFD310F34}"/>
                    </a:ext>
                  </a:extLst>
                </p:cNvPr>
                <p:cNvSpPr/>
                <p:nvPr/>
              </p:nvSpPr>
              <p:spPr>
                <a:xfrm>
                  <a:off x="3034903" y="1886972"/>
                  <a:ext cx="3377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58" extrusionOk="0">
                      <a:moveTo>
                        <a:pt x="17" y="1"/>
                      </a:moveTo>
                      <a:cubicBezTo>
                        <a:pt x="17" y="1"/>
                        <a:pt x="1" y="102"/>
                        <a:pt x="1" y="219"/>
                      </a:cubicBezTo>
                      <a:cubicBezTo>
                        <a:pt x="1" y="356"/>
                        <a:pt x="17" y="457"/>
                        <a:pt x="17" y="457"/>
                      </a:cubicBezTo>
                      <a:cubicBezTo>
                        <a:pt x="17" y="457"/>
                        <a:pt x="33" y="356"/>
                        <a:pt x="33" y="219"/>
                      </a:cubicBezTo>
                      <a:cubicBezTo>
                        <a:pt x="33" y="102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5" name="Google Shape;5825;p71">
                  <a:extLst>
                    <a:ext uri="{FF2B5EF4-FFF2-40B4-BE49-F238E27FC236}">
                      <a16:creationId xmlns:a16="http://schemas.microsoft.com/office/drawing/2014/main" id="{0ABF6F0B-F030-0BA9-3228-DF73E296D3E7}"/>
                    </a:ext>
                  </a:extLst>
                </p:cNvPr>
                <p:cNvSpPr/>
                <p:nvPr/>
              </p:nvSpPr>
              <p:spPr>
                <a:xfrm>
                  <a:off x="3038181" y="1930775"/>
                  <a:ext cx="2691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3" extrusionOk="0">
                      <a:moveTo>
                        <a:pt x="137" y="0"/>
                      </a:moveTo>
                      <a:cubicBezTo>
                        <a:pt x="69" y="0"/>
                        <a:pt x="0" y="16"/>
                        <a:pt x="0" y="16"/>
                      </a:cubicBezTo>
                      <a:cubicBezTo>
                        <a:pt x="0" y="16"/>
                        <a:pt x="69" y="33"/>
                        <a:pt x="137" y="33"/>
                      </a:cubicBezTo>
                      <a:cubicBezTo>
                        <a:pt x="170" y="33"/>
                        <a:pt x="202" y="16"/>
                        <a:pt x="238" y="16"/>
                      </a:cubicBezTo>
                      <a:cubicBezTo>
                        <a:pt x="255" y="16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6" name="Google Shape;5826;p71">
                  <a:extLst>
                    <a:ext uri="{FF2B5EF4-FFF2-40B4-BE49-F238E27FC236}">
                      <a16:creationId xmlns:a16="http://schemas.microsoft.com/office/drawing/2014/main" id="{A0AD5A92-31D0-C4A8-2AAD-74AD063565A1}"/>
                    </a:ext>
                  </a:extLst>
                </p:cNvPr>
                <p:cNvSpPr/>
                <p:nvPr/>
              </p:nvSpPr>
              <p:spPr>
                <a:xfrm>
                  <a:off x="3038181" y="1875351"/>
                  <a:ext cx="2691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4" extrusionOk="0">
                      <a:moveTo>
                        <a:pt x="137" y="1"/>
                      </a:moveTo>
                      <a:cubicBezTo>
                        <a:pt x="85" y="1"/>
                        <a:pt x="53" y="17"/>
                        <a:pt x="36" y="17"/>
                      </a:cubicBezTo>
                      <a:lnTo>
                        <a:pt x="0" y="17"/>
                      </a:lnTo>
                      <a:cubicBezTo>
                        <a:pt x="0" y="17"/>
                        <a:pt x="16" y="17"/>
                        <a:pt x="16" y="33"/>
                      </a:cubicBezTo>
                      <a:lnTo>
                        <a:pt x="238" y="33"/>
                      </a:lnTo>
                      <a:cubicBezTo>
                        <a:pt x="255" y="17"/>
                        <a:pt x="271" y="17"/>
                        <a:pt x="271" y="17"/>
                      </a:cubicBezTo>
                      <a:lnTo>
                        <a:pt x="238" y="17"/>
                      </a:lnTo>
                      <a:cubicBezTo>
                        <a:pt x="202" y="1"/>
                        <a:pt x="170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7" name="Google Shape;5827;p71">
                  <a:extLst>
                    <a:ext uri="{FF2B5EF4-FFF2-40B4-BE49-F238E27FC236}">
                      <a16:creationId xmlns:a16="http://schemas.microsoft.com/office/drawing/2014/main" id="{BEDA6335-85F7-4D47-D065-1692957B1227}"/>
                    </a:ext>
                  </a:extLst>
                </p:cNvPr>
                <p:cNvSpPr/>
                <p:nvPr/>
              </p:nvSpPr>
              <p:spPr>
                <a:xfrm>
                  <a:off x="3039770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5" y="1"/>
                      </a:moveTo>
                      <a:cubicBezTo>
                        <a:pt x="53" y="1"/>
                        <a:pt x="20" y="1"/>
                        <a:pt x="0" y="17"/>
                      </a:cubicBezTo>
                      <a:cubicBezTo>
                        <a:pt x="20" y="33"/>
                        <a:pt x="53" y="33"/>
                        <a:pt x="85" y="33"/>
                      </a:cubicBezTo>
                      <a:lnTo>
                        <a:pt x="202" y="33"/>
                      </a:lnTo>
                      <a:cubicBezTo>
                        <a:pt x="202" y="33"/>
                        <a:pt x="186" y="17"/>
                        <a:pt x="170" y="17"/>
                      </a:cubicBezTo>
                      <a:cubicBezTo>
                        <a:pt x="154" y="1"/>
                        <a:pt x="121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8" name="Google Shape;5828;p71">
                  <a:extLst>
                    <a:ext uri="{FF2B5EF4-FFF2-40B4-BE49-F238E27FC236}">
                      <a16:creationId xmlns:a16="http://schemas.microsoft.com/office/drawing/2014/main" id="{6A542849-528E-F8B5-1798-5E5ED71EA3C2}"/>
                    </a:ext>
                  </a:extLst>
                </p:cNvPr>
                <p:cNvSpPr/>
                <p:nvPr/>
              </p:nvSpPr>
              <p:spPr>
                <a:xfrm>
                  <a:off x="3059834" y="1704810"/>
                  <a:ext cx="3675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718" extrusionOk="0">
                      <a:moveTo>
                        <a:pt x="37" y="1"/>
                      </a:moveTo>
                      <a:cubicBezTo>
                        <a:pt x="37" y="1"/>
                        <a:pt x="0" y="389"/>
                        <a:pt x="0" y="861"/>
                      </a:cubicBezTo>
                      <a:cubicBezTo>
                        <a:pt x="0" y="1330"/>
                        <a:pt x="20" y="1718"/>
                        <a:pt x="20" y="1718"/>
                      </a:cubicBezTo>
                      <a:cubicBezTo>
                        <a:pt x="20" y="1718"/>
                        <a:pt x="37" y="1330"/>
                        <a:pt x="37" y="861"/>
                      </a:cubicBez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29" name="Google Shape;5829;p71">
                  <a:extLst>
                    <a:ext uri="{FF2B5EF4-FFF2-40B4-BE49-F238E27FC236}">
                      <a16:creationId xmlns:a16="http://schemas.microsoft.com/office/drawing/2014/main" id="{B9C08630-06BA-82F0-885D-24490D29C784}"/>
                    </a:ext>
                  </a:extLst>
                </p:cNvPr>
                <p:cNvSpPr/>
                <p:nvPr/>
              </p:nvSpPr>
              <p:spPr>
                <a:xfrm>
                  <a:off x="3034903" y="1885383"/>
                  <a:ext cx="286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34" extrusionOk="0">
                      <a:moveTo>
                        <a:pt x="134" y="1"/>
                      </a:moveTo>
                      <a:cubicBezTo>
                        <a:pt x="69" y="1"/>
                        <a:pt x="1" y="17"/>
                        <a:pt x="1" y="17"/>
                      </a:cubicBezTo>
                      <a:cubicBezTo>
                        <a:pt x="1" y="17"/>
                        <a:pt x="69" y="33"/>
                        <a:pt x="134" y="33"/>
                      </a:cubicBezTo>
                      <a:lnTo>
                        <a:pt x="288" y="33"/>
                      </a:lnTo>
                      <a:cubicBezTo>
                        <a:pt x="288" y="33"/>
                        <a:pt x="271" y="17"/>
                        <a:pt x="235" y="17"/>
                      </a:cubicBezTo>
                      <a:cubicBezTo>
                        <a:pt x="219" y="1"/>
                        <a:pt x="187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0" name="Google Shape;5830;p71">
                  <a:extLst>
                    <a:ext uri="{FF2B5EF4-FFF2-40B4-BE49-F238E27FC236}">
                      <a16:creationId xmlns:a16="http://schemas.microsoft.com/office/drawing/2014/main" id="{709970E5-4F18-B872-FF86-32EA2EEF4ECA}"/>
                    </a:ext>
                  </a:extLst>
                </p:cNvPr>
                <p:cNvSpPr/>
                <p:nvPr/>
              </p:nvSpPr>
              <p:spPr>
                <a:xfrm>
                  <a:off x="3058245" y="1886972"/>
                  <a:ext cx="5264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58" extrusionOk="0">
                      <a:moveTo>
                        <a:pt x="36" y="1"/>
                      </a:moveTo>
                      <a:cubicBezTo>
                        <a:pt x="36" y="1"/>
                        <a:pt x="36" y="37"/>
                        <a:pt x="16" y="70"/>
                      </a:cubicBezTo>
                      <a:cubicBezTo>
                        <a:pt x="16" y="118"/>
                        <a:pt x="0" y="171"/>
                        <a:pt x="0" y="239"/>
                      </a:cubicBezTo>
                      <a:cubicBezTo>
                        <a:pt x="0" y="304"/>
                        <a:pt x="16" y="356"/>
                        <a:pt x="16" y="405"/>
                      </a:cubicBezTo>
                      <a:cubicBezTo>
                        <a:pt x="36" y="421"/>
                        <a:pt x="36" y="441"/>
                        <a:pt x="36" y="441"/>
                      </a:cubicBezTo>
                      <a:lnTo>
                        <a:pt x="53" y="457"/>
                      </a:lnTo>
                      <a:lnTo>
                        <a:pt x="53" y="441"/>
                      </a:lnTo>
                      <a:cubicBezTo>
                        <a:pt x="53" y="441"/>
                        <a:pt x="36" y="421"/>
                        <a:pt x="36" y="389"/>
                      </a:cubicBezTo>
                      <a:lnTo>
                        <a:pt x="36" y="239"/>
                      </a:lnTo>
                      <a:lnTo>
                        <a:pt x="36" y="7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1" name="Google Shape;5831;p71">
                  <a:extLst>
                    <a:ext uri="{FF2B5EF4-FFF2-40B4-BE49-F238E27FC236}">
                      <a16:creationId xmlns:a16="http://schemas.microsoft.com/office/drawing/2014/main" id="{F2DCBAF6-5A95-5BCF-3374-DD0653B878B6}"/>
                    </a:ext>
                  </a:extLst>
                </p:cNvPr>
                <p:cNvSpPr/>
                <p:nvPr/>
              </p:nvSpPr>
              <p:spPr>
                <a:xfrm>
                  <a:off x="3079898" y="1703221"/>
                  <a:ext cx="3675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750" extrusionOk="0">
                      <a:moveTo>
                        <a:pt x="0" y="1"/>
                      </a:moveTo>
                      <a:lnTo>
                        <a:pt x="0" y="877"/>
                      </a:lnTo>
                      <a:cubicBezTo>
                        <a:pt x="0" y="1362"/>
                        <a:pt x="20" y="1750"/>
                        <a:pt x="20" y="1750"/>
                      </a:cubicBezTo>
                      <a:cubicBezTo>
                        <a:pt x="20" y="1750"/>
                        <a:pt x="37" y="1362"/>
                        <a:pt x="37" y="877"/>
                      </a:cubicBezTo>
                      <a:cubicBezTo>
                        <a:pt x="37" y="405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2" name="Google Shape;5832;p71">
                  <a:extLst>
                    <a:ext uri="{FF2B5EF4-FFF2-40B4-BE49-F238E27FC236}">
                      <a16:creationId xmlns:a16="http://schemas.microsoft.com/office/drawing/2014/main" id="{215A8BA2-6DC8-B3BB-5D03-19E9FFAA3E9E}"/>
                    </a:ext>
                  </a:extLst>
                </p:cNvPr>
                <p:cNvSpPr/>
                <p:nvPr/>
              </p:nvSpPr>
              <p:spPr>
                <a:xfrm>
                  <a:off x="3079898" y="1886972"/>
                  <a:ext cx="3675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58" extrusionOk="0">
                      <a:moveTo>
                        <a:pt x="20" y="1"/>
                      </a:moveTo>
                      <a:cubicBezTo>
                        <a:pt x="20" y="1"/>
                        <a:pt x="0" y="102"/>
                        <a:pt x="0" y="219"/>
                      </a:cubicBezTo>
                      <a:cubicBezTo>
                        <a:pt x="0" y="356"/>
                        <a:pt x="20" y="457"/>
                        <a:pt x="20" y="457"/>
                      </a:cubicBezTo>
                      <a:cubicBezTo>
                        <a:pt x="20" y="457"/>
                        <a:pt x="37" y="356"/>
                        <a:pt x="37" y="219"/>
                      </a:cubicBezTo>
                      <a:cubicBezTo>
                        <a:pt x="37" y="102"/>
                        <a:pt x="2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3" name="Google Shape;5833;p71">
                  <a:extLst>
                    <a:ext uri="{FF2B5EF4-FFF2-40B4-BE49-F238E27FC236}">
                      <a16:creationId xmlns:a16="http://schemas.microsoft.com/office/drawing/2014/main" id="{591D04F3-9102-E15A-3214-023ED95D73DB}"/>
                    </a:ext>
                  </a:extLst>
                </p:cNvPr>
                <p:cNvSpPr/>
                <p:nvPr/>
              </p:nvSpPr>
              <p:spPr>
                <a:xfrm>
                  <a:off x="3083473" y="1930775"/>
                  <a:ext cx="26619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33" extrusionOk="0">
                      <a:moveTo>
                        <a:pt x="134" y="0"/>
                      </a:moveTo>
                      <a:cubicBezTo>
                        <a:pt x="65" y="0"/>
                        <a:pt x="1" y="16"/>
                        <a:pt x="1" y="16"/>
                      </a:cubicBezTo>
                      <a:cubicBezTo>
                        <a:pt x="1" y="16"/>
                        <a:pt x="65" y="33"/>
                        <a:pt x="134" y="33"/>
                      </a:cubicBezTo>
                      <a:cubicBezTo>
                        <a:pt x="166" y="33"/>
                        <a:pt x="202" y="16"/>
                        <a:pt x="219" y="16"/>
                      </a:cubicBezTo>
                      <a:cubicBezTo>
                        <a:pt x="251" y="16"/>
                        <a:pt x="267" y="0"/>
                        <a:pt x="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4" name="Google Shape;5834;p71">
                  <a:extLst>
                    <a:ext uri="{FF2B5EF4-FFF2-40B4-BE49-F238E27FC236}">
                      <a16:creationId xmlns:a16="http://schemas.microsoft.com/office/drawing/2014/main" id="{2C9B93AB-967F-F4D9-8A31-6B6FB557B798}"/>
                    </a:ext>
                  </a:extLst>
                </p:cNvPr>
                <p:cNvSpPr/>
                <p:nvPr/>
              </p:nvSpPr>
              <p:spPr>
                <a:xfrm>
                  <a:off x="3083473" y="1875351"/>
                  <a:ext cx="26619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34" extrusionOk="0">
                      <a:moveTo>
                        <a:pt x="118" y="1"/>
                      </a:moveTo>
                      <a:cubicBezTo>
                        <a:pt x="85" y="1"/>
                        <a:pt x="49" y="17"/>
                        <a:pt x="17" y="17"/>
                      </a:cubicBezTo>
                      <a:lnTo>
                        <a:pt x="1" y="17"/>
                      </a:lnTo>
                      <a:cubicBezTo>
                        <a:pt x="1" y="17"/>
                        <a:pt x="17" y="17"/>
                        <a:pt x="17" y="33"/>
                      </a:cubicBezTo>
                      <a:lnTo>
                        <a:pt x="235" y="33"/>
                      </a:lnTo>
                      <a:cubicBezTo>
                        <a:pt x="251" y="17"/>
                        <a:pt x="267" y="17"/>
                        <a:pt x="267" y="17"/>
                      </a:cubicBezTo>
                      <a:lnTo>
                        <a:pt x="235" y="17"/>
                      </a:lnTo>
                      <a:cubicBezTo>
                        <a:pt x="202" y="1"/>
                        <a:pt x="166" y="1"/>
                        <a:pt x="1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5" name="Google Shape;5835;p71">
                  <a:extLst>
                    <a:ext uri="{FF2B5EF4-FFF2-40B4-BE49-F238E27FC236}">
                      <a16:creationId xmlns:a16="http://schemas.microsoft.com/office/drawing/2014/main" id="{E9CF4D64-6883-E64B-20B6-D1047ABEF756}"/>
                    </a:ext>
                  </a:extLst>
                </p:cNvPr>
                <p:cNvSpPr/>
                <p:nvPr/>
              </p:nvSpPr>
              <p:spPr>
                <a:xfrm>
                  <a:off x="3085063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6" y="1"/>
                      </a:moveTo>
                      <a:cubicBezTo>
                        <a:pt x="49" y="1"/>
                        <a:pt x="17" y="1"/>
                        <a:pt x="1" y="17"/>
                      </a:cubicBezTo>
                      <a:cubicBezTo>
                        <a:pt x="17" y="33"/>
                        <a:pt x="49" y="33"/>
                        <a:pt x="86" y="33"/>
                      </a:cubicBezTo>
                      <a:lnTo>
                        <a:pt x="203" y="33"/>
                      </a:lnTo>
                      <a:cubicBezTo>
                        <a:pt x="203" y="33"/>
                        <a:pt x="186" y="17"/>
                        <a:pt x="170" y="17"/>
                      </a:cubicBezTo>
                      <a:cubicBezTo>
                        <a:pt x="150" y="1"/>
                        <a:pt x="118" y="1"/>
                        <a:pt x="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6" name="Google Shape;5836;p71">
                  <a:extLst>
                    <a:ext uri="{FF2B5EF4-FFF2-40B4-BE49-F238E27FC236}">
                      <a16:creationId xmlns:a16="http://schemas.microsoft.com/office/drawing/2014/main" id="{A0D3E847-F1C1-EF94-B34E-9B0678B1CFAB}"/>
                    </a:ext>
                  </a:extLst>
                </p:cNvPr>
                <p:cNvSpPr/>
                <p:nvPr/>
              </p:nvSpPr>
              <p:spPr>
                <a:xfrm>
                  <a:off x="3105126" y="1704810"/>
                  <a:ext cx="3278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18" extrusionOk="0">
                      <a:moveTo>
                        <a:pt x="33" y="1"/>
                      </a:moveTo>
                      <a:cubicBezTo>
                        <a:pt x="33" y="1"/>
                        <a:pt x="1" y="389"/>
                        <a:pt x="1" y="861"/>
                      </a:cubicBezTo>
                      <a:cubicBezTo>
                        <a:pt x="1" y="1330"/>
                        <a:pt x="17" y="1718"/>
                        <a:pt x="17" y="1718"/>
                      </a:cubicBezTo>
                      <a:cubicBezTo>
                        <a:pt x="17" y="1718"/>
                        <a:pt x="33" y="1330"/>
                        <a:pt x="33" y="861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7" name="Google Shape;5837;p71">
                  <a:extLst>
                    <a:ext uri="{FF2B5EF4-FFF2-40B4-BE49-F238E27FC236}">
                      <a16:creationId xmlns:a16="http://schemas.microsoft.com/office/drawing/2014/main" id="{E34257F5-988A-22EC-B277-40216D8F5B95}"/>
                    </a:ext>
                  </a:extLst>
                </p:cNvPr>
                <p:cNvSpPr/>
                <p:nvPr/>
              </p:nvSpPr>
              <p:spPr>
                <a:xfrm>
                  <a:off x="3079898" y="1885383"/>
                  <a:ext cx="285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34" extrusionOk="0">
                      <a:moveTo>
                        <a:pt x="138" y="1"/>
                      </a:moveTo>
                      <a:cubicBezTo>
                        <a:pt x="69" y="1"/>
                        <a:pt x="0" y="17"/>
                        <a:pt x="0" y="17"/>
                      </a:cubicBezTo>
                      <a:cubicBezTo>
                        <a:pt x="0" y="17"/>
                        <a:pt x="69" y="33"/>
                        <a:pt x="138" y="33"/>
                      </a:cubicBezTo>
                      <a:lnTo>
                        <a:pt x="287" y="33"/>
                      </a:lnTo>
                      <a:cubicBezTo>
                        <a:pt x="287" y="33"/>
                        <a:pt x="271" y="17"/>
                        <a:pt x="238" y="17"/>
                      </a:cubicBezTo>
                      <a:cubicBezTo>
                        <a:pt x="222" y="1"/>
                        <a:pt x="186" y="1"/>
                        <a:pt x="1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8" name="Google Shape;5838;p71">
                  <a:extLst>
                    <a:ext uri="{FF2B5EF4-FFF2-40B4-BE49-F238E27FC236}">
                      <a16:creationId xmlns:a16="http://schemas.microsoft.com/office/drawing/2014/main" id="{3C008069-6A67-34A2-CF6C-CBA9D4838086}"/>
                    </a:ext>
                  </a:extLst>
                </p:cNvPr>
                <p:cNvSpPr/>
                <p:nvPr/>
              </p:nvSpPr>
              <p:spPr>
                <a:xfrm>
                  <a:off x="3103537" y="1886972"/>
                  <a:ext cx="3278" cy="43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42" extrusionOk="0">
                      <a:moveTo>
                        <a:pt x="33" y="1"/>
                      </a:moveTo>
                      <a:cubicBezTo>
                        <a:pt x="33" y="1"/>
                        <a:pt x="17" y="37"/>
                        <a:pt x="17" y="70"/>
                      </a:cubicBezTo>
                      <a:cubicBezTo>
                        <a:pt x="17" y="118"/>
                        <a:pt x="0" y="171"/>
                        <a:pt x="0" y="239"/>
                      </a:cubicBezTo>
                      <a:cubicBezTo>
                        <a:pt x="0" y="304"/>
                        <a:pt x="17" y="356"/>
                        <a:pt x="17" y="405"/>
                      </a:cubicBezTo>
                      <a:cubicBezTo>
                        <a:pt x="17" y="421"/>
                        <a:pt x="33" y="441"/>
                        <a:pt x="33" y="441"/>
                      </a:cubicBezTo>
                      <a:lnTo>
                        <a:pt x="33" y="389"/>
                      </a:lnTo>
                      <a:lnTo>
                        <a:pt x="33" y="239"/>
                      </a:lnTo>
                      <a:lnTo>
                        <a:pt x="33" y="70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39" name="Google Shape;5839;p71">
                  <a:extLst>
                    <a:ext uri="{FF2B5EF4-FFF2-40B4-BE49-F238E27FC236}">
                      <a16:creationId xmlns:a16="http://schemas.microsoft.com/office/drawing/2014/main" id="{93AB0FB0-A53D-E794-B91D-F3909B2F8515}"/>
                    </a:ext>
                  </a:extLst>
                </p:cNvPr>
                <p:cNvSpPr/>
                <p:nvPr/>
              </p:nvSpPr>
              <p:spPr>
                <a:xfrm>
                  <a:off x="3125190" y="1703221"/>
                  <a:ext cx="3278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50" extrusionOk="0">
                      <a:moveTo>
                        <a:pt x="1" y="1"/>
                      </a:moveTo>
                      <a:lnTo>
                        <a:pt x="1" y="877"/>
                      </a:lnTo>
                      <a:cubicBezTo>
                        <a:pt x="1" y="1362"/>
                        <a:pt x="17" y="1750"/>
                        <a:pt x="17" y="1750"/>
                      </a:cubicBezTo>
                      <a:cubicBezTo>
                        <a:pt x="17" y="1750"/>
                        <a:pt x="33" y="1362"/>
                        <a:pt x="33" y="877"/>
                      </a:cubicBezTo>
                      <a:cubicBezTo>
                        <a:pt x="17" y="405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0" name="Google Shape;5840;p71">
                  <a:extLst>
                    <a:ext uri="{FF2B5EF4-FFF2-40B4-BE49-F238E27FC236}">
                      <a16:creationId xmlns:a16="http://schemas.microsoft.com/office/drawing/2014/main" id="{AEC80FE9-A900-01C6-5EED-E13882F45983}"/>
                    </a:ext>
                  </a:extLst>
                </p:cNvPr>
                <p:cNvSpPr/>
                <p:nvPr/>
              </p:nvSpPr>
              <p:spPr>
                <a:xfrm>
                  <a:off x="3125190" y="1886972"/>
                  <a:ext cx="3278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58" extrusionOk="0">
                      <a:moveTo>
                        <a:pt x="17" y="1"/>
                      </a:moveTo>
                      <a:cubicBezTo>
                        <a:pt x="17" y="1"/>
                        <a:pt x="1" y="102"/>
                        <a:pt x="1" y="219"/>
                      </a:cubicBezTo>
                      <a:cubicBezTo>
                        <a:pt x="1" y="356"/>
                        <a:pt x="17" y="457"/>
                        <a:pt x="17" y="457"/>
                      </a:cubicBezTo>
                      <a:cubicBezTo>
                        <a:pt x="17" y="457"/>
                        <a:pt x="33" y="356"/>
                        <a:pt x="33" y="219"/>
                      </a:cubicBezTo>
                      <a:cubicBezTo>
                        <a:pt x="33" y="102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1" name="Google Shape;5841;p71">
                  <a:extLst>
                    <a:ext uri="{FF2B5EF4-FFF2-40B4-BE49-F238E27FC236}">
                      <a16:creationId xmlns:a16="http://schemas.microsoft.com/office/drawing/2014/main" id="{99B8D351-6808-5966-6DF2-09C2AC6AE32F}"/>
                    </a:ext>
                  </a:extLst>
                </p:cNvPr>
                <p:cNvSpPr/>
                <p:nvPr/>
              </p:nvSpPr>
              <p:spPr>
                <a:xfrm>
                  <a:off x="3128368" y="1930775"/>
                  <a:ext cx="27016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3" extrusionOk="0">
                      <a:moveTo>
                        <a:pt x="138" y="0"/>
                      </a:moveTo>
                      <a:cubicBezTo>
                        <a:pt x="53" y="0"/>
                        <a:pt x="1" y="16"/>
                        <a:pt x="1" y="16"/>
                      </a:cubicBezTo>
                      <a:cubicBezTo>
                        <a:pt x="1" y="16"/>
                        <a:pt x="53" y="33"/>
                        <a:pt x="138" y="33"/>
                      </a:cubicBezTo>
                      <a:cubicBezTo>
                        <a:pt x="171" y="33"/>
                        <a:pt x="203" y="16"/>
                        <a:pt x="219" y="16"/>
                      </a:cubicBezTo>
                      <a:cubicBezTo>
                        <a:pt x="255" y="16"/>
                        <a:pt x="272" y="0"/>
                        <a:pt x="2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2" name="Google Shape;5842;p71">
                  <a:extLst>
                    <a:ext uri="{FF2B5EF4-FFF2-40B4-BE49-F238E27FC236}">
                      <a16:creationId xmlns:a16="http://schemas.microsoft.com/office/drawing/2014/main" id="{C397D701-4FA7-B9BE-053B-CE3F88FCD777}"/>
                    </a:ext>
                  </a:extLst>
                </p:cNvPr>
                <p:cNvSpPr/>
                <p:nvPr/>
              </p:nvSpPr>
              <p:spPr>
                <a:xfrm>
                  <a:off x="3126779" y="1875351"/>
                  <a:ext cx="286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34" extrusionOk="0">
                      <a:moveTo>
                        <a:pt x="134" y="1"/>
                      </a:moveTo>
                      <a:cubicBezTo>
                        <a:pt x="102" y="1"/>
                        <a:pt x="69" y="17"/>
                        <a:pt x="33" y="17"/>
                      </a:cubicBezTo>
                      <a:lnTo>
                        <a:pt x="1" y="17"/>
                      </a:lnTo>
                      <a:cubicBezTo>
                        <a:pt x="17" y="17"/>
                        <a:pt x="17" y="17"/>
                        <a:pt x="33" y="33"/>
                      </a:cubicBezTo>
                      <a:lnTo>
                        <a:pt x="235" y="33"/>
                      </a:lnTo>
                      <a:cubicBezTo>
                        <a:pt x="271" y="17"/>
                        <a:pt x="288" y="17"/>
                        <a:pt x="288" y="17"/>
                      </a:cubicBezTo>
                      <a:lnTo>
                        <a:pt x="235" y="17"/>
                      </a:lnTo>
                      <a:cubicBezTo>
                        <a:pt x="219" y="1"/>
                        <a:pt x="187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3" name="Google Shape;5843;p71">
                  <a:extLst>
                    <a:ext uri="{FF2B5EF4-FFF2-40B4-BE49-F238E27FC236}">
                      <a16:creationId xmlns:a16="http://schemas.microsoft.com/office/drawing/2014/main" id="{C4D569E7-5625-C49B-2860-B8B55A921D31}"/>
                    </a:ext>
                  </a:extLst>
                </p:cNvPr>
                <p:cNvSpPr/>
                <p:nvPr/>
              </p:nvSpPr>
              <p:spPr>
                <a:xfrm>
                  <a:off x="3128368" y="1701632"/>
                  <a:ext cx="21851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" h="33" extrusionOk="0">
                      <a:moveTo>
                        <a:pt x="102" y="1"/>
                      </a:moveTo>
                      <a:cubicBezTo>
                        <a:pt x="70" y="1"/>
                        <a:pt x="37" y="1"/>
                        <a:pt x="1" y="17"/>
                      </a:cubicBezTo>
                      <a:cubicBezTo>
                        <a:pt x="37" y="33"/>
                        <a:pt x="70" y="33"/>
                        <a:pt x="102" y="33"/>
                      </a:cubicBezTo>
                      <a:lnTo>
                        <a:pt x="219" y="33"/>
                      </a:lnTo>
                      <a:cubicBezTo>
                        <a:pt x="219" y="33"/>
                        <a:pt x="203" y="17"/>
                        <a:pt x="187" y="17"/>
                      </a:cubicBezTo>
                      <a:cubicBezTo>
                        <a:pt x="154" y="1"/>
                        <a:pt x="138" y="1"/>
                        <a:pt x="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4" name="Google Shape;5844;p71">
                  <a:extLst>
                    <a:ext uri="{FF2B5EF4-FFF2-40B4-BE49-F238E27FC236}">
                      <a16:creationId xmlns:a16="http://schemas.microsoft.com/office/drawing/2014/main" id="{979DB6D6-8515-53F4-B81D-7A90F5A599AA}"/>
                    </a:ext>
                  </a:extLst>
                </p:cNvPr>
                <p:cNvSpPr/>
                <p:nvPr/>
              </p:nvSpPr>
              <p:spPr>
                <a:xfrm>
                  <a:off x="3150120" y="1704810"/>
                  <a:ext cx="3675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718" extrusionOk="0">
                      <a:moveTo>
                        <a:pt x="20" y="1"/>
                      </a:moveTo>
                      <a:cubicBezTo>
                        <a:pt x="20" y="1"/>
                        <a:pt x="0" y="389"/>
                        <a:pt x="0" y="861"/>
                      </a:cubicBezTo>
                      <a:cubicBezTo>
                        <a:pt x="0" y="1330"/>
                        <a:pt x="20" y="1718"/>
                        <a:pt x="20" y="1718"/>
                      </a:cubicBezTo>
                      <a:cubicBezTo>
                        <a:pt x="20" y="1718"/>
                        <a:pt x="36" y="1330"/>
                        <a:pt x="36" y="861"/>
                      </a:cubicBezTo>
                      <a:cubicBezTo>
                        <a:pt x="36" y="389"/>
                        <a:pt x="2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5" name="Google Shape;5845;p71">
                  <a:extLst>
                    <a:ext uri="{FF2B5EF4-FFF2-40B4-BE49-F238E27FC236}">
                      <a16:creationId xmlns:a16="http://schemas.microsoft.com/office/drawing/2014/main" id="{807E5E06-2787-D30D-1899-C67F38D19D24}"/>
                    </a:ext>
                  </a:extLst>
                </p:cNvPr>
                <p:cNvSpPr/>
                <p:nvPr/>
              </p:nvSpPr>
              <p:spPr>
                <a:xfrm>
                  <a:off x="3125190" y="1885383"/>
                  <a:ext cx="2701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4" extrusionOk="0">
                      <a:moveTo>
                        <a:pt x="134" y="1"/>
                      </a:moveTo>
                      <a:cubicBezTo>
                        <a:pt x="69" y="1"/>
                        <a:pt x="1" y="17"/>
                        <a:pt x="1" y="17"/>
                      </a:cubicBezTo>
                      <a:cubicBezTo>
                        <a:pt x="1" y="17"/>
                        <a:pt x="69" y="33"/>
                        <a:pt x="134" y="33"/>
                      </a:cubicBezTo>
                      <a:lnTo>
                        <a:pt x="271" y="33"/>
                      </a:lnTo>
                      <a:cubicBezTo>
                        <a:pt x="271" y="33"/>
                        <a:pt x="251" y="17"/>
                        <a:pt x="235" y="17"/>
                      </a:cubicBezTo>
                      <a:cubicBezTo>
                        <a:pt x="219" y="1"/>
                        <a:pt x="170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6" name="Google Shape;5846;p71">
                  <a:extLst>
                    <a:ext uri="{FF2B5EF4-FFF2-40B4-BE49-F238E27FC236}">
                      <a16:creationId xmlns:a16="http://schemas.microsoft.com/office/drawing/2014/main" id="{2ED6993D-D6EA-6DA7-2E85-35260B6063BB}"/>
                    </a:ext>
                  </a:extLst>
                </p:cNvPr>
                <p:cNvSpPr/>
                <p:nvPr/>
              </p:nvSpPr>
              <p:spPr>
                <a:xfrm>
                  <a:off x="3148432" y="1886972"/>
                  <a:ext cx="3774" cy="43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442" extrusionOk="0">
                      <a:moveTo>
                        <a:pt x="37" y="1"/>
                      </a:moveTo>
                      <a:cubicBezTo>
                        <a:pt x="37" y="1"/>
                        <a:pt x="17" y="37"/>
                        <a:pt x="17" y="70"/>
                      </a:cubicBezTo>
                      <a:cubicBezTo>
                        <a:pt x="17" y="118"/>
                        <a:pt x="1" y="171"/>
                        <a:pt x="1" y="239"/>
                      </a:cubicBezTo>
                      <a:cubicBezTo>
                        <a:pt x="1" y="304"/>
                        <a:pt x="1" y="356"/>
                        <a:pt x="17" y="405"/>
                      </a:cubicBezTo>
                      <a:cubicBezTo>
                        <a:pt x="17" y="421"/>
                        <a:pt x="37" y="441"/>
                        <a:pt x="37" y="441"/>
                      </a:cubicBezTo>
                      <a:lnTo>
                        <a:pt x="37" y="389"/>
                      </a:lnTo>
                      <a:lnTo>
                        <a:pt x="37" y="239"/>
                      </a:lnTo>
                      <a:lnTo>
                        <a:pt x="37" y="70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7" name="Google Shape;5847;p71">
                  <a:extLst>
                    <a:ext uri="{FF2B5EF4-FFF2-40B4-BE49-F238E27FC236}">
                      <a16:creationId xmlns:a16="http://schemas.microsoft.com/office/drawing/2014/main" id="{2D251DDC-6877-DA31-5E57-F759C60D921C}"/>
                    </a:ext>
                  </a:extLst>
                </p:cNvPr>
                <p:cNvSpPr/>
                <p:nvPr/>
              </p:nvSpPr>
              <p:spPr>
                <a:xfrm>
                  <a:off x="3168496" y="1703221"/>
                  <a:ext cx="5364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750" extrusionOk="0">
                      <a:moveTo>
                        <a:pt x="17" y="1"/>
                      </a:moveTo>
                      <a:cubicBezTo>
                        <a:pt x="17" y="1"/>
                        <a:pt x="1" y="405"/>
                        <a:pt x="17" y="877"/>
                      </a:cubicBezTo>
                      <a:cubicBezTo>
                        <a:pt x="17" y="1362"/>
                        <a:pt x="37" y="1750"/>
                        <a:pt x="37" y="1750"/>
                      </a:cubicBezTo>
                      <a:cubicBezTo>
                        <a:pt x="37" y="1750"/>
                        <a:pt x="53" y="1362"/>
                        <a:pt x="53" y="877"/>
                      </a:cubicBezTo>
                      <a:cubicBezTo>
                        <a:pt x="37" y="40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8" name="Google Shape;5848;p71">
                  <a:extLst>
                    <a:ext uri="{FF2B5EF4-FFF2-40B4-BE49-F238E27FC236}">
                      <a16:creationId xmlns:a16="http://schemas.microsoft.com/office/drawing/2014/main" id="{02489529-5624-2310-FADB-934CFCE4DC70}"/>
                    </a:ext>
                  </a:extLst>
                </p:cNvPr>
                <p:cNvSpPr/>
                <p:nvPr/>
              </p:nvSpPr>
              <p:spPr>
                <a:xfrm>
                  <a:off x="3170184" y="1886972"/>
                  <a:ext cx="3675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58" extrusionOk="0">
                      <a:moveTo>
                        <a:pt x="20" y="1"/>
                      </a:moveTo>
                      <a:cubicBezTo>
                        <a:pt x="20" y="1"/>
                        <a:pt x="0" y="102"/>
                        <a:pt x="0" y="219"/>
                      </a:cubicBezTo>
                      <a:cubicBezTo>
                        <a:pt x="0" y="356"/>
                        <a:pt x="20" y="457"/>
                        <a:pt x="20" y="457"/>
                      </a:cubicBezTo>
                      <a:cubicBezTo>
                        <a:pt x="20" y="457"/>
                        <a:pt x="36" y="356"/>
                        <a:pt x="36" y="219"/>
                      </a:cubicBezTo>
                      <a:cubicBezTo>
                        <a:pt x="36" y="102"/>
                        <a:pt x="2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49" name="Google Shape;5849;p71">
                  <a:extLst>
                    <a:ext uri="{FF2B5EF4-FFF2-40B4-BE49-F238E27FC236}">
                      <a16:creationId xmlns:a16="http://schemas.microsoft.com/office/drawing/2014/main" id="{3FCCAFDA-83DF-147C-16B1-9BC1ECAB597D}"/>
                    </a:ext>
                  </a:extLst>
                </p:cNvPr>
                <p:cNvSpPr/>
                <p:nvPr/>
              </p:nvSpPr>
              <p:spPr>
                <a:xfrm>
                  <a:off x="3173760" y="1930775"/>
                  <a:ext cx="24931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33" extrusionOk="0">
                      <a:moveTo>
                        <a:pt x="134" y="0"/>
                      </a:moveTo>
                      <a:cubicBezTo>
                        <a:pt x="49" y="0"/>
                        <a:pt x="0" y="16"/>
                        <a:pt x="0" y="16"/>
                      </a:cubicBezTo>
                      <a:cubicBezTo>
                        <a:pt x="0" y="16"/>
                        <a:pt x="49" y="33"/>
                        <a:pt x="134" y="33"/>
                      </a:cubicBezTo>
                      <a:cubicBezTo>
                        <a:pt x="166" y="33"/>
                        <a:pt x="202" y="16"/>
                        <a:pt x="219" y="16"/>
                      </a:cubicBezTo>
                      <a:cubicBezTo>
                        <a:pt x="251" y="16"/>
                        <a:pt x="251" y="0"/>
                        <a:pt x="25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0" name="Google Shape;5850;p71">
                  <a:extLst>
                    <a:ext uri="{FF2B5EF4-FFF2-40B4-BE49-F238E27FC236}">
                      <a16:creationId xmlns:a16="http://schemas.microsoft.com/office/drawing/2014/main" id="{D667279F-DC58-1FAD-26A9-AD4845542684}"/>
                    </a:ext>
                  </a:extLst>
                </p:cNvPr>
                <p:cNvSpPr/>
                <p:nvPr/>
              </p:nvSpPr>
              <p:spPr>
                <a:xfrm>
                  <a:off x="3172171" y="1875351"/>
                  <a:ext cx="28208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34" extrusionOk="0">
                      <a:moveTo>
                        <a:pt x="134" y="1"/>
                      </a:moveTo>
                      <a:cubicBezTo>
                        <a:pt x="101" y="1"/>
                        <a:pt x="65" y="17"/>
                        <a:pt x="33" y="17"/>
                      </a:cubicBezTo>
                      <a:lnTo>
                        <a:pt x="0" y="17"/>
                      </a:lnTo>
                      <a:cubicBezTo>
                        <a:pt x="16" y="17"/>
                        <a:pt x="16" y="17"/>
                        <a:pt x="33" y="33"/>
                      </a:cubicBezTo>
                      <a:lnTo>
                        <a:pt x="235" y="33"/>
                      </a:lnTo>
                      <a:cubicBezTo>
                        <a:pt x="267" y="17"/>
                        <a:pt x="283" y="17"/>
                        <a:pt x="283" y="17"/>
                      </a:cubicBezTo>
                      <a:lnTo>
                        <a:pt x="235" y="17"/>
                      </a:lnTo>
                      <a:cubicBezTo>
                        <a:pt x="218" y="1"/>
                        <a:pt x="16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1" name="Google Shape;5851;p71">
                  <a:extLst>
                    <a:ext uri="{FF2B5EF4-FFF2-40B4-BE49-F238E27FC236}">
                      <a16:creationId xmlns:a16="http://schemas.microsoft.com/office/drawing/2014/main" id="{203656BE-94B5-BEB8-C99A-57DC738FD9BD}"/>
                    </a:ext>
                  </a:extLst>
                </p:cNvPr>
                <p:cNvSpPr/>
                <p:nvPr/>
              </p:nvSpPr>
              <p:spPr>
                <a:xfrm>
                  <a:off x="3173760" y="1701632"/>
                  <a:ext cx="2175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" extrusionOk="0">
                      <a:moveTo>
                        <a:pt x="85" y="1"/>
                      </a:moveTo>
                      <a:cubicBezTo>
                        <a:pt x="49" y="1"/>
                        <a:pt x="33" y="1"/>
                        <a:pt x="0" y="17"/>
                      </a:cubicBezTo>
                      <a:cubicBezTo>
                        <a:pt x="33" y="33"/>
                        <a:pt x="49" y="33"/>
                        <a:pt x="85" y="33"/>
                      </a:cubicBezTo>
                      <a:lnTo>
                        <a:pt x="219" y="33"/>
                      </a:lnTo>
                      <a:cubicBezTo>
                        <a:pt x="219" y="33"/>
                        <a:pt x="202" y="17"/>
                        <a:pt x="186" y="17"/>
                      </a:cubicBezTo>
                      <a:cubicBezTo>
                        <a:pt x="150" y="1"/>
                        <a:pt x="118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2" name="Google Shape;5852;p71">
                  <a:extLst>
                    <a:ext uri="{FF2B5EF4-FFF2-40B4-BE49-F238E27FC236}">
                      <a16:creationId xmlns:a16="http://schemas.microsoft.com/office/drawing/2014/main" id="{ED6296D3-E3E0-3468-DA8A-A4807FE34BB8}"/>
                    </a:ext>
                  </a:extLst>
                </p:cNvPr>
                <p:cNvSpPr/>
                <p:nvPr/>
              </p:nvSpPr>
              <p:spPr>
                <a:xfrm>
                  <a:off x="3195413" y="1704810"/>
                  <a:ext cx="3278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18" extrusionOk="0">
                      <a:moveTo>
                        <a:pt x="17" y="1"/>
                      </a:moveTo>
                      <a:cubicBezTo>
                        <a:pt x="17" y="1"/>
                        <a:pt x="1" y="389"/>
                        <a:pt x="1" y="861"/>
                      </a:cubicBezTo>
                      <a:cubicBezTo>
                        <a:pt x="1" y="1330"/>
                        <a:pt x="17" y="1718"/>
                        <a:pt x="17" y="1718"/>
                      </a:cubicBezTo>
                      <a:cubicBezTo>
                        <a:pt x="17" y="1718"/>
                        <a:pt x="33" y="1330"/>
                        <a:pt x="33" y="861"/>
                      </a:cubicBezTo>
                      <a:cubicBezTo>
                        <a:pt x="33" y="389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3" name="Google Shape;5853;p71">
                  <a:extLst>
                    <a:ext uri="{FF2B5EF4-FFF2-40B4-BE49-F238E27FC236}">
                      <a16:creationId xmlns:a16="http://schemas.microsoft.com/office/drawing/2014/main" id="{5B70B55A-E88B-29F2-2BE5-7E988135B738}"/>
                    </a:ext>
                  </a:extLst>
                </p:cNvPr>
                <p:cNvSpPr/>
                <p:nvPr/>
              </p:nvSpPr>
              <p:spPr>
                <a:xfrm>
                  <a:off x="3170184" y="1885383"/>
                  <a:ext cx="2691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4" extrusionOk="0">
                      <a:moveTo>
                        <a:pt x="137" y="1"/>
                      </a:moveTo>
                      <a:cubicBezTo>
                        <a:pt x="53" y="1"/>
                        <a:pt x="0" y="17"/>
                        <a:pt x="0" y="17"/>
                      </a:cubicBezTo>
                      <a:cubicBezTo>
                        <a:pt x="0" y="17"/>
                        <a:pt x="53" y="33"/>
                        <a:pt x="137" y="33"/>
                      </a:cubicBezTo>
                      <a:lnTo>
                        <a:pt x="271" y="33"/>
                      </a:lnTo>
                      <a:cubicBezTo>
                        <a:pt x="271" y="33"/>
                        <a:pt x="255" y="17"/>
                        <a:pt x="238" y="17"/>
                      </a:cubicBezTo>
                      <a:cubicBezTo>
                        <a:pt x="202" y="1"/>
                        <a:pt x="170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4" name="Google Shape;5854;p71">
                  <a:extLst>
                    <a:ext uri="{FF2B5EF4-FFF2-40B4-BE49-F238E27FC236}">
                      <a16:creationId xmlns:a16="http://schemas.microsoft.com/office/drawing/2014/main" id="{A5673000-7A82-4C08-34D6-F37473F67090}"/>
                    </a:ext>
                  </a:extLst>
                </p:cNvPr>
                <p:cNvSpPr/>
                <p:nvPr/>
              </p:nvSpPr>
              <p:spPr>
                <a:xfrm>
                  <a:off x="3193823" y="1886972"/>
                  <a:ext cx="3278" cy="43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42" extrusionOk="0">
                      <a:moveTo>
                        <a:pt x="17" y="1"/>
                      </a:moveTo>
                      <a:lnTo>
                        <a:pt x="17" y="70"/>
                      </a:lnTo>
                      <a:cubicBezTo>
                        <a:pt x="0" y="118"/>
                        <a:pt x="0" y="171"/>
                        <a:pt x="0" y="239"/>
                      </a:cubicBezTo>
                      <a:cubicBezTo>
                        <a:pt x="0" y="304"/>
                        <a:pt x="0" y="356"/>
                        <a:pt x="17" y="405"/>
                      </a:cubicBezTo>
                      <a:cubicBezTo>
                        <a:pt x="17" y="421"/>
                        <a:pt x="33" y="441"/>
                        <a:pt x="33" y="441"/>
                      </a:cubicBezTo>
                      <a:lnTo>
                        <a:pt x="33" y="389"/>
                      </a:lnTo>
                      <a:lnTo>
                        <a:pt x="33" y="239"/>
                      </a:lnTo>
                      <a:lnTo>
                        <a:pt x="33" y="70"/>
                      </a:lnTo>
                      <a:cubicBezTo>
                        <a:pt x="33" y="37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5" name="Google Shape;5855;p71">
                  <a:extLst>
                    <a:ext uri="{FF2B5EF4-FFF2-40B4-BE49-F238E27FC236}">
                      <a16:creationId xmlns:a16="http://schemas.microsoft.com/office/drawing/2014/main" id="{98388CD4-4311-5333-0B6E-6DEE6989EB4A}"/>
                    </a:ext>
                  </a:extLst>
                </p:cNvPr>
                <p:cNvSpPr/>
                <p:nvPr/>
              </p:nvSpPr>
              <p:spPr>
                <a:xfrm>
                  <a:off x="3213887" y="1703221"/>
                  <a:ext cx="4867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060" extrusionOk="0">
                      <a:moveTo>
                        <a:pt x="17" y="1"/>
                      </a:moveTo>
                      <a:cubicBezTo>
                        <a:pt x="17" y="1"/>
                        <a:pt x="0" y="235"/>
                        <a:pt x="0" y="538"/>
                      </a:cubicBezTo>
                      <a:cubicBezTo>
                        <a:pt x="17" y="825"/>
                        <a:pt x="33" y="1059"/>
                        <a:pt x="33" y="1059"/>
                      </a:cubicBezTo>
                      <a:cubicBezTo>
                        <a:pt x="33" y="1059"/>
                        <a:pt x="49" y="825"/>
                        <a:pt x="33" y="538"/>
                      </a:cubicBezTo>
                      <a:cubicBezTo>
                        <a:pt x="33" y="23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6" name="Google Shape;5856;p71">
                  <a:extLst>
                    <a:ext uri="{FF2B5EF4-FFF2-40B4-BE49-F238E27FC236}">
                      <a16:creationId xmlns:a16="http://schemas.microsoft.com/office/drawing/2014/main" id="{EE821EC2-A9FA-5CDA-1699-BAEEBC86E5F4}"/>
                    </a:ext>
                  </a:extLst>
                </p:cNvPr>
                <p:cNvSpPr/>
                <p:nvPr/>
              </p:nvSpPr>
              <p:spPr>
                <a:xfrm>
                  <a:off x="3218655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6" y="1"/>
                      </a:moveTo>
                      <a:cubicBezTo>
                        <a:pt x="53" y="1"/>
                        <a:pt x="17" y="1"/>
                        <a:pt x="1" y="17"/>
                      </a:cubicBezTo>
                      <a:cubicBezTo>
                        <a:pt x="17" y="33"/>
                        <a:pt x="53" y="33"/>
                        <a:pt x="86" y="33"/>
                      </a:cubicBezTo>
                      <a:lnTo>
                        <a:pt x="203" y="33"/>
                      </a:lnTo>
                      <a:cubicBezTo>
                        <a:pt x="203" y="33"/>
                        <a:pt x="203" y="17"/>
                        <a:pt x="171" y="17"/>
                      </a:cubicBezTo>
                      <a:cubicBezTo>
                        <a:pt x="154" y="1"/>
                        <a:pt x="118" y="1"/>
                        <a:pt x="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7" name="Google Shape;5857;p71">
                  <a:extLst>
                    <a:ext uri="{FF2B5EF4-FFF2-40B4-BE49-F238E27FC236}">
                      <a16:creationId xmlns:a16="http://schemas.microsoft.com/office/drawing/2014/main" id="{288F5F7F-BFA3-A9CE-3827-78B9C122734B}"/>
                    </a:ext>
                  </a:extLst>
                </p:cNvPr>
                <p:cNvSpPr/>
                <p:nvPr/>
              </p:nvSpPr>
              <p:spPr>
                <a:xfrm>
                  <a:off x="3238718" y="1704810"/>
                  <a:ext cx="5364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028" extrusionOk="0">
                      <a:moveTo>
                        <a:pt x="37" y="1"/>
                      </a:moveTo>
                      <a:cubicBezTo>
                        <a:pt x="37" y="1"/>
                        <a:pt x="37" y="53"/>
                        <a:pt x="17" y="154"/>
                      </a:cubicBezTo>
                      <a:lnTo>
                        <a:pt x="17" y="320"/>
                      </a:lnTo>
                      <a:lnTo>
                        <a:pt x="17" y="522"/>
                      </a:lnTo>
                      <a:cubicBezTo>
                        <a:pt x="17" y="591"/>
                        <a:pt x="1" y="659"/>
                        <a:pt x="17" y="708"/>
                      </a:cubicBezTo>
                      <a:lnTo>
                        <a:pt x="17" y="878"/>
                      </a:lnTo>
                      <a:cubicBezTo>
                        <a:pt x="17" y="979"/>
                        <a:pt x="37" y="1027"/>
                        <a:pt x="37" y="1027"/>
                      </a:cubicBezTo>
                      <a:lnTo>
                        <a:pt x="37" y="878"/>
                      </a:lnTo>
                      <a:lnTo>
                        <a:pt x="37" y="708"/>
                      </a:lnTo>
                      <a:lnTo>
                        <a:pt x="37" y="522"/>
                      </a:lnTo>
                      <a:cubicBezTo>
                        <a:pt x="53" y="437"/>
                        <a:pt x="53" y="373"/>
                        <a:pt x="53" y="320"/>
                      </a:cubicBezTo>
                      <a:cubicBezTo>
                        <a:pt x="53" y="255"/>
                        <a:pt x="53" y="203"/>
                        <a:pt x="37" y="154"/>
                      </a:cubicBez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8" name="Google Shape;5858;p71">
                  <a:extLst>
                    <a:ext uri="{FF2B5EF4-FFF2-40B4-BE49-F238E27FC236}">
                      <a16:creationId xmlns:a16="http://schemas.microsoft.com/office/drawing/2014/main" id="{09F759C7-BC80-4C8E-6842-DE72A4B2C9F4}"/>
                    </a:ext>
                  </a:extLst>
                </p:cNvPr>
                <p:cNvSpPr/>
                <p:nvPr/>
              </p:nvSpPr>
              <p:spPr>
                <a:xfrm>
                  <a:off x="3258782" y="1703221"/>
                  <a:ext cx="3774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060" extrusionOk="0">
                      <a:moveTo>
                        <a:pt x="17" y="1"/>
                      </a:moveTo>
                      <a:cubicBezTo>
                        <a:pt x="17" y="1"/>
                        <a:pt x="1" y="235"/>
                        <a:pt x="1" y="538"/>
                      </a:cubicBezTo>
                      <a:cubicBezTo>
                        <a:pt x="1" y="825"/>
                        <a:pt x="37" y="1059"/>
                        <a:pt x="37" y="1059"/>
                      </a:cubicBezTo>
                      <a:lnTo>
                        <a:pt x="37" y="538"/>
                      </a:lnTo>
                      <a:cubicBezTo>
                        <a:pt x="37" y="23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59" name="Google Shape;5859;p71">
                  <a:extLst>
                    <a:ext uri="{FF2B5EF4-FFF2-40B4-BE49-F238E27FC236}">
                      <a16:creationId xmlns:a16="http://schemas.microsoft.com/office/drawing/2014/main" id="{DE4BA24E-EFA4-A91F-1D55-67CFFF346207}"/>
                    </a:ext>
                  </a:extLst>
                </p:cNvPr>
                <p:cNvSpPr/>
                <p:nvPr/>
              </p:nvSpPr>
              <p:spPr>
                <a:xfrm>
                  <a:off x="3264046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5" y="1"/>
                      </a:moveTo>
                      <a:cubicBezTo>
                        <a:pt x="49" y="1"/>
                        <a:pt x="17" y="1"/>
                        <a:pt x="0" y="17"/>
                      </a:cubicBezTo>
                      <a:cubicBezTo>
                        <a:pt x="17" y="33"/>
                        <a:pt x="49" y="33"/>
                        <a:pt x="85" y="33"/>
                      </a:cubicBezTo>
                      <a:lnTo>
                        <a:pt x="202" y="33"/>
                      </a:lnTo>
                      <a:cubicBezTo>
                        <a:pt x="202" y="33"/>
                        <a:pt x="202" y="17"/>
                        <a:pt x="166" y="17"/>
                      </a:cubicBezTo>
                      <a:cubicBezTo>
                        <a:pt x="150" y="1"/>
                        <a:pt x="118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0" name="Google Shape;5860;p71">
                  <a:extLst>
                    <a:ext uri="{FF2B5EF4-FFF2-40B4-BE49-F238E27FC236}">
                      <a16:creationId xmlns:a16="http://schemas.microsoft.com/office/drawing/2014/main" id="{384BBC16-768D-53B8-E38D-5FDC798A6CCA}"/>
                    </a:ext>
                  </a:extLst>
                </p:cNvPr>
                <p:cNvSpPr/>
                <p:nvPr/>
              </p:nvSpPr>
              <p:spPr>
                <a:xfrm>
                  <a:off x="3284110" y="1704810"/>
                  <a:ext cx="4867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028" extrusionOk="0">
                      <a:moveTo>
                        <a:pt x="33" y="1"/>
                      </a:moveTo>
                      <a:cubicBezTo>
                        <a:pt x="33" y="1"/>
                        <a:pt x="33" y="53"/>
                        <a:pt x="17" y="154"/>
                      </a:cubicBezTo>
                      <a:lnTo>
                        <a:pt x="17" y="320"/>
                      </a:lnTo>
                      <a:cubicBezTo>
                        <a:pt x="17" y="373"/>
                        <a:pt x="17" y="437"/>
                        <a:pt x="0" y="522"/>
                      </a:cubicBezTo>
                      <a:lnTo>
                        <a:pt x="0" y="708"/>
                      </a:lnTo>
                      <a:cubicBezTo>
                        <a:pt x="17" y="777"/>
                        <a:pt x="17" y="825"/>
                        <a:pt x="17" y="878"/>
                      </a:cubicBezTo>
                      <a:lnTo>
                        <a:pt x="17" y="1027"/>
                      </a:lnTo>
                      <a:cubicBezTo>
                        <a:pt x="17" y="1027"/>
                        <a:pt x="33" y="979"/>
                        <a:pt x="33" y="878"/>
                      </a:cubicBezTo>
                      <a:lnTo>
                        <a:pt x="33" y="708"/>
                      </a:lnTo>
                      <a:lnTo>
                        <a:pt x="33" y="522"/>
                      </a:lnTo>
                      <a:cubicBezTo>
                        <a:pt x="33" y="437"/>
                        <a:pt x="33" y="373"/>
                        <a:pt x="49" y="320"/>
                      </a:cubicBezTo>
                      <a:cubicBezTo>
                        <a:pt x="33" y="255"/>
                        <a:pt x="33" y="203"/>
                        <a:pt x="33" y="154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1" name="Google Shape;5861;p71">
                  <a:extLst>
                    <a:ext uri="{FF2B5EF4-FFF2-40B4-BE49-F238E27FC236}">
                      <a16:creationId xmlns:a16="http://schemas.microsoft.com/office/drawing/2014/main" id="{FE1D29BF-65A2-91E6-C369-8343C5D31DD5}"/>
                    </a:ext>
                  </a:extLst>
                </p:cNvPr>
                <p:cNvSpPr/>
                <p:nvPr/>
              </p:nvSpPr>
              <p:spPr>
                <a:xfrm>
                  <a:off x="3304174" y="1703221"/>
                  <a:ext cx="3278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60" extrusionOk="0">
                      <a:moveTo>
                        <a:pt x="16" y="1"/>
                      </a:moveTo>
                      <a:cubicBezTo>
                        <a:pt x="16" y="1"/>
                        <a:pt x="0" y="235"/>
                        <a:pt x="0" y="538"/>
                      </a:cubicBezTo>
                      <a:cubicBezTo>
                        <a:pt x="0" y="825"/>
                        <a:pt x="16" y="1059"/>
                        <a:pt x="16" y="1059"/>
                      </a:cubicBezTo>
                      <a:cubicBezTo>
                        <a:pt x="16" y="1059"/>
                        <a:pt x="33" y="825"/>
                        <a:pt x="33" y="538"/>
                      </a:cubicBezTo>
                      <a:cubicBezTo>
                        <a:pt x="33" y="235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2" name="Google Shape;5862;p71">
                  <a:extLst>
                    <a:ext uri="{FF2B5EF4-FFF2-40B4-BE49-F238E27FC236}">
                      <a16:creationId xmlns:a16="http://schemas.microsoft.com/office/drawing/2014/main" id="{9B9F2CB9-38F0-1DB5-7705-FCDD77D23C20}"/>
                    </a:ext>
                  </a:extLst>
                </p:cNvPr>
                <p:cNvSpPr/>
                <p:nvPr/>
              </p:nvSpPr>
              <p:spPr>
                <a:xfrm>
                  <a:off x="3308941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6" y="1"/>
                      </a:moveTo>
                      <a:cubicBezTo>
                        <a:pt x="53" y="1"/>
                        <a:pt x="17" y="1"/>
                        <a:pt x="1" y="17"/>
                      </a:cubicBezTo>
                      <a:cubicBezTo>
                        <a:pt x="17" y="33"/>
                        <a:pt x="53" y="33"/>
                        <a:pt x="86" y="33"/>
                      </a:cubicBezTo>
                      <a:lnTo>
                        <a:pt x="203" y="33"/>
                      </a:lnTo>
                      <a:cubicBezTo>
                        <a:pt x="203" y="33"/>
                        <a:pt x="187" y="17"/>
                        <a:pt x="170" y="17"/>
                      </a:cubicBezTo>
                      <a:cubicBezTo>
                        <a:pt x="154" y="1"/>
                        <a:pt x="118" y="1"/>
                        <a:pt x="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3" name="Google Shape;5863;p71">
                  <a:extLst>
                    <a:ext uri="{FF2B5EF4-FFF2-40B4-BE49-F238E27FC236}">
                      <a16:creationId xmlns:a16="http://schemas.microsoft.com/office/drawing/2014/main" id="{44553330-DFA8-5172-7996-271B00809062}"/>
                    </a:ext>
                  </a:extLst>
                </p:cNvPr>
                <p:cNvSpPr/>
                <p:nvPr/>
              </p:nvSpPr>
              <p:spPr>
                <a:xfrm>
                  <a:off x="3329005" y="1704810"/>
                  <a:ext cx="3774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028" extrusionOk="0">
                      <a:moveTo>
                        <a:pt x="37" y="1"/>
                      </a:moveTo>
                      <a:cubicBezTo>
                        <a:pt x="37" y="1"/>
                        <a:pt x="17" y="53"/>
                        <a:pt x="17" y="154"/>
                      </a:cubicBezTo>
                      <a:lnTo>
                        <a:pt x="17" y="320"/>
                      </a:lnTo>
                      <a:cubicBezTo>
                        <a:pt x="17" y="373"/>
                        <a:pt x="1" y="437"/>
                        <a:pt x="1" y="522"/>
                      </a:cubicBezTo>
                      <a:lnTo>
                        <a:pt x="1" y="708"/>
                      </a:lnTo>
                      <a:cubicBezTo>
                        <a:pt x="1" y="777"/>
                        <a:pt x="17" y="825"/>
                        <a:pt x="17" y="878"/>
                      </a:cubicBezTo>
                      <a:lnTo>
                        <a:pt x="17" y="1027"/>
                      </a:lnTo>
                      <a:cubicBezTo>
                        <a:pt x="17" y="1027"/>
                        <a:pt x="37" y="979"/>
                        <a:pt x="37" y="878"/>
                      </a:cubicBezTo>
                      <a:lnTo>
                        <a:pt x="37" y="708"/>
                      </a:lnTo>
                      <a:lnTo>
                        <a:pt x="37" y="522"/>
                      </a:lnTo>
                      <a:lnTo>
                        <a:pt x="37" y="320"/>
                      </a:lnTo>
                      <a:lnTo>
                        <a:pt x="37" y="154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4" name="Google Shape;5864;p71">
                  <a:extLst>
                    <a:ext uri="{FF2B5EF4-FFF2-40B4-BE49-F238E27FC236}">
                      <a16:creationId xmlns:a16="http://schemas.microsoft.com/office/drawing/2014/main" id="{91233CB2-4ED0-8268-7FC6-DC8AE985A366}"/>
                    </a:ext>
                  </a:extLst>
                </p:cNvPr>
                <p:cNvSpPr/>
                <p:nvPr/>
              </p:nvSpPr>
              <p:spPr>
                <a:xfrm>
                  <a:off x="3349068" y="1703221"/>
                  <a:ext cx="3774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060" extrusionOk="0">
                      <a:moveTo>
                        <a:pt x="17" y="1"/>
                      </a:moveTo>
                      <a:cubicBezTo>
                        <a:pt x="17" y="1"/>
                        <a:pt x="1" y="235"/>
                        <a:pt x="1" y="538"/>
                      </a:cubicBezTo>
                      <a:cubicBezTo>
                        <a:pt x="1" y="825"/>
                        <a:pt x="17" y="1059"/>
                        <a:pt x="17" y="1059"/>
                      </a:cubicBezTo>
                      <a:cubicBezTo>
                        <a:pt x="17" y="1059"/>
                        <a:pt x="37" y="825"/>
                        <a:pt x="37" y="538"/>
                      </a:cubicBezTo>
                      <a:cubicBezTo>
                        <a:pt x="37" y="23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5" name="Google Shape;5865;p71">
                  <a:extLst>
                    <a:ext uri="{FF2B5EF4-FFF2-40B4-BE49-F238E27FC236}">
                      <a16:creationId xmlns:a16="http://schemas.microsoft.com/office/drawing/2014/main" id="{7BC592BF-6543-2B5D-2A68-AA8F379A7C53}"/>
                    </a:ext>
                  </a:extLst>
                </p:cNvPr>
                <p:cNvSpPr/>
                <p:nvPr/>
              </p:nvSpPr>
              <p:spPr>
                <a:xfrm>
                  <a:off x="3354333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5" y="1"/>
                      </a:moveTo>
                      <a:cubicBezTo>
                        <a:pt x="49" y="1"/>
                        <a:pt x="16" y="1"/>
                        <a:pt x="0" y="17"/>
                      </a:cubicBezTo>
                      <a:cubicBezTo>
                        <a:pt x="16" y="33"/>
                        <a:pt x="49" y="33"/>
                        <a:pt x="85" y="33"/>
                      </a:cubicBezTo>
                      <a:lnTo>
                        <a:pt x="202" y="33"/>
                      </a:lnTo>
                      <a:cubicBezTo>
                        <a:pt x="202" y="33"/>
                        <a:pt x="186" y="17"/>
                        <a:pt x="166" y="17"/>
                      </a:cubicBezTo>
                      <a:cubicBezTo>
                        <a:pt x="150" y="1"/>
                        <a:pt x="117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6" name="Google Shape;5866;p71">
                  <a:extLst>
                    <a:ext uri="{FF2B5EF4-FFF2-40B4-BE49-F238E27FC236}">
                      <a16:creationId xmlns:a16="http://schemas.microsoft.com/office/drawing/2014/main" id="{D9174F15-6E3C-F0CB-EF47-B129352D79EB}"/>
                    </a:ext>
                  </a:extLst>
                </p:cNvPr>
                <p:cNvSpPr/>
                <p:nvPr/>
              </p:nvSpPr>
              <p:spPr>
                <a:xfrm>
                  <a:off x="3374396" y="1704810"/>
                  <a:ext cx="3278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28" extrusionOk="0">
                      <a:moveTo>
                        <a:pt x="33" y="1"/>
                      </a:moveTo>
                      <a:cubicBezTo>
                        <a:pt x="33" y="1"/>
                        <a:pt x="16" y="53"/>
                        <a:pt x="16" y="154"/>
                      </a:cubicBezTo>
                      <a:lnTo>
                        <a:pt x="16" y="320"/>
                      </a:lnTo>
                      <a:cubicBezTo>
                        <a:pt x="0" y="373"/>
                        <a:pt x="0" y="437"/>
                        <a:pt x="0" y="522"/>
                      </a:cubicBezTo>
                      <a:lnTo>
                        <a:pt x="0" y="708"/>
                      </a:lnTo>
                      <a:cubicBezTo>
                        <a:pt x="0" y="777"/>
                        <a:pt x="0" y="825"/>
                        <a:pt x="16" y="878"/>
                      </a:cubicBezTo>
                      <a:lnTo>
                        <a:pt x="16" y="1027"/>
                      </a:lnTo>
                      <a:cubicBezTo>
                        <a:pt x="16" y="1027"/>
                        <a:pt x="16" y="979"/>
                        <a:pt x="33" y="878"/>
                      </a:cubicBezTo>
                      <a:lnTo>
                        <a:pt x="33" y="708"/>
                      </a:lnTo>
                      <a:lnTo>
                        <a:pt x="33" y="522"/>
                      </a:lnTo>
                      <a:lnTo>
                        <a:pt x="33" y="320"/>
                      </a:lnTo>
                      <a:lnTo>
                        <a:pt x="33" y="154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7" name="Google Shape;5867;p71">
                  <a:extLst>
                    <a:ext uri="{FF2B5EF4-FFF2-40B4-BE49-F238E27FC236}">
                      <a16:creationId xmlns:a16="http://schemas.microsoft.com/office/drawing/2014/main" id="{6B3E5953-760F-320A-25E4-2D7E79A2C3A7}"/>
                    </a:ext>
                  </a:extLst>
                </p:cNvPr>
                <p:cNvSpPr/>
                <p:nvPr/>
              </p:nvSpPr>
              <p:spPr>
                <a:xfrm>
                  <a:off x="3394460" y="1703221"/>
                  <a:ext cx="3278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60" extrusionOk="0">
                      <a:moveTo>
                        <a:pt x="0" y="1"/>
                      </a:moveTo>
                      <a:lnTo>
                        <a:pt x="0" y="538"/>
                      </a:lnTo>
                      <a:cubicBezTo>
                        <a:pt x="0" y="825"/>
                        <a:pt x="16" y="1059"/>
                        <a:pt x="16" y="1059"/>
                      </a:cubicBezTo>
                      <a:cubicBezTo>
                        <a:pt x="16" y="1059"/>
                        <a:pt x="33" y="825"/>
                        <a:pt x="33" y="538"/>
                      </a:cubicBezTo>
                      <a:cubicBezTo>
                        <a:pt x="33" y="235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8" name="Google Shape;5868;p71">
                  <a:extLst>
                    <a:ext uri="{FF2B5EF4-FFF2-40B4-BE49-F238E27FC236}">
                      <a16:creationId xmlns:a16="http://schemas.microsoft.com/office/drawing/2014/main" id="{4122950C-9FE1-A916-446E-E42B30CB5681}"/>
                    </a:ext>
                  </a:extLst>
                </p:cNvPr>
                <p:cNvSpPr/>
                <p:nvPr/>
              </p:nvSpPr>
              <p:spPr>
                <a:xfrm>
                  <a:off x="3397638" y="1701632"/>
                  <a:ext cx="2175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" extrusionOk="0">
                      <a:moveTo>
                        <a:pt x="102" y="1"/>
                      </a:moveTo>
                      <a:cubicBezTo>
                        <a:pt x="69" y="1"/>
                        <a:pt x="33" y="1"/>
                        <a:pt x="17" y="17"/>
                      </a:cubicBezTo>
                      <a:lnTo>
                        <a:pt x="1" y="17"/>
                      </a:lnTo>
                      <a:cubicBezTo>
                        <a:pt x="33" y="33"/>
                        <a:pt x="69" y="33"/>
                        <a:pt x="102" y="33"/>
                      </a:cubicBezTo>
                      <a:lnTo>
                        <a:pt x="219" y="33"/>
                      </a:lnTo>
                      <a:cubicBezTo>
                        <a:pt x="219" y="33"/>
                        <a:pt x="203" y="17"/>
                        <a:pt x="186" y="17"/>
                      </a:cubicBezTo>
                      <a:cubicBezTo>
                        <a:pt x="154" y="1"/>
                        <a:pt x="134" y="1"/>
                        <a:pt x="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69" name="Google Shape;5869;p71">
                  <a:extLst>
                    <a:ext uri="{FF2B5EF4-FFF2-40B4-BE49-F238E27FC236}">
                      <a16:creationId xmlns:a16="http://schemas.microsoft.com/office/drawing/2014/main" id="{D8415843-FF11-9BA2-E12E-A3BF29F187CC}"/>
                    </a:ext>
                  </a:extLst>
                </p:cNvPr>
                <p:cNvSpPr/>
                <p:nvPr/>
              </p:nvSpPr>
              <p:spPr>
                <a:xfrm>
                  <a:off x="3419291" y="1704810"/>
                  <a:ext cx="3774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028" extrusionOk="0">
                      <a:moveTo>
                        <a:pt x="17" y="1"/>
                      </a:moveTo>
                      <a:lnTo>
                        <a:pt x="17" y="154"/>
                      </a:lnTo>
                      <a:cubicBezTo>
                        <a:pt x="17" y="203"/>
                        <a:pt x="17" y="255"/>
                        <a:pt x="1" y="320"/>
                      </a:cubicBezTo>
                      <a:lnTo>
                        <a:pt x="1" y="522"/>
                      </a:lnTo>
                      <a:lnTo>
                        <a:pt x="1" y="708"/>
                      </a:lnTo>
                      <a:lnTo>
                        <a:pt x="1" y="878"/>
                      </a:lnTo>
                      <a:cubicBezTo>
                        <a:pt x="17" y="979"/>
                        <a:pt x="17" y="1027"/>
                        <a:pt x="17" y="1027"/>
                      </a:cubicBezTo>
                      <a:lnTo>
                        <a:pt x="17" y="878"/>
                      </a:lnTo>
                      <a:cubicBezTo>
                        <a:pt x="17" y="825"/>
                        <a:pt x="37" y="777"/>
                        <a:pt x="37" y="708"/>
                      </a:cubicBezTo>
                      <a:lnTo>
                        <a:pt x="37" y="522"/>
                      </a:lnTo>
                      <a:lnTo>
                        <a:pt x="37" y="320"/>
                      </a:lnTo>
                      <a:lnTo>
                        <a:pt x="37" y="154"/>
                      </a:lnTo>
                      <a:cubicBezTo>
                        <a:pt x="37" y="53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0" name="Google Shape;5870;p71">
                  <a:extLst>
                    <a:ext uri="{FF2B5EF4-FFF2-40B4-BE49-F238E27FC236}">
                      <a16:creationId xmlns:a16="http://schemas.microsoft.com/office/drawing/2014/main" id="{F3BD4A77-D1CB-26E5-FB09-812B70748016}"/>
                    </a:ext>
                  </a:extLst>
                </p:cNvPr>
                <p:cNvSpPr/>
                <p:nvPr/>
              </p:nvSpPr>
              <p:spPr>
                <a:xfrm>
                  <a:off x="3437766" y="1703221"/>
                  <a:ext cx="5364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060" extrusionOk="0">
                      <a:moveTo>
                        <a:pt x="17" y="1"/>
                      </a:moveTo>
                      <a:cubicBezTo>
                        <a:pt x="17" y="1"/>
                        <a:pt x="1" y="235"/>
                        <a:pt x="17" y="538"/>
                      </a:cubicBezTo>
                      <a:cubicBezTo>
                        <a:pt x="17" y="825"/>
                        <a:pt x="33" y="1059"/>
                        <a:pt x="33" y="1059"/>
                      </a:cubicBezTo>
                      <a:cubicBezTo>
                        <a:pt x="33" y="1059"/>
                        <a:pt x="53" y="825"/>
                        <a:pt x="53" y="538"/>
                      </a:cubicBezTo>
                      <a:cubicBezTo>
                        <a:pt x="33" y="23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1" name="Google Shape;5871;p71">
                  <a:extLst>
                    <a:ext uri="{FF2B5EF4-FFF2-40B4-BE49-F238E27FC236}">
                      <a16:creationId xmlns:a16="http://schemas.microsoft.com/office/drawing/2014/main" id="{57FD55A6-4472-7D23-BCFB-4FBF7E549D21}"/>
                    </a:ext>
                  </a:extLst>
                </p:cNvPr>
                <p:cNvSpPr/>
                <p:nvPr/>
              </p:nvSpPr>
              <p:spPr>
                <a:xfrm>
                  <a:off x="3443030" y="1701632"/>
                  <a:ext cx="2175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" extrusionOk="0">
                      <a:moveTo>
                        <a:pt x="81" y="1"/>
                      </a:moveTo>
                      <a:cubicBezTo>
                        <a:pt x="49" y="1"/>
                        <a:pt x="32" y="1"/>
                        <a:pt x="0" y="17"/>
                      </a:cubicBezTo>
                      <a:cubicBezTo>
                        <a:pt x="32" y="33"/>
                        <a:pt x="49" y="33"/>
                        <a:pt x="81" y="33"/>
                      </a:cubicBezTo>
                      <a:lnTo>
                        <a:pt x="218" y="33"/>
                      </a:lnTo>
                      <a:cubicBezTo>
                        <a:pt x="218" y="33"/>
                        <a:pt x="202" y="17"/>
                        <a:pt x="182" y="17"/>
                      </a:cubicBezTo>
                      <a:cubicBezTo>
                        <a:pt x="150" y="1"/>
                        <a:pt x="117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2" name="Google Shape;5872;p71">
                  <a:extLst>
                    <a:ext uri="{FF2B5EF4-FFF2-40B4-BE49-F238E27FC236}">
                      <a16:creationId xmlns:a16="http://schemas.microsoft.com/office/drawing/2014/main" id="{88D72017-C21C-3B4C-4B87-B3B600929391}"/>
                    </a:ext>
                  </a:extLst>
                </p:cNvPr>
                <p:cNvSpPr/>
                <p:nvPr/>
              </p:nvSpPr>
              <p:spPr>
                <a:xfrm>
                  <a:off x="3464683" y="1704810"/>
                  <a:ext cx="3278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28" extrusionOk="0">
                      <a:moveTo>
                        <a:pt x="16" y="1"/>
                      </a:moveTo>
                      <a:lnTo>
                        <a:pt x="16" y="154"/>
                      </a:lnTo>
                      <a:cubicBezTo>
                        <a:pt x="16" y="203"/>
                        <a:pt x="0" y="255"/>
                        <a:pt x="0" y="320"/>
                      </a:cubicBezTo>
                      <a:lnTo>
                        <a:pt x="0" y="522"/>
                      </a:lnTo>
                      <a:lnTo>
                        <a:pt x="0" y="708"/>
                      </a:lnTo>
                      <a:lnTo>
                        <a:pt x="0" y="878"/>
                      </a:lnTo>
                      <a:cubicBezTo>
                        <a:pt x="16" y="979"/>
                        <a:pt x="16" y="1027"/>
                        <a:pt x="16" y="1027"/>
                      </a:cubicBezTo>
                      <a:lnTo>
                        <a:pt x="16" y="878"/>
                      </a:lnTo>
                      <a:lnTo>
                        <a:pt x="16" y="708"/>
                      </a:lnTo>
                      <a:cubicBezTo>
                        <a:pt x="16" y="659"/>
                        <a:pt x="33" y="591"/>
                        <a:pt x="33" y="522"/>
                      </a:cubicBezTo>
                      <a:lnTo>
                        <a:pt x="33" y="320"/>
                      </a:lnTo>
                      <a:lnTo>
                        <a:pt x="33" y="154"/>
                      </a:lnTo>
                      <a:cubicBezTo>
                        <a:pt x="16" y="53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3" name="Google Shape;5873;p71">
                  <a:extLst>
                    <a:ext uri="{FF2B5EF4-FFF2-40B4-BE49-F238E27FC236}">
                      <a16:creationId xmlns:a16="http://schemas.microsoft.com/office/drawing/2014/main" id="{588B368D-0B58-E785-D006-3E1BD003EBC6}"/>
                    </a:ext>
                  </a:extLst>
                </p:cNvPr>
                <p:cNvSpPr/>
                <p:nvPr/>
              </p:nvSpPr>
              <p:spPr>
                <a:xfrm>
                  <a:off x="3483157" y="1703221"/>
                  <a:ext cx="4867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060" extrusionOk="0">
                      <a:moveTo>
                        <a:pt x="16" y="1"/>
                      </a:moveTo>
                      <a:cubicBezTo>
                        <a:pt x="16" y="1"/>
                        <a:pt x="0" y="235"/>
                        <a:pt x="0" y="538"/>
                      </a:cubicBezTo>
                      <a:cubicBezTo>
                        <a:pt x="16" y="825"/>
                        <a:pt x="32" y="1059"/>
                        <a:pt x="32" y="1059"/>
                      </a:cubicBezTo>
                      <a:cubicBezTo>
                        <a:pt x="32" y="1059"/>
                        <a:pt x="49" y="825"/>
                        <a:pt x="32" y="538"/>
                      </a:cubicBezTo>
                      <a:cubicBezTo>
                        <a:pt x="32" y="235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4" name="Google Shape;5874;p71">
                  <a:extLst>
                    <a:ext uri="{FF2B5EF4-FFF2-40B4-BE49-F238E27FC236}">
                      <a16:creationId xmlns:a16="http://schemas.microsoft.com/office/drawing/2014/main" id="{67DA8437-6A17-813F-9441-C092328746F1}"/>
                    </a:ext>
                  </a:extLst>
                </p:cNvPr>
                <p:cNvSpPr/>
                <p:nvPr/>
              </p:nvSpPr>
              <p:spPr>
                <a:xfrm>
                  <a:off x="3487925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5" y="1"/>
                      </a:moveTo>
                      <a:cubicBezTo>
                        <a:pt x="53" y="1"/>
                        <a:pt x="17" y="1"/>
                        <a:pt x="1" y="17"/>
                      </a:cubicBezTo>
                      <a:cubicBezTo>
                        <a:pt x="17" y="33"/>
                        <a:pt x="53" y="33"/>
                        <a:pt x="85" y="33"/>
                      </a:cubicBezTo>
                      <a:lnTo>
                        <a:pt x="202" y="33"/>
                      </a:lnTo>
                      <a:cubicBezTo>
                        <a:pt x="202" y="33"/>
                        <a:pt x="202" y="17"/>
                        <a:pt x="170" y="17"/>
                      </a:cubicBezTo>
                      <a:cubicBezTo>
                        <a:pt x="154" y="1"/>
                        <a:pt x="118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5" name="Google Shape;5875;p71">
                  <a:extLst>
                    <a:ext uri="{FF2B5EF4-FFF2-40B4-BE49-F238E27FC236}">
                      <a16:creationId xmlns:a16="http://schemas.microsoft.com/office/drawing/2014/main" id="{B8C8B3F2-855B-2421-4A36-33C2A6EB5A4D}"/>
                    </a:ext>
                  </a:extLst>
                </p:cNvPr>
                <p:cNvSpPr/>
                <p:nvPr/>
              </p:nvSpPr>
              <p:spPr>
                <a:xfrm>
                  <a:off x="3509578" y="1720106"/>
                  <a:ext cx="3675" cy="86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874" extrusionOk="0">
                      <a:moveTo>
                        <a:pt x="17" y="0"/>
                      </a:moveTo>
                      <a:cubicBezTo>
                        <a:pt x="1" y="49"/>
                        <a:pt x="1" y="101"/>
                        <a:pt x="1" y="166"/>
                      </a:cubicBezTo>
                      <a:lnTo>
                        <a:pt x="1" y="368"/>
                      </a:lnTo>
                      <a:lnTo>
                        <a:pt x="1" y="554"/>
                      </a:lnTo>
                      <a:lnTo>
                        <a:pt x="1" y="724"/>
                      </a:lnTo>
                      <a:cubicBezTo>
                        <a:pt x="1" y="825"/>
                        <a:pt x="17" y="873"/>
                        <a:pt x="17" y="873"/>
                      </a:cubicBezTo>
                      <a:lnTo>
                        <a:pt x="17" y="724"/>
                      </a:lnTo>
                      <a:lnTo>
                        <a:pt x="17" y="554"/>
                      </a:lnTo>
                      <a:cubicBezTo>
                        <a:pt x="17" y="505"/>
                        <a:pt x="17" y="437"/>
                        <a:pt x="37" y="368"/>
                      </a:cubicBezTo>
                      <a:lnTo>
                        <a:pt x="37" y="166"/>
                      </a:lnTo>
                      <a:cubicBezTo>
                        <a:pt x="37" y="101"/>
                        <a:pt x="37" y="49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6" name="Google Shape;5876;p71">
                  <a:extLst>
                    <a:ext uri="{FF2B5EF4-FFF2-40B4-BE49-F238E27FC236}">
                      <a16:creationId xmlns:a16="http://schemas.microsoft.com/office/drawing/2014/main" id="{008E995D-03D0-BA2F-157B-04B8F360DE68}"/>
                    </a:ext>
                  </a:extLst>
                </p:cNvPr>
                <p:cNvSpPr/>
                <p:nvPr/>
              </p:nvSpPr>
              <p:spPr>
                <a:xfrm>
                  <a:off x="3528052" y="1703221"/>
                  <a:ext cx="3278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60" extrusionOk="0">
                      <a:moveTo>
                        <a:pt x="17" y="1"/>
                      </a:moveTo>
                      <a:cubicBezTo>
                        <a:pt x="17" y="1"/>
                        <a:pt x="0" y="235"/>
                        <a:pt x="0" y="538"/>
                      </a:cubicBezTo>
                      <a:cubicBezTo>
                        <a:pt x="17" y="825"/>
                        <a:pt x="33" y="1059"/>
                        <a:pt x="33" y="1059"/>
                      </a:cubicBezTo>
                      <a:lnTo>
                        <a:pt x="33" y="538"/>
                      </a:lnTo>
                      <a:cubicBezTo>
                        <a:pt x="33" y="23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7" name="Google Shape;5877;p71">
                  <a:extLst>
                    <a:ext uri="{FF2B5EF4-FFF2-40B4-BE49-F238E27FC236}">
                      <a16:creationId xmlns:a16="http://schemas.microsoft.com/office/drawing/2014/main" id="{007C1C1C-3644-2683-8DD2-A15D5EB89372}"/>
                    </a:ext>
                  </a:extLst>
                </p:cNvPr>
                <p:cNvSpPr/>
                <p:nvPr/>
              </p:nvSpPr>
              <p:spPr>
                <a:xfrm>
                  <a:off x="3533217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2" y="1"/>
                      </a:moveTo>
                      <a:cubicBezTo>
                        <a:pt x="49" y="1"/>
                        <a:pt x="17" y="1"/>
                        <a:pt x="1" y="17"/>
                      </a:cubicBezTo>
                      <a:cubicBezTo>
                        <a:pt x="17" y="33"/>
                        <a:pt x="49" y="33"/>
                        <a:pt x="82" y="33"/>
                      </a:cubicBezTo>
                      <a:lnTo>
                        <a:pt x="203" y="33"/>
                      </a:lnTo>
                      <a:cubicBezTo>
                        <a:pt x="203" y="33"/>
                        <a:pt x="203" y="17"/>
                        <a:pt x="167" y="17"/>
                      </a:cubicBezTo>
                      <a:cubicBezTo>
                        <a:pt x="150" y="1"/>
                        <a:pt x="118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8" name="Google Shape;5878;p71">
                  <a:extLst>
                    <a:ext uri="{FF2B5EF4-FFF2-40B4-BE49-F238E27FC236}">
                      <a16:creationId xmlns:a16="http://schemas.microsoft.com/office/drawing/2014/main" id="{E17DFDED-05E7-60E7-76A0-1426987A77A4}"/>
                    </a:ext>
                  </a:extLst>
                </p:cNvPr>
                <p:cNvSpPr/>
                <p:nvPr/>
              </p:nvSpPr>
              <p:spPr>
                <a:xfrm>
                  <a:off x="3553281" y="1704810"/>
                  <a:ext cx="4966" cy="102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28" extrusionOk="0">
                      <a:moveTo>
                        <a:pt x="33" y="1"/>
                      </a:moveTo>
                      <a:cubicBezTo>
                        <a:pt x="33" y="1"/>
                        <a:pt x="33" y="53"/>
                        <a:pt x="17" y="154"/>
                      </a:cubicBezTo>
                      <a:lnTo>
                        <a:pt x="17" y="320"/>
                      </a:lnTo>
                      <a:cubicBezTo>
                        <a:pt x="17" y="373"/>
                        <a:pt x="17" y="437"/>
                        <a:pt x="1" y="522"/>
                      </a:cubicBezTo>
                      <a:lnTo>
                        <a:pt x="1" y="708"/>
                      </a:lnTo>
                      <a:cubicBezTo>
                        <a:pt x="17" y="777"/>
                        <a:pt x="17" y="825"/>
                        <a:pt x="17" y="878"/>
                      </a:cubicBezTo>
                      <a:cubicBezTo>
                        <a:pt x="17" y="979"/>
                        <a:pt x="33" y="1027"/>
                        <a:pt x="33" y="1027"/>
                      </a:cubicBezTo>
                      <a:lnTo>
                        <a:pt x="33" y="878"/>
                      </a:lnTo>
                      <a:lnTo>
                        <a:pt x="33" y="708"/>
                      </a:lnTo>
                      <a:lnTo>
                        <a:pt x="33" y="522"/>
                      </a:lnTo>
                      <a:cubicBezTo>
                        <a:pt x="33" y="437"/>
                        <a:pt x="49" y="373"/>
                        <a:pt x="49" y="320"/>
                      </a:cubicBezTo>
                      <a:cubicBezTo>
                        <a:pt x="49" y="255"/>
                        <a:pt x="33" y="203"/>
                        <a:pt x="33" y="154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79" name="Google Shape;5879;p71">
                  <a:extLst>
                    <a:ext uri="{FF2B5EF4-FFF2-40B4-BE49-F238E27FC236}">
                      <a16:creationId xmlns:a16="http://schemas.microsoft.com/office/drawing/2014/main" id="{B3694B9F-6DAB-17ED-0458-E446D88D1A66}"/>
                    </a:ext>
                  </a:extLst>
                </p:cNvPr>
                <p:cNvSpPr/>
                <p:nvPr/>
              </p:nvSpPr>
              <p:spPr>
                <a:xfrm>
                  <a:off x="3573344" y="1703221"/>
                  <a:ext cx="3377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750" extrusionOk="0">
                      <a:moveTo>
                        <a:pt x="17" y="1"/>
                      </a:moveTo>
                      <a:cubicBezTo>
                        <a:pt x="17" y="1"/>
                        <a:pt x="1" y="405"/>
                        <a:pt x="1" y="877"/>
                      </a:cubicBezTo>
                      <a:cubicBezTo>
                        <a:pt x="1" y="1362"/>
                        <a:pt x="33" y="1750"/>
                        <a:pt x="33" y="1750"/>
                      </a:cubicBezTo>
                      <a:lnTo>
                        <a:pt x="33" y="877"/>
                      </a:lnTo>
                      <a:cubicBezTo>
                        <a:pt x="33" y="40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0" name="Google Shape;5880;p71">
                  <a:extLst>
                    <a:ext uri="{FF2B5EF4-FFF2-40B4-BE49-F238E27FC236}">
                      <a16:creationId xmlns:a16="http://schemas.microsoft.com/office/drawing/2014/main" id="{38FB5646-AED7-7E0F-B077-84821D24B9E1}"/>
                    </a:ext>
                  </a:extLst>
                </p:cNvPr>
                <p:cNvSpPr/>
                <p:nvPr/>
              </p:nvSpPr>
              <p:spPr>
                <a:xfrm>
                  <a:off x="3573344" y="1886972"/>
                  <a:ext cx="3377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58" extrusionOk="0">
                      <a:moveTo>
                        <a:pt x="17" y="1"/>
                      </a:moveTo>
                      <a:cubicBezTo>
                        <a:pt x="17" y="1"/>
                        <a:pt x="1" y="102"/>
                        <a:pt x="1" y="219"/>
                      </a:cubicBezTo>
                      <a:cubicBezTo>
                        <a:pt x="1" y="356"/>
                        <a:pt x="33" y="457"/>
                        <a:pt x="33" y="457"/>
                      </a:cubicBezTo>
                      <a:lnTo>
                        <a:pt x="33" y="219"/>
                      </a:lnTo>
                      <a:cubicBezTo>
                        <a:pt x="33" y="102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1" name="Google Shape;5881;p71">
                  <a:extLst>
                    <a:ext uri="{FF2B5EF4-FFF2-40B4-BE49-F238E27FC236}">
                      <a16:creationId xmlns:a16="http://schemas.microsoft.com/office/drawing/2014/main" id="{7A4DD4A5-02AC-FC04-DFE6-49949FA86C23}"/>
                    </a:ext>
                  </a:extLst>
                </p:cNvPr>
                <p:cNvSpPr/>
                <p:nvPr/>
              </p:nvSpPr>
              <p:spPr>
                <a:xfrm>
                  <a:off x="3576622" y="1930775"/>
                  <a:ext cx="2691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3" extrusionOk="0">
                      <a:moveTo>
                        <a:pt x="134" y="0"/>
                      </a:moveTo>
                      <a:cubicBezTo>
                        <a:pt x="69" y="0"/>
                        <a:pt x="0" y="16"/>
                        <a:pt x="0" y="16"/>
                      </a:cubicBezTo>
                      <a:cubicBezTo>
                        <a:pt x="0" y="16"/>
                        <a:pt x="69" y="33"/>
                        <a:pt x="134" y="33"/>
                      </a:cubicBezTo>
                      <a:cubicBezTo>
                        <a:pt x="170" y="33"/>
                        <a:pt x="202" y="16"/>
                        <a:pt x="235" y="16"/>
                      </a:cubicBezTo>
                      <a:cubicBezTo>
                        <a:pt x="251" y="16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2" name="Google Shape;5882;p71">
                  <a:extLst>
                    <a:ext uri="{FF2B5EF4-FFF2-40B4-BE49-F238E27FC236}">
                      <a16:creationId xmlns:a16="http://schemas.microsoft.com/office/drawing/2014/main" id="{60906A67-DD45-F774-DBF6-874ED8469F87}"/>
                    </a:ext>
                  </a:extLst>
                </p:cNvPr>
                <p:cNvSpPr/>
                <p:nvPr/>
              </p:nvSpPr>
              <p:spPr>
                <a:xfrm>
                  <a:off x="3576622" y="1875351"/>
                  <a:ext cx="2691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4" extrusionOk="0">
                      <a:moveTo>
                        <a:pt x="134" y="1"/>
                      </a:moveTo>
                      <a:cubicBezTo>
                        <a:pt x="85" y="1"/>
                        <a:pt x="49" y="17"/>
                        <a:pt x="33" y="17"/>
                      </a:cubicBezTo>
                      <a:lnTo>
                        <a:pt x="0" y="17"/>
                      </a:lnTo>
                      <a:cubicBezTo>
                        <a:pt x="0" y="17"/>
                        <a:pt x="16" y="17"/>
                        <a:pt x="33" y="33"/>
                      </a:cubicBezTo>
                      <a:lnTo>
                        <a:pt x="235" y="33"/>
                      </a:lnTo>
                      <a:cubicBezTo>
                        <a:pt x="251" y="17"/>
                        <a:pt x="271" y="17"/>
                        <a:pt x="271" y="17"/>
                      </a:cubicBezTo>
                      <a:lnTo>
                        <a:pt x="235" y="17"/>
                      </a:lnTo>
                      <a:cubicBezTo>
                        <a:pt x="202" y="1"/>
                        <a:pt x="170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3" name="Google Shape;5883;p71">
                  <a:extLst>
                    <a:ext uri="{FF2B5EF4-FFF2-40B4-BE49-F238E27FC236}">
                      <a16:creationId xmlns:a16="http://schemas.microsoft.com/office/drawing/2014/main" id="{D0FEF535-F903-FFA9-7DC9-42E187530951}"/>
                    </a:ext>
                  </a:extLst>
                </p:cNvPr>
                <p:cNvSpPr/>
                <p:nvPr/>
              </p:nvSpPr>
              <p:spPr>
                <a:xfrm>
                  <a:off x="3578211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5" y="1"/>
                      </a:moveTo>
                      <a:cubicBezTo>
                        <a:pt x="53" y="1"/>
                        <a:pt x="17" y="1"/>
                        <a:pt x="0" y="17"/>
                      </a:cubicBezTo>
                      <a:cubicBezTo>
                        <a:pt x="17" y="33"/>
                        <a:pt x="53" y="33"/>
                        <a:pt x="85" y="33"/>
                      </a:cubicBezTo>
                      <a:lnTo>
                        <a:pt x="202" y="33"/>
                      </a:lnTo>
                      <a:cubicBezTo>
                        <a:pt x="202" y="33"/>
                        <a:pt x="186" y="17"/>
                        <a:pt x="170" y="17"/>
                      </a:cubicBezTo>
                      <a:cubicBezTo>
                        <a:pt x="154" y="1"/>
                        <a:pt x="118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4" name="Google Shape;5884;p71">
                  <a:extLst>
                    <a:ext uri="{FF2B5EF4-FFF2-40B4-BE49-F238E27FC236}">
                      <a16:creationId xmlns:a16="http://schemas.microsoft.com/office/drawing/2014/main" id="{3A465796-72BB-4C1B-E5AF-38907B51960C}"/>
                    </a:ext>
                  </a:extLst>
                </p:cNvPr>
                <p:cNvSpPr/>
                <p:nvPr/>
              </p:nvSpPr>
              <p:spPr>
                <a:xfrm>
                  <a:off x="3598275" y="1704810"/>
                  <a:ext cx="3278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18" extrusionOk="0">
                      <a:moveTo>
                        <a:pt x="33" y="1"/>
                      </a:moveTo>
                      <a:cubicBezTo>
                        <a:pt x="33" y="1"/>
                        <a:pt x="17" y="389"/>
                        <a:pt x="0" y="861"/>
                      </a:cubicBezTo>
                      <a:cubicBezTo>
                        <a:pt x="0" y="1330"/>
                        <a:pt x="17" y="1718"/>
                        <a:pt x="17" y="1718"/>
                      </a:cubicBezTo>
                      <a:cubicBezTo>
                        <a:pt x="17" y="1718"/>
                        <a:pt x="33" y="1330"/>
                        <a:pt x="33" y="861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5" name="Google Shape;5885;p71">
                  <a:extLst>
                    <a:ext uri="{FF2B5EF4-FFF2-40B4-BE49-F238E27FC236}">
                      <a16:creationId xmlns:a16="http://schemas.microsoft.com/office/drawing/2014/main" id="{7E6C8B88-26C4-1E13-7ACB-49FFD32CD51A}"/>
                    </a:ext>
                  </a:extLst>
                </p:cNvPr>
                <p:cNvSpPr/>
                <p:nvPr/>
              </p:nvSpPr>
              <p:spPr>
                <a:xfrm>
                  <a:off x="3573344" y="1885383"/>
                  <a:ext cx="28208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34" extrusionOk="0">
                      <a:moveTo>
                        <a:pt x="150" y="1"/>
                      </a:moveTo>
                      <a:cubicBezTo>
                        <a:pt x="66" y="1"/>
                        <a:pt x="1" y="17"/>
                        <a:pt x="1" y="17"/>
                      </a:cubicBezTo>
                      <a:cubicBezTo>
                        <a:pt x="1" y="17"/>
                        <a:pt x="66" y="33"/>
                        <a:pt x="150" y="33"/>
                      </a:cubicBezTo>
                      <a:lnTo>
                        <a:pt x="284" y="33"/>
                      </a:lnTo>
                      <a:cubicBezTo>
                        <a:pt x="284" y="33"/>
                        <a:pt x="268" y="17"/>
                        <a:pt x="235" y="17"/>
                      </a:cubicBezTo>
                      <a:cubicBezTo>
                        <a:pt x="219" y="1"/>
                        <a:pt x="183" y="1"/>
                        <a:pt x="1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6" name="Google Shape;5886;p71">
                  <a:extLst>
                    <a:ext uri="{FF2B5EF4-FFF2-40B4-BE49-F238E27FC236}">
                      <a16:creationId xmlns:a16="http://schemas.microsoft.com/office/drawing/2014/main" id="{8FE1ADEE-5893-ED66-CEA7-8A9982CFABCF}"/>
                    </a:ext>
                  </a:extLst>
                </p:cNvPr>
                <p:cNvSpPr/>
                <p:nvPr/>
              </p:nvSpPr>
              <p:spPr>
                <a:xfrm>
                  <a:off x="3596686" y="1886972"/>
                  <a:ext cx="4867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458" extrusionOk="0">
                      <a:moveTo>
                        <a:pt x="33" y="1"/>
                      </a:moveTo>
                      <a:cubicBezTo>
                        <a:pt x="33" y="1"/>
                        <a:pt x="33" y="37"/>
                        <a:pt x="16" y="70"/>
                      </a:cubicBezTo>
                      <a:cubicBezTo>
                        <a:pt x="16" y="118"/>
                        <a:pt x="16" y="171"/>
                        <a:pt x="0" y="239"/>
                      </a:cubicBezTo>
                      <a:cubicBezTo>
                        <a:pt x="0" y="304"/>
                        <a:pt x="16" y="356"/>
                        <a:pt x="16" y="405"/>
                      </a:cubicBezTo>
                      <a:cubicBezTo>
                        <a:pt x="33" y="421"/>
                        <a:pt x="33" y="441"/>
                        <a:pt x="33" y="441"/>
                      </a:cubicBezTo>
                      <a:lnTo>
                        <a:pt x="49" y="457"/>
                      </a:lnTo>
                      <a:lnTo>
                        <a:pt x="49" y="441"/>
                      </a:lnTo>
                      <a:cubicBezTo>
                        <a:pt x="49" y="441"/>
                        <a:pt x="33" y="421"/>
                        <a:pt x="33" y="389"/>
                      </a:cubicBezTo>
                      <a:lnTo>
                        <a:pt x="33" y="239"/>
                      </a:lnTo>
                      <a:cubicBezTo>
                        <a:pt x="49" y="171"/>
                        <a:pt x="33" y="118"/>
                        <a:pt x="33" y="70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7" name="Google Shape;5887;p71">
                  <a:extLst>
                    <a:ext uri="{FF2B5EF4-FFF2-40B4-BE49-F238E27FC236}">
                      <a16:creationId xmlns:a16="http://schemas.microsoft.com/office/drawing/2014/main" id="{41EF367B-CC33-478B-530C-D900DBA5E334}"/>
                    </a:ext>
                  </a:extLst>
                </p:cNvPr>
                <p:cNvSpPr/>
                <p:nvPr/>
              </p:nvSpPr>
              <p:spPr>
                <a:xfrm>
                  <a:off x="3618339" y="1703221"/>
                  <a:ext cx="3278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50" extrusionOk="0">
                      <a:moveTo>
                        <a:pt x="17" y="1"/>
                      </a:moveTo>
                      <a:cubicBezTo>
                        <a:pt x="17" y="1"/>
                        <a:pt x="0" y="405"/>
                        <a:pt x="0" y="877"/>
                      </a:cubicBezTo>
                      <a:cubicBezTo>
                        <a:pt x="0" y="1362"/>
                        <a:pt x="17" y="1750"/>
                        <a:pt x="17" y="1750"/>
                      </a:cubicBezTo>
                      <a:cubicBezTo>
                        <a:pt x="17" y="1750"/>
                        <a:pt x="33" y="1362"/>
                        <a:pt x="33" y="877"/>
                      </a:cubicBezTo>
                      <a:cubicBezTo>
                        <a:pt x="33" y="405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8" name="Google Shape;5888;p71">
                  <a:extLst>
                    <a:ext uri="{FF2B5EF4-FFF2-40B4-BE49-F238E27FC236}">
                      <a16:creationId xmlns:a16="http://schemas.microsoft.com/office/drawing/2014/main" id="{414B29FD-54E7-C72C-A398-6BC9BD3269C2}"/>
                    </a:ext>
                  </a:extLst>
                </p:cNvPr>
                <p:cNvSpPr/>
                <p:nvPr/>
              </p:nvSpPr>
              <p:spPr>
                <a:xfrm>
                  <a:off x="3618339" y="1886972"/>
                  <a:ext cx="3278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58" extrusionOk="0">
                      <a:moveTo>
                        <a:pt x="17" y="1"/>
                      </a:moveTo>
                      <a:cubicBezTo>
                        <a:pt x="17" y="1"/>
                        <a:pt x="0" y="102"/>
                        <a:pt x="0" y="219"/>
                      </a:cubicBezTo>
                      <a:cubicBezTo>
                        <a:pt x="0" y="356"/>
                        <a:pt x="17" y="457"/>
                        <a:pt x="17" y="457"/>
                      </a:cubicBezTo>
                      <a:cubicBezTo>
                        <a:pt x="17" y="457"/>
                        <a:pt x="33" y="356"/>
                        <a:pt x="33" y="219"/>
                      </a:cubicBezTo>
                      <a:cubicBezTo>
                        <a:pt x="33" y="102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89" name="Google Shape;5889;p71">
                  <a:extLst>
                    <a:ext uri="{FF2B5EF4-FFF2-40B4-BE49-F238E27FC236}">
                      <a16:creationId xmlns:a16="http://schemas.microsoft.com/office/drawing/2014/main" id="{8BCFE00D-9262-4CAA-589D-B4A9B95F8379}"/>
                    </a:ext>
                  </a:extLst>
                </p:cNvPr>
                <p:cNvSpPr/>
                <p:nvPr/>
              </p:nvSpPr>
              <p:spPr>
                <a:xfrm>
                  <a:off x="3621517" y="1930775"/>
                  <a:ext cx="27016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3" extrusionOk="0">
                      <a:moveTo>
                        <a:pt x="138" y="0"/>
                      </a:moveTo>
                      <a:cubicBezTo>
                        <a:pt x="69" y="0"/>
                        <a:pt x="1" y="16"/>
                        <a:pt x="1" y="16"/>
                      </a:cubicBezTo>
                      <a:cubicBezTo>
                        <a:pt x="1" y="16"/>
                        <a:pt x="69" y="33"/>
                        <a:pt x="138" y="33"/>
                      </a:cubicBezTo>
                      <a:cubicBezTo>
                        <a:pt x="170" y="33"/>
                        <a:pt x="203" y="16"/>
                        <a:pt x="239" y="16"/>
                      </a:cubicBezTo>
                      <a:cubicBezTo>
                        <a:pt x="255" y="16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0" name="Google Shape;5890;p71">
                  <a:extLst>
                    <a:ext uri="{FF2B5EF4-FFF2-40B4-BE49-F238E27FC236}">
                      <a16:creationId xmlns:a16="http://schemas.microsoft.com/office/drawing/2014/main" id="{C510361D-CAA9-68C4-851B-372C795743C3}"/>
                    </a:ext>
                  </a:extLst>
                </p:cNvPr>
                <p:cNvSpPr/>
                <p:nvPr/>
              </p:nvSpPr>
              <p:spPr>
                <a:xfrm>
                  <a:off x="3621517" y="1875351"/>
                  <a:ext cx="2701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4" extrusionOk="0">
                      <a:moveTo>
                        <a:pt x="138" y="1"/>
                      </a:moveTo>
                      <a:cubicBezTo>
                        <a:pt x="86" y="1"/>
                        <a:pt x="53" y="17"/>
                        <a:pt x="37" y="17"/>
                      </a:cubicBezTo>
                      <a:lnTo>
                        <a:pt x="1" y="17"/>
                      </a:lnTo>
                      <a:cubicBezTo>
                        <a:pt x="1" y="17"/>
                        <a:pt x="21" y="17"/>
                        <a:pt x="21" y="33"/>
                      </a:cubicBezTo>
                      <a:lnTo>
                        <a:pt x="239" y="33"/>
                      </a:lnTo>
                      <a:cubicBezTo>
                        <a:pt x="255" y="17"/>
                        <a:pt x="271" y="17"/>
                        <a:pt x="271" y="17"/>
                      </a:cubicBezTo>
                      <a:lnTo>
                        <a:pt x="239" y="17"/>
                      </a:lnTo>
                      <a:cubicBezTo>
                        <a:pt x="203" y="1"/>
                        <a:pt x="170" y="1"/>
                        <a:pt x="1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1" name="Google Shape;5891;p71">
                  <a:extLst>
                    <a:ext uri="{FF2B5EF4-FFF2-40B4-BE49-F238E27FC236}">
                      <a16:creationId xmlns:a16="http://schemas.microsoft.com/office/drawing/2014/main" id="{7F942C0C-67E0-CB36-BB21-AF871D1CFC8A}"/>
                    </a:ext>
                  </a:extLst>
                </p:cNvPr>
                <p:cNvSpPr/>
                <p:nvPr/>
              </p:nvSpPr>
              <p:spPr>
                <a:xfrm>
                  <a:off x="3623503" y="1701632"/>
                  <a:ext cx="2016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3" extrusionOk="0">
                      <a:moveTo>
                        <a:pt x="82" y="1"/>
                      </a:moveTo>
                      <a:cubicBezTo>
                        <a:pt x="49" y="1"/>
                        <a:pt x="17" y="1"/>
                        <a:pt x="1" y="17"/>
                      </a:cubicBezTo>
                      <a:cubicBezTo>
                        <a:pt x="17" y="33"/>
                        <a:pt x="49" y="33"/>
                        <a:pt x="82" y="33"/>
                      </a:cubicBezTo>
                      <a:lnTo>
                        <a:pt x="203" y="33"/>
                      </a:lnTo>
                      <a:cubicBezTo>
                        <a:pt x="203" y="33"/>
                        <a:pt x="183" y="17"/>
                        <a:pt x="167" y="17"/>
                      </a:cubicBezTo>
                      <a:cubicBezTo>
                        <a:pt x="150" y="1"/>
                        <a:pt x="118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2" name="Google Shape;5892;p71">
                  <a:extLst>
                    <a:ext uri="{FF2B5EF4-FFF2-40B4-BE49-F238E27FC236}">
                      <a16:creationId xmlns:a16="http://schemas.microsoft.com/office/drawing/2014/main" id="{9BE53C3C-D204-EF04-7856-9675D17B4753}"/>
                    </a:ext>
                  </a:extLst>
                </p:cNvPr>
                <p:cNvSpPr/>
                <p:nvPr/>
              </p:nvSpPr>
              <p:spPr>
                <a:xfrm>
                  <a:off x="3643567" y="1704810"/>
                  <a:ext cx="3377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718" extrusionOk="0">
                      <a:moveTo>
                        <a:pt x="33" y="1"/>
                      </a:moveTo>
                      <a:cubicBezTo>
                        <a:pt x="33" y="1"/>
                        <a:pt x="1" y="389"/>
                        <a:pt x="1" y="861"/>
                      </a:cubicBezTo>
                      <a:cubicBezTo>
                        <a:pt x="1" y="1330"/>
                        <a:pt x="17" y="1718"/>
                        <a:pt x="17" y="1718"/>
                      </a:cubicBezTo>
                      <a:cubicBezTo>
                        <a:pt x="17" y="1718"/>
                        <a:pt x="33" y="1330"/>
                        <a:pt x="33" y="861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3" name="Google Shape;5893;p71">
                  <a:extLst>
                    <a:ext uri="{FF2B5EF4-FFF2-40B4-BE49-F238E27FC236}">
                      <a16:creationId xmlns:a16="http://schemas.microsoft.com/office/drawing/2014/main" id="{173DDCA8-D8EC-B164-E9C3-4BDAB6ECFD43}"/>
                    </a:ext>
                  </a:extLst>
                </p:cNvPr>
                <p:cNvSpPr/>
                <p:nvPr/>
              </p:nvSpPr>
              <p:spPr>
                <a:xfrm>
                  <a:off x="3618339" y="1885383"/>
                  <a:ext cx="286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34" extrusionOk="0">
                      <a:moveTo>
                        <a:pt x="134" y="1"/>
                      </a:moveTo>
                      <a:cubicBezTo>
                        <a:pt x="69" y="1"/>
                        <a:pt x="0" y="17"/>
                        <a:pt x="0" y="17"/>
                      </a:cubicBezTo>
                      <a:cubicBezTo>
                        <a:pt x="0" y="17"/>
                        <a:pt x="69" y="33"/>
                        <a:pt x="134" y="33"/>
                      </a:cubicBezTo>
                      <a:lnTo>
                        <a:pt x="287" y="33"/>
                      </a:lnTo>
                      <a:cubicBezTo>
                        <a:pt x="287" y="33"/>
                        <a:pt x="271" y="17"/>
                        <a:pt x="235" y="17"/>
                      </a:cubicBezTo>
                      <a:cubicBezTo>
                        <a:pt x="219" y="1"/>
                        <a:pt x="18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4" name="Google Shape;5894;p71">
                  <a:extLst>
                    <a:ext uri="{FF2B5EF4-FFF2-40B4-BE49-F238E27FC236}">
                      <a16:creationId xmlns:a16="http://schemas.microsoft.com/office/drawing/2014/main" id="{90177E78-DF07-44BE-3C85-2710FE993E7F}"/>
                    </a:ext>
                  </a:extLst>
                </p:cNvPr>
                <p:cNvSpPr/>
                <p:nvPr/>
              </p:nvSpPr>
              <p:spPr>
                <a:xfrm>
                  <a:off x="3641581" y="1886972"/>
                  <a:ext cx="5364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458" extrusionOk="0">
                      <a:moveTo>
                        <a:pt x="37" y="1"/>
                      </a:moveTo>
                      <a:cubicBezTo>
                        <a:pt x="37" y="1"/>
                        <a:pt x="37" y="37"/>
                        <a:pt x="21" y="70"/>
                      </a:cubicBezTo>
                      <a:cubicBezTo>
                        <a:pt x="21" y="118"/>
                        <a:pt x="1" y="171"/>
                        <a:pt x="1" y="239"/>
                      </a:cubicBezTo>
                      <a:cubicBezTo>
                        <a:pt x="1" y="304"/>
                        <a:pt x="21" y="356"/>
                        <a:pt x="21" y="405"/>
                      </a:cubicBezTo>
                      <a:cubicBezTo>
                        <a:pt x="37" y="421"/>
                        <a:pt x="37" y="441"/>
                        <a:pt x="37" y="441"/>
                      </a:cubicBezTo>
                      <a:cubicBezTo>
                        <a:pt x="37" y="457"/>
                        <a:pt x="53" y="457"/>
                        <a:pt x="53" y="457"/>
                      </a:cubicBezTo>
                      <a:lnTo>
                        <a:pt x="53" y="441"/>
                      </a:lnTo>
                      <a:cubicBezTo>
                        <a:pt x="37" y="441"/>
                        <a:pt x="37" y="421"/>
                        <a:pt x="37" y="389"/>
                      </a:cubicBezTo>
                      <a:lnTo>
                        <a:pt x="37" y="239"/>
                      </a:lnTo>
                      <a:lnTo>
                        <a:pt x="37" y="70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5" name="Google Shape;5895;p71">
                  <a:extLst>
                    <a:ext uri="{FF2B5EF4-FFF2-40B4-BE49-F238E27FC236}">
                      <a16:creationId xmlns:a16="http://schemas.microsoft.com/office/drawing/2014/main" id="{62867558-5756-B3EF-85F8-5F90812AA0E3}"/>
                    </a:ext>
                  </a:extLst>
                </p:cNvPr>
                <p:cNvSpPr/>
                <p:nvPr/>
              </p:nvSpPr>
              <p:spPr>
                <a:xfrm>
                  <a:off x="3663631" y="1703221"/>
                  <a:ext cx="3377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750" extrusionOk="0">
                      <a:moveTo>
                        <a:pt x="1" y="1"/>
                      </a:moveTo>
                      <a:lnTo>
                        <a:pt x="1" y="877"/>
                      </a:lnTo>
                      <a:cubicBezTo>
                        <a:pt x="1" y="1362"/>
                        <a:pt x="17" y="1750"/>
                        <a:pt x="17" y="1750"/>
                      </a:cubicBezTo>
                      <a:cubicBezTo>
                        <a:pt x="17" y="1750"/>
                        <a:pt x="33" y="1362"/>
                        <a:pt x="33" y="877"/>
                      </a:cubicBezTo>
                      <a:cubicBezTo>
                        <a:pt x="33" y="405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6" name="Google Shape;5896;p71">
                  <a:extLst>
                    <a:ext uri="{FF2B5EF4-FFF2-40B4-BE49-F238E27FC236}">
                      <a16:creationId xmlns:a16="http://schemas.microsoft.com/office/drawing/2014/main" id="{04499816-55E0-CB89-B59D-3588F731C9EF}"/>
                    </a:ext>
                  </a:extLst>
                </p:cNvPr>
                <p:cNvSpPr/>
                <p:nvPr/>
              </p:nvSpPr>
              <p:spPr>
                <a:xfrm>
                  <a:off x="3663631" y="1886972"/>
                  <a:ext cx="3377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58" extrusionOk="0">
                      <a:moveTo>
                        <a:pt x="17" y="1"/>
                      </a:moveTo>
                      <a:cubicBezTo>
                        <a:pt x="17" y="1"/>
                        <a:pt x="1" y="102"/>
                        <a:pt x="1" y="219"/>
                      </a:cubicBezTo>
                      <a:cubicBezTo>
                        <a:pt x="1" y="356"/>
                        <a:pt x="17" y="457"/>
                        <a:pt x="17" y="457"/>
                      </a:cubicBezTo>
                      <a:cubicBezTo>
                        <a:pt x="17" y="457"/>
                        <a:pt x="33" y="356"/>
                        <a:pt x="33" y="219"/>
                      </a:cubicBezTo>
                      <a:cubicBezTo>
                        <a:pt x="33" y="102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7" name="Google Shape;5897;p71">
                  <a:extLst>
                    <a:ext uri="{FF2B5EF4-FFF2-40B4-BE49-F238E27FC236}">
                      <a16:creationId xmlns:a16="http://schemas.microsoft.com/office/drawing/2014/main" id="{A02383E0-7BCC-6EA2-7FCA-F48B48A57DCD}"/>
                    </a:ext>
                  </a:extLst>
                </p:cNvPr>
                <p:cNvSpPr/>
                <p:nvPr/>
              </p:nvSpPr>
              <p:spPr>
                <a:xfrm>
                  <a:off x="3666908" y="1930775"/>
                  <a:ext cx="2691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3" extrusionOk="0">
                      <a:moveTo>
                        <a:pt x="134" y="0"/>
                      </a:moveTo>
                      <a:cubicBezTo>
                        <a:pt x="69" y="0"/>
                        <a:pt x="0" y="16"/>
                        <a:pt x="0" y="16"/>
                      </a:cubicBezTo>
                      <a:cubicBezTo>
                        <a:pt x="0" y="16"/>
                        <a:pt x="69" y="33"/>
                        <a:pt x="134" y="33"/>
                      </a:cubicBezTo>
                      <a:cubicBezTo>
                        <a:pt x="170" y="33"/>
                        <a:pt x="202" y="16"/>
                        <a:pt x="218" y="16"/>
                      </a:cubicBezTo>
                      <a:cubicBezTo>
                        <a:pt x="251" y="16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8" name="Google Shape;5898;p71">
                  <a:extLst>
                    <a:ext uri="{FF2B5EF4-FFF2-40B4-BE49-F238E27FC236}">
                      <a16:creationId xmlns:a16="http://schemas.microsoft.com/office/drawing/2014/main" id="{A0DC8F49-D15E-27E1-1B59-3C417AF5E99C}"/>
                    </a:ext>
                  </a:extLst>
                </p:cNvPr>
                <p:cNvSpPr/>
                <p:nvPr/>
              </p:nvSpPr>
              <p:spPr>
                <a:xfrm>
                  <a:off x="3665319" y="1875351"/>
                  <a:ext cx="285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34" extrusionOk="0">
                      <a:moveTo>
                        <a:pt x="133" y="1"/>
                      </a:moveTo>
                      <a:cubicBezTo>
                        <a:pt x="101" y="1"/>
                        <a:pt x="65" y="17"/>
                        <a:pt x="32" y="17"/>
                      </a:cubicBezTo>
                      <a:lnTo>
                        <a:pt x="0" y="17"/>
                      </a:lnTo>
                      <a:cubicBezTo>
                        <a:pt x="16" y="17"/>
                        <a:pt x="16" y="17"/>
                        <a:pt x="32" y="33"/>
                      </a:cubicBezTo>
                      <a:lnTo>
                        <a:pt x="250" y="33"/>
                      </a:lnTo>
                      <a:cubicBezTo>
                        <a:pt x="267" y="17"/>
                        <a:pt x="287" y="17"/>
                        <a:pt x="287" y="17"/>
                      </a:cubicBezTo>
                      <a:lnTo>
                        <a:pt x="250" y="17"/>
                      </a:lnTo>
                      <a:cubicBezTo>
                        <a:pt x="218" y="1"/>
                        <a:pt x="186" y="1"/>
                        <a:pt x="1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899" name="Google Shape;5899;p71">
                  <a:extLst>
                    <a:ext uri="{FF2B5EF4-FFF2-40B4-BE49-F238E27FC236}">
                      <a16:creationId xmlns:a16="http://schemas.microsoft.com/office/drawing/2014/main" id="{5459E622-5BAC-D778-42AB-279160F33E1A}"/>
                    </a:ext>
                  </a:extLst>
                </p:cNvPr>
                <p:cNvSpPr/>
                <p:nvPr/>
              </p:nvSpPr>
              <p:spPr>
                <a:xfrm>
                  <a:off x="3666908" y="1701632"/>
                  <a:ext cx="2175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" extrusionOk="0">
                      <a:moveTo>
                        <a:pt x="101" y="1"/>
                      </a:moveTo>
                      <a:cubicBezTo>
                        <a:pt x="69" y="1"/>
                        <a:pt x="33" y="1"/>
                        <a:pt x="16" y="17"/>
                      </a:cubicBezTo>
                      <a:lnTo>
                        <a:pt x="0" y="17"/>
                      </a:lnTo>
                      <a:cubicBezTo>
                        <a:pt x="33" y="33"/>
                        <a:pt x="69" y="33"/>
                        <a:pt x="101" y="33"/>
                      </a:cubicBezTo>
                      <a:lnTo>
                        <a:pt x="218" y="33"/>
                      </a:lnTo>
                      <a:cubicBezTo>
                        <a:pt x="218" y="33"/>
                        <a:pt x="202" y="17"/>
                        <a:pt x="186" y="17"/>
                      </a:cubicBezTo>
                      <a:cubicBezTo>
                        <a:pt x="150" y="1"/>
                        <a:pt x="134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0" name="Google Shape;5900;p71">
                  <a:extLst>
                    <a:ext uri="{FF2B5EF4-FFF2-40B4-BE49-F238E27FC236}">
                      <a16:creationId xmlns:a16="http://schemas.microsoft.com/office/drawing/2014/main" id="{DB9FA7C9-2F06-3BF0-71F9-9705CD80D9AA}"/>
                    </a:ext>
                  </a:extLst>
                </p:cNvPr>
                <p:cNvSpPr/>
                <p:nvPr/>
              </p:nvSpPr>
              <p:spPr>
                <a:xfrm>
                  <a:off x="3688561" y="1704810"/>
                  <a:ext cx="3278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18" extrusionOk="0">
                      <a:moveTo>
                        <a:pt x="16" y="1"/>
                      </a:moveTo>
                      <a:cubicBezTo>
                        <a:pt x="16" y="1"/>
                        <a:pt x="0" y="389"/>
                        <a:pt x="0" y="861"/>
                      </a:cubicBezTo>
                      <a:cubicBezTo>
                        <a:pt x="0" y="1330"/>
                        <a:pt x="16" y="1718"/>
                        <a:pt x="16" y="1718"/>
                      </a:cubicBezTo>
                      <a:cubicBezTo>
                        <a:pt x="16" y="1718"/>
                        <a:pt x="33" y="1330"/>
                        <a:pt x="33" y="861"/>
                      </a:cubicBezTo>
                      <a:cubicBezTo>
                        <a:pt x="33" y="389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1" name="Google Shape;5901;p71">
                  <a:extLst>
                    <a:ext uri="{FF2B5EF4-FFF2-40B4-BE49-F238E27FC236}">
                      <a16:creationId xmlns:a16="http://schemas.microsoft.com/office/drawing/2014/main" id="{4D1A27EB-560E-C391-C8DF-13943D906E90}"/>
                    </a:ext>
                  </a:extLst>
                </p:cNvPr>
                <p:cNvSpPr/>
                <p:nvPr/>
              </p:nvSpPr>
              <p:spPr>
                <a:xfrm>
                  <a:off x="3663631" y="1885383"/>
                  <a:ext cx="26619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34" extrusionOk="0">
                      <a:moveTo>
                        <a:pt x="134" y="1"/>
                      </a:moveTo>
                      <a:cubicBezTo>
                        <a:pt x="66" y="1"/>
                        <a:pt x="1" y="17"/>
                        <a:pt x="1" y="17"/>
                      </a:cubicBezTo>
                      <a:cubicBezTo>
                        <a:pt x="1" y="17"/>
                        <a:pt x="66" y="33"/>
                        <a:pt x="134" y="33"/>
                      </a:cubicBezTo>
                      <a:lnTo>
                        <a:pt x="267" y="33"/>
                      </a:lnTo>
                      <a:cubicBezTo>
                        <a:pt x="267" y="33"/>
                        <a:pt x="267" y="17"/>
                        <a:pt x="235" y="17"/>
                      </a:cubicBezTo>
                      <a:cubicBezTo>
                        <a:pt x="219" y="1"/>
                        <a:pt x="183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2" name="Google Shape;5902;p71">
                  <a:extLst>
                    <a:ext uri="{FF2B5EF4-FFF2-40B4-BE49-F238E27FC236}">
                      <a16:creationId xmlns:a16="http://schemas.microsoft.com/office/drawing/2014/main" id="{6861DB32-5656-07EA-F9BA-6B4F69B17D3C}"/>
                    </a:ext>
                  </a:extLst>
                </p:cNvPr>
                <p:cNvSpPr/>
                <p:nvPr/>
              </p:nvSpPr>
              <p:spPr>
                <a:xfrm>
                  <a:off x="3686972" y="1886972"/>
                  <a:ext cx="3278" cy="43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42" extrusionOk="0">
                      <a:moveTo>
                        <a:pt x="32" y="1"/>
                      </a:moveTo>
                      <a:cubicBezTo>
                        <a:pt x="32" y="1"/>
                        <a:pt x="16" y="37"/>
                        <a:pt x="16" y="70"/>
                      </a:cubicBezTo>
                      <a:cubicBezTo>
                        <a:pt x="16" y="118"/>
                        <a:pt x="0" y="171"/>
                        <a:pt x="0" y="239"/>
                      </a:cubicBezTo>
                      <a:cubicBezTo>
                        <a:pt x="0" y="304"/>
                        <a:pt x="16" y="356"/>
                        <a:pt x="16" y="405"/>
                      </a:cubicBezTo>
                      <a:cubicBezTo>
                        <a:pt x="16" y="421"/>
                        <a:pt x="32" y="441"/>
                        <a:pt x="32" y="441"/>
                      </a:cubicBezTo>
                      <a:lnTo>
                        <a:pt x="32" y="389"/>
                      </a:lnTo>
                      <a:lnTo>
                        <a:pt x="32" y="239"/>
                      </a:lnTo>
                      <a:lnTo>
                        <a:pt x="32" y="70"/>
                      </a:lnTo>
                      <a:lnTo>
                        <a:pt x="3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3" name="Google Shape;5903;p71">
                  <a:extLst>
                    <a:ext uri="{FF2B5EF4-FFF2-40B4-BE49-F238E27FC236}">
                      <a16:creationId xmlns:a16="http://schemas.microsoft.com/office/drawing/2014/main" id="{3C0E971E-46E9-1866-00B6-E89F4F987BFC}"/>
                    </a:ext>
                  </a:extLst>
                </p:cNvPr>
                <p:cNvSpPr/>
                <p:nvPr/>
              </p:nvSpPr>
              <p:spPr>
                <a:xfrm>
                  <a:off x="3707036" y="1703221"/>
                  <a:ext cx="4867" cy="173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750" extrusionOk="0">
                      <a:moveTo>
                        <a:pt x="16" y="1"/>
                      </a:moveTo>
                      <a:cubicBezTo>
                        <a:pt x="16" y="1"/>
                        <a:pt x="0" y="405"/>
                        <a:pt x="16" y="877"/>
                      </a:cubicBezTo>
                      <a:cubicBezTo>
                        <a:pt x="16" y="1362"/>
                        <a:pt x="32" y="1750"/>
                        <a:pt x="32" y="1750"/>
                      </a:cubicBezTo>
                      <a:cubicBezTo>
                        <a:pt x="32" y="1750"/>
                        <a:pt x="49" y="1362"/>
                        <a:pt x="49" y="877"/>
                      </a:cubicBezTo>
                      <a:cubicBezTo>
                        <a:pt x="32" y="405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4" name="Google Shape;5904;p71">
                  <a:extLst>
                    <a:ext uri="{FF2B5EF4-FFF2-40B4-BE49-F238E27FC236}">
                      <a16:creationId xmlns:a16="http://schemas.microsoft.com/office/drawing/2014/main" id="{10240E2E-5755-42CC-0CC4-7BD3F8D11054}"/>
                    </a:ext>
                  </a:extLst>
                </p:cNvPr>
                <p:cNvSpPr/>
                <p:nvPr/>
              </p:nvSpPr>
              <p:spPr>
                <a:xfrm>
                  <a:off x="3708625" y="1886972"/>
                  <a:ext cx="3278" cy="45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58" extrusionOk="0">
                      <a:moveTo>
                        <a:pt x="16" y="1"/>
                      </a:moveTo>
                      <a:cubicBezTo>
                        <a:pt x="16" y="1"/>
                        <a:pt x="0" y="102"/>
                        <a:pt x="0" y="219"/>
                      </a:cubicBezTo>
                      <a:cubicBezTo>
                        <a:pt x="0" y="356"/>
                        <a:pt x="16" y="457"/>
                        <a:pt x="16" y="457"/>
                      </a:cubicBezTo>
                      <a:cubicBezTo>
                        <a:pt x="16" y="457"/>
                        <a:pt x="33" y="356"/>
                        <a:pt x="33" y="219"/>
                      </a:cubicBezTo>
                      <a:cubicBezTo>
                        <a:pt x="33" y="102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5" name="Google Shape;5905;p71">
                  <a:extLst>
                    <a:ext uri="{FF2B5EF4-FFF2-40B4-BE49-F238E27FC236}">
                      <a16:creationId xmlns:a16="http://schemas.microsoft.com/office/drawing/2014/main" id="{3D7CEEC5-9887-DF14-6F15-E6D22087C39D}"/>
                    </a:ext>
                  </a:extLst>
                </p:cNvPr>
                <p:cNvSpPr/>
                <p:nvPr/>
              </p:nvSpPr>
              <p:spPr>
                <a:xfrm>
                  <a:off x="3711803" y="1930775"/>
                  <a:ext cx="2542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" h="33" extrusionOk="0">
                      <a:moveTo>
                        <a:pt x="138" y="0"/>
                      </a:moveTo>
                      <a:cubicBezTo>
                        <a:pt x="53" y="0"/>
                        <a:pt x="1" y="16"/>
                        <a:pt x="1" y="16"/>
                      </a:cubicBezTo>
                      <a:cubicBezTo>
                        <a:pt x="1" y="16"/>
                        <a:pt x="53" y="33"/>
                        <a:pt x="138" y="33"/>
                      </a:cubicBezTo>
                      <a:cubicBezTo>
                        <a:pt x="170" y="33"/>
                        <a:pt x="203" y="16"/>
                        <a:pt x="223" y="16"/>
                      </a:cubicBezTo>
                      <a:cubicBezTo>
                        <a:pt x="255" y="16"/>
                        <a:pt x="255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6" name="Google Shape;5906;p71">
                  <a:extLst>
                    <a:ext uri="{FF2B5EF4-FFF2-40B4-BE49-F238E27FC236}">
                      <a16:creationId xmlns:a16="http://schemas.microsoft.com/office/drawing/2014/main" id="{4A2BE541-DAED-A299-3487-F81D2DD83A08}"/>
                    </a:ext>
                  </a:extLst>
                </p:cNvPr>
                <p:cNvSpPr/>
                <p:nvPr/>
              </p:nvSpPr>
              <p:spPr>
                <a:xfrm>
                  <a:off x="3710214" y="1875351"/>
                  <a:ext cx="2860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34" extrusionOk="0">
                      <a:moveTo>
                        <a:pt x="138" y="1"/>
                      </a:moveTo>
                      <a:cubicBezTo>
                        <a:pt x="101" y="1"/>
                        <a:pt x="69" y="17"/>
                        <a:pt x="37" y="17"/>
                      </a:cubicBezTo>
                      <a:lnTo>
                        <a:pt x="0" y="17"/>
                      </a:lnTo>
                      <a:cubicBezTo>
                        <a:pt x="17" y="17"/>
                        <a:pt x="17" y="17"/>
                        <a:pt x="37" y="33"/>
                      </a:cubicBezTo>
                      <a:lnTo>
                        <a:pt x="239" y="33"/>
                      </a:lnTo>
                      <a:cubicBezTo>
                        <a:pt x="271" y="17"/>
                        <a:pt x="287" y="17"/>
                        <a:pt x="287" y="17"/>
                      </a:cubicBezTo>
                      <a:lnTo>
                        <a:pt x="239" y="17"/>
                      </a:lnTo>
                      <a:cubicBezTo>
                        <a:pt x="219" y="1"/>
                        <a:pt x="186" y="1"/>
                        <a:pt x="1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7" name="Google Shape;5907;p71">
                  <a:extLst>
                    <a:ext uri="{FF2B5EF4-FFF2-40B4-BE49-F238E27FC236}">
                      <a16:creationId xmlns:a16="http://schemas.microsoft.com/office/drawing/2014/main" id="{2AD080C2-31E4-FC6C-2A40-DE6662C77817}"/>
                    </a:ext>
                  </a:extLst>
                </p:cNvPr>
                <p:cNvSpPr/>
                <p:nvPr/>
              </p:nvSpPr>
              <p:spPr>
                <a:xfrm>
                  <a:off x="3711803" y="1701632"/>
                  <a:ext cx="22149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33" extrusionOk="0">
                      <a:moveTo>
                        <a:pt x="85" y="1"/>
                      </a:moveTo>
                      <a:cubicBezTo>
                        <a:pt x="69" y="1"/>
                        <a:pt x="37" y="1"/>
                        <a:pt x="1" y="17"/>
                      </a:cubicBezTo>
                      <a:cubicBezTo>
                        <a:pt x="37" y="33"/>
                        <a:pt x="53" y="33"/>
                        <a:pt x="85" y="33"/>
                      </a:cubicBezTo>
                      <a:lnTo>
                        <a:pt x="223" y="33"/>
                      </a:lnTo>
                      <a:cubicBezTo>
                        <a:pt x="223" y="33"/>
                        <a:pt x="203" y="17"/>
                        <a:pt x="186" y="17"/>
                      </a:cubicBezTo>
                      <a:cubicBezTo>
                        <a:pt x="154" y="1"/>
                        <a:pt x="138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8" name="Google Shape;5908;p71">
                  <a:extLst>
                    <a:ext uri="{FF2B5EF4-FFF2-40B4-BE49-F238E27FC236}">
                      <a16:creationId xmlns:a16="http://schemas.microsoft.com/office/drawing/2014/main" id="{3F0AC2F7-6DCE-08B9-EFD0-E2A22F36F830}"/>
                    </a:ext>
                  </a:extLst>
                </p:cNvPr>
                <p:cNvSpPr/>
                <p:nvPr/>
              </p:nvSpPr>
              <p:spPr>
                <a:xfrm>
                  <a:off x="3733853" y="1704810"/>
                  <a:ext cx="3377" cy="17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718" extrusionOk="0">
                      <a:moveTo>
                        <a:pt x="17" y="1"/>
                      </a:moveTo>
                      <a:cubicBezTo>
                        <a:pt x="17" y="1"/>
                        <a:pt x="1" y="389"/>
                        <a:pt x="1" y="861"/>
                      </a:cubicBezTo>
                      <a:cubicBezTo>
                        <a:pt x="1" y="1330"/>
                        <a:pt x="17" y="1718"/>
                        <a:pt x="17" y="1718"/>
                      </a:cubicBezTo>
                      <a:cubicBezTo>
                        <a:pt x="17" y="1718"/>
                        <a:pt x="33" y="1330"/>
                        <a:pt x="33" y="861"/>
                      </a:cubicBezTo>
                      <a:cubicBezTo>
                        <a:pt x="33" y="389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09" name="Google Shape;5909;p71">
                  <a:extLst>
                    <a:ext uri="{FF2B5EF4-FFF2-40B4-BE49-F238E27FC236}">
                      <a16:creationId xmlns:a16="http://schemas.microsoft.com/office/drawing/2014/main" id="{3426B457-B9B3-CABD-B77C-29DC8A539DC3}"/>
                    </a:ext>
                  </a:extLst>
                </p:cNvPr>
                <p:cNvSpPr/>
                <p:nvPr/>
              </p:nvSpPr>
              <p:spPr>
                <a:xfrm>
                  <a:off x="3708625" y="1885383"/>
                  <a:ext cx="2691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4" extrusionOk="0">
                      <a:moveTo>
                        <a:pt x="134" y="1"/>
                      </a:moveTo>
                      <a:cubicBezTo>
                        <a:pt x="69" y="1"/>
                        <a:pt x="0" y="17"/>
                        <a:pt x="0" y="17"/>
                      </a:cubicBezTo>
                      <a:cubicBezTo>
                        <a:pt x="0" y="17"/>
                        <a:pt x="69" y="33"/>
                        <a:pt x="134" y="33"/>
                      </a:cubicBezTo>
                      <a:lnTo>
                        <a:pt x="271" y="33"/>
                      </a:lnTo>
                      <a:cubicBezTo>
                        <a:pt x="271" y="33"/>
                        <a:pt x="255" y="17"/>
                        <a:pt x="235" y="17"/>
                      </a:cubicBezTo>
                      <a:cubicBezTo>
                        <a:pt x="202" y="1"/>
                        <a:pt x="170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0" name="Google Shape;5910;p71">
                  <a:extLst>
                    <a:ext uri="{FF2B5EF4-FFF2-40B4-BE49-F238E27FC236}">
                      <a16:creationId xmlns:a16="http://schemas.microsoft.com/office/drawing/2014/main" id="{094DB03B-5E6D-5229-E2CC-D12C16371E84}"/>
                    </a:ext>
                  </a:extLst>
                </p:cNvPr>
                <p:cNvSpPr/>
                <p:nvPr/>
              </p:nvSpPr>
              <p:spPr>
                <a:xfrm>
                  <a:off x="3731867" y="1886972"/>
                  <a:ext cx="3675" cy="43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42" extrusionOk="0">
                      <a:moveTo>
                        <a:pt x="21" y="1"/>
                      </a:moveTo>
                      <a:lnTo>
                        <a:pt x="21" y="70"/>
                      </a:lnTo>
                      <a:cubicBezTo>
                        <a:pt x="21" y="118"/>
                        <a:pt x="1" y="171"/>
                        <a:pt x="1" y="239"/>
                      </a:cubicBezTo>
                      <a:cubicBezTo>
                        <a:pt x="1" y="304"/>
                        <a:pt x="1" y="356"/>
                        <a:pt x="21" y="405"/>
                      </a:cubicBezTo>
                      <a:cubicBezTo>
                        <a:pt x="21" y="421"/>
                        <a:pt x="37" y="441"/>
                        <a:pt x="37" y="441"/>
                      </a:cubicBezTo>
                      <a:lnTo>
                        <a:pt x="37" y="389"/>
                      </a:lnTo>
                      <a:lnTo>
                        <a:pt x="37" y="239"/>
                      </a:lnTo>
                      <a:lnTo>
                        <a:pt x="37" y="70"/>
                      </a:lnTo>
                      <a:cubicBezTo>
                        <a:pt x="37" y="37"/>
                        <a:pt x="21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1" name="Google Shape;5911;p71">
                  <a:extLst>
                    <a:ext uri="{FF2B5EF4-FFF2-40B4-BE49-F238E27FC236}">
                      <a16:creationId xmlns:a16="http://schemas.microsoft.com/office/drawing/2014/main" id="{0B15E73C-A56D-2A41-9348-BC4C7B251826}"/>
                    </a:ext>
                  </a:extLst>
                </p:cNvPr>
                <p:cNvSpPr/>
                <p:nvPr/>
              </p:nvSpPr>
              <p:spPr>
                <a:xfrm>
                  <a:off x="3176938" y="1238579"/>
                  <a:ext cx="6953" cy="334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3366" extrusionOk="0">
                      <a:moveTo>
                        <a:pt x="17" y="1"/>
                      </a:moveTo>
                      <a:lnTo>
                        <a:pt x="17" y="522"/>
                      </a:lnTo>
                      <a:lnTo>
                        <a:pt x="17" y="1075"/>
                      </a:lnTo>
                      <a:lnTo>
                        <a:pt x="17" y="1229"/>
                      </a:lnTo>
                      <a:lnTo>
                        <a:pt x="17" y="1395"/>
                      </a:lnTo>
                      <a:cubicBezTo>
                        <a:pt x="17" y="1516"/>
                        <a:pt x="17" y="1633"/>
                        <a:pt x="1" y="1750"/>
                      </a:cubicBezTo>
                      <a:lnTo>
                        <a:pt x="1" y="2441"/>
                      </a:lnTo>
                      <a:lnTo>
                        <a:pt x="1" y="2744"/>
                      </a:lnTo>
                      <a:cubicBezTo>
                        <a:pt x="1" y="2829"/>
                        <a:pt x="17" y="2909"/>
                        <a:pt x="17" y="2994"/>
                      </a:cubicBezTo>
                      <a:cubicBezTo>
                        <a:pt x="17" y="3079"/>
                        <a:pt x="33" y="3148"/>
                        <a:pt x="33" y="3212"/>
                      </a:cubicBezTo>
                      <a:cubicBezTo>
                        <a:pt x="53" y="3281"/>
                        <a:pt x="53" y="3334"/>
                        <a:pt x="53" y="3366"/>
                      </a:cubicBezTo>
                      <a:cubicBezTo>
                        <a:pt x="69" y="3334"/>
                        <a:pt x="53" y="3281"/>
                        <a:pt x="53" y="3212"/>
                      </a:cubicBezTo>
                      <a:cubicBezTo>
                        <a:pt x="53" y="3148"/>
                        <a:pt x="33" y="3079"/>
                        <a:pt x="33" y="2994"/>
                      </a:cubicBezTo>
                      <a:cubicBezTo>
                        <a:pt x="33" y="2909"/>
                        <a:pt x="33" y="2829"/>
                        <a:pt x="17" y="2744"/>
                      </a:cubicBezTo>
                      <a:lnTo>
                        <a:pt x="17" y="2441"/>
                      </a:lnTo>
                      <a:cubicBezTo>
                        <a:pt x="33" y="2239"/>
                        <a:pt x="33" y="2001"/>
                        <a:pt x="33" y="1750"/>
                      </a:cubicBezTo>
                      <a:cubicBezTo>
                        <a:pt x="33" y="1633"/>
                        <a:pt x="53" y="1516"/>
                        <a:pt x="53" y="1395"/>
                      </a:cubicBezTo>
                      <a:lnTo>
                        <a:pt x="53" y="1229"/>
                      </a:lnTo>
                      <a:lnTo>
                        <a:pt x="53" y="1075"/>
                      </a:lnTo>
                      <a:cubicBezTo>
                        <a:pt x="33" y="857"/>
                        <a:pt x="33" y="671"/>
                        <a:pt x="33" y="522"/>
                      </a:cubicBezTo>
                      <a:cubicBezTo>
                        <a:pt x="17" y="203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2" name="Google Shape;5912;p71">
                  <a:extLst>
                    <a:ext uri="{FF2B5EF4-FFF2-40B4-BE49-F238E27FC236}">
                      <a16:creationId xmlns:a16="http://schemas.microsoft.com/office/drawing/2014/main" id="{4C0EEDF0-9800-ADC3-CBE2-2FE8B6ED99CA}"/>
                    </a:ext>
                  </a:extLst>
                </p:cNvPr>
                <p:cNvSpPr/>
                <p:nvPr/>
              </p:nvSpPr>
              <p:spPr>
                <a:xfrm>
                  <a:off x="3186970" y="1128229"/>
                  <a:ext cx="272548" cy="106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4" h="1076" extrusionOk="0">
                      <a:moveTo>
                        <a:pt x="2744" y="1"/>
                      </a:moveTo>
                      <a:lnTo>
                        <a:pt x="2744" y="1"/>
                      </a:lnTo>
                      <a:cubicBezTo>
                        <a:pt x="2659" y="17"/>
                        <a:pt x="2558" y="66"/>
                        <a:pt x="2425" y="134"/>
                      </a:cubicBezTo>
                      <a:cubicBezTo>
                        <a:pt x="2356" y="167"/>
                        <a:pt x="2291" y="203"/>
                        <a:pt x="2206" y="235"/>
                      </a:cubicBezTo>
                      <a:cubicBezTo>
                        <a:pt x="2138" y="268"/>
                        <a:pt x="2053" y="284"/>
                        <a:pt x="1952" y="320"/>
                      </a:cubicBezTo>
                      <a:cubicBezTo>
                        <a:pt x="1871" y="352"/>
                        <a:pt x="1770" y="385"/>
                        <a:pt x="1669" y="421"/>
                      </a:cubicBezTo>
                      <a:cubicBezTo>
                        <a:pt x="1568" y="453"/>
                        <a:pt x="1467" y="486"/>
                        <a:pt x="1366" y="522"/>
                      </a:cubicBezTo>
                      <a:cubicBezTo>
                        <a:pt x="1265" y="554"/>
                        <a:pt x="1164" y="587"/>
                        <a:pt x="1063" y="623"/>
                      </a:cubicBezTo>
                      <a:cubicBezTo>
                        <a:pt x="1011" y="639"/>
                        <a:pt x="962" y="655"/>
                        <a:pt x="910" y="672"/>
                      </a:cubicBezTo>
                      <a:cubicBezTo>
                        <a:pt x="861" y="688"/>
                        <a:pt x="825" y="708"/>
                        <a:pt x="776" y="724"/>
                      </a:cubicBezTo>
                      <a:cubicBezTo>
                        <a:pt x="591" y="789"/>
                        <a:pt x="437" y="874"/>
                        <a:pt x="304" y="926"/>
                      </a:cubicBezTo>
                      <a:cubicBezTo>
                        <a:pt x="187" y="991"/>
                        <a:pt x="69" y="1043"/>
                        <a:pt x="1" y="1076"/>
                      </a:cubicBezTo>
                      <a:cubicBezTo>
                        <a:pt x="69" y="1059"/>
                        <a:pt x="187" y="1011"/>
                        <a:pt x="320" y="942"/>
                      </a:cubicBezTo>
                      <a:cubicBezTo>
                        <a:pt x="457" y="890"/>
                        <a:pt x="607" y="825"/>
                        <a:pt x="793" y="740"/>
                      </a:cubicBezTo>
                      <a:cubicBezTo>
                        <a:pt x="825" y="724"/>
                        <a:pt x="877" y="708"/>
                        <a:pt x="926" y="688"/>
                      </a:cubicBezTo>
                      <a:cubicBezTo>
                        <a:pt x="962" y="672"/>
                        <a:pt x="1011" y="655"/>
                        <a:pt x="1063" y="639"/>
                      </a:cubicBezTo>
                      <a:cubicBezTo>
                        <a:pt x="1164" y="623"/>
                        <a:pt x="1265" y="587"/>
                        <a:pt x="1382" y="554"/>
                      </a:cubicBezTo>
                      <a:cubicBezTo>
                        <a:pt x="1483" y="522"/>
                        <a:pt x="1584" y="486"/>
                        <a:pt x="1685" y="453"/>
                      </a:cubicBezTo>
                      <a:cubicBezTo>
                        <a:pt x="1786" y="421"/>
                        <a:pt x="1871" y="385"/>
                        <a:pt x="1972" y="352"/>
                      </a:cubicBezTo>
                      <a:cubicBezTo>
                        <a:pt x="2053" y="320"/>
                        <a:pt x="2138" y="284"/>
                        <a:pt x="2223" y="251"/>
                      </a:cubicBezTo>
                      <a:cubicBezTo>
                        <a:pt x="2307" y="219"/>
                        <a:pt x="2376" y="183"/>
                        <a:pt x="2441" y="150"/>
                      </a:cubicBezTo>
                      <a:cubicBezTo>
                        <a:pt x="2558" y="82"/>
                        <a:pt x="2659" y="33"/>
                        <a:pt x="27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3" name="Google Shape;5913;p71">
                  <a:extLst>
                    <a:ext uri="{FF2B5EF4-FFF2-40B4-BE49-F238E27FC236}">
                      <a16:creationId xmlns:a16="http://schemas.microsoft.com/office/drawing/2014/main" id="{2E091C03-1249-1076-6FE5-4A53BC5374C8}"/>
                    </a:ext>
                  </a:extLst>
                </p:cNvPr>
                <p:cNvSpPr/>
                <p:nvPr/>
              </p:nvSpPr>
              <p:spPr>
                <a:xfrm>
                  <a:off x="3463094" y="1126242"/>
                  <a:ext cx="8045" cy="465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4683" extrusionOk="0">
                      <a:moveTo>
                        <a:pt x="81" y="1"/>
                      </a:moveTo>
                      <a:cubicBezTo>
                        <a:pt x="81" y="1"/>
                        <a:pt x="65" y="255"/>
                        <a:pt x="65" y="675"/>
                      </a:cubicBezTo>
                      <a:cubicBezTo>
                        <a:pt x="49" y="894"/>
                        <a:pt x="49" y="1148"/>
                        <a:pt x="49" y="1435"/>
                      </a:cubicBezTo>
                      <a:cubicBezTo>
                        <a:pt x="49" y="1568"/>
                        <a:pt x="49" y="1718"/>
                        <a:pt x="32" y="1871"/>
                      </a:cubicBezTo>
                      <a:lnTo>
                        <a:pt x="32" y="2344"/>
                      </a:lnTo>
                      <a:cubicBezTo>
                        <a:pt x="32" y="2493"/>
                        <a:pt x="16" y="2663"/>
                        <a:pt x="16" y="2812"/>
                      </a:cubicBezTo>
                      <a:cubicBezTo>
                        <a:pt x="16" y="2966"/>
                        <a:pt x="16" y="3115"/>
                        <a:pt x="0" y="3253"/>
                      </a:cubicBezTo>
                      <a:lnTo>
                        <a:pt x="0" y="3657"/>
                      </a:lnTo>
                      <a:cubicBezTo>
                        <a:pt x="0" y="3774"/>
                        <a:pt x="16" y="3891"/>
                        <a:pt x="16" y="3992"/>
                      </a:cubicBezTo>
                      <a:cubicBezTo>
                        <a:pt x="32" y="4210"/>
                        <a:pt x="49" y="4380"/>
                        <a:pt x="49" y="4497"/>
                      </a:cubicBezTo>
                      <a:lnTo>
                        <a:pt x="49" y="4630"/>
                      </a:lnTo>
                      <a:lnTo>
                        <a:pt x="49" y="4683"/>
                      </a:lnTo>
                      <a:cubicBezTo>
                        <a:pt x="49" y="4683"/>
                        <a:pt x="49" y="4667"/>
                        <a:pt x="65" y="4630"/>
                      </a:cubicBezTo>
                      <a:lnTo>
                        <a:pt x="65" y="4497"/>
                      </a:lnTo>
                      <a:cubicBezTo>
                        <a:pt x="65" y="4380"/>
                        <a:pt x="49" y="4210"/>
                        <a:pt x="32" y="3992"/>
                      </a:cubicBezTo>
                      <a:cubicBezTo>
                        <a:pt x="32" y="3891"/>
                        <a:pt x="32" y="3774"/>
                        <a:pt x="16" y="3657"/>
                      </a:cubicBezTo>
                      <a:cubicBezTo>
                        <a:pt x="16" y="3519"/>
                        <a:pt x="16" y="3386"/>
                        <a:pt x="32" y="3253"/>
                      </a:cubicBezTo>
                      <a:cubicBezTo>
                        <a:pt x="32" y="3115"/>
                        <a:pt x="49" y="2966"/>
                        <a:pt x="49" y="2812"/>
                      </a:cubicBezTo>
                      <a:cubicBezTo>
                        <a:pt x="49" y="2663"/>
                        <a:pt x="65" y="2493"/>
                        <a:pt x="65" y="2344"/>
                      </a:cubicBezTo>
                      <a:lnTo>
                        <a:pt x="65" y="1871"/>
                      </a:lnTo>
                      <a:lnTo>
                        <a:pt x="65" y="1435"/>
                      </a:lnTo>
                      <a:cubicBezTo>
                        <a:pt x="81" y="1148"/>
                        <a:pt x="81" y="894"/>
                        <a:pt x="81" y="675"/>
                      </a:cubicBezTo>
                      <a:lnTo>
                        <a:pt x="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4" name="Google Shape;5914;p71">
                  <a:extLst>
                    <a:ext uri="{FF2B5EF4-FFF2-40B4-BE49-F238E27FC236}">
                      <a16:creationId xmlns:a16="http://schemas.microsoft.com/office/drawing/2014/main" id="{535201A0-9CDA-7184-820C-83F9EC64F401}"/>
                    </a:ext>
                  </a:extLst>
                </p:cNvPr>
                <p:cNvSpPr/>
                <p:nvPr/>
              </p:nvSpPr>
              <p:spPr>
                <a:xfrm>
                  <a:off x="3471040" y="1127335"/>
                  <a:ext cx="190704" cy="96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" h="968" extrusionOk="0">
                      <a:moveTo>
                        <a:pt x="6" y="1"/>
                      </a:moveTo>
                      <a:cubicBezTo>
                        <a:pt x="3" y="1"/>
                        <a:pt x="1" y="3"/>
                        <a:pt x="1" y="10"/>
                      </a:cubicBezTo>
                      <a:lnTo>
                        <a:pt x="1" y="10"/>
                      </a:lnTo>
                      <a:cubicBezTo>
                        <a:pt x="1" y="10"/>
                        <a:pt x="1" y="1"/>
                        <a:pt x="6" y="1"/>
                      </a:cubicBezTo>
                      <a:lnTo>
                        <a:pt x="6" y="1"/>
                      </a:lnTo>
                      <a:cubicBezTo>
                        <a:pt x="12" y="1"/>
                        <a:pt x="21" y="10"/>
                        <a:pt x="21" y="10"/>
                      </a:cubicBezTo>
                      <a:lnTo>
                        <a:pt x="21" y="10"/>
                      </a:lnTo>
                      <a:cubicBezTo>
                        <a:pt x="14" y="3"/>
                        <a:pt x="10" y="1"/>
                        <a:pt x="7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lnTo>
                        <a:pt x="6" y="1"/>
                      </a:lnTo>
                      <a:cubicBezTo>
                        <a:pt x="6" y="1"/>
                        <a:pt x="6" y="1"/>
                        <a:pt x="6" y="1"/>
                      </a:cubicBezTo>
                      <a:close/>
                      <a:moveTo>
                        <a:pt x="70" y="26"/>
                      </a:moveTo>
                      <a:cubicBezTo>
                        <a:pt x="122" y="58"/>
                        <a:pt x="187" y="91"/>
                        <a:pt x="271" y="143"/>
                      </a:cubicBezTo>
                      <a:cubicBezTo>
                        <a:pt x="304" y="159"/>
                        <a:pt x="324" y="159"/>
                        <a:pt x="340" y="176"/>
                      </a:cubicBezTo>
                      <a:cubicBezTo>
                        <a:pt x="372" y="192"/>
                        <a:pt x="389" y="212"/>
                        <a:pt x="425" y="212"/>
                      </a:cubicBezTo>
                      <a:cubicBezTo>
                        <a:pt x="441" y="228"/>
                        <a:pt x="473" y="244"/>
                        <a:pt x="506" y="244"/>
                      </a:cubicBezTo>
                      <a:cubicBezTo>
                        <a:pt x="526" y="260"/>
                        <a:pt x="558" y="277"/>
                        <a:pt x="591" y="277"/>
                      </a:cubicBezTo>
                      <a:cubicBezTo>
                        <a:pt x="643" y="313"/>
                        <a:pt x="708" y="329"/>
                        <a:pt x="776" y="345"/>
                      </a:cubicBezTo>
                      <a:cubicBezTo>
                        <a:pt x="809" y="361"/>
                        <a:pt x="845" y="378"/>
                        <a:pt x="877" y="394"/>
                      </a:cubicBezTo>
                      <a:cubicBezTo>
                        <a:pt x="894" y="394"/>
                        <a:pt x="910" y="394"/>
                        <a:pt x="930" y="414"/>
                      </a:cubicBezTo>
                      <a:lnTo>
                        <a:pt x="962" y="414"/>
                      </a:lnTo>
                      <a:lnTo>
                        <a:pt x="978" y="430"/>
                      </a:lnTo>
                      <a:cubicBezTo>
                        <a:pt x="1011" y="446"/>
                        <a:pt x="1047" y="462"/>
                        <a:pt x="1079" y="479"/>
                      </a:cubicBezTo>
                      <a:cubicBezTo>
                        <a:pt x="1112" y="495"/>
                        <a:pt x="1148" y="515"/>
                        <a:pt x="1164" y="531"/>
                      </a:cubicBezTo>
                      <a:cubicBezTo>
                        <a:pt x="1197" y="547"/>
                        <a:pt x="1233" y="563"/>
                        <a:pt x="1265" y="580"/>
                      </a:cubicBezTo>
                      <a:cubicBezTo>
                        <a:pt x="1281" y="596"/>
                        <a:pt x="1314" y="616"/>
                        <a:pt x="1350" y="632"/>
                      </a:cubicBezTo>
                      <a:cubicBezTo>
                        <a:pt x="1451" y="697"/>
                        <a:pt x="1552" y="765"/>
                        <a:pt x="1637" y="818"/>
                      </a:cubicBezTo>
                      <a:cubicBezTo>
                        <a:pt x="1669" y="834"/>
                        <a:pt x="1718" y="866"/>
                        <a:pt x="1754" y="883"/>
                      </a:cubicBezTo>
                      <a:cubicBezTo>
                        <a:pt x="1786" y="899"/>
                        <a:pt x="1819" y="919"/>
                        <a:pt x="1839" y="935"/>
                      </a:cubicBezTo>
                      <a:cubicBezTo>
                        <a:pt x="1887" y="951"/>
                        <a:pt x="1920" y="967"/>
                        <a:pt x="1920" y="967"/>
                      </a:cubicBezTo>
                      <a:cubicBezTo>
                        <a:pt x="1920" y="967"/>
                        <a:pt x="1887" y="951"/>
                        <a:pt x="1839" y="919"/>
                      </a:cubicBezTo>
                      <a:cubicBezTo>
                        <a:pt x="1819" y="919"/>
                        <a:pt x="1786" y="899"/>
                        <a:pt x="1754" y="866"/>
                      </a:cubicBezTo>
                      <a:cubicBezTo>
                        <a:pt x="1718" y="850"/>
                        <a:pt x="1685" y="834"/>
                        <a:pt x="1653" y="798"/>
                      </a:cubicBezTo>
                      <a:cubicBezTo>
                        <a:pt x="1568" y="749"/>
                        <a:pt x="1467" y="681"/>
                        <a:pt x="1366" y="616"/>
                      </a:cubicBezTo>
                      <a:cubicBezTo>
                        <a:pt x="1334" y="596"/>
                        <a:pt x="1298" y="580"/>
                        <a:pt x="1281" y="563"/>
                      </a:cubicBezTo>
                      <a:cubicBezTo>
                        <a:pt x="1249" y="547"/>
                        <a:pt x="1213" y="515"/>
                        <a:pt x="1180" y="495"/>
                      </a:cubicBezTo>
                      <a:cubicBezTo>
                        <a:pt x="1164" y="479"/>
                        <a:pt x="1132" y="462"/>
                        <a:pt x="1096" y="446"/>
                      </a:cubicBezTo>
                      <a:cubicBezTo>
                        <a:pt x="1063" y="430"/>
                        <a:pt x="1031" y="414"/>
                        <a:pt x="995" y="394"/>
                      </a:cubicBezTo>
                      <a:lnTo>
                        <a:pt x="962" y="394"/>
                      </a:lnTo>
                      <a:lnTo>
                        <a:pt x="946" y="378"/>
                      </a:lnTo>
                      <a:cubicBezTo>
                        <a:pt x="930" y="378"/>
                        <a:pt x="910" y="361"/>
                        <a:pt x="894" y="361"/>
                      </a:cubicBezTo>
                      <a:cubicBezTo>
                        <a:pt x="861" y="345"/>
                        <a:pt x="829" y="329"/>
                        <a:pt x="793" y="329"/>
                      </a:cubicBezTo>
                      <a:cubicBezTo>
                        <a:pt x="728" y="293"/>
                        <a:pt x="659" y="277"/>
                        <a:pt x="591" y="260"/>
                      </a:cubicBezTo>
                      <a:cubicBezTo>
                        <a:pt x="574" y="244"/>
                        <a:pt x="542" y="244"/>
                        <a:pt x="506" y="228"/>
                      </a:cubicBezTo>
                      <a:cubicBezTo>
                        <a:pt x="473" y="212"/>
                        <a:pt x="457" y="212"/>
                        <a:pt x="425" y="192"/>
                      </a:cubicBezTo>
                      <a:cubicBezTo>
                        <a:pt x="405" y="176"/>
                        <a:pt x="372" y="176"/>
                        <a:pt x="356" y="159"/>
                      </a:cubicBezTo>
                      <a:cubicBezTo>
                        <a:pt x="324" y="159"/>
                        <a:pt x="304" y="143"/>
                        <a:pt x="288" y="127"/>
                      </a:cubicBezTo>
                      <a:cubicBezTo>
                        <a:pt x="203" y="75"/>
                        <a:pt x="122" y="42"/>
                        <a:pt x="70" y="2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5" name="Google Shape;5915;p71">
                  <a:extLst>
                    <a:ext uri="{FF2B5EF4-FFF2-40B4-BE49-F238E27FC236}">
                      <a16:creationId xmlns:a16="http://schemas.microsoft.com/office/drawing/2014/main" id="{BD6DE6FC-E373-6561-766D-22F7BB07609E}"/>
                    </a:ext>
                  </a:extLst>
                </p:cNvPr>
                <p:cNvSpPr/>
                <p:nvPr/>
              </p:nvSpPr>
              <p:spPr>
                <a:xfrm>
                  <a:off x="3655287" y="1235003"/>
                  <a:ext cx="6456" cy="342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3451" extrusionOk="0">
                      <a:moveTo>
                        <a:pt x="16" y="1"/>
                      </a:moveTo>
                      <a:lnTo>
                        <a:pt x="16" y="186"/>
                      </a:lnTo>
                      <a:cubicBezTo>
                        <a:pt x="16" y="255"/>
                        <a:pt x="32" y="320"/>
                        <a:pt x="32" y="404"/>
                      </a:cubicBezTo>
                      <a:lnTo>
                        <a:pt x="32" y="691"/>
                      </a:lnTo>
                      <a:lnTo>
                        <a:pt x="32" y="994"/>
                      </a:lnTo>
                      <a:cubicBezTo>
                        <a:pt x="32" y="1111"/>
                        <a:pt x="16" y="1229"/>
                        <a:pt x="16" y="1350"/>
                      </a:cubicBezTo>
                      <a:lnTo>
                        <a:pt x="16" y="1734"/>
                      </a:lnTo>
                      <a:cubicBezTo>
                        <a:pt x="0" y="2238"/>
                        <a:pt x="16" y="2711"/>
                        <a:pt x="16" y="3046"/>
                      </a:cubicBezTo>
                      <a:cubicBezTo>
                        <a:pt x="32" y="3131"/>
                        <a:pt x="32" y="3216"/>
                        <a:pt x="32" y="3285"/>
                      </a:cubicBezTo>
                      <a:cubicBezTo>
                        <a:pt x="32" y="3349"/>
                        <a:pt x="49" y="3402"/>
                        <a:pt x="49" y="3450"/>
                      </a:cubicBezTo>
                      <a:lnTo>
                        <a:pt x="49" y="3285"/>
                      </a:lnTo>
                      <a:cubicBezTo>
                        <a:pt x="49" y="3216"/>
                        <a:pt x="49" y="3131"/>
                        <a:pt x="32" y="3046"/>
                      </a:cubicBezTo>
                      <a:lnTo>
                        <a:pt x="32" y="1734"/>
                      </a:lnTo>
                      <a:cubicBezTo>
                        <a:pt x="49" y="1600"/>
                        <a:pt x="49" y="1483"/>
                        <a:pt x="49" y="1350"/>
                      </a:cubicBezTo>
                      <a:cubicBezTo>
                        <a:pt x="49" y="1229"/>
                        <a:pt x="49" y="1111"/>
                        <a:pt x="65" y="1010"/>
                      </a:cubicBezTo>
                      <a:cubicBezTo>
                        <a:pt x="65" y="893"/>
                        <a:pt x="65" y="792"/>
                        <a:pt x="49" y="691"/>
                      </a:cubicBezTo>
                      <a:lnTo>
                        <a:pt x="49" y="404"/>
                      </a:lnTo>
                      <a:cubicBezTo>
                        <a:pt x="49" y="320"/>
                        <a:pt x="32" y="255"/>
                        <a:pt x="32" y="186"/>
                      </a:cubicBezTo>
                      <a:cubicBezTo>
                        <a:pt x="32" y="118"/>
                        <a:pt x="16" y="53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6" name="Google Shape;5916;p71">
                  <a:extLst>
                    <a:ext uri="{FF2B5EF4-FFF2-40B4-BE49-F238E27FC236}">
                      <a16:creationId xmlns:a16="http://schemas.microsoft.com/office/drawing/2014/main" id="{6FB76A2A-71FF-4B34-0008-AC9FFC3C9119}"/>
                    </a:ext>
                  </a:extLst>
                </p:cNvPr>
                <p:cNvSpPr/>
                <p:nvPr/>
              </p:nvSpPr>
              <p:spPr>
                <a:xfrm>
                  <a:off x="3680119" y="1427197"/>
                  <a:ext cx="142134" cy="25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" h="256" extrusionOk="0">
                      <a:moveTo>
                        <a:pt x="1431" y="1"/>
                      </a:moveTo>
                      <a:cubicBezTo>
                        <a:pt x="1431" y="1"/>
                        <a:pt x="1414" y="1"/>
                        <a:pt x="1366" y="21"/>
                      </a:cubicBezTo>
                      <a:cubicBezTo>
                        <a:pt x="1414" y="21"/>
                        <a:pt x="1431" y="1"/>
                        <a:pt x="1431" y="1"/>
                      </a:cubicBezTo>
                      <a:close/>
                      <a:moveTo>
                        <a:pt x="1366" y="21"/>
                      </a:moveTo>
                      <a:cubicBezTo>
                        <a:pt x="1350" y="21"/>
                        <a:pt x="1313" y="37"/>
                        <a:pt x="1297" y="37"/>
                      </a:cubicBezTo>
                      <a:cubicBezTo>
                        <a:pt x="1281" y="37"/>
                        <a:pt x="1265" y="37"/>
                        <a:pt x="1249" y="53"/>
                      </a:cubicBezTo>
                      <a:lnTo>
                        <a:pt x="1297" y="53"/>
                      </a:lnTo>
                      <a:cubicBezTo>
                        <a:pt x="1330" y="37"/>
                        <a:pt x="1350" y="37"/>
                        <a:pt x="1366" y="21"/>
                      </a:cubicBezTo>
                      <a:close/>
                      <a:moveTo>
                        <a:pt x="1196" y="53"/>
                      </a:moveTo>
                      <a:cubicBezTo>
                        <a:pt x="1111" y="69"/>
                        <a:pt x="1027" y="85"/>
                        <a:pt x="926" y="102"/>
                      </a:cubicBezTo>
                      <a:cubicBezTo>
                        <a:pt x="877" y="122"/>
                        <a:pt x="825" y="122"/>
                        <a:pt x="776" y="138"/>
                      </a:cubicBezTo>
                      <a:cubicBezTo>
                        <a:pt x="707" y="138"/>
                        <a:pt x="659" y="154"/>
                        <a:pt x="606" y="170"/>
                      </a:cubicBezTo>
                      <a:cubicBezTo>
                        <a:pt x="489" y="170"/>
                        <a:pt x="372" y="186"/>
                        <a:pt x="271" y="203"/>
                      </a:cubicBezTo>
                      <a:cubicBezTo>
                        <a:pt x="170" y="223"/>
                        <a:pt x="85" y="223"/>
                        <a:pt x="1" y="255"/>
                      </a:cubicBezTo>
                      <a:cubicBezTo>
                        <a:pt x="85" y="255"/>
                        <a:pt x="170" y="239"/>
                        <a:pt x="271" y="223"/>
                      </a:cubicBezTo>
                      <a:cubicBezTo>
                        <a:pt x="372" y="223"/>
                        <a:pt x="489" y="203"/>
                        <a:pt x="606" y="186"/>
                      </a:cubicBezTo>
                      <a:cubicBezTo>
                        <a:pt x="659" y="186"/>
                        <a:pt x="724" y="170"/>
                        <a:pt x="776" y="170"/>
                      </a:cubicBezTo>
                      <a:cubicBezTo>
                        <a:pt x="825" y="154"/>
                        <a:pt x="877" y="138"/>
                        <a:pt x="926" y="138"/>
                      </a:cubicBezTo>
                      <a:cubicBezTo>
                        <a:pt x="1027" y="122"/>
                        <a:pt x="1111" y="85"/>
                        <a:pt x="1196" y="69"/>
                      </a:cubicBezTo>
                      <a:cubicBezTo>
                        <a:pt x="1212" y="69"/>
                        <a:pt x="1229" y="69"/>
                        <a:pt x="1249" y="5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7" name="Google Shape;5917;p71">
                  <a:extLst>
                    <a:ext uri="{FF2B5EF4-FFF2-40B4-BE49-F238E27FC236}">
                      <a16:creationId xmlns:a16="http://schemas.microsoft.com/office/drawing/2014/main" id="{68C4FBC7-407E-4BAF-F969-16A9DBB2B6B7}"/>
                    </a:ext>
                  </a:extLst>
                </p:cNvPr>
                <p:cNvSpPr/>
                <p:nvPr/>
              </p:nvSpPr>
              <p:spPr>
                <a:xfrm>
                  <a:off x="3818975" y="1442493"/>
                  <a:ext cx="5264" cy="33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3333" extrusionOk="0">
                      <a:moveTo>
                        <a:pt x="16" y="0"/>
                      </a:moveTo>
                      <a:lnTo>
                        <a:pt x="16" y="149"/>
                      </a:lnTo>
                      <a:cubicBezTo>
                        <a:pt x="16" y="218"/>
                        <a:pt x="33" y="303"/>
                        <a:pt x="33" y="388"/>
                      </a:cubicBezTo>
                      <a:lnTo>
                        <a:pt x="33" y="505"/>
                      </a:lnTo>
                      <a:lnTo>
                        <a:pt x="33" y="638"/>
                      </a:lnTo>
                      <a:cubicBezTo>
                        <a:pt x="33" y="739"/>
                        <a:pt x="33" y="840"/>
                        <a:pt x="16" y="957"/>
                      </a:cubicBezTo>
                      <a:lnTo>
                        <a:pt x="16" y="1664"/>
                      </a:lnTo>
                      <a:cubicBezTo>
                        <a:pt x="0" y="1919"/>
                        <a:pt x="0" y="2153"/>
                        <a:pt x="0" y="2371"/>
                      </a:cubicBezTo>
                      <a:lnTo>
                        <a:pt x="0" y="2945"/>
                      </a:lnTo>
                      <a:cubicBezTo>
                        <a:pt x="16" y="3030"/>
                        <a:pt x="16" y="3098"/>
                        <a:pt x="16" y="3163"/>
                      </a:cubicBezTo>
                      <a:lnTo>
                        <a:pt x="16" y="3333"/>
                      </a:lnTo>
                      <a:cubicBezTo>
                        <a:pt x="33" y="3280"/>
                        <a:pt x="33" y="3232"/>
                        <a:pt x="33" y="3163"/>
                      </a:cubicBezTo>
                      <a:cubicBezTo>
                        <a:pt x="16" y="3098"/>
                        <a:pt x="16" y="3030"/>
                        <a:pt x="16" y="2945"/>
                      </a:cubicBezTo>
                      <a:cubicBezTo>
                        <a:pt x="33" y="2775"/>
                        <a:pt x="33" y="2594"/>
                        <a:pt x="33" y="2371"/>
                      </a:cubicBezTo>
                      <a:cubicBezTo>
                        <a:pt x="33" y="2153"/>
                        <a:pt x="33" y="1919"/>
                        <a:pt x="53" y="1664"/>
                      </a:cubicBezTo>
                      <a:lnTo>
                        <a:pt x="53" y="957"/>
                      </a:lnTo>
                      <a:lnTo>
                        <a:pt x="53" y="638"/>
                      </a:lnTo>
                      <a:lnTo>
                        <a:pt x="53" y="505"/>
                      </a:lnTo>
                      <a:lnTo>
                        <a:pt x="53" y="388"/>
                      </a:lnTo>
                      <a:cubicBezTo>
                        <a:pt x="33" y="303"/>
                        <a:pt x="33" y="218"/>
                        <a:pt x="33" y="149"/>
                      </a:cubicBezTo>
                      <a:cubicBezTo>
                        <a:pt x="16" y="101"/>
                        <a:pt x="16" y="32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8" name="Google Shape;5918;p71">
                  <a:extLst>
                    <a:ext uri="{FF2B5EF4-FFF2-40B4-BE49-F238E27FC236}">
                      <a16:creationId xmlns:a16="http://schemas.microsoft.com/office/drawing/2014/main" id="{4D261756-295E-173F-642C-BA7E67034227}"/>
                    </a:ext>
                  </a:extLst>
                </p:cNvPr>
                <p:cNvSpPr/>
                <p:nvPr/>
              </p:nvSpPr>
              <p:spPr>
                <a:xfrm>
                  <a:off x="3773981" y="1785065"/>
                  <a:ext cx="45094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86" extrusionOk="0">
                      <a:moveTo>
                        <a:pt x="421" y="1"/>
                      </a:moveTo>
                      <a:cubicBezTo>
                        <a:pt x="368" y="1"/>
                        <a:pt x="304" y="17"/>
                        <a:pt x="235" y="17"/>
                      </a:cubicBezTo>
                      <a:cubicBezTo>
                        <a:pt x="166" y="33"/>
                        <a:pt x="102" y="53"/>
                        <a:pt x="49" y="70"/>
                      </a:cubicBezTo>
                      <a:lnTo>
                        <a:pt x="1" y="70"/>
                      </a:lnTo>
                      <a:cubicBezTo>
                        <a:pt x="1" y="86"/>
                        <a:pt x="33" y="86"/>
                        <a:pt x="49" y="86"/>
                      </a:cubicBezTo>
                      <a:cubicBezTo>
                        <a:pt x="102" y="86"/>
                        <a:pt x="166" y="70"/>
                        <a:pt x="235" y="53"/>
                      </a:cubicBezTo>
                      <a:cubicBezTo>
                        <a:pt x="320" y="53"/>
                        <a:pt x="368" y="17"/>
                        <a:pt x="421" y="17"/>
                      </a:cubicBezTo>
                      <a:cubicBezTo>
                        <a:pt x="437" y="1"/>
                        <a:pt x="437" y="1"/>
                        <a:pt x="4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19" name="Google Shape;5919;p71">
                  <a:extLst>
                    <a:ext uri="{FF2B5EF4-FFF2-40B4-BE49-F238E27FC236}">
                      <a16:creationId xmlns:a16="http://schemas.microsoft.com/office/drawing/2014/main" id="{AB595CAD-0197-A76F-451A-52631444C194}"/>
                    </a:ext>
                  </a:extLst>
                </p:cNvPr>
                <p:cNvSpPr/>
                <p:nvPr/>
              </p:nvSpPr>
              <p:spPr>
                <a:xfrm>
                  <a:off x="3835761" y="1785065"/>
                  <a:ext cx="287447" cy="37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4" h="373" extrusionOk="0">
                      <a:moveTo>
                        <a:pt x="1" y="1"/>
                      </a:moveTo>
                      <a:cubicBezTo>
                        <a:pt x="33" y="17"/>
                        <a:pt x="86" y="17"/>
                        <a:pt x="134" y="17"/>
                      </a:cubicBezTo>
                      <a:cubicBezTo>
                        <a:pt x="86" y="17"/>
                        <a:pt x="33" y="1"/>
                        <a:pt x="1" y="1"/>
                      </a:cubicBezTo>
                      <a:close/>
                      <a:moveTo>
                        <a:pt x="134" y="17"/>
                      </a:moveTo>
                      <a:cubicBezTo>
                        <a:pt x="203" y="33"/>
                        <a:pt x="251" y="53"/>
                        <a:pt x="336" y="70"/>
                      </a:cubicBezTo>
                      <a:cubicBezTo>
                        <a:pt x="469" y="86"/>
                        <a:pt x="639" y="134"/>
                        <a:pt x="825" y="171"/>
                      </a:cubicBezTo>
                      <a:lnTo>
                        <a:pt x="894" y="171"/>
                      </a:lnTo>
                      <a:cubicBezTo>
                        <a:pt x="926" y="171"/>
                        <a:pt x="942" y="187"/>
                        <a:pt x="974" y="187"/>
                      </a:cubicBezTo>
                      <a:cubicBezTo>
                        <a:pt x="1027" y="187"/>
                        <a:pt x="1075" y="187"/>
                        <a:pt x="1128" y="203"/>
                      </a:cubicBezTo>
                      <a:lnTo>
                        <a:pt x="1197" y="203"/>
                      </a:lnTo>
                      <a:cubicBezTo>
                        <a:pt x="1229" y="203"/>
                        <a:pt x="1245" y="219"/>
                        <a:pt x="1277" y="219"/>
                      </a:cubicBezTo>
                      <a:cubicBezTo>
                        <a:pt x="1330" y="219"/>
                        <a:pt x="1378" y="235"/>
                        <a:pt x="1447" y="235"/>
                      </a:cubicBezTo>
                      <a:cubicBezTo>
                        <a:pt x="1649" y="288"/>
                        <a:pt x="1867" y="288"/>
                        <a:pt x="2053" y="320"/>
                      </a:cubicBezTo>
                      <a:cubicBezTo>
                        <a:pt x="2154" y="336"/>
                        <a:pt x="2239" y="336"/>
                        <a:pt x="2324" y="356"/>
                      </a:cubicBezTo>
                      <a:lnTo>
                        <a:pt x="2558" y="356"/>
                      </a:lnTo>
                      <a:cubicBezTo>
                        <a:pt x="2712" y="356"/>
                        <a:pt x="2829" y="373"/>
                        <a:pt x="2893" y="373"/>
                      </a:cubicBezTo>
                      <a:cubicBezTo>
                        <a:pt x="2829" y="356"/>
                        <a:pt x="2712" y="356"/>
                        <a:pt x="2558" y="336"/>
                      </a:cubicBezTo>
                      <a:lnTo>
                        <a:pt x="2441" y="336"/>
                      </a:lnTo>
                      <a:cubicBezTo>
                        <a:pt x="2409" y="336"/>
                        <a:pt x="2372" y="336"/>
                        <a:pt x="2324" y="320"/>
                      </a:cubicBezTo>
                      <a:cubicBezTo>
                        <a:pt x="2239" y="320"/>
                        <a:pt x="2154" y="304"/>
                        <a:pt x="2053" y="288"/>
                      </a:cubicBezTo>
                      <a:cubicBezTo>
                        <a:pt x="1867" y="272"/>
                        <a:pt x="1665" y="255"/>
                        <a:pt x="1447" y="219"/>
                      </a:cubicBezTo>
                      <a:cubicBezTo>
                        <a:pt x="1399" y="203"/>
                        <a:pt x="1330" y="187"/>
                        <a:pt x="1277" y="187"/>
                      </a:cubicBezTo>
                      <a:cubicBezTo>
                        <a:pt x="1261" y="187"/>
                        <a:pt x="1229" y="187"/>
                        <a:pt x="1213" y="171"/>
                      </a:cubicBezTo>
                      <a:lnTo>
                        <a:pt x="1128" y="171"/>
                      </a:lnTo>
                      <a:cubicBezTo>
                        <a:pt x="1075" y="154"/>
                        <a:pt x="1027" y="154"/>
                        <a:pt x="974" y="154"/>
                      </a:cubicBezTo>
                      <a:lnTo>
                        <a:pt x="910" y="154"/>
                      </a:lnTo>
                      <a:cubicBezTo>
                        <a:pt x="873" y="134"/>
                        <a:pt x="857" y="134"/>
                        <a:pt x="825" y="134"/>
                      </a:cubicBezTo>
                      <a:cubicBezTo>
                        <a:pt x="639" y="102"/>
                        <a:pt x="469" y="70"/>
                        <a:pt x="336" y="53"/>
                      </a:cubicBezTo>
                      <a:cubicBezTo>
                        <a:pt x="251" y="33"/>
                        <a:pt x="203" y="17"/>
                        <a:pt x="134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0" name="Google Shape;5920;p71">
                  <a:extLst>
                    <a:ext uri="{FF2B5EF4-FFF2-40B4-BE49-F238E27FC236}">
                      <a16:creationId xmlns:a16="http://schemas.microsoft.com/office/drawing/2014/main" id="{3DB5F7C4-F2C9-D83E-0FC7-001C05099BC0}"/>
                    </a:ext>
                  </a:extLst>
                </p:cNvPr>
                <p:cNvSpPr/>
                <p:nvPr/>
              </p:nvSpPr>
              <p:spPr>
                <a:xfrm>
                  <a:off x="4128273" y="1556022"/>
                  <a:ext cx="3377" cy="260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2627" extrusionOk="0">
                      <a:moveTo>
                        <a:pt x="33" y="0"/>
                      </a:moveTo>
                      <a:cubicBezTo>
                        <a:pt x="33" y="0"/>
                        <a:pt x="33" y="154"/>
                        <a:pt x="17" y="404"/>
                      </a:cubicBezTo>
                      <a:lnTo>
                        <a:pt x="17" y="606"/>
                      </a:lnTo>
                      <a:lnTo>
                        <a:pt x="17" y="845"/>
                      </a:lnTo>
                      <a:lnTo>
                        <a:pt x="17" y="1366"/>
                      </a:lnTo>
                      <a:lnTo>
                        <a:pt x="17" y="1652"/>
                      </a:lnTo>
                      <a:lnTo>
                        <a:pt x="17" y="1903"/>
                      </a:lnTo>
                      <a:cubicBezTo>
                        <a:pt x="1" y="2073"/>
                        <a:pt x="1" y="2206"/>
                        <a:pt x="1" y="2339"/>
                      </a:cubicBezTo>
                      <a:lnTo>
                        <a:pt x="1" y="2626"/>
                      </a:lnTo>
                      <a:cubicBezTo>
                        <a:pt x="1" y="2561"/>
                        <a:pt x="17" y="2460"/>
                        <a:pt x="17" y="2339"/>
                      </a:cubicBezTo>
                      <a:cubicBezTo>
                        <a:pt x="33" y="2206"/>
                        <a:pt x="33" y="2073"/>
                        <a:pt x="33" y="1903"/>
                      </a:cubicBezTo>
                      <a:lnTo>
                        <a:pt x="33" y="1652"/>
                      </a:lnTo>
                      <a:lnTo>
                        <a:pt x="33" y="136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1" name="Google Shape;5921;p71">
                  <a:extLst>
                    <a:ext uri="{FF2B5EF4-FFF2-40B4-BE49-F238E27FC236}">
                      <a16:creationId xmlns:a16="http://schemas.microsoft.com/office/drawing/2014/main" id="{5852EA63-1BB4-FAD5-CD1B-D5E5BC8D21AE}"/>
                    </a:ext>
                  </a:extLst>
                </p:cNvPr>
                <p:cNvSpPr/>
                <p:nvPr/>
              </p:nvSpPr>
              <p:spPr>
                <a:xfrm>
                  <a:off x="4111487" y="1822014"/>
                  <a:ext cx="3675" cy="118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97" extrusionOk="0">
                      <a:moveTo>
                        <a:pt x="16" y="1"/>
                      </a:moveTo>
                      <a:cubicBezTo>
                        <a:pt x="16" y="1"/>
                        <a:pt x="0" y="267"/>
                        <a:pt x="0" y="607"/>
                      </a:cubicBezTo>
                      <a:cubicBezTo>
                        <a:pt x="0" y="756"/>
                        <a:pt x="0" y="909"/>
                        <a:pt x="16" y="1010"/>
                      </a:cubicBezTo>
                      <a:cubicBezTo>
                        <a:pt x="16" y="1128"/>
                        <a:pt x="37" y="1196"/>
                        <a:pt x="37" y="1196"/>
                      </a:cubicBezTo>
                      <a:lnTo>
                        <a:pt x="37" y="1010"/>
                      </a:lnTo>
                      <a:cubicBezTo>
                        <a:pt x="16" y="909"/>
                        <a:pt x="37" y="756"/>
                        <a:pt x="16" y="607"/>
                      </a:cubicBezTo>
                      <a:cubicBezTo>
                        <a:pt x="37" y="267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2" name="Google Shape;5922;p71">
                  <a:extLst>
                    <a:ext uri="{FF2B5EF4-FFF2-40B4-BE49-F238E27FC236}">
                      <a16:creationId xmlns:a16="http://schemas.microsoft.com/office/drawing/2014/main" id="{C02AA901-BB0A-A95B-012F-F1476E47042B}"/>
                    </a:ext>
                  </a:extLst>
                </p:cNvPr>
                <p:cNvSpPr/>
                <p:nvPr/>
              </p:nvSpPr>
              <p:spPr>
                <a:xfrm>
                  <a:off x="3818975" y="1788343"/>
                  <a:ext cx="3278" cy="15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516" extrusionOk="0">
                      <a:moveTo>
                        <a:pt x="16" y="0"/>
                      </a:moveTo>
                      <a:cubicBezTo>
                        <a:pt x="16" y="20"/>
                        <a:pt x="16" y="20"/>
                        <a:pt x="0" y="53"/>
                      </a:cubicBezTo>
                      <a:lnTo>
                        <a:pt x="0" y="222"/>
                      </a:lnTo>
                      <a:lnTo>
                        <a:pt x="0" y="340"/>
                      </a:lnTo>
                      <a:lnTo>
                        <a:pt x="0" y="473"/>
                      </a:lnTo>
                      <a:lnTo>
                        <a:pt x="0" y="776"/>
                      </a:lnTo>
                      <a:lnTo>
                        <a:pt x="0" y="1095"/>
                      </a:lnTo>
                      <a:lnTo>
                        <a:pt x="0" y="1349"/>
                      </a:lnTo>
                      <a:cubicBezTo>
                        <a:pt x="16" y="1434"/>
                        <a:pt x="16" y="1483"/>
                        <a:pt x="33" y="1515"/>
                      </a:cubicBezTo>
                      <a:cubicBezTo>
                        <a:pt x="33" y="1483"/>
                        <a:pt x="16" y="1414"/>
                        <a:pt x="16" y="1349"/>
                      </a:cubicBezTo>
                      <a:cubicBezTo>
                        <a:pt x="16" y="1281"/>
                        <a:pt x="33" y="1196"/>
                        <a:pt x="33" y="1095"/>
                      </a:cubicBezTo>
                      <a:lnTo>
                        <a:pt x="33" y="776"/>
                      </a:lnTo>
                      <a:lnTo>
                        <a:pt x="33" y="473"/>
                      </a:lnTo>
                      <a:lnTo>
                        <a:pt x="33" y="340"/>
                      </a:lnTo>
                      <a:cubicBezTo>
                        <a:pt x="16" y="287"/>
                        <a:pt x="16" y="255"/>
                        <a:pt x="16" y="222"/>
                      </a:cubicBezTo>
                      <a:lnTo>
                        <a:pt x="16" y="5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3" name="Google Shape;5923;p71">
                  <a:extLst>
                    <a:ext uri="{FF2B5EF4-FFF2-40B4-BE49-F238E27FC236}">
                      <a16:creationId xmlns:a16="http://schemas.microsoft.com/office/drawing/2014/main" id="{B26071F4-4AE0-A4D2-24C7-C4A616E4A9A9}"/>
                    </a:ext>
                  </a:extLst>
                </p:cNvPr>
                <p:cNvSpPr/>
                <p:nvPr/>
              </p:nvSpPr>
              <p:spPr>
                <a:xfrm>
                  <a:off x="3910851" y="1833635"/>
                  <a:ext cx="3675" cy="105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60" extrusionOk="0">
                      <a:moveTo>
                        <a:pt x="37" y="1"/>
                      </a:moveTo>
                      <a:cubicBezTo>
                        <a:pt x="37" y="1"/>
                        <a:pt x="16" y="69"/>
                        <a:pt x="16" y="150"/>
                      </a:cubicBezTo>
                      <a:cubicBezTo>
                        <a:pt x="16" y="251"/>
                        <a:pt x="0" y="389"/>
                        <a:pt x="0" y="538"/>
                      </a:cubicBezTo>
                      <a:cubicBezTo>
                        <a:pt x="0" y="675"/>
                        <a:pt x="0" y="809"/>
                        <a:pt x="16" y="910"/>
                      </a:cubicBezTo>
                      <a:lnTo>
                        <a:pt x="16" y="1027"/>
                      </a:lnTo>
                      <a:lnTo>
                        <a:pt x="37" y="1059"/>
                      </a:lnTo>
                      <a:lnTo>
                        <a:pt x="37" y="910"/>
                      </a:lnTo>
                      <a:lnTo>
                        <a:pt x="37" y="538"/>
                      </a:lnTo>
                      <a:lnTo>
                        <a:pt x="37" y="150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4" name="Google Shape;5924;p71">
                  <a:extLst>
                    <a:ext uri="{FF2B5EF4-FFF2-40B4-BE49-F238E27FC236}">
                      <a16:creationId xmlns:a16="http://schemas.microsoft.com/office/drawing/2014/main" id="{BBFBDD2A-8865-C19C-2505-EF4DA22CD301}"/>
                    </a:ext>
                  </a:extLst>
                </p:cNvPr>
                <p:cNvSpPr/>
                <p:nvPr/>
              </p:nvSpPr>
              <p:spPr>
                <a:xfrm>
                  <a:off x="3916016" y="1832046"/>
                  <a:ext cx="116906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" h="151" extrusionOk="0">
                      <a:moveTo>
                        <a:pt x="1" y="1"/>
                      </a:moveTo>
                      <a:cubicBezTo>
                        <a:pt x="1" y="1"/>
                        <a:pt x="17" y="1"/>
                        <a:pt x="49" y="17"/>
                      </a:cubicBezTo>
                      <a:lnTo>
                        <a:pt x="102" y="17"/>
                      </a:lnTo>
                      <a:cubicBezTo>
                        <a:pt x="86" y="17"/>
                        <a:pt x="65" y="1"/>
                        <a:pt x="49" y="1"/>
                      </a:cubicBezTo>
                      <a:close/>
                      <a:moveTo>
                        <a:pt x="102" y="17"/>
                      </a:moveTo>
                      <a:cubicBezTo>
                        <a:pt x="118" y="17"/>
                        <a:pt x="150" y="33"/>
                        <a:pt x="166" y="33"/>
                      </a:cubicBezTo>
                      <a:cubicBezTo>
                        <a:pt x="219" y="33"/>
                        <a:pt x="288" y="49"/>
                        <a:pt x="352" y="49"/>
                      </a:cubicBezTo>
                      <a:cubicBezTo>
                        <a:pt x="437" y="49"/>
                        <a:pt x="506" y="49"/>
                        <a:pt x="591" y="65"/>
                      </a:cubicBezTo>
                      <a:cubicBezTo>
                        <a:pt x="639" y="65"/>
                        <a:pt x="671" y="65"/>
                        <a:pt x="708" y="85"/>
                      </a:cubicBezTo>
                      <a:cubicBezTo>
                        <a:pt x="756" y="85"/>
                        <a:pt x="793" y="85"/>
                        <a:pt x="825" y="102"/>
                      </a:cubicBezTo>
                      <a:cubicBezTo>
                        <a:pt x="894" y="102"/>
                        <a:pt x="958" y="102"/>
                        <a:pt x="1011" y="118"/>
                      </a:cubicBezTo>
                      <a:cubicBezTo>
                        <a:pt x="1075" y="118"/>
                        <a:pt x="1112" y="118"/>
                        <a:pt x="1144" y="134"/>
                      </a:cubicBezTo>
                      <a:cubicBezTo>
                        <a:pt x="1112" y="118"/>
                        <a:pt x="1075" y="102"/>
                        <a:pt x="1011" y="102"/>
                      </a:cubicBezTo>
                      <a:cubicBezTo>
                        <a:pt x="958" y="85"/>
                        <a:pt x="894" y="65"/>
                        <a:pt x="825" y="65"/>
                      </a:cubicBezTo>
                      <a:cubicBezTo>
                        <a:pt x="793" y="65"/>
                        <a:pt x="756" y="49"/>
                        <a:pt x="724" y="49"/>
                      </a:cubicBezTo>
                      <a:cubicBezTo>
                        <a:pt x="671" y="33"/>
                        <a:pt x="639" y="33"/>
                        <a:pt x="591" y="33"/>
                      </a:cubicBezTo>
                      <a:cubicBezTo>
                        <a:pt x="522" y="17"/>
                        <a:pt x="437" y="17"/>
                        <a:pt x="368" y="17"/>
                      </a:cubicBezTo>
                      <a:close/>
                      <a:moveTo>
                        <a:pt x="1144" y="134"/>
                      </a:moveTo>
                      <a:cubicBezTo>
                        <a:pt x="1160" y="134"/>
                        <a:pt x="1160" y="150"/>
                        <a:pt x="1176" y="150"/>
                      </a:cubicBezTo>
                      <a:cubicBezTo>
                        <a:pt x="1160" y="134"/>
                        <a:pt x="1160" y="134"/>
                        <a:pt x="1144" y="1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5" name="Google Shape;5925;p71">
                  <a:extLst>
                    <a:ext uri="{FF2B5EF4-FFF2-40B4-BE49-F238E27FC236}">
                      <a16:creationId xmlns:a16="http://schemas.microsoft.com/office/drawing/2014/main" id="{1D4DAB38-CF24-FC8D-695A-1437FBDB5D20}"/>
                    </a:ext>
                  </a:extLst>
                </p:cNvPr>
                <p:cNvSpPr/>
                <p:nvPr/>
              </p:nvSpPr>
              <p:spPr>
                <a:xfrm>
                  <a:off x="4029643" y="1848534"/>
                  <a:ext cx="3278" cy="90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910" extrusionOk="0">
                      <a:moveTo>
                        <a:pt x="16" y="0"/>
                      </a:moveTo>
                      <a:cubicBezTo>
                        <a:pt x="16" y="20"/>
                        <a:pt x="16" y="37"/>
                        <a:pt x="0" y="53"/>
                      </a:cubicBezTo>
                      <a:lnTo>
                        <a:pt x="0" y="101"/>
                      </a:lnTo>
                      <a:lnTo>
                        <a:pt x="0" y="255"/>
                      </a:lnTo>
                      <a:lnTo>
                        <a:pt x="0" y="441"/>
                      </a:lnTo>
                      <a:cubicBezTo>
                        <a:pt x="0" y="707"/>
                        <a:pt x="32" y="909"/>
                        <a:pt x="32" y="909"/>
                      </a:cubicBezTo>
                      <a:lnTo>
                        <a:pt x="32" y="441"/>
                      </a:lnTo>
                      <a:cubicBezTo>
                        <a:pt x="32" y="372"/>
                        <a:pt x="32" y="323"/>
                        <a:pt x="16" y="255"/>
                      </a:cubicBezTo>
                      <a:lnTo>
                        <a:pt x="16" y="101"/>
                      </a:lnTo>
                      <a:lnTo>
                        <a:pt x="16" y="5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6" name="Google Shape;5926;p71">
                  <a:extLst>
                    <a:ext uri="{FF2B5EF4-FFF2-40B4-BE49-F238E27FC236}">
                      <a16:creationId xmlns:a16="http://schemas.microsoft.com/office/drawing/2014/main" id="{74FEE496-BD23-1CF2-0648-684560E2930E}"/>
                    </a:ext>
                  </a:extLst>
                </p:cNvPr>
                <p:cNvSpPr/>
                <p:nvPr/>
              </p:nvSpPr>
              <p:spPr>
                <a:xfrm>
                  <a:off x="3977796" y="1840488"/>
                  <a:ext cx="3377" cy="90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910" extrusionOk="0">
                      <a:moveTo>
                        <a:pt x="1" y="0"/>
                      </a:moveTo>
                      <a:lnTo>
                        <a:pt x="1" y="150"/>
                      </a:lnTo>
                      <a:lnTo>
                        <a:pt x="1" y="505"/>
                      </a:lnTo>
                      <a:lnTo>
                        <a:pt x="1" y="857"/>
                      </a:lnTo>
                      <a:lnTo>
                        <a:pt x="1" y="889"/>
                      </a:lnTo>
                      <a:cubicBezTo>
                        <a:pt x="17" y="889"/>
                        <a:pt x="17" y="909"/>
                        <a:pt x="17" y="909"/>
                      </a:cubicBezTo>
                      <a:lnTo>
                        <a:pt x="17" y="889"/>
                      </a:lnTo>
                      <a:lnTo>
                        <a:pt x="17" y="857"/>
                      </a:lnTo>
                      <a:cubicBezTo>
                        <a:pt x="17" y="808"/>
                        <a:pt x="17" y="756"/>
                        <a:pt x="33" y="687"/>
                      </a:cubicBezTo>
                      <a:lnTo>
                        <a:pt x="33" y="505"/>
                      </a:lnTo>
                      <a:cubicBezTo>
                        <a:pt x="33" y="368"/>
                        <a:pt x="17" y="235"/>
                        <a:pt x="17" y="150"/>
                      </a:cubicBezTo>
                      <a:cubicBezTo>
                        <a:pt x="1" y="49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7" name="Google Shape;5927;p71">
                  <a:extLst>
                    <a:ext uri="{FF2B5EF4-FFF2-40B4-BE49-F238E27FC236}">
                      <a16:creationId xmlns:a16="http://schemas.microsoft.com/office/drawing/2014/main" id="{5DB079CC-36B4-5FC4-FA81-984125DC3929}"/>
                    </a:ext>
                  </a:extLst>
                </p:cNvPr>
                <p:cNvSpPr/>
                <p:nvPr/>
              </p:nvSpPr>
              <p:spPr>
                <a:xfrm>
                  <a:off x="3829007" y="1430077"/>
                  <a:ext cx="306219" cy="122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3" h="1236" extrusionOk="0">
                      <a:moveTo>
                        <a:pt x="34" y="1"/>
                      </a:moveTo>
                      <a:cubicBezTo>
                        <a:pt x="22" y="1"/>
                        <a:pt x="11" y="2"/>
                        <a:pt x="0" y="8"/>
                      </a:cubicBezTo>
                      <a:lnTo>
                        <a:pt x="101" y="8"/>
                      </a:lnTo>
                      <a:cubicBezTo>
                        <a:pt x="80" y="8"/>
                        <a:pt x="56" y="1"/>
                        <a:pt x="34" y="1"/>
                      </a:cubicBezTo>
                      <a:close/>
                      <a:moveTo>
                        <a:pt x="101" y="8"/>
                      </a:moveTo>
                      <a:cubicBezTo>
                        <a:pt x="134" y="24"/>
                        <a:pt x="186" y="40"/>
                        <a:pt x="255" y="56"/>
                      </a:cubicBezTo>
                      <a:cubicBezTo>
                        <a:pt x="202" y="40"/>
                        <a:pt x="154" y="24"/>
                        <a:pt x="101" y="8"/>
                      </a:cubicBezTo>
                      <a:close/>
                      <a:moveTo>
                        <a:pt x="255" y="56"/>
                      </a:moveTo>
                      <a:lnTo>
                        <a:pt x="255" y="56"/>
                      </a:lnTo>
                      <a:cubicBezTo>
                        <a:pt x="303" y="93"/>
                        <a:pt x="372" y="109"/>
                        <a:pt x="437" y="141"/>
                      </a:cubicBezTo>
                      <a:cubicBezTo>
                        <a:pt x="521" y="157"/>
                        <a:pt x="590" y="194"/>
                        <a:pt x="675" y="226"/>
                      </a:cubicBezTo>
                      <a:cubicBezTo>
                        <a:pt x="723" y="242"/>
                        <a:pt x="760" y="274"/>
                        <a:pt x="808" y="295"/>
                      </a:cubicBezTo>
                      <a:cubicBezTo>
                        <a:pt x="840" y="311"/>
                        <a:pt x="893" y="343"/>
                        <a:pt x="925" y="359"/>
                      </a:cubicBezTo>
                      <a:cubicBezTo>
                        <a:pt x="1026" y="396"/>
                        <a:pt x="1127" y="444"/>
                        <a:pt x="1228" y="476"/>
                      </a:cubicBezTo>
                      <a:cubicBezTo>
                        <a:pt x="1244" y="497"/>
                        <a:pt x="1281" y="513"/>
                        <a:pt x="1297" y="513"/>
                      </a:cubicBezTo>
                      <a:cubicBezTo>
                        <a:pt x="1329" y="529"/>
                        <a:pt x="1345" y="545"/>
                        <a:pt x="1382" y="545"/>
                      </a:cubicBezTo>
                      <a:cubicBezTo>
                        <a:pt x="1430" y="577"/>
                        <a:pt x="1483" y="614"/>
                        <a:pt x="1531" y="630"/>
                      </a:cubicBezTo>
                      <a:cubicBezTo>
                        <a:pt x="1584" y="662"/>
                        <a:pt x="1632" y="699"/>
                        <a:pt x="1685" y="715"/>
                      </a:cubicBezTo>
                      <a:cubicBezTo>
                        <a:pt x="1733" y="747"/>
                        <a:pt x="1786" y="763"/>
                        <a:pt x="1834" y="800"/>
                      </a:cubicBezTo>
                      <a:cubicBezTo>
                        <a:pt x="1887" y="816"/>
                        <a:pt x="1935" y="832"/>
                        <a:pt x="1988" y="848"/>
                      </a:cubicBezTo>
                      <a:cubicBezTo>
                        <a:pt x="2036" y="864"/>
                        <a:pt x="2089" y="880"/>
                        <a:pt x="2137" y="901"/>
                      </a:cubicBezTo>
                      <a:cubicBezTo>
                        <a:pt x="2190" y="917"/>
                        <a:pt x="2238" y="933"/>
                        <a:pt x="2275" y="949"/>
                      </a:cubicBezTo>
                      <a:cubicBezTo>
                        <a:pt x="2323" y="965"/>
                        <a:pt x="2355" y="981"/>
                        <a:pt x="2408" y="1002"/>
                      </a:cubicBezTo>
                      <a:cubicBezTo>
                        <a:pt x="2493" y="1034"/>
                        <a:pt x="2557" y="1066"/>
                        <a:pt x="2642" y="1103"/>
                      </a:cubicBezTo>
                      <a:cubicBezTo>
                        <a:pt x="2711" y="1119"/>
                        <a:pt x="2780" y="1135"/>
                        <a:pt x="2844" y="1151"/>
                      </a:cubicBezTo>
                      <a:cubicBezTo>
                        <a:pt x="2860" y="1151"/>
                        <a:pt x="2897" y="1167"/>
                        <a:pt x="2929" y="1167"/>
                      </a:cubicBezTo>
                      <a:cubicBezTo>
                        <a:pt x="2897" y="1151"/>
                        <a:pt x="2881" y="1151"/>
                        <a:pt x="2844" y="1135"/>
                      </a:cubicBezTo>
                      <a:cubicBezTo>
                        <a:pt x="2780" y="1119"/>
                        <a:pt x="2711" y="1103"/>
                        <a:pt x="2642" y="1082"/>
                      </a:cubicBezTo>
                      <a:cubicBezTo>
                        <a:pt x="2578" y="1050"/>
                        <a:pt x="2493" y="1018"/>
                        <a:pt x="2408" y="981"/>
                      </a:cubicBezTo>
                      <a:cubicBezTo>
                        <a:pt x="2376" y="965"/>
                        <a:pt x="2323" y="949"/>
                        <a:pt x="2291" y="933"/>
                      </a:cubicBezTo>
                      <a:cubicBezTo>
                        <a:pt x="2238" y="917"/>
                        <a:pt x="2190" y="901"/>
                        <a:pt x="2137" y="880"/>
                      </a:cubicBezTo>
                      <a:cubicBezTo>
                        <a:pt x="2105" y="864"/>
                        <a:pt x="2052" y="848"/>
                        <a:pt x="2004" y="816"/>
                      </a:cubicBezTo>
                      <a:cubicBezTo>
                        <a:pt x="1951" y="800"/>
                        <a:pt x="1903" y="779"/>
                        <a:pt x="1850" y="763"/>
                      </a:cubicBezTo>
                      <a:cubicBezTo>
                        <a:pt x="1802" y="731"/>
                        <a:pt x="1749" y="715"/>
                        <a:pt x="1701" y="678"/>
                      </a:cubicBezTo>
                      <a:cubicBezTo>
                        <a:pt x="1648" y="662"/>
                        <a:pt x="1600" y="630"/>
                        <a:pt x="1547" y="614"/>
                      </a:cubicBezTo>
                      <a:cubicBezTo>
                        <a:pt x="1499" y="577"/>
                        <a:pt x="1446" y="545"/>
                        <a:pt x="1398" y="529"/>
                      </a:cubicBezTo>
                      <a:cubicBezTo>
                        <a:pt x="1366" y="513"/>
                        <a:pt x="1345" y="497"/>
                        <a:pt x="1313" y="497"/>
                      </a:cubicBezTo>
                      <a:cubicBezTo>
                        <a:pt x="1297" y="476"/>
                        <a:pt x="1265" y="460"/>
                        <a:pt x="1244" y="460"/>
                      </a:cubicBezTo>
                      <a:cubicBezTo>
                        <a:pt x="1127" y="412"/>
                        <a:pt x="1042" y="375"/>
                        <a:pt x="941" y="327"/>
                      </a:cubicBezTo>
                      <a:cubicBezTo>
                        <a:pt x="893" y="311"/>
                        <a:pt x="861" y="295"/>
                        <a:pt x="808" y="258"/>
                      </a:cubicBezTo>
                      <a:cubicBezTo>
                        <a:pt x="776" y="242"/>
                        <a:pt x="723" y="226"/>
                        <a:pt x="691" y="210"/>
                      </a:cubicBezTo>
                      <a:cubicBezTo>
                        <a:pt x="606" y="174"/>
                        <a:pt x="521" y="141"/>
                        <a:pt x="457" y="125"/>
                      </a:cubicBezTo>
                      <a:cubicBezTo>
                        <a:pt x="372" y="93"/>
                        <a:pt x="303" y="73"/>
                        <a:pt x="255" y="56"/>
                      </a:cubicBezTo>
                      <a:close/>
                      <a:moveTo>
                        <a:pt x="2929" y="1167"/>
                      </a:moveTo>
                      <a:cubicBezTo>
                        <a:pt x="2945" y="1183"/>
                        <a:pt x="2961" y="1183"/>
                        <a:pt x="2998" y="1183"/>
                      </a:cubicBezTo>
                      <a:cubicBezTo>
                        <a:pt x="2981" y="1183"/>
                        <a:pt x="2945" y="1167"/>
                        <a:pt x="2929" y="1167"/>
                      </a:cubicBezTo>
                      <a:close/>
                      <a:moveTo>
                        <a:pt x="2998" y="1184"/>
                      </a:moveTo>
                      <a:lnTo>
                        <a:pt x="2998" y="1184"/>
                      </a:lnTo>
                      <a:cubicBezTo>
                        <a:pt x="3014" y="1204"/>
                        <a:pt x="3030" y="1204"/>
                        <a:pt x="3046" y="1220"/>
                      </a:cubicBezTo>
                      <a:cubicBezTo>
                        <a:pt x="3062" y="1220"/>
                        <a:pt x="3062" y="1220"/>
                        <a:pt x="3082" y="1236"/>
                      </a:cubicBezTo>
                      <a:cubicBezTo>
                        <a:pt x="3082" y="1220"/>
                        <a:pt x="3062" y="1220"/>
                        <a:pt x="3046" y="1204"/>
                      </a:cubicBezTo>
                      <a:cubicBezTo>
                        <a:pt x="3030" y="1204"/>
                        <a:pt x="3014" y="1204"/>
                        <a:pt x="2998" y="11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8" name="Google Shape;5928;p71">
                  <a:extLst>
                    <a:ext uri="{FF2B5EF4-FFF2-40B4-BE49-F238E27FC236}">
                      <a16:creationId xmlns:a16="http://schemas.microsoft.com/office/drawing/2014/main" id="{3DBF9DCD-207D-9990-1820-2A3F2C2567F9}"/>
                    </a:ext>
                  </a:extLst>
                </p:cNvPr>
                <p:cNvSpPr/>
                <p:nvPr/>
              </p:nvSpPr>
              <p:spPr>
                <a:xfrm>
                  <a:off x="3870723" y="1447261"/>
                  <a:ext cx="6953" cy="339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3419" extrusionOk="0">
                      <a:moveTo>
                        <a:pt x="69" y="1"/>
                      </a:moveTo>
                      <a:lnTo>
                        <a:pt x="69" y="1"/>
                      </a:lnTo>
                      <a:cubicBezTo>
                        <a:pt x="69" y="1"/>
                        <a:pt x="53" y="186"/>
                        <a:pt x="37" y="505"/>
                      </a:cubicBezTo>
                      <a:cubicBezTo>
                        <a:pt x="37" y="542"/>
                        <a:pt x="17" y="574"/>
                        <a:pt x="17" y="627"/>
                      </a:cubicBezTo>
                      <a:lnTo>
                        <a:pt x="17" y="760"/>
                      </a:lnTo>
                      <a:cubicBezTo>
                        <a:pt x="17" y="792"/>
                        <a:pt x="17" y="845"/>
                        <a:pt x="0" y="893"/>
                      </a:cubicBezTo>
                      <a:lnTo>
                        <a:pt x="0" y="1047"/>
                      </a:lnTo>
                      <a:lnTo>
                        <a:pt x="0" y="1196"/>
                      </a:lnTo>
                      <a:cubicBezTo>
                        <a:pt x="0" y="1265"/>
                        <a:pt x="17" y="1313"/>
                        <a:pt x="17" y="1366"/>
                      </a:cubicBezTo>
                      <a:lnTo>
                        <a:pt x="17" y="1717"/>
                      </a:lnTo>
                      <a:lnTo>
                        <a:pt x="17" y="2057"/>
                      </a:lnTo>
                      <a:lnTo>
                        <a:pt x="17" y="2376"/>
                      </a:lnTo>
                      <a:lnTo>
                        <a:pt x="17" y="2913"/>
                      </a:lnTo>
                      <a:cubicBezTo>
                        <a:pt x="17" y="3232"/>
                        <a:pt x="37" y="3418"/>
                        <a:pt x="37" y="3418"/>
                      </a:cubicBezTo>
                      <a:lnTo>
                        <a:pt x="37" y="2913"/>
                      </a:lnTo>
                      <a:cubicBezTo>
                        <a:pt x="37" y="2764"/>
                        <a:pt x="37" y="2578"/>
                        <a:pt x="53" y="2376"/>
                      </a:cubicBezTo>
                      <a:lnTo>
                        <a:pt x="53" y="2057"/>
                      </a:lnTo>
                      <a:lnTo>
                        <a:pt x="53" y="1717"/>
                      </a:lnTo>
                      <a:cubicBezTo>
                        <a:pt x="53" y="1584"/>
                        <a:pt x="53" y="1483"/>
                        <a:pt x="37" y="1366"/>
                      </a:cubicBezTo>
                      <a:lnTo>
                        <a:pt x="37" y="1196"/>
                      </a:lnTo>
                      <a:lnTo>
                        <a:pt x="37" y="1047"/>
                      </a:lnTo>
                      <a:lnTo>
                        <a:pt x="37" y="893"/>
                      </a:lnTo>
                      <a:lnTo>
                        <a:pt x="37" y="760"/>
                      </a:lnTo>
                      <a:lnTo>
                        <a:pt x="37" y="627"/>
                      </a:lnTo>
                      <a:cubicBezTo>
                        <a:pt x="53" y="590"/>
                        <a:pt x="53" y="542"/>
                        <a:pt x="53" y="505"/>
                      </a:cubicBezTo>
                      <a:cubicBezTo>
                        <a:pt x="69" y="186"/>
                        <a:pt x="69" y="1"/>
                        <a:pt x="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29" name="Google Shape;5929;p71">
                  <a:extLst>
                    <a:ext uri="{FF2B5EF4-FFF2-40B4-BE49-F238E27FC236}">
                      <a16:creationId xmlns:a16="http://schemas.microsoft.com/office/drawing/2014/main" id="{4ED151A2-3794-DECF-ACFB-4A9245475F3C}"/>
                    </a:ext>
                  </a:extLst>
                </p:cNvPr>
                <p:cNvSpPr/>
                <p:nvPr/>
              </p:nvSpPr>
              <p:spPr>
                <a:xfrm>
                  <a:off x="3926047" y="1489374"/>
                  <a:ext cx="3377" cy="301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031" extrusionOk="0">
                      <a:moveTo>
                        <a:pt x="1" y="1"/>
                      </a:moveTo>
                      <a:lnTo>
                        <a:pt x="1" y="150"/>
                      </a:lnTo>
                      <a:lnTo>
                        <a:pt x="1" y="336"/>
                      </a:lnTo>
                      <a:lnTo>
                        <a:pt x="1" y="841"/>
                      </a:lnTo>
                      <a:lnTo>
                        <a:pt x="1" y="1463"/>
                      </a:lnTo>
                      <a:cubicBezTo>
                        <a:pt x="1" y="1883"/>
                        <a:pt x="17" y="2287"/>
                        <a:pt x="17" y="2574"/>
                      </a:cubicBezTo>
                      <a:cubicBezTo>
                        <a:pt x="33" y="2861"/>
                        <a:pt x="33" y="3030"/>
                        <a:pt x="33" y="3030"/>
                      </a:cubicBezTo>
                      <a:lnTo>
                        <a:pt x="33" y="2574"/>
                      </a:lnTo>
                      <a:lnTo>
                        <a:pt x="33" y="1463"/>
                      </a:lnTo>
                      <a:cubicBezTo>
                        <a:pt x="33" y="1245"/>
                        <a:pt x="17" y="1027"/>
                        <a:pt x="33" y="841"/>
                      </a:cubicBezTo>
                      <a:cubicBezTo>
                        <a:pt x="33" y="655"/>
                        <a:pt x="33" y="485"/>
                        <a:pt x="17" y="336"/>
                      </a:cubicBezTo>
                      <a:lnTo>
                        <a:pt x="17" y="150"/>
                      </a:lnTo>
                      <a:cubicBezTo>
                        <a:pt x="1" y="81"/>
                        <a:pt x="1" y="33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0" name="Google Shape;5930;p71">
                  <a:extLst>
                    <a:ext uri="{FF2B5EF4-FFF2-40B4-BE49-F238E27FC236}">
                      <a16:creationId xmlns:a16="http://schemas.microsoft.com/office/drawing/2014/main" id="{624790BC-5B07-1EEB-ECD9-367FF1307131}"/>
                    </a:ext>
                  </a:extLst>
                </p:cNvPr>
                <p:cNvSpPr/>
                <p:nvPr/>
              </p:nvSpPr>
              <p:spPr>
                <a:xfrm>
                  <a:off x="3974617" y="1499406"/>
                  <a:ext cx="6555" cy="304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3063" extrusionOk="0">
                      <a:moveTo>
                        <a:pt x="49" y="1"/>
                      </a:moveTo>
                      <a:cubicBezTo>
                        <a:pt x="49" y="1"/>
                        <a:pt x="33" y="33"/>
                        <a:pt x="33" y="118"/>
                      </a:cubicBezTo>
                      <a:lnTo>
                        <a:pt x="33" y="251"/>
                      </a:lnTo>
                      <a:lnTo>
                        <a:pt x="33" y="437"/>
                      </a:lnTo>
                      <a:cubicBezTo>
                        <a:pt x="17" y="724"/>
                        <a:pt x="1" y="1112"/>
                        <a:pt x="1" y="1532"/>
                      </a:cubicBezTo>
                      <a:lnTo>
                        <a:pt x="1" y="1851"/>
                      </a:lnTo>
                      <a:cubicBezTo>
                        <a:pt x="1" y="1883"/>
                        <a:pt x="1" y="1936"/>
                        <a:pt x="17" y="1984"/>
                      </a:cubicBezTo>
                      <a:lnTo>
                        <a:pt x="17" y="2138"/>
                      </a:lnTo>
                      <a:cubicBezTo>
                        <a:pt x="33" y="2323"/>
                        <a:pt x="33" y="2473"/>
                        <a:pt x="33" y="2626"/>
                      </a:cubicBezTo>
                      <a:cubicBezTo>
                        <a:pt x="33" y="2760"/>
                        <a:pt x="49" y="2877"/>
                        <a:pt x="49" y="2946"/>
                      </a:cubicBezTo>
                      <a:cubicBezTo>
                        <a:pt x="65" y="3030"/>
                        <a:pt x="65" y="3063"/>
                        <a:pt x="65" y="3063"/>
                      </a:cubicBezTo>
                      <a:lnTo>
                        <a:pt x="65" y="2946"/>
                      </a:lnTo>
                      <a:cubicBezTo>
                        <a:pt x="49" y="2877"/>
                        <a:pt x="49" y="2760"/>
                        <a:pt x="49" y="2626"/>
                      </a:cubicBezTo>
                      <a:cubicBezTo>
                        <a:pt x="49" y="2473"/>
                        <a:pt x="65" y="2323"/>
                        <a:pt x="49" y="2138"/>
                      </a:cubicBezTo>
                      <a:cubicBezTo>
                        <a:pt x="49" y="2085"/>
                        <a:pt x="49" y="2037"/>
                        <a:pt x="33" y="1984"/>
                      </a:cubicBezTo>
                      <a:lnTo>
                        <a:pt x="33" y="1835"/>
                      </a:lnTo>
                      <a:lnTo>
                        <a:pt x="33" y="1532"/>
                      </a:lnTo>
                      <a:cubicBezTo>
                        <a:pt x="33" y="1112"/>
                        <a:pt x="33" y="724"/>
                        <a:pt x="49" y="437"/>
                      </a:cubicBezTo>
                      <a:lnTo>
                        <a:pt x="49" y="251"/>
                      </a:lnTo>
                      <a:lnTo>
                        <a:pt x="49" y="118"/>
                      </a:ln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1" name="Google Shape;5931;p71">
                  <a:extLst>
                    <a:ext uri="{FF2B5EF4-FFF2-40B4-BE49-F238E27FC236}">
                      <a16:creationId xmlns:a16="http://schemas.microsoft.com/office/drawing/2014/main" id="{82E418D3-D9F0-10B6-D400-FF83B87FBD43}"/>
                    </a:ext>
                  </a:extLst>
                </p:cNvPr>
                <p:cNvSpPr/>
                <p:nvPr/>
              </p:nvSpPr>
              <p:spPr>
                <a:xfrm>
                  <a:off x="4026366" y="1527515"/>
                  <a:ext cx="4966" cy="282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2849" extrusionOk="0">
                      <a:moveTo>
                        <a:pt x="33" y="0"/>
                      </a:moveTo>
                      <a:cubicBezTo>
                        <a:pt x="17" y="0"/>
                        <a:pt x="17" y="21"/>
                        <a:pt x="17" y="37"/>
                      </a:cubicBezTo>
                      <a:cubicBezTo>
                        <a:pt x="17" y="21"/>
                        <a:pt x="33" y="0"/>
                        <a:pt x="33" y="0"/>
                      </a:cubicBezTo>
                      <a:close/>
                      <a:moveTo>
                        <a:pt x="17" y="85"/>
                      </a:moveTo>
                      <a:cubicBezTo>
                        <a:pt x="1" y="154"/>
                        <a:pt x="1" y="255"/>
                        <a:pt x="17" y="388"/>
                      </a:cubicBezTo>
                      <a:lnTo>
                        <a:pt x="17" y="606"/>
                      </a:lnTo>
                      <a:lnTo>
                        <a:pt x="17" y="845"/>
                      </a:lnTo>
                      <a:lnTo>
                        <a:pt x="17" y="1414"/>
                      </a:lnTo>
                      <a:cubicBezTo>
                        <a:pt x="17" y="1802"/>
                        <a:pt x="33" y="2174"/>
                        <a:pt x="33" y="2424"/>
                      </a:cubicBezTo>
                      <a:cubicBezTo>
                        <a:pt x="49" y="2679"/>
                        <a:pt x="49" y="2848"/>
                        <a:pt x="49" y="2848"/>
                      </a:cubicBezTo>
                      <a:lnTo>
                        <a:pt x="49" y="2424"/>
                      </a:lnTo>
                      <a:lnTo>
                        <a:pt x="49" y="1414"/>
                      </a:lnTo>
                      <a:lnTo>
                        <a:pt x="49" y="845"/>
                      </a:lnTo>
                      <a:cubicBezTo>
                        <a:pt x="49" y="760"/>
                        <a:pt x="33" y="675"/>
                        <a:pt x="33" y="606"/>
                      </a:cubicBezTo>
                      <a:lnTo>
                        <a:pt x="33" y="388"/>
                      </a:lnTo>
                      <a:cubicBezTo>
                        <a:pt x="17" y="255"/>
                        <a:pt x="17" y="154"/>
                        <a:pt x="17" y="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2" name="Google Shape;5932;p71">
                  <a:extLst>
                    <a:ext uri="{FF2B5EF4-FFF2-40B4-BE49-F238E27FC236}">
                      <a16:creationId xmlns:a16="http://schemas.microsoft.com/office/drawing/2014/main" id="{014C5DE1-FC0B-9195-F368-2D55CEAFD294}"/>
                    </a:ext>
                  </a:extLst>
                </p:cNvPr>
                <p:cNvSpPr/>
                <p:nvPr/>
              </p:nvSpPr>
              <p:spPr>
                <a:xfrm>
                  <a:off x="4078114" y="1549565"/>
                  <a:ext cx="6953" cy="258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2607" extrusionOk="0">
                      <a:moveTo>
                        <a:pt x="33" y="1"/>
                      </a:moveTo>
                      <a:lnTo>
                        <a:pt x="17" y="17"/>
                      </a:lnTo>
                      <a:lnTo>
                        <a:pt x="17" y="102"/>
                      </a:lnTo>
                      <a:cubicBezTo>
                        <a:pt x="17" y="65"/>
                        <a:pt x="17" y="33"/>
                        <a:pt x="33" y="17"/>
                      </a:cubicBezTo>
                      <a:lnTo>
                        <a:pt x="33" y="1"/>
                      </a:lnTo>
                      <a:close/>
                      <a:moveTo>
                        <a:pt x="17" y="102"/>
                      </a:moveTo>
                      <a:cubicBezTo>
                        <a:pt x="1" y="166"/>
                        <a:pt x="17" y="251"/>
                        <a:pt x="17" y="368"/>
                      </a:cubicBezTo>
                      <a:cubicBezTo>
                        <a:pt x="17" y="437"/>
                        <a:pt x="33" y="506"/>
                        <a:pt x="33" y="570"/>
                      </a:cubicBezTo>
                      <a:lnTo>
                        <a:pt x="33" y="788"/>
                      </a:lnTo>
                      <a:lnTo>
                        <a:pt x="33" y="1293"/>
                      </a:lnTo>
                      <a:cubicBezTo>
                        <a:pt x="33" y="2020"/>
                        <a:pt x="49" y="2606"/>
                        <a:pt x="49" y="2606"/>
                      </a:cubicBezTo>
                      <a:cubicBezTo>
                        <a:pt x="49" y="2606"/>
                        <a:pt x="70" y="2020"/>
                        <a:pt x="70" y="1293"/>
                      </a:cubicBezTo>
                      <a:lnTo>
                        <a:pt x="70" y="788"/>
                      </a:lnTo>
                      <a:cubicBezTo>
                        <a:pt x="70" y="708"/>
                        <a:pt x="49" y="639"/>
                        <a:pt x="49" y="570"/>
                      </a:cubicBezTo>
                      <a:cubicBezTo>
                        <a:pt x="49" y="506"/>
                        <a:pt x="49" y="437"/>
                        <a:pt x="33" y="368"/>
                      </a:cubicBezTo>
                      <a:cubicBezTo>
                        <a:pt x="17" y="251"/>
                        <a:pt x="17" y="166"/>
                        <a:pt x="17" y="1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3" name="Google Shape;5933;p71">
                  <a:extLst>
                    <a:ext uri="{FF2B5EF4-FFF2-40B4-BE49-F238E27FC236}">
                      <a16:creationId xmlns:a16="http://schemas.microsoft.com/office/drawing/2014/main" id="{4DCCAF1E-1221-E7E4-7CD2-0A64CE0F6E15}"/>
                    </a:ext>
                  </a:extLst>
                </p:cNvPr>
                <p:cNvSpPr/>
                <p:nvPr/>
              </p:nvSpPr>
              <p:spPr>
                <a:xfrm>
                  <a:off x="3830596" y="1517483"/>
                  <a:ext cx="286155" cy="105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1" h="106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" y="1"/>
                        <a:pt x="37" y="21"/>
                        <a:pt x="118" y="53"/>
                      </a:cubicBezTo>
                      <a:cubicBezTo>
                        <a:pt x="154" y="53"/>
                        <a:pt x="202" y="69"/>
                        <a:pt x="255" y="101"/>
                      </a:cubicBezTo>
                      <a:cubicBezTo>
                        <a:pt x="303" y="122"/>
                        <a:pt x="372" y="138"/>
                        <a:pt x="441" y="170"/>
                      </a:cubicBezTo>
                      <a:cubicBezTo>
                        <a:pt x="558" y="223"/>
                        <a:pt x="707" y="287"/>
                        <a:pt x="893" y="372"/>
                      </a:cubicBezTo>
                      <a:cubicBezTo>
                        <a:pt x="925" y="388"/>
                        <a:pt x="978" y="404"/>
                        <a:pt x="1026" y="425"/>
                      </a:cubicBezTo>
                      <a:cubicBezTo>
                        <a:pt x="1079" y="441"/>
                        <a:pt x="1127" y="457"/>
                        <a:pt x="1164" y="473"/>
                      </a:cubicBezTo>
                      <a:cubicBezTo>
                        <a:pt x="1212" y="489"/>
                        <a:pt x="1265" y="489"/>
                        <a:pt x="1313" y="505"/>
                      </a:cubicBezTo>
                      <a:cubicBezTo>
                        <a:pt x="1366" y="526"/>
                        <a:pt x="1414" y="542"/>
                        <a:pt x="1483" y="558"/>
                      </a:cubicBezTo>
                      <a:cubicBezTo>
                        <a:pt x="1584" y="574"/>
                        <a:pt x="1685" y="606"/>
                        <a:pt x="1786" y="643"/>
                      </a:cubicBezTo>
                      <a:cubicBezTo>
                        <a:pt x="1887" y="675"/>
                        <a:pt x="1972" y="691"/>
                        <a:pt x="2057" y="728"/>
                      </a:cubicBezTo>
                      <a:cubicBezTo>
                        <a:pt x="2158" y="760"/>
                        <a:pt x="2238" y="792"/>
                        <a:pt x="2307" y="808"/>
                      </a:cubicBezTo>
                      <a:cubicBezTo>
                        <a:pt x="2392" y="845"/>
                        <a:pt x="2461" y="877"/>
                        <a:pt x="2525" y="909"/>
                      </a:cubicBezTo>
                      <a:cubicBezTo>
                        <a:pt x="2663" y="978"/>
                        <a:pt x="2764" y="1031"/>
                        <a:pt x="2828" y="1047"/>
                      </a:cubicBezTo>
                      <a:cubicBezTo>
                        <a:pt x="2764" y="1010"/>
                        <a:pt x="2663" y="962"/>
                        <a:pt x="2525" y="893"/>
                      </a:cubicBezTo>
                      <a:cubicBezTo>
                        <a:pt x="2477" y="861"/>
                        <a:pt x="2408" y="829"/>
                        <a:pt x="2323" y="792"/>
                      </a:cubicBezTo>
                      <a:cubicBezTo>
                        <a:pt x="2238" y="760"/>
                        <a:pt x="2158" y="728"/>
                        <a:pt x="2073" y="691"/>
                      </a:cubicBezTo>
                      <a:cubicBezTo>
                        <a:pt x="1988" y="675"/>
                        <a:pt x="1887" y="643"/>
                        <a:pt x="1786" y="606"/>
                      </a:cubicBezTo>
                      <a:cubicBezTo>
                        <a:pt x="1685" y="574"/>
                        <a:pt x="1584" y="558"/>
                        <a:pt x="1483" y="526"/>
                      </a:cubicBezTo>
                      <a:cubicBezTo>
                        <a:pt x="1430" y="505"/>
                        <a:pt x="1382" y="489"/>
                        <a:pt x="1329" y="473"/>
                      </a:cubicBezTo>
                      <a:cubicBezTo>
                        <a:pt x="1281" y="473"/>
                        <a:pt x="1228" y="457"/>
                        <a:pt x="1180" y="441"/>
                      </a:cubicBezTo>
                      <a:cubicBezTo>
                        <a:pt x="1127" y="425"/>
                        <a:pt x="1079" y="404"/>
                        <a:pt x="1047" y="388"/>
                      </a:cubicBezTo>
                      <a:cubicBezTo>
                        <a:pt x="994" y="372"/>
                        <a:pt x="946" y="356"/>
                        <a:pt x="893" y="340"/>
                      </a:cubicBezTo>
                      <a:cubicBezTo>
                        <a:pt x="723" y="271"/>
                        <a:pt x="574" y="202"/>
                        <a:pt x="441" y="154"/>
                      </a:cubicBezTo>
                      <a:cubicBezTo>
                        <a:pt x="372" y="122"/>
                        <a:pt x="303" y="101"/>
                        <a:pt x="255" y="85"/>
                      </a:cubicBezTo>
                      <a:cubicBezTo>
                        <a:pt x="202" y="69"/>
                        <a:pt x="154" y="53"/>
                        <a:pt x="118" y="37"/>
                      </a:cubicBezTo>
                      <a:cubicBezTo>
                        <a:pt x="37" y="21"/>
                        <a:pt x="1" y="1"/>
                        <a:pt x="0" y="0"/>
                      </a:cubicBezTo>
                      <a:close/>
                      <a:moveTo>
                        <a:pt x="2828" y="1047"/>
                      </a:moveTo>
                      <a:cubicBezTo>
                        <a:pt x="2865" y="1047"/>
                        <a:pt x="2881" y="1063"/>
                        <a:pt x="2881" y="1063"/>
                      </a:cubicBezTo>
                      <a:cubicBezTo>
                        <a:pt x="2881" y="1047"/>
                        <a:pt x="2865" y="1047"/>
                        <a:pt x="2828" y="10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4" name="Google Shape;5934;p71">
                  <a:extLst>
                    <a:ext uri="{FF2B5EF4-FFF2-40B4-BE49-F238E27FC236}">
                      <a16:creationId xmlns:a16="http://schemas.microsoft.com/office/drawing/2014/main" id="{C08F64AF-967B-6AD9-F8D6-E1A6E2CEB3F7}"/>
                    </a:ext>
                  </a:extLst>
                </p:cNvPr>
                <p:cNvSpPr/>
                <p:nvPr/>
              </p:nvSpPr>
              <p:spPr>
                <a:xfrm>
                  <a:off x="3842316" y="1614623"/>
                  <a:ext cx="270859" cy="70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" h="707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" y="16"/>
                        <a:pt x="186" y="16"/>
                        <a:pt x="323" y="53"/>
                      </a:cubicBezTo>
                      <a:lnTo>
                        <a:pt x="371" y="53"/>
                      </a:lnTo>
                      <a:cubicBezTo>
                        <a:pt x="387" y="53"/>
                        <a:pt x="403" y="69"/>
                        <a:pt x="424" y="69"/>
                      </a:cubicBezTo>
                      <a:cubicBezTo>
                        <a:pt x="472" y="69"/>
                        <a:pt x="504" y="85"/>
                        <a:pt x="541" y="101"/>
                      </a:cubicBezTo>
                      <a:cubicBezTo>
                        <a:pt x="573" y="117"/>
                        <a:pt x="626" y="117"/>
                        <a:pt x="658" y="133"/>
                      </a:cubicBezTo>
                      <a:cubicBezTo>
                        <a:pt x="706" y="154"/>
                        <a:pt x="743" y="170"/>
                        <a:pt x="791" y="186"/>
                      </a:cubicBezTo>
                      <a:cubicBezTo>
                        <a:pt x="876" y="218"/>
                        <a:pt x="961" y="255"/>
                        <a:pt x="1062" y="287"/>
                      </a:cubicBezTo>
                      <a:cubicBezTo>
                        <a:pt x="1163" y="319"/>
                        <a:pt x="1264" y="335"/>
                        <a:pt x="1365" y="356"/>
                      </a:cubicBezTo>
                      <a:cubicBezTo>
                        <a:pt x="1413" y="356"/>
                        <a:pt x="1466" y="356"/>
                        <a:pt x="1514" y="372"/>
                      </a:cubicBezTo>
                      <a:cubicBezTo>
                        <a:pt x="1551" y="372"/>
                        <a:pt x="1567" y="388"/>
                        <a:pt x="1599" y="388"/>
                      </a:cubicBezTo>
                      <a:cubicBezTo>
                        <a:pt x="1615" y="388"/>
                        <a:pt x="1652" y="404"/>
                        <a:pt x="1668" y="404"/>
                      </a:cubicBezTo>
                      <a:cubicBezTo>
                        <a:pt x="1769" y="436"/>
                        <a:pt x="1854" y="457"/>
                        <a:pt x="1939" y="489"/>
                      </a:cubicBezTo>
                      <a:cubicBezTo>
                        <a:pt x="1987" y="505"/>
                        <a:pt x="2040" y="505"/>
                        <a:pt x="2072" y="521"/>
                      </a:cubicBezTo>
                      <a:cubicBezTo>
                        <a:pt x="2120" y="537"/>
                        <a:pt x="2157" y="558"/>
                        <a:pt x="2189" y="574"/>
                      </a:cubicBezTo>
                      <a:cubicBezTo>
                        <a:pt x="2242" y="574"/>
                        <a:pt x="2274" y="590"/>
                        <a:pt x="2306" y="606"/>
                      </a:cubicBezTo>
                      <a:cubicBezTo>
                        <a:pt x="2322" y="606"/>
                        <a:pt x="2343" y="622"/>
                        <a:pt x="2359" y="622"/>
                      </a:cubicBezTo>
                      <a:cubicBezTo>
                        <a:pt x="2375" y="622"/>
                        <a:pt x="2391" y="622"/>
                        <a:pt x="2407" y="638"/>
                      </a:cubicBezTo>
                      <a:cubicBezTo>
                        <a:pt x="2444" y="638"/>
                        <a:pt x="2476" y="659"/>
                        <a:pt x="2508" y="659"/>
                      </a:cubicBezTo>
                      <a:cubicBezTo>
                        <a:pt x="2476" y="638"/>
                        <a:pt x="2444" y="622"/>
                        <a:pt x="2407" y="622"/>
                      </a:cubicBezTo>
                      <a:cubicBezTo>
                        <a:pt x="2391" y="622"/>
                        <a:pt x="2375" y="606"/>
                        <a:pt x="2359" y="606"/>
                      </a:cubicBezTo>
                      <a:cubicBezTo>
                        <a:pt x="2343" y="606"/>
                        <a:pt x="2322" y="590"/>
                        <a:pt x="2306" y="590"/>
                      </a:cubicBezTo>
                      <a:cubicBezTo>
                        <a:pt x="2274" y="574"/>
                        <a:pt x="2242" y="558"/>
                        <a:pt x="2205" y="537"/>
                      </a:cubicBezTo>
                      <a:cubicBezTo>
                        <a:pt x="2157" y="537"/>
                        <a:pt x="2120" y="521"/>
                        <a:pt x="2088" y="505"/>
                      </a:cubicBezTo>
                      <a:cubicBezTo>
                        <a:pt x="2040" y="489"/>
                        <a:pt x="2003" y="473"/>
                        <a:pt x="1955" y="457"/>
                      </a:cubicBezTo>
                      <a:cubicBezTo>
                        <a:pt x="1870" y="436"/>
                        <a:pt x="1769" y="404"/>
                        <a:pt x="1668" y="388"/>
                      </a:cubicBezTo>
                      <a:cubicBezTo>
                        <a:pt x="1652" y="372"/>
                        <a:pt x="1636" y="372"/>
                        <a:pt x="1599" y="356"/>
                      </a:cubicBezTo>
                      <a:cubicBezTo>
                        <a:pt x="1583" y="356"/>
                        <a:pt x="1551" y="356"/>
                        <a:pt x="1535" y="335"/>
                      </a:cubicBezTo>
                      <a:cubicBezTo>
                        <a:pt x="1482" y="335"/>
                        <a:pt x="1413" y="319"/>
                        <a:pt x="1365" y="319"/>
                      </a:cubicBezTo>
                      <a:cubicBezTo>
                        <a:pt x="1264" y="303"/>
                        <a:pt x="1163" y="287"/>
                        <a:pt x="1062" y="255"/>
                      </a:cubicBezTo>
                      <a:cubicBezTo>
                        <a:pt x="977" y="218"/>
                        <a:pt x="876" y="186"/>
                        <a:pt x="791" y="154"/>
                      </a:cubicBezTo>
                      <a:cubicBezTo>
                        <a:pt x="759" y="154"/>
                        <a:pt x="706" y="133"/>
                        <a:pt x="674" y="117"/>
                      </a:cubicBezTo>
                      <a:cubicBezTo>
                        <a:pt x="626" y="101"/>
                        <a:pt x="589" y="85"/>
                        <a:pt x="541" y="85"/>
                      </a:cubicBezTo>
                      <a:cubicBezTo>
                        <a:pt x="504" y="69"/>
                        <a:pt x="472" y="53"/>
                        <a:pt x="440" y="53"/>
                      </a:cubicBezTo>
                      <a:cubicBezTo>
                        <a:pt x="424" y="53"/>
                        <a:pt x="387" y="32"/>
                        <a:pt x="371" y="32"/>
                      </a:cubicBezTo>
                      <a:lnTo>
                        <a:pt x="323" y="32"/>
                      </a:lnTo>
                      <a:cubicBezTo>
                        <a:pt x="186" y="16"/>
                        <a:pt x="69" y="16"/>
                        <a:pt x="0" y="0"/>
                      </a:cubicBezTo>
                      <a:close/>
                      <a:moveTo>
                        <a:pt x="2508" y="659"/>
                      </a:moveTo>
                      <a:cubicBezTo>
                        <a:pt x="2545" y="675"/>
                        <a:pt x="2561" y="675"/>
                        <a:pt x="2593" y="675"/>
                      </a:cubicBezTo>
                      <a:cubicBezTo>
                        <a:pt x="2577" y="659"/>
                        <a:pt x="2545" y="659"/>
                        <a:pt x="2508" y="659"/>
                      </a:cubicBezTo>
                      <a:close/>
                      <a:moveTo>
                        <a:pt x="2593" y="675"/>
                      </a:moveTo>
                      <a:cubicBezTo>
                        <a:pt x="2646" y="691"/>
                        <a:pt x="2694" y="707"/>
                        <a:pt x="2726" y="707"/>
                      </a:cubicBezTo>
                      <a:cubicBezTo>
                        <a:pt x="2694" y="691"/>
                        <a:pt x="2646" y="691"/>
                        <a:pt x="2593" y="67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5" name="Google Shape;5935;p71">
                  <a:extLst>
                    <a:ext uri="{FF2B5EF4-FFF2-40B4-BE49-F238E27FC236}">
                      <a16:creationId xmlns:a16="http://schemas.microsoft.com/office/drawing/2014/main" id="{372A2F7E-FB1E-6D42-D1BD-2E5DF83D67DF}"/>
                    </a:ext>
                  </a:extLst>
                </p:cNvPr>
                <p:cNvSpPr/>
                <p:nvPr/>
              </p:nvSpPr>
              <p:spPr>
                <a:xfrm>
                  <a:off x="3835761" y="1700043"/>
                  <a:ext cx="289433" cy="55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4" h="554" extrusionOk="0">
                      <a:moveTo>
                        <a:pt x="1" y="1"/>
                      </a:moveTo>
                      <a:lnTo>
                        <a:pt x="1" y="17"/>
                      </a:lnTo>
                      <a:lnTo>
                        <a:pt x="17" y="17"/>
                      </a:lnTo>
                      <a:cubicBezTo>
                        <a:pt x="17" y="17"/>
                        <a:pt x="1" y="17"/>
                        <a:pt x="1" y="1"/>
                      </a:cubicBezTo>
                      <a:close/>
                      <a:moveTo>
                        <a:pt x="17" y="17"/>
                      </a:moveTo>
                      <a:lnTo>
                        <a:pt x="17" y="17"/>
                      </a:lnTo>
                      <a:cubicBezTo>
                        <a:pt x="34" y="33"/>
                        <a:pt x="66" y="33"/>
                        <a:pt x="102" y="49"/>
                      </a:cubicBezTo>
                      <a:cubicBezTo>
                        <a:pt x="134" y="49"/>
                        <a:pt x="187" y="49"/>
                        <a:pt x="235" y="65"/>
                      </a:cubicBezTo>
                      <a:cubicBezTo>
                        <a:pt x="304" y="65"/>
                        <a:pt x="352" y="65"/>
                        <a:pt x="421" y="81"/>
                      </a:cubicBezTo>
                      <a:cubicBezTo>
                        <a:pt x="490" y="81"/>
                        <a:pt x="554" y="118"/>
                        <a:pt x="639" y="134"/>
                      </a:cubicBezTo>
                      <a:cubicBezTo>
                        <a:pt x="708" y="150"/>
                        <a:pt x="793" y="166"/>
                        <a:pt x="873" y="182"/>
                      </a:cubicBezTo>
                      <a:cubicBezTo>
                        <a:pt x="926" y="202"/>
                        <a:pt x="974" y="202"/>
                        <a:pt x="1011" y="219"/>
                      </a:cubicBezTo>
                      <a:cubicBezTo>
                        <a:pt x="1059" y="219"/>
                        <a:pt x="1112" y="219"/>
                        <a:pt x="1160" y="235"/>
                      </a:cubicBezTo>
                      <a:cubicBezTo>
                        <a:pt x="1245" y="235"/>
                        <a:pt x="1346" y="251"/>
                        <a:pt x="1447" y="267"/>
                      </a:cubicBezTo>
                      <a:cubicBezTo>
                        <a:pt x="1851" y="320"/>
                        <a:pt x="2223" y="404"/>
                        <a:pt x="2473" y="453"/>
                      </a:cubicBezTo>
                      <a:cubicBezTo>
                        <a:pt x="2744" y="522"/>
                        <a:pt x="2913" y="554"/>
                        <a:pt x="2913" y="554"/>
                      </a:cubicBezTo>
                      <a:cubicBezTo>
                        <a:pt x="2913" y="554"/>
                        <a:pt x="2744" y="505"/>
                        <a:pt x="2489" y="437"/>
                      </a:cubicBezTo>
                      <a:cubicBezTo>
                        <a:pt x="2223" y="384"/>
                        <a:pt x="1867" y="283"/>
                        <a:pt x="1463" y="235"/>
                      </a:cubicBezTo>
                      <a:cubicBezTo>
                        <a:pt x="1346" y="219"/>
                        <a:pt x="1261" y="202"/>
                        <a:pt x="1160" y="202"/>
                      </a:cubicBezTo>
                      <a:cubicBezTo>
                        <a:pt x="1112" y="182"/>
                        <a:pt x="1059" y="182"/>
                        <a:pt x="1011" y="182"/>
                      </a:cubicBezTo>
                      <a:cubicBezTo>
                        <a:pt x="974" y="166"/>
                        <a:pt x="926" y="166"/>
                        <a:pt x="894" y="166"/>
                      </a:cubicBezTo>
                      <a:cubicBezTo>
                        <a:pt x="793" y="150"/>
                        <a:pt x="708" y="134"/>
                        <a:pt x="639" y="118"/>
                      </a:cubicBezTo>
                      <a:cubicBezTo>
                        <a:pt x="554" y="101"/>
                        <a:pt x="490" y="65"/>
                        <a:pt x="421" y="65"/>
                      </a:cubicBezTo>
                      <a:cubicBezTo>
                        <a:pt x="352" y="49"/>
                        <a:pt x="304" y="49"/>
                        <a:pt x="235" y="49"/>
                      </a:cubicBezTo>
                      <a:cubicBezTo>
                        <a:pt x="187" y="49"/>
                        <a:pt x="150" y="49"/>
                        <a:pt x="102" y="33"/>
                      </a:cubicBezTo>
                      <a:cubicBezTo>
                        <a:pt x="66" y="33"/>
                        <a:pt x="34" y="33"/>
                        <a:pt x="17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6" name="Google Shape;5936;p71">
                  <a:extLst>
                    <a:ext uri="{FF2B5EF4-FFF2-40B4-BE49-F238E27FC236}">
                      <a16:creationId xmlns:a16="http://schemas.microsoft.com/office/drawing/2014/main" id="{AB14978C-7482-F502-7307-247EA11C65A0}"/>
                    </a:ext>
                  </a:extLst>
                </p:cNvPr>
                <p:cNvSpPr/>
                <p:nvPr/>
              </p:nvSpPr>
              <p:spPr>
                <a:xfrm>
                  <a:off x="3944522" y="1313669"/>
                  <a:ext cx="4966" cy="15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532" extrusionOk="0">
                      <a:moveTo>
                        <a:pt x="1" y="0"/>
                      </a:moveTo>
                      <a:lnTo>
                        <a:pt x="1" y="69"/>
                      </a:lnTo>
                      <a:cubicBezTo>
                        <a:pt x="1" y="85"/>
                        <a:pt x="17" y="101"/>
                        <a:pt x="17" y="134"/>
                      </a:cubicBezTo>
                      <a:lnTo>
                        <a:pt x="17" y="69"/>
                      </a:lnTo>
                      <a:cubicBezTo>
                        <a:pt x="1" y="16"/>
                        <a:pt x="1" y="0"/>
                        <a:pt x="1" y="0"/>
                      </a:cubicBezTo>
                      <a:close/>
                      <a:moveTo>
                        <a:pt x="17" y="134"/>
                      </a:moveTo>
                      <a:lnTo>
                        <a:pt x="17" y="235"/>
                      </a:lnTo>
                      <a:lnTo>
                        <a:pt x="17" y="792"/>
                      </a:lnTo>
                      <a:cubicBezTo>
                        <a:pt x="1" y="1026"/>
                        <a:pt x="1" y="1212"/>
                        <a:pt x="17" y="1366"/>
                      </a:cubicBezTo>
                      <a:lnTo>
                        <a:pt x="17" y="1467"/>
                      </a:lnTo>
                      <a:cubicBezTo>
                        <a:pt x="17" y="1499"/>
                        <a:pt x="33" y="1515"/>
                        <a:pt x="33" y="1531"/>
                      </a:cubicBezTo>
                      <a:lnTo>
                        <a:pt x="33" y="1467"/>
                      </a:lnTo>
                      <a:lnTo>
                        <a:pt x="33" y="1366"/>
                      </a:lnTo>
                      <a:cubicBezTo>
                        <a:pt x="33" y="1212"/>
                        <a:pt x="33" y="1026"/>
                        <a:pt x="49" y="792"/>
                      </a:cubicBezTo>
                      <a:cubicBezTo>
                        <a:pt x="49" y="574"/>
                        <a:pt x="49" y="372"/>
                        <a:pt x="33" y="235"/>
                      </a:cubicBezTo>
                      <a:cubicBezTo>
                        <a:pt x="33" y="202"/>
                        <a:pt x="17" y="170"/>
                        <a:pt x="17" y="1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7" name="Google Shape;5937;p71">
                  <a:extLst>
                    <a:ext uri="{FF2B5EF4-FFF2-40B4-BE49-F238E27FC236}">
                      <a16:creationId xmlns:a16="http://schemas.microsoft.com/office/drawing/2014/main" id="{17421DED-7350-5603-2433-5BD40621E526}"/>
                    </a:ext>
                  </a:extLst>
                </p:cNvPr>
                <p:cNvSpPr/>
                <p:nvPr/>
              </p:nvSpPr>
              <p:spPr>
                <a:xfrm>
                  <a:off x="4081392" y="1281984"/>
                  <a:ext cx="6853" cy="247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2493" extrusionOk="0">
                      <a:moveTo>
                        <a:pt x="53" y="0"/>
                      </a:moveTo>
                      <a:cubicBezTo>
                        <a:pt x="53" y="16"/>
                        <a:pt x="37" y="49"/>
                        <a:pt x="37" y="85"/>
                      </a:cubicBezTo>
                      <a:cubicBezTo>
                        <a:pt x="53" y="49"/>
                        <a:pt x="53" y="16"/>
                        <a:pt x="53" y="16"/>
                      </a:cubicBezTo>
                      <a:lnTo>
                        <a:pt x="69" y="0"/>
                      </a:lnTo>
                      <a:close/>
                      <a:moveTo>
                        <a:pt x="37" y="85"/>
                      </a:moveTo>
                      <a:lnTo>
                        <a:pt x="37" y="202"/>
                      </a:lnTo>
                      <a:lnTo>
                        <a:pt x="37" y="271"/>
                      </a:lnTo>
                      <a:lnTo>
                        <a:pt x="37" y="352"/>
                      </a:lnTo>
                      <a:cubicBezTo>
                        <a:pt x="16" y="473"/>
                        <a:pt x="16" y="606"/>
                        <a:pt x="0" y="756"/>
                      </a:cubicBezTo>
                      <a:lnTo>
                        <a:pt x="0" y="1261"/>
                      </a:lnTo>
                      <a:cubicBezTo>
                        <a:pt x="0" y="1616"/>
                        <a:pt x="16" y="1935"/>
                        <a:pt x="16" y="2169"/>
                      </a:cubicBezTo>
                      <a:lnTo>
                        <a:pt x="16" y="2323"/>
                      </a:lnTo>
                      <a:lnTo>
                        <a:pt x="16" y="2440"/>
                      </a:lnTo>
                      <a:cubicBezTo>
                        <a:pt x="16" y="2456"/>
                        <a:pt x="37" y="2472"/>
                        <a:pt x="37" y="2493"/>
                      </a:cubicBezTo>
                      <a:lnTo>
                        <a:pt x="37" y="2440"/>
                      </a:lnTo>
                      <a:cubicBezTo>
                        <a:pt x="16" y="2408"/>
                        <a:pt x="16" y="2371"/>
                        <a:pt x="37" y="2323"/>
                      </a:cubicBezTo>
                      <a:lnTo>
                        <a:pt x="37" y="2169"/>
                      </a:lnTo>
                      <a:lnTo>
                        <a:pt x="37" y="1261"/>
                      </a:lnTo>
                      <a:lnTo>
                        <a:pt x="37" y="756"/>
                      </a:lnTo>
                      <a:cubicBezTo>
                        <a:pt x="37" y="606"/>
                        <a:pt x="37" y="473"/>
                        <a:pt x="53" y="352"/>
                      </a:cubicBezTo>
                      <a:lnTo>
                        <a:pt x="53" y="271"/>
                      </a:lnTo>
                      <a:lnTo>
                        <a:pt x="53" y="202"/>
                      </a:lnTo>
                      <a:cubicBezTo>
                        <a:pt x="53" y="150"/>
                        <a:pt x="37" y="117"/>
                        <a:pt x="37" y="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8" name="Google Shape;5938;p71">
                  <a:extLst>
                    <a:ext uri="{FF2B5EF4-FFF2-40B4-BE49-F238E27FC236}">
                      <a16:creationId xmlns:a16="http://schemas.microsoft.com/office/drawing/2014/main" id="{09D0EE2F-675F-B68F-6ABC-1ADBE1608CC5}"/>
                    </a:ext>
                  </a:extLst>
                </p:cNvPr>
                <p:cNvSpPr/>
                <p:nvPr/>
              </p:nvSpPr>
              <p:spPr>
                <a:xfrm>
                  <a:off x="3947700" y="1278706"/>
                  <a:ext cx="138956" cy="3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337" extrusionOk="0">
                      <a:moveTo>
                        <a:pt x="1346" y="1"/>
                      </a:moveTo>
                      <a:cubicBezTo>
                        <a:pt x="1314" y="17"/>
                        <a:pt x="1245" y="17"/>
                        <a:pt x="1181" y="33"/>
                      </a:cubicBezTo>
                      <a:cubicBezTo>
                        <a:pt x="1059" y="49"/>
                        <a:pt x="878" y="82"/>
                        <a:pt x="676" y="118"/>
                      </a:cubicBezTo>
                      <a:cubicBezTo>
                        <a:pt x="490" y="166"/>
                        <a:pt x="304" y="203"/>
                        <a:pt x="171" y="251"/>
                      </a:cubicBezTo>
                      <a:cubicBezTo>
                        <a:pt x="118" y="267"/>
                        <a:pt x="70" y="304"/>
                        <a:pt x="33" y="320"/>
                      </a:cubicBezTo>
                      <a:cubicBezTo>
                        <a:pt x="70" y="304"/>
                        <a:pt x="118" y="284"/>
                        <a:pt x="187" y="267"/>
                      </a:cubicBezTo>
                      <a:cubicBezTo>
                        <a:pt x="304" y="219"/>
                        <a:pt x="490" y="183"/>
                        <a:pt x="692" y="150"/>
                      </a:cubicBezTo>
                      <a:cubicBezTo>
                        <a:pt x="878" y="118"/>
                        <a:pt x="1059" y="65"/>
                        <a:pt x="1197" y="49"/>
                      </a:cubicBezTo>
                      <a:cubicBezTo>
                        <a:pt x="1245" y="33"/>
                        <a:pt x="1314" y="17"/>
                        <a:pt x="1346" y="17"/>
                      </a:cubicBezTo>
                      <a:cubicBezTo>
                        <a:pt x="1383" y="1"/>
                        <a:pt x="1399" y="1"/>
                        <a:pt x="1399" y="1"/>
                      </a:cubicBezTo>
                      <a:close/>
                      <a:moveTo>
                        <a:pt x="33" y="320"/>
                      </a:moveTo>
                      <a:cubicBezTo>
                        <a:pt x="17" y="336"/>
                        <a:pt x="1" y="336"/>
                        <a:pt x="1" y="336"/>
                      </a:cubicBezTo>
                      <a:cubicBezTo>
                        <a:pt x="17" y="336"/>
                        <a:pt x="17" y="336"/>
                        <a:pt x="33" y="3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39" name="Google Shape;5939;p71">
                  <a:extLst>
                    <a:ext uri="{FF2B5EF4-FFF2-40B4-BE49-F238E27FC236}">
                      <a16:creationId xmlns:a16="http://schemas.microsoft.com/office/drawing/2014/main" id="{13C7A650-42CE-FD3F-4725-3C6E737B4865}"/>
                    </a:ext>
                  </a:extLst>
                </p:cNvPr>
                <p:cNvSpPr/>
                <p:nvPr/>
              </p:nvSpPr>
              <p:spPr>
                <a:xfrm>
                  <a:off x="4089834" y="1283573"/>
                  <a:ext cx="87108" cy="554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" h="558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32" y="0"/>
                        <a:pt x="69" y="16"/>
                        <a:pt x="101" y="53"/>
                      </a:cubicBezTo>
                      <a:cubicBezTo>
                        <a:pt x="154" y="69"/>
                        <a:pt x="186" y="101"/>
                        <a:pt x="234" y="154"/>
                      </a:cubicBezTo>
                      <a:cubicBezTo>
                        <a:pt x="303" y="186"/>
                        <a:pt x="355" y="235"/>
                        <a:pt x="404" y="271"/>
                      </a:cubicBezTo>
                      <a:cubicBezTo>
                        <a:pt x="473" y="319"/>
                        <a:pt x="537" y="356"/>
                        <a:pt x="590" y="388"/>
                      </a:cubicBezTo>
                      <a:cubicBezTo>
                        <a:pt x="638" y="420"/>
                        <a:pt x="691" y="457"/>
                        <a:pt x="739" y="473"/>
                      </a:cubicBezTo>
                      <a:cubicBezTo>
                        <a:pt x="707" y="437"/>
                        <a:pt x="658" y="404"/>
                        <a:pt x="606" y="372"/>
                      </a:cubicBezTo>
                      <a:cubicBezTo>
                        <a:pt x="557" y="319"/>
                        <a:pt x="489" y="287"/>
                        <a:pt x="436" y="255"/>
                      </a:cubicBezTo>
                      <a:cubicBezTo>
                        <a:pt x="372" y="202"/>
                        <a:pt x="319" y="170"/>
                        <a:pt x="255" y="134"/>
                      </a:cubicBezTo>
                      <a:cubicBezTo>
                        <a:pt x="202" y="85"/>
                        <a:pt x="154" y="53"/>
                        <a:pt x="117" y="33"/>
                      </a:cubicBezTo>
                      <a:cubicBezTo>
                        <a:pt x="69" y="16"/>
                        <a:pt x="32" y="0"/>
                        <a:pt x="0" y="0"/>
                      </a:cubicBezTo>
                      <a:close/>
                      <a:moveTo>
                        <a:pt x="739" y="473"/>
                      </a:moveTo>
                      <a:cubicBezTo>
                        <a:pt x="776" y="505"/>
                        <a:pt x="808" y="521"/>
                        <a:pt x="840" y="538"/>
                      </a:cubicBezTo>
                      <a:cubicBezTo>
                        <a:pt x="860" y="558"/>
                        <a:pt x="877" y="558"/>
                        <a:pt x="877" y="558"/>
                      </a:cubicBezTo>
                      <a:cubicBezTo>
                        <a:pt x="877" y="558"/>
                        <a:pt x="824" y="521"/>
                        <a:pt x="739" y="4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0" name="Google Shape;5940;p71">
                  <a:extLst>
                    <a:ext uri="{FF2B5EF4-FFF2-40B4-BE49-F238E27FC236}">
                      <a16:creationId xmlns:a16="http://schemas.microsoft.com/office/drawing/2014/main" id="{B6F62EAB-2E98-90D7-41F2-F48B24F14B5F}"/>
                    </a:ext>
                  </a:extLst>
                </p:cNvPr>
                <p:cNvSpPr/>
                <p:nvPr/>
              </p:nvSpPr>
              <p:spPr>
                <a:xfrm>
                  <a:off x="4171678" y="1335321"/>
                  <a:ext cx="5264" cy="523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5269" extrusionOk="0">
                      <a:moveTo>
                        <a:pt x="53" y="0"/>
                      </a:moveTo>
                      <a:cubicBezTo>
                        <a:pt x="53" y="0"/>
                        <a:pt x="53" y="303"/>
                        <a:pt x="36" y="792"/>
                      </a:cubicBezTo>
                      <a:lnTo>
                        <a:pt x="36" y="1632"/>
                      </a:lnTo>
                      <a:lnTo>
                        <a:pt x="36" y="2121"/>
                      </a:lnTo>
                      <a:cubicBezTo>
                        <a:pt x="16" y="2307"/>
                        <a:pt x="16" y="2477"/>
                        <a:pt x="16" y="2663"/>
                      </a:cubicBezTo>
                      <a:cubicBezTo>
                        <a:pt x="16" y="3030"/>
                        <a:pt x="0" y="3386"/>
                        <a:pt x="0" y="3705"/>
                      </a:cubicBezTo>
                      <a:lnTo>
                        <a:pt x="0" y="3939"/>
                      </a:lnTo>
                      <a:lnTo>
                        <a:pt x="0" y="4157"/>
                      </a:lnTo>
                      <a:lnTo>
                        <a:pt x="0" y="4545"/>
                      </a:lnTo>
                      <a:cubicBezTo>
                        <a:pt x="16" y="4662"/>
                        <a:pt x="16" y="4783"/>
                        <a:pt x="16" y="4884"/>
                      </a:cubicBezTo>
                      <a:cubicBezTo>
                        <a:pt x="16" y="4783"/>
                        <a:pt x="36" y="4662"/>
                        <a:pt x="16" y="4545"/>
                      </a:cubicBezTo>
                      <a:lnTo>
                        <a:pt x="16" y="4157"/>
                      </a:lnTo>
                      <a:lnTo>
                        <a:pt x="16" y="3939"/>
                      </a:lnTo>
                      <a:cubicBezTo>
                        <a:pt x="16" y="3854"/>
                        <a:pt x="16" y="3790"/>
                        <a:pt x="36" y="3705"/>
                      </a:cubicBezTo>
                      <a:cubicBezTo>
                        <a:pt x="36" y="3386"/>
                        <a:pt x="36" y="3030"/>
                        <a:pt x="53" y="2663"/>
                      </a:cubicBezTo>
                      <a:lnTo>
                        <a:pt x="53" y="2137"/>
                      </a:lnTo>
                      <a:lnTo>
                        <a:pt x="53" y="1632"/>
                      </a:lnTo>
                      <a:lnTo>
                        <a:pt x="53" y="792"/>
                      </a:lnTo>
                      <a:lnTo>
                        <a:pt x="53" y="0"/>
                      </a:lnTo>
                      <a:close/>
                      <a:moveTo>
                        <a:pt x="16" y="4884"/>
                      </a:moveTo>
                      <a:lnTo>
                        <a:pt x="16" y="5119"/>
                      </a:lnTo>
                      <a:cubicBezTo>
                        <a:pt x="36" y="5187"/>
                        <a:pt x="36" y="5236"/>
                        <a:pt x="36" y="5268"/>
                      </a:cubicBezTo>
                      <a:lnTo>
                        <a:pt x="36" y="5119"/>
                      </a:lnTo>
                      <a:cubicBezTo>
                        <a:pt x="36" y="5050"/>
                        <a:pt x="16" y="4965"/>
                        <a:pt x="16" y="48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1" name="Google Shape;5941;p71">
                  <a:extLst>
                    <a:ext uri="{FF2B5EF4-FFF2-40B4-BE49-F238E27FC236}">
                      <a16:creationId xmlns:a16="http://schemas.microsoft.com/office/drawing/2014/main" id="{E6D624FC-28BC-CD1F-B818-0D40E3350C73}"/>
                    </a:ext>
                  </a:extLst>
                </p:cNvPr>
                <p:cNvSpPr/>
                <p:nvPr/>
              </p:nvSpPr>
              <p:spPr>
                <a:xfrm>
                  <a:off x="4169990" y="1858565"/>
                  <a:ext cx="3377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809" extrusionOk="0">
                      <a:moveTo>
                        <a:pt x="33" y="0"/>
                      </a:moveTo>
                      <a:cubicBezTo>
                        <a:pt x="17" y="20"/>
                        <a:pt x="17" y="37"/>
                        <a:pt x="17" y="53"/>
                      </a:cubicBezTo>
                      <a:cubicBezTo>
                        <a:pt x="17" y="69"/>
                        <a:pt x="17" y="85"/>
                        <a:pt x="1" y="101"/>
                      </a:cubicBezTo>
                      <a:lnTo>
                        <a:pt x="1" y="424"/>
                      </a:lnTo>
                      <a:lnTo>
                        <a:pt x="1" y="743"/>
                      </a:lnTo>
                      <a:cubicBezTo>
                        <a:pt x="1" y="776"/>
                        <a:pt x="17" y="792"/>
                        <a:pt x="17" y="808"/>
                      </a:cubicBezTo>
                      <a:lnTo>
                        <a:pt x="17" y="743"/>
                      </a:lnTo>
                      <a:cubicBezTo>
                        <a:pt x="17" y="675"/>
                        <a:pt x="33" y="558"/>
                        <a:pt x="33" y="424"/>
                      </a:cubicBezTo>
                      <a:cubicBezTo>
                        <a:pt x="33" y="303"/>
                        <a:pt x="17" y="186"/>
                        <a:pt x="17" y="101"/>
                      </a:cubicBezTo>
                      <a:cubicBezTo>
                        <a:pt x="17" y="85"/>
                        <a:pt x="33" y="69"/>
                        <a:pt x="33" y="5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2" name="Google Shape;5942;p71">
                  <a:extLst>
                    <a:ext uri="{FF2B5EF4-FFF2-40B4-BE49-F238E27FC236}">
                      <a16:creationId xmlns:a16="http://schemas.microsoft.com/office/drawing/2014/main" id="{83416B90-729C-EF9F-6573-08A84EFA4EED}"/>
                    </a:ext>
                  </a:extLst>
                </p:cNvPr>
                <p:cNvSpPr/>
                <p:nvPr/>
              </p:nvSpPr>
              <p:spPr>
                <a:xfrm>
                  <a:off x="2065094" y="1708088"/>
                  <a:ext cx="37048" cy="12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122" extrusionOk="0">
                      <a:moveTo>
                        <a:pt x="372" y="0"/>
                      </a:moveTo>
                      <a:lnTo>
                        <a:pt x="271" y="37"/>
                      </a:lnTo>
                      <a:cubicBezTo>
                        <a:pt x="239" y="37"/>
                        <a:pt x="219" y="53"/>
                        <a:pt x="187" y="53"/>
                      </a:cubicBezTo>
                      <a:cubicBezTo>
                        <a:pt x="171" y="69"/>
                        <a:pt x="154" y="69"/>
                        <a:pt x="138" y="69"/>
                      </a:cubicBezTo>
                      <a:cubicBezTo>
                        <a:pt x="118" y="69"/>
                        <a:pt x="118" y="69"/>
                        <a:pt x="102" y="85"/>
                      </a:cubicBezTo>
                      <a:lnTo>
                        <a:pt x="37" y="85"/>
                      </a:lnTo>
                      <a:cubicBezTo>
                        <a:pt x="37" y="101"/>
                        <a:pt x="17" y="101"/>
                        <a:pt x="17" y="101"/>
                      </a:cubicBezTo>
                      <a:lnTo>
                        <a:pt x="1" y="121"/>
                      </a:lnTo>
                      <a:lnTo>
                        <a:pt x="53" y="121"/>
                      </a:lnTo>
                      <a:cubicBezTo>
                        <a:pt x="70" y="121"/>
                        <a:pt x="86" y="121"/>
                        <a:pt x="102" y="101"/>
                      </a:cubicBezTo>
                      <a:lnTo>
                        <a:pt x="154" y="101"/>
                      </a:lnTo>
                      <a:cubicBezTo>
                        <a:pt x="171" y="101"/>
                        <a:pt x="171" y="85"/>
                        <a:pt x="187" y="85"/>
                      </a:cubicBezTo>
                      <a:cubicBezTo>
                        <a:pt x="219" y="69"/>
                        <a:pt x="255" y="53"/>
                        <a:pt x="271" y="53"/>
                      </a:cubicBezTo>
                      <a:cubicBezTo>
                        <a:pt x="320" y="21"/>
                        <a:pt x="372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3" name="Google Shape;5943;p71">
                  <a:extLst>
                    <a:ext uri="{FF2B5EF4-FFF2-40B4-BE49-F238E27FC236}">
                      <a16:creationId xmlns:a16="http://schemas.microsoft.com/office/drawing/2014/main" id="{7341085F-CA2E-543F-F290-1CDD0D936B6E}"/>
                    </a:ext>
                  </a:extLst>
                </p:cNvPr>
                <p:cNvSpPr/>
                <p:nvPr/>
              </p:nvSpPr>
              <p:spPr>
                <a:xfrm>
                  <a:off x="2066683" y="1736594"/>
                  <a:ext cx="35459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102" extrusionOk="0">
                      <a:moveTo>
                        <a:pt x="324" y="0"/>
                      </a:moveTo>
                      <a:cubicBezTo>
                        <a:pt x="304" y="16"/>
                        <a:pt x="288" y="16"/>
                        <a:pt x="255" y="16"/>
                      </a:cubicBezTo>
                      <a:cubicBezTo>
                        <a:pt x="203" y="16"/>
                        <a:pt x="138" y="36"/>
                        <a:pt x="86" y="53"/>
                      </a:cubicBezTo>
                      <a:cubicBezTo>
                        <a:pt x="54" y="53"/>
                        <a:pt x="37" y="69"/>
                        <a:pt x="37" y="69"/>
                      </a:cubicBezTo>
                      <a:cubicBezTo>
                        <a:pt x="21" y="85"/>
                        <a:pt x="1" y="85"/>
                        <a:pt x="1" y="85"/>
                      </a:cubicBezTo>
                      <a:lnTo>
                        <a:pt x="1" y="101"/>
                      </a:lnTo>
                      <a:lnTo>
                        <a:pt x="37" y="101"/>
                      </a:lnTo>
                      <a:cubicBezTo>
                        <a:pt x="54" y="101"/>
                        <a:pt x="70" y="101"/>
                        <a:pt x="86" y="85"/>
                      </a:cubicBezTo>
                      <a:cubicBezTo>
                        <a:pt x="138" y="69"/>
                        <a:pt x="203" y="53"/>
                        <a:pt x="255" y="36"/>
                      </a:cubicBezTo>
                      <a:cubicBezTo>
                        <a:pt x="304" y="16"/>
                        <a:pt x="356" y="0"/>
                        <a:pt x="3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4" name="Google Shape;5944;p71">
                  <a:extLst>
                    <a:ext uri="{FF2B5EF4-FFF2-40B4-BE49-F238E27FC236}">
                      <a16:creationId xmlns:a16="http://schemas.microsoft.com/office/drawing/2014/main" id="{7888410A-6289-A148-2E3C-530A9D8A1890}"/>
                    </a:ext>
                  </a:extLst>
                </p:cNvPr>
                <p:cNvSpPr/>
                <p:nvPr/>
              </p:nvSpPr>
              <p:spPr>
                <a:xfrm>
                  <a:off x="2066683" y="1806817"/>
                  <a:ext cx="27016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53" extrusionOk="0">
                      <a:moveTo>
                        <a:pt x="138" y="0"/>
                      </a:moveTo>
                      <a:cubicBezTo>
                        <a:pt x="122" y="16"/>
                        <a:pt x="86" y="16"/>
                        <a:pt x="70" y="16"/>
                      </a:cubicBezTo>
                      <a:lnTo>
                        <a:pt x="54" y="16"/>
                      </a:lnTo>
                      <a:cubicBezTo>
                        <a:pt x="37" y="16"/>
                        <a:pt x="37" y="36"/>
                        <a:pt x="37" y="36"/>
                      </a:cubicBezTo>
                      <a:lnTo>
                        <a:pt x="21" y="36"/>
                      </a:lnTo>
                      <a:cubicBezTo>
                        <a:pt x="1" y="36"/>
                        <a:pt x="1" y="53"/>
                        <a:pt x="1" y="53"/>
                      </a:cubicBezTo>
                      <a:lnTo>
                        <a:pt x="86" y="53"/>
                      </a:lnTo>
                      <a:cubicBezTo>
                        <a:pt x="102" y="53"/>
                        <a:pt x="122" y="36"/>
                        <a:pt x="138" y="36"/>
                      </a:cubicBezTo>
                      <a:cubicBezTo>
                        <a:pt x="171" y="36"/>
                        <a:pt x="187" y="16"/>
                        <a:pt x="203" y="16"/>
                      </a:cubicBezTo>
                      <a:lnTo>
                        <a:pt x="255" y="16"/>
                      </a:lnTo>
                      <a:lnTo>
                        <a:pt x="2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5" name="Google Shape;5945;p71">
                  <a:extLst>
                    <a:ext uri="{FF2B5EF4-FFF2-40B4-BE49-F238E27FC236}">
                      <a16:creationId xmlns:a16="http://schemas.microsoft.com/office/drawing/2014/main" id="{1A961C7B-14CF-1287-51D1-1BB7DAE180C7}"/>
                    </a:ext>
                  </a:extLst>
                </p:cNvPr>
                <p:cNvSpPr/>
                <p:nvPr/>
              </p:nvSpPr>
              <p:spPr>
                <a:xfrm>
                  <a:off x="2439847" y="1644719"/>
                  <a:ext cx="43504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69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7" y="32"/>
                      </a:lnTo>
                      <a:lnTo>
                        <a:pt x="49" y="32"/>
                      </a:lnTo>
                      <a:cubicBezTo>
                        <a:pt x="66" y="32"/>
                        <a:pt x="66" y="53"/>
                        <a:pt x="82" y="53"/>
                      </a:cubicBezTo>
                      <a:lnTo>
                        <a:pt x="118" y="53"/>
                      </a:lnTo>
                      <a:cubicBezTo>
                        <a:pt x="134" y="53"/>
                        <a:pt x="150" y="53"/>
                        <a:pt x="167" y="69"/>
                      </a:cubicBezTo>
                      <a:lnTo>
                        <a:pt x="437" y="69"/>
                      </a:lnTo>
                      <a:cubicBezTo>
                        <a:pt x="437" y="69"/>
                        <a:pt x="421" y="69"/>
                        <a:pt x="405" y="53"/>
                      </a:cubicBezTo>
                      <a:lnTo>
                        <a:pt x="352" y="53"/>
                      </a:lnTo>
                      <a:cubicBezTo>
                        <a:pt x="320" y="53"/>
                        <a:pt x="268" y="32"/>
                        <a:pt x="235" y="32"/>
                      </a:cubicBezTo>
                      <a:cubicBezTo>
                        <a:pt x="219" y="32"/>
                        <a:pt x="203" y="32"/>
                        <a:pt x="183" y="16"/>
                      </a:cubicBezTo>
                      <a:lnTo>
                        <a:pt x="82" y="16"/>
                      </a:lnTo>
                      <a:cubicBezTo>
                        <a:pt x="66" y="16"/>
                        <a:pt x="66" y="0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6" name="Google Shape;5946;p71">
                  <a:extLst>
                    <a:ext uri="{FF2B5EF4-FFF2-40B4-BE49-F238E27FC236}">
                      <a16:creationId xmlns:a16="http://schemas.microsoft.com/office/drawing/2014/main" id="{797DCE4B-0269-5C9C-1F64-13E84186B374}"/>
                    </a:ext>
                  </a:extLst>
                </p:cNvPr>
                <p:cNvSpPr/>
                <p:nvPr/>
              </p:nvSpPr>
              <p:spPr>
                <a:xfrm>
                  <a:off x="2620420" y="1667961"/>
                  <a:ext cx="61879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69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" y="0"/>
                        <a:pt x="17" y="21"/>
                        <a:pt x="49" y="21"/>
                      </a:cubicBezTo>
                      <a:cubicBezTo>
                        <a:pt x="17" y="0"/>
                        <a:pt x="1" y="0"/>
                        <a:pt x="1" y="0"/>
                      </a:cubicBezTo>
                      <a:close/>
                      <a:moveTo>
                        <a:pt x="102" y="21"/>
                      </a:moveTo>
                      <a:cubicBezTo>
                        <a:pt x="118" y="37"/>
                        <a:pt x="150" y="37"/>
                        <a:pt x="166" y="37"/>
                      </a:cubicBezTo>
                      <a:cubicBezTo>
                        <a:pt x="219" y="37"/>
                        <a:pt x="267" y="37"/>
                        <a:pt x="320" y="53"/>
                      </a:cubicBezTo>
                      <a:lnTo>
                        <a:pt x="453" y="53"/>
                      </a:lnTo>
                      <a:cubicBezTo>
                        <a:pt x="506" y="53"/>
                        <a:pt x="522" y="69"/>
                        <a:pt x="554" y="69"/>
                      </a:cubicBezTo>
                      <a:lnTo>
                        <a:pt x="607" y="69"/>
                      </a:lnTo>
                      <a:cubicBezTo>
                        <a:pt x="623" y="69"/>
                        <a:pt x="623" y="53"/>
                        <a:pt x="623" y="53"/>
                      </a:cubicBezTo>
                      <a:lnTo>
                        <a:pt x="607" y="53"/>
                      </a:lnTo>
                      <a:cubicBezTo>
                        <a:pt x="586" y="37"/>
                        <a:pt x="570" y="37"/>
                        <a:pt x="554" y="37"/>
                      </a:cubicBezTo>
                      <a:cubicBezTo>
                        <a:pt x="538" y="21"/>
                        <a:pt x="506" y="21"/>
                        <a:pt x="453" y="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7" name="Google Shape;5947;p71">
                  <a:extLst>
                    <a:ext uri="{FF2B5EF4-FFF2-40B4-BE49-F238E27FC236}">
                      <a16:creationId xmlns:a16="http://schemas.microsoft.com/office/drawing/2014/main" id="{2B6A8B97-D795-ABC4-87CE-8CD2A8DFD663}"/>
                    </a:ext>
                  </a:extLst>
                </p:cNvPr>
                <p:cNvSpPr/>
                <p:nvPr/>
              </p:nvSpPr>
              <p:spPr>
                <a:xfrm>
                  <a:off x="2622009" y="1627833"/>
                  <a:ext cx="58701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" h="86" extrusionOk="0">
                      <a:moveTo>
                        <a:pt x="1" y="0"/>
                      </a:moveTo>
                      <a:cubicBezTo>
                        <a:pt x="1" y="0"/>
                        <a:pt x="17" y="21"/>
                        <a:pt x="49" y="21"/>
                      </a:cubicBezTo>
                      <a:lnTo>
                        <a:pt x="102" y="21"/>
                      </a:lnTo>
                      <a:cubicBezTo>
                        <a:pt x="118" y="21"/>
                        <a:pt x="134" y="37"/>
                        <a:pt x="167" y="37"/>
                      </a:cubicBezTo>
                      <a:cubicBezTo>
                        <a:pt x="187" y="37"/>
                        <a:pt x="203" y="37"/>
                        <a:pt x="235" y="53"/>
                      </a:cubicBezTo>
                      <a:lnTo>
                        <a:pt x="304" y="53"/>
                      </a:lnTo>
                      <a:cubicBezTo>
                        <a:pt x="320" y="69"/>
                        <a:pt x="352" y="69"/>
                        <a:pt x="369" y="69"/>
                      </a:cubicBezTo>
                      <a:lnTo>
                        <a:pt x="437" y="69"/>
                      </a:lnTo>
                      <a:cubicBezTo>
                        <a:pt x="469" y="69"/>
                        <a:pt x="506" y="85"/>
                        <a:pt x="522" y="85"/>
                      </a:cubicBezTo>
                      <a:lnTo>
                        <a:pt x="591" y="85"/>
                      </a:lnTo>
                      <a:cubicBezTo>
                        <a:pt x="591" y="85"/>
                        <a:pt x="591" y="69"/>
                        <a:pt x="570" y="69"/>
                      </a:cubicBezTo>
                      <a:cubicBezTo>
                        <a:pt x="570" y="69"/>
                        <a:pt x="554" y="53"/>
                        <a:pt x="538" y="53"/>
                      </a:cubicBezTo>
                      <a:cubicBezTo>
                        <a:pt x="506" y="53"/>
                        <a:pt x="490" y="37"/>
                        <a:pt x="437" y="37"/>
                      </a:cubicBezTo>
                      <a:lnTo>
                        <a:pt x="369" y="37"/>
                      </a:lnTo>
                      <a:cubicBezTo>
                        <a:pt x="352" y="37"/>
                        <a:pt x="336" y="21"/>
                        <a:pt x="304" y="21"/>
                      </a:cubicBezTo>
                      <a:lnTo>
                        <a:pt x="167" y="21"/>
                      </a:lnTo>
                      <a:cubicBezTo>
                        <a:pt x="134" y="21"/>
                        <a:pt x="118" y="21"/>
                        <a:pt x="1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8" name="Google Shape;5948;p71">
                  <a:extLst>
                    <a:ext uri="{FF2B5EF4-FFF2-40B4-BE49-F238E27FC236}">
                      <a16:creationId xmlns:a16="http://schemas.microsoft.com/office/drawing/2014/main" id="{B3362070-B9C5-A4E4-E41C-B18A52DDFCDA}"/>
                    </a:ext>
                  </a:extLst>
                </p:cNvPr>
                <p:cNvSpPr/>
                <p:nvPr/>
              </p:nvSpPr>
              <p:spPr>
                <a:xfrm>
                  <a:off x="2439847" y="1604591"/>
                  <a:ext cx="40227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69" extrusionOk="0">
                      <a:moveTo>
                        <a:pt x="49" y="0"/>
                      </a:moveTo>
                      <a:cubicBezTo>
                        <a:pt x="33" y="16"/>
                        <a:pt x="17" y="16"/>
                        <a:pt x="17" y="16"/>
                      </a:cubicBezTo>
                      <a:lnTo>
                        <a:pt x="1" y="16"/>
                      </a:lnTo>
                      <a:cubicBezTo>
                        <a:pt x="1" y="32"/>
                        <a:pt x="1" y="32"/>
                        <a:pt x="17" y="32"/>
                      </a:cubicBezTo>
                      <a:cubicBezTo>
                        <a:pt x="33" y="32"/>
                        <a:pt x="49" y="53"/>
                        <a:pt x="118" y="53"/>
                      </a:cubicBezTo>
                      <a:lnTo>
                        <a:pt x="304" y="53"/>
                      </a:lnTo>
                      <a:cubicBezTo>
                        <a:pt x="352" y="69"/>
                        <a:pt x="405" y="69"/>
                        <a:pt x="405" y="69"/>
                      </a:cubicBezTo>
                      <a:cubicBezTo>
                        <a:pt x="405" y="69"/>
                        <a:pt x="385" y="69"/>
                        <a:pt x="368" y="53"/>
                      </a:cubicBezTo>
                      <a:lnTo>
                        <a:pt x="336" y="53"/>
                      </a:lnTo>
                      <a:cubicBezTo>
                        <a:pt x="336" y="53"/>
                        <a:pt x="320" y="32"/>
                        <a:pt x="304" y="32"/>
                      </a:cubicBezTo>
                      <a:cubicBezTo>
                        <a:pt x="268" y="32"/>
                        <a:pt x="235" y="16"/>
                        <a:pt x="203" y="16"/>
                      </a:cubicBezTo>
                      <a:cubicBezTo>
                        <a:pt x="167" y="16"/>
                        <a:pt x="134" y="0"/>
                        <a:pt x="1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49" name="Google Shape;5949;p71">
                  <a:extLst>
                    <a:ext uri="{FF2B5EF4-FFF2-40B4-BE49-F238E27FC236}">
                      <a16:creationId xmlns:a16="http://schemas.microsoft.com/office/drawing/2014/main" id="{86151606-B1BA-C078-0ABD-A9CFA1D5974B}"/>
                    </a:ext>
                  </a:extLst>
                </p:cNvPr>
                <p:cNvSpPr/>
                <p:nvPr/>
              </p:nvSpPr>
              <p:spPr>
                <a:xfrm>
                  <a:off x="2630452" y="1677993"/>
                  <a:ext cx="33473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" h="37" extrusionOk="0">
                      <a:moveTo>
                        <a:pt x="1" y="0"/>
                      </a:moveTo>
                      <a:cubicBezTo>
                        <a:pt x="33" y="21"/>
                        <a:pt x="82" y="21"/>
                        <a:pt x="118" y="21"/>
                      </a:cubicBezTo>
                      <a:cubicBezTo>
                        <a:pt x="150" y="37"/>
                        <a:pt x="183" y="37"/>
                        <a:pt x="219" y="37"/>
                      </a:cubicBezTo>
                      <a:lnTo>
                        <a:pt x="320" y="37"/>
                      </a:lnTo>
                      <a:cubicBezTo>
                        <a:pt x="336" y="37"/>
                        <a:pt x="336" y="37"/>
                        <a:pt x="336" y="21"/>
                      </a:cubicBezTo>
                      <a:lnTo>
                        <a:pt x="219" y="21"/>
                      </a:lnTo>
                      <a:cubicBezTo>
                        <a:pt x="183" y="0"/>
                        <a:pt x="150" y="0"/>
                        <a:pt x="1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0" name="Google Shape;5950;p71">
                  <a:extLst>
                    <a:ext uri="{FF2B5EF4-FFF2-40B4-BE49-F238E27FC236}">
                      <a16:creationId xmlns:a16="http://schemas.microsoft.com/office/drawing/2014/main" id="{6976AC36-BCB0-C5CA-A3BA-D6691DA2C4C5}"/>
                    </a:ext>
                  </a:extLst>
                </p:cNvPr>
                <p:cNvSpPr/>
                <p:nvPr/>
              </p:nvSpPr>
              <p:spPr>
                <a:xfrm>
                  <a:off x="2622009" y="1686435"/>
                  <a:ext cx="41915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" h="53" extrusionOk="0">
                      <a:moveTo>
                        <a:pt x="1" y="0"/>
                      </a:moveTo>
                      <a:cubicBezTo>
                        <a:pt x="17" y="0"/>
                        <a:pt x="33" y="16"/>
                        <a:pt x="49" y="16"/>
                      </a:cubicBezTo>
                      <a:cubicBezTo>
                        <a:pt x="86" y="16"/>
                        <a:pt x="134" y="37"/>
                        <a:pt x="167" y="37"/>
                      </a:cubicBezTo>
                      <a:cubicBezTo>
                        <a:pt x="219" y="37"/>
                        <a:pt x="251" y="53"/>
                        <a:pt x="288" y="53"/>
                      </a:cubicBezTo>
                      <a:lnTo>
                        <a:pt x="405" y="53"/>
                      </a:lnTo>
                      <a:cubicBezTo>
                        <a:pt x="421" y="53"/>
                        <a:pt x="421" y="53"/>
                        <a:pt x="421" y="37"/>
                      </a:cubicBezTo>
                      <a:lnTo>
                        <a:pt x="288" y="16"/>
                      </a:lnTo>
                      <a:lnTo>
                        <a:pt x="167" y="16"/>
                      </a:lnTo>
                      <a:cubicBezTo>
                        <a:pt x="134" y="0"/>
                        <a:pt x="102" y="0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1" name="Google Shape;5951;p71">
                  <a:extLst>
                    <a:ext uri="{FF2B5EF4-FFF2-40B4-BE49-F238E27FC236}">
                      <a16:creationId xmlns:a16="http://schemas.microsoft.com/office/drawing/2014/main" id="{834C13EB-E3A8-6752-3CF1-6037B0A581BF}"/>
                    </a:ext>
                  </a:extLst>
                </p:cNvPr>
                <p:cNvSpPr/>
                <p:nvPr/>
              </p:nvSpPr>
              <p:spPr>
                <a:xfrm>
                  <a:off x="2605224" y="1694779"/>
                  <a:ext cx="57013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" h="70" extrusionOk="0">
                      <a:moveTo>
                        <a:pt x="0" y="1"/>
                      </a:moveTo>
                      <a:cubicBezTo>
                        <a:pt x="16" y="1"/>
                        <a:pt x="33" y="17"/>
                        <a:pt x="53" y="17"/>
                      </a:cubicBezTo>
                      <a:cubicBezTo>
                        <a:pt x="69" y="17"/>
                        <a:pt x="85" y="17"/>
                        <a:pt x="117" y="33"/>
                      </a:cubicBezTo>
                      <a:cubicBezTo>
                        <a:pt x="170" y="33"/>
                        <a:pt x="218" y="33"/>
                        <a:pt x="271" y="54"/>
                      </a:cubicBezTo>
                      <a:lnTo>
                        <a:pt x="404" y="54"/>
                      </a:lnTo>
                      <a:cubicBezTo>
                        <a:pt x="489" y="70"/>
                        <a:pt x="538" y="70"/>
                        <a:pt x="558" y="70"/>
                      </a:cubicBezTo>
                      <a:lnTo>
                        <a:pt x="574" y="70"/>
                      </a:lnTo>
                      <a:lnTo>
                        <a:pt x="574" y="54"/>
                      </a:lnTo>
                      <a:lnTo>
                        <a:pt x="505" y="54"/>
                      </a:lnTo>
                      <a:cubicBezTo>
                        <a:pt x="489" y="33"/>
                        <a:pt x="457" y="33"/>
                        <a:pt x="420" y="33"/>
                      </a:cubicBezTo>
                      <a:cubicBezTo>
                        <a:pt x="372" y="33"/>
                        <a:pt x="319" y="17"/>
                        <a:pt x="271" y="17"/>
                      </a:cubicBezTo>
                      <a:lnTo>
                        <a:pt x="117" y="17"/>
                      </a:lnTo>
                      <a:cubicBezTo>
                        <a:pt x="101" y="17"/>
                        <a:pt x="69" y="17"/>
                        <a:pt x="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2" name="Google Shape;5952;p71">
                  <a:extLst>
                    <a:ext uri="{FF2B5EF4-FFF2-40B4-BE49-F238E27FC236}">
                      <a16:creationId xmlns:a16="http://schemas.microsoft.com/office/drawing/2014/main" id="{55BF7DF4-923D-4456-BF91-438E6BA21A59}"/>
                    </a:ext>
                  </a:extLst>
                </p:cNvPr>
                <p:cNvSpPr/>
                <p:nvPr/>
              </p:nvSpPr>
              <p:spPr>
                <a:xfrm>
                  <a:off x="2585160" y="1704810"/>
                  <a:ext cx="7876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86" extrusionOk="0">
                      <a:moveTo>
                        <a:pt x="0" y="1"/>
                      </a:moveTo>
                      <a:cubicBezTo>
                        <a:pt x="33" y="1"/>
                        <a:pt x="53" y="17"/>
                        <a:pt x="85" y="17"/>
                      </a:cubicBezTo>
                      <a:lnTo>
                        <a:pt x="271" y="17"/>
                      </a:lnTo>
                      <a:cubicBezTo>
                        <a:pt x="303" y="33"/>
                        <a:pt x="336" y="33"/>
                        <a:pt x="372" y="33"/>
                      </a:cubicBezTo>
                      <a:cubicBezTo>
                        <a:pt x="437" y="53"/>
                        <a:pt x="505" y="53"/>
                        <a:pt x="574" y="70"/>
                      </a:cubicBezTo>
                      <a:cubicBezTo>
                        <a:pt x="622" y="70"/>
                        <a:pt x="675" y="86"/>
                        <a:pt x="707" y="86"/>
                      </a:cubicBezTo>
                      <a:lnTo>
                        <a:pt x="776" y="86"/>
                      </a:lnTo>
                      <a:cubicBezTo>
                        <a:pt x="792" y="86"/>
                        <a:pt x="792" y="70"/>
                        <a:pt x="792" y="70"/>
                      </a:cubicBezTo>
                      <a:lnTo>
                        <a:pt x="776" y="70"/>
                      </a:lnTo>
                      <a:cubicBezTo>
                        <a:pt x="760" y="70"/>
                        <a:pt x="740" y="53"/>
                        <a:pt x="707" y="53"/>
                      </a:cubicBezTo>
                      <a:lnTo>
                        <a:pt x="659" y="53"/>
                      </a:lnTo>
                      <a:cubicBezTo>
                        <a:pt x="622" y="53"/>
                        <a:pt x="606" y="53"/>
                        <a:pt x="574" y="33"/>
                      </a:cubicBezTo>
                      <a:cubicBezTo>
                        <a:pt x="521" y="33"/>
                        <a:pt x="457" y="17"/>
                        <a:pt x="372" y="17"/>
                      </a:cubicBezTo>
                      <a:cubicBezTo>
                        <a:pt x="336" y="17"/>
                        <a:pt x="303" y="1"/>
                        <a:pt x="2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3" name="Google Shape;5953;p71">
                  <a:extLst>
                    <a:ext uri="{FF2B5EF4-FFF2-40B4-BE49-F238E27FC236}">
                      <a16:creationId xmlns:a16="http://schemas.microsoft.com/office/drawing/2014/main" id="{51C7C96D-175A-A6A8-97A5-36BA9618EAF3}"/>
                    </a:ext>
                  </a:extLst>
                </p:cNvPr>
                <p:cNvSpPr/>
                <p:nvPr/>
              </p:nvSpPr>
              <p:spPr>
                <a:xfrm>
                  <a:off x="2560229" y="1714842"/>
                  <a:ext cx="10528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" h="86" extrusionOk="0">
                      <a:moveTo>
                        <a:pt x="82" y="17"/>
                      </a:moveTo>
                      <a:cubicBezTo>
                        <a:pt x="33" y="17"/>
                        <a:pt x="1" y="33"/>
                        <a:pt x="1" y="33"/>
                      </a:cubicBezTo>
                      <a:cubicBezTo>
                        <a:pt x="1" y="33"/>
                        <a:pt x="33" y="33"/>
                        <a:pt x="82" y="17"/>
                      </a:cubicBezTo>
                      <a:close/>
                      <a:moveTo>
                        <a:pt x="284" y="1"/>
                      </a:moveTo>
                      <a:cubicBezTo>
                        <a:pt x="251" y="1"/>
                        <a:pt x="219" y="17"/>
                        <a:pt x="183" y="17"/>
                      </a:cubicBezTo>
                      <a:lnTo>
                        <a:pt x="284" y="17"/>
                      </a:lnTo>
                      <a:cubicBezTo>
                        <a:pt x="320" y="17"/>
                        <a:pt x="368" y="33"/>
                        <a:pt x="421" y="33"/>
                      </a:cubicBezTo>
                      <a:cubicBezTo>
                        <a:pt x="453" y="33"/>
                        <a:pt x="506" y="33"/>
                        <a:pt x="538" y="53"/>
                      </a:cubicBezTo>
                      <a:cubicBezTo>
                        <a:pt x="623" y="53"/>
                        <a:pt x="708" y="70"/>
                        <a:pt x="789" y="70"/>
                      </a:cubicBezTo>
                      <a:cubicBezTo>
                        <a:pt x="857" y="86"/>
                        <a:pt x="910" y="86"/>
                        <a:pt x="958" y="86"/>
                      </a:cubicBezTo>
                      <a:lnTo>
                        <a:pt x="1027" y="86"/>
                      </a:lnTo>
                      <a:cubicBezTo>
                        <a:pt x="1059" y="86"/>
                        <a:pt x="1059" y="70"/>
                        <a:pt x="1059" y="70"/>
                      </a:cubicBezTo>
                      <a:lnTo>
                        <a:pt x="1027" y="70"/>
                      </a:lnTo>
                      <a:cubicBezTo>
                        <a:pt x="1011" y="70"/>
                        <a:pt x="991" y="53"/>
                        <a:pt x="958" y="53"/>
                      </a:cubicBezTo>
                      <a:lnTo>
                        <a:pt x="789" y="53"/>
                      </a:lnTo>
                      <a:cubicBezTo>
                        <a:pt x="724" y="33"/>
                        <a:pt x="639" y="33"/>
                        <a:pt x="538" y="17"/>
                      </a:cubicBezTo>
                      <a:lnTo>
                        <a:pt x="421" y="17"/>
                      </a:lnTo>
                      <a:cubicBezTo>
                        <a:pt x="368" y="17"/>
                        <a:pt x="336" y="17"/>
                        <a:pt x="2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4" name="Google Shape;5954;p71">
                  <a:extLst>
                    <a:ext uri="{FF2B5EF4-FFF2-40B4-BE49-F238E27FC236}">
                      <a16:creationId xmlns:a16="http://schemas.microsoft.com/office/drawing/2014/main" id="{2759ABB3-E3D4-79EC-E787-A365CBD07AEB}"/>
                    </a:ext>
                  </a:extLst>
                </p:cNvPr>
                <p:cNvSpPr/>
                <p:nvPr/>
              </p:nvSpPr>
              <p:spPr>
                <a:xfrm>
                  <a:off x="2555064" y="1724874"/>
                  <a:ext cx="105582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3" h="102" extrusionOk="0">
                      <a:moveTo>
                        <a:pt x="0" y="1"/>
                      </a:moveTo>
                      <a:cubicBezTo>
                        <a:pt x="16" y="17"/>
                        <a:pt x="33" y="17"/>
                        <a:pt x="33" y="17"/>
                      </a:cubicBezTo>
                      <a:lnTo>
                        <a:pt x="101" y="17"/>
                      </a:lnTo>
                      <a:cubicBezTo>
                        <a:pt x="85" y="17"/>
                        <a:pt x="69" y="17"/>
                        <a:pt x="53" y="1"/>
                      </a:cubicBezTo>
                      <a:close/>
                      <a:moveTo>
                        <a:pt x="101" y="17"/>
                      </a:moveTo>
                      <a:cubicBezTo>
                        <a:pt x="134" y="17"/>
                        <a:pt x="170" y="17"/>
                        <a:pt x="218" y="33"/>
                      </a:cubicBezTo>
                      <a:lnTo>
                        <a:pt x="505" y="33"/>
                      </a:lnTo>
                      <a:cubicBezTo>
                        <a:pt x="558" y="53"/>
                        <a:pt x="606" y="53"/>
                        <a:pt x="639" y="53"/>
                      </a:cubicBezTo>
                      <a:cubicBezTo>
                        <a:pt x="691" y="70"/>
                        <a:pt x="740" y="70"/>
                        <a:pt x="776" y="70"/>
                      </a:cubicBezTo>
                      <a:cubicBezTo>
                        <a:pt x="824" y="70"/>
                        <a:pt x="861" y="86"/>
                        <a:pt x="893" y="86"/>
                      </a:cubicBezTo>
                      <a:lnTo>
                        <a:pt x="962" y="86"/>
                      </a:lnTo>
                      <a:cubicBezTo>
                        <a:pt x="978" y="86"/>
                        <a:pt x="1010" y="102"/>
                        <a:pt x="1010" y="102"/>
                      </a:cubicBezTo>
                      <a:cubicBezTo>
                        <a:pt x="1026" y="102"/>
                        <a:pt x="1043" y="86"/>
                        <a:pt x="1063" y="86"/>
                      </a:cubicBezTo>
                      <a:cubicBezTo>
                        <a:pt x="1043" y="86"/>
                        <a:pt x="1026" y="86"/>
                        <a:pt x="1026" y="70"/>
                      </a:cubicBezTo>
                      <a:lnTo>
                        <a:pt x="962" y="70"/>
                      </a:lnTo>
                      <a:cubicBezTo>
                        <a:pt x="942" y="70"/>
                        <a:pt x="925" y="70"/>
                        <a:pt x="893" y="53"/>
                      </a:cubicBezTo>
                      <a:lnTo>
                        <a:pt x="776" y="53"/>
                      </a:lnTo>
                      <a:cubicBezTo>
                        <a:pt x="707" y="33"/>
                        <a:pt x="606" y="33"/>
                        <a:pt x="505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5" name="Google Shape;5955;p71">
                  <a:extLst>
                    <a:ext uri="{FF2B5EF4-FFF2-40B4-BE49-F238E27FC236}">
                      <a16:creationId xmlns:a16="http://schemas.microsoft.com/office/drawing/2014/main" id="{2556997D-7A68-E43F-6891-EE68CA50DC79}"/>
                    </a:ext>
                  </a:extLst>
                </p:cNvPr>
                <p:cNvSpPr/>
                <p:nvPr/>
              </p:nvSpPr>
              <p:spPr>
                <a:xfrm>
                  <a:off x="2506494" y="1734906"/>
                  <a:ext cx="157430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" h="135" extrusionOk="0">
                      <a:moveTo>
                        <a:pt x="0" y="1"/>
                      </a:moveTo>
                      <a:cubicBezTo>
                        <a:pt x="0" y="1"/>
                        <a:pt x="53" y="1"/>
                        <a:pt x="118" y="17"/>
                      </a:cubicBezTo>
                      <a:lnTo>
                        <a:pt x="255" y="17"/>
                      </a:lnTo>
                      <a:cubicBezTo>
                        <a:pt x="202" y="17"/>
                        <a:pt x="170" y="17"/>
                        <a:pt x="118" y="1"/>
                      </a:cubicBezTo>
                      <a:close/>
                      <a:moveTo>
                        <a:pt x="255" y="17"/>
                      </a:moveTo>
                      <a:cubicBezTo>
                        <a:pt x="303" y="33"/>
                        <a:pt x="372" y="33"/>
                        <a:pt x="421" y="33"/>
                      </a:cubicBezTo>
                      <a:cubicBezTo>
                        <a:pt x="542" y="33"/>
                        <a:pt x="675" y="53"/>
                        <a:pt x="808" y="53"/>
                      </a:cubicBezTo>
                      <a:lnTo>
                        <a:pt x="909" y="53"/>
                      </a:lnTo>
                      <a:cubicBezTo>
                        <a:pt x="926" y="53"/>
                        <a:pt x="962" y="70"/>
                        <a:pt x="994" y="70"/>
                      </a:cubicBezTo>
                      <a:cubicBezTo>
                        <a:pt x="1063" y="70"/>
                        <a:pt x="1111" y="86"/>
                        <a:pt x="1164" y="86"/>
                      </a:cubicBezTo>
                      <a:cubicBezTo>
                        <a:pt x="1281" y="118"/>
                        <a:pt x="1350" y="118"/>
                        <a:pt x="1414" y="118"/>
                      </a:cubicBezTo>
                      <a:cubicBezTo>
                        <a:pt x="1451" y="134"/>
                        <a:pt x="1467" y="134"/>
                        <a:pt x="1483" y="134"/>
                      </a:cubicBezTo>
                      <a:lnTo>
                        <a:pt x="1532" y="134"/>
                      </a:lnTo>
                      <a:lnTo>
                        <a:pt x="1584" y="118"/>
                      </a:lnTo>
                      <a:lnTo>
                        <a:pt x="1532" y="118"/>
                      </a:lnTo>
                      <a:cubicBezTo>
                        <a:pt x="1515" y="118"/>
                        <a:pt x="1515" y="118"/>
                        <a:pt x="1483" y="102"/>
                      </a:cubicBezTo>
                      <a:lnTo>
                        <a:pt x="1414" y="102"/>
                      </a:lnTo>
                      <a:cubicBezTo>
                        <a:pt x="1366" y="102"/>
                        <a:pt x="1281" y="86"/>
                        <a:pt x="1180" y="70"/>
                      </a:cubicBezTo>
                      <a:cubicBezTo>
                        <a:pt x="1111" y="53"/>
                        <a:pt x="1063" y="53"/>
                        <a:pt x="994" y="33"/>
                      </a:cubicBezTo>
                      <a:lnTo>
                        <a:pt x="808" y="33"/>
                      </a:lnTo>
                      <a:cubicBezTo>
                        <a:pt x="675" y="17"/>
                        <a:pt x="542" y="17"/>
                        <a:pt x="421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6" name="Google Shape;5956;p71">
                  <a:extLst>
                    <a:ext uri="{FF2B5EF4-FFF2-40B4-BE49-F238E27FC236}">
                      <a16:creationId xmlns:a16="http://schemas.microsoft.com/office/drawing/2014/main" id="{092B4FCF-3DF2-0B7C-7AD7-DE17227FA2EB}"/>
                    </a:ext>
                  </a:extLst>
                </p:cNvPr>
                <p:cNvSpPr/>
                <p:nvPr/>
              </p:nvSpPr>
              <p:spPr>
                <a:xfrm>
                  <a:off x="2518115" y="1721696"/>
                  <a:ext cx="18574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33" extrusionOk="0">
                      <a:moveTo>
                        <a:pt x="1" y="1"/>
                      </a:moveTo>
                      <a:lnTo>
                        <a:pt x="1" y="17"/>
                      </a:lnTo>
                      <a:lnTo>
                        <a:pt x="21" y="17"/>
                      </a:lnTo>
                      <a:cubicBezTo>
                        <a:pt x="21" y="17"/>
                        <a:pt x="37" y="17"/>
                        <a:pt x="37" y="33"/>
                      </a:cubicBezTo>
                      <a:lnTo>
                        <a:pt x="186" y="33"/>
                      </a:lnTo>
                      <a:lnTo>
                        <a:pt x="170" y="17"/>
                      </a:lnTo>
                      <a:lnTo>
                        <a:pt x="85" y="17"/>
                      </a:lnTo>
                      <a:cubicBezTo>
                        <a:pt x="69" y="17"/>
                        <a:pt x="53" y="1"/>
                        <a:pt x="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7" name="Google Shape;5957;p71">
                  <a:extLst>
                    <a:ext uri="{FF2B5EF4-FFF2-40B4-BE49-F238E27FC236}">
                      <a16:creationId xmlns:a16="http://schemas.microsoft.com/office/drawing/2014/main" id="{B831184D-8033-0D54-8011-08D56BC7F9E8}"/>
                    </a:ext>
                  </a:extLst>
                </p:cNvPr>
                <p:cNvSpPr/>
                <p:nvPr/>
              </p:nvSpPr>
              <p:spPr>
                <a:xfrm>
                  <a:off x="2535001" y="1714842"/>
                  <a:ext cx="13310" cy="1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18" extrusionOk="0">
                      <a:moveTo>
                        <a:pt x="0" y="1"/>
                      </a:moveTo>
                      <a:cubicBezTo>
                        <a:pt x="0" y="17"/>
                        <a:pt x="0" y="17"/>
                        <a:pt x="53" y="17"/>
                      </a:cubicBezTo>
                      <a:lnTo>
                        <a:pt x="134" y="17"/>
                      </a:lnTo>
                      <a:cubicBezTo>
                        <a:pt x="117" y="17"/>
                        <a:pt x="101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8" name="Google Shape;5958;p71">
                  <a:extLst>
                    <a:ext uri="{FF2B5EF4-FFF2-40B4-BE49-F238E27FC236}">
                      <a16:creationId xmlns:a16="http://schemas.microsoft.com/office/drawing/2014/main" id="{8D6760E7-BD57-8DBA-DA2F-F26885C75E4D}"/>
                    </a:ext>
                  </a:extLst>
                </p:cNvPr>
                <p:cNvSpPr/>
                <p:nvPr/>
              </p:nvSpPr>
              <p:spPr>
                <a:xfrm>
                  <a:off x="2483252" y="1731727"/>
                  <a:ext cx="1172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33" extrusionOk="0">
                      <a:moveTo>
                        <a:pt x="49" y="1"/>
                      </a:moveTo>
                      <a:cubicBezTo>
                        <a:pt x="0" y="1"/>
                        <a:pt x="16" y="1"/>
                        <a:pt x="16" y="17"/>
                      </a:cubicBezTo>
                      <a:lnTo>
                        <a:pt x="49" y="17"/>
                      </a:lnTo>
                      <a:cubicBezTo>
                        <a:pt x="49" y="33"/>
                        <a:pt x="69" y="33"/>
                        <a:pt x="85" y="33"/>
                      </a:cubicBezTo>
                      <a:cubicBezTo>
                        <a:pt x="85" y="33"/>
                        <a:pt x="101" y="33"/>
                        <a:pt x="117" y="17"/>
                      </a:cubicBezTo>
                      <a:cubicBezTo>
                        <a:pt x="85" y="1"/>
                        <a:pt x="69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59" name="Google Shape;5959;p71">
                  <a:extLst>
                    <a:ext uri="{FF2B5EF4-FFF2-40B4-BE49-F238E27FC236}">
                      <a16:creationId xmlns:a16="http://schemas.microsoft.com/office/drawing/2014/main" id="{BE1A3605-DEAA-216E-B20F-BD2AB0208284}"/>
                    </a:ext>
                  </a:extLst>
                </p:cNvPr>
                <p:cNvSpPr/>
                <p:nvPr/>
              </p:nvSpPr>
              <p:spPr>
                <a:xfrm>
                  <a:off x="2553475" y="1703221"/>
                  <a:ext cx="14899" cy="1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50" y="17"/>
                      </a:lnTo>
                      <a:lnTo>
                        <a:pt x="1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0" name="Google Shape;5960;p71">
                  <a:extLst>
                    <a:ext uri="{FF2B5EF4-FFF2-40B4-BE49-F238E27FC236}">
                      <a16:creationId xmlns:a16="http://schemas.microsoft.com/office/drawing/2014/main" id="{4D0A0622-67BF-3351-33A2-EC1E15647B4A}"/>
                    </a:ext>
                  </a:extLst>
                </p:cNvPr>
                <p:cNvSpPr/>
                <p:nvPr/>
              </p:nvSpPr>
              <p:spPr>
                <a:xfrm>
                  <a:off x="2580293" y="1691600"/>
                  <a:ext cx="1658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33" extrusionOk="0">
                      <a:moveTo>
                        <a:pt x="49" y="1"/>
                      </a:moveTo>
                      <a:cubicBezTo>
                        <a:pt x="1" y="1"/>
                        <a:pt x="1" y="17"/>
                        <a:pt x="1" y="17"/>
                      </a:cubicBezTo>
                      <a:lnTo>
                        <a:pt x="49" y="33"/>
                      </a:lnTo>
                      <a:lnTo>
                        <a:pt x="166" y="33"/>
                      </a:lnTo>
                      <a:cubicBezTo>
                        <a:pt x="166" y="33"/>
                        <a:pt x="150" y="17"/>
                        <a:pt x="118" y="17"/>
                      </a:cubicBezTo>
                      <a:cubicBezTo>
                        <a:pt x="102" y="17"/>
                        <a:pt x="65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1" name="Google Shape;5961;p71">
                  <a:extLst>
                    <a:ext uri="{FF2B5EF4-FFF2-40B4-BE49-F238E27FC236}">
                      <a16:creationId xmlns:a16="http://schemas.microsoft.com/office/drawing/2014/main" id="{4A2C5A17-E8CF-E2F1-2D7A-E96CCE1A0DF7}"/>
                    </a:ext>
                  </a:extLst>
                </p:cNvPr>
                <p:cNvSpPr/>
                <p:nvPr/>
              </p:nvSpPr>
              <p:spPr>
                <a:xfrm>
                  <a:off x="2593602" y="1684051"/>
                  <a:ext cx="16885" cy="2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25" extrusionOk="0">
                      <a:moveTo>
                        <a:pt x="18" y="1"/>
                      </a:moveTo>
                      <a:cubicBezTo>
                        <a:pt x="7" y="1"/>
                        <a:pt x="11" y="8"/>
                        <a:pt x="0" y="8"/>
                      </a:cubicBezTo>
                      <a:lnTo>
                        <a:pt x="49" y="24"/>
                      </a:lnTo>
                      <a:lnTo>
                        <a:pt x="170" y="24"/>
                      </a:lnTo>
                      <a:cubicBezTo>
                        <a:pt x="170" y="24"/>
                        <a:pt x="150" y="8"/>
                        <a:pt x="133" y="8"/>
                      </a:cubicBezTo>
                      <a:lnTo>
                        <a:pt x="49" y="8"/>
                      </a:lnTo>
                      <a:cubicBezTo>
                        <a:pt x="32" y="3"/>
                        <a:pt x="23" y="1"/>
                        <a:pt x="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2" name="Google Shape;5962;p71">
                  <a:extLst>
                    <a:ext uri="{FF2B5EF4-FFF2-40B4-BE49-F238E27FC236}">
                      <a16:creationId xmlns:a16="http://schemas.microsoft.com/office/drawing/2014/main" id="{2C611F34-A9E4-D4C5-90C3-D574CAF324BF}"/>
                    </a:ext>
                  </a:extLst>
                </p:cNvPr>
                <p:cNvSpPr/>
                <p:nvPr/>
              </p:nvSpPr>
              <p:spPr>
                <a:xfrm>
                  <a:off x="2600357" y="1676403"/>
                  <a:ext cx="13409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37" extrusionOk="0">
                      <a:moveTo>
                        <a:pt x="33" y="0"/>
                      </a:moveTo>
                      <a:lnTo>
                        <a:pt x="1" y="16"/>
                      </a:lnTo>
                      <a:lnTo>
                        <a:pt x="65" y="16"/>
                      </a:lnTo>
                      <a:cubicBezTo>
                        <a:pt x="49" y="0"/>
                        <a:pt x="49" y="0"/>
                        <a:pt x="33" y="0"/>
                      </a:cubicBezTo>
                      <a:close/>
                      <a:moveTo>
                        <a:pt x="102" y="16"/>
                      </a:moveTo>
                      <a:cubicBezTo>
                        <a:pt x="118" y="16"/>
                        <a:pt x="118" y="37"/>
                        <a:pt x="134" y="37"/>
                      </a:cubicBezTo>
                      <a:lnTo>
                        <a:pt x="134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3" name="Google Shape;5963;p71">
                  <a:extLst>
                    <a:ext uri="{FF2B5EF4-FFF2-40B4-BE49-F238E27FC236}">
                      <a16:creationId xmlns:a16="http://schemas.microsoft.com/office/drawing/2014/main" id="{0EEEBAB9-5AFF-7DEF-DC4C-8C8AFB59A5B9}"/>
                    </a:ext>
                  </a:extLst>
                </p:cNvPr>
                <p:cNvSpPr/>
                <p:nvPr/>
              </p:nvSpPr>
              <p:spPr>
                <a:xfrm>
                  <a:off x="2660548" y="1798375"/>
                  <a:ext cx="3377" cy="3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89" extrusionOk="0">
                      <a:moveTo>
                        <a:pt x="33" y="0"/>
                      </a:moveTo>
                      <a:cubicBezTo>
                        <a:pt x="33" y="0"/>
                        <a:pt x="17" y="0"/>
                        <a:pt x="17" y="20"/>
                      </a:cubicBezTo>
                      <a:cubicBezTo>
                        <a:pt x="17" y="20"/>
                        <a:pt x="1" y="53"/>
                        <a:pt x="1" y="101"/>
                      </a:cubicBezTo>
                      <a:cubicBezTo>
                        <a:pt x="1" y="170"/>
                        <a:pt x="17" y="239"/>
                        <a:pt x="17" y="303"/>
                      </a:cubicBezTo>
                      <a:cubicBezTo>
                        <a:pt x="17" y="340"/>
                        <a:pt x="17" y="356"/>
                        <a:pt x="33" y="388"/>
                      </a:cubicBezTo>
                      <a:lnTo>
                        <a:pt x="33" y="303"/>
                      </a:lnTo>
                      <a:lnTo>
                        <a:pt x="33" y="101"/>
                      </a:lnTo>
                      <a:lnTo>
                        <a:pt x="33" y="20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4" name="Google Shape;5964;p71">
                  <a:extLst>
                    <a:ext uri="{FF2B5EF4-FFF2-40B4-BE49-F238E27FC236}">
                      <a16:creationId xmlns:a16="http://schemas.microsoft.com/office/drawing/2014/main" id="{13EE704F-CA54-5772-7759-711FE011BC12}"/>
                    </a:ext>
                  </a:extLst>
                </p:cNvPr>
                <p:cNvSpPr/>
                <p:nvPr/>
              </p:nvSpPr>
              <p:spPr>
                <a:xfrm>
                  <a:off x="2638497" y="1796785"/>
                  <a:ext cx="43802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" h="37" extrusionOk="0">
                      <a:moveTo>
                        <a:pt x="122" y="0"/>
                      </a:moveTo>
                      <a:cubicBezTo>
                        <a:pt x="53" y="0"/>
                        <a:pt x="1" y="16"/>
                        <a:pt x="1" y="16"/>
                      </a:cubicBezTo>
                      <a:lnTo>
                        <a:pt x="122" y="16"/>
                      </a:lnTo>
                      <a:cubicBezTo>
                        <a:pt x="154" y="16"/>
                        <a:pt x="186" y="36"/>
                        <a:pt x="223" y="36"/>
                      </a:cubicBezTo>
                      <a:lnTo>
                        <a:pt x="441" y="36"/>
                      </a:lnTo>
                      <a:lnTo>
                        <a:pt x="441" y="16"/>
                      </a:lnTo>
                      <a:lnTo>
                        <a:pt x="388" y="16"/>
                      </a:lnTo>
                      <a:cubicBezTo>
                        <a:pt x="372" y="0"/>
                        <a:pt x="356" y="0"/>
                        <a:pt x="3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5" name="Google Shape;5965;p71">
                  <a:extLst>
                    <a:ext uri="{FF2B5EF4-FFF2-40B4-BE49-F238E27FC236}">
                      <a16:creationId xmlns:a16="http://schemas.microsoft.com/office/drawing/2014/main" id="{639C922D-C42A-95FD-C46B-0127F88BC3DC}"/>
                    </a:ext>
                  </a:extLst>
                </p:cNvPr>
                <p:cNvSpPr/>
                <p:nvPr/>
              </p:nvSpPr>
              <p:spPr>
                <a:xfrm>
                  <a:off x="2638497" y="1758247"/>
                  <a:ext cx="42213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" h="37" extrusionOk="0">
                      <a:moveTo>
                        <a:pt x="53" y="0"/>
                      </a:moveTo>
                      <a:cubicBezTo>
                        <a:pt x="37" y="20"/>
                        <a:pt x="21" y="20"/>
                        <a:pt x="1" y="20"/>
                      </a:cubicBezTo>
                      <a:lnTo>
                        <a:pt x="203" y="20"/>
                      </a:lnTo>
                      <a:cubicBezTo>
                        <a:pt x="239" y="37"/>
                        <a:pt x="287" y="37"/>
                        <a:pt x="303" y="37"/>
                      </a:cubicBezTo>
                      <a:lnTo>
                        <a:pt x="425" y="37"/>
                      </a:lnTo>
                      <a:cubicBezTo>
                        <a:pt x="404" y="37"/>
                        <a:pt x="404" y="20"/>
                        <a:pt x="388" y="20"/>
                      </a:cubicBezTo>
                      <a:cubicBezTo>
                        <a:pt x="372" y="20"/>
                        <a:pt x="340" y="0"/>
                        <a:pt x="3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6" name="Google Shape;5966;p71">
                  <a:extLst>
                    <a:ext uri="{FF2B5EF4-FFF2-40B4-BE49-F238E27FC236}">
                      <a16:creationId xmlns:a16="http://schemas.microsoft.com/office/drawing/2014/main" id="{86F66E61-09F1-3CF3-BB18-8E870EF28925}"/>
                    </a:ext>
                  </a:extLst>
                </p:cNvPr>
                <p:cNvSpPr/>
                <p:nvPr/>
              </p:nvSpPr>
              <p:spPr>
                <a:xfrm>
                  <a:off x="2662137" y="1713253"/>
                  <a:ext cx="4966" cy="45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454" extrusionOk="0">
                      <a:moveTo>
                        <a:pt x="49" y="1"/>
                      </a:moveTo>
                      <a:cubicBezTo>
                        <a:pt x="49" y="1"/>
                        <a:pt x="33" y="17"/>
                        <a:pt x="33" y="33"/>
                      </a:cubicBezTo>
                      <a:cubicBezTo>
                        <a:pt x="33" y="49"/>
                        <a:pt x="33" y="86"/>
                        <a:pt x="17" y="118"/>
                      </a:cubicBezTo>
                      <a:cubicBezTo>
                        <a:pt x="17" y="150"/>
                        <a:pt x="17" y="203"/>
                        <a:pt x="1" y="235"/>
                      </a:cubicBezTo>
                      <a:lnTo>
                        <a:pt x="1" y="288"/>
                      </a:lnTo>
                      <a:lnTo>
                        <a:pt x="1" y="336"/>
                      </a:lnTo>
                      <a:cubicBezTo>
                        <a:pt x="1" y="372"/>
                        <a:pt x="17" y="405"/>
                        <a:pt x="17" y="421"/>
                      </a:cubicBezTo>
                      <a:lnTo>
                        <a:pt x="17" y="453"/>
                      </a:lnTo>
                      <a:lnTo>
                        <a:pt x="33" y="453"/>
                      </a:lnTo>
                      <a:lnTo>
                        <a:pt x="33" y="437"/>
                      </a:lnTo>
                      <a:lnTo>
                        <a:pt x="33" y="405"/>
                      </a:lnTo>
                      <a:lnTo>
                        <a:pt x="33" y="336"/>
                      </a:lnTo>
                      <a:lnTo>
                        <a:pt x="33" y="288"/>
                      </a:lnTo>
                      <a:lnTo>
                        <a:pt x="33" y="235"/>
                      </a:lnTo>
                      <a:lnTo>
                        <a:pt x="33" y="118"/>
                      </a:lnTo>
                      <a:cubicBezTo>
                        <a:pt x="33" y="49"/>
                        <a:pt x="49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7" name="Google Shape;5967;p71">
                  <a:extLst>
                    <a:ext uri="{FF2B5EF4-FFF2-40B4-BE49-F238E27FC236}">
                      <a16:creationId xmlns:a16="http://schemas.microsoft.com/office/drawing/2014/main" id="{0E03F739-D9C9-56C8-F1C3-68E1AE308C29}"/>
                    </a:ext>
                  </a:extLst>
                </p:cNvPr>
                <p:cNvSpPr/>
                <p:nvPr/>
              </p:nvSpPr>
              <p:spPr>
                <a:xfrm>
                  <a:off x="2662137" y="1673126"/>
                  <a:ext cx="3377" cy="61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623" extrusionOk="0">
                      <a:moveTo>
                        <a:pt x="33" y="1"/>
                      </a:moveTo>
                      <a:cubicBezTo>
                        <a:pt x="17" y="1"/>
                        <a:pt x="17" y="1"/>
                        <a:pt x="17" y="17"/>
                      </a:cubicBezTo>
                      <a:lnTo>
                        <a:pt x="17" y="70"/>
                      </a:lnTo>
                      <a:cubicBezTo>
                        <a:pt x="17" y="86"/>
                        <a:pt x="1" y="118"/>
                        <a:pt x="17" y="171"/>
                      </a:cubicBezTo>
                      <a:lnTo>
                        <a:pt x="17" y="336"/>
                      </a:lnTo>
                      <a:lnTo>
                        <a:pt x="17" y="506"/>
                      </a:lnTo>
                      <a:lnTo>
                        <a:pt x="17" y="574"/>
                      </a:lnTo>
                      <a:lnTo>
                        <a:pt x="17" y="623"/>
                      </a:lnTo>
                      <a:cubicBezTo>
                        <a:pt x="33" y="607"/>
                        <a:pt x="33" y="591"/>
                        <a:pt x="33" y="574"/>
                      </a:cubicBezTo>
                      <a:lnTo>
                        <a:pt x="33" y="506"/>
                      </a:lnTo>
                      <a:lnTo>
                        <a:pt x="33" y="336"/>
                      </a:lnTo>
                      <a:lnTo>
                        <a:pt x="33" y="171"/>
                      </a:lnTo>
                      <a:lnTo>
                        <a:pt x="33" y="70"/>
                      </a:lnTo>
                      <a:lnTo>
                        <a:pt x="33" y="1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8" name="Google Shape;5968;p71">
                  <a:extLst>
                    <a:ext uri="{FF2B5EF4-FFF2-40B4-BE49-F238E27FC236}">
                      <a16:creationId xmlns:a16="http://schemas.microsoft.com/office/drawing/2014/main" id="{40F8B4F9-3C04-FFDD-62DD-B7DCCFCFAA79}"/>
                    </a:ext>
                  </a:extLst>
                </p:cNvPr>
                <p:cNvSpPr/>
                <p:nvPr/>
              </p:nvSpPr>
              <p:spPr>
                <a:xfrm>
                  <a:off x="2437861" y="1606181"/>
                  <a:ext cx="5364" cy="9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946" extrusionOk="0">
                      <a:moveTo>
                        <a:pt x="37" y="0"/>
                      </a:moveTo>
                      <a:cubicBezTo>
                        <a:pt x="37" y="0"/>
                        <a:pt x="21" y="0"/>
                        <a:pt x="21" y="16"/>
                      </a:cubicBezTo>
                      <a:lnTo>
                        <a:pt x="21" y="101"/>
                      </a:lnTo>
                      <a:lnTo>
                        <a:pt x="21" y="239"/>
                      </a:lnTo>
                      <a:cubicBezTo>
                        <a:pt x="37" y="271"/>
                        <a:pt x="37" y="303"/>
                        <a:pt x="37" y="356"/>
                      </a:cubicBezTo>
                      <a:lnTo>
                        <a:pt x="37" y="404"/>
                      </a:lnTo>
                      <a:lnTo>
                        <a:pt x="37" y="441"/>
                      </a:lnTo>
                      <a:lnTo>
                        <a:pt x="37" y="457"/>
                      </a:lnTo>
                      <a:cubicBezTo>
                        <a:pt x="37" y="505"/>
                        <a:pt x="37" y="542"/>
                        <a:pt x="21" y="574"/>
                      </a:cubicBezTo>
                      <a:lnTo>
                        <a:pt x="21" y="691"/>
                      </a:lnTo>
                      <a:lnTo>
                        <a:pt x="21" y="792"/>
                      </a:lnTo>
                      <a:cubicBezTo>
                        <a:pt x="21" y="760"/>
                        <a:pt x="21" y="723"/>
                        <a:pt x="37" y="691"/>
                      </a:cubicBezTo>
                      <a:cubicBezTo>
                        <a:pt x="37" y="659"/>
                        <a:pt x="37" y="622"/>
                        <a:pt x="53" y="574"/>
                      </a:cubicBezTo>
                      <a:lnTo>
                        <a:pt x="53" y="457"/>
                      </a:lnTo>
                      <a:lnTo>
                        <a:pt x="53" y="441"/>
                      </a:lnTo>
                      <a:lnTo>
                        <a:pt x="53" y="404"/>
                      </a:lnTo>
                      <a:lnTo>
                        <a:pt x="53" y="356"/>
                      </a:lnTo>
                      <a:lnTo>
                        <a:pt x="53" y="239"/>
                      </a:lnTo>
                      <a:cubicBezTo>
                        <a:pt x="53" y="170"/>
                        <a:pt x="37" y="117"/>
                        <a:pt x="37" y="85"/>
                      </a:cubicBezTo>
                      <a:lnTo>
                        <a:pt x="37" y="16"/>
                      </a:lnTo>
                      <a:lnTo>
                        <a:pt x="37" y="0"/>
                      </a:lnTo>
                      <a:close/>
                      <a:moveTo>
                        <a:pt x="21" y="792"/>
                      </a:moveTo>
                      <a:cubicBezTo>
                        <a:pt x="1" y="808"/>
                        <a:pt x="1" y="845"/>
                        <a:pt x="1" y="861"/>
                      </a:cubicBezTo>
                      <a:lnTo>
                        <a:pt x="1" y="946"/>
                      </a:lnTo>
                      <a:cubicBezTo>
                        <a:pt x="1" y="946"/>
                        <a:pt x="1" y="909"/>
                        <a:pt x="21" y="861"/>
                      </a:cubicBezTo>
                      <a:lnTo>
                        <a:pt x="21" y="7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69" name="Google Shape;5969;p71">
                  <a:extLst>
                    <a:ext uri="{FF2B5EF4-FFF2-40B4-BE49-F238E27FC236}">
                      <a16:creationId xmlns:a16="http://schemas.microsoft.com/office/drawing/2014/main" id="{D0ECEF7F-B3E0-551E-D253-C8AE2ABC9A61}"/>
                    </a:ext>
                  </a:extLst>
                </p:cNvPr>
                <p:cNvSpPr/>
                <p:nvPr/>
              </p:nvSpPr>
              <p:spPr>
                <a:xfrm>
                  <a:off x="2437861" y="1740170"/>
                  <a:ext cx="5364" cy="9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991" extrusionOk="0">
                      <a:moveTo>
                        <a:pt x="37" y="0"/>
                      </a:moveTo>
                      <a:cubicBezTo>
                        <a:pt x="21" y="0"/>
                        <a:pt x="21" y="0"/>
                        <a:pt x="21" y="33"/>
                      </a:cubicBezTo>
                      <a:lnTo>
                        <a:pt x="21" y="267"/>
                      </a:lnTo>
                      <a:lnTo>
                        <a:pt x="21" y="368"/>
                      </a:lnTo>
                      <a:lnTo>
                        <a:pt x="21" y="437"/>
                      </a:lnTo>
                      <a:lnTo>
                        <a:pt x="21" y="485"/>
                      </a:lnTo>
                      <a:cubicBezTo>
                        <a:pt x="21" y="538"/>
                        <a:pt x="21" y="570"/>
                        <a:pt x="1" y="606"/>
                      </a:cubicBezTo>
                      <a:lnTo>
                        <a:pt x="1" y="724"/>
                      </a:lnTo>
                      <a:lnTo>
                        <a:pt x="1" y="841"/>
                      </a:lnTo>
                      <a:lnTo>
                        <a:pt x="1" y="926"/>
                      </a:lnTo>
                      <a:cubicBezTo>
                        <a:pt x="1" y="958"/>
                        <a:pt x="21" y="990"/>
                        <a:pt x="21" y="990"/>
                      </a:cubicBezTo>
                      <a:lnTo>
                        <a:pt x="21" y="926"/>
                      </a:lnTo>
                      <a:lnTo>
                        <a:pt x="21" y="841"/>
                      </a:lnTo>
                      <a:lnTo>
                        <a:pt x="21" y="724"/>
                      </a:lnTo>
                      <a:lnTo>
                        <a:pt x="21" y="606"/>
                      </a:lnTo>
                      <a:cubicBezTo>
                        <a:pt x="37" y="570"/>
                        <a:pt x="37" y="538"/>
                        <a:pt x="37" y="485"/>
                      </a:cubicBezTo>
                      <a:cubicBezTo>
                        <a:pt x="37" y="469"/>
                        <a:pt x="53" y="453"/>
                        <a:pt x="53" y="437"/>
                      </a:cubicBezTo>
                      <a:lnTo>
                        <a:pt x="53" y="368"/>
                      </a:lnTo>
                      <a:lnTo>
                        <a:pt x="53" y="267"/>
                      </a:lnTo>
                      <a:cubicBezTo>
                        <a:pt x="53" y="182"/>
                        <a:pt x="53" y="134"/>
                        <a:pt x="37" y="101"/>
                      </a:cubicBezTo>
                      <a:lnTo>
                        <a:pt x="37" y="3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0" name="Google Shape;5970;p71">
                  <a:extLst>
                    <a:ext uri="{FF2B5EF4-FFF2-40B4-BE49-F238E27FC236}">
                      <a16:creationId xmlns:a16="http://schemas.microsoft.com/office/drawing/2014/main" id="{9505E947-3C76-563C-AF0F-F526074BB24E}"/>
                    </a:ext>
                  </a:extLst>
                </p:cNvPr>
                <p:cNvSpPr/>
                <p:nvPr/>
              </p:nvSpPr>
              <p:spPr>
                <a:xfrm>
                  <a:off x="2433093" y="1785065"/>
                  <a:ext cx="48669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" h="70" extrusionOk="0">
                      <a:moveTo>
                        <a:pt x="16" y="1"/>
                      </a:moveTo>
                      <a:lnTo>
                        <a:pt x="0" y="17"/>
                      </a:lnTo>
                      <a:lnTo>
                        <a:pt x="49" y="17"/>
                      </a:lnTo>
                      <a:cubicBezTo>
                        <a:pt x="69" y="17"/>
                        <a:pt x="85" y="33"/>
                        <a:pt x="117" y="33"/>
                      </a:cubicBezTo>
                      <a:cubicBezTo>
                        <a:pt x="134" y="33"/>
                        <a:pt x="170" y="53"/>
                        <a:pt x="186" y="53"/>
                      </a:cubicBezTo>
                      <a:lnTo>
                        <a:pt x="352" y="53"/>
                      </a:lnTo>
                      <a:cubicBezTo>
                        <a:pt x="436" y="53"/>
                        <a:pt x="489" y="70"/>
                        <a:pt x="489" y="70"/>
                      </a:cubicBezTo>
                      <a:cubicBezTo>
                        <a:pt x="489" y="70"/>
                        <a:pt x="436" y="53"/>
                        <a:pt x="352" y="33"/>
                      </a:cubicBezTo>
                      <a:cubicBezTo>
                        <a:pt x="319" y="33"/>
                        <a:pt x="287" y="33"/>
                        <a:pt x="235" y="17"/>
                      </a:cubicBezTo>
                      <a:lnTo>
                        <a:pt x="134" y="17"/>
                      </a:lnTo>
                      <a:cubicBezTo>
                        <a:pt x="101" y="1"/>
                        <a:pt x="69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1" name="Google Shape;5971;p71">
                  <a:extLst>
                    <a:ext uri="{FF2B5EF4-FFF2-40B4-BE49-F238E27FC236}">
                      <a16:creationId xmlns:a16="http://schemas.microsoft.com/office/drawing/2014/main" id="{EDB394F3-30DD-FE89-5126-BE9A0C765C40}"/>
                    </a:ext>
                  </a:extLst>
                </p:cNvPr>
                <p:cNvSpPr/>
                <p:nvPr/>
              </p:nvSpPr>
              <p:spPr>
                <a:xfrm>
                  <a:off x="2439847" y="1741759"/>
                  <a:ext cx="3824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33" extrusionOk="0">
                      <a:moveTo>
                        <a:pt x="1" y="1"/>
                      </a:moveTo>
                      <a:lnTo>
                        <a:pt x="17" y="17"/>
                      </a:lnTo>
                      <a:lnTo>
                        <a:pt x="33" y="17"/>
                      </a:lnTo>
                      <a:cubicBezTo>
                        <a:pt x="49" y="17"/>
                        <a:pt x="66" y="33"/>
                        <a:pt x="102" y="33"/>
                      </a:cubicBezTo>
                      <a:lnTo>
                        <a:pt x="284" y="33"/>
                      </a:lnTo>
                      <a:cubicBezTo>
                        <a:pt x="336" y="33"/>
                        <a:pt x="385" y="17"/>
                        <a:pt x="385" y="17"/>
                      </a:cubicBezTo>
                      <a:lnTo>
                        <a:pt x="183" y="17"/>
                      </a:lnTo>
                      <a:cubicBezTo>
                        <a:pt x="150" y="17"/>
                        <a:pt x="134" y="1"/>
                        <a:pt x="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2" name="Google Shape;5972;p71">
                  <a:extLst>
                    <a:ext uri="{FF2B5EF4-FFF2-40B4-BE49-F238E27FC236}">
                      <a16:creationId xmlns:a16="http://schemas.microsoft.com/office/drawing/2014/main" id="{D48C41B9-AB45-1446-D0AC-808428985B49}"/>
                    </a:ext>
                  </a:extLst>
                </p:cNvPr>
                <p:cNvSpPr/>
                <p:nvPr/>
              </p:nvSpPr>
              <p:spPr>
                <a:xfrm>
                  <a:off x="2180708" y="1860552"/>
                  <a:ext cx="21752" cy="34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52" extrusionOk="0">
                      <a:moveTo>
                        <a:pt x="202" y="0"/>
                      </a:moveTo>
                      <a:cubicBezTo>
                        <a:pt x="202" y="17"/>
                        <a:pt x="186" y="17"/>
                        <a:pt x="166" y="33"/>
                      </a:cubicBezTo>
                      <a:cubicBezTo>
                        <a:pt x="166" y="33"/>
                        <a:pt x="150" y="49"/>
                        <a:pt x="134" y="81"/>
                      </a:cubicBezTo>
                      <a:cubicBezTo>
                        <a:pt x="101" y="134"/>
                        <a:pt x="65" y="202"/>
                        <a:pt x="33" y="251"/>
                      </a:cubicBezTo>
                      <a:cubicBezTo>
                        <a:pt x="33" y="283"/>
                        <a:pt x="16" y="303"/>
                        <a:pt x="0" y="320"/>
                      </a:cubicBezTo>
                      <a:lnTo>
                        <a:pt x="0" y="352"/>
                      </a:lnTo>
                      <a:cubicBezTo>
                        <a:pt x="0" y="352"/>
                        <a:pt x="16" y="320"/>
                        <a:pt x="49" y="251"/>
                      </a:cubicBezTo>
                      <a:cubicBezTo>
                        <a:pt x="85" y="202"/>
                        <a:pt x="117" y="134"/>
                        <a:pt x="150" y="81"/>
                      </a:cubicBezTo>
                      <a:cubicBezTo>
                        <a:pt x="166" y="65"/>
                        <a:pt x="186" y="49"/>
                        <a:pt x="186" y="33"/>
                      </a:cubicBezTo>
                      <a:cubicBezTo>
                        <a:pt x="202" y="33"/>
                        <a:pt x="202" y="17"/>
                        <a:pt x="202" y="17"/>
                      </a:cubicBezTo>
                      <a:lnTo>
                        <a:pt x="21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3" name="Google Shape;5973;p71">
                  <a:extLst>
                    <a:ext uri="{FF2B5EF4-FFF2-40B4-BE49-F238E27FC236}">
                      <a16:creationId xmlns:a16="http://schemas.microsoft.com/office/drawing/2014/main" id="{17BC9369-069E-29D7-E60F-8341AC0127F9}"/>
                    </a:ext>
                  </a:extLst>
                </p:cNvPr>
                <p:cNvSpPr/>
                <p:nvPr/>
              </p:nvSpPr>
              <p:spPr>
                <a:xfrm>
                  <a:off x="2165412" y="1900679"/>
                  <a:ext cx="11720" cy="15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53" extrusionOk="0">
                      <a:moveTo>
                        <a:pt x="118" y="0"/>
                      </a:moveTo>
                      <a:cubicBezTo>
                        <a:pt x="118" y="1"/>
                        <a:pt x="102" y="17"/>
                        <a:pt x="86" y="33"/>
                      </a:cubicBezTo>
                      <a:cubicBezTo>
                        <a:pt x="69" y="65"/>
                        <a:pt x="53" y="81"/>
                        <a:pt x="37" y="101"/>
                      </a:cubicBezTo>
                      <a:cubicBezTo>
                        <a:pt x="1" y="150"/>
                        <a:pt x="1" y="150"/>
                        <a:pt x="17" y="150"/>
                      </a:cubicBezTo>
                      <a:cubicBezTo>
                        <a:pt x="17" y="150"/>
                        <a:pt x="17" y="152"/>
                        <a:pt x="19" y="152"/>
                      </a:cubicBezTo>
                      <a:cubicBezTo>
                        <a:pt x="23" y="152"/>
                        <a:pt x="31" y="147"/>
                        <a:pt x="53" y="117"/>
                      </a:cubicBezTo>
                      <a:cubicBezTo>
                        <a:pt x="69" y="101"/>
                        <a:pt x="86" y="65"/>
                        <a:pt x="86" y="49"/>
                      </a:cubicBezTo>
                      <a:cubicBezTo>
                        <a:pt x="102" y="17"/>
                        <a:pt x="118" y="1"/>
                        <a:pt x="1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4" name="Google Shape;5974;p71">
                  <a:extLst>
                    <a:ext uri="{FF2B5EF4-FFF2-40B4-BE49-F238E27FC236}">
                      <a16:creationId xmlns:a16="http://schemas.microsoft.com/office/drawing/2014/main" id="{03E687EE-2D4C-72AC-4D57-8A6BA454B9DA}"/>
                    </a:ext>
                  </a:extLst>
                </p:cNvPr>
                <p:cNvSpPr/>
                <p:nvPr/>
              </p:nvSpPr>
              <p:spPr>
                <a:xfrm>
                  <a:off x="2165412" y="1885383"/>
                  <a:ext cx="37048" cy="5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522" extrusionOk="0">
                      <a:moveTo>
                        <a:pt x="372" y="1"/>
                      </a:moveTo>
                      <a:lnTo>
                        <a:pt x="372" y="1"/>
                      </a:lnTo>
                      <a:cubicBezTo>
                        <a:pt x="372" y="1"/>
                        <a:pt x="320" y="53"/>
                        <a:pt x="271" y="134"/>
                      </a:cubicBezTo>
                      <a:cubicBezTo>
                        <a:pt x="320" y="70"/>
                        <a:pt x="372" y="1"/>
                        <a:pt x="372" y="1"/>
                      </a:cubicBezTo>
                      <a:close/>
                      <a:moveTo>
                        <a:pt x="271" y="134"/>
                      </a:moveTo>
                      <a:lnTo>
                        <a:pt x="271" y="134"/>
                      </a:lnTo>
                      <a:cubicBezTo>
                        <a:pt x="239" y="170"/>
                        <a:pt x="203" y="219"/>
                        <a:pt x="170" y="255"/>
                      </a:cubicBezTo>
                      <a:cubicBezTo>
                        <a:pt x="138" y="304"/>
                        <a:pt x="118" y="336"/>
                        <a:pt x="86" y="372"/>
                      </a:cubicBezTo>
                      <a:cubicBezTo>
                        <a:pt x="69" y="421"/>
                        <a:pt x="53" y="437"/>
                        <a:pt x="37" y="457"/>
                      </a:cubicBezTo>
                      <a:cubicBezTo>
                        <a:pt x="17" y="490"/>
                        <a:pt x="17" y="490"/>
                        <a:pt x="17" y="506"/>
                      </a:cubicBezTo>
                      <a:cubicBezTo>
                        <a:pt x="37" y="506"/>
                        <a:pt x="37" y="490"/>
                        <a:pt x="53" y="473"/>
                      </a:cubicBezTo>
                      <a:cubicBezTo>
                        <a:pt x="69" y="457"/>
                        <a:pt x="86" y="421"/>
                        <a:pt x="102" y="389"/>
                      </a:cubicBezTo>
                      <a:cubicBezTo>
                        <a:pt x="138" y="356"/>
                        <a:pt x="154" y="304"/>
                        <a:pt x="187" y="271"/>
                      </a:cubicBezTo>
                      <a:cubicBezTo>
                        <a:pt x="219" y="219"/>
                        <a:pt x="255" y="187"/>
                        <a:pt x="271" y="134"/>
                      </a:cubicBezTo>
                      <a:close/>
                      <a:moveTo>
                        <a:pt x="17" y="506"/>
                      </a:moveTo>
                      <a:cubicBezTo>
                        <a:pt x="1" y="522"/>
                        <a:pt x="1" y="522"/>
                        <a:pt x="17" y="522"/>
                      </a:cubicBezTo>
                      <a:lnTo>
                        <a:pt x="17" y="50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5" name="Google Shape;5975;p71">
                  <a:extLst>
                    <a:ext uri="{FF2B5EF4-FFF2-40B4-BE49-F238E27FC236}">
                      <a16:creationId xmlns:a16="http://schemas.microsoft.com/office/drawing/2014/main" id="{16C8122B-7E63-B2B2-7952-90C478E3EE3B}"/>
                    </a:ext>
                  </a:extLst>
                </p:cNvPr>
                <p:cNvSpPr/>
                <p:nvPr/>
              </p:nvSpPr>
              <p:spPr>
                <a:xfrm>
                  <a:off x="2209215" y="1855288"/>
                  <a:ext cx="14899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203" extrusionOk="0">
                      <a:moveTo>
                        <a:pt x="133" y="1"/>
                      </a:moveTo>
                      <a:lnTo>
                        <a:pt x="117" y="17"/>
                      </a:lnTo>
                      <a:cubicBezTo>
                        <a:pt x="117" y="17"/>
                        <a:pt x="101" y="33"/>
                        <a:pt x="81" y="33"/>
                      </a:cubicBezTo>
                      <a:cubicBezTo>
                        <a:pt x="81" y="53"/>
                        <a:pt x="81" y="53"/>
                        <a:pt x="65" y="70"/>
                      </a:cubicBezTo>
                      <a:cubicBezTo>
                        <a:pt x="65" y="70"/>
                        <a:pt x="65" y="86"/>
                        <a:pt x="49" y="86"/>
                      </a:cubicBezTo>
                      <a:cubicBezTo>
                        <a:pt x="49" y="102"/>
                        <a:pt x="32" y="118"/>
                        <a:pt x="32" y="134"/>
                      </a:cubicBezTo>
                      <a:cubicBezTo>
                        <a:pt x="16" y="171"/>
                        <a:pt x="0" y="203"/>
                        <a:pt x="0" y="203"/>
                      </a:cubicBezTo>
                      <a:cubicBezTo>
                        <a:pt x="0" y="203"/>
                        <a:pt x="16" y="187"/>
                        <a:pt x="32" y="154"/>
                      </a:cubicBezTo>
                      <a:cubicBezTo>
                        <a:pt x="49" y="134"/>
                        <a:pt x="65" y="118"/>
                        <a:pt x="65" y="102"/>
                      </a:cubicBezTo>
                      <a:cubicBezTo>
                        <a:pt x="81" y="86"/>
                        <a:pt x="81" y="86"/>
                        <a:pt x="81" y="70"/>
                      </a:cubicBezTo>
                      <a:cubicBezTo>
                        <a:pt x="101" y="70"/>
                        <a:pt x="101" y="70"/>
                        <a:pt x="101" y="53"/>
                      </a:cubicBezTo>
                      <a:cubicBezTo>
                        <a:pt x="117" y="33"/>
                        <a:pt x="117" y="33"/>
                        <a:pt x="133" y="33"/>
                      </a:cubicBezTo>
                      <a:cubicBezTo>
                        <a:pt x="133" y="17"/>
                        <a:pt x="133" y="17"/>
                        <a:pt x="150" y="17"/>
                      </a:cubicBez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6" name="Google Shape;5976;p71">
                  <a:extLst>
                    <a:ext uri="{FF2B5EF4-FFF2-40B4-BE49-F238E27FC236}">
                      <a16:creationId xmlns:a16="http://schemas.microsoft.com/office/drawing/2014/main" id="{1C0F7C0A-3685-374A-8430-DDDC7FC7FA2B}"/>
                    </a:ext>
                  </a:extLst>
                </p:cNvPr>
                <p:cNvSpPr/>
                <p:nvPr/>
              </p:nvSpPr>
              <p:spPr>
                <a:xfrm>
                  <a:off x="2239310" y="1850917"/>
                  <a:ext cx="28109" cy="4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" h="465" extrusionOk="0">
                      <a:moveTo>
                        <a:pt x="281" y="0"/>
                      </a:moveTo>
                      <a:cubicBezTo>
                        <a:pt x="279" y="0"/>
                        <a:pt x="275" y="4"/>
                        <a:pt x="267" y="13"/>
                      </a:cubicBezTo>
                      <a:lnTo>
                        <a:pt x="283" y="13"/>
                      </a:lnTo>
                      <a:cubicBezTo>
                        <a:pt x="283" y="4"/>
                        <a:pt x="283" y="0"/>
                        <a:pt x="281" y="0"/>
                      </a:cubicBezTo>
                      <a:close/>
                      <a:moveTo>
                        <a:pt x="251" y="13"/>
                      </a:moveTo>
                      <a:cubicBezTo>
                        <a:pt x="251" y="29"/>
                        <a:pt x="234" y="29"/>
                        <a:pt x="234" y="29"/>
                      </a:cubicBezTo>
                      <a:cubicBezTo>
                        <a:pt x="218" y="45"/>
                        <a:pt x="202" y="77"/>
                        <a:pt x="182" y="114"/>
                      </a:cubicBezTo>
                      <a:cubicBezTo>
                        <a:pt x="166" y="146"/>
                        <a:pt x="150" y="178"/>
                        <a:pt x="117" y="215"/>
                      </a:cubicBezTo>
                      <a:cubicBezTo>
                        <a:pt x="117" y="247"/>
                        <a:pt x="101" y="263"/>
                        <a:pt x="101" y="279"/>
                      </a:cubicBezTo>
                      <a:cubicBezTo>
                        <a:pt x="117" y="263"/>
                        <a:pt x="133" y="247"/>
                        <a:pt x="150" y="231"/>
                      </a:cubicBezTo>
                      <a:cubicBezTo>
                        <a:pt x="150" y="215"/>
                        <a:pt x="166" y="198"/>
                        <a:pt x="166" y="162"/>
                      </a:cubicBezTo>
                      <a:cubicBezTo>
                        <a:pt x="182" y="146"/>
                        <a:pt x="202" y="130"/>
                        <a:pt x="202" y="114"/>
                      </a:cubicBezTo>
                      <a:cubicBezTo>
                        <a:pt x="218" y="77"/>
                        <a:pt x="234" y="61"/>
                        <a:pt x="251" y="45"/>
                      </a:cubicBezTo>
                      <a:cubicBezTo>
                        <a:pt x="251" y="45"/>
                        <a:pt x="251" y="29"/>
                        <a:pt x="267" y="29"/>
                      </a:cubicBezTo>
                      <a:lnTo>
                        <a:pt x="267" y="13"/>
                      </a:lnTo>
                      <a:close/>
                      <a:moveTo>
                        <a:pt x="101" y="279"/>
                      </a:moveTo>
                      <a:lnTo>
                        <a:pt x="101" y="279"/>
                      </a:lnTo>
                      <a:cubicBezTo>
                        <a:pt x="81" y="299"/>
                        <a:pt x="65" y="316"/>
                        <a:pt x="65" y="332"/>
                      </a:cubicBezTo>
                      <a:cubicBezTo>
                        <a:pt x="49" y="348"/>
                        <a:pt x="49" y="364"/>
                        <a:pt x="32" y="380"/>
                      </a:cubicBezTo>
                      <a:cubicBezTo>
                        <a:pt x="32" y="400"/>
                        <a:pt x="16" y="417"/>
                        <a:pt x="16" y="433"/>
                      </a:cubicBezTo>
                      <a:cubicBezTo>
                        <a:pt x="32" y="417"/>
                        <a:pt x="32" y="400"/>
                        <a:pt x="49" y="400"/>
                      </a:cubicBezTo>
                      <a:cubicBezTo>
                        <a:pt x="49" y="380"/>
                        <a:pt x="65" y="364"/>
                        <a:pt x="65" y="348"/>
                      </a:cubicBezTo>
                      <a:cubicBezTo>
                        <a:pt x="81" y="332"/>
                        <a:pt x="101" y="299"/>
                        <a:pt x="101" y="279"/>
                      </a:cubicBezTo>
                      <a:close/>
                      <a:moveTo>
                        <a:pt x="16" y="433"/>
                      </a:moveTo>
                      <a:lnTo>
                        <a:pt x="16" y="433"/>
                      </a:lnTo>
                      <a:cubicBezTo>
                        <a:pt x="0" y="449"/>
                        <a:pt x="0" y="465"/>
                        <a:pt x="0" y="465"/>
                      </a:cubicBezTo>
                      <a:cubicBezTo>
                        <a:pt x="0" y="465"/>
                        <a:pt x="16" y="449"/>
                        <a:pt x="16" y="4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7" name="Google Shape;5977;p71">
                  <a:extLst>
                    <a:ext uri="{FF2B5EF4-FFF2-40B4-BE49-F238E27FC236}">
                      <a16:creationId xmlns:a16="http://schemas.microsoft.com/office/drawing/2014/main" id="{114B00E4-59A9-3C7B-874E-D7836F1915C8}"/>
                    </a:ext>
                  </a:extLst>
                </p:cNvPr>
                <p:cNvSpPr/>
                <p:nvPr/>
              </p:nvSpPr>
              <p:spPr>
                <a:xfrm>
                  <a:off x="2242489" y="1848534"/>
                  <a:ext cx="43405" cy="68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" h="691" extrusionOk="0">
                      <a:moveTo>
                        <a:pt x="437" y="0"/>
                      </a:moveTo>
                      <a:lnTo>
                        <a:pt x="420" y="20"/>
                      </a:lnTo>
                      <a:cubicBezTo>
                        <a:pt x="404" y="37"/>
                        <a:pt x="388" y="53"/>
                        <a:pt x="372" y="85"/>
                      </a:cubicBezTo>
                      <a:cubicBezTo>
                        <a:pt x="352" y="101"/>
                        <a:pt x="336" y="154"/>
                        <a:pt x="303" y="202"/>
                      </a:cubicBezTo>
                      <a:cubicBezTo>
                        <a:pt x="287" y="222"/>
                        <a:pt x="271" y="255"/>
                        <a:pt x="251" y="287"/>
                      </a:cubicBezTo>
                      <a:cubicBezTo>
                        <a:pt x="235" y="303"/>
                        <a:pt x="219" y="340"/>
                        <a:pt x="202" y="372"/>
                      </a:cubicBezTo>
                      <a:cubicBezTo>
                        <a:pt x="186" y="404"/>
                        <a:pt x="150" y="424"/>
                        <a:pt x="134" y="457"/>
                      </a:cubicBezTo>
                      <a:cubicBezTo>
                        <a:pt x="118" y="489"/>
                        <a:pt x="101" y="525"/>
                        <a:pt x="85" y="541"/>
                      </a:cubicBezTo>
                      <a:cubicBezTo>
                        <a:pt x="69" y="574"/>
                        <a:pt x="49" y="606"/>
                        <a:pt x="33" y="626"/>
                      </a:cubicBezTo>
                      <a:cubicBezTo>
                        <a:pt x="33" y="659"/>
                        <a:pt x="17" y="675"/>
                        <a:pt x="0" y="691"/>
                      </a:cubicBezTo>
                      <a:cubicBezTo>
                        <a:pt x="17" y="675"/>
                        <a:pt x="33" y="659"/>
                        <a:pt x="49" y="626"/>
                      </a:cubicBezTo>
                      <a:cubicBezTo>
                        <a:pt x="49" y="606"/>
                        <a:pt x="69" y="574"/>
                        <a:pt x="101" y="558"/>
                      </a:cubicBezTo>
                      <a:cubicBezTo>
                        <a:pt x="118" y="525"/>
                        <a:pt x="134" y="489"/>
                        <a:pt x="150" y="473"/>
                      </a:cubicBezTo>
                      <a:cubicBezTo>
                        <a:pt x="170" y="441"/>
                        <a:pt x="186" y="404"/>
                        <a:pt x="219" y="372"/>
                      </a:cubicBezTo>
                      <a:cubicBezTo>
                        <a:pt x="235" y="356"/>
                        <a:pt x="251" y="323"/>
                        <a:pt x="271" y="287"/>
                      </a:cubicBezTo>
                      <a:cubicBezTo>
                        <a:pt x="303" y="271"/>
                        <a:pt x="320" y="239"/>
                        <a:pt x="336" y="202"/>
                      </a:cubicBezTo>
                      <a:cubicBezTo>
                        <a:pt x="352" y="154"/>
                        <a:pt x="388" y="121"/>
                        <a:pt x="388" y="85"/>
                      </a:cubicBezTo>
                      <a:cubicBezTo>
                        <a:pt x="404" y="53"/>
                        <a:pt x="420" y="37"/>
                        <a:pt x="420" y="37"/>
                      </a:cubicBezTo>
                      <a:lnTo>
                        <a:pt x="437" y="20"/>
                      </a:lnTo>
                      <a:lnTo>
                        <a:pt x="4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8" name="Google Shape;5978;p71">
                  <a:extLst>
                    <a:ext uri="{FF2B5EF4-FFF2-40B4-BE49-F238E27FC236}">
                      <a16:creationId xmlns:a16="http://schemas.microsoft.com/office/drawing/2014/main" id="{5F78B1F1-7C2A-2D3A-1EF6-8D5384AB0E1E}"/>
                    </a:ext>
                  </a:extLst>
                </p:cNvPr>
                <p:cNvSpPr/>
                <p:nvPr/>
              </p:nvSpPr>
              <p:spPr>
                <a:xfrm>
                  <a:off x="2085158" y="1833635"/>
                  <a:ext cx="10131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18" extrusionOk="0">
                      <a:moveTo>
                        <a:pt x="86" y="1"/>
                      </a:moveTo>
                      <a:cubicBezTo>
                        <a:pt x="86" y="1"/>
                        <a:pt x="69" y="1"/>
                        <a:pt x="53" y="17"/>
                      </a:cubicBezTo>
                      <a:cubicBezTo>
                        <a:pt x="53" y="33"/>
                        <a:pt x="37" y="33"/>
                        <a:pt x="37" y="49"/>
                      </a:cubicBezTo>
                      <a:cubicBezTo>
                        <a:pt x="37" y="69"/>
                        <a:pt x="17" y="86"/>
                        <a:pt x="17" y="86"/>
                      </a:cubicBezTo>
                      <a:cubicBezTo>
                        <a:pt x="17" y="102"/>
                        <a:pt x="17" y="102"/>
                        <a:pt x="1" y="118"/>
                      </a:cubicBezTo>
                      <a:lnTo>
                        <a:pt x="17" y="118"/>
                      </a:lnTo>
                      <a:cubicBezTo>
                        <a:pt x="17" y="118"/>
                        <a:pt x="17" y="102"/>
                        <a:pt x="37" y="102"/>
                      </a:cubicBezTo>
                      <a:cubicBezTo>
                        <a:pt x="37" y="86"/>
                        <a:pt x="53" y="69"/>
                        <a:pt x="53" y="69"/>
                      </a:cubicBezTo>
                      <a:cubicBezTo>
                        <a:pt x="53" y="49"/>
                        <a:pt x="69" y="49"/>
                        <a:pt x="69" y="33"/>
                      </a:cubicBezTo>
                      <a:cubicBezTo>
                        <a:pt x="86" y="33"/>
                        <a:pt x="86" y="17"/>
                        <a:pt x="86" y="17"/>
                      </a:cubicBezTo>
                      <a:lnTo>
                        <a:pt x="102" y="17"/>
                      </a:lnTo>
                      <a:lnTo>
                        <a:pt x="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79" name="Google Shape;5979;p71">
                  <a:extLst>
                    <a:ext uri="{FF2B5EF4-FFF2-40B4-BE49-F238E27FC236}">
                      <a16:creationId xmlns:a16="http://schemas.microsoft.com/office/drawing/2014/main" id="{70B10959-E700-0AC9-A854-41EF5CA646DB}"/>
                    </a:ext>
                  </a:extLst>
                </p:cNvPr>
                <p:cNvSpPr/>
                <p:nvPr/>
              </p:nvSpPr>
              <p:spPr>
                <a:xfrm>
                  <a:off x="2083569" y="1830854"/>
                  <a:ext cx="21752" cy="32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2" extrusionOk="0">
                      <a:moveTo>
                        <a:pt x="217" y="0"/>
                      </a:moveTo>
                      <a:cubicBezTo>
                        <a:pt x="215" y="0"/>
                        <a:pt x="211" y="4"/>
                        <a:pt x="203" y="13"/>
                      </a:cubicBezTo>
                      <a:lnTo>
                        <a:pt x="186" y="29"/>
                      </a:lnTo>
                      <a:cubicBezTo>
                        <a:pt x="170" y="29"/>
                        <a:pt x="154" y="45"/>
                        <a:pt x="134" y="61"/>
                      </a:cubicBezTo>
                      <a:cubicBezTo>
                        <a:pt x="134" y="77"/>
                        <a:pt x="118" y="97"/>
                        <a:pt x="118" y="114"/>
                      </a:cubicBezTo>
                      <a:cubicBezTo>
                        <a:pt x="102" y="114"/>
                        <a:pt x="102" y="130"/>
                        <a:pt x="85" y="146"/>
                      </a:cubicBezTo>
                      <a:cubicBezTo>
                        <a:pt x="69" y="178"/>
                        <a:pt x="53" y="198"/>
                        <a:pt x="33" y="231"/>
                      </a:cubicBezTo>
                      <a:cubicBezTo>
                        <a:pt x="17" y="279"/>
                        <a:pt x="1" y="332"/>
                        <a:pt x="1" y="332"/>
                      </a:cubicBezTo>
                      <a:cubicBezTo>
                        <a:pt x="1" y="332"/>
                        <a:pt x="17" y="279"/>
                        <a:pt x="53" y="231"/>
                      </a:cubicBezTo>
                      <a:cubicBezTo>
                        <a:pt x="69" y="215"/>
                        <a:pt x="85" y="178"/>
                        <a:pt x="102" y="162"/>
                      </a:cubicBezTo>
                      <a:cubicBezTo>
                        <a:pt x="118" y="146"/>
                        <a:pt x="118" y="130"/>
                        <a:pt x="134" y="114"/>
                      </a:cubicBezTo>
                      <a:cubicBezTo>
                        <a:pt x="134" y="114"/>
                        <a:pt x="154" y="97"/>
                        <a:pt x="154" y="77"/>
                      </a:cubicBezTo>
                      <a:cubicBezTo>
                        <a:pt x="170" y="61"/>
                        <a:pt x="186" y="45"/>
                        <a:pt x="203" y="29"/>
                      </a:cubicBezTo>
                      <a:lnTo>
                        <a:pt x="219" y="13"/>
                      </a:lnTo>
                      <a:cubicBezTo>
                        <a:pt x="219" y="4"/>
                        <a:pt x="219" y="0"/>
                        <a:pt x="2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0" name="Google Shape;5980;p71">
                  <a:extLst>
                    <a:ext uri="{FF2B5EF4-FFF2-40B4-BE49-F238E27FC236}">
                      <a16:creationId xmlns:a16="http://schemas.microsoft.com/office/drawing/2014/main" id="{585D0D93-FC59-BC69-7396-DD4BDB4D7CA1}"/>
                    </a:ext>
                  </a:extLst>
                </p:cNvPr>
                <p:cNvSpPr/>
                <p:nvPr/>
              </p:nvSpPr>
              <p:spPr>
                <a:xfrm>
                  <a:off x="2102043" y="1830456"/>
                  <a:ext cx="14899" cy="14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50" extrusionOk="0">
                      <a:moveTo>
                        <a:pt x="118" y="0"/>
                      </a:moveTo>
                      <a:cubicBezTo>
                        <a:pt x="118" y="17"/>
                        <a:pt x="101" y="17"/>
                        <a:pt x="101" y="33"/>
                      </a:cubicBezTo>
                      <a:cubicBezTo>
                        <a:pt x="85" y="33"/>
                        <a:pt x="69" y="49"/>
                        <a:pt x="49" y="65"/>
                      </a:cubicBezTo>
                      <a:cubicBezTo>
                        <a:pt x="49" y="81"/>
                        <a:pt x="33" y="101"/>
                        <a:pt x="17" y="118"/>
                      </a:cubicBezTo>
                      <a:cubicBezTo>
                        <a:pt x="0" y="134"/>
                        <a:pt x="0" y="150"/>
                        <a:pt x="0" y="150"/>
                      </a:cubicBezTo>
                      <a:cubicBezTo>
                        <a:pt x="0" y="150"/>
                        <a:pt x="17" y="134"/>
                        <a:pt x="33" y="118"/>
                      </a:cubicBezTo>
                      <a:cubicBezTo>
                        <a:pt x="33" y="118"/>
                        <a:pt x="49" y="101"/>
                        <a:pt x="69" y="81"/>
                      </a:cubicBezTo>
                      <a:cubicBezTo>
                        <a:pt x="85" y="65"/>
                        <a:pt x="101" y="49"/>
                        <a:pt x="118" y="49"/>
                      </a:cubicBezTo>
                      <a:cubicBezTo>
                        <a:pt x="118" y="33"/>
                        <a:pt x="134" y="33"/>
                        <a:pt x="134" y="17"/>
                      </a:cubicBez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1" name="Google Shape;5981;p71">
                  <a:extLst>
                    <a:ext uri="{FF2B5EF4-FFF2-40B4-BE49-F238E27FC236}">
                      <a16:creationId xmlns:a16="http://schemas.microsoft.com/office/drawing/2014/main" id="{F8E4A93B-7D22-6B43-1525-5744D8E69E56}"/>
                    </a:ext>
                  </a:extLst>
                </p:cNvPr>
                <p:cNvSpPr/>
                <p:nvPr/>
              </p:nvSpPr>
              <p:spPr>
                <a:xfrm>
                  <a:off x="2120518" y="1828470"/>
                  <a:ext cx="645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86" extrusionOk="0">
                      <a:moveTo>
                        <a:pt x="65" y="0"/>
                      </a:moveTo>
                      <a:lnTo>
                        <a:pt x="33" y="20"/>
                      </a:lnTo>
                      <a:cubicBezTo>
                        <a:pt x="33" y="37"/>
                        <a:pt x="16" y="37"/>
                        <a:pt x="16" y="53"/>
                      </a:cubicBezTo>
                      <a:cubicBezTo>
                        <a:pt x="0" y="53"/>
                        <a:pt x="0" y="69"/>
                        <a:pt x="0" y="85"/>
                      </a:cubicBezTo>
                      <a:cubicBezTo>
                        <a:pt x="16" y="69"/>
                        <a:pt x="16" y="69"/>
                        <a:pt x="33" y="69"/>
                      </a:cubicBezTo>
                      <a:cubicBezTo>
                        <a:pt x="33" y="53"/>
                        <a:pt x="49" y="37"/>
                        <a:pt x="49" y="37"/>
                      </a:cubicBez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2" name="Google Shape;5982;p71">
                  <a:extLst>
                    <a:ext uri="{FF2B5EF4-FFF2-40B4-BE49-F238E27FC236}">
                      <a16:creationId xmlns:a16="http://schemas.microsoft.com/office/drawing/2014/main" id="{A8E4ADC8-D00D-3D5C-B567-CC6E1C2FAFB5}"/>
                    </a:ext>
                  </a:extLst>
                </p:cNvPr>
                <p:cNvSpPr/>
                <p:nvPr/>
              </p:nvSpPr>
              <p:spPr>
                <a:xfrm>
                  <a:off x="2132139" y="1825192"/>
                  <a:ext cx="8542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102" extrusionOk="0">
                      <a:moveTo>
                        <a:pt x="69" y="1"/>
                      </a:moveTo>
                      <a:lnTo>
                        <a:pt x="33" y="33"/>
                      </a:lnTo>
                      <a:cubicBezTo>
                        <a:pt x="33" y="53"/>
                        <a:pt x="17" y="70"/>
                        <a:pt x="0" y="102"/>
                      </a:cubicBezTo>
                      <a:cubicBezTo>
                        <a:pt x="17" y="86"/>
                        <a:pt x="33" y="70"/>
                        <a:pt x="49" y="53"/>
                      </a:cubicBezTo>
                      <a:cubicBezTo>
                        <a:pt x="85" y="17"/>
                        <a:pt x="85" y="17"/>
                        <a:pt x="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3" name="Google Shape;5983;p71">
                  <a:extLst>
                    <a:ext uri="{FF2B5EF4-FFF2-40B4-BE49-F238E27FC236}">
                      <a16:creationId xmlns:a16="http://schemas.microsoft.com/office/drawing/2014/main" id="{820C82E6-F1C9-6989-8745-054A0249D4EA}"/>
                    </a:ext>
                  </a:extLst>
                </p:cNvPr>
                <p:cNvSpPr/>
                <p:nvPr/>
              </p:nvSpPr>
              <p:spPr>
                <a:xfrm>
                  <a:off x="2143760" y="1825590"/>
                  <a:ext cx="5364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50" extrusionOk="0">
                      <a:moveTo>
                        <a:pt x="35" y="1"/>
                      </a:moveTo>
                      <a:cubicBezTo>
                        <a:pt x="33" y="1"/>
                        <a:pt x="33" y="5"/>
                        <a:pt x="33" y="13"/>
                      </a:cubicBezTo>
                      <a:cubicBezTo>
                        <a:pt x="17" y="13"/>
                        <a:pt x="17" y="29"/>
                        <a:pt x="17" y="29"/>
                      </a:cubicBezTo>
                      <a:cubicBezTo>
                        <a:pt x="17" y="49"/>
                        <a:pt x="1" y="49"/>
                        <a:pt x="1" y="49"/>
                      </a:cubicBezTo>
                      <a:lnTo>
                        <a:pt x="17" y="49"/>
                      </a:lnTo>
                      <a:cubicBezTo>
                        <a:pt x="33" y="29"/>
                        <a:pt x="33" y="29"/>
                        <a:pt x="53" y="29"/>
                      </a:cubicBezTo>
                      <a:lnTo>
                        <a:pt x="53" y="13"/>
                      </a:lnTo>
                      <a:cubicBezTo>
                        <a:pt x="43" y="5"/>
                        <a:pt x="38" y="1"/>
                        <a:pt x="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4" name="Google Shape;5984;p71">
                  <a:extLst>
                    <a:ext uri="{FF2B5EF4-FFF2-40B4-BE49-F238E27FC236}">
                      <a16:creationId xmlns:a16="http://schemas.microsoft.com/office/drawing/2014/main" id="{C039D365-1F0C-226F-9007-834487ED0401}"/>
                    </a:ext>
                  </a:extLst>
                </p:cNvPr>
                <p:cNvSpPr/>
                <p:nvPr/>
              </p:nvSpPr>
              <p:spPr>
                <a:xfrm>
                  <a:off x="2090422" y="1858565"/>
                  <a:ext cx="3278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53" extrusionOk="0">
                      <a:moveTo>
                        <a:pt x="33" y="0"/>
                      </a:moveTo>
                      <a:lnTo>
                        <a:pt x="16" y="20"/>
                      </a:ln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0" y="53"/>
                      </a:lnTo>
                      <a:lnTo>
                        <a:pt x="16" y="37"/>
                      </a:lnTo>
                      <a:lnTo>
                        <a:pt x="33" y="20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5" name="Google Shape;5985;p71">
                  <a:extLst>
                    <a:ext uri="{FF2B5EF4-FFF2-40B4-BE49-F238E27FC236}">
                      <a16:creationId xmlns:a16="http://schemas.microsoft.com/office/drawing/2014/main" id="{B529FCB7-4B72-A905-4629-39F1F76C949D}"/>
                    </a:ext>
                  </a:extLst>
                </p:cNvPr>
                <p:cNvSpPr/>
                <p:nvPr/>
              </p:nvSpPr>
              <p:spPr>
                <a:xfrm>
                  <a:off x="2098865" y="1848534"/>
                  <a:ext cx="13310" cy="14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142" extrusionOk="0">
                      <a:moveTo>
                        <a:pt x="133" y="0"/>
                      </a:moveTo>
                      <a:lnTo>
                        <a:pt x="133" y="0"/>
                      </a:lnTo>
                      <a:cubicBezTo>
                        <a:pt x="133" y="0"/>
                        <a:pt x="117" y="20"/>
                        <a:pt x="101" y="37"/>
                      </a:cubicBezTo>
                      <a:cubicBezTo>
                        <a:pt x="81" y="53"/>
                        <a:pt x="49" y="85"/>
                        <a:pt x="32" y="101"/>
                      </a:cubicBezTo>
                      <a:cubicBezTo>
                        <a:pt x="0" y="138"/>
                        <a:pt x="16" y="138"/>
                        <a:pt x="16" y="138"/>
                      </a:cubicBezTo>
                      <a:cubicBezTo>
                        <a:pt x="16" y="138"/>
                        <a:pt x="16" y="142"/>
                        <a:pt x="20" y="142"/>
                      </a:cubicBezTo>
                      <a:cubicBezTo>
                        <a:pt x="24" y="142"/>
                        <a:pt x="32" y="138"/>
                        <a:pt x="49" y="121"/>
                      </a:cubicBezTo>
                      <a:cubicBezTo>
                        <a:pt x="65" y="85"/>
                        <a:pt x="101" y="69"/>
                        <a:pt x="117" y="37"/>
                      </a:cubicBezTo>
                      <a:cubicBezTo>
                        <a:pt x="133" y="20"/>
                        <a:pt x="133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6" name="Google Shape;5986;p71">
                  <a:extLst>
                    <a:ext uri="{FF2B5EF4-FFF2-40B4-BE49-F238E27FC236}">
                      <a16:creationId xmlns:a16="http://schemas.microsoft.com/office/drawing/2014/main" id="{6C76F479-CFEB-A21F-9FB5-BEB151289257}"/>
                    </a:ext>
                  </a:extLst>
                </p:cNvPr>
                <p:cNvSpPr/>
                <p:nvPr/>
              </p:nvSpPr>
              <p:spPr>
                <a:xfrm>
                  <a:off x="2116842" y="1845256"/>
                  <a:ext cx="8542" cy="8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90" extrusionOk="0">
                      <a:moveTo>
                        <a:pt x="86" y="1"/>
                      </a:moveTo>
                      <a:lnTo>
                        <a:pt x="86" y="1"/>
                      </a:lnTo>
                      <a:cubicBezTo>
                        <a:pt x="70" y="17"/>
                        <a:pt x="53" y="33"/>
                        <a:pt x="37" y="53"/>
                      </a:cubicBezTo>
                      <a:cubicBezTo>
                        <a:pt x="1" y="86"/>
                        <a:pt x="1" y="86"/>
                        <a:pt x="21" y="86"/>
                      </a:cubicBezTo>
                      <a:cubicBezTo>
                        <a:pt x="21" y="86"/>
                        <a:pt x="21" y="90"/>
                        <a:pt x="25" y="90"/>
                      </a:cubicBezTo>
                      <a:cubicBezTo>
                        <a:pt x="29" y="90"/>
                        <a:pt x="37" y="86"/>
                        <a:pt x="53" y="70"/>
                      </a:cubicBezTo>
                      <a:cubicBezTo>
                        <a:pt x="53" y="53"/>
                        <a:pt x="70" y="17"/>
                        <a:pt x="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7" name="Google Shape;5987;p71">
                  <a:extLst>
                    <a:ext uri="{FF2B5EF4-FFF2-40B4-BE49-F238E27FC236}">
                      <a16:creationId xmlns:a16="http://schemas.microsoft.com/office/drawing/2014/main" id="{52892BFC-1F30-A60D-B77E-E406526854B9}"/>
                    </a:ext>
                  </a:extLst>
                </p:cNvPr>
                <p:cNvSpPr/>
                <p:nvPr/>
              </p:nvSpPr>
              <p:spPr>
                <a:xfrm>
                  <a:off x="2133728" y="1836913"/>
                  <a:ext cx="8542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69" extrusionOk="0">
                      <a:moveTo>
                        <a:pt x="69" y="0"/>
                      </a:moveTo>
                      <a:cubicBezTo>
                        <a:pt x="53" y="16"/>
                        <a:pt x="33" y="36"/>
                        <a:pt x="33" y="36"/>
                      </a:cubicBezTo>
                      <a:cubicBezTo>
                        <a:pt x="1" y="69"/>
                        <a:pt x="17" y="69"/>
                        <a:pt x="17" y="69"/>
                      </a:cubicBezTo>
                      <a:lnTo>
                        <a:pt x="33" y="53"/>
                      </a:lnTo>
                      <a:lnTo>
                        <a:pt x="69" y="1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8" name="Google Shape;5988;p71">
                  <a:extLst>
                    <a:ext uri="{FF2B5EF4-FFF2-40B4-BE49-F238E27FC236}">
                      <a16:creationId xmlns:a16="http://schemas.microsoft.com/office/drawing/2014/main" id="{10A79168-DD3A-B746-BF15-E67D8039E704}"/>
                    </a:ext>
                  </a:extLst>
                </p:cNvPr>
                <p:cNvSpPr/>
                <p:nvPr/>
              </p:nvSpPr>
              <p:spPr>
                <a:xfrm>
                  <a:off x="2090422" y="1765001"/>
                  <a:ext cx="36552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405" extrusionOk="0">
                      <a:moveTo>
                        <a:pt x="368" y="1"/>
                      </a:moveTo>
                      <a:lnTo>
                        <a:pt x="235" y="134"/>
                      </a:lnTo>
                      <a:cubicBezTo>
                        <a:pt x="218" y="154"/>
                        <a:pt x="186" y="171"/>
                        <a:pt x="166" y="203"/>
                      </a:cubicBezTo>
                      <a:cubicBezTo>
                        <a:pt x="150" y="219"/>
                        <a:pt x="134" y="235"/>
                        <a:pt x="101" y="255"/>
                      </a:cubicBezTo>
                      <a:cubicBezTo>
                        <a:pt x="65" y="304"/>
                        <a:pt x="49" y="320"/>
                        <a:pt x="33" y="356"/>
                      </a:cubicBezTo>
                      <a:cubicBezTo>
                        <a:pt x="16" y="373"/>
                        <a:pt x="0" y="389"/>
                        <a:pt x="0" y="405"/>
                      </a:cubicBezTo>
                      <a:cubicBezTo>
                        <a:pt x="16" y="405"/>
                        <a:pt x="33" y="389"/>
                        <a:pt x="49" y="373"/>
                      </a:cubicBezTo>
                      <a:cubicBezTo>
                        <a:pt x="65" y="336"/>
                        <a:pt x="85" y="304"/>
                        <a:pt x="117" y="272"/>
                      </a:cubicBezTo>
                      <a:cubicBezTo>
                        <a:pt x="134" y="255"/>
                        <a:pt x="166" y="235"/>
                        <a:pt x="186" y="203"/>
                      </a:cubicBezTo>
                      <a:lnTo>
                        <a:pt x="251" y="134"/>
                      </a:lnTo>
                      <a:cubicBezTo>
                        <a:pt x="287" y="102"/>
                        <a:pt x="336" y="53"/>
                        <a:pt x="3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89" name="Google Shape;5989;p71">
                  <a:extLst>
                    <a:ext uri="{FF2B5EF4-FFF2-40B4-BE49-F238E27FC236}">
                      <a16:creationId xmlns:a16="http://schemas.microsoft.com/office/drawing/2014/main" id="{A847232D-CA20-584A-0E6F-74D83324CA76}"/>
                    </a:ext>
                  </a:extLst>
                </p:cNvPr>
                <p:cNvSpPr/>
                <p:nvPr/>
              </p:nvSpPr>
              <p:spPr>
                <a:xfrm>
                  <a:off x="2145349" y="1725569"/>
                  <a:ext cx="20163" cy="1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96" extrusionOk="0">
                      <a:moveTo>
                        <a:pt x="184" y="1"/>
                      </a:moveTo>
                      <a:cubicBezTo>
                        <a:pt x="180" y="1"/>
                        <a:pt x="169" y="13"/>
                        <a:pt x="138" y="46"/>
                      </a:cubicBezTo>
                      <a:cubicBezTo>
                        <a:pt x="118" y="63"/>
                        <a:pt x="118" y="79"/>
                        <a:pt x="102" y="95"/>
                      </a:cubicBezTo>
                      <a:cubicBezTo>
                        <a:pt x="86" y="111"/>
                        <a:pt x="69" y="127"/>
                        <a:pt x="53" y="147"/>
                      </a:cubicBezTo>
                      <a:cubicBezTo>
                        <a:pt x="69" y="147"/>
                        <a:pt x="86" y="127"/>
                        <a:pt x="102" y="111"/>
                      </a:cubicBezTo>
                      <a:cubicBezTo>
                        <a:pt x="118" y="95"/>
                        <a:pt x="138" y="79"/>
                        <a:pt x="154" y="63"/>
                      </a:cubicBezTo>
                      <a:cubicBezTo>
                        <a:pt x="203" y="10"/>
                        <a:pt x="187" y="10"/>
                        <a:pt x="187" y="10"/>
                      </a:cubicBezTo>
                      <a:cubicBezTo>
                        <a:pt x="187" y="4"/>
                        <a:pt x="187" y="1"/>
                        <a:pt x="184" y="1"/>
                      </a:cubicBezTo>
                      <a:close/>
                      <a:moveTo>
                        <a:pt x="53" y="147"/>
                      </a:moveTo>
                      <a:lnTo>
                        <a:pt x="53" y="147"/>
                      </a:lnTo>
                      <a:cubicBezTo>
                        <a:pt x="17" y="180"/>
                        <a:pt x="1" y="196"/>
                        <a:pt x="1" y="196"/>
                      </a:cubicBezTo>
                      <a:cubicBezTo>
                        <a:pt x="1" y="196"/>
                        <a:pt x="37" y="180"/>
                        <a:pt x="53" y="1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0" name="Google Shape;5990;p71">
                  <a:extLst>
                    <a:ext uri="{FF2B5EF4-FFF2-40B4-BE49-F238E27FC236}">
                      <a16:creationId xmlns:a16="http://schemas.microsoft.com/office/drawing/2014/main" id="{9E6FC3E1-FCB0-748C-7572-FCE41DC4263C}"/>
                    </a:ext>
                  </a:extLst>
                </p:cNvPr>
                <p:cNvSpPr/>
                <p:nvPr/>
              </p:nvSpPr>
              <p:spPr>
                <a:xfrm>
                  <a:off x="2118928" y="1726563"/>
                  <a:ext cx="66647" cy="71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724" extrusionOk="0">
                      <a:moveTo>
                        <a:pt x="671" y="0"/>
                      </a:moveTo>
                      <a:lnTo>
                        <a:pt x="670" y="2"/>
                      </a:lnTo>
                      <a:lnTo>
                        <a:pt x="670" y="2"/>
                      </a:lnTo>
                      <a:cubicBezTo>
                        <a:pt x="670" y="1"/>
                        <a:pt x="671" y="0"/>
                        <a:pt x="671" y="0"/>
                      </a:cubicBezTo>
                      <a:close/>
                      <a:moveTo>
                        <a:pt x="670" y="2"/>
                      </a:moveTo>
                      <a:cubicBezTo>
                        <a:pt x="666" y="11"/>
                        <a:pt x="650" y="41"/>
                        <a:pt x="622" y="69"/>
                      </a:cubicBezTo>
                      <a:cubicBezTo>
                        <a:pt x="606" y="85"/>
                        <a:pt x="586" y="101"/>
                        <a:pt x="570" y="137"/>
                      </a:cubicBezTo>
                      <a:cubicBezTo>
                        <a:pt x="606" y="117"/>
                        <a:pt x="622" y="85"/>
                        <a:pt x="638" y="69"/>
                      </a:cubicBezTo>
                      <a:lnTo>
                        <a:pt x="670" y="2"/>
                      </a:lnTo>
                      <a:close/>
                      <a:moveTo>
                        <a:pt x="570" y="137"/>
                      </a:moveTo>
                      <a:cubicBezTo>
                        <a:pt x="554" y="154"/>
                        <a:pt x="521" y="186"/>
                        <a:pt x="505" y="218"/>
                      </a:cubicBezTo>
                      <a:cubicBezTo>
                        <a:pt x="537" y="186"/>
                        <a:pt x="554" y="170"/>
                        <a:pt x="570" y="137"/>
                      </a:cubicBezTo>
                      <a:close/>
                      <a:moveTo>
                        <a:pt x="505" y="218"/>
                      </a:moveTo>
                      <a:cubicBezTo>
                        <a:pt x="469" y="238"/>
                        <a:pt x="436" y="271"/>
                        <a:pt x="420" y="303"/>
                      </a:cubicBezTo>
                      <a:cubicBezTo>
                        <a:pt x="453" y="287"/>
                        <a:pt x="485" y="255"/>
                        <a:pt x="505" y="218"/>
                      </a:cubicBezTo>
                      <a:close/>
                      <a:moveTo>
                        <a:pt x="420" y="303"/>
                      </a:moveTo>
                      <a:cubicBezTo>
                        <a:pt x="384" y="319"/>
                        <a:pt x="352" y="356"/>
                        <a:pt x="319" y="388"/>
                      </a:cubicBezTo>
                      <a:cubicBezTo>
                        <a:pt x="303" y="420"/>
                        <a:pt x="267" y="440"/>
                        <a:pt x="234" y="473"/>
                      </a:cubicBezTo>
                      <a:cubicBezTo>
                        <a:pt x="202" y="489"/>
                        <a:pt x="166" y="521"/>
                        <a:pt x="150" y="541"/>
                      </a:cubicBezTo>
                      <a:cubicBezTo>
                        <a:pt x="117" y="558"/>
                        <a:pt x="101" y="590"/>
                        <a:pt x="81" y="606"/>
                      </a:cubicBezTo>
                      <a:lnTo>
                        <a:pt x="32" y="659"/>
                      </a:lnTo>
                      <a:cubicBezTo>
                        <a:pt x="16" y="675"/>
                        <a:pt x="16" y="691"/>
                        <a:pt x="0" y="691"/>
                      </a:cubicBezTo>
                      <a:lnTo>
                        <a:pt x="0" y="723"/>
                      </a:lnTo>
                      <a:cubicBezTo>
                        <a:pt x="16" y="723"/>
                        <a:pt x="16" y="707"/>
                        <a:pt x="16" y="707"/>
                      </a:cubicBezTo>
                      <a:cubicBezTo>
                        <a:pt x="32" y="691"/>
                        <a:pt x="32" y="691"/>
                        <a:pt x="49" y="675"/>
                      </a:cubicBezTo>
                      <a:cubicBezTo>
                        <a:pt x="65" y="659"/>
                        <a:pt x="81" y="642"/>
                        <a:pt x="101" y="622"/>
                      </a:cubicBezTo>
                      <a:cubicBezTo>
                        <a:pt x="117" y="606"/>
                        <a:pt x="133" y="574"/>
                        <a:pt x="166" y="558"/>
                      </a:cubicBezTo>
                      <a:cubicBezTo>
                        <a:pt x="182" y="541"/>
                        <a:pt x="218" y="505"/>
                        <a:pt x="251" y="489"/>
                      </a:cubicBezTo>
                      <a:cubicBezTo>
                        <a:pt x="283" y="457"/>
                        <a:pt x="319" y="440"/>
                        <a:pt x="335" y="404"/>
                      </a:cubicBezTo>
                      <a:cubicBezTo>
                        <a:pt x="368" y="372"/>
                        <a:pt x="404" y="339"/>
                        <a:pt x="420" y="3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1" name="Google Shape;5991;p71">
                  <a:extLst>
                    <a:ext uri="{FF2B5EF4-FFF2-40B4-BE49-F238E27FC236}">
                      <a16:creationId xmlns:a16="http://schemas.microsoft.com/office/drawing/2014/main" id="{C35C658B-2703-3C4C-76CA-91267BC5467B}"/>
                    </a:ext>
                  </a:extLst>
                </p:cNvPr>
                <p:cNvSpPr/>
                <p:nvPr/>
              </p:nvSpPr>
              <p:spPr>
                <a:xfrm>
                  <a:off x="2257288" y="1684747"/>
                  <a:ext cx="48669" cy="57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" h="575" extrusionOk="0">
                      <a:moveTo>
                        <a:pt x="457" y="1"/>
                      </a:moveTo>
                      <a:cubicBezTo>
                        <a:pt x="441" y="1"/>
                        <a:pt x="425" y="17"/>
                        <a:pt x="389" y="54"/>
                      </a:cubicBezTo>
                      <a:cubicBezTo>
                        <a:pt x="356" y="70"/>
                        <a:pt x="324" y="102"/>
                        <a:pt x="271" y="171"/>
                      </a:cubicBezTo>
                      <a:cubicBezTo>
                        <a:pt x="255" y="187"/>
                        <a:pt x="239" y="219"/>
                        <a:pt x="203" y="255"/>
                      </a:cubicBezTo>
                      <a:cubicBezTo>
                        <a:pt x="187" y="288"/>
                        <a:pt x="171" y="336"/>
                        <a:pt x="138" y="373"/>
                      </a:cubicBezTo>
                      <a:cubicBezTo>
                        <a:pt x="86" y="437"/>
                        <a:pt x="37" y="506"/>
                        <a:pt x="1" y="575"/>
                      </a:cubicBezTo>
                      <a:cubicBezTo>
                        <a:pt x="53" y="522"/>
                        <a:pt x="102" y="437"/>
                        <a:pt x="154" y="373"/>
                      </a:cubicBezTo>
                      <a:cubicBezTo>
                        <a:pt x="187" y="336"/>
                        <a:pt x="203" y="304"/>
                        <a:pt x="223" y="272"/>
                      </a:cubicBezTo>
                      <a:cubicBezTo>
                        <a:pt x="255" y="235"/>
                        <a:pt x="271" y="203"/>
                        <a:pt x="288" y="187"/>
                      </a:cubicBezTo>
                      <a:cubicBezTo>
                        <a:pt x="340" y="118"/>
                        <a:pt x="372" y="86"/>
                        <a:pt x="405" y="54"/>
                      </a:cubicBezTo>
                      <a:cubicBezTo>
                        <a:pt x="425" y="33"/>
                        <a:pt x="457" y="17"/>
                        <a:pt x="457" y="17"/>
                      </a:cubicBezTo>
                      <a:cubicBezTo>
                        <a:pt x="473" y="1"/>
                        <a:pt x="473" y="1"/>
                        <a:pt x="4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2" name="Google Shape;5992;p71">
                  <a:extLst>
                    <a:ext uri="{FF2B5EF4-FFF2-40B4-BE49-F238E27FC236}">
                      <a16:creationId xmlns:a16="http://schemas.microsoft.com/office/drawing/2014/main" id="{42DCD92C-9FDA-E27E-77C8-031A84C9D7D7}"/>
                    </a:ext>
                  </a:extLst>
                </p:cNvPr>
                <p:cNvSpPr/>
                <p:nvPr/>
              </p:nvSpPr>
              <p:spPr>
                <a:xfrm>
                  <a:off x="2250931" y="1738184"/>
                  <a:ext cx="28506" cy="3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356" extrusionOk="0">
                      <a:moveTo>
                        <a:pt x="287" y="0"/>
                      </a:moveTo>
                      <a:lnTo>
                        <a:pt x="287" y="0"/>
                      </a:lnTo>
                      <a:cubicBezTo>
                        <a:pt x="251" y="37"/>
                        <a:pt x="218" y="69"/>
                        <a:pt x="186" y="101"/>
                      </a:cubicBezTo>
                      <a:cubicBezTo>
                        <a:pt x="150" y="154"/>
                        <a:pt x="117" y="186"/>
                        <a:pt x="101" y="222"/>
                      </a:cubicBezTo>
                      <a:cubicBezTo>
                        <a:pt x="0" y="356"/>
                        <a:pt x="0" y="340"/>
                        <a:pt x="16" y="356"/>
                      </a:cubicBezTo>
                      <a:lnTo>
                        <a:pt x="117" y="239"/>
                      </a:lnTo>
                      <a:cubicBezTo>
                        <a:pt x="134" y="202"/>
                        <a:pt x="166" y="170"/>
                        <a:pt x="202" y="121"/>
                      </a:cubicBezTo>
                      <a:cubicBezTo>
                        <a:pt x="234" y="85"/>
                        <a:pt x="251" y="37"/>
                        <a:pt x="2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3" name="Google Shape;5993;p71">
                  <a:extLst>
                    <a:ext uri="{FF2B5EF4-FFF2-40B4-BE49-F238E27FC236}">
                      <a16:creationId xmlns:a16="http://schemas.microsoft.com/office/drawing/2014/main" id="{9ACD483E-9AE1-5345-2AD2-66354375A4A4}"/>
                    </a:ext>
                  </a:extLst>
                </p:cNvPr>
                <p:cNvSpPr/>
                <p:nvPr/>
              </p:nvSpPr>
              <p:spPr>
                <a:xfrm>
                  <a:off x="2299501" y="1676403"/>
                  <a:ext cx="31784" cy="3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372" extrusionOk="0">
                      <a:moveTo>
                        <a:pt x="319" y="0"/>
                      </a:moveTo>
                      <a:cubicBezTo>
                        <a:pt x="319" y="0"/>
                        <a:pt x="303" y="0"/>
                        <a:pt x="283" y="16"/>
                      </a:cubicBezTo>
                      <a:cubicBezTo>
                        <a:pt x="267" y="37"/>
                        <a:pt x="250" y="69"/>
                        <a:pt x="218" y="85"/>
                      </a:cubicBezTo>
                      <a:cubicBezTo>
                        <a:pt x="166" y="138"/>
                        <a:pt x="101" y="202"/>
                        <a:pt x="65" y="255"/>
                      </a:cubicBezTo>
                      <a:cubicBezTo>
                        <a:pt x="48" y="287"/>
                        <a:pt x="32" y="303"/>
                        <a:pt x="16" y="319"/>
                      </a:cubicBezTo>
                      <a:cubicBezTo>
                        <a:pt x="0" y="339"/>
                        <a:pt x="0" y="356"/>
                        <a:pt x="0" y="356"/>
                      </a:cubicBezTo>
                      <a:lnTo>
                        <a:pt x="0" y="372"/>
                      </a:lnTo>
                      <a:lnTo>
                        <a:pt x="16" y="356"/>
                      </a:lnTo>
                      <a:lnTo>
                        <a:pt x="32" y="339"/>
                      </a:lnTo>
                      <a:cubicBezTo>
                        <a:pt x="48" y="319"/>
                        <a:pt x="48" y="303"/>
                        <a:pt x="81" y="271"/>
                      </a:cubicBezTo>
                      <a:cubicBezTo>
                        <a:pt x="117" y="218"/>
                        <a:pt x="182" y="154"/>
                        <a:pt x="234" y="101"/>
                      </a:cubicBezTo>
                      <a:cubicBezTo>
                        <a:pt x="250" y="69"/>
                        <a:pt x="283" y="37"/>
                        <a:pt x="303" y="16"/>
                      </a:cubicBezTo>
                      <a:cubicBezTo>
                        <a:pt x="303" y="0"/>
                        <a:pt x="319" y="0"/>
                        <a:pt x="3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4" name="Google Shape;5994;p71">
                  <a:extLst>
                    <a:ext uri="{FF2B5EF4-FFF2-40B4-BE49-F238E27FC236}">
                      <a16:creationId xmlns:a16="http://schemas.microsoft.com/office/drawing/2014/main" id="{05344631-A7AA-FA6B-F976-4FAB134EAD75}"/>
                    </a:ext>
                  </a:extLst>
                </p:cNvPr>
                <p:cNvSpPr/>
                <p:nvPr/>
              </p:nvSpPr>
              <p:spPr>
                <a:xfrm>
                  <a:off x="2708720" y="1577674"/>
                  <a:ext cx="5264" cy="225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2275" extrusionOk="0">
                      <a:moveTo>
                        <a:pt x="21" y="0"/>
                      </a:moveTo>
                      <a:lnTo>
                        <a:pt x="21" y="69"/>
                      </a:lnTo>
                      <a:lnTo>
                        <a:pt x="21" y="255"/>
                      </a:lnTo>
                      <a:lnTo>
                        <a:pt x="21" y="643"/>
                      </a:lnTo>
                      <a:lnTo>
                        <a:pt x="21" y="776"/>
                      </a:lnTo>
                      <a:lnTo>
                        <a:pt x="21" y="845"/>
                      </a:lnTo>
                      <a:lnTo>
                        <a:pt x="21" y="909"/>
                      </a:lnTo>
                      <a:cubicBezTo>
                        <a:pt x="21" y="1010"/>
                        <a:pt x="0" y="1111"/>
                        <a:pt x="0" y="1212"/>
                      </a:cubicBezTo>
                      <a:lnTo>
                        <a:pt x="0" y="1366"/>
                      </a:lnTo>
                      <a:cubicBezTo>
                        <a:pt x="0" y="1414"/>
                        <a:pt x="0" y="1467"/>
                        <a:pt x="21" y="1515"/>
                      </a:cubicBezTo>
                      <a:lnTo>
                        <a:pt x="21" y="1818"/>
                      </a:lnTo>
                      <a:cubicBezTo>
                        <a:pt x="37" y="1903"/>
                        <a:pt x="37" y="1988"/>
                        <a:pt x="37" y="2073"/>
                      </a:cubicBezTo>
                      <a:cubicBezTo>
                        <a:pt x="53" y="2158"/>
                        <a:pt x="53" y="2222"/>
                        <a:pt x="53" y="2275"/>
                      </a:cubicBezTo>
                      <a:lnTo>
                        <a:pt x="53" y="2073"/>
                      </a:lnTo>
                      <a:cubicBezTo>
                        <a:pt x="53" y="1988"/>
                        <a:pt x="37" y="1903"/>
                        <a:pt x="37" y="1818"/>
                      </a:cubicBezTo>
                      <a:lnTo>
                        <a:pt x="37" y="1515"/>
                      </a:lnTo>
                      <a:cubicBezTo>
                        <a:pt x="21" y="1467"/>
                        <a:pt x="37" y="1414"/>
                        <a:pt x="37" y="1366"/>
                      </a:cubicBezTo>
                      <a:lnTo>
                        <a:pt x="37" y="1212"/>
                      </a:lnTo>
                      <a:lnTo>
                        <a:pt x="37" y="930"/>
                      </a:lnTo>
                      <a:lnTo>
                        <a:pt x="37" y="845"/>
                      </a:lnTo>
                      <a:lnTo>
                        <a:pt x="37" y="776"/>
                      </a:lnTo>
                      <a:lnTo>
                        <a:pt x="37" y="643"/>
                      </a:lnTo>
                      <a:lnTo>
                        <a:pt x="37" y="255"/>
                      </a:lnTo>
                      <a:lnTo>
                        <a:pt x="37" y="69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5" name="Google Shape;5995;p71">
                  <a:extLst>
                    <a:ext uri="{FF2B5EF4-FFF2-40B4-BE49-F238E27FC236}">
                      <a16:creationId xmlns:a16="http://schemas.microsoft.com/office/drawing/2014/main" id="{AB862157-6213-8B6C-092B-B6DB4F8E5D02}"/>
                    </a:ext>
                  </a:extLst>
                </p:cNvPr>
                <p:cNvSpPr/>
                <p:nvPr/>
              </p:nvSpPr>
              <p:spPr>
                <a:xfrm>
                  <a:off x="2712296" y="1848534"/>
                  <a:ext cx="4966" cy="10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31" extrusionOk="0">
                      <a:moveTo>
                        <a:pt x="33" y="0"/>
                      </a:moveTo>
                      <a:cubicBezTo>
                        <a:pt x="33" y="0"/>
                        <a:pt x="17" y="121"/>
                        <a:pt x="17" y="271"/>
                      </a:cubicBezTo>
                      <a:lnTo>
                        <a:pt x="17" y="388"/>
                      </a:lnTo>
                      <a:lnTo>
                        <a:pt x="17" y="525"/>
                      </a:lnTo>
                      <a:lnTo>
                        <a:pt x="17" y="642"/>
                      </a:lnTo>
                      <a:lnTo>
                        <a:pt x="17" y="760"/>
                      </a:lnTo>
                      <a:cubicBezTo>
                        <a:pt x="1" y="828"/>
                        <a:pt x="1" y="877"/>
                        <a:pt x="1" y="929"/>
                      </a:cubicBezTo>
                      <a:cubicBezTo>
                        <a:pt x="17" y="945"/>
                        <a:pt x="17" y="962"/>
                        <a:pt x="17" y="962"/>
                      </a:cubicBezTo>
                      <a:lnTo>
                        <a:pt x="17" y="994"/>
                      </a:lnTo>
                      <a:lnTo>
                        <a:pt x="33" y="1030"/>
                      </a:lnTo>
                      <a:lnTo>
                        <a:pt x="33" y="994"/>
                      </a:lnTo>
                      <a:lnTo>
                        <a:pt x="33" y="962"/>
                      </a:lnTo>
                      <a:lnTo>
                        <a:pt x="33" y="909"/>
                      </a:lnTo>
                      <a:lnTo>
                        <a:pt x="33" y="760"/>
                      </a:lnTo>
                      <a:lnTo>
                        <a:pt x="33" y="642"/>
                      </a:lnTo>
                      <a:cubicBezTo>
                        <a:pt x="49" y="606"/>
                        <a:pt x="33" y="558"/>
                        <a:pt x="33" y="525"/>
                      </a:cubicBezTo>
                      <a:lnTo>
                        <a:pt x="33" y="388"/>
                      </a:lnTo>
                      <a:lnTo>
                        <a:pt x="33" y="271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6" name="Google Shape;5996;p71">
                  <a:extLst>
                    <a:ext uri="{FF2B5EF4-FFF2-40B4-BE49-F238E27FC236}">
                      <a16:creationId xmlns:a16="http://schemas.microsoft.com/office/drawing/2014/main" id="{1989F9A1-9141-5012-C77A-A6F40796343A}"/>
                    </a:ext>
                  </a:extLst>
                </p:cNvPr>
                <p:cNvSpPr/>
                <p:nvPr/>
              </p:nvSpPr>
              <p:spPr>
                <a:xfrm>
                  <a:off x="2660548" y="1876941"/>
                  <a:ext cx="4966" cy="73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745" extrusionOk="0">
                      <a:moveTo>
                        <a:pt x="33" y="1"/>
                      </a:moveTo>
                      <a:lnTo>
                        <a:pt x="33" y="86"/>
                      </a:lnTo>
                      <a:lnTo>
                        <a:pt x="33" y="203"/>
                      </a:lnTo>
                      <a:lnTo>
                        <a:pt x="33" y="304"/>
                      </a:lnTo>
                      <a:cubicBezTo>
                        <a:pt x="17" y="340"/>
                        <a:pt x="17" y="373"/>
                        <a:pt x="17" y="405"/>
                      </a:cubicBezTo>
                      <a:lnTo>
                        <a:pt x="17" y="506"/>
                      </a:lnTo>
                      <a:cubicBezTo>
                        <a:pt x="1" y="623"/>
                        <a:pt x="1" y="692"/>
                        <a:pt x="17" y="724"/>
                      </a:cubicBezTo>
                      <a:lnTo>
                        <a:pt x="33" y="744"/>
                      </a:lnTo>
                      <a:lnTo>
                        <a:pt x="33" y="724"/>
                      </a:lnTo>
                      <a:lnTo>
                        <a:pt x="33" y="708"/>
                      </a:lnTo>
                      <a:lnTo>
                        <a:pt x="33" y="659"/>
                      </a:lnTo>
                      <a:lnTo>
                        <a:pt x="33" y="506"/>
                      </a:lnTo>
                      <a:cubicBezTo>
                        <a:pt x="33" y="490"/>
                        <a:pt x="49" y="457"/>
                        <a:pt x="49" y="421"/>
                      </a:cubicBezTo>
                      <a:lnTo>
                        <a:pt x="49" y="304"/>
                      </a:lnTo>
                      <a:lnTo>
                        <a:pt x="49" y="203"/>
                      </a:lnTo>
                      <a:lnTo>
                        <a:pt x="49" y="86"/>
                      </a:lnTo>
                      <a:cubicBezTo>
                        <a:pt x="49" y="54"/>
                        <a:pt x="49" y="17"/>
                        <a:pt x="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7" name="Google Shape;5997;p71">
                  <a:extLst>
                    <a:ext uri="{FF2B5EF4-FFF2-40B4-BE49-F238E27FC236}">
                      <a16:creationId xmlns:a16="http://schemas.microsoft.com/office/drawing/2014/main" id="{943F762F-F291-53FC-0241-793B47E58C5C}"/>
                    </a:ext>
                  </a:extLst>
                </p:cNvPr>
                <p:cNvSpPr/>
                <p:nvPr/>
              </p:nvSpPr>
              <p:spPr>
                <a:xfrm>
                  <a:off x="2583571" y="1597738"/>
                  <a:ext cx="60290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53" extrusionOk="0">
                      <a:moveTo>
                        <a:pt x="16" y="0"/>
                      </a:moveTo>
                      <a:lnTo>
                        <a:pt x="0" y="21"/>
                      </a:lnTo>
                      <a:lnTo>
                        <a:pt x="16" y="21"/>
                      </a:lnTo>
                      <a:cubicBezTo>
                        <a:pt x="32" y="37"/>
                        <a:pt x="69" y="37"/>
                        <a:pt x="150" y="37"/>
                      </a:cubicBezTo>
                      <a:cubicBezTo>
                        <a:pt x="234" y="53"/>
                        <a:pt x="352" y="53"/>
                        <a:pt x="453" y="53"/>
                      </a:cubicBezTo>
                      <a:lnTo>
                        <a:pt x="606" y="53"/>
                      </a:lnTo>
                      <a:cubicBezTo>
                        <a:pt x="606" y="53"/>
                        <a:pt x="537" y="37"/>
                        <a:pt x="453" y="37"/>
                      </a:cubicBezTo>
                      <a:cubicBezTo>
                        <a:pt x="352" y="21"/>
                        <a:pt x="251" y="21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8" name="Google Shape;5998;p71">
                  <a:extLst>
                    <a:ext uri="{FF2B5EF4-FFF2-40B4-BE49-F238E27FC236}">
                      <a16:creationId xmlns:a16="http://schemas.microsoft.com/office/drawing/2014/main" id="{6DB1E46E-462B-4509-C968-68A51C66D0EE}"/>
                    </a:ext>
                  </a:extLst>
                </p:cNvPr>
                <p:cNvSpPr/>
                <p:nvPr/>
              </p:nvSpPr>
              <p:spPr>
                <a:xfrm>
                  <a:off x="2586749" y="1572807"/>
                  <a:ext cx="53834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" h="86" extrusionOk="0">
                      <a:moveTo>
                        <a:pt x="0" y="1"/>
                      </a:moveTo>
                      <a:lnTo>
                        <a:pt x="0" y="17"/>
                      </a:lnTo>
                      <a:cubicBezTo>
                        <a:pt x="17" y="33"/>
                        <a:pt x="17" y="33"/>
                        <a:pt x="53" y="49"/>
                      </a:cubicBezTo>
                      <a:lnTo>
                        <a:pt x="186" y="49"/>
                      </a:lnTo>
                      <a:lnTo>
                        <a:pt x="202" y="70"/>
                      </a:lnTo>
                      <a:lnTo>
                        <a:pt x="421" y="70"/>
                      </a:lnTo>
                      <a:cubicBezTo>
                        <a:pt x="372" y="49"/>
                        <a:pt x="320" y="49"/>
                        <a:pt x="287" y="33"/>
                      </a:cubicBezTo>
                      <a:lnTo>
                        <a:pt x="138" y="33"/>
                      </a:lnTo>
                      <a:cubicBezTo>
                        <a:pt x="101" y="17"/>
                        <a:pt x="69" y="17"/>
                        <a:pt x="53" y="17"/>
                      </a:cubicBezTo>
                      <a:lnTo>
                        <a:pt x="17" y="17"/>
                      </a:lnTo>
                      <a:lnTo>
                        <a:pt x="0" y="1"/>
                      </a:lnTo>
                      <a:close/>
                      <a:moveTo>
                        <a:pt x="421" y="70"/>
                      </a:moveTo>
                      <a:cubicBezTo>
                        <a:pt x="441" y="86"/>
                        <a:pt x="457" y="86"/>
                        <a:pt x="489" y="86"/>
                      </a:cubicBezTo>
                      <a:lnTo>
                        <a:pt x="542" y="86"/>
                      </a:lnTo>
                      <a:cubicBezTo>
                        <a:pt x="522" y="86"/>
                        <a:pt x="505" y="70"/>
                        <a:pt x="489" y="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5999" name="Google Shape;5999;p71">
                  <a:extLst>
                    <a:ext uri="{FF2B5EF4-FFF2-40B4-BE49-F238E27FC236}">
                      <a16:creationId xmlns:a16="http://schemas.microsoft.com/office/drawing/2014/main" id="{9777E5A8-EC5B-C1AD-E1D6-8F59AFE00F8F}"/>
                    </a:ext>
                  </a:extLst>
                </p:cNvPr>
                <p:cNvSpPr/>
                <p:nvPr/>
              </p:nvSpPr>
              <p:spPr>
                <a:xfrm>
                  <a:off x="2586749" y="1452525"/>
                  <a:ext cx="1689" cy="132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330" extrusionOk="0">
                      <a:moveTo>
                        <a:pt x="17" y="0"/>
                      </a:moveTo>
                      <a:cubicBezTo>
                        <a:pt x="0" y="0"/>
                        <a:pt x="0" y="0"/>
                        <a:pt x="0" y="32"/>
                      </a:cubicBezTo>
                      <a:lnTo>
                        <a:pt x="0" y="335"/>
                      </a:lnTo>
                      <a:lnTo>
                        <a:pt x="0" y="978"/>
                      </a:lnTo>
                      <a:lnTo>
                        <a:pt x="0" y="1329"/>
                      </a:lnTo>
                      <a:cubicBezTo>
                        <a:pt x="0" y="1329"/>
                        <a:pt x="0" y="1180"/>
                        <a:pt x="17" y="978"/>
                      </a:cubicBezTo>
                      <a:lnTo>
                        <a:pt x="17" y="335"/>
                      </a:lnTo>
                      <a:lnTo>
                        <a:pt x="17" y="3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0" name="Google Shape;6000;p71">
                  <a:extLst>
                    <a:ext uri="{FF2B5EF4-FFF2-40B4-BE49-F238E27FC236}">
                      <a16:creationId xmlns:a16="http://schemas.microsoft.com/office/drawing/2014/main" id="{6A685B7C-A0C9-9DB4-E195-F8F4EE9513F7}"/>
                    </a:ext>
                  </a:extLst>
                </p:cNvPr>
                <p:cNvSpPr/>
                <p:nvPr/>
              </p:nvSpPr>
              <p:spPr>
                <a:xfrm>
                  <a:off x="2585160" y="1392334"/>
                  <a:ext cx="5264" cy="87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77" extrusionOk="0">
                      <a:moveTo>
                        <a:pt x="33" y="0"/>
                      </a:moveTo>
                      <a:lnTo>
                        <a:pt x="33" y="16"/>
                      </a:lnTo>
                      <a:lnTo>
                        <a:pt x="33" y="234"/>
                      </a:lnTo>
                      <a:lnTo>
                        <a:pt x="33" y="319"/>
                      </a:lnTo>
                      <a:lnTo>
                        <a:pt x="33" y="436"/>
                      </a:lnTo>
                      <a:cubicBezTo>
                        <a:pt x="16" y="473"/>
                        <a:pt x="16" y="505"/>
                        <a:pt x="16" y="537"/>
                      </a:cubicBezTo>
                      <a:lnTo>
                        <a:pt x="16" y="638"/>
                      </a:lnTo>
                      <a:lnTo>
                        <a:pt x="16" y="739"/>
                      </a:lnTo>
                      <a:cubicBezTo>
                        <a:pt x="16" y="707"/>
                        <a:pt x="16" y="675"/>
                        <a:pt x="33" y="638"/>
                      </a:cubicBezTo>
                      <a:lnTo>
                        <a:pt x="33" y="537"/>
                      </a:lnTo>
                      <a:cubicBezTo>
                        <a:pt x="53" y="505"/>
                        <a:pt x="53" y="473"/>
                        <a:pt x="53" y="436"/>
                      </a:cubicBezTo>
                      <a:lnTo>
                        <a:pt x="53" y="319"/>
                      </a:lnTo>
                      <a:lnTo>
                        <a:pt x="53" y="234"/>
                      </a:lnTo>
                      <a:lnTo>
                        <a:pt x="53" y="85"/>
                      </a:lnTo>
                      <a:lnTo>
                        <a:pt x="53" y="16"/>
                      </a:lnTo>
                      <a:lnTo>
                        <a:pt x="33" y="0"/>
                      </a:lnTo>
                      <a:close/>
                      <a:moveTo>
                        <a:pt x="16" y="739"/>
                      </a:moveTo>
                      <a:cubicBezTo>
                        <a:pt x="0" y="755"/>
                        <a:pt x="0" y="792"/>
                        <a:pt x="0" y="808"/>
                      </a:cubicBezTo>
                      <a:lnTo>
                        <a:pt x="0" y="877"/>
                      </a:lnTo>
                      <a:cubicBezTo>
                        <a:pt x="0" y="877"/>
                        <a:pt x="16" y="840"/>
                        <a:pt x="16" y="808"/>
                      </a:cubicBezTo>
                      <a:lnTo>
                        <a:pt x="16" y="73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1" name="Google Shape;6001;p71">
                  <a:extLst>
                    <a:ext uri="{FF2B5EF4-FFF2-40B4-BE49-F238E27FC236}">
                      <a16:creationId xmlns:a16="http://schemas.microsoft.com/office/drawing/2014/main" id="{CE5B3719-859A-F8D8-3F19-8F7756E9555B}"/>
                    </a:ext>
                  </a:extLst>
                </p:cNvPr>
                <p:cNvSpPr/>
                <p:nvPr/>
              </p:nvSpPr>
              <p:spPr>
                <a:xfrm>
                  <a:off x="2585160" y="1572807"/>
                  <a:ext cx="3278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05" extrusionOk="0">
                      <a:moveTo>
                        <a:pt x="16" y="1"/>
                      </a:moveTo>
                      <a:lnTo>
                        <a:pt x="16" y="17"/>
                      </a:lnTo>
                      <a:cubicBezTo>
                        <a:pt x="33" y="1"/>
                        <a:pt x="16" y="1"/>
                        <a:pt x="16" y="1"/>
                      </a:cubicBezTo>
                      <a:close/>
                      <a:moveTo>
                        <a:pt x="16" y="17"/>
                      </a:moveTo>
                      <a:cubicBezTo>
                        <a:pt x="16" y="33"/>
                        <a:pt x="0" y="33"/>
                        <a:pt x="0" y="49"/>
                      </a:cubicBezTo>
                      <a:lnTo>
                        <a:pt x="0" y="102"/>
                      </a:lnTo>
                      <a:lnTo>
                        <a:pt x="0" y="150"/>
                      </a:lnTo>
                      <a:lnTo>
                        <a:pt x="0" y="203"/>
                      </a:lnTo>
                      <a:lnTo>
                        <a:pt x="0" y="272"/>
                      </a:lnTo>
                      <a:cubicBezTo>
                        <a:pt x="0" y="320"/>
                        <a:pt x="0" y="352"/>
                        <a:pt x="16" y="405"/>
                      </a:cubicBezTo>
                      <a:lnTo>
                        <a:pt x="16" y="272"/>
                      </a:lnTo>
                      <a:lnTo>
                        <a:pt x="16" y="203"/>
                      </a:lnTo>
                      <a:lnTo>
                        <a:pt x="16" y="150"/>
                      </a:lnTo>
                      <a:lnTo>
                        <a:pt x="16" y="70"/>
                      </a:lnTo>
                      <a:lnTo>
                        <a:pt x="16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2" name="Google Shape;6002;p71">
                  <a:extLst>
                    <a:ext uri="{FF2B5EF4-FFF2-40B4-BE49-F238E27FC236}">
                      <a16:creationId xmlns:a16="http://schemas.microsoft.com/office/drawing/2014/main" id="{5922ABA5-8E70-4C22-2544-2DF820757BF2}"/>
                    </a:ext>
                  </a:extLst>
                </p:cNvPr>
                <p:cNvSpPr/>
                <p:nvPr/>
              </p:nvSpPr>
              <p:spPr>
                <a:xfrm>
                  <a:off x="2583571" y="1577674"/>
                  <a:ext cx="4867" cy="48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490" extrusionOk="0">
                      <a:moveTo>
                        <a:pt x="49" y="0"/>
                      </a:moveTo>
                      <a:cubicBezTo>
                        <a:pt x="32" y="37"/>
                        <a:pt x="32" y="69"/>
                        <a:pt x="32" y="101"/>
                      </a:cubicBezTo>
                      <a:cubicBezTo>
                        <a:pt x="16" y="186"/>
                        <a:pt x="0" y="271"/>
                        <a:pt x="0" y="356"/>
                      </a:cubicBezTo>
                      <a:cubicBezTo>
                        <a:pt x="0" y="425"/>
                        <a:pt x="16" y="457"/>
                        <a:pt x="16" y="473"/>
                      </a:cubicBezTo>
                      <a:lnTo>
                        <a:pt x="32" y="489"/>
                      </a:lnTo>
                      <a:lnTo>
                        <a:pt x="32" y="473"/>
                      </a:lnTo>
                      <a:lnTo>
                        <a:pt x="32" y="356"/>
                      </a:lnTo>
                      <a:cubicBezTo>
                        <a:pt x="32" y="287"/>
                        <a:pt x="32" y="186"/>
                        <a:pt x="49" y="101"/>
                      </a:cubicBez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3" name="Google Shape;6003;p71">
                  <a:extLst>
                    <a:ext uri="{FF2B5EF4-FFF2-40B4-BE49-F238E27FC236}">
                      <a16:creationId xmlns:a16="http://schemas.microsoft.com/office/drawing/2014/main" id="{D5CA8C78-28BE-CD00-C9AB-797601D1BCB5}"/>
                    </a:ext>
                  </a:extLst>
                </p:cNvPr>
                <p:cNvSpPr/>
                <p:nvPr/>
              </p:nvSpPr>
              <p:spPr>
                <a:xfrm>
                  <a:off x="2695510" y="1616212"/>
                  <a:ext cx="15296" cy="16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70" extrusionOk="0">
                      <a:moveTo>
                        <a:pt x="133" y="0"/>
                      </a:moveTo>
                      <a:lnTo>
                        <a:pt x="117" y="16"/>
                      </a:lnTo>
                      <a:cubicBezTo>
                        <a:pt x="117" y="16"/>
                        <a:pt x="117" y="37"/>
                        <a:pt x="101" y="53"/>
                      </a:cubicBezTo>
                      <a:cubicBezTo>
                        <a:pt x="85" y="53"/>
                        <a:pt x="85" y="69"/>
                        <a:pt x="69" y="85"/>
                      </a:cubicBezTo>
                      <a:cubicBezTo>
                        <a:pt x="53" y="101"/>
                        <a:pt x="53" y="117"/>
                        <a:pt x="32" y="117"/>
                      </a:cubicBezTo>
                      <a:cubicBezTo>
                        <a:pt x="16" y="154"/>
                        <a:pt x="0" y="170"/>
                        <a:pt x="0" y="170"/>
                      </a:cubicBezTo>
                      <a:cubicBezTo>
                        <a:pt x="0" y="170"/>
                        <a:pt x="16" y="154"/>
                        <a:pt x="53" y="138"/>
                      </a:cubicBezTo>
                      <a:lnTo>
                        <a:pt x="85" y="101"/>
                      </a:lnTo>
                      <a:lnTo>
                        <a:pt x="101" y="85"/>
                      </a:lnTo>
                      <a:cubicBezTo>
                        <a:pt x="117" y="69"/>
                        <a:pt x="117" y="69"/>
                        <a:pt x="117" y="53"/>
                      </a:cubicBezTo>
                      <a:cubicBezTo>
                        <a:pt x="133" y="53"/>
                        <a:pt x="133" y="37"/>
                        <a:pt x="133" y="37"/>
                      </a:cubicBezTo>
                      <a:cubicBezTo>
                        <a:pt x="133" y="16"/>
                        <a:pt x="154" y="16"/>
                        <a:pt x="1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4" name="Google Shape;6004;p71">
                  <a:extLst>
                    <a:ext uri="{FF2B5EF4-FFF2-40B4-BE49-F238E27FC236}">
                      <a16:creationId xmlns:a16="http://schemas.microsoft.com/office/drawing/2014/main" id="{E59F36CE-C214-5EE0-913D-80051AC11037}"/>
                    </a:ext>
                  </a:extLst>
                </p:cNvPr>
                <p:cNvSpPr/>
                <p:nvPr/>
              </p:nvSpPr>
              <p:spPr>
                <a:xfrm>
                  <a:off x="2688657" y="1627833"/>
                  <a:ext cx="20163" cy="32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24" extrusionOk="0">
                      <a:moveTo>
                        <a:pt x="202" y="0"/>
                      </a:moveTo>
                      <a:lnTo>
                        <a:pt x="186" y="21"/>
                      </a:lnTo>
                      <a:lnTo>
                        <a:pt x="186" y="37"/>
                      </a:lnTo>
                      <a:cubicBezTo>
                        <a:pt x="202" y="37"/>
                        <a:pt x="202" y="21"/>
                        <a:pt x="202" y="21"/>
                      </a:cubicBezTo>
                      <a:lnTo>
                        <a:pt x="202" y="0"/>
                      </a:lnTo>
                      <a:close/>
                      <a:moveTo>
                        <a:pt x="186" y="37"/>
                      </a:moveTo>
                      <a:lnTo>
                        <a:pt x="186" y="37"/>
                      </a:lnTo>
                      <a:cubicBezTo>
                        <a:pt x="170" y="53"/>
                        <a:pt x="170" y="69"/>
                        <a:pt x="154" y="85"/>
                      </a:cubicBezTo>
                      <a:cubicBezTo>
                        <a:pt x="138" y="101"/>
                        <a:pt x="122" y="138"/>
                        <a:pt x="101" y="154"/>
                      </a:cubicBezTo>
                      <a:cubicBezTo>
                        <a:pt x="85" y="186"/>
                        <a:pt x="69" y="202"/>
                        <a:pt x="53" y="223"/>
                      </a:cubicBezTo>
                      <a:cubicBezTo>
                        <a:pt x="53" y="239"/>
                        <a:pt x="37" y="255"/>
                        <a:pt x="37" y="255"/>
                      </a:cubicBezTo>
                      <a:cubicBezTo>
                        <a:pt x="21" y="271"/>
                        <a:pt x="21" y="287"/>
                        <a:pt x="21" y="287"/>
                      </a:cubicBezTo>
                      <a:lnTo>
                        <a:pt x="37" y="271"/>
                      </a:lnTo>
                      <a:cubicBezTo>
                        <a:pt x="53" y="255"/>
                        <a:pt x="53" y="239"/>
                        <a:pt x="53" y="239"/>
                      </a:cubicBezTo>
                      <a:lnTo>
                        <a:pt x="122" y="170"/>
                      </a:lnTo>
                      <a:cubicBezTo>
                        <a:pt x="122" y="154"/>
                        <a:pt x="138" y="138"/>
                        <a:pt x="138" y="138"/>
                      </a:cubicBezTo>
                      <a:cubicBezTo>
                        <a:pt x="154" y="122"/>
                        <a:pt x="154" y="101"/>
                        <a:pt x="170" y="101"/>
                      </a:cubicBezTo>
                      <a:cubicBezTo>
                        <a:pt x="186" y="69"/>
                        <a:pt x="186" y="53"/>
                        <a:pt x="186" y="37"/>
                      </a:cubicBezTo>
                      <a:close/>
                      <a:moveTo>
                        <a:pt x="21" y="287"/>
                      </a:moveTo>
                      <a:cubicBezTo>
                        <a:pt x="0" y="303"/>
                        <a:pt x="0" y="324"/>
                        <a:pt x="0" y="324"/>
                      </a:cubicBezTo>
                      <a:cubicBezTo>
                        <a:pt x="0" y="324"/>
                        <a:pt x="21" y="303"/>
                        <a:pt x="21" y="28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5" name="Google Shape;6005;p71">
                  <a:extLst>
                    <a:ext uri="{FF2B5EF4-FFF2-40B4-BE49-F238E27FC236}">
                      <a16:creationId xmlns:a16="http://schemas.microsoft.com/office/drawing/2014/main" id="{F484C1DB-CECA-3A27-6421-B510AF924A3D}"/>
                    </a:ext>
                  </a:extLst>
                </p:cNvPr>
                <p:cNvSpPr/>
                <p:nvPr/>
              </p:nvSpPr>
              <p:spPr>
                <a:xfrm>
                  <a:off x="2687067" y="1643030"/>
                  <a:ext cx="25328" cy="37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373" extrusionOk="0">
                      <a:moveTo>
                        <a:pt x="239" y="1"/>
                      </a:moveTo>
                      <a:lnTo>
                        <a:pt x="239" y="17"/>
                      </a:lnTo>
                      <a:cubicBezTo>
                        <a:pt x="255" y="1"/>
                        <a:pt x="239" y="1"/>
                        <a:pt x="239" y="1"/>
                      </a:cubicBezTo>
                      <a:close/>
                      <a:moveTo>
                        <a:pt x="239" y="17"/>
                      </a:moveTo>
                      <a:cubicBezTo>
                        <a:pt x="218" y="17"/>
                        <a:pt x="218" y="17"/>
                        <a:pt x="202" y="33"/>
                      </a:cubicBezTo>
                      <a:cubicBezTo>
                        <a:pt x="202" y="49"/>
                        <a:pt x="186" y="70"/>
                        <a:pt x="170" y="102"/>
                      </a:cubicBezTo>
                      <a:cubicBezTo>
                        <a:pt x="138" y="134"/>
                        <a:pt x="85" y="203"/>
                        <a:pt x="53" y="272"/>
                      </a:cubicBezTo>
                      <a:cubicBezTo>
                        <a:pt x="16" y="320"/>
                        <a:pt x="0" y="373"/>
                        <a:pt x="0" y="373"/>
                      </a:cubicBezTo>
                      <a:lnTo>
                        <a:pt x="69" y="272"/>
                      </a:lnTo>
                      <a:cubicBezTo>
                        <a:pt x="101" y="219"/>
                        <a:pt x="154" y="150"/>
                        <a:pt x="186" y="102"/>
                      </a:cubicBezTo>
                      <a:cubicBezTo>
                        <a:pt x="202" y="86"/>
                        <a:pt x="218" y="70"/>
                        <a:pt x="218" y="49"/>
                      </a:cubicBezTo>
                      <a:cubicBezTo>
                        <a:pt x="239" y="33"/>
                        <a:pt x="239" y="17"/>
                        <a:pt x="239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6" name="Google Shape;6006;p71">
                  <a:extLst>
                    <a:ext uri="{FF2B5EF4-FFF2-40B4-BE49-F238E27FC236}">
                      <a16:creationId xmlns:a16="http://schemas.microsoft.com/office/drawing/2014/main" id="{CA9956E0-8A38-E75D-CB92-EBD6558F3F27}"/>
                    </a:ext>
                  </a:extLst>
                </p:cNvPr>
                <p:cNvSpPr/>
                <p:nvPr/>
              </p:nvSpPr>
              <p:spPr>
                <a:xfrm>
                  <a:off x="2683889" y="1664782"/>
                  <a:ext cx="30095" cy="41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" h="421" extrusionOk="0">
                      <a:moveTo>
                        <a:pt x="287" y="0"/>
                      </a:moveTo>
                      <a:lnTo>
                        <a:pt x="271" y="16"/>
                      </a:lnTo>
                      <a:cubicBezTo>
                        <a:pt x="271" y="16"/>
                        <a:pt x="250" y="32"/>
                        <a:pt x="250" y="53"/>
                      </a:cubicBezTo>
                      <a:cubicBezTo>
                        <a:pt x="234" y="69"/>
                        <a:pt x="218" y="85"/>
                        <a:pt x="202" y="117"/>
                      </a:cubicBezTo>
                      <a:cubicBezTo>
                        <a:pt x="149" y="186"/>
                        <a:pt x="101" y="271"/>
                        <a:pt x="69" y="335"/>
                      </a:cubicBezTo>
                      <a:cubicBezTo>
                        <a:pt x="101" y="303"/>
                        <a:pt x="117" y="271"/>
                        <a:pt x="149" y="234"/>
                      </a:cubicBezTo>
                      <a:cubicBezTo>
                        <a:pt x="170" y="202"/>
                        <a:pt x="202" y="170"/>
                        <a:pt x="218" y="133"/>
                      </a:cubicBezTo>
                      <a:cubicBezTo>
                        <a:pt x="303" y="0"/>
                        <a:pt x="287" y="16"/>
                        <a:pt x="287" y="0"/>
                      </a:cubicBezTo>
                      <a:close/>
                      <a:moveTo>
                        <a:pt x="69" y="335"/>
                      </a:moveTo>
                      <a:cubicBezTo>
                        <a:pt x="48" y="356"/>
                        <a:pt x="32" y="372"/>
                        <a:pt x="32" y="388"/>
                      </a:cubicBezTo>
                      <a:cubicBezTo>
                        <a:pt x="48" y="372"/>
                        <a:pt x="48" y="356"/>
                        <a:pt x="69" y="335"/>
                      </a:cubicBezTo>
                      <a:close/>
                      <a:moveTo>
                        <a:pt x="32" y="388"/>
                      </a:moveTo>
                      <a:cubicBezTo>
                        <a:pt x="16" y="388"/>
                        <a:pt x="16" y="404"/>
                        <a:pt x="0" y="420"/>
                      </a:cubicBezTo>
                      <a:lnTo>
                        <a:pt x="32" y="38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7" name="Google Shape;6007;p71">
                  <a:extLst>
                    <a:ext uri="{FF2B5EF4-FFF2-40B4-BE49-F238E27FC236}">
                      <a16:creationId xmlns:a16="http://schemas.microsoft.com/office/drawing/2014/main" id="{A401EA97-0D8C-D08E-E1B4-523EF7268512}"/>
                    </a:ext>
                  </a:extLst>
                </p:cNvPr>
                <p:cNvSpPr/>
                <p:nvPr/>
              </p:nvSpPr>
              <p:spPr>
                <a:xfrm>
                  <a:off x="2682200" y="1696467"/>
                  <a:ext cx="28606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405" extrusionOk="0">
                      <a:moveTo>
                        <a:pt x="267" y="0"/>
                      </a:moveTo>
                      <a:lnTo>
                        <a:pt x="267" y="16"/>
                      </a:lnTo>
                      <a:cubicBezTo>
                        <a:pt x="288" y="0"/>
                        <a:pt x="267" y="0"/>
                        <a:pt x="267" y="0"/>
                      </a:cubicBezTo>
                      <a:close/>
                      <a:moveTo>
                        <a:pt x="267" y="16"/>
                      </a:moveTo>
                      <a:cubicBezTo>
                        <a:pt x="251" y="16"/>
                        <a:pt x="251" y="37"/>
                        <a:pt x="235" y="37"/>
                      </a:cubicBezTo>
                      <a:cubicBezTo>
                        <a:pt x="235" y="53"/>
                        <a:pt x="219" y="85"/>
                        <a:pt x="203" y="101"/>
                      </a:cubicBezTo>
                      <a:cubicBezTo>
                        <a:pt x="187" y="137"/>
                        <a:pt x="166" y="170"/>
                        <a:pt x="150" y="202"/>
                      </a:cubicBezTo>
                      <a:cubicBezTo>
                        <a:pt x="118" y="238"/>
                        <a:pt x="102" y="271"/>
                        <a:pt x="86" y="303"/>
                      </a:cubicBezTo>
                      <a:cubicBezTo>
                        <a:pt x="118" y="271"/>
                        <a:pt x="134" y="238"/>
                        <a:pt x="166" y="202"/>
                      </a:cubicBezTo>
                      <a:cubicBezTo>
                        <a:pt x="187" y="186"/>
                        <a:pt x="203" y="154"/>
                        <a:pt x="219" y="117"/>
                      </a:cubicBezTo>
                      <a:cubicBezTo>
                        <a:pt x="235" y="85"/>
                        <a:pt x="251" y="69"/>
                        <a:pt x="251" y="53"/>
                      </a:cubicBezTo>
                      <a:cubicBezTo>
                        <a:pt x="267" y="37"/>
                        <a:pt x="267" y="16"/>
                        <a:pt x="267" y="16"/>
                      </a:cubicBezTo>
                      <a:close/>
                      <a:moveTo>
                        <a:pt x="86" y="303"/>
                      </a:moveTo>
                      <a:cubicBezTo>
                        <a:pt x="33" y="356"/>
                        <a:pt x="1" y="404"/>
                        <a:pt x="1" y="404"/>
                      </a:cubicBezTo>
                      <a:cubicBezTo>
                        <a:pt x="1" y="404"/>
                        <a:pt x="49" y="356"/>
                        <a:pt x="86" y="3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8" name="Google Shape;6008;p71">
                  <a:extLst>
                    <a:ext uri="{FF2B5EF4-FFF2-40B4-BE49-F238E27FC236}">
                      <a16:creationId xmlns:a16="http://schemas.microsoft.com/office/drawing/2014/main" id="{0F9F8F89-1E8B-DA2A-15D2-D2D1342D8BFB}"/>
                    </a:ext>
                  </a:extLst>
                </p:cNvPr>
                <p:cNvSpPr/>
                <p:nvPr/>
              </p:nvSpPr>
              <p:spPr>
                <a:xfrm>
                  <a:off x="2687067" y="1720106"/>
                  <a:ext cx="21752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04" extrusionOk="0">
                      <a:moveTo>
                        <a:pt x="202" y="0"/>
                      </a:moveTo>
                      <a:cubicBezTo>
                        <a:pt x="202" y="0"/>
                        <a:pt x="202" y="17"/>
                        <a:pt x="186" y="33"/>
                      </a:cubicBezTo>
                      <a:cubicBezTo>
                        <a:pt x="186" y="33"/>
                        <a:pt x="170" y="49"/>
                        <a:pt x="154" y="81"/>
                      </a:cubicBezTo>
                      <a:cubicBezTo>
                        <a:pt x="154" y="81"/>
                        <a:pt x="138" y="101"/>
                        <a:pt x="138" y="118"/>
                      </a:cubicBezTo>
                      <a:cubicBezTo>
                        <a:pt x="117" y="134"/>
                        <a:pt x="101" y="150"/>
                        <a:pt x="101" y="150"/>
                      </a:cubicBezTo>
                      <a:cubicBezTo>
                        <a:pt x="69" y="182"/>
                        <a:pt x="53" y="219"/>
                        <a:pt x="37" y="235"/>
                      </a:cubicBezTo>
                      <a:cubicBezTo>
                        <a:pt x="37" y="247"/>
                        <a:pt x="26" y="258"/>
                        <a:pt x="20" y="264"/>
                      </a:cubicBezTo>
                      <a:lnTo>
                        <a:pt x="20" y="264"/>
                      </a:lnTo>
                      <a:lnTo>
                        <a:pt x="53" y="235"/>
                      </a:lnTo>
                      <a:lnTo>
                        <a:pt x="117" y="166"/>
                      </a:lnTo>
                      <a:cubicBezTo>
                        <a:pt x="117" y="150"/>
                        <a:pt x="138" y="134"/>
                        <a:pt x="138" y="134"/>
                      </a:cubicBezTo>
                      <a:cubicBezTo>
                        <a:pt x="154" y="118"/>
                        <a:pt x="170" y="101"/>
                        <a:pt x="170" y="101"/>
                      </a:cubicBezTo>
                      <a:cubicBezTo>
                        <a:pt x="186" y="65"/>
                        <a:pt x="202" y="49"/>
                        <a:pt x="202" y="33"/>
                      </a:cubicBezTo>
                      <a:cubicBezTo>
                        <a:pt x="218" y="17"/>
                        <a:pt x="218" y="17"/>
                        <a:pt x="218" y="0"/>
                      </a:cubicBezTo>
                      <a:close/>
                      <a:moveTo>
                        <a:pt x="20" y="264"/>
                      </a:moveTo>
                      <a:lnTo>
                        <a:pt x="16" y="267"/>
                      </a:lnTo>
                      <a:cubicBezTo>
                        <a:pt x="16" y="267"/>
                        <a:pt x="18" y="266"/>
                        <a:pt x="20" y="264"/>
                      </a:cubicBezTo>
                      <a:close/>
                      <a:moveTo>
                        <a:pt x="16" y="267"/>
                      </a:moveTo>
                      <a:cubicBezTo>
                        <a:pt x="0" y="283"/>
                        <a:pt x="0" y="283"/>
                        <a:pt x="0" y="303"/>
                      </a:cubicBezTo>
                      <a:cubicBezTo>
                        <a:pt x="0" y="303"/>
                        <a:pt x="0" y="283"/>
                        <a:pt x="16" y="26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09" name="Google Shape;6009;p71">
                  <a:extLst>
                    <a:ext uri="{FF2B5EF4-FFF2-40B4-BE49-F238E27FC236}">
                      <a16:creationId xmlns:a16="http://schemas.microsoft.com/office/drawing/2014/main" id="{ED5148E4-716C-384F-85A7-AAD4BB3AF4B1}"/>
                    </a:ext>
                  </a:extLst>
                </p:cNvPr>
                <p:cNvSpPr/>
                <p:nvPr/>
              </p:nvSpPr>
              <p:spPr>
                <a:xfrm>
                  <a:off x="2698688" y="1740170"/>
                  <a:ext cx="12118" cy="1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34" extrusionOk="0">
                      <a:moveTo>
                        <a:pt x="101" y="0"/>
                      </a:moveTo>
                      <a:cubicBezTo>
                        <a:pt x="101" y="17"/>
                        <a:pt x="85" y="17"/>
                        <a:pt x="69" y="33"/>
                      </a:cubicBezTo>
                      <a:cubicBezTo>
                        <a:pt x="69" y="33"/>
                        <a:pt x="53" y="49"/>
                        <a:pt x="53" y="65"/>
                      </a:cubicBezTo>
                      <a:cubicBezTo>
                        <a:pt x="37" y="65"/>
                        <a:pt x="37" y="81"/>
                        <a:pt x="37" y="81"/>
                      </a:cubicBezTo>
                      <a:cubicBezTo>
                        <a:pt x="21" y="118"/>
                        <a:pt x="0" y="134"/>
                        <a:pt x="0" y="134"/>
                      </a:cubicBezTo>
                      <a:cubicBezTo>
                        <a:pt x="0" y="134"/>
                        <a:pt x="21" y="118"/>
                        <a:pt x="37" y="101"/>
                      </a:cubicBezTo>
                      <a:cubicBezTo>
                        <a:pt x="53" y="81"/>
                        <a:pt x="53" y="81"/>
                        <a:pt x="69" y="65"/>
                      </a:cubicBezTo>
                      <a:lnTo>
                        <a:pt x="85" y="49"/>
                      </a:lnTo>
                      <a:cubicBezTo>
                        <a:pt x="101" y="33"/>
                        <a:pt x="101" y="17"/>
                        <a:pt x="101" y="17"/>
                      </a:cubicBezTo>
                      <a:lnTo>
                        <a:pt x="122" y="17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0" name="Google Shape;6010;p71">
                  <a:extLst>
                    <a:ext uri="{FF2B5EF4-FFF2-40B4-BE49-F238E27FC236}">
                      <a16:creationId xmlns:a16="http://schemas.microsoft.com/office/drawing/2014/main" id="{BCB0E382-7480-9344-1427-BFBDF34EA7FB}"/>
                    </a:ext>
                  </a:extLst>
                </p:cNvPr>
                <p:cNvSpPr/>
                <p:nvPr/>
              </p:nvSpPr>
              <p:spPr>
                <a:xfrm>
                  <a:off x="2685478" y="1758247"/>
                  <a:ext cx="25328" cy="3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389" extrusionOk="0">
                      <a:moveTo>
                        <a:pt x="234" y="0"/>
                      </a:moveTo>
                      <a:cubicBezTo>
                        <a:pt x="234" y="20"/>
                        <a:pt x="218" y="20"/>
                        <a:pt x="218" y="37"/>
                      </a:cubicBezTo>
                      <a:cubicBezTo>
                        <a:pt x="202" y="53"/>
                        <a:pt x="186" y="69"/>
                        <a:pt x="170" y="101"/>
                      </a:cubicBezTo>
                      <a:cubicBezTo>
                        <a:pt x="154" y="101"/>
                        <a:pt x="154" y="121"/>
                        <a:pt x="133" y="138"/>
                      </a:cubicBezTo>
                      <a:cubicBezTo>
                        <a:pt x="117" y="154"/>
                        <a:pt x="117" y="170"/>
                        <a:pt x="101" y="202"/>
                      </a:cubicBezTo>
                      <a:cubicBezTo>
                        <a:pt x="85" y="239"/>
                        <a:pt x="69" y="271"/>
                        <a:pt x="53" y="303"/>
                      </a:cubicBezTo>
                      <a:cubicBezTo>
                        <a:pt x="69" y="271"/>
                        <a:pt x="101" y="239"/>
                        <a:pt x="117" y="202"/>
                      </a:cubicBezTo>
                      <a:cubicBezTo>
                        <a:pt x="133" y="186"/>
                        <a:pt x="133" y="170"/>
                        <a:pt x="154" y="154"/>
                      </a:cubicBezTo>
                      <a:cubicBezTo>
                        <a:pt x="170" y="138"/>
                        <a:pt x="170" y="121"/>
                        <a:pt x="186" y="101"/>
                      </a:cubicBezTo>
                      <a:cubicBezTo>
                        <a:pt x="186" y="101"/>
                        <a:pt x="202" y="85"/>
                        <a:pt x="202" y="69"/>
                      </a:cubicBezTo>
                      <a:cubicBezTo>
                        <a:pt x="218" y="69"/>
                        <a:pt x="218" y="53"/>
                        <a:pt x="218" y="53"/>
                      </a:cubicBezTo>
                      <a:lnTo>
                        <a:pt x="255" y="20"/>
                      </a:lnTo>
                      <a:lnTo>
                        <a:pt x="255" y="0"/>
                      </a:lnTo>
                      <a:close/>
                      <a:moveTo>
                        <a:pt x="53" y="303"/>
                      </a:moveTo>
                      <a:cubicBezTo>
                        <a:pt x="32" y="323"/>
                        <a:pt x="16" y="340"/>
                        <a:pt x="16" y="340"/>
                      </a:cubicBezTo>
                      <a:cubicBezTo>
                        <a:pt x="0" y="356"/>
                        <a:pt x="0" y="372"/>
                        <a:pt x="0" y="388"/>
                      </a:cubicBezTo>
                      <a:cubicBezTo>
                        <a:pt x="0" y="372"/>
                        <a:pt x="16" y="356"/>
                        <a:pt x="16" y="356"/>
                      </a:cubicBezTo>
                      <a:cubicBezTo>
                        <a:pt x="32" y="340"/>
                        <a:pt x="53" y="323"/>
                        <a:pt x="53" y="3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1" name="Google Shape;6011;p71">
                  <a:extLst>
                    <a:ext uri="{FF2B5EF4-FFF2-40B4-BE49-F238E27FC236}">
                      <a16:creationId xmlns:a16="http://schemas.microsoft.com/office/drawing/2014/main" id="{0FADC31A-0068-C59D-8186-2B5A0918FDE6}"/>
                    </a:ext>
                  </a:extLst>
                </p:cNvPr>
                <p:cNvSpPr/>
                <p:nvPr/>
              </p:nvSpPr>
              <p:spPr>
                <a:xfrm>
                  <a:off x="2677035" y="1786753"/>
                  <a:ext cx="35360" cy="43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441" extrusionOk="0">
                      <a:moveTo>
                        <a:pt x="340" y="0"/>
                      </a:moveTo>
                      <a:cubicBezTo>
                        <a:pt x="319" y="0"/>
                        <a:pt x="319" y="16"/>
                        <a:pt x="303" y="36"/>
                      </a:cubicBezTo>
                      <a:cubicBezTo>
                        <a:pt x="287" y="53"/>
                        <a:pt x="271" y="69"/>
                        <a:pt x="239" y="101"/>
                      </a:cubicBezTo>
                      <a:cubicBezTo>
                        <a:pt x="239" y="101"/>
                        <a:pt x="218" y="117"/>
                        <a:pt x="202" y="137"/>
                      </a:cubicBezTo>
                      <a:cubicBezTo>
                        <a:pt x="186" y="170"/>
                        <a:pt x="170" y="186"/>
                        <a:pt x="154" y="202"/>
                      </a:cubicBezTo>
                      <a:cubicBezTo>
                        <a:pt x="154" y="218"/>
                        <a:pt x="138" y="238"/>
                        <a:pt x="117" y="255"/>
                      </a:cubicBezTo>
                      <a:cubicBezTo>
                        <a:pt x="101" y="271"/>
                        <a:pt x="85" y="287"/>
                        <a:pt x="85" y="303"/>
                      </a:cubicBezTo>
                      <a:cubicBezTo>
                        <a:pt x="101" y="287"/>
                        <a:pt x="117" y="271"/>
                        <a:pt x="138" y="255"/>
                      </a:cubicBezTo>
                      <a:cubicBezTo>
                        <a:pt x="154" y="238"/>
                        <a:pt x="154" y="218"/>
                        <a:pt x="170" y="202"/>
                      </a:cubicBezTo>
                      <a:lnTo>
                        <a:pt x="218" y="154"/>
                      </a:lnTo>
                      <a:cubicBezTo>
                        <a:pt x="239" y="137"/>
                        <a:pt x="255" y="117"/>
                        <a:pt x="255" y="101"/>
                      </a:cubicBezTo>
                      <a:cubicBezTo>
                        <a:pt x="287" y="85"/>
                        <a:pt x="303" y="69"/>
                        <a:pt x="319" y="53"/>
                      </a:cubicBezTo>
                      <a:cubicBezTo>
                        <a:pt x="319" y="36"/>
                        <a:pt x="340" y="16"/>
                        <a:pt x="340" y="16"/>
                      </a:cubicBezTo>
                      <a:lnTo>
                        <a:pt x="356" y="0"/>
                      </a:lnTo>
                      <a:close/>
                      <a:moveTo>
                        <a:pt x="85" y="303"/>
                      </a:moveTo>
                      <a:cubicBezTo>
                        <a:pt x="37" y="372"/>
                        <a:pt x="0" y="440"/>
                        <a:pt x="0" y="440"/>
                      </a:cubicBezTo>
                      <a:cubicBezTo>
                        <a:pt x="0" y="440"/>
                        <a:pt x="16" y="420"/>
                        <a:pt x="37" y="388"/>
                      </a:cubicBezTo>
                      <a:cubicBezTo>
                        <a:pt x="53" y="372"/>
                        <a:pt x="69" y="339"/>
                        <a:pt x="85" y="3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2" name="Google Shape;6012;p71">
                  <a:extLst>
                    <a:ext uri="{FF2B5EF4-FFF2-40B4-BE49-F238E27FC236}">
                      <a16:creationId xmlns:a16="http://schemas.microsoft.com/office/drawing/2014/main" id="{A51EA2D3-8CF5-E7DA-70AE-57B0671647C8}"/>
                    </a:ext>
                  </a:extLst>
                </p:cNvPr>
                <p:cNvSpPr/>
                <p:nvPr/>
              </p:nvSpPr>
              <p:spPr>
                <a:xfrm>
                  <a:off x="2683889" y="1810294"/>
                  <a:ext cx="28506" cy="3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337" extrusionOk="0">
                      <a:moveTo>
                        <a:pt x="269" y="0"/>
                      </a:moveTo>
                      <a:cubicBezTo>
                        <a:pt x="264" y="0"/>
                        <a:pt x="245" y="12"/>
                        <a:pt x="170" y="102"/>
                      </a:cubicBezTo>
                      <a:cubicBezTo>
                        <a:pt x="149" y="135"/>
                        <a:pt x="117" y="167"/>
                        <a:pt x="85" y="220"/>
                      </a:cubicBezTo>
                      <a:cubicBezTo>
                        <a:pt x="48" y="252"/>
                        <a:pt x="16" y="304"/>
                        <a:pt x="0" y="337"/>
                      </a:cubicBezTo>
                      <a:cubicBezTo>
                        <a:pt x="32" y="304"/>
                        <a:pt x="69" y="268"/>
                        <a:pt x="101" y="220"/>
                      </a:cubicBezTo>
                      <a:cubicBezTo>
                        <a:pt x="133" y="183"/>
                        <a:pt x="149" y="151"/>
                        <a:pt x="186" y="119"/>
                      </a:cubicBezTo>
                      <a:cubicBezTo>
                        <a:pt x="287" y="1"/>
                        <a:pt x="287" y="1"/>
                        <a:pt x="271" y="1"/>
                      </a:cubicBezTo>
                      <a:cubicBezTo>
                        <a:pt x="271" y="1"/>
                        <a:pt x="271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3" name="Google Shape;6013;p71">
                  <a:extLst>
                    <a:ext uri="{FF2B5EF4-FFF2-40B4-BE49-F238E27FC236}">
                      <a16:creationId xmlns:a16="http://schemas.microsoft.com/office/drawing/2014/main" id="{E4AEEB92-B43B-DD44-07A6-9C395C7F885D}"/>
                    </a:ext>
                  </a:extLst>
                </p:cNvPr>
                <p:cNvSpPr/>
                <p:nvPr/>
              </p:nvSpPr>
              <p:spPr>
                <a:xfrm>
                  <a:off x="2670579" y="1872173"/>
                  <a:ext cx="16587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203" extrusionOk="0">
                      <a:moveTo>
                        <a:pt x="166" y="1"/>
                      </a:moveTo>
                      <a:cubicBezTo>
                        <a:pt x="166" y="1"/>
                        <a:pt x="150" y="17"/>
                        <a:pt x="118" y="49"/>
                      </a:cubicBezTo>
                      <a:cubicBezTo>
                        <a:pt x="102" y="65"/>
                        <a:pt x="81" y="65"/>
                        <a:pt x="65" y="85"/>
                      </a:cubicBezTo>
                      <a:cubicBezTo>
                        <a:pt x="65" y="102"/>
                        <a:pt x="49" y="102"/>
                        <a:pt x="49" y="118"/>
                      </a:cubicBezTo>
                      <a:lnTo>
                        <a:pt x="33" y="134"/>
                      </a:lnTo>
                      <a:cubicBezTo>
                        <a:pt x="17" y="150"/>
                        <a:pt x="17" y="166"/>
                        <a:pt x="1" y="166"/>
                      </a:cubicBezTo>
                      <a:lnTo>
                        <a:pt x="1" y="186"/>
                      </a:lnTo>
                      <a:lnTo>
                        <a:pt x="1" y="203"/>
                      </a:lnTo>
                      <a:lnTo>
                        <a:pt x="17" y="203"/>
                      </a:lnTo>
                      <a:lnTo>
                        <a:pt x="17" y="186"/>
                      </a:lnTo>
                      <a:cubicBezTo>
                        <a:pt x="33" y="186"/>
                        <a:pt x="33" y="166"/>
                        <a:pt x="49" y="150"/>
                      </a:cubicBezTo>
                      <a:lnTo>
                        <a:pt x="65" y="134"/>
                      </a:lnTo>
                      <a:cubicBezTo>
                        <a:pt x="65" y="118"/>
                        <a:pt x="81" y="118"/>
                        <a:pt x="81" y="102"/>
                      </a:cubicBezTo>
                      <a:lnTo>
                        <a:pt x="134" y="49"/>
                      </a:lnTo>
                      <a:cubicBezTo>
                        <a:pt x="150" y="17"/>
                        <a:pt x="166" y="1"/>
                        <a:pt x="1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4" name="Google Shape;6014;p71">
                  <a:extLst>
                    <a:ext uri="{FF2B5EF4-FFF2-40B4-BE49-F238E27FC236}">
                      <a16:creationId xmlns:a16="http://schemas.microsoft.com/office/drawing/2014/main" id="{2259A212-12D9-F73C-DCE7-D58072614BA0}"/>
                    </a:ext>
                  </a:extLst>
                </p:cNvPr>
                <p:cNvSpPr/>
                <p:nvPr/>
              </p:nvSpPr>
              <p:spPr>
                <a:xfrm>
                  <a:off x="2693821" y="1845256"/>
                  <a:ext cx="18574" cy="1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96" extrusionOk="0">
                      <a:moveTo>
                        <a:pt x="187" y="1"/>
                      </a:moveTo>
                      <a:cubicBezTo>
                        <a:pt x="171" y="1"/>
                        <a:pt x="171" y="1"/>
                        <a:pt x="171" y="17"/>
                      </a:cubicBezTo>
                      <a:cubicBezTo>
                        <a:pt x="171" y="1"/>
                        <a:pt x="187" y="1"/>
                        <a:pt x="187" y="1"/>
                      </a:cubicBezTo>
                      <a:close/>
                      <a:moveTo>
                        <a:pt x="171" y="17"/>
                      </a:moveTo>
                      <a:cubicBezTo>
                        <a:pt x="150" y="17"/>
                        <a:pt x="150" y="17"/>
                        <a:pt x="134" y="33"/>
                      </a:cubicBezTo>
                      <a:cubicBezTo>
                        <a:pt x="118" y="70"/>
                        <a:pt x="70" y="102"/>
                        <a:pt x="33" y="134"/>
                      </a:cubicBezTo>
                      <a:cubicBezTo>
                        <a:pt x="17" y="154"/>
                        <a:pt x="1" y="171"/>
                        <a:pt x="1" y="187"/>
                      </a:cubicBezTo>
                      <a:cubicBezTo>
                        <a:pt x="1" y="192"/>
                        <a:pt x="1" y="196"/>
                        <a:pt x="3" y="196"/>
                      </a:cubicBezTo>
                      <a:cubicBezTo>
                        <a:pt x="6" y="196"/>
                        <a:pt x="17" y="180"/>
                        <a:pt x="49" y="134"/>
                      </a:cubicBezTo>
                      <a:cubicBezTo>
                        <a:pt x="86" y="118"/>
                        <a:pt x="118" y="70"/>
                        <a:pt x="150" y="33"/>
                      </a:cubicBezTo>
                      <a:lnTo>
                        <a:pt x="171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5" name="Google Shape;6015;p71">
                  <a:extLst>
                    <a:ext uri="{FF2B5EF4-FFF2-40B4-BE49-F238E27FC236}">
                      <a16:creationId xmlns:a16="http://schemas.microsoft.com/office/drawing/2014/main" id="{BF270F0B-9DA8-35B7-F5AE-99A0240777B6}"/>
                    </a:ext>
                  </a:extLst>
                </p:cNvPr>
                <p:cNvSpPr/>
                <p:nvPr/>
              </p:nvSpPr>
              <p:spPr>
                <a:xfrm>
                  <a:off x="2685478" y="1862141"/>
                  <a:ext cx="30195" cy="3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389" extrusionOk="0">
                      <a:moveTo>
                        <a:pt x="287" y="1"/>
                      </a:moveTo>
                      <a:lnTo>
                        <a:pt x="202" y="85"/>
                      </a:lnTo>
                      <a:cubicBezTo>
                        <a:pt x="186" y="118"/>
                        <a:pt x="170" y="150"/>
                        <a:pt x="133" y="186"/>
                      </a:cubicBezTo>
                      <a:cubicBezTo>
                        <a:pt x="117" y="219"/>
                        <a:pt x="101" y="251"/>
                        <a:pt x="69" y="267"/>
                      </a:cubicBezTo>
                      <a:cubicBezTo>
                        <a:pt x="32" y="336"/>
                        <a:pt x="0" y="388"/>
                        <a:pt x="0" y="388"/>
                      </a:cubicBezTo>
                      <a:cubicBezTo>
                        <a:pt x="0" y="388"/>
                        <a:pt x="32" y="336"/>
                        <a:pt x="85" y="287"/>
                      </a:cubicBezTo>
                      <a:cubicBezTo>
                        <a:pt x="101" y="251"/>
                        <a:pt x="133" y="219"/>
                        <a:pt x="154" y="186"/>
                      </a:cubicBezTo>
                      <a:cubicBezTo>
                        <a:pt x="186" y="150"/>
                        <a:pt x="202" y="118"/>
                        <a:pt x="218" y="102"/>
                      </a:cubicBezTo>
                      <a:cubicBezTo>
                        <a:pt x="303" y="1"/>
                        <a:pt x="303" y="1"/>
                        <a:pt x="2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6" name="Google Shape;6016;p71">
                  <a:extLst>
                    <a:ext uri="{FF2B5EF4-FFF2-40B4-BE49-F238E27FC236}">
                      <a16:creationId xmlns:a16="http://schemas.microsoft.com/office/drawing/2014/main" id="{0949CBB9-6BCD-56B5-A503-B2A9BA4BFBBA}"/>
                    </a:ext>
                  </a:extLst>
                </p:cNvPr>
                <p:cNvSpPr/>
                <p:nvPr/>
              </p:nvSpPr>
              <p:spPr>
                <a:xfrm>
                  <a:off x="2668593" y="1905447"/>
                  <a:ext cx="15395" cy="21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219" extrusionOk="0">
                      <a:moveTo>
                        <a:pt x="154" y="1"/>
                      </a:moveTo>
                      <a:cubicBezTo>
                        <a:pt x="154" y="1"/>
                        <a:pt x="154" y="17"/>
                        <a:pt x="138" y="17"/>
                      </a:cubicBezTo>
                      <a:cubicBezTo>
                        <a:pt x="138" y="33"/>
                        <a:pt x="122" y="53"/>
                        <a:pt x="101" y="69"/>
                      </a:cubicBezTo>
                      <a:cubicBezTo>
                        <a:pt x="85" y="86"/>
                        <a:pt x="85" y="102"/>
                        <a:pt x="69" y="118"/>
                      </a:cubicBezTo>
                      <a:cubicBezTo>
                        <a:pt x="53" y="134"/>
                        <a:pt x="37" y="154"/>
                        <a:pt x="21" y="170"/>
                      </a:cubicBezTo>
                      <a:cubicBezTo>
                        <a:pt x="0" y="187"/>
                        <a:pt x="0" y="219"/>
                        <a:pt x="0" y="219"/>
                      </a:cubicBezTo>
                      <a:cubicBezTo>
                        <a:pt x="21" y="219"/>
                        <a:pt x="21" y="219"/>
                        <a:pt x="21" y="203"/>
                      </a:cubicBezTo>
                      <a:cubicBezTo>
                        <a:pt x="21" y="203"/>
                        <a:pt x="37" y="187"/>
                        <a:pt x="37" y="170"/>
                      </a:cubicBezTo>
                      <a:cubicBezTo>
                        <a:pt x="53" y="154"/>
                        <a:pt x="69" y="134"/>
                        <a:pt x="85" y="118"/>
                      </a:cubicBezTo>
                      <a:cubicBezTo>
                        <a:pt x="85" y="102"/>
                        <a:pt x="101" y="86"/>
                        <a:pt x="122" y="69"/>
                      </a:cubicBezTo>
                      <a:cubicBezTo>
                        <a:pt x="138" y="53"/>
                        <a:pt x="138" y="33"/>
                        <a:pt x="154" y="33"/>
                      </a:cubicBez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7" name="Google Shape;6017;p71">
                  <a:extLst>
                    <a:ext uri="{FF2B5EF4-FFF2-40B4-BE49-F238E27FC236}">
                      <a16:creationId xmlns:a16="http://schemas.microsoft.com/office/drawing/2014/main" id="{B7DF6E03-C10B-B735-75E5-0E8511075067}"/>
                    </a:ext>
                  </a:extLst>
                </p:cNvPr>
                <p:cNvSpPr/>
                <p:nvPr/>
              </p:nvSpPr>
              <p:spPr>
                <a:xfrm>
                  <a:off x="2695510" y="1896905"/>
                  <a:ext cx="20163" cy="20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4" extrusionOk="0">
                      <a:moveTo>
                        <a:pt x="184" y="0"/>
                      </a:moveTo>
                      <a:cubicBezTo>
                        <a:pt x="181" y="0"/>
                        <a:pt x="169" y="8"/>
                        <a:pt x="133" y="54"/>
                      </a:cubicBezTo>
                      <a:cubicBezTo>
                        <a:pt x="85" y="103"/>
                        <a:pt x="0" y="204"/>
                        <a:pt x="0" y="204"/>
                      </a:cubicBezTo>
                      <a:cubicBezTo>
                        <a:pt x="0" y="204"/>
                        <a:pt x="101" y="119"/>
                        <a:pt x="154" y="54"/>
                      </a:cubicBezTo>
                      <a:cubicBezTo>
                        <a:pt x="202" y="2"/>
                        <a:pt x="202" y="2"/>
                        <a:pt x="186" y="2"/>
                      </a:cubicBezTo>
                      <a:cubicBezTo>
                        <a:pt x="186" y="2"/>
                        <a:pt x="186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8" name="Google Shape;6018;p71">
                  <a:extLst>
                    <a:ext uri="{FF2B5EF4-FFF2-40B4-BE49-F238E27FC236}">
                      <a16:creationId xmlns:a16="http://schemas.microsoft.com/office/drawing/2014/main" id="{F6C29987-221C-9D93-6FB1-ABE19E94CE91}"/>
                    </a:ext>
                  </a:extLst>
                </p:cNvPr>
                <p:cNvSpPr/>
                <p:nvPr/>
              </p:nvSpPr>
              <p:spPr>
                <a:xfrm>
                  <a:off x="2670579" y="1925511"/>
                  <a:ext cx="20163" cy="25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56" extrusionOk="0">
                      <a:moveTo>
                        <a:pt x="203" y="1"/>
                      </a:moveTo>
                      <a:cubicBezTo>
                        <a:pt x="203" y="1"/>
                        <a:pt x="182" y="17"/>
                        <a:pt x="150" y="69"/>
                      </a:cubicBezTo>
                      <a:cubicBezTo>
                        <a:pt x="182" y="33"/>
                        <a:pt x="203" y="1"/>
                        <a:pt x="203" y="1"/>
                      </a:cubicBezTo>
                      <a:close/>
                      <a:moveTo>
                        <a:pt x="150" y="70"/>
                      </a:moveTo>
                      <a:cubicBezTo>
                        <a:pt x="134" y="86"/>
                        <a:pt x="118" y="102"/>
                        <a:pt x="81" y="118"/>
                      </a:cubicBezTo>
                      <a:lnTo>
                        <a:pt x="33" y="170"/>
                      </a:lnTo>
                      <a:cubicBezTo>
                        <a:pt x="17" y="219"/>
                        <a:pt x="1" y="235"/>
                        <a:pt x="1" y="235"/>
                      </a:cubicBezTo>
                      <a:lnTo>
                        <a:pt x="1" y="255"/>
                      </a:lnTo>
                      <a:lnTo>
                        <a:pt x="17" y="255"/>
                      </a:lnTo>
                      <a:cubicBezTo>
                        <a:pt x="17" y="235"/>
                        <a:pt x="33" y="219"/>
                        <a:pt x="49" y="187"/>
                      </a:cubicBezTo>
                      <a:cubicBezTo>
                        <a:pt x="65" y="170"/>
                        <a:pt x="81" y="154"/>
                        <a:pt x="102" y="134"/>
                      </a:cubicBezTo>
                      <a:cubicBezTo>
                        <a:pt x="118" y="102"/>
                        <a:pt x="134" y="86"/>
                        <a:pt x="150" y="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19" name="Google Shape;6019;p71">
                  <a:extLst>
                    <a:ext uri="{FF2B5EF4-FFF2-40B4-BE49-F238E27FC236}">
                      <a16:creationId xmlns:a16="http://schemas.microsoft.com/office/drawing/2014/main" id="{875B8F1D-CA79-9438-632D-B90D2093812D}"/>
                    </a:ext>
                  </a:extLst>
                </p:cNvPr>
                <p:cNvSpPr/>
                <p:nvPr/>
              </p:nvSpPr>
              <p:spPr>
                <a:xfrm>
                  <a:off x="2698688" y="1918558"/>
                  <a:ext cx="15296" cy="22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225" extrusionOk="0">
                      <a:moveTo>
                        <a:pt x="152" y="0"/>
                      </a:moveTo>
                      <a:cubicBezTo>
                        <a:pt x="149" y="0"/>
                        <a:pt x="137" y="8"/>
                        <a:pt x="101" y="55"/>
                      </a:cubicBezTo>
                      <a:cubicBezTo>
                        <a:pt x="85" y="71"/>
                        <a:pt x="85" y="87"/>
                        <a:pt x="69" y="103"/>
                      </a:cubicBezTo>
                      <a:cubicBezTo>
                        <a:pt x="53" y="123"/>
                        <a:pt x="53" y="139"/>
                        <a:pt x="37" y="156"/>
                      </a:cubicBezTo>
                      <a:cubicBezTo>
                        <a:pt x="21" y="188"/>
                        <a:pt x="0" y="224"/>
                        <a:pt x="0" y="224"/>
                      </a:cubicBezTo>
                      <a:cubicBezTo>
                        <a:pt x="0" y="224"/>
                        <a:pt x="21" y="188"/>
                        <a:pt x="53" y="172"/>
                      </a:cubicBezTo>
                      <a:cubicBezTo>
                        <a:pt x="53" y="156"/>
                        <a:pt x="69" y="139"/>
                        <a:pt x="85" y="123"/>
                      </a:cubicBezTo>
                      <a:cubicBezTo>
                        <a:pt x="101" y="103"/>
                        <a:pt x="101" y="87"/>
                        <a:pt x="122" y="71"/>
                      </a:cubicBezTo>
                      <a:lnTo>
                        <a:pt x="154" y="2"/>
                      </a:lnTo>
                      <a:cubicBezTo>
                        <a:pt x="154" y="2"/>
                        <a:pt x="154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0" name="Google Shape;6020;p71">
                  <a:extLst>
                    <a:ext uri="{FF2B5EF4-FFF2-40B4-BE49-F238E27FC236}">
                      <a16:creationId xmlns:a16="http://schemas.microsoft.com/office/drawing/2014/main" id="{C16BF23D-91E1-0281-97D6-F588F6406A4C}"/>
                    </a:ext>
                  </a:extLst>
                </p:cNvPr>
                <p:cNvSpPr/>
                <p:nvPr/>
              </p:nvSpPr>
              <p:spPr>
                <a:xfrm>
                  <a:off x="2687067" y="1942396"/>
                  <a:ext cx="11720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02" extrusionOk="0">
                      <a:moveTo>
                        <a:pt x="117" y="0"/>
                      </a:moveTo>
                      <a:lnTo>
                        <a:pt x="101" y="17"/>
                      </a:lnTo>
                      <a:cubicBezTo>
                        <a:pt x="85" y="33"/>
                        <a:pt x="69" y="33"/>
                        <a:pt x="69" y="49"/>
                      </a:cubicBezTo>
                      <a:cubicBezTo>
                        <a:pt x="53" y="49"/>
                        <a:pt x="53" y="65"/>
                        <a:pt x="37" y="65"/>
                      </a:cubicBezTo>
                      <a:cubicBezTo>
                        <a:pt x="0" y="85"/>
                        <a:pt x="16" y="101"/>
                        <a:pt x="16" y="101"/>
                      </a:cubicBezTo>
                      <a:lnTo>
                        <a:pt x="53" y="85"/>
                      </a:lnTo>
                      <a:cubicBezTo>
                        <a:pt x="53" y="85"/>
                        <a:pt x="69" y="65"/>
                        <a:pt x="85" y="65"/>
                      </a:cubicBezTo>
                      <a:cubicBezTo>
                        <a:pt x="85" y="49"/>
                        <a:pt x="101" y="33"/>
                        <a:pt x="101" y="33"/>
                      </a:cubicBezTo>
                      <a:lnTo>
                        <a:pt x="117" y="17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1" name="Google Shape;6021;p71">
                  <a:extLst>
                    <a:ext uri="{FF2B5EF4-FFF2-40B4-BE49-F238E27FC236}">
                      <a16:creationId xmlns:a16="http://schemas.microsoft.com/office/drawing/2014/main" id="{00DCA15D-73EB-31E7-B2DE-EB6B8C9E7CF0}"/>
                    </a:ext>
                  </a:extLst>
                </p:cNvPr>
                <p:cNvSpPr/>
                <p:nvPr/>
              </p:nvSpPr>
              <p:spPr>
                <a:xfrm>
                  <a:off x="2561818" y="1836913"/>
                  <a:ext cx="13409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1027" extrusionOk="0">
                      <a:moveTo>
                        <a:pt x="1" y="0"/>
                      </a:moveTo>
                      <a:lnTo>
                        <a:pt x="1" y="16"/>
                      </a:lnTo>
                      <a:lnTo>
                        <a:pt x="1" y="36"/>
                      </a:lnTo>
                      <a:cubicBezTo>
                        <a:pt x="17" y="53"/>
                        <a:pt x="17" y="69"/>
                        <a:pt x="33" y="101"/>
                      </a:cubicBezTo>
                      <a:cubicBezTo>
                        <a:pt x="49" y="137"/>
                        <a:pt x="66" y="186"/>
                        <a:pt x="66" y="255"/>
                      </a:cubicBezTo>
                      <a:cubicBezTo>
                        <a:pt x="86" y="303"/>
                        <a:pt x="86" y="339"/>
                        <a:pt x="86" y="372"/>
                      </a:cubicBezTo>
                      <a:cubicBezTo>
                        <a:pt x="102" y="420"/>
                        <a:pt x="102" y="457"/>
                        <a:pt x="102" y="505"/>
                      </a:cubicBezTo>
                      <a:cubicBezTo>
                        <a:pt x="102" y="590"/>
                        <a:pt x="118" y="675"/>
                        <a:pt x="118" y="759"/>
                      </a:cubicBezTo>
                      <a:cubicBezTo>
                        <a:pt x="118" y="909"/>
                        <a:pt x="134" y="1026"/>
                        <a:pt x="134" y="1026"/>
                      </a:cubicBezTo>
                      <a:lnTo>
                        <a:pt x="134" y="759"/>
                      </a:lnTo>
                      <a:lnTo>
                        <a:pt x="134" y="622"/>
                      </a:lnTo>
                      <a:lnTo>
                        <a:pt x="134" y="505"/>
                      </a:lnTo>
                      <a:cubicBezTo>
                        <a:pt x="134" y="457"/>
                        <a:pt x="134" y="404"/>
                        <a:pt x="118" y="372"/>
                      </a:cubicBezTo>
                      <a:lnTo>
                        <a:pt x="118" y="255"/>
                      </a:lnTo>
                      <a:cubicBezTo>
                        <a:pt x="102" y="186"/>
                        <a:pt x="86" y="137"/>
                        <a:pt x="66" y="101"/>
                      </a:cubicBezTo>
                      <a:cubicBezTo>
                        <a:pt x="49" y="53"/>
                        <a:pt x="33" y="36"/>
                        <a:pt x="33" y="16"/>
                      </a:cubicBezTo>
                      <a:cubicBezTo>
                        <a:pt x="17" y="0"/>
                        <a:pt x="17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2" name="Google Shape;6022;p71">
                  <a:extLst>
                    <a:ext uri="{FF2B5EF4-FFF2-40B4-BE49-F238E27FC236}">
                      <a16:creationId xmlns:a16="http://schemas.microsoft.com/office/drawing/2014/main" id="{45F861E4-173E-9425-7C7F-4BE8987B6953}"/>
                    </a:ext>
                  </a:extLst>
                </p:cNvPr>
                <p:cNvSpPr/>
                <p:nvPr/>
              </p:nvSpPr>
              <p:spPr>
                <a:xfrm>
                  <a:off x="2570261" y="1865320"/>
                  <a:ext cx="8145" cy="85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862" extrusionOk="0">
                      <a:moveTo>
                        <a:pt x="1" y="1"/>
                      </a:moveTo>
                      <a:cubicBezTo>
                        <a:pt x="1" y="53"/>
                        <a:pt x="17" y="102"/>
                        <a:pt x="17" y="187"/>
                      </a:cubicBezTo>
                      <a:cubicBezTo>
                        <a:pt x="33" y="255"/>
                        <a:pt x="33" y="320"/>
                        <a:pt x="49" y="405"/>
                      </a:cubicBezTo>
                      <a:lnTo>
                        <a:pt x="49" y="522"/>
                      </a:lnTo>
                      <a:lnTo>
                        <a:pt x="49" y="574"/>
                      </a:lnTo>
                      <a:lnTo>
                        <a:pt x="49" y="623"/>
                      </a:lnTo>
                      <a:lnTo>
                        <a:pt x="49" y="760"/>
                      </a:lnTo>
                      <a:cubicBezTo>
                        <a:pt x="49" y="809"/>
                        <a:pt x="33" y="825"/>
                        <a:pt x="33" y="841"/>
                      </a:cubicBezTo>
                      <a:cubicBezTo>
                        <a:pt x="33" y="861"/>
                        <a:pt x="33" y="861"/>
                        <a:pt x="49" y="861"/>
                      </a:cubicBezTo>
                      <a:lnTo>
                        <a:pt x="49" y="841"/>
                      </a:lnTo>
                      <a:cubicBezTo>
                        <a:pt x="65" y="825"/>
                        <a:pt x="65" y="809"/>
                        <a:pt x="82" y="776"/>
                      </a:cubicBezTo>
                      <a:lnTo>
                        <a:pt x="82" y="623"/>
                      </a:lnTo>
                      <a:lnTo>
                        <a:pt x="82" y="574"/>
                      </a:lnTo>
                      <a:lnTo>
                        <a:pt x="82" y="522"/>
                      </a:lnTo>
                      <a:cubicBezTo>
                        <a:pt x="82" y="473"/>
                        <a:pt x="82" y="437"/>
                        <a:pt x="65" y="405"/>
                      </a:cubicBezTo>
                      <a:cubicBezTo>
                        <a:pt x="65" y="320"/>
                        <a:pt x="49" y="255"/>
                        <a:pt x="33" y="171"/>
                      </a:cubicBezTo>
                      <a:cubicBezTo>
                        <a:pt x="17" y="102"/>
                        <a:pt x="17" y="53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3" name="Google Shape;6023;p71">
                  <a:extLst>
                    <a:ext uri="{FF2B5EF4-FFF2-40B4-BE49-F238E27FC236}">
                      <a16:creationId xmlns:a16="http://schemas.microsoft.com/office/drawing/2014/main" id="{9E2421B9-AEDA-6825-F56A-D8691BDD0C2F}"/>
                    </a:ext>
                  </a:extLst>
                </p:cNvPr>
                <p:cNvSpPr/>
                <p:nvPr/>
              </p:nvSpPr>
              <p:spPr>
                <a:xfrm>
                  <a:off x="2573539" y="1885383"/>
                  <a:ext cx="4867" cy="65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660" extrusionOk="0">
                      <a:moveTo>
                        <a:pt x="0" y="1"/>
                      </a:moveTo>
                      <a:lnTo>
                        <a:pt x="0" y="70"/>
                      </a:lnTo>
                      <a:lnTo>
                        <a:pt x="0" y="134"/>
                      </a:lnTo>
                      <a:cubicBezTo>
                        <a:pt x="16" y="170"/>
                        <a:pt x="16" y="187"/>
                        <a:pt x="16" y="219"/>
                      </a:cubicBezTo>
                      <a:lnTo>
                        <a:pt x="16" y="304"/>
                      </a:lnTo>
                      <a:lnTo>
                        <a:pt x="16" y="473"/>
                      </a:lnTo>
                      <a:lnTo>
                        <a:pt x="16" y="639"/>
                      </a:lnTo>
                      <a:lnTo>
                        <a:pt x="32" y="659"/>
                      </a:lnTo>
                      <a:lnTo>
                        <a:pt x="32" y="639"/>
                      </a:lnTo>
                      <a:lnTo>
                        <a:pt x="49" y="639"/>
                      </a:lnTo>
                      <a:lnTo>
                        <a:pt x="49" y="574"/>
                      </a:lnTo>
                      <a:lnTo>
                        <a:pt x="49" y="473"/>
                      </a:lnTo>
                      <a:lnTo>
                        <a:pt x="49" y="304"/>
                      </a:lnTo>
                      <a:cubicBezTo>
                        <a:pt x="32" y="271"/>
                        <a:pt x="32" y="255"/>
                        <a:pt x="32" y="219"/>
                      </a:cubicBezTo>
                      <a:cubicBezTo>
                        <a:pt x="32" y="187"/>
                        <a:pt x="32" y="170"/>
                        <a:pt x="16" y="134"/>
                      </a:cubicBezTo>
                      <a:lnTo>
                        <a:pt x="16" y="70"/>
                      </a:lnTo>
                      <a:cubicBezTo>
                        <a:pt x="0" y="53"/>
                        <a:pt x="0" y="17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4" name="Google Shape;6024;p71">
                  <a:extLst>
                    <a:ext uri="{FF2B5EF4-FFF2-40B4-BE49-F238E27FC236}">
                      <a16:creationId xmlns:a16="http://schemas.microsoft.com/office/drawing/2014/main" id="{D4CBCFF3-1D98-B5A5-6535-1509D41A16FF}"/>
                    </a:ext>
                  </a:extLst>
                </p:cNvPr>
                <p:cNvSpPr/>
                <p:nvPr/>
              </p:nvSpPr>
              <p:spPr>
                <a:xfrm>
                  <a:off x="2573539" y="1865320"/>
                  <a:ext cx="14899" cy="42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429" extrusionOk="0">
                      <a:moveTo>
                        <a:pt x="150" y="1"/>
                      </a:moveTo>
                      <a:cubicBezTo>
                        <a:pt x="150" y="1"/>
                        <a:pt x="147" y="9"/>
                        <a:pt x="142" y="22"/>
                      </a:cubicBezTo>
                      <a:lnTo>
                        <a:pt x="142" y="22"/>
                      </a:lnTo>
                      <a:cubicBezTo>
                        <a:pt x="150" y="10"/>
                        <a:pt x="150" y="1"/>
                        <a:pt x="150" y="1"/>
                      </a:cubicBezTo>
                      <a:close/>
                      <a:moveTo>
                        <a:pt x="142" y="22"/>
                      </a:moveTo>
                      <a:cubicBezTo>
                        <a:pt x="140" y="26"/>
                        <a:pt x="137" y="29"/>
                        <a:pt x="133" y="33"/>
                      </a:cubicBezTo>
                      <a:cubicBezTo>
                        <a:pt x="133" y="53"/>
                        <a:pt x="117" y="86"/>
                        <a:pt x="101" y="102"/>
                      </a:cubicBezTo>
                      <a:cubicBezTo>
                        <a:pt x="85" y="134"/>
                        <a:pt x="69" y="171"/>
                        <a:pt x="49" y="203"/>
                      </a:cubicBezTo>
                      <a:cubicBezTo>
                        <a:pt x="32" y="219"/>
                        <a:pt x="32" y="235"/>
                        <a:pt x="32" y="255"/>
                      </a:cubicBezTo>
                      <a:cubicBezTo>
                        <a:pt x="16" y="272"/>
                        <a:pt x="16" y="288"/>
                        <a:pt x="16" y="304"/>
                      </a:cubicBezTo>
                      <a:cubicBezTo>
                        <a:pt x="0" y="336"/>
                        <a:pt x="16" y="372"/>
                        <a:pt x="16" y="389"/>
                      </a:cubicBezTo>
                      <a:lnTo>
                        <a:pt x="16" y="405"/>
                      </a:lnTo>
                      <a:lnTo>
                        <a:pt x="16" y="421"/>
                      </a:lnTo>
                      <a:cubicBezTo>
                        <a:pt x="22" y="426"/>
                        <a:pt x="25" y="428"/>
                        <a:pt x="28" y="428"/>
                      </a:cubicBezTo>
                      <a:cubicBezTo>
                        <a:pt x="32" y="428"/>
                        <a:pt x="32" y="421"/>
                        <a:pt x="32" y="421"/>
                      </a:cubicBezTo>
                      <a:lnTo>
                        <a:pt x="32" y="405"/>
                      </a:lnTo>
                      <a:lnTo>
                        <a:pt x="32" y="389"/>
                      </a:lnTo>
                      <a:lnTo>
                        <a:pt x="32" y="320"/>
                      </a:lnTo>
                      <a:cubicBezTo>
                        <a:pt x="49" y="255"/>
                        <a:pt x="85" y="187"/>
                        <a:pt x="101" y="118"/>
                      </a:cubicBezTo>
                      <a:cubicBezTo>
                        <a:pt x="121" y="78"/>
                        <a:pt x="135" y="43"/>
                        <a:pt x="142" y="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5" name="Google Shape;6025;p71">
                  <a:extLst>
                    <a:ext uri="{FF2B5EF4-FFF2-40B4-BE49-F238E27FC236}">
                      <a16:creationId xmlns:a16="http://schemas.microsoft.com/office/drawing/2014/main" id="{289FB367-AD03-97C1-DE5E-A224BF315256}"/>
                    </a:ext>
                  </a:extLst>
                </p:cNvPr>
                <p:cNvSpPr/>
                <p:nvPr/>
              </p:nvSpPr>
              <p:spPr>
                <a:xfrm>
                  <a:off x="2580293" y="1875351"/>
                  <a:ext cx="16587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18" extrusionOk="0">
                      <a:moveTo>
                        <a:pt x="166" y="1"/>
                      </a:moveTo>
                      <a:cubicBezTo>
                        <a:pt x="150" y="1"/>
                        <a:pt x="134" y="17"/>
                        <a:pt x="118" y="17"/>
                      </a:cubicBezTo>
                      <a:cubicBezTo>
                        <a:pt x="102" y="33"/>
                        <a:pt x="49" y="53"/>
                        <a:pt x="33" y="70"/>
                      </a:cubicBezTo>
                      <a:cubicBezTo>
                        <a:pt x="17" y="70"/>
                        <a:pt x="17" y="86"/>
                        <a:pt x="1" y="86"/>
                      </a:cubicBezTo>
                      <a:lnTo>
                        <a:pt x="1" y="102"/>
                      </a:lnTo>
                      <a:lnTo>
                        <a:pt x="1" y="118"/>
                      </a:lnTo>
                      <a:lnTo>
                        <a:pt x="17" y="118"/>
                      </a:lnTo>
                      <a:lnTo>
                        <a:pt x="17" y="102"/>
                      </a:lnTo>
                      <a:cubicBezTo>
                        <a:pt x="33" y="102"/>
                        <a:pt x="33" y="102"/>
                        <a:pt x="49" y="86"/>
                      </a:cubicBezTo>
                      <a:cubicBezTo>
                        <a:pt x="65" y="70"/>
                        <a:pt x="102" y="53"/>
                        <a:pt x="134" y="33"/>
                      </a:cubicBezTo>
                      <a:cubicBezTo>
                        <a:pt x="150" y="17"/>
                        <a:pt x="150" y="17"/>
                        <a:pt x="1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6" name="Google Shape;6026;p71">
                  <a:extLst>
                    <a:ext uri="{FF2B5EF4-FFF2-40B4-BE49-F238E27FC236}">
                      <a16:creationId xmlns:a16="http://schemas.microsoft.com/office/drawing/2014/main" id="{513D5EE4-8578-8720-C39C-E416BB01E025}"/>
                    </a:ext>
                  </a:extLst>
                </p:cNvPr>
                <p:cNvSpPr/>
                <p:nvPr/>
              </p:nvSpPr>
              <p:spPr>
                <a:xfrm>
                  <a:off x="2580293" y="1853699"/>
                  <a:ext cx="4966" cy="2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272" extrusionOk="0">
                      <a:moveTo>
                        <a:pt x="49" y="1"/>
                      </a:moveTo>
                      <a:cubicBezTo>
                        <a:pt x="49" y="1"/>
                        <a:pt x="49" y="17"/>
                        <a:pt x="33" y="17"/>
                      </a:cubicBezTo>
                      <a:lnTo>
                        <a:pt x="33" y="86"/>
                      </a:lnTo>
                      <a:cubicBezTo>
                        <a:pt x="17" y="102"/>
                        <a:pt x="17" y="118"/>
                        <a:pt x="17" y="150"/>
                      </a:cubicBezTo>
                      <a:cubicBezTo>
                        <a:pt x="17" y="170"/>
                        <a:pt x="1" y="187"/>
                        <a:pt x="1" y="203"/>
                      </a:cubicBezTo>
                      <a:lnTo>
                        <a:pt x="1" y="251"/>
                      </a:lnTo>
                      <a:cubicBezTo>
                        <a:pt x="1" y="271"/>
                        <a:pt x="17" y="271"/>
                        <a:pt x="17" y="271"/>
                      </a:cubicBezTo>
                      <a:cubicBezTo>
                        <a:pt x="33" y="271"/>
                        <a:pt x="33" y="271"/>
                        <a:pt x="33" y="251"/>
                      </a:cubicBezTo>
                      <a:lnTo>
                        <a:pt x="33" y="219"/>
                      </a:lnTo>
                      <a:cubicBezTo>
                        <a:pt x="33" y="170"/>
                        <a:pt x="33" y="118"/>
                        <a:pt x="49" y="86"/>
                      </a:cubicBezTo>
                      <a:lnTo>
                        <a:pt x="49" y="33"/>
                      </a:ln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7" name="Google Shape;6027;p71">
                  <a:extLst>
                    <a:ext uri="{FF2B5EF4-FFF2-40B4-BE49-F238E27FC236}">
                      <a16:creationId xmlns:a16="http://schemas.microsoft.com/office/drawing/2014/main" id="{1276E5F5-59B0-BAD7-C5B3-FBD6F73FF569}"/>
                    </a:ext>
                  </a:extLst>
                </p:cNvPr>
                <p:cNvSpPr/>
                <p:nvPr/>
              </p:nvSpPr>
              <p:spPr>
                <a:xfrm>
                  <a:off x="2530134" y="1858565"/>
                  <a:ext cx="45094" cy="32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324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7" y="0"/>
                        <a:pt x="33" y="20"/>
                        <a:pt x="49" y="37"/>
                      </a:cubicBezTo>
                      <a:cubicBezTo>
                        <a:pt x="65" y="37"/>
                        <a:pt x="82" y="53"/>
                        <a:pt x="102" y="69"/>
                      </a:cubicBezTo>
                      <a:cubicBezTo>
                        <a:pt x="118" y="69"/>
                        <a:pt x="134" y="85"/>
                        <a:pt x="166" y="101"/>
                      </a:cubicBezTo>
                      <a:cubicBezTo>
                        <a:pt x="183" y="121"/>
                        <a:pt x="203" y="138"/>
                        <a:pt x="235" y="138"/>
                      </a:cubicBezTo>
                      <a:cubicBezTo>
                        <a:pt x="267" y="170"/>
                        <a:pt x="320" y="186"/>
                        <a:pt x="352" y="202"/>
                      </a:cubicBezTo>
                      <a:cubicBezTo>
                        <a:pt x="385" y="239"/>
                        <a:pt x="405" y="255"/>
                        <a:pt x="421" y="271"/>
                      </a:cubicBezTo>
                      <a:cubicBezTo>
                        <a:pt x="421" y="287"/>
                        <a:pt x="437" y="303"/>
                        <a:pt x="437" y="303"/>
                      </a:cubicBezTo>
                      <a:cubicBezTo>
                        <a:pt x="437" y="323"/>
                        <a:pt x="437" y="323"/>
                        <a:pt x="453" y="323"/>
                      </a:cubicBezTo>
                      <a:lnTo>
                        <a:pt x="453" y="303"/>
                      </a:lnTo>
                      <a:cubicBezTo>
                        <a:pt x="453" y="287"/>
                        <a:pt x="453" y="287"/>
                        <a:pt x="437" y="255"/>
                      </a:cubicBezTo>
                      <a:cubicBezTo>
                        <a:pt x="421" y="239"/>
                        <a:pt x="405" y="202"/>
                        <a:pt x="368" y="186"/>
                      </a:cubicBezTo>
                      <a:cubicBezTo>
                        <a:pt x="336" y="154"/>
                        <a:pt x="284" y="138"/>
                        <a:pt x="235" y="121"/>
                      </a:cubicBezTo>
                      <a:cubicBezTo>
                        <a:pt x="219" y="101"/>
                        <a:pt x="203" y="101"/>
                        <a:pt x="166" y="85"/>
                      </a:cubicBezTo>
                      <a:cubicBezTo>
                        <a:pt x="150" y="69"/>
                        <a:pt x="134" y="69"/>
                        <a:pt x="102" y="53"/>
                      </a:cubicBezTo>
                      <a:cubicBezTo>
                        <a:pt x="82" y="37"/>
                        <a:pt x="65" y="37"/>
                        <a:pt x="49" y="20"/>
                      </a:cubicBezTo>
                      <a:cubicBezTo>
                        <a:pt x="33" y="20"/>
                        <a:pt x="17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8" name="Google Shape;6028;p71">
                  <a:extLst>
                    <a:ext uri="{FF2B5EF4-FFF2-40B4-BE49-F238E27FC236}">
                      <a16:creationId xmlns:a16="http://schemas.microsoft.com/office/drawing/2014/main" id="{20E60E0B-6DFF-72B9-7E54-A0D220A65684}"/>
                    </a:ext>
                  </a:extLst>
                </p:cNvPr>
                <p:cNvSpPr/>
                <p:nvPr/>
              </p:nvSpPr>
              <p:spPr>
                <a:xfrm>
                  <a:off x="2541258" y="1856380"/>
                  <a:ext cx="7052" cy="12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" h="124" extrusionOk="0">
                      <a:moveTo>
                        <a:pt x="0" y="0"/>
                      </a:moveTo>
                      <a:lnTo>
                        <a:pt x="6" y="6"/>
                      </a:lnTo>
                      <a:lnTo>
                        <a:pt x="6" y="22"/>
                      </a:lnTo>
                      <a:cubicBezTo>
                        <a:pt x="6" y="42"/>
                        <a:pt x="6" y="59"/>
                        <a:pt x="22" y="59"/>
                      </a:cubicBezTo>
                      <a:lnTo>
                        <a:pt x="22" y="91"/>
                      </a:lnTo>
                      <a:cubicBezTo>
                        <a:pt x="38" y="123"/>
                        <a:pt x="54" y="123"/>
                        <a:pt x="54" y="123"/>
                      </a:cubicBezTo>
                      <a:cubicBezTo>
                        <a:pt x="54" y="123"/>
                        <a:pt x="71" y="123"/>
                        <a:pt x="54" y="75"/>
                      </a:cubicBezTo>
                      <a:lnTo>
                        <a:pt x="38" y="59"/>
                      </a:lnTo>
                      <a:cubicBezTo>
                        <a:pt x="38" y="42"/>
                        <a:pt x="22" y="42"/>
                        <a:pt x="22" y="2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29" name="Google Shape;6029;p71">
                  <a:extLst>
                    <a:ext uri="{FF2B5EF4-FFF2-40B4-BE49-F238E27FC236}">
                      <a16:creationId xmlns:a16="http://schemas.microsoft.com/office/drawing/2014/main" id="{8C2969DC-3DD6-9EBF-7B91-B3707D5B4518}"/>
                    </a:ext>
                  </a:extLst>
                </p:cNvPr>
                <p:cNvSpPr/>
                <p:nvPr/>
              </p:nvSpPr>
              <p:spPr>
                <a:xfrm>
                  <a:off x="2514937" y="1863730"/>
                  <a:ext cx="28606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50" extrusionOk="0">
                      <a:moveTo>
                        <a:pt x="0" y="1"/>
                      </a:moveTo>
                      <a:cubicBezTo>
                        <a:pt x="16" y="17"/>
                        <a:pt x="33" y="17"/>
                        <a:pt x="69" y="33"/>
                      </a:cubicBezTo>
                      <a:lnTo>
                        <a:pt x="202" y="33"/>
                      </a:lnTo>
                      <a:cubicBezTo>
                        <a:pt x="255" y="33"/>
                        <a:pt x="271" y="49"/>
                        <a:pt x="271" y="49"/>
                      </a:cubicBezTo>
                      <a:cubicBezTo>
                        <a:pt x="287" y="49"/>
                        <a:pt x="287" y="33"/>
                        <a:pt x="287" y="33"/>
                      </a:cubicBezTo>
                      <a:cubicBezTo>
                        <a:pt x="271" y="17"/>
                        <a:pt x="255" y="17"/>
                        <a:pt x="202" y="17"/>
                      </a:cubicBezTo>
                      <a:cubicBezTo>
                        <a:pt x="186" y="1"/>
                        <a:pt x="170" y="1"/>
                        <a:pt x="134" y="1"/>
                      </a:cubicBezTo>
                      <a:cubicBezTo>
                        <a:pt x="117" y="17"/>
                        <a:pt x="85" y="17"/>
                        <a:pt x="69" y="17"/>
                      </a:cubicBezTo>
                      <a:cubicBezTo>
                        <a:pt x="33" y="1"/>
                        <a:pt x="16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0" name="Google Shape;6030;p71">
                  <a:extLst>
                    <a:ext uri="{FF2B5EF4-FFF2-40B4-BE49-F238E27FC236}">
                      <a16:creationId xmlns:a16="http://schemas.microsoft.com/office/drawing/2014/main" id="{1E55884E-E412-C5D1-2551-41A62385E211}"/>
                    </a:ext>
                  </a:extLst>
                </p:cNvPr>
                <p:cNvSpPr/>
                <p:nvPr/>
              </p:nvSpPr>
              <p:spPr>
                <a:xfrm>
                  <a:off x="2550197" y="1832046"/>
                  <a:ext cx="20163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68" extrusionOk="0">
                      <a:moveTo>
                        <a:pt x="1" y="1"/>
                      </a:moveTo>
                      <a:lnTo>
                        <a:pt x="1" y="33"/>
                      </a:lnTo>
                      <a:lnTo>
                        <a:pt x="17" y="49"/>
                      </a:lnTo>
                      <a:lnTo>
                        <a:pt x="17" y="33"/>
                      </a:lnTo>
                      <a:cubicBezTo>
                        <a:pt x="1" y="17"/>
                        <a:pt x="1" y="1"/>
                        <a:pt x="1" y="1"/>
                      </a:cubicBezTo>
                      <a:close/>
                      <a:moveTo>
                        <a:pt x="17" y="49"/>
                      </a:moveTo>
                      <a:cubicBezTo>
                        <a:pt x="17" y="65"/>
                        <a:pt x="17" y="85"/>
                        <a:pt x="33" y="85"/>
                      </a:cubicBezTo>
                      <a:cubicBezTo>
                        <a:pt x="33" y="102"/>
                        <a:pt x="49" y="118"/>
                        <a:pt x="49" y="118"/>
                      </a:cubicBezTo>
                      <a:cubicBezTo>
                        <a:pt x="65" y="134"/>
                        <a:pt x="65" y="134"/>
                        <a:pt x="82" y="150"/>
                      </a:cubicBezTo>
                      <a:cubicBezTo>
                        <a:pt x="102" y="166"/>
                        <a:pt x="118" y="186"/>
                        <a:pt x="134" y="203"/>
                      </a:cubicBezTo>
                      <a:cubicBezTo>
                        <a:pt x="150" y="219"/>
                        <a:pt x="150" y="235"/>
                        <a:pt x="166" y="251"/>
                      </a:cubicBezTo>
                      <a:lnTo>
                        <a:pt x="183" y="267"/>
                      </a:lnTo>
                      <a:cubicBezTo>
                        <a:pt x="203" y="267"/>
                        <a:pt x="203" y="267"/>
                        <a:pt x="203" y="251"/>
                      </a:cubicBezTo>
                      <a:cubicBezTo>
                        <a:pt x="183" y="251"/>
                        <a:pt x="183" y="235"/>
                        <a:pt x="183" y="235"/>
                      </a:cubicBezTo>
                      <a:cubicBezTo>
                        <a:pt x="183" y="219"/>
                        <a:pt x="166" y="203"/>
                        <a:pt x="150" y="186"/>
                      </a:cubicBezTo>
                      <a:cubicBezTo>
                        <a:pt x="150" y="186"/>
                        <a:pt x="134" y="166"/>
                        <a:pt x="134" y="150"/>
                      </a:cubicBezTo>
                      <a:cubicBezTo>
                        <a:pt x="118" y="150"/>
                        <a:pt x="118" y="134"/>
                        <a:pt x="102" y="134"/>
                      </a:cubicBezTo>
                      <a:lnTo>
                        <a:pt x="65" y="102"/>
                      </a:lnTo>
                      <a:lnTo>
                        <a:pt x="49" y="85"/>
                      </a:lnTo>
                      <a:lnTo>
                        <a:pt x="17" y="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1" name="Google Shape;6031;p71">
                  <a:extLst>
                    <a:ext uri="{FF2B5EF4-FFF2-40B4-BE49-F238E27FC236}">
                      <a16:creationId xmlns:a16="http://schemas.microsoft.com/office/drawing/2014/main" id="{C571AC1A-71F6-9506-0C87-B470B37393A7}"/>
                    </a:ext>
                  </a:extLst>
                </p:cNvPr>
                <p:cNvSpPr/>
                <p:nvPr/>
              </p:nvSpPr>
              <p:spPr>
                <a:xfrm>
                  <a:off x="2566685" y="1833635"/>
                  <a:ext cx="5264" cy="18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87" extrusionOk="0">
                      <a:moveTo>
                        <a:pt x="53" y="1"/>
                      </a:moveTo>
                      <a:cubicBezTo>
                        <a:pt x="53" y="1"/>
                        <a:pt x="53" y="17"/>
                        <a:pt x="37" y="17"/>
                      </a:cubicBezTo>
                      <a:lnTo>
                        <a:pt x="37" y="49"/>
                      </a:lnTo>
                      <a:cubicBezTo>
                        <a:pt x="53" y="33"/>
                        <a:pt x="53" y="33"/>
                        <a:pt x="53" y="17"/>
                      </a:cubicBezTo>
                      <a:lnTo>
                        <a:pt x="53" y="1"/>
                      </a:lnTo>
                      <a:close/>
                      <a:moveTo>
                        <a:pt x="37" y="49"/>
                      </a:moveTo>
                      <a:cubicBezTo>
                        <a:pt x="17" y="69"/>
                        <a:pt x="17" y="86"/>
                        <a:pt x="17" y="86"/>
                      </a:cubicBezTo>
                      <a:lnTo>
                        <a:pt x="17" y="134"/>
                      </a:lnTo>
                      <a:cubicBezTo>
                        <a:pt x="0" y="150"/>
                        <a:pt x="17" y="150"/>
                        <a:pt x="17" y="170"/>
                      </a:cubicBezTo>
                      <a:lnTo>
                        <a:pt x="17" y="187"/>
                      </a:lnTo>
                      <a:lnTo>
                        <a:pt x="37" y="170"/>
                      </a:lnTo>
                      <a:lnTo>
                        <a:pt x="37" y="134"/>
                      </a:lnTo>
                      <a:lnTo>
                        <a:pt x="37" y="102"/>
                      </a:lnTo>
                      <a:lnTo>
                        <a:pt x="37" y="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2" name="Google Shape;6032;p71">
                  <a:extLst>
                    <a:ext uri="{FF2B5EF4-FFF2-40B4-BE49-F238E27FC236}">
                      <a16:creationId xmlns:a16="http://schemas.microsoft.com/office/drawing/2014/main" id="{A9307ACD-DB8B-83D1-11CE-38D9E69BC879}"/>
                    </a:ext>
                  </a:extLst>
                </p:cNvPr>
                <p:cNvSpPr/>
                <p:nvPr/>
              </p:nvSpPr>
              <p:spPr>
                <a:xfrm>
                  <a:off x="2479975" y="1836913"/>
                  <a:ext cx="65058" cy="46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" h="473" extrusionOk="0">
                      <a:moveTo>
                        <a:pt x="304" y="0"/>
                      </a:moveTo>
                      <a:cubicBezTo>
                        <a:pt x="267" y="0"/>
                        <a:pt x="235" y="16"/>
                        <a:pt x="219" y="36"/>
                      </a:cubicBezTo>
                      <a:cubicBezTo>
                        <a:pt x="183" y="69"/>
                        <a:pt x="150" y="101"/>
                        <a:pt x="134" y="137"/>
                      </a:cubicBezTo>
                      <a:cubicBezTo>
                        <a:pt x="118" y="170"/>
                        <a:pt x="118" y="186"/>
                        <a:pt x="102" y="202"/>
                      </a:cubicBezTo>
                      <a:cubicBezTo>
                        <a:pt x="102" y="218"/>
                        <a:pt x="102" y="238"/>
                        <a:pt x="82" y="238"/>
                      </a:cubicBezTo>
                      <a:lnTo>
                        <a:pt x="82" y="255"/>
                      </a:lnTo>
                      <a:lnTo>
                        <a:pt x="65" y="271"/>
                      </a:lnTo>
                      <a:lnTo>
                        <a:pt x="17" y="319"/>
                      </a:lnTo>
                      <a:cubicBezTo>
                        <a:pt x="1" y="339"/>
                        <a:pt x="1" y="356"/>
                        <a:pt x="1" y="372"/>
                      </a:cubicBezTo>
                      <a:cubicBezTo>
                        <a:pt x="1" y="388"/>
                        <a:pt x="17" y="404"/>
                        <a:pt x="17" y="420"/>
                      </a:cubicBezTo>
                      <a:cubicBezTo>
                        <a:pt x="49" y="440"/>
                        <a:pt x="65" y="457"/>
                        <a:pt x="102" y="473"/>
                      </a:cubicBezTo>
                      <a:lnTo>
                        <a:pt x="183" y="473"/>
                      </a:lnTo>
                      <a:cubicBezTo>
                        <a:pt x="235" y="473"/>
                        <a:pt x="284" y="457"/>
                        <a:pt x="336" y="457"/>
                      </a:cubicBezTo>
                      <a:cubicBezTo>
                        <a:pt x="352" y="451"/>
                        <a:pt x="369" y="449"/>
                        <a:pt x="385" y="449"/>
                      </a:cubicBezTo>
                      <a:cubicBezTo>
                        <a:pt x="417" y="449"/>
                        <a:pt x="448" y="457"/>
                        <a:pt x="469" y="457"/>
                      </a:cubicBezTo>
                      <a:lnTo>
                        <a:pt x="587" y="457"/>
                      </a:lnTo>
                      <a:cubicBezTo>
                        <a:pt x="623" y="440"/>
                        <a:pt x="639" y="420"/>
                        <a:pt x="655" y="404"/>
                      </a:cubicBezTo>
                      <a:lnTo>
                        <a:pt x="655" y="404"/>
                      </a:lnTo>
                      <a:cubicBezTo>
                        <a:pt x="639" y="420"/>
                        <a:pt x="623" y="440"/>
                        <a:pt x="587" y="440"/>
                      </a:cubicBezTo>
                      <a:cubicBezTo>
                        <a:pt x="570" y="448"/>
                        <a:pt x="554" y="452"/>
                        <a:pt x="536" y="452"/>
                      </a:cubicBezTo>
                      <a:cubicBezTo>
                        <a:pt x="517" y="452"/>
                        <a:pt x="496" y="448"/>
                        <a:pt x="469" y="440"/>
                      </a:cubicBezTo>
                      <a:cubicBezTo>
                        <a:pt x="448" y="440"/>
                        <a:pt x="417" y="431"/>
                        <a:pt x="385" y="431"/>
                      </a:cubicBezTo>
                      <a:cubicBezTo>
                        <a:pt x="369" y="431"/>
                        <a:pt x="352" y="434"/>
                        <a:pt x="336" y="440"/>
                      </a:cubicBezTo>
                      <a:cubicBezTo>
                        <a:pt x="284" y="440"/>
                        <a:pt x="235" y="457"/>
                        <a:pt x="183" y="457"/>
                      </a:cubicBezTo>
                      <a:cubicBezTo>
                        <a:pt x="150" y="457"/>
                        <a:pt x="134" y="457"/>
                        <a:pt x="102" y="440"/>
                      </a:cubicBezTo>
                      <a:cubicBezTo>
                        <a:pt x="82" y="440"/>
                        <a:pt x="65" y="420"/>
                        <a:pt x="49" y="404"/>
                      </a:cubicBezTo>
                      <a:cubicBezTo>
                        <a:pt x="33" y="388"/>
                        <a:pt x="33" y="372"/>
                        <a:pt x="33" y="372"/>
                      </a:cubicBezTo>
                      <a:lnTo>
                        <a:pt x="33" y="339"/>
                      </a:lnTo>
                      <a:cubicBezTo>
                        <a:pt x="49" y="319"/>
                        <a:pt x="65" y="303"/>
                        <a:pt x="102" y="287"/>
                      </a:cubicBezTo>
                      <a:lnTo>
                        <a:pt x="118" y="271"/>
                      </a:lnTo>
                      <a:lnTo>
                        <a:pt x="118" y="255"/>
                      </a:lnTo>
                      <a:cubicBezTo>
                        <a:pt x="134" y="255"/>
                        <a:pt x="134" y="238"/>
                        <a:pt x="134" y="218"/>
                      </a:cubicBezTo>
                      <a:cubicBezTo>
                        <a:pt x="150" y="202"/>
                        <a:pt x="150" y="170"/>
                        <a:pt x="166" y="154"/>
                      </a:cubicBezTo>
                      <a:cubicBezTo>
                        <a:pt x="183" y="117"/>
                        <a:pt x="203" y="85"/>
                        <a:pt x="235" y="69"/>
                      </a:cubicBezTo>
                      <a:cubicBezTo>
                        <a:pt x="251" y="53"/>
                        <a:pt x="284" y="36"/>
                        <a:pt x="304" y="16"/>
                      </a:cubicBezTo>
                      <a:cubicBezTo>
                        <a:pt x="352" y="16"/>
                        <a:pt x="368" y="36"/>
                        <a:pt x="385" y="36"/>
                      </a:cubicBezTo>
                      <a:cubicBezTo>
                        <a:pt x="405" y="36"/>
                        <a:pt x="421" y="53"/>
                        <a:pt x="421" y="53"/>
                      </a:cubicBezTo>
                      <a:lnTo>
                        <a:pt x="421" y="36"/>
                      </a:lnTo>
                      <a:lnTo>
                        <a:pt x="405" y="16"/>
                      </a:lnTo>
                      <a:cubicBezTo>
                        <a:pt x="385" y="16"/>
                        <a:pt x="385" y="0"/>
                        <a:pt x="3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3" name="Google Shape;6033;p71">
                  <a:extLst>
                    <a:ext uri="{FF2B5EF4-FFF2-40B4-BE49-F238E27FC236}">
                      <a16:creationId xmlns:a16="http://schemas.microsoft.com/office/drawing/2014/main" id="{DC8EC5E6-A987-1F86-889E-53B09AC2601F}"/>
                    </a:ext>
                  </a:extLst>
                </p:cNvPr>
                <p:cNvSpPr/>
                <p:nvPr/>
              </p:nvSpPr>
              <p:spPr>
                <a:xfrm>
                  <a:off x="2516526" y="1834032"/>
                  <a:ext cx="37048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268" extrusionOk="0">
                      <a:moveTo>
                        <a:pt x="122" y="1"/>
                      </a:moveTo>
                      <a:cubicBezTo>
                        <a:pt x="107" y="1"/>
                        <a:pt x="93" y="5"/>
                        <a:pt x="85" y="13"/>
                      </a:cubicBezTo>
                      <a:cubicBezTo>
                        <a:pt x="69" y="29"/>
                        <a:pt x="53" y="45"/>
                        <a:pt x="53" y="65"/>
                      </a:cubicBezTo>
                      <a:cubicBezTo>
                        <a:pt x="37" y="82"/>
                        <a:pt x="37" y="82"/>
                        <a:pt x="37" y="98"/>
                      </a:cubicBezTo>
                      <a:cubicBezTo>
                        <a:pt x="37" y="114"/>
                        <a:pt x="17" y="114"/>
                        <a:pt x="17" y="130"/>
                      </a:cubicBezTo>
                      <a:lnTo>
                        <a:pt x="0" y="130"/>
                      </a:lnTo>
                      <a:lnTo>
                        <a:pt x="17" y="146"/>
                      </a:lnTo>
                      <a:lnTo>
                        <a:pt x="37" y="130"/>
                      </a:lnTo>
                      <a:cubicBezTo>
                        <a:pt x="53" y="130"/>
                        <a:pt x="53" y="114"/>
                        <a:pt x="53" y="114"/>
                      </a:cubicBezTo>
                      <a:cubicBezTo>
                        <a:pt x="69" y="98"/>
                        <a:pt x="69" y="82"/>
                        <a:pt x="69" y="65"/>
                      </a:cubicBezTo>
                      <a:cubicBezTo>
                        <a:pt x="85" y="65"/>
                        <a:pt x="85" y="45"/>
                        <a:pt x="101" y="45"/>
                      </a:cubicBezTo>
                      <a:cubicBezTo>
                        <a:pt x="110" y="37"/>
                        <a:pt x="119" y="33"/>
                        <a:pt x="128" y="33"/>
                      </a:cubicBezTo>
                      <a:cubicBezTo>
                        <a:pt x="137" y="33"/>
                        <a:pt x="146" y="37"/>
                        <a:pt x="154" y="45"/>
                      </a:cubicBezTo>
                      <a:cubicBezTo>
                        <a:pt x="170" y="45"/>
                        <a:pt x="186" y="65"/>
                        <a:pt x="219" y="82"/>
                      </a:cubicBezTo>
                      <a:cubicBezTo>
                        <a:pt x="239" y="82"/>
                        <a:pt x="271" y="98"/>
                        <a:pt x="287" y="98"/>
                      </a:cubicBezTo>
                      <a:cubicBezTo>
                        <a:pt x="303" y="98"/>
                        <a:pt x="320" y="114"/>
                        <a:pt x="340" y="130"/>
                      </a:cubicBezTo>
                      <a:cubicBezTo>
                        <a:pt x="356" y="146"/>
                        <a:pt x="356" y="166"/>
                        <a:pt x="356" y="183"/>
                      </a:cubicBezTo>
                      <a:cubicBezTo>
                        <a:pt x="372" y="199"/>
                        <a:pt x="372" y="215"/>
                        <a:pt x="356" y="231"/>
                      </a:cubicBezTo>
                      <a:lnTo>
                        <a:pt x="356" y="267"/>
                      </a:lnTo>
                      <a:cubicBezTo>
                        <a:pt x="356" y="267"/>
                        <a:pt x="372" y="247"/>
                        <a:pt x="372" y="231"/>
                      </a:cubicBezTo>
                      <a:lnTo>
                        <a:pt x="372" y="183"/>
                      </a:lnTo>
                      <a:cubicBezTo>
                        <a:pt x="372" y="166"/>
                        <a:pt x="356" y="146"/>
                        <a:pt x="356" y="130"/>
                      </a:cubicBezTo>
                      <a:cubicBezTo>
                        <a:pt x="340" y="114"/>
                        <a:pt x="340" y="98"/>
                        <a:pt x="320" y="98"/>
                      </a:cubicBezTo>
                      <a:cubicBezTo>
                        <a:pt x="320" y="82"/>
                        <a:pt x="303" y="82"/>
                        <a:pt x="287" y="82"/>
                      </a:cubicBezTo>
                      <a:cubicBezTo>
                        <a:pt x="271" y="65"/>
                        <a:pt x="239" y="65"/>
                        <a:pt x="219" y="45"/>
                      </a:cubicBezTo>
                      <a:cubicBezTo>
                        <a:pt x="202" y="45"/>
                        <a:pt x="186" y="29"/>
                        <a:pt x="170" y="13"/>
                      </a:cubicBezTo>
                      <a:cubicBezTo>
                        <a:pt x="154" y="5"/>
                        <a:pt x="137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4" name="Google Shape;6034;p71">
                  <a:extLst>
                    <a:ext uri="{FF2B5EF4-FFF2-40B4-BE49-F238E27FC236}">
                      <a16:creationId xmlns:a16="http://schemas.microsoft.com/office/drawing/2014/main" id="{487A09B5-D9D5-3A40-6460-FD881A426E2C}"/>
                    </a:ext>
                  </a:extLst>
                </p:cNvPr>
                <p:cNvSpPr/>
                <p:nvPr/>
              </p:nvSpPr>
              <p:spPr>
                <a:xfrm>
                  <a:off x="2530134" y="1806817"/>
                  <a:ext cx="85221" cy="41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21" extrusionOk="0">
                      <a:moveTo>
                        <a:pt x="506" y="0"/>
                      </a:moveTo>
                      <a:lnTo>
                        <a:pt x="469" y="16"/>
                      </a:lnTo>
                      <a:lnTo>
                        <a:pt x="453" y="16"/>
                      </a:lnTo>
                      <a:cubicBezTo>
                        <a:pt x="405" y="36"/>
                        <a:pt x="368" y="53"/>
                        <a:pt x="336" y="53"/>
                      </a:cubicBezTo>
                      <a:lnTo>
                        <a:pt x="251" y="53"/>
                      </a:lnTo>
                      <a:cubicBezTo>
                        <a:pt x="219" y="53"/>
                        <a:pt x="183" y="53"/>
                        <a:pt x="166" y="69"/>
                      </a:cubicBezTo>
                      <a:cubicBezTo>
                        <a:pt x="150" y="69"/>
                        <a:pt x="118" y="69"/>
                        <a:pt x="102" y="85"/>
                      </a:cubicBezTo>
                      <a:cubicBezTo>
                        <a:pt x="82" y="101"/>
                        <a:pt x="65" y="101"/>
                        <a:pt x="49" y="117"/>
                      </a:cubicBezTo>
                      <a:cubicBezTo>
                        <a:pt x="33" y="117"/>
                        <a:pt x="33" y="137"/>
                        <a:pt x="17" y="154"/>
                      </a:cubicBezTo>
                      <a:cubicBezTo>
                        <a:pt x="1" y="186"/>
                        <a:pt x="17" y="202"/>
                        <a:pt x="17" y="238"/>
                      </a:cubicBezTo>
                      <a:cubicBezTo>
                        <a:pt x="17" y="255"/>
                        <a:pt x="33" y="271"/>
                        <a:pt x="49" y="271"/>
                      </a:cubicBezTo>
                      <a:cubicBezTo>
                        <a:pt x="65" y="287"/>
                        <a:pt x="82" y="303"/>
                        <a:pt x="102" y="303"/>
                      </a:cubicBezTo>
                      <a:lnTo>
                        <a:pt x="118" y="303"/>
                      </a:lnTo>
                      <a:lnTo>
                        <a:pt x="118" y="287"/>
                      </a:lnTo>
                      <a:lnTo>
                        <a:pt x="102" y="287"/>
                      </a:lnTo>
                      <a:cubicBezTo>
                        <a:pt x="82" y="287"/>
                        <a:pt x="65" y="287"/>
                        <a:pt x="65" y="255"/>
                      </a:cubicBezTo>
                      <a:cubicBezTo>
                        <a:pt x="49" y="255"/>
                        <a:pt x="49" y="238"/>
                        <a:pt x="33" y="218"/>
                      </a:cubicBezTo>
                      <a:cubicBezTo>
                        <a:pt x="33" y="202"/>
                        <a:pt x="33" y="186"/>
                        <a:pt x="49" y="170"/>
                      </a:cubicBezTo>
                      <a:cubicBezTo>
                        <a:pt x="49" y="154"/>
                        <a:pt x="65" y="154"/>
                        <a:pt x="65" y="137"/>
                      </a:cubicBezTo>
                      <a:cubicBezTo>
                        <a:pt x="82" y="137"/>
                        <a:pt x="102" y="117"/>
                        <a:pt x="118" y="117"/>
                      </a:cubicBezTo>
                      <a:cubicBezTo>
                        <a:pt x="134" y="101"/>
                        <a:pt x="150" y="101"/>
                        <a:pt x="183" y="85"/>
                      </a:cubicBezTo>
                      <a:lnTo>
                        <a:pt x="352" y="85"/>
                      </a:lnTo>
                      <a:cubicBezTo>
                        <a:pt x="385" y="69"/>
                        <a:pt x="421" y="53"/>
                        <a:pt x="453" y="53"/>
                      </a:cubicBezTo>
                      <a:cubicBezTo>
                        <a:pt x="469" y="53"/>
                        <a:pt x="469" y="53"/>
                        <a:pt x="486" y="36"/>
                      </a:cubicBezTo>
                      <a:lnTo>
                        <a:pt x="671" y="36"/>
                      </a:lnTo>
                      <a:cubicBezTo>
                        <a:pt x="708" y="53"/>
                        <a:pt x="756" y="53"/>
                        <a:pt x="772" y="85"/>
                      </a:cubicBezTo>
                      <a:cubicBezTo>
                        <a:pt x="809" y="101"/>
                        <a:pt x="841" y="117"/>
                        <a:pt x="841" y="154"/>
                      </a:cubicBezTo>
                      <a:cubicBezTo>
                        <a:pt x="841" y="170"/>
                        <a:pt x="825" y="186"/>
                        <a:pt x="825" y="202"/>
                      </a:cubicBezTo>
                      <a:cubicBezTo>
                        <a:pt x="825" y="218"/>
                        <a:pt x="809" y="218"/>
                        <a:pt x="789" y="238"/>
                      </a:cubicBezTo>
                      <a:lnTo>
                        <a:pt x="772" y="255"/>
                      </a:lnTo>
                      <a:lnTo>
                        <a:pt x="772" y="271"/>
                      </a:lnTo>
                      <a:lnTo>
                        <a:pt x="772" y="287"/>
                      </a:lnTo>
                      <a:lnTo>
                        <a:pt x="772" y="339"/>
                      </a:lnTo>
                      <a:cubicBezTo>
                        <a:pt x="756" y="356"/>
                        <a:pt x="740" y="372"/>
                        <a:pt x="724" y="372"/>
                      </a:cubicBezTo>
                      <a:cubicBezTo>
                        <a:pt x="708" y="388"/>
                        <a:pt x="671" y="388"/>
                        <a:pt x="655" y="404"/>
                      </a:cubicBezTo>
                      <a:cubicBezTo>
                        <a:pt x="688" y="404"/>
                        <a:pt x="708" y="404"/>
                        <a:pt x="724" y="388"/>
                      </a:cubicBezTo>
                      <a:cubicBezTo>
                        <a:pt x="740" y="372"/>
                        <a:pt x="772" y="372"/>
                        <a:pt x="789" y="339"/>
                      </a:cubicBezTo>
                      <a:lnTo>
                        <a:pt x="789" y="287"/>
                      </a:lnTo>
                      <a:lnTo>
                        <a:pt x="789" y="271"/>
                      </a:lnTo>
                      <a:cubicBezTo>
                        <a:pt x="789" y="255"/>
                        <a:pt x="789" y="255"/>
                        <a:pt x="809" y="255"/>
                      </a:cubicBezTo>
                      <a:cubicBezTo>
                        <a:pt x="809" y="238"/>
                        <a:pt x="825" y="238"/>
                        <a:pt x="841" y="218"/>
                      </a:cubicBezTo>
                      <a:cubicBezTo>
                        <a:pt x="857" y="202"/>
                        <a:pt x="857" y="170"/>
                        <a:pt x="857" y="154"/>
                      </a:cubicBezTo>
                      <a:lnTo>
                        <a:pt x="857" y="117"/>
                      </a:lnTo>
                      <a:cubicBezTo>
                        <a:pt x="841" y="117"/>
                        <a:pt x="841" y="101"/>
                        <a:pt x="841" y="101"/>
                      </a:cubicBezTo>
                      <a:cubicBezTo>
                        <a:pt x="825" y="85"/>
                        <a:pt x="809" y="69"/>
                        <a:pt x="789" y="53"/>
                      </a:cubicBezTo>
                      <a:cubicBezTo>
                        <a:pt x="756" y="36"/>
                        <a:pt x="724" y="16"/>
                        <a:pt x="688" y="16"/>
                      </a:cubicBezTo>
                      <a:cubicBezTo>
                        <a:pt x="639" y="0"/>
                        <a:pt x="607" y="0"/>
                        <a:pt x="570" y="0"/>
                      </a:cubicBezTo>
                      <a:close/>
                      <a:moveTo>
                        <a:pt x="655" y="404"/>
                      </a:moveTo>
                      <a:cubicBezTo>
                        <a:pt x="639" y="404"/>
                        <a:pt x="623" y="420"/>
                        <a:pt x="607" y="420"/>
                      </a:cubicBezTo>
                      <a:cubicBezTo>
                        <a:pt x="623" y="420"/>
                        <a:pt x="639" y="420"/>
                        <a:pt x="655" y="4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5" name="Google Shape;6035;p71">
                  <a:extLst>
                    <a:ext uri="{FF2B5EF4-FFF2-40B4-BE49-F238E27FC236}">
                      <a16:creationId xmlns:a16="http://schemas.microsoft.com/office/drawing/2014/main" id="{991E8851-595A-D75A-01BA-BC32EF805E66}"/>
                    </a:ext>
                  </a:extLst>
                </p:cNvPr>
                <p:cNvSpPr/>
                <p:nvPr/>
              </p:nvSpPr>
              <p:spPr>
                <a:xfrm>
                  <a:off x="2581882" y="1850520"/>
                  <a:ext cx="56715" cy="46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9" extrusionOk="0">
                      <a:moveTo>
                        <a:pt x="17" y="17"/>
                      </a:moveTo>
                      <a:cubicBezTo>
                        <a:pt x="17" y="17"/>
                        <a:pt x="17" y="33"/>
                        <a:pt x="1" y="33"/>
                      </a:cubicBezTo>
                      <a:cubicBezTo>
                        <a:pt x="17" y="33"/>
                        <a:pt x="17" y="33"/>
                        <a:pt x="17" y="17"/>
                      </a:cubicBezTo>
                      <a:close/>
                      <a:moveTo>
                        <a:pt x="102" y="0"/>
                      </a:moveTo>
                      <a:cubicBezTo>
                        <a:pt x="134" y="0"/>
                        <a:pt x="167" y="0"/>
                        <a:pt x="203" y="17"/>
                      </a:cubicBezTo>
                      <a:cubicBezTo>
                        <a:pt x="251" y="33"/>
                        <a:pt x="304" y="33"/>
                        <a:pt x="336" y="65"/>
                      </a:cubicBezTo>
                      <a:cubicBezTo>
                        <a:pt x="352" y="81"/>
                        <a:pt x="369" y="118"/>
                        <a:pt x="405" y="118"/>
                      </a:cubicBezTo>
                      <a:cubicBezTo>
                        <a:pt x="437" y="134"/>
                        <a:pt x="453" y="134"/>
                        <a:pt x="490" y="134"/>
                      </a:cubicBezTo>
                      <a:cubicBezTo>
                        <a:pt x="506" y="134"/>
                        <a:pt x="538" y="134"/>
                        <a:pt x="538" y="166"/>
                      </a:cubicBezTo>
                      <a:cubicBezTo>
                        <a:pt x="554" y="182"/>
                        <a:pt x="538" y="219"/>
                        <a:pt x="538" y="235"/>
                      </a:cubicBezTo>
                      <a:cubicBezTo>
                        <a:pt x="522" y="251"/>
                        <a:pt x="506" y="283"/>
                        <a:pt x="490" y="283"/>
                      </a:cubicBezTo>
                      <a:cubicBezTo>
                        <a:pt x="470" y="303"/>
                        <a:pt x="437" y="320"/>
                        <a:pt x="421" y="320"/>
                      </a:cubicBezTo>
                      <a:cubicBezTo>
                        <a:pt x="395" y="320"/>
                        <a:pt x="366" y="315"/>
                        <a:pt x="338" y="315"/>
                      </a:cubicBezTo>
                      <a:cubicBezTo>
                        <a:pt x="311" y="315"/>
                        <a:pt x="286" y="320"/>
                        <a:pt x="268" y="336"/>
                      </a:cubicBezTo>
                      <a:cubicBezTo>
                        <a:pt x="235" y="352"/>
                        <a:pt x="219" y="368"/>
                        <a:pt x="219" y="384"/>
                      </a:cubicBezTo>
                      <a:cubicBezTo>
                        <a:pt x="203" y="404"/>
                        <a:pt x="187" y="421"/>
                        <a:pt x="167" y="421"/>
                      </a:cubicBezTo>
                      <a:cubicBezTo>
                        <a:pt x="158" y="429"/>
                        <a:pt x="146" y="433"/>
                        <a:pt x="134" y="433"/>
                      </a:cubicBezTo>
                      <a:cubicBezTo>
                        <a:pt x="122" y="433"/>
                        <a:pt x="110" y="429"/>
                        <a:pt x="102" y="421"/>
                      </a:cubicBezTo>
                      <a:cubicBezTo>
                        <a:pt x="66" y="421"/>
                        <a:pt x="66" y="404"/>
                        <a:pt x="49" y="404"/>
                      </a:cubicBezTo>
                      <a:lnTo>
                        <a:pt x="49" y="368"/>
                      </a:lnTo>
                      <a:lnTo>
                        <a:pt x="33" y="283"/>
                      </a:lnTo>
                      <a:lnTo>
                        <a:pt x="17" y="368"/>
                      </a:lnTo>
                      <a:cubicBezTo>
                        <a:pt x="17" y="384"/>
                        <a:pt x="17" y="384"/>
                        <a:pt x="33" y="421"/>
                      </a:cubicBezTo>
                      <a:cubicBezTo>
                        <a:pt x="33" y="437"/>
                        <a:pt x="49" y="453"/>
                        <a:pt x="86" y="453"/>
                      </a:cubicBezTo>
                      <a:cubicBezTo>
                        <a:pt x="102" y="469"/>
                        <a:pt x="118" y="469"/>
                        <a:pt x="134" y="469"/>
                      </a:cubicBezTo>
                      <a:cubicBezTo>
                        <a:pt x="150" y="469"/>
                        <a:pt x="167" y="469"/>
                        <a:pt x="187" y="453"/>
                      </a:cubicBezTo>
                      <a:cubicBezTo>
                        <a:pt x="219" y="437"/>
                        <a:pt x="251" y="404"/>
                        <a:pt x="288" y="368"/>
                      </a:cubicBezTo>
                      <a:cubicBezTo>
                        <a:pt x="304" y="368"/>
                        <a:pt x="304" y="352"/>
                        <a:pt x="320" y="352"/>
                      </a:cubicBezTo>
                      <a:lnTo>
                        <a:pt x="421" y="352"/>
                      </a:lnTo>
                      <a:cubicBezTo>
                        <a:pt x="453" y="352"/>
                        <a:pt x="490" y="336"/>
                        <a:pt x="506" y="320"/>
                      </a:cubicBezTo>
                      <a:cubicBezTo>
                        <a:pt x="522" y="303"/>
                        <a:pt x="554" y="267"/>
                        <a:pt x="554" y="251"/>
                      </a:cubicBezTo>
                      <a:cubicBezTo>
                        <a:pt x="571" y="219"/>
                        <a:pt x="571" y="182"/>
                        <a:pt x="571" y="150"/>
                      </a:cubicBezTo>
                      <a:cubicBezTo>
                        <a:pt x="554" y="150"/>
                        <a:pt x="554" y="134"/>
                        <a:pt x="554" y="134"/>
                      </a:cubicBezTo>
                      <a:cubicBezTo>
                        <a:pt x="538" y="134"/>
                        <a:pt x="538" y="118"/>
                        <a:pt x="538" y="118"/>
                      </a:cubicBezTo>
                      <a:cubicBezTo>
                        <a:pt x="522" y="101"/>
                        <a:pt x="506" y="101"/>
                        <a:pt x="490" y="101"/>
                      </a:cubicBezTo>
                      <a:lnTo>
                        <a:pt x="405" y="101"/>
                      </a:lnTo>
                      <a:cubicBezTo>
                        <a:pt x="389" y="81"/>
                        <a:pt x="369" y="81"/>
                        <a:pt x="352" y="65"/>
                      </a:cubicBezTo>
                      <a:cubicBezTo>
                        <a:pt x="320" y="49"/>
                        <a:pt x="304" y="33"/>
                        <a:pt x="288" y="17"/>
                      </a:cubicBezTo>
                      <a:cubicBezTo>
                        <a:pt x="251" y="17"/>
                        <a:pt x="235" y="0"/>
                        <a:pt x="2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6" name="Google Shape;6036;p71">
                  <a:extLst>
                    <a:ext uri="{FF2B5EF4-FFF2-40B4-BE49-F238E27FC236}">
                      <a16:creationId xmlns:a16="http://schemas.microsoft.com/office/drawing/2014/main" id="{CB0CB5C1-ACE2-A2F8-E3A6-AFA94DCA0AF2}"/>
                    </a:ext>
                  </a:extLst>
                </p:cNvPr>
                <p:cNvSpPr/>
                <p:nvPr/>
              </p:nvSpPr>
              <p:spPr>
                <a:xfrm>
                  <a:off x="2576717" y="1856182"/>
                  <a:ext cx="30195" cy="9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93" extrusionOk="0">
                      <a:moveTo>
                        <a:pt x="271" y="8"/>
                      </a:moveTo>
                      <a:lnTo>
                        <a:pt x="287" y="24"/>
                      </a:lnTo>
                      <a:lnTo>
                        <a:pt x="303" y="24"/>
                      </a:lnTo>
                      <a:lnTo>
                        <a:pt x="287" y="8"/>
                      </a:lnTo>
                      <a:close/>
                      <a:moveTo>
                        <a:pt x="250" y="1"/>
                      </a:moveTo>
                      <a:cubicBezTo>
                        <a:pt x="233" y="1"/>
                        <a:pt x="213" y="8"/>
                        <a:pt x="202" y="8"/>
                      </a:cubicBezTo>
                      <a:cubicBezTo>
                        <a:pt x="186" y="8"/>
                        <a:pt x="170" y="24"/>
                        <a:pt x="154" y="24"/>
                      </a:cubicBezTo>
                      <a:lnTo>
                        <a:pt x="118" y="24"/>
                      </a:lnTo>
                      <a:lnTo>
                        <a:pt x="101" y="8"/>
                      </a:lnTo>
                      <a:lnTo>
                        <a:pt x="53" y="8"/>
                      </a:lnTo>
                      <a:cubicBezTo>
                        <a:pt x="37" y="24"/>
                        <a:pt x="17" y="44"/>
                        <a:pt x="0" y="61"/>
                      </a:cubicBezTo>
                      <a:lnTo>
                        <a:pt x="0" y="93"/>
                      </a:lnTo>
                      <a:lnTo>
                        <a:pt x="17" y="93"/>
                      </a:lnTo>
                      <a:lnTo>
                        <a:pt x="17" y="77"/>
                      </a:lnTo>
                      <a:lnTo>
                        <a:pt x="17" y="61"/>
                      </a:lnTo>
                      <a:cubicBezTo>
                        <a:pt x="37" y="61"/>
                        <a:pt x="37" y="44"/>
                        <a:pt x="69" y="44"/>
                      </a:cubicBezTo>
                      <a:lnTo>
                        <a:pt x="85" y="44"/>
                      </a:lnTo>
                      <a:cubicBezTo>
                        <a:pt x="101" y="61"/>
                        <a:pt x="101" y="61"/>
                        <a:pt x="118" y="61"/>
                      </a:cubicBezTo>
                      <a:lnTo>
                        <a:pt x="154" y="61"/>
                      </a:lnTo>
                      <a:cubicBezTo>
                        <a:pt x="170" y="44"/>
                        <a:pt x="202" y="44"/>
                        <a:pt x="219" y="24"/>
                      </a:cubicBezTo>
                      <a:cubicBezTo>
                        <a:pt x="239" y="24"/>
                        <a:pt x="255" y="8"/>
                        <a:pt x="271" y="8"/>
                      </a:cubicBezTo>
                      <a:cubicBezTo>
                        <a:pt x="266" y="3"/>
                        <a:pt x="258" y="1"/>
                        <a:pt x="2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7" name="Google Shape;6037;p71">
                  <a:extLst>
                    <a:ext uri="{FF2B5EF4-FFF2-40B4-BE49-F238E27FC236}">
                      <a16:creationId xmlns:a16="http://schemas.microsoft.com/office/drawing/2014/main" id="{1F88ACA4-9993-4200-288C-78F1D312542A}"/>
                    </a:ext>
                  </a:extLst>
                </p:cNvPr>
                <p:cNvSpPr/>
                <p:nvPr/>
              </p:nvSpPr>
              <p:spPr>
                <a:xfrm>
                  <a:off x="2538179" y="1875351"/>
                  <a:ext cx="27016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135" extrusionOk="0">
                      <a:moveTo>
                        <a:pt x="271" y="102"/>
                      </a:moveTo>
                      <a:cubicBezTo>
                        <a:pt x="271" y="102"/>
                        <a:pt x="255" y="102"/>
                        <a:pt x="255" y="118"/>
                      </a:cubicBezTo>
                      <a:cubicBezTo>
                        <a:pt x="271" y="118"/>
                        <a:pt x="271" y="102"/>
                        <a:pt x="271" y="102"/>
                      </a:cubicBezTo>
                      <a:close/>
                      <a:moveTo>
                        <a:pt x="69" y="1"/>
                      </a:moveTo>
                      <a:cubicBezTo>
                        <a:pt x="69" y="1"/>
                        <a:pt x="53" y="1"/>
                        <a:pt x="37" y="17"/>
                      </a:cubicBezTo>
                      <a:lnTo>
                        <a:pt x="21" y="33"/>
                      </a:lnTo>
                      <a:cubicBezTo>
                        <a:pt x="21" y="53"/>
                        <a:pt x="1" y="53"/>
                        <a:pt x="21" y="86"/>
                      </a:cubicBezTo>
                      <a:cubicBezTo>
                        <a:pt x="21" y="86"/>
                        <a:pt x="21" y="102"/>
                        <a:pt x="37" y="102"/>
                      </a:cubicBezTo>
                      <a:lnTo>
                        <a:pt x="53" y="118"/>
                      </a:lnTo>
                      <a:cubicBezTo>
                        <a:pt x="64" y="118"/>
                        <a:pt x="75" y="111"/>
                        <a:pt x="85" y="111"/>
                      </a:cubicBezTo>
                      <a:cubicBezTo>
                        <a:pt x="91" y="111"/>
                        <a:pt x="96" y="113"/>
                        <a:pt x="102" y="118"/>
                      </a:cubicBezTo>
                      <a:lnTo>
                        <a:pt x="186" y="118"/>
                      </a:lnTo>
                      <a:cubicBezTo>
                        <a:pt x="203" y="134"/>
                        <a:pt x="223" y="134"/>
                        <a:pt x="223" y="134"/>
                      </a:cubicBezTo>
                      <a:cubicBezTo>
                        <a:pt x="239" y="118"/>
                        <a:pt x="255" y="118"/>
                        <a:pt x="255" y="118"/>
                      </a:cubicBezTo>
                      <a:cubicBezTo>
                        <a:pt x="239" y="118"/>
                        <a:pt x="223" y="118"/>
                        <a:pt x="186" y="102"/>
                      </a:cubicBezTo>
                      <a:lnTo>
                        <a:pt x="154" y="102"/>
                      </a:lnTo>
                      <a:cubicBezTo>
                        <a:pt x="138" y="86"/>
                        <a:pt x="122" y="86"/>
                        <a:pt x="102" y="86"/>
                      </a:cubicBezTo>
                      <a:lnTo>
                        <a:pt x="53" y="86"/>
                      </a:lnTo>
                      <a:lnTo>
                        <a:pt x="37" y="70"/>
                      </a:lnTo>
                      <a:cubicBezTo>
                        <a:pt x="37" y="53"/>
                        <a:pt x="53" y="33"/>
                        <a:pt x="53" y="33"/>
                      </a:cubicBezTo>
                      <a:lnTo>
                        <a:pt x="69" y="17"/>
                      </a:lnTo>
                      <a:lnTo>
                        <a:pt x="85" y="17"/>
                      </a:lnTo>
                      <a:cubicBezTo>
                        <a:pt x="85" y="1"/>
                        <a:pt x="85" y="1"/>
                        <a:pt x="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8" name="Google Shape;6038;p71">
                  <a:extLst>
                    <a:ext uri="{FF2B5EF4-FFF2-40B4-BE49-F238E27FC236}">
                      <a16:creationId xmlns:a16="http://schemas.microsoft.com/office/drawing/2014/main" id="{BEA5A759-1DC3-EC3B-6288-133DFDE22110}"/>
                    </a:ext>
                  </a:extLst>
                </p:cNvPr>
                <p:cNvSpPr/>
                <p:nvPr/>
              </p:nvSpPr>
              <p:spPr>
                <a:xfrm>
                  <a:off x="2195508" y="1579661"/>
                  <a:ext cx="3774" cy="56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71" extrusionOk="0">
                      <a:moveTo>
                        <a:pt x="17" y="1"/>
                      </a:moveTo>
                      <a:lnTo>
                        <a:pt x="1" y="17"/>
                      </a:lnTo>
                      <a:lnTo>
                        <a:pt x="1" y="65"/>
                      </a:lnTo>
                      <a:lnTo>
                        <a:pt x="1" y="150"/>
                      </a:lnTo>
                      <a:lnTo>
                        <a:pt x="1" y="219"/>
                      </a:lnTo>
                      <a:cubicBezTo>
                        <a:pt x="17" y="235"/>
                        <a:pt x="1" y="251"/>
                        <a:pt x="17" y="283"/>
                      </a:cubicBezTo>
                      <a:lnTo>
                        <a:pt x="17" y="421"/>
                      </a:lnTo>
                      <a:cubicBezTo>
                        <a:pt x="17" y="506"/>
                        <a:pt x="37" y="570"/>
                        <a:pt x="37" y="570"/>
                      </a:cubicBezTo>
                      <a:lnTo>
                        <a:pt x="37" y="421"/>
                      </a:lnTo>
                      <a:lnTo>
                        <a:pt x="37" y="283"/>
                      </a:lnTo>
                      <a:lnTo>
                        <a:pt x="37" y="219"/>
                      </a:lnTo>
                      <a:lnTo>
                        <a:pt x="37" y="150"/>
                      </a:lnTo>
                      <a:cubicBezTo>
                        <a:pt x="37" y="118"/>
                        <a:pt x="17" y="81"/>
                        <a:pt x="17" y="65"/>
                      </a:cubicBezTo>
                      <a:lnTo>
                        <a:pt x="17" y="1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39" name="Google Shape;6039;p71">
                  <a:extLst>
                    <a:ext uri="{FF2B5EF4-FFF2-40B4-BE49-F238E27FC236}">
                      <a16:creationId xmlns:a16="http://schemas.microsoft.com/office/drawing/2014/main" id="{065D8C67-CC3D-F158-8539-3D64FEF55CBD}"/>
                    </a:ext>
                  </a:extLst>
                </p:cNvPr>
                <p:cNvSpPr/>
                <p:nvPr/>
              </p:nvSpPr>
              <p:spPr>
                <a:xfrm>
                  <a:off x="2106811" y="1607770"/>
                  <a:ext cx="22249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102" extrusionOk="0">
                      <a:moveTo>
                        <a:pt x="223" y="0"/>
                      </a:moveTo>
                      <a:lnTo>
                        <a:pt x="223" y="0"/>
                      </a:lnTo>
                      <a:cubicBezTo>
                        <a:pt x="223" y="0"/>
                        <a:pt x="203" y="0"/>
                        <a:pt x="171" y="21"/>
                      </a:cubicBezTo>
                      <a:cubicBezTo>
                        <a:pt x="138" y="21"/>
                        <a:pt x="86" y="37"/>
                        <a:pt x="53" y="53"/>
                      </a:cubicBezTo>
                      <a:cubicBezTo>
                        <a:pt x="37" y="53"/>
                        <a:pt x="21" y="69"/>
                        <a:pt x="21" y="69"/>
                      </a:cubicBezTo>
                      <a:lnTo>
                        <a:pt x="1" y="85"/>
                      </a:lnTo>
                      <a:lnTo>
                        <a:pt x="1" y="101"/>
                      </a:lnTo>
                      <a:cubicBezTo>
                        <a:pt x="21" y="101"/>
                        <a:pt x="21" y="85"/>
                        <a:pt x="21" y="85"/>
                      </a:cubicBezTo>
                      <a:cubicBezTo>
                        <a:pt x="37" y="85"/>
                        <a:pt x="53" y="85"/>
                        <a:pt x="70" y="69"/>
                      </a:cubicBezTo>
                      <a:cubicBezTo>
                        <a:pt x="86" y="69"/>
                        <a:pt x="102" y="53"/>
                        <a:pt x="122" y="53"/>
                      </a:cubicBezTo>
                      <a:cubicBezTo>
                        <a:pt x="138" y="37"/>
                        <a:pt x="154" y="37"/>
                        <a:pt x="187" y="21"/>
                      </a:cubicBezTo>
                      <a:cubicBezTo>
                        <a:pt x="203" y="21"/>
                        <a:pt x="223" y="0"/>
                        <a:pt x="2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0" name="Google Shape;6040;p71">
                  <a:extLst>
                    <a:ext uri="{FF2B5EF4-FFF2-40B4-BE49-F238E27FC236}">
                      <a16:creationId xmlns:a16="http://schemas.microsoft.com/office/drawing/2014/main" id="{DEF31868-24D7-908D-EEAD-084FD623FE7F}"/>
                    </a:ext>
                  </a:extLst>
                </p:cNvPr>
                <p:cNvSpPr/>
                <p:nvPr/>
              </p:nvSpPr>
              <p:spPr>
                <a:xfrm>
                  <a:off x="2254110" y="1581250"/>
                  <a:ext cx="8542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" extrusionOk="0">
                      <a:moveTo>
                        <a:pt x="33" y="1"/>
                      </a:moveTo>
                      <a:lnTo>
                        <a:pt x="17" y="17"/>
                      </a:lnTo>
                      <a:lnTo>
                        <a:pt x="1" y="17"/>
                      </a:lnTo>
                      <a:lnTo>
                        <a:pt x="17" y="33"/>
                      </a:lnTo>
                      <a:lnTo>
                        <a:pt x="85" y="33"/>
                      </a:lnTo>
                      <a:lnTo>
                        <a:pt x="69" y="17"/>
                      </a:lnTo>
                      <a:lnTo>
                        <a:pt x="53" y="1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1" name="Google Shape;6041;p71">
                  <a:extLst>
                    <a:ext uri="{FF2B5EF4-FFF2-40B4-BE49-F238E27FC236}">
                      <a16:creationId xmlns:a16="http://schemas.microsoft.com/office/drawing/2014/main" id="{404AA18A-E13F-8AA1-21FF-70A65402235F}"/>
                    </a:ext>
                  </a:extLst>
                </p:cNvPr>
                <p:cNvSpPr/>
                <p:nvPr/>
              </p:nvSpPr>
              <p:spPr>
                <a:xfrm>
                  <a:off x="2255699" y="1564464"/>
                  <a:ext cx="35459" cy="18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186" extrusionOk="0">
                      <a:moveTo>
                        <a:pt x="356" y="0"/>
                      </a:moveTo>
                      <a:cubicBezTo>
                        <a:pt x="304" y="0"/>
                        <a:pt x="271" y="16"/>
                        <a:pt x="219" y="32"/>
                      </a:cubicBezTo>
                      <a:cubicBezTo>
                        <a:pt x="203" y="53"/>
                        <a:pt x="187" y="53"/>
                        <a:pt x="170" y="69"/>
                      </a:cubicBezTo>
                      <a:cubicBezTo>
                        <a:pt x="154" y="69"/>
                        <a:pt x="138" y="85"/>
                        <a:pt x="118" y="85"/>
                      </a:cubicBezTo>
                      <a:cubicBezTo>
                        <a:pt x="86" y="101"/>
                        <a:pt x="53" y="117"/>
                        <a:pt x="37" y="133"/>
                      </a:cubicBezTo>
                      <a:cubicBezTo>
                        <a:pt x="17" y="154"/>
                        <a:pt x="17" y="154"/>
                        <a:pt x="1" y="170"/>
                      </a:cubicBezTo>
                      <a:lnTo>
                        <a:pt x="1" y="186"/>
                      </a:lnTo>
                      <a:lnTo>
                        <a:pt x="17" y="186"/>
                      </a:lnTo>
                      <a:cubicBezTo>
                        <a:pt x="37" y="170"/>
                        <a:pt x="69" y="154"/>
                        <a:pt x="138" y="117"/>
                      </a:cubicBezTo>
                      <a:cubicBezTo>
                        <a:pt x="154" y="117"/>
                        <a:pt x="170" y="101"/>
                        <a:pt x="187" y="101"/>
                      </a:cubicBezTo>
                      <a:cubicBezTo>
                        <a:pt x="203" y="85"/>
                        <a:pt x="219" y="69"/>
                        <a:pt x="239" y="69"/>
                      </a:cubicBezTo>
                      <a:cubicBezTo>
                        <a:pt x="271" y="53"/>
                        <a:pt x="320" y="32"/>
                        <a:pt x="3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2" name="Google Shape;6042;p71">
                  <a:extLst>
                    <a:ext uri="{FF2B5EF4-FFF2-40B4-BE49-F238E27FC236}">
                      <a16:creationId xmlns:a16="http://schemas.microsoft.com/office/drawing/2014/main" id="{2C065738-25D4-BD48-4533-4E9315B35E4E}"/>
                    </a:ext>
                  </a:extLst>
                </p:cNvPr>
                <p:cNvSpPr/>
                <p:nvPr/>
              </p:nvSpPr>
              <p:spPr>
                <a:xfrm>
                  <a:off x="2252520" y="1505862"/>
                  <a:ext cx="53437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304" extrusionOk="0">
                      <a:moveTo>
                        <a:pt x="538" y="0"/>
                      </a:moveTo>
                      <a:cubicBezTo>
                        <a:pt x="538" y="0"/>
                        <a:pt x="473" y="37"/>
                        <a:pt x="404" y="85"/>
                      </a:cubicBezTo>
                      <a:cubicBezTo>
                        <a:pt x="352" y="101"/>
                        <a:pt x="319" y="138"/>
                        <a:pt x="271" y="154"/>
                      </a:cubicBezTo>
                      <a:cubicBezTo>
                        <a:pt x="251" y="170"/>
                        <a:pt x="219" y="170"/>
                        <a:pt x="202" y="186"/>
                      </a:cubicBezTo>
                      <a:cubicBezTo>
                        <a:pt x="186" y="186"/>
                        <a:pt x="170" y="202"/>
                        <a:pt x="134" y="202"/>
                      </a:cubicBezTo>
                      <a:cubicBezTo>
                        <a:pt x="101" y="218"/>
                        <a:pt x="69" y="239"/>
                        <a:pt x="49" y="255"/>
                      </a:cubicBezTo>
                      <a:cubicBezTo>
                        <a:pt x="49" y="271"/>
                        <a:pt x="33" y="271"/>
                        <a:pt x="33" y="271"/>
                      </a:cubicBezTo>
                      <a:lnTo>
                        <a:pt x="17" y="287"/>
                      </a:lnTo>
                      <a:cubicBezTo>
                        <a:pt x="0" y="303"/>
                        <a:pt x="17" y="303"/>
                        <a:pt x="17" y="303"/>
                      </a:cubicBezTo>
                      <a:lnTo>
                        <a:pt x="33" y="303"/>
                      </a:lnTo>
                      <a:lnTo>
                        <a:pt x="49" y="287"/>
                      </a:lnTo>
                      <a:lnTo>
                        <a:pt x="69" y="287"/>
                      </a:lnTo>
                      <a:cubicBezTo>
                        <a:pt x="85" y="271"/>
                        <a:pt x="118" y="255"/>
                        <a:pt x="150" y="239"/>
                      </a:cubicBezTo>
                      <a:cubicBezTo>
                        <a:pt x="170" y="239"/>
                        <a:pt x="202" y="218"/>
                        <a:pt x="219" y="218"/>
                      </a:cubicBezTo>
                      <a:cubicBezTo>
                        <a:pt x="235" y="202"/>
                        <a:pt x="271" y="186"/>
                        <a:pt x="287" y="186"/>
                      </a:cubicBezTo>
                      <a:cubicBezTo>
                        <a:pt x="319" y="154"/>
                        <a:pt x="372" y="117"/>
                        <a:pt x="404" y="101"/>
                      </a:cubicBezTo>
                      <a:cubicBezTo>
                        <a:pt x="489" y="53"/>
                        <a:pt x="538" y="0"/>
                        <a:pt x="5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3" name="Google Shape;6043;p71">
                  <a:extLst>
                    <a:ext uri="{FF2B5EF4-FFF2-40B4-BE49-F238E27FC236}">
                      <a16:creationId xmlns:a16="http://schemas.microsoft.com/office/drawing/2014/main" id="{64F99A6F-8534-2CFC-EB32-FB78587B7AFC}"/>
                    </a:ext>
                  </a:extLst>
                </p:cNvPr>
                <p:cNvSpPr/>
                <p:nvPr/>
              </p:nvSpPr>
              <p:spPr>
                <a:xfrm>
                  <a:off x="2252520" y="1534369"/>
                  <a:ext cx="4867" cy="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437" extrusionOk="0">
                      <a:moveTo>
                        <a:pt x="17" y="0"/>
                      </a:moveTo>
                      <a:lnTo>
                        <a:pt x="17" y="16"/>
                      </a:lnTo>
                      <a:cubicBezTo>
                        <a:pt x="17" y="16"/>
                        <a:pt x="17" y="32"/>
                        <a:pt x="0" y="53"/>
                      </a:cubicBezTo>
                      <a:lnTo>
                        <a:pt x="0" y="117"/>
                      </a:lnTo>
                      <a:lnTo>
                        <a:pt x="0" y="170"/>
                      </a:lnTo>
                      <a:cubicBezTo>
                        <a:pt x="0" y="202"/>
                        <a:pt x="17" y="218"/>
                        <a:pt x="17" y="234"/>
                      </a:cubicBezTo>
                      <a:cubicBezTo>
                        <a:pt x="17" y="271"/>
                        <a:pt x="33" y="303"/>
                        <a:pt x="33" y="335"/>
                      </a:cubicBezTo>
                      <a:lnTo>
                        <a:pt x="33" y="388"/>
                      </a:lnTo>
                      <a:cubicBezTo>
                        <a:pt x="33" y="404"/>
                        <a:pt x="49" y="420"/>
                        <a:pt x="49" y="436"/>
                      </a:cubicBezTo>
                      <a:lnTo>
                        <a:pt x="49" y="388"/>
                      </a:lnTo>
                      <a:lnTo>
                        <a:pt x="49" y="335"/>
                      </a:lnTo>
                      <a:cubicBezTo>
                        <a:pt x="49" y="303"/>
                        <a:pt x="33" y="271"/>
                        <a:pt x="33" y="234"/>
                      </a:cubicBezTo>
                      <a:lnTo>
                        <a:pt x="33" y="170"/>
                      </a:lnTo>
                      <a:lnTo>
                        <a:pt x="33" y="117"/>
                      </a:lnTo>
                      <a:lnTo>
                        <a:pt x="33" y="85"/>
                      </a:lnTo>
                      <a:lnTo>
                        <a:pt x="33" y="53"/>
                      </a:lnTo>
                      <a:lnTo>
                        <a:pt x="33" y="16"/>
                      </a:lnTo>
                      <a:cubicBezTo>
                        <a:pt x="33" y="0"/>
                        <a:pt x="33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4" name="Google Shape;6044;p71">
                  <a:extLst>
                    <a:ext uri="{FF2B5EF4-FFF2-40B4-BE49-F238E27FC236}">
                      <a16:creationId xmlns:a16="http://schemas.microsoft.com/office/drawing/2014/main" id="{6EC3242F-28D6-4061-43C8-943C2573DDC3}"/>
                    </a:ext>
                  </a:extLst>
                </p:cNvPr>
                <p:cNvSpPr/>
                <p:nvPr/>
              </p:nvSpPr>
              <p:spPr>
                <a:xfrm>
                  <a:off x="2199183" y="1599725"/>
                  <a:ext cx="2652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" h="33" extrusionOk="0">
                      <a:moveTo>
                        <a:pt x="0" y="1"/>
                      </a:moveTo>
                      <a:cubicBezTo>
                        <a:pt x="0" y="1"/>
                        <a:pt x="0" y="17"/>
                        <a:pt x="16" y="17"/>
                      </a:cubicBezTo>
                      <a:lnTo>
                        <a:pt x="101" y="17"/>
                      </a:lnTo>
                      <a:cubicBezTo>
                        <a:pt x="117" y="17"/>
                        <a:pt x="133" y="17"/>
                        <a:pt x="150" y="33"/>
                      </a:cubicBezTo>
                      <a:lnTo>
                        <a:pt x="267" y="33"/>
                      </a:lnTo>
                      <a:cubicBezTo>
                        <a:pt x="251" y="33"/>
                        <a:pt x="234" y="33"/>
                        <a:pt x="218" y="17"/>
                      </a:cubicBezTo>
                      <a:cubicBezTo>
                        <a:pt x="182" y="17"/>
                        <a:pt x="166" y="17"/>
                        <a:pt x="1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5" name="Google Shape;6045;p71">
                  <a:extLst>
                    <a:ext uri="{FF2B5EF4-FFF2-40B4-BE49-F238E27FC236}">
                      <a16:creationId xmlns:a16="http://schemas.microsoft.com/office/drawing/2014/main" id="{EAA1162D-A95D-D4EC-D221-5334D6A4E6F3}"/>
                    </a:ext>
                  </a:extLst>
                </p:cNvPr>
                <p:cNvSpPr/>
                <p:nvPr/>
              </p:nvSpPr>
              <p:spPr>
                <a:xfrm>
                  <a:off x="2235635" y="1604591"/>
                  <a:ext cx="30195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33" extrusionOk="0">
                      <a:moveTo>
                        <a:pt x="1" y="0"/>
                      </a:moveTo>
                      <a:cubicBezTo>
                        <a:pt x="1" y="16"/>
                        <a:pt x="17" y="16"/>
                        <a:pt x="69" y="32"/>
                      </a:cubicBezTo>
                      <a:lnTo>
                        <a:pt x="304" y="32"/>
                      </a:lnTo>
                      <a:cubicBezTo>
                        <a:pt x="304" y="32"/>
                        <a:pt x="271" y="16"/>
                        <a:pt x="219" y="16"/>
                      </a:cubicBezTo>
                      <a:lnTo>
                        <a:pt x="154" y="16"/>
                      </a:lnTo>
                      <a:cubicBezTo>
                        <a:pt x="118" y="16"/>
                        <a:pt x="102" y="0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6" name="Google Shape;6046;p71">
                  <a:extLst>
                    <a:ext uri="{FF2B5EF4-FFF2-40B4-BE49-F238E27FC236}">
                      <a16:creationId xmlns:a16="http://schemas.microsoft.com/office/drawing/2014/main" id="{AA181E91-12D2-57D0-1B9F-500A14FE350A}"/>
                    </a:ext>
                  </a:extLst>
                </p:cNvPr>
                <p:cNvSpPr/>
                <p:nvPr/>
              </p:nvSpPr>
              <p:spPr>
                <a:xfrm>
                  <a:off x="2240899" y="1609756"/>
                  <a:ext cx="18574" cy="16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67" extrusionOk="0">
                      <a:moveTo>
                        <a:pt x="166" y="1"/>
                      </a:moveTo>
                      <a:cubicBezTo>
                        <a:pt x="150" y="17"/>
                        <a:pt x="150" y="17"/>
                        <a:pt x="134" y="33"/>
                      </a:cubicBezTo>
                      <a:cubicBezTo>
                        <a:pt x="117" y="49"/>
                        <a:pt x="101" y="65"/>
                        <a:pt x="85" y="65"/>
                      </a:cubicBezTo>
                      <a:cubicBezTo>
                        <a:pt x="85" y="81"/>
                        <a:pt x="65" y="102"/>
                        <a:pt x="49" y="118"/>
                      </a:cubicBezTo>
                      <a:cubicBezTo>
                        <a:pt x="16" y="150"/>
                        <a:pt x="0" y="166"/>
                        <a:pt x="0" y="166"/>
                      </a:cubicBezTo>
                      <a:cubicBezTo>
                        <a:pt x="0" y="166"/>
                        <a:pt x="33" y="150"/>
                        <a:pt x="49" y="134"/>
                      </a:cubicBezTo>
                      <a:lnTo>
                        <a:pt x="101" y="81"/>
                      </a:lnTo>
                      <a:cubicBezTo>
                        <a:pt x="117" y="81"/>
                        <a:pt x="134" y="65"/>
                        <a:pt x="150" y="49"/>
                      </a:cubicBezTo>
                      <a:cubicBezTo>
                        <a:pt x="166" y="33"/>
                        <a:pt x="166" y="33"/>
                        <a:pt x="186" y="17"/>
                      </a:cubicBezTo>
                      <a:lnTo>
                        <a:pt x="1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7" name="Google Shape;6047;p71">
                  <a:extLst>
                    <a:ext uri="{FF2B5EF4-FFF2-40B4-BE49-F238E27FC236}">
                      <a16:creationId xmlns:a16="http://schemas.microsoft.com/office/drawing/2014/main" id="{BBC0E782-5001-7D58-5F77-438E2E7A5BFF}"/>
                    </a:ext>
                  </a:extLst>
                </p:cNvPr>
                <p:cNvSpPr/>
                <p:nvPr/>
              </p:nvSpPr>
              <p:spPr>
                <a:xfrm>
                  <a:off x="2232457" y="1619788"/>
                  <a:ext cx="28606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336" extrusionOk="0">
                      <a:moveTo>
                        <a:pt x="287" y="1"/>
                      </a:moveTo>
                      <a:cubicBezTo>
                        <a:pt x="271" y="1"/>
                        <a:pt x="271" y="1"/>
                        <a:pt x="251" y="17"/>
                      </a:cubicBezTo>
                      <a:lnTo>
                        <a:pt x="202" y="65"/>
                      </a:lnTo>
                      <a:cubicBezTo>
                        <a:pt x="186" y="81"/>
                        <a:pt x="170" y="102"/>
                        <a:pt x="170" y="118"/>
                      </a:cubicBezTo>
                      <a:cubicBezTo>
                        <a:pt x="150" y="118"/>
                        <a:pt x="134" y="134"/>
                        <a:pt x="118" y="150"/>
                      </a:cubicBezTo>
                      <a:cubicBezTo>
                        <a:pt x="101" y="166"/>
                        <a:pt x="101" y="182"/>
                        <a:pt x="85" y="203"/>
                      </a:cubicBezTo>
                      <a:cubicBezTo>
                        <a:pt x="69" y="219"/>
                        <a:pt x="69" y="235"/>
                        <a:pt x="49" y="251"/>
                      </a:cubicBezTo>
                      <a:cubicBezTo>
                        <a:pt x="33" y="283"/>
                        <a:pt x="17" y="304"/>
                        <a:pt x="0" y="336"/>
                      </a:cubicBezTo>
                      <a:cubicBezTo>
                        <a:pt x="17" y="320"/>
                        <a:pt x="33" y="283"/>
                        <a:pt x="69" y="267"/>
                      </a:cubicBezTo>
                      <a:cubicBezTo>
                        <a:pt x="69" y="251"/>
                        <a:pt x="85" y="235"/>
                        <a:pt x="101" y="219"/>
                      </a:cubicBezTo>
                      <a:cubicBezTo>
                        <a:pt x="118" y="203"/>
                        <a:pt x="118" y="182"/>
                        <a:pt x="134" y="166"/>
                      </a:cubicBezTo>
                      <a:cubicBezTo>
                        <a:pt x="150" y="150"/>
                        <a:pt x="170" y="150"/>
                        <a:pt x="186" y="134"/>
                      </a:cubicBezTo>
                      <a:cubicBezTo>
                        <a:pt x="202" y="118"/>
                        <a:pt x="202" y="102"/>
                        <a:pt x="219" y="81"/>
                      </a:cubicBezTo>
                      <a:cubicBezTo>
                        <a:pt x="235" y="65"/>
                        <a:pt x="251" y="49"/>
                        <a:pt x="271" y="33"/>
                      </a:cubicBezTo>
                      <a:cubicBezTo>
                        <a:pt x="287" y="17"/>
                        <a:pt x="287" y="17"/>
                        <a:pt x="2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8" name="Google Shape;6048;p71">
                  <a:extLst>
                    <a:ext uri="{FF2B5EF4-FFF2-40B4-BE49-F238E27FC236}">
                      <a16:creationId xmlns:a16="http://schemas.microsoft.com/office/drawing/2014/main" id="{1A4604DC-4B46-6E39-4FBA-6AA96430612F}"/>
                    </a:ext>
                  </a:extLst>
                </p:cNvPr>
                <p:cNvSpPr/>
                <p:nvPr/>
              </p:nvSpPr>
              <p:spPr>
                <a:xfrm>
                  <a:off x="2235635" y="1629820"/>
                  <a:ext cx="27016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36" extrusionOk="0">
                      <a:moveTo>
                        <a:pt x="255" y="1"/>
                      </a:moveTo>
                      <a:lnTo>
                        <a:pt x="255" y="17"/>
                      </a:lnTo>
                      <a:cubicBezTo>
                        <a:pt x="271" y="1"/>
                        <a:pt x="271" y="1"/>
                        <a:pt x="255" y="1"/>
                      </a:cubicBezTo>
                      <a:close/>
                      <a:moveTo>
                        <a:pt x="255" y="17"/>
                      </a:moveTo>
                      <a:cubicBezTo>
                        <a:pt x="239" y="17"/>
                        <a:pt x="219" y="33"/>
                        <a:pt x="170" y="81"/>
                      </a:cubicBezTo>
                      <a:cubicBezTo>
                        <a:pt x="154" y="118"/>
                        <a:pt x="138" y="134"/>
                        <a:pt x="102" y="166"/>
                      </a:cubicBezTo>
                      <a:cubicBezTo>
                        <a:pt x="86" y="203"/>
                        <a:pt x="69" y="235"/>
                        <a:pt x="53" y="251"/>
                      </a:cubicBezTo>
                      <a:cubicBezTo>
                        <a:pt x="37" y="267"/>
                        <a:pt x="37" y="283"/>
                        <a:pt x="17" y="304"/>
                      </a:cubicBezTo>
                      <a:cubicBezTo>
                        <a:pt x="37" y="283"/>
                        <a:pt x="37" y="267"/>
                        <a:pt x="53" y="267"/>
                      </a:cubicBezTo>
                      <a:cubicBezTo>
                        <a:pt x="69" y="235"/>
                        <a:pt x="102" y="203"/>
                        <a:pt x="118" y="182"/>
                      </a:cubicBezTo>
                      <a:cubicBezTo>
                        <a:pt x="154" y="150"/>
                        <a:pt x="170" y="118"/>
                        <a:pt x="187" y="102"/>
                      </a:cubicBezTo>
                      <a:lnTo>
                        <a:pt x="239" y="49"/>
                      </a:lnTo>
                      <a:cubicBezTo>
                        <a:pt x="255" y="33"/>
                        <a:pt x="255" y="17"/>
                        <a:pt x="255" y="17"/>
                      </a:cubicBezTo>
                      <a:close/>
                      <a:moveTo>
                        <a:pt x="17" y="304"/>
                      </a:moveTo>
                      <a:cubicBezTo>
                        <a:pt x="17" y="304"/>
                        <a:pt x="1" y="320"/>
                        <a:pt x="1" y="336"/>
                      </a:cubicBezTo>
                      <a:cubicBezTo>
                        <a:pt x="1" y="320"/>
                        <a:pt x="17" y="320"/>
                        <a:pt x="17" y="30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49" name="Google Shape;6049;p71">
                  <a:extLst>
                    <a:ext uri="{FF2B5EF4-FFF2-40B4-BE49-F238E27FC236}">
                      <a16:creationId xmlns:a16="http://schemas.microsoft.com/office/drawing/2014/main" id="{C5F88694-D395-9599-D335-7BC0EFC4C6DF}"/>
                    </a:ext>
                  </a:extLst>
                </p:cNvPr>
                <p:cNvSpPr/>
                <p:nvPr/>
              </p:nvSpPr>
              <p:spPr>
                <a:xfrm>
                  <a:off x="2245667" y="1646010"/>
                  <a:ext cx="16985" cy="17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3" extrusionOk="0">
                      <a:moveTo>
                        <a:pt x="167" y="1"/>
                      </a:moveTo>
                      <a:cubicBezTo>
                        <a:pt x="163" y="1"/>
                        <a:pt x="150" y="7"/>
                        <a:pt x="118" y="40"/>
                      </a:cubicBezTo>
                      <a:cubicBezTo>
                        <a:pt x="102" y="56"/>
                        <a:pt x="86" y="72"/>
                        <a:pt x="86" y="88"/>
                      </a:cubicBezTo>
                      <a:cubicBezTo>
                        <a:pt x="69" y="88"/>
                        <a:pt x="53" y="104"/>
                        <a:pt x="53" y="120"/>
                      </a:cubicBezTo>
                      <a:lnTo>
                        <a:pt x="1" y="173"/>
                      </a:lnTo>
                      <a:cubicBezTo>
                        <a:pt x="1" y="173"/>
                        <a:pt x="17" y="157"/>
                        <a:pt x="53" y="141"/>
                      </a:cubicBezTo>
                      <a:cubicBezTo>
                        <a:pt x="69" y="120"/>
                        <a:pt x="86" y="104"/>
                        <a:pt x="102" y="88"/>
                      </a:cubicBezTo>
                      <a:cubicBezTo>
                        <a:pt x="102" y="72"/>
                        <a:pt x="118" y="72"/>
                        <a:pt x="138" y="56"/>
                      </a:cubicBezTo>
                      <a:lnTo>
                        <a:pt x="170" y="3"/>
                      </a:lnTo>
                      <a:cubicBezTo>
                        <a:pt x="170" y="3"/>
                        <a:pt x="170" y="1"/>
                        <a:pt x="1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0" name="Google Shape;6050;p71">
                  <a:extLst>
                    <a:ext uri="{FF2B5EF4-FFF2-40B4-BE49-F238E27FC236}">
                      <a16:creationId xmlns:a16="http://schemas.microsoft.com/office/drawing/2014/main" id="{01281B0E-E7CA-1F5E-8EDD-C3071A813CF7}"/>
                    </a:ext>
                  </a:extLst>
                </p:cNvPr>
                <p:cNvSpPr/>
                <p:nvPr/>
              </p:nvSpPr>
              <p:spPr>
                <a:xfrm>
                  <a:off x="2254110" y="1655148"/>
                  <a:ext cx="6953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49" extrusionOk="0">
                      <a:moveTo>
                        <a:pt x="53" y="0"/>
                      </a:moveTo>
                      <a:cubicBezTo>
                        <a:pt x="48" y="0"/>
                        <a:pt x="43" y="4"/>
                        <a:pt x="33" y="12"/>
                      </a:cubicBezTo>
                      <a:lnTo>
                        <a:pt x="33" y="28"/>
                      </a:lnTo>
                      <a:lnTo>
                        <a:pt x="53" y="28"/>
                      </a:lnTo>
                      <a:lnTo>
                        <a:pt x="69" y="12"/>
                      </a:lnTo>
                      <a:cubicBezTo>
                        <a:pt x="61" y="4"/>
                        <a:pt x="57" y="0"/>
                        <a:pt x="53" y="0"/>
                      </a:cubicBezTo>
                      <a:close/>
                      <a:moveTo>
                        <a:pt x="17" y="28"/>
                      </a:moveTo>
                      <a:cubicBezTo>
                        <a:pt x="17" y="49"/>
                        <a:pt x="1" y="49"/>
                        <a:pt x="1" y="49"/>
                      </a:cubicBezTo>
                      <a:lnTo>
                        <a:pt x="33" y="49"/>
                      </a:lnTo>
                      <a:lnTo>
                        <a:pt x="33" y="2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1" name="Google Shape;6051;p71">
                  <a:extLst>
                    <a:ext uri="{FF2B5EF4-FFF2-40B4-BE49-F238E27FC236}">
                      <a16:creationId xmlns:a16="http://schemas.microsoft.com/office/drawing/2014/main" id="{BCEA41F5-F7B8-BFAE-CB18-0E0016A81A80}"/>
                    </a:ext>
                  </a:extLst>
                </p:cNvPr>
                <p:cNvSpPr/>
                <p:nvPr/>
              </p:nvSpPr>
              <p:spPr>
                <a:xfrm>
                  <a:off x="2693821" y="1574496"/>
                  <a:ext cx="13409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118" extrusionOk="0">
                      <a:moveTo>
                        <a:pt x="118" y="0"/>
                      </a:moveTo>
                      <a:cubicBezTo>
                        <a:pt x="118" y="16"/>
                        <a:pt x="102" y="16"/>
                        <a:pt x="86" y="32"/>
                      </a:cubicBezTo>
                      <a:lnTo>
                        <a:pt x="33" y="85"/>
                      </a:lnTo>
                      <a:lnTo>
                        <a:pt x="1" y="117"/>
                      </a:lnTo>
                      <a:lnTo>
                        <a:pt x="17" y="117"/>
                      </a:lnTo>
                      <a:lnTo>
                        <a:pt x="33" y="101"/>
                      </a:lnTo>
                      <a:lnTo>
                        <a:pt x="49" y="101"/>
                      </a:lnTo>
                      <a:cubicBezTo>
                        <a:pt x="70" y="85"/>
                        <a:pt x="86" y="69"/>
                        <a:pt x="102" y="53"/>
                      </a:cubicBezTo>
                      <a:cubicBezTo>
                        <a:pt x="134" y="16"/>
                        <a:pt x="134" y="16"/>
                        <a:pt x="118" y="16"/>
                      </a:cubicBez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2" name="Google Shape;6052;p71">
                  <a:extLst>
                    <a:ext uri="{FF2B5EF4-FFF2-40B4-BE49-F238E27FC236}">
                      <a16:creationId xmlns:a16="http://schemas.microsoft.com/office/drawing/2014/main" id="{45682454-96A9-E156-3487-B9CF4847313E}"/>
                    </a:ext>
                  </a:extLst>
                </p:cNvPr>
                <p:cNvSpPr/>
                <p:nvPr/>
              </p:nvSpPr>
              <p:spPr>
                <a:xfrm>
                  <a:off x="2683889" y="1562776"/>
                  <a:ext cx="23341" cy="2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252" extrusionOk="0">
                      <a:moveTo>
                        <a:pt x="234" y="1"/>
                      </a:moveTo>
                      <a:cubicBezTo>
                        <a:pt x="234" y="2"/>
                        <a:pt x="234" y="17"/>
                        <a:pt x="218" y="17"/>
                      </a:cubicBezTo>
                      <a:cubicBezTo>
                        <a:pt x="202" y="33"/>
                        <a:pt x="202" y="33"/>
                        <a:pt x="186" y="33"/>
                      </a:cubicBezTo>
                      <a:cubicBezTo>
                        <a:pt x="186" y="49"/>
                        <a:pt x="170" y="49"/>
                        <a:pt x="170" y="70"/>
                      </a:cubicBezTo>
                      <a:cubicBezTo>
                        <a:pt x="186" y="70"/>
                        <a:pt x="186" y="49"/>
                        <a:pt x="202" y="49"/>
                      </a:cubicBezTo>
                      <a:cubicBezTo>
                        <a:pt x="202" y="33"/>
                        <a:pt x="218" y="33"/>
                        <a:pt x="218" y="33"/>
                      </a:cubicBezTo>
                      <a:cubicBezTo>
                        <a:pt x="234" y="18"/>
                        <a:pt x="234" y="2"/>
                        <a:pt x="234" y="1"/>
                      </a:cubicBezTo>
                      <a:close/>
                      <a:moveTo>
                        <a:pt x="170" y="70"/>
                      </a:moveTo>
                      <a:cubicBezTo>
                        <a:pt x="149" y="86"/>
                        <a:pt x="117" y="102"/>
                        <a:pt x="101" y="118"/>
                      </a:cubicBezTo>
                      <a:cubicBezTo>
                        <a:pt x="85" y="134"/>
                        <a:pt x="69" y="150"/>
                        <a:pt x="48" y="171"/>
                      </a:cubicBezTo>
                      <a:cubicBezTo>
                        <a:pt x="16" y="219"/>
                        <a:pt x="0" y="235"/>
                        <a:pt x="0" y="235"/>
                      </a:cubicBezTo>
                      <a:lnTo>
                        <a:pt x="0" y="251"/>
                      </a:lnTo>
                      <a:lnTo>
                        <a:pt x="69" y="187"/>
                      </a:lnTo>
                      <a:cubicBezTo>
                        <a:pt x="85" y="171"/>
                        <a:pt x="101" y="150"/>
                        <a:pt x="117" y="134"/>
                      </a:cubicBezTo>
                      <a:cubicBezTo>
                        <a:pt x="133" y="118"/>
                        <a:pt x="149" y="86"/>
                        <a:pt x="170" y="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3" name="Google Shape;6053;p71">
                  <a:extLst>
                    <a:ext uri="{FF2B5EF4-FFF2-40B4-BE49-F238E27FC236}">
                      <a16:creationId xmlns:a16="http://schemas.microsoft.com/office/drawing/2014/main" id="{9EEE099F-915E-F6C4-3EF0-0F0F43073C7F}"/>
                    </a:ext>
                  </a:extLst>
                </p:cNvPr>
                <p:cNvSpPr/>
                <p:nvPr/>
              </p:nvSpPr>
              <p:spPr>
                <a:xfrm>
                  <a:off x="2673857" y="1557611"/>
                  <a:ext cx="24931" cy="28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288" extrusionOk="0">
                      <a:moveTo>
                        <a:pt x="250" y="0"/>
                      </a:moveTo>
                      <a:lnTo>
                        <a:pt x="234" y="21"/>
                      </a:lnTo>
                      <a:cubicBezTo>
                        <a:pt x="234" y="21"/>
                        <a:pt x="218" y="37"/>
                        <a:pt x="202" y="53"/>
                      </a:cubicBezTo>
                      <a:cubicBezTo>
                        <a:pt x="202" y="53"/>
                        <a:pt x="186" y="69"/>
                        <a:pt x="170" y="85"/>
                      </a:cubicBezTo>
                      <a:cubicBezTo>
                        <a:pt x="170" y="101"/>
                        <a:pt x="149" y="122"/>
                        <a:pt x="133" y="122"/>
                      </a:cubicBezTo>
                      <a:cubicBezTo>
                        <a:pt x="117" y="138"/>
                        <a:pt x="117" y="154"/>
                        <a:pt x="101" y="154"/>
                      </a:cubicBezTo>
                      <a:cubicBezTo>
                        <a:pt x="85" y="170"/>
                        <a:pt x="85" y="186"/>
                        <a:pt x="69" y="186"/>
                      </a:cubicBezTo>
                      <a:cubicBezTo>
                        <a:pt x="48" y="223"/>
                        <a:pt x="32" y="239"/>
                        <a:pt x="16" y="239"/>
                      </a:cubicBezTo>
                      <a:cubicBezTo>
                        <a:pt x="16" y="255"/>
                        <a:pt x="0" y="271"/>
                        <a:pt x="0" y="271"/>
                      </a:cubicBezTo>
                      <a:lnTo>
                        <a:pt x="0" y="287"/>
                      </a:lnTo>
                      <a:lnTo>
                        <a:pt x="16" y="271"/>
                      </a:lnTo>
                      <a:lnTo>
                        <a:pt x="32" y="255"/>
                      </a:lnTo>
                      <a:cubicBezTo>
                        <a:pt x="48" y="239"/>
                        <a:pt x="69" y="239"/>
                        <a:pt x="85" y="202"/>
                      </a:cubicBezTo>
                      <a:cubicBezTo>
                        <a:pt x="101" y="202"/>
                        <a:pt x="101" y="186"/>
                        <a:pt x="117" y="170"/>
                      </a:cubicBezTo>
                      <a:cubicBezTo>
                        <a:pt x="133" y="170"/>
                        <a:pt x="133" y="154"/>
                        <a:pt x="149" y="138"/>
                      </a:cubicBezTo>
                      <a:lnTo>
                        <a:pt x="186" y="101"/>
                      </a:lnTo>
                      <a:cubicBezTo>
                        <a:pt x="202" y="85"/>
                        <a:pt x="202" y="69"/>
                        <a:pt x="218" y="53"/>
                      </a:cubicBezTo>
                      <a:cubicBezTo>
                        <a:pt x="234" y="37"/>
                        <a:pt x="234" y="37"/>
                        <a:pt x="250" y="21"/>
                      </a:cubicBezTo>
                      <a:lnTo>
                        <a:pt x="2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4" name="Google Shape;6054;p71">
                  <a:extLst>
                    <a:ext uri="{FF2B5EF4-FFF2-40B4-BE49-F238E27FC236}">
                      <a16:creationId xmlns:a16="http://schemas.microsoft.com/office/drawing/2014/main" id="{E3E9C922-B69C-85A8-2C1F-03969036B077}"/>
                    </a:ext>
                  </a:extLst>
                </p:cNvPr>
                <p:cNvSpPr/>
                <p:nvPr/>
              </p:nvSpPr>
              <p:spPr>
                <a:xfrm>
                  <a:off x="2663825" y="1552744"/>
                  <a:ext cx="26917" cy="31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13" extrusionOk="0">
                      <a:moveTo>
                        <a:pt x="271" y="1"/>
                      </a:moveTo>
                      <a:lnTo>
                        <a:pt x="271" y="1"/>
                      </a:lnTo>
                      <a:cubicBezTo>
                        <a:pt x="270" y="1"/>
                        <a:pt x="234" y="34"/>
                        <a:pt x="186" y="86"/>
                      </a:cubicBezTo>
                      <a:cubicBezTo>
                        <a:pt x="170" y="102"/>
                        <a:pt x="149" y="118"/>
                        <a:pt x="117" y="150"/>
                      </a:cubicBezTo>
                      <a:cubicBezTo>
                        <a:pt x="101" y="171"/>
                        <a:pt x="85" y="203"/>
                        <a:pt x="69" y="219"/>
                      </a:cubicBezTo>
                      <a:cubicBezTo>
                        <a:pt x="0" y="304"/>
                        <a:pt x="0" y="304"/>
                        <a:pt x="16" y="304"/>
                      </a:cubicBezTo>
                      <a:cubicBezTo>
                        <a:pt x="16" y="309"/>
                        <a:pt x="16" y="312"/>
                        <a:pt x="18" y="312"/>
                      </a:cubicBezTo>
                      <a:cubicBezTo>
                        <a:pt x="23" y="312"/>
                        <a:pt x="37" y="294"/>
                        <a:pt x="85" y="235"/>
                      </a:cubicBezTo>
                      <a:cubicBezTo>
                        <a:pt x="101" y="219"/>
                        <a:pt x="117" y="187"/>
                        <a:pt x="133" y="171"/>
                      </a:cubicBezTo>
                      <a:cubicBezTo>
                        <a:pt x="170" y="134"/>
                        <a:pt x="186" y="118"/>
                        <a:pt x="202" y="86"/>
                      </a:cubicBezTo>
                      <a:cubicBezTo>
                        <a:pt x="234" y="34"/>
                        <a:pt x="270" y="1"/>
                        <a:pt x="2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5" name="Google Shape;6055;p71">
                  <a:extLst>
                    <a:ext uri="{FF2B5EF4-FFF2-40B4-BE49-F238E27FC236}">
                      <a16:creationId xmlns:a16="http://schemas.microsoft.com/office/drawing/2014/main" id="{6C80AA68-EE4F-B94C-B58C-ABC3D7F32CBA}"/>
                    </a:ext>
                  </a:extLst>
                </p:cNvPr>
                <p:cNvSpPr/>
                <p:nvPr/>
              </p:nvSpPr>
              <p:spPr>
                <a:xfrm>
                  <a:off x="2693821" y="1537547"/>
                  <a:ext cx="13409" cy="12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122" extrusionOk="0">
                      <a:moveTo>
                        <a:pt x="134" y="0"/>
                      </a:moveTo>
                      <a:cubicBezTo>
                        <a:pt x="118" y="0"/>
                        <a:pt x="118" y="0"/>
                        <a:pt x="86" y="37"/>
                      </a:cubicBezTo>
                      <a:cubicBezTo>
                        <a:pt x="70" y="37"/>
                        <a:pt x="49" y="69"/>
                        <a:pt x="33" y="85"/>
                      </a:cubicBezTo>
                      <a:cubicBezTo>
                        <a:pt x="17" y="101"/>
                        <a:pt x="1" y="122"/>
                        <a:pt x="1" y="122"/>
                      </a:cubicBezTo>
                      <a:cubicBezTo>
                        <a:pt x="1" y="122"/>
                        <a:pt x="17" y="101"/>
                        <a:pt x="33" y="101"/>
                      </a:cubicBezTo>
                      <a:cubicBezTo>
                        <a:pt x="70" y="85"/>
                        <a:pt x="86" y="53"/>
                        <a:pt x="102" y="53"/>
                      </a:cubicBezTo>
                      <a:cubicBezTo>
                        <a:pt x="134" y="21"/>
                        <a:pt x="134" y="21"/>
                        <a:pt x="1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6" name="Google Shape;6056;p71">
                  <a:extLst>
                    <a:ext uri="{FF2B5EF4-FFF2-40B4-BE49-F238E27FC236}">
                      <a16:creationId xmlns:a16="http://schemas.microsoft.com/office/drawing/2014/main" id="{32D83D3C-79B3-8AC7-DDD1-456919C2E721}"/>
                    </a:ext>
                  </a:extLst>
                </p:cNvPr>
                <p:cNvSpPr/>
                <p:nvPr/>
              </p:nvSpPr>
              <p:spPr>
                <a:xfrm>
                  <a:off x="2675446" y="1519470"/>
                  <a:ext cx="31784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336" extrusionOk="0">
                      <a:moveTo>
                        <a:pt x="303" y="1"/>
                      </a:moveTo>
                      <a:cubicBezTo>
                        <a:pt x="303" y="17"/>
                        <a:pt x="287" y="17"/>
                        <a:pt x="271" y="33"/>
                      </a:cubicBezTo>
                      <a:cubicBezTo>
                        <a:pt x="271" y="49"/>
                        <a:pt x="234" y="65"/>
                        <a:pt x="218" y="102"/>
                      </a:cubicBezTo>
                      <a:cubicBezTo>
                        <a:pt x="186" y="134"/>
                        <a:pt x="154" y="150"/>
                        <a:pt x="117" y="182"/>
                      </a:cubicBezTo>
                      <a:cubicBezTo>
                        <a:pt x="101" y="203"/>
                        <a:pt x="85" y="219"/>
                        <a:pt x="85" y="235"/>
                      </a:cubicBezTo>
                      <a:cubicBezTo>
                        <a:pt x="69" y="251"/>
                        <a:pt x="53" y="267"/>
                        <a:pt x="32" y="283"/>
                      </a:cubicBezTo>
                      <a:cubicBezTo>
                        <a:pt x="16" y="304"/>
                        <a:pt x="0" y="320"/>
                        <a:pt x="0" y="336"/>
                      </a:cubicBezTo>
                      <a:cubicBezTo>
                        <a:pt x="16" y="336"/>
                        <a:pt x="32" y="320"/>
                        <a:pt x="32" y="304"/>
                      </a:cubicBezTo>
                      <a:cubicBezTo>
                        <a:pt x="53" y="283"/>
                        <a:pt x="69" y="267"/>
                        <a:pt x="85" y="251"/>
                      </a:cubicBezTo>
                      <a:cubicBezTo>
                        <a:pt x="101" y="235"/>
                        <a:pt x="117" y="219"/>
                        <a:pt x="133" y="203"/>
                      </a:cubicBezTo>
                      <a:cubicBezTo>
                        <a:pt x="154" y="203"/>
                        <a:pt x="170" y="182"/>
                        <a:pt x="186" y="166"/>
                      </a:cubicBezTo>
                      <a:lnTo>
                        <a:pt x="234" y="118"/>
                      </a:lnTo>
                      <a:cubicBezTo>
                        <a:pt x="271" y="81"/>
                        <a:pt x="287" y="65"/>
                        <a:pt x="287" y="49"/>
                      </a:cubicBezTo>
                      <a:cubicBezTo>
                        <a:pt x="303" y="33"/>
                        <a:pt x="319" y="17"/>
                        <a:pt x="319" y="17"/>
                      </a:cubicBezTo>
                      <a:lnTo>
                        <a:pt x="3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7" name="Google Shape;6057;p71">
                  <a:extLst>
                    <a:ext uri="{FF2B5EF4-FFF2-40B4-BE49-F238E27FC236}">
                      <a16:creationId xmlns:a16="http://schemas.microsoft.com/office/drawing/2014/main" id="{CC25C1DC-2426-A944-E3FD-644435BEF520}"/>
                    </a:ext>
                  </a:extLst>
                </p:cNvPr>
                <p:cNvSpPr/>
                <p:nvPr/>
              </p:nvSpPr>
              <p:spPr>
                <a:xfrm>
                  <a:off x="2653793" y="1569629"/>
                  <a:ext cx="11720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18" extrusionOk="0">
                      <a:moveTo>
                        <a:pt x="117" y="1"/>
                      </a:moveTo>
                      <a:cubicBezTo>
                        <a:pt x="117" y="1"/>
                        <a:pt x="101" y="17"/>
                        <a:pt x="85" y="17"/>
                      </a:cubicBezTo>
                      <a:cubicBezTo>
                        <a:pt x="85" y="33"/>
                        <a:pt x="69" y="49"/>
                        <a:pt x="49" y="49"/>
                      </a:cubicBezTo>
                      <a:cubicBezTo>
                        <a:pt x="49" y="65"/>
                        <a:pt x="32" y="65"/>
                        <a:pt x="16" y="81"/>
                      </a:cubicBezTo>
                      <a:cubicBezTo>
                        <a:pt x="16" y="81"/>
                        <a:pt x="16" y="102"/>
                        <a:pt x="0" y="102"/>
                      </a:cubicBezTo>
                      <a:lnTo>
                        <a:pt x="0" y="118"/>
                      </a:lnTo>
                      <a:cubicBezTo>
                        <a:pt x="0" y="118"/>
                        <a:pt x="16" y="118"/>
                        <a:pt x="32" y="102"/>
                      </a:cubicBezTo>
                      <a:cubicBezTo>
                        <a:pt x="49" y="81"/>
                        <a:pt x="69" y="81"/>
                        <a:pt x="69" y="65"/>
                      </a:cubicBezTo>
                      <a:cubicBezTo>
                        <a:pt x="85" y="49"/>
                        <a:pt x="85" y="49"/>
                        <a:pt x="101" y="33"/>
                      </a:cubicBezTo>
                      <a:cubicBezTo>
                        <a:pt x="101" y="17"/>
                        <a:pt x="117" y="17"/>
                        <a:pt x="1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8" name="Google Shape;6058;p71">
                  <a:extLst>
                    <a:ext uri="{FF2B5EF4-FFF2-40B4-BE49-F238E27FC236}">
                      <a16:creationId xmlns:a16="http://schemas.microsoft.com/office/drawing/2014/main" id="{58621FF1-1F0F-841B-8F5C-667B83D5D829}"/>
                    </a:ext>
                  </a:extLst>
                </p:cNvPr>
                <p:cNvSpPr/>
                <p:nvPr/>
              </p:nvSpPr>
              <p:spPr>
                <a:xfrm>
                  <a:off x="2670579" y="1500995"/>
                  <a:ext cx="36651" cy="41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" h="421" extrusionOk="0">
                      <a:moveTo>
                        <a:pt x="368" y="1"/>
                      </a:moveTo>
                      <a:lnTo>
                        <a:pt x="352" y="17"/>
                      </a:lnTo>
                      <a:cubicBezTo>
                        <a:pt x="352" y="17"/>
                        <a:pt x="336" y="17"/>
                        <a:pt x="320" y="33"/>
                      </a:cubicBezTo>
                      <a:cubicBezTo>
                        <a:pt x="304" y="49"/>
                        <a:pt x="283" y="65"/>
                        <a:pt x="251" y="102"/>
                      </a:cubicBezTo>
                      <a:cubicBezTo>
                        <a:pt x="235" y="134"/>
                        <a:pt x="203" y="166"/>
                        <a:pt x="182" y="203"/>
                      </a:cubicBezTo>
                      <a:cubicBezTo>
                        <a:pt x="150" y="235"/>
                        <a:pt x="118" y="288"/>
                        <a:pt x="102" y="320"/>
                      </a:cubicBezTo>
                      <a:cubicBezTo>
                        <a:pt x="134" y="288"/>
                        <a:pt x="166" y="251"/>
                        <a:pt x="182" y="219"/>
                      </a:cubicBezTo>
                      <a:cubicBezTo>
                        <a:pt x="219" y="187"/>
                        <a:pt x="251" y="150"/>
                        <a:pt x="267" y="118"/>
                      </a:cubicBezTo>
                      <a:lnTo>
                        <a:pt x="336" y="49"/>
                      </a:lnTo>
                      <a:cubicBezTo>
                        <a:pt x="352" y="33"/>
                        <a:pt x="352" y="17"/>
                        <a:pt x="368" y="17"/>
                      </a:cubicBezTo>
                      <a:lnTo>
                        <a:pt x="368" y="1"/>
                      </a:lnTo>
                      <a:close/>
                      <a:moveTo>
                        <a:pt x="101" y="320"/>
                      </a:moveTo>
                      <a:lnTo>
                        <a:pt x="101" y="320"/>
                      </a:lnTo>
                      <a:cubicBezTo>
                        <a:pt x="81" y="336"/>
                        <a:pt x="65" y="352"/>
                        <a:pt x="49" y="352"/>
                      </a:cubicBezTo>
                      <a:cubicBezTo>
                        <a:pt x="49" y="368"/>
                        <a:pt x="33" y="389"/>
                        <a:pt x="17" y="405"/>
                      </a:cubicBezTo>
                      <a:lnTo>
                        <a:pt x="1" y="421"/>
                      </a:lnTo>
                      <a:lnTo>
                        <a:pt x="33" y="405"/>
                      </a:lnTo>
                      <a:cubicBezTo>
                        <a:pt x="33" y="389"/>
                        <a:pt x="49" y="389"/>
                        <a:pt x="65" y="368"/>
                      </a:cubicBezTo>
                      <a:cubicBezTo>
                        <a:pt x="65" y="352"/>
                        <a:pt x="81" y="336"/>
                        <a:pt x="101" y="3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59" name="Google Shape;6059;p71">
                  <a:extLst>
                    <a:ext uri="{FF2B5EF4-FFF2-40B4-BE49-F238E27FC236}">
                      <a16:creationId xmlns:a16="http://schemas.microsoft.com/office/drawing/2014/main" id="{4C1DB088-2D0A-496D-2D21-50A92928E507}"/>
                    </a:ext>
                  </a:extLst>
                </p:cNvPr>
                <p:cNvSpPr/>
                <p:nvPr/>
              </p:nvSpPr>
              <p:spPr>
                <a:xfrm>
                  <a:off x="2640484" y="1549565"/>
                  <a:ext cx="25030" cy="2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" h="252" extrusionOk="0">
                      <a:moveTo>
                        <a:pt x="251" y="1"/>
                      </a:moveTo>
                      <a:lnTo>
                        <a:pt x="244" y="7"/>
                      </a:lnTo>
                      <a:lnTo>
                        <a:pt x="244" y="7"/>
                      </a:lnTo>
                      <a:cubicBezTo>
                        <a:pt x="249" y="3"/>
                        <a:pt x="251" y="1"/>
                        <a:pt x="251" y="1"/>
                      </a:cubicBezTo>
                      <a:close/>
                      <a:moveTo>
                        <a:pt x="244" y="7"/>
                      </a:moveTo>
                      <a:cubicBezTo>
                        <a:pt x="232" y="18"/>
                        <a:pt x="205" y="42"/>
                        <a:pt x="166" y="65"/>
                      </a:cubicBezTo>
                      <a:cubicBezTo>
                        <a:pt x="150" y="81"/>
                        <a:pt x="134" y="102"/>
                        <a:pt x="102" y="118"/>
                      </a:cubicBezTo>
                      <a:cubicBezTo>
                        <a:pt x="102" y="134"/>
                        <a:pt x="82" y="134"/>
                        <a:pt x="82" y="150"/>
                      </a:cubicBezTo>
                      <a:cubicBezTo>
                        <a:pt x="102" y="150"/>
                        <a:pt x="102" y="134"/>
                        <a:pt x="118" y="134"/>
                      </a:cubicBezTo>
                      <a:lnTo>
                        <a:pt x="183" y="65"/>
                      </a:lnTo>
                      <a:lnTo>
                        <a:pt x="244" y="7"/>
                      </a:lnTo>
                      <a:close/>
                      <a:moveTo>
                        <a:pt x="82" y="150"/>
                      </a:moveTo>
                      <a:cubicBezTo>
                        <a:pt x="65" y="150"/>
                        <a:pt x="49" y="166"/>
                        <a:pt x="49" y="166"/>
                      </a:cubicBezTo>
                      <a:cubicBezTo>
                        <a:pt x="33" y="203"/>
                        <a:pt x="17" y="203"/>
                        <a:pt x="17" y="219"/>
                      </a:cubicBezTo>
                      <a:cubicBezTo>
                        <a:pt x="17" y="235"/>
                        <a:pt x="1" y="235"/>
                        <a:pt x="1" y="235"/>
                      </a:cubicBezTo>
                      <a:lnTo>
                        <a:pt x="1" y="251"/>
                      </a:lnTo>
                      <a:lnTo>
                        <a:pt x="17" y="251"/>
                      </a:lnTo>
                      <a:cubicBezTo>
                        <a:pt x="17" y="251"/>
                        <a:pt x="17" y="235"/>
                        <a:pt x="33" y="235"/>
                      </a:cubicBezTo>
                      <a:cubicBezTo>
                        <a:pt x="33" y="219"/>
                        <a:pt x="49" y="203"/>
                        <a:pt x="65" y="182"/>
                      </a:cubicBezTo>
                      <a:cubicBezTo>
                        <a:pt x="65" y="182"/>
                        <a:pt x="82" y="166"/>
                        <a:pt x="82" y="1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0" name="Google Shape;6060;p71">
                  <a:extLst>
                    <a:ext uri="{FF2B5EF4-FFF2-40B4-BE49-F238E27FC236}">
                      <a16:creationId xmlns:a16="http://schemas.microsoft.com/office/drawing/2014/main" id="{48C73450-4C2E-3850-5625-FD5B81070F42}"/>
                    </a:ext>
                  </a:extLst>
                </p:cNvPr>
                <p:cNvSpPr/>
                <p:nvPr/>
              </p:nvSpPr>
              <p:spPr>
                <a:xfrm>
                  <a:off x="2668593" y="1482521"/>
                  <a:ext cx="42213" cy="41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" h="422" extrusionOk="0">
                      <a:moveTo>
                        <a:pt x="404" y="1"/>
                      </a:moveTo>
                      <a:lnTo>
                        <a:pt x="388" y="17"/>
                      </a:lnTo>
                      <a:cubicBezTo>
                        <a:pt x="388" y="17"/>
                        <a:pt x="372" y="17"/>
                        <a:pt x="356" y="33"/>
                      </a:cubicBezTo>
                      <a:lnTo>
                        <a:pt x="324" y="70"/>
                      </a:lnTo>
                      <a:cubicBezTo>
                        <a:pt x="303" y="70"/>
                        <a:pt x="287" y="86"/>
                        <a:pt x="271" y="102"/>
                      </a:cubicBezTo>
                      <a:cubicBezTo>
                        <a:pt x="255" y="118"/>
                        <a:pt x="239" y="134"/>
                        <a:pt x="223" y="150"/>
                      </a:cubicBezTo>
                      <a:cubicBezTo>
                        <a:pt x="202" y="171"/>
                        <a:pt x="186" y="187"/>
                        <a:pt x="170" y="219"/>
                      </a:cubicBezTo>
                      <a:cubicBezTo>
                        <a:pt x="138" y="251"/>
                        <a:pt x="101" y="288"/>
                        <a:pt x="85" y="336"/>
                      </a:cubicBezTo>
                      <a:cubicBezTo>
                        <a:pt x="122" y="304"/>
                        <a:pt x="154" y="272"/>
                        <a:pt x="186" y="219"/>
                      </a:cubicBezTo>
                      <a:cubicBezTo>
                        <a:pt x="202" y="203"/>
                        <a:pt x="223" y="187"/>
                        <a:pt x="239" y="171"/>
                      </a:cubicBezTo>
                      <a:cubicBezTo>
                        <a:pt x="255" y="150"/>
                        <a:pt x="271" y="134"/>
                        <a:pt x="287" y="118"/>
                      </a:cubicBezTo>
                      <a:cubicBezTo>
                        <a:pt x="324" y="86"/>
                        <a:pt x="356" y="70"/>
                        <a:pt x="372" y="49"/>
                      </a:cubicBezTo>
                      <a:cubicBezTo>
                        <a:pt x="388" y="33"/>
                        <a:pt x="388" y="33"/>
                        <a:pt x="404" y="17"/>
                      </a:cubicBezTo>
                      <a:cubicBezTo>
                        <a:pt x="425" y="17"/>
                        <a:pt x="425" y="1"/>
                        <a:pt x="404" y="1"/>
                      </a:cubicBezTo>
                      <a:close/>
                      <a:moveTo>
                        <a:pt x="37" y="389"/>
                      </a:moveTo>
                      <a:lnTo>
                        <a:pt x="37" y="389"/>
                      </a:lnTo>
                      <a:cubicBezTo>
                        <a:pt x="21" y="405"/>
                        <a:pt x="21" y="421"/>
                        <a:pt x="0" y="421"/>
                      </a:cubicBezTo>
                      <a:cubicBezTo>
                        <a:pt x="21" y="421"/>
                        <a:pt x="37" y="405"/>
                        <a:pt x="37" y="3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1" name="Google Shape;6061;p71">
                  <a:extLst>
                    <a:ext uri="{FF2B5EF4-FFF2-40B4-BE49-F238E27FC236}">
                      <a16:creationId xmlns:a16="http://schemas.microsoft.com/office/drawing/2014/main" id="{7235D6DF-FA6C-EBD9-8DE2-CEBAABA4A8BE}"/>
                    </a:ext>
                  </a:extLst>
                </p:cNvPr>
                <p:cNvSpPr/>
                <p:nvPr/>
              </p:nvSpPr>
              <p:spPr>
                <a:xfrm>
                  <a:off x="2673857" y="1474178"/>
                  <a:ext cx="18474" cy="18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186" extrusionOk="0">
                      <a:moveTo>
                        <a:pt x="186" y="0"/>
                      </a:moveTo>
                      <a:cubicBezTo>
                        <a:pt x="170" y="0"/>
                        <a:pt x="170" y="0"/>
                        <a:pt x="149" y="16"/>
                      </a:cubicBezTo>
                      <a:cubicBezTo>
                        <a:pt x="149" y="16"/>
                        <a:pt x="133" y="16"/>
                        <a:pt x="117" y="32"/>
                      </a:cubicBezTo>
                      <a:cubicBezTo>
                        <a:pt x="101" y="53"/>
                        <a:pt x="85" y="69"/>
                        <a:pt x="85" y="85"/>
                      </a:cubicBezTo>
                      <a:lnTo>
                        <a:pt x="32" y="133"/>
                      </a:lnTo>
                      <a:cubicBezTo>
                        <a:pt x="32" y="146"/>
                        <a:pt x="26" y="157"/>
                        <a:pt x="22" y="163"/>
                      </a:cubicBezTo>
                      <a:lnTo>
                        <a:pt x="22" y="163"/>
                      </a:lnTo>
                      <a:cubicBezTo>
                        <a:pt x="29" y="155"/>
                        <a:pt x="38" y="146"/>
                        <a:pt x="48" y="133"/>
                      </a:cubicBezTo>
                      <a:cubicBezTo>
                        <a:pt x="85" y="117"/>
                        <a:pt x="117" y="69"/>
                        <a:pt x="133" y="53"/>
                      </a:cubicBezTo>
                      <a:cubicBezTo>
                        <a:pt x="149" y="32"/>
                        <a:pt x="149" y="32"/>
                        <a:pt x="170" y="32"/>
                      </a:cubicBezTo>
                      <a:cubicBezTo>
                        <a:pt x="170" y="16"/>
                        <a:pt x="186" y="16"/>
                        <a:pt x="186" y="16"/>
                      </a:cubicBezTo>
                      <a:lnTo>
                        <a:pt x="186" y="0"/>
                      </a:lnTo>
                      <a:close/>
                      <a:moveTo>
                        <a:pt x="22" y="163"/>
                      </a:moveTo>
                      <a:cubicBezTo>
                        <a:pt x="7" y="179"/>
                        <a:pt x="0" y="186"/>
                        <a:pt x="0" y="186"/>
                      </a:cubicBezTo>
                      <a:lnTo>
                        <a:pt x="16" y="170"/>
                      </a:lnTo>
                      <a:cubicBezTo>
                        <a:pt x="16" y="170"/>
                        <a:pt x="19" y="167"/>
                        <a:pt x="22" y="1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2" name="Google Shape;6062;p71">
                  <a:extLst>
                    <a:ext uri="{FF2B5EF4-FFF2-40B4-BE49-F238E27FC236}">
                      <a16:creationId xmlns:a16="http://schemas.microsoft.com/office/drawing/2014/main" id="{37C9C8B9-D419-C4FE-DA8B-41561D2FE2CC}"/>
                    </a:ext>
                  </a:extLst>
                </p:cNvPr>
                <p:cNvSpPr/>
                <p:nvPr/>
              </p:nvSpPr>
              <p:spPr>
                <a:xfrm>
                  <a:off x="2668593" y="1470900"/>
                  <a:ext cx="8542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86" extrusionOk="0">
                      <a:moveTo>
                        <a:pt x="85" y="1"/>
                      </a:moveTo>
                      <a:cubicBezTo>
                        <a:pt x="85" y="1"/>
                        <a:pt x="69" y="1"/>
                        <a:pt x="53" y="17"/>
                      </a:cubicBezTo>
                      <a:cubicBezTo>
                        <a:pt x="37" y="33"/>
                        <a:pt x="37" y="33"/>
                        <a:pt x="21" y="49"/>
                      </a:cubicBezTo>
                      <a:cubicBezTo>
                        <a:pt x="21" y="65"/>
                        <a:pt x="0" y="65"/>
                        <a:pt x="0" y="86"/>
                      </a:cubicBezTo>
                      <a:cubicBezTo>
                        <a:pt x="21" y="86"/>
                        <a:pt x="37" y="65"/>
                        <a:pt x="37" y="65"/>
                      </a:cubicBezTo>
                      <a:lnTo>
                        <a:pt x="69" y="33"/>
                      </a:lnTo>
                      <a:cubicBezTo>
                        <a:pt x="85" y="17"/>
                        <a:pt x="85" y="17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3" name="Google Shape;6063;p71">
                  <a:extLst>
                    <a:ext uri="{FF2B5EF4-FFF2-40B4-BE49-F238E27FC236}">
                      <a16:creationId xmlns:a16="http://schemas.microsoft.com/office/drawing/2014/main" id="{D3034039-A477-ADBE-F2DA-CBA942F6823F}"/>
                    </a:ext>
                  </a:extLst>
                </p:cNvPr>
                <p:cNvSpPr/>
                <p:nvPr/>
              </p:nvSpPr>
              <p:spPr>
                <a:xfrm>
                  <a:off x="2586749" y="1452525"/>
                  <a:ext cx="53834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" h="118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17" y="16"/>
                      </a:lnTo>
                      <a:cubicBezTo>
                        <a:pt x="37" y="16"/>
                        <a:pt x="37" y="32"/>
                        <a:pt x="53" y="32"/>
                      </a:cubicBezTo>
                      <a:cubicBezTo>
                        <a:pt x="85" y="32"/>
                        <a:pt x="101" y="48"/>
                        <a:pt x="138" y="48"/>
                      </a:cubicBezTo>
                      <a:cubicBezTo>
                        <a:pt x="170" y="48"/>
                        <a:pt x="186" y="69"/>
                        <a:pt x="202" y="69"/>
                      </a:cubicBezTo>
                      <a:lnTo>
                        <a:pt x="271" y="69"/>
                      </a:lnTo>
                      <a:cubicBezTo>
                        <a:pt x="303" y="85"/>
                        <a:pt x="356" y="85"/>
                        <a:pt x="404" y="101"/>
                      </a:cubicBezTo>
                      <a:cubicBezTo>
                        <a:pt x="473" y="117"/>
                        <a:pt x="542" y="117"/>
                        <a:pt x="542" y="117"/>
                      </a:cubicBezTo>
                      <a:cubicBezTo>
                        <a:pt x="542" y="117"/>
                        <a:pt x="473" y="101"/>
                        <a:pt x="404" y="85"/>
                      </a:cubicBezTo>
                      <a:cubicBezTo>
                        <a:pt x="356" y="69"/>
                        <a:pt x="320" y="48"/>
                        <a:pt x="271" y="48"/>
                      </a:cubicBezTo>
                      <a:cubicBezTo>
                        <a:pt x="255" y="32"/>
                        <a:pt x="239" y="32"/>
                        <a:pt x="202" y="32"/>
                      </a:cubicBezTo>
                      <a:cubicBezTo>
                        <a:pt x="186" y="16"/>
                        <a:pt x="170" y="16"/>
                        <a:pt x="154" y="16"/>
                      </a:cubicBezTo>
                      <a:cubicBezTo>
                        <a:pt x="118" y="16"/>
                        <a:pt x="85" y="0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4" name="Google Shape;6064;p71">
                  <a:extLst>
                    <a:ext uri="{FF2B5EF4-FFF2-40B4-BE49-F238E27FC236}">
                      <a16:creationId xmlns:a16="http://schemas.microsoft.com/office/drawing/2014/main" id="{94CBD46F-6234-0FBA-E379-F4ADC42B36F3}"/>
                    </a:ext>
                  </a:extLst>
                </p:cNvPr>
                <p:cNvSpPr/>
                <p:nvPr/>
              </p:nvSpPr>
              <p:spPr>
                <a:xfrm>
                  <a:off x="2586749" y="1390645"/>
                  <a:ext cx="55423" cy="11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" h="119" extrusionOk="0">
                      <a:moveTo>
                        <a:pt x="0" y="1"/>
                      </a:moveTo>
                      <a:lnTo>
                        <a:pt x="0" y="17"/>
                      </a:lnTo>
                      <a:cubicBezTo>
                        <a:pt x="17" y="17"/>
                        <a:pt x="17" y="33"/>
                        <a:pt x="53" y="33"/>
                      </a:cubicBezTo>
                      <a:cubicBezTo>
                        <a:pt x="69" y="33"/>
                        <a:pt x="101" y="49"/>
                        <a:pt x="138" y="49"/>
                      </a:cubicBezTo>
                      <a:lnTo>
                        <a:pt x="271" y="49"/>
                      </a:lnTo>
                      <a:cubicBezTo>
                        <a:pt x="287" y="66"/>
                        <a:pt x="320" y="66"/>
                        <a:pt x="340" y="66"/>
                      </a:cubicBezTo>
                      <a:cubicBezTo>
                        <a:pt x="356" y="66"/>
                        <a:pt x="388" y="86"/>
                        <a:pt x="404" y="86"/>
                      </a:cubicBezTo>
                      <a:cubicBezTo>
                        <a:pt x="438" y="86"/>
                        <a:pt x="481" y="99"/>
                        <a:pt x="501" y="102"/>
                      </a:cubicBezTo>
                      <a:lnTo>
                        <a:pt x="501" y="102"/>
                      </a:lnTo>
                      <a:cubicBezTo>
                        <a:pt x="474" y="93"/>
                        <a:pt x="441" y="81"/>
                        <a:pt x="404" y="66"/>
                      </a:cubicBezTo>
                      <a:cubicBezTo>
                        <a:pt x="388" y="66"/>
                        <a:pt x="372" y="49"/>
                        <a:pt x="340" y="49"/>
                      </a:cubicBezTo>
                      <a:cubicBezTo>
                        <a:pt x="320" y="49"/>
                        <a:pt x="303" y="33"/>
                        <a:pt x="271" y="33"/>
                      </a:cubicBezTo>
                      <a:cubicBezTo>
                        <a:pt x="255" y="33"/>
                        <a:pt x="219" y="17"/>
                        <a:pt x="202" y="17"/>
                      </a:cubicBezTo>
                      <a:lnTo>
                        <a:pt x="53" y="17"/>
                      </a:lnTo>
                      <a:cubicBezTo>
                        <a:pt x="37" y="1"/>
                        <a:pt x="17" y="1"/>
                        <a:pt x="17" y="1"/>
                      </a:cubicBezTo>
                      <a:close/>
                      <a:moveTo>
                        <a:pt x="501" y="102"/>
                      </a:moveTo>
                      <a:cubicBezTo>
                        <a:pt x="506" y="103"/>
                        <a:pt x="511" y="105"/>
                        <a:pt x="516" y="106"/>
                      </a:cubicBezTo>
                      <a:lnTo>
                        <a:pt x="516" y="106"/>
                      </a:lnTo>
                      <a:cubicBezTo>
                        <a:pt x="512" y="105"/>
                        <a:pt x="509" y="104"/>
                        <a:pt x="505" y="102"/>
                      </a:cubicBezTo>
                      <a:cubicBezTo>
                        <a:pt x="504" y="102"/>
                        <a:pt x="502" y="102"/>
                        <a:pt x="501" y="102"/>
                      </a:cubicBezTo>
                      <a:close/>
                      <a:moveTo>
                        <a:pt x="516" y="106"/>
                      </a:moveTo>
                      <a:cubicBezTo>
                        <a:pt x="545" y="118"/>
                        <a:pt x="558" y="118"/>
                        <a:pt x="558" y="118"/>
                      </a:cubicBezTo>
                      <a:cubicBezTo>
                        <a:pt x="558" y="118"/>
                        <a:pt x="542" y="114"/>
                        <a:pt x="516" y="1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5" name="Google Shape;6065;p71">
                  <a:extLst>
                    <a:ext uri="{FF2B5EF4-FFF2-40B4-BE49-F238E27FC236}">
                      <a16:creationId xmlns:a16="http://schemas.microsoft.com/office/drawing/2014/main" id="{E95C5B12-792C-FD87-60CA-95BC0DE3BDAF}"/>
                    </a:ext>
                  </a:extLst>
                </p:cNvPr>
                <p:cNvSpPr/>
                <p:nvPr/>
              </p:nvSpPr>
              <p:spPr>
                <a:xfrm>
                  <a:off x="2932996" y="1435640"/>
                  <a:ext cx="4966" cy="20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2037" extrusionOk="0">
                      <a:moveTo>
                        <a:pt x="1" y="0"/>
                      </a:moveTo>
                      <a:cubicBezTo>
                        <a:pt x="17" y="17"/>
                        <a:pt x="17" y="17"/>
                        <a:pt x="17" y="53"/>
                      </a:cubicBezTo>
                      <a:cubicBezTo>
                        <a:pt x="17" y="85"/>
                        <a:pt x="33" y="138"/>
                        <a:pt x="33" y="202"/>
                      </a:cubicBezTo>
                      <a:cubicBezTo>
                        <a:pt x="33" y="271"/>
                        <a:pt x="17" y="388"/>
                        <a:pt x="17" y="521"/>
                      </a:cubicBezTo>
                      <a:cubicBezTo>
                        <a:pt x="17" y="808"/>
                        <a:pt x="33" y="1180"/>
                        <a:pt x="33" y="1499"/>
                      </a:cubicBezTo>
                      <a:lnTo>
                        <a:pt x="33" y="2036"/>
                      </a:lnTo>
                      <a:cubicBezTo>
                        <a:pt x="33" y="2036"/>
                        <a:pt x="33" y="1802"/>
                        <a:pt x="49" y="1499"/>
                      </a:cubicBezTo>
                      <a:lnTo>
                        <a:pt x="49" y="521"/>
                      </a:lnTo>
                      <a:lnTo>
                        <a:pt x="49" y="340"/>
                      </a:lnTo>
                      <a:lnTo>
                        <a:pt x="49" y="202"/>
                      </a:lnTo>
                      <a:cubicBezTo>
                        <a:pt x="49" y="118"/>
                        <a:pt x="49" y="85"/>
                        <a:pt x="33" y="53"/>
                      </a:cubicBezTo>
                      <a:cubicBezTo>
                        <a:pt x="33" y="17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6" name="Google Shape;6066;p71">
                  <a:extLst>
                    <a:ext uri="{FF2B5EF4-FFF2-40B4-BE49-F238E27FC236}">
                      <a16:creationId xmlns:a16="http://schemas.microsoft.com/office/drawing/2014/main" id="{A838DECB-4DF7-F98C-45E8-E1E87A57E537}"/>
                    </a:ext>
                  </a:extLst>
                </p:cNvPr>
                <p:cNvSpPr/>
                <p:nvPr/>
              </p:nvSpPr>
              <p:spPr>
                <a:xfrm>
                  <a:off x="2735637" y="1139949"/>
                  <a:ext cx="5264" cy="95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58" extrusionOk="0">
                      <a:moveTo>
                        <a:pt x="0" y="0"/>
                      </a:moveTo>
                      <a:lnTo>
                        <a:pt x="0" y="16"/>
                      </a:lnTo>
                      <a:cubicBezTo>
                        <a:pt x="16" y="49"/>
                        <a:pt x="32" y="101"/>
                        <a:pt x="32" y="234"/>
                      </a:cubicBezTo>
                      <a:cubicBezTo>
                        <a:pt x="16" y="303"/>
                        <a:pt x="16" y="388"/>
                        <a:pt x="16" y="469"/>
                      </a:cubicBezTo>
                      <a:lnTo>
                        <a:pt x="16" y="590"/>
                      </a:lnTo>
                      <a:lnTo>
                        <a:pt x="16" y="707"/>
                      </a:lnTo>
                      <a:lnTo>
                        <a:pt x="16" y="808"/>
                      </a:lnTo>
                      <a:lnTo>
                        <a:pt x="16" y="893"/>
                      </a:lnTo>
                      <a:lnTo>
                        <a:pt x="16" y="958"/>
                      </a:lnTo>
                      <a:cubicBezTo>
                        <a:pt x="16" y="958"/>
                        <a:pt x="32" y="941"/>
                        <a:pt x="32" y="893"/>
                      </a:cubicBezTo>
                      <a:lnTo>
                        <a:pt x="32" y="808"/>
                      </a:lnTo>
                      <a:lnTo>
                        <a:pt x="32" y="707"/>
                      </a:lnTo>
                      <a:lnTo>
                        <a:pt x="32" y="590"/>
                      </a:lnTo>
                      <a:lnTo>
                        <a:pt x="32" y="469"/>
                      </a:lnTo>
                      <a:cubicBezTo>
                        <a:pt x="32" y="388"/>
                        <a:pt x="53" y="303"/>
                        <a:pt x="53" y="234"/>
                      </a:cubicBezTo>
                      <a:lnTo>
                        <a:pt x="53" y="85"/>
                      </a:lnTo>
                      <a:cubicBezTo>
                        <a:pt x="32" y="49"/>
                        <a:pt x="32" y="32"/>
                        <a:pt x="16" y="16"/>
                      </a:cubicBezTo>
                      <a:cubicBezTo>
                        <a:pt x="16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7" name="Google Shape;6067;p71">
                  <a:extLst>
                    <a:ext uri="{FF2B5EF4-FFF2-40B4-BE49-F238E27FC236}">
                      <a16:creationId xmlns:a16="http://schemas.microsoft.com/office/drawing/2014/main" id="{691C8669-7ADB-3367-57BB-53A401F92A0C}"/>
                    </a:ext>
                  </a:extLst>
                </p:cNvPr>
                <p:cNvSpPr/>
                <p:nvPr/>
              </p:nvSpPr>
              <p:spPr>
                <a:xfrm>
                  <a:off x="2735637" y="1133096"/>
                  <a:ext cx="16885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70" extrusionOk="0">
                      <a:moveTo>
                        <a:pt x="117" y="0"/>
                      </a:moveTo>
                      <a:cubicBezTo>
                        <a:pt x="101" y="17"/>
                        <a:pt x="85" y="17"/>
                        <a:pt x="85" y="17"/>
                      </a:cubicBezTo>
                      <a:cubicBezTo>
                        <a:pt x="69" y="33"/>
                        <a:pt x="53" y="33"/>
                        <a:pt x="32" y="33"/>
                      </a:cubicBezTo>
                      <a:lnTo>
                        <a:pt x="16" y="53"/>
                      </a:lnTo>
                      <a:lnTo>
                        <a:pt x="0" y="53"/>
                      </a:lnTo>
                      <a:lnTo>
                        <a:pt x="0" y="69"/>
                      </a:lnTo>
                      <a:lnTo>
                        <a:pt x="16" y="69"/>
                      </a:lnTo>
                      <a:cubicBezTo>
                        <a:pt x="16" y="69"/>
                        <a:pt x="32" y="69"/>
                        <a:pt x="53" y="53"/>
                      </a:cubicBezTo>
                      <a:cubicBezTo>
                        <a:pt x="53" y="53"/>
                        <a:pt x="69" y="53"/>
                        <a:pt x="85" y="33"/>
                      </a:cubicBezTo>
                      <a:cubicBezTo>
                        <a:pt x="101" y="33"/>
                        <a:pt x="117" y="33"/>
                        <a:pt x="117" y="17"/>
                      </a:cubicBezTo>
                      <a:cubicBezTo>
                        <a:pt x="154" y="0"/>
                        <a:pt x="170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8" name="Google Shape;6068;p71">
                  <a:extLst>
                    <a:ext uri="{FF2B5EF4-FFF2-40B4-BE49-F238E27FC236}">
                      <a16:creationId xmlns:a16="http://schemas.microsoft.com/office/drawing/2014/main" id="{838CA411-84AA-1AD3-EC68-28BE139A62F8}"/>
                    </a:ext>
                  </a:extLst>
                </p:cNvPr>
                <p:cNvSpPr/>
                <p:nvPr/>
              </p:nvSpPr>
              <p:spPr>
                <a:xfrm>
                  <a:off x="2752423" y="1129917"/>
                  <a:ext cx="3377" cy="88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893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32"/>
                      </a:cubicBezTo>
                      <a:lnTo>
                        <a:pt x="1" y="101"/>
                      </a:lnTo>
                      <a:lnTo>
                        <a:pt x="1" y="251"/>
                      </a:lnTo>
                      <a:cubicBezTo>
                        <a:pt x="1" y="319"/>
                        <a:pt x="17" y="404"/>
                        <a:pt x="17" y="469"/>
                      </a:cubicBezTo>
                      <a:lnTo>
                        <a:pt x="17" y="590"/>
                      </a:lnTo>
                      <a:lnTo>
                        <a:pt x="17" y="707"/>
                      </a:lnTo>
                      <a:lnTo>
                        <a:pt x="17" y="808"/>
                      </a:lnTo>
                      <a:cubicBezTo>
                        <a:pt x="17" y="840"/>
                        <a:pt x="17" y="873"/>
                        <a:pt x="33" y="893"/>
                      </a:cubicBezTo>
                      <a:lnTo>
                        <a:pt x="33" y="808"/>
                      </a:lnTo>
                      <a:lnTo>
                        <a:pt x="33" y="707"/>
                      </a:lnTo>
                      <a:lnTo>
                        <a:pt x="33" y="590"/>
                      </a:lnTo>
                      <a:lnTo>
                        <a:pt x="33" y="469"/>
                      </a:lnTo>
                      <a:lnTo>
                        <a:pt x="33" y="251"/>
                      </a:lnTo>
                      <a:cubicBezTo>
                        <a:pt x="33" y="186"/>
                        <a:pt x="33" y="133"/>
                        <a:pt x="17" y="101"/>
                      </a:cubicBezTo>
                      <a:lnTo>
                        <a:pt x="17" y="3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69" name="Google Shape;6069;p71">
                  <a:extLst>
                    <a:ext uri="{FF2B5EF4-FFF2-40B4-BE49-F238E27FC236}">
                      <a16:creationId xmlns:a16="http://schemas.microsoft.com/office/drawing/2014/main" id="{0DD605EC-5ECE-4349-9E53-48897EC6E66F}"/>
                    </a:ext>
                  </a:extLst>
                </p:cNvPr>
                <p:cNvSpPr/>
                <p:nvPr/>
              </p:nvSpPr>
              <p:spPr>
                <a:xfrm>
                  <a:off x="2733949" y="1228547"/>
                  <a:ext cx="20163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02" extrusionOk="0">
                      <a:moveTo>
                        <a:pt x="187" y="1"/>
                      </a:moveTo>
                      <a:cubicBezTo>
                        <a:pt x="187" y="17"/>
                        <a:pt x="171" y="17"/>
                        <a:pt x="150" y="17"/>
                      </a:cubicBezTo>
                      <a:cubicBezTo>
                        <a:pt x="134" y="17"/>
                        <a:pt x="118" y="17"/>
                        <a:pt x="102" y="33"/>
                      </a:cubicBezTo>
                      <a:cubicBezTo>
                        <a:pt x="86" y="33"/>
                        <a:pt x="70" y="49"/>
                        <a:pt x="49" y="49"/>
                      </a:cubicBezTo>
                      <a:cubicBezTo>
                        <a:pt x="1" y="82"/>
                        <a:pt x="1" y="82"/>
                        <a:pt x="1" y="102"/>
                      </a:cubicBezTo>
                      <a:lnTo>
                        <a:pt x="70" y="82"/>
                      </a:lnTo>
                      <a:cubicBezTo>
                        <a:pt x="86" y="66"/>
                        <a:pt x="102" y="66"/>
                        <a:pt x="118" y="49"/>
                      </a:cubicBezTo>
                      <a:cubicBezTo>
                        <a:pt x="134" y="49"/>
                        <a:pt x="150" y="33"/>
                        <a:pt x="171" y="17"/>
                      </a:cubicBezTo>
                      <a:lnTo>
                        <a:pt x="187" y="17"/>
                      </a:lnTo>
                      <a:cubicBezTo>
                        <a:pt x="203" y="17"/>
                        <a:pt x="203" y="17"/>
                        <a:pt x="2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0" name="Google Shape;6070;p71">
                  <a:extLst>
                    <a:ext uri="{FF2B5EF4-FFF2-40B4-BE49-F238E27FC236}">
                      <a16:creationId xmlns:a16="http://schemas.microsoft.com/office/drawing/2014/main" id="{D12DB455-81D0-AAC8-4368-1FC74DE8F3E8}"/>
                    </a:ext>
                  </a:extLst>
                </p:cNvPr>
                <p:cNvSpPr/>
                <p:nvPr/>
              </p:nvSpPr>
              <p:spPr>
                <a:xfrm>
                  <a:off x="2758879" y="1123560"/>
                  <a:ext cx="5264" cy="99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06" extrusionOk="0">
                      <a:moveTo>
                        <a:pt x="36" y="1"/>
                      </a:moveTo>
                      <a:cubicBezTo>
                        <a:pt x="34" y="1"/>
                        <a:pt x="30" y="9"/>
                        <a:pt x="21" y="28"/>
                      </a:cubicBezTo>
                      <a:lnTo>
                        <a:pt x="21" y="64"/>
                      </a:lnTo>
                      <a:lnTo>
                        <a:pt x="21" y="113"/>
                      </a:lnTo>
                      <a:cubicBezTo>
                        <a:pt x="0" y="149"/>
                        <a:pt x="21" y="197"/>
                        <a:pt x="21" y="266"/>
                      </a:cubicBezTo>
                      <a:lnTo>
                        <a:pt x="21" y="383"/>
                      </a:lnTo>
                      <a:cubicBezTo>
                        <a:pt x="37" y="399"/>
                        <a:pt x="37" y="416"/>
                        <a:pt x="37" y="432"/>
                      </a:cubicBezTo>
                      <a:lnTo>
                        <a:pt x="37" y="500"/>
                      </a:lnTo>
                      <a:lnTo>
                        <a:pt x="37" y="618"/>
                      </a:lnTo>
                      <a:lnTo>
                        <a:pt x="37" y="735"/>
                      </a:lnTo>
                      <a:lnTo>
                        <a:pt x="37" y="1005"/>
                      </a:lnTo>
                      <a:cubicBezTo>
                        <a:pt x="37" y="1005"/>
                        <a:pt x="53" y="888"/>
                        <a:pt x="53" y="735"/>
                      </a:cubicBezTo>
                      <a:lnTo>
                        <a:pt x="53" y="618"/>
                      </a:lnTo>
                      <a:lnTo>
                        <a:pt x="53" y="500"/>
                      </a:lnTo>
                      <a:lnTo>
                        <a:pt x="53" y="367"/>
                      </a:lnTo>
                      <a:cubicBezTo>
                        <a:pt x="37" y="331"/>
                        <a:pt x="37" y="298"/>
                        <a:pt x="37" y="266"/>
                      </a:cubicBezTo>
                      <a:cubicBezTo>
                        <a:pt x="37" y="197"/>
                        <a:pt x="21" y="149"/>
                        <a:pt x="37" y="113"/>
                      </a:cubicBezTo>
                      <a:lnTo>
                        <a:pt x="37" y="64"/>
                      </a:lnTo>
                      <a:lnTo>
                        <a:pt x="37" y="28"/>
                      </a:lnTo>
                      <a:lnTo>
                        <a:pt x="37" y="12"/>
                      </a:lnTo>
                      <a:cubicBezTo>
                        <a:pt x="37" y="5"/>
                        <a:pt x="37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1" name="Google Shape;6071;p71">
                  <a:extLst>
                    <a:ext uri="{FF2B5EF4-FFF2-40B4-BE49-F238E27FC236}">
                      <a16:creationId xmlns:a16="http://schemas.microsoft.com/office/drawing/2014/main" id="{433E42C7-1C8C-2DE2-DA99-1CF22D1FA2DA}"/>
                    </a:ext>
                  </a:extLst>
                </p:cNvPr>
                <p:cNvSpPr/>
                <p:nvPr/>
              </p:nvSpPr>
              <p:spPr>
                <a:xfrm>
                  <a:off x="2764044" y="1218515"/>
                  <a:ext cx="16985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66" extrusionOk="0">
                      <a:moveTo>
                        <a:pt x="134" y="1"/>
                      </a:moveTo>
                      <a:cubicBezTo>
                        <a:pt x="102" y="1"/>
                        <a:pt x="70" y="17"/>
                        <a:pt x="33" y="33"/>
                      </a:cubicBezTo>
                      <a:cubicBezTo>
                        <a:pt x="17" y="33"/>
                        <a:pt x="1" y="49"/>
                        <a:pt x="1" y="49"/>
                      </a:cubicBezTo>
                      <a:lnTo>
                        <a:pt x="1" y="66"/>
                      </a:lnTo>
                      <a:lnTo>
                        <a:pt x="17" y="66"/>
                      </a:lnTo>
                      <a:cubicBezTo>
                        <a:pt x="17" y="66"/>
                        <a:pt x="33" y="66"/>
                        <a:pt x="49" y="49"/>
                      </a:cubicBezTo>
                      <a:cubicBezTo>
                        <a:pt x="70" y="33"/>
                        <a:pt x="102" y="17"/>
                        <a:pt x="134" y="17"/>
                      </a:cubicBezTo>
                      <a:cubicBezTo>
                        <a:pt x="150" y="1"/>
                        <a:pt x="150" y="1"/>
                        <a:pt x="1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2" name="Google Shape;6072;p71">
                  <a:extLst>
                    <a:ext uri="{FF2B5EF4-FFF2-40B4-BE49-F238E27FC236}">
                      <a16:creationId xmlns:a16="http://schemas.microsoft.com/office/drawing/2014/main" id="{6619C3B8-5C72-ECF8-1781-9E51338473CF}"/>
                    </a:ext>
                  </a:extLst>
                </p:cNvPr>
                <p:cNvSpPr/>
                <p:nvPr/>
              </p:nvSpPr>
              <p:spPr>
                <a:xfrm>
                  <a:off x="2762455" y="1118197"/>
                  <a:ext cx="13409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66" extrusionOk="0">
                      <a:moveTo>
                        <a:pt x="134" y="1"/>
                      </a:moveTo>
                      <a:cubicBezTo>
                        <a:pt x="118" y="1"/>
                        <a:pt x="102" y="1"/>
                        <a:pt x="86" y="17"/>
                      </a:cubicBezTo>
                      <a:cubicBezTo>
                        <a:pt x="65" y="17"/>
                        <a:pt x="49" y="17"/>
                        <a:pt x="33" y="33"/>
                      </a:cubicBezTo>
                      <a:cubicBezTo>
                        <a:pt x="17" y="33"/>
                        <a:pt x="17" y="49"/>
                        <a:pt x="1" y="49"/>
                      </a:cubicBezTo>
                      <a:lnTo>
                        <a:pt x="1" y="66"/>
                      </a:lnTo>
                      <a:lnTo>
                        <a:pt x="17" y="66"/>
                      </a:lnTo>
                      <a:cubicBezTo>
                        <a:pt x="33" y="66"/>
                        <a:pt x="33" y="49"/>
                        <a:pt x="49" y="49"/>
                      </a:cubicBezTo>
                      <a:cubicBezTo>
                        <a:pt x="65" y="33"/>
                        <a:pt x="102" y="17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3" name="Google Shape;6073;p71">
                  <a:extLst>
                    <a:ext uri="{FF2B5EF4-FFF2-40B4-BE49-F238E27FC236}">
                      <a16:creationId xmlns:a16="http://schemas.microsoft.com/office/drawing/2014/main" id="{F51199A3-3537-56B1-D577-2DDF7303ED19}"/>
                    </a:ext>
                  </a:extLst>
                </p:cNvPr>
                <p:cNvSpPr/>
                <p:nvPr/>
              </p:nvSpPr>
              <p:spPr>
                <a:xfrm>
                  <a:off x="2778943" y="1114621"/>
                  <a:ext cx="5264" cy="103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47" extrusionOk="0">
                      <a:moveTo>
                        <a:pt x="21" y="1"/>
                      </a:moveTo>
                      <a:lnTo>
                        <a:pt x="21" y="37"/>
                      </a:lnTo>
                      <a:cubicBezTo>
                        <a:pt x="37" y="17"/>
                        <a:pt x="37" y="17"/>
                        <a:pt x="37" y="1"/>
                      </a:cubicBezTo>
                      <a:close/>
                      <a:moveTo>
                        <a:pt x="21" y="37"/>
                      </a:moveTo>
                      <a:cubicBezTo>
                        <a:pt x="0" y="53"/>
                        <a:pt x="0" y="69"/>
                        <a:pt x="0" y="102"/>
                      </a:cubicBezTo>
                      <a:lnTo>
                        <a:pt x="0" y="271"/>
                      </a:lnTo>
                      <a:cubicBezTo>
                        <a:pt x="0" y="304"/>
                        <a:pt x="0" y="356"/>
                        <a:pt x="21" y="388"/>
                      </a:cubicBezTo>
                      <a:lnTo>
                        <a:pt x="21" y="506"/>
                      </a:lnTo>
                      <a:cubicBezTo>
                        <a:pt x="21" y="590"/>
                        <a:pt x="37" y="691"/>
                        <a:pt x="37" y="760"/>
                      </a:cubicBezTo>
                      <a:lnTo>
                        <a:pt x="37" y="1047"/>
                      </a:lnTo>
                      <a:cubicBezTo>
                        <a:pt x="37" y="1047"/>
                        <a:pt x="37" y="910"/>
                        <a:pt x="53" y="760"/>
                      </a:cubicBezTo>
                      <a:lnTo>
                        <a:pt x="53" y="506"/>
                      </a:lnTo>
                      <a:cubicBezTo>
                        <a:pt x="53" y="473"/>
                        <a:pt x="37" y="421"/>
                        <a:pt x="37" y="388"/>
                      </a:cubicBezTo>
                      <a:lnTo>
                        <a:pt x="37" y="271"/>
                      </a:lnTo>
                      <a:cubicBezTo>
                        <a:pt x="21" y="203"/>
                        <a:pt x="21" y="154"/>
                        <a:pt x="21" y="102"/>
                      </a:cubicBezTo>
                      <a:lnTo>
                        <a:pt x="21" y="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4" name="Google Shape;6074;p71">
                  <a:extLst>
                    <a:ext uri="{FF2B5EF4-FFF2-40B4-BE49-F238E27FC236}">
                      <a16:creationId xmlns:a16="http://schemas.microsoft.com/office/drawing/2014/main" id="{1011A8B3-6E88-952C-3F1E-B5198D5FE65E}"/>
                    </a:ext>
                  </a:extLst>
                </p:cNvPr>
                <p:cNvSpPr/>
                <p:nvPr/>
              </p:nvSpPr>
              <p:spPr>
                <a:xfrm>
                  <a:off x="2787386" y="1109854"/>
                  <a:ext cx="3675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27" extrusionOk="0">
                      <a:moveTo>
                        <a:pt x="16" y="0"/>
                      </a:moveTo>
                      <a:lnTo>
                        <a:pt x="0" y="32"/>
                      </a:lnTo>
                      <a:lnTo>
                        <a:pt x="0" y="101"/>
                      </a:lnTo>
                      <a:lnTo>
                        <a:pt x="0" y="267"/>
                      </a:lnTo>
                      <a:lnTo>
                        <a:pt x="0" y="505"/>
                      </a:lnTo>
                      <a:cubicBezTo>
                        <a:pt x="16" y="554"/>
                        <a:pt x="16" y="590"/>
                        <a:pt x="16" y="638"/>
                      </a:cubicBezTo>
                      <a:lnTo>
                        <a:pt x="16" y="756"/>
                      </a:lnTo>
                      <a:lnTo>
                        <a:pt x="16" y="1026"/>
                      </a:lnTo>
                      <a:cubicBezTo>
                        <a:pt x="16" y="1026"/>
                        <a:pt x="16" y="909"/>
                        <a:pt x="37" y="756"/>
                      </a:cubicBezTo>
                      <a:lnTo>
                        <a:pt x="37" y="638"/>
                      </a:lnTo>
                      <a:lnTo>
                        <a:pt x="37" y="505"/>
                      </a:lnTo>
                      <a:cubicBezTo>
                        <a:pt x="37" y="420"/>
                        <a:pt x="16" y="335"/>
                        <a:pt x="16" y="267"/>
                      </a:cubicBezTo>
                      <a:lnTo>
                        <a:pt x="16" y="101"/>
                      </a:lnTo>
                      <a:lnTo>
                        <a:pt x="16" y="3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5" name="Google Shape;6075;p71">
                  <a:extLst>
                    <a:ext uri="{FF2B5EF4-FFF2-40B4-BE49-F238E27FC236}">
                      <a16:creationId xmlns:a16="http://schemas.microsoft.com/office/drawing/2014/main" id="{ABF20C55-0CFC-1641-5EAE-7659A804C8FA}"/>
                    </a:ext>
                  </a:extLst>
                </p:cNvPr>
                <p:cNvSpPr/>
                <p:nvPr/>
              </p:nvSpPr>
              <p:spPr>
                <a:xfrm>
                  <a:off x="2788975" y="1204908"/>
                  <a:ext cx="1529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86" extrusionOk="0">
                      <a:moveTo>
                        <a:pt x="138" y="1"/>
                      </a:moveTo>
                      <a:cubicBezTo>
                        <a:pt x="122" y="1"/>
                        <a:pt x="101" y="17"/>
                        <a:pt x="85" y="17"/>
                      </a:cubicBezTo>
                      <a:cubicBezTo>
                        <a:pt x="69" y="37"/>
                        <a:pt x="53" y="37"/>
                        <a:pt x="37" y="37"/>
                      </a:cubicBezTo>
                      <a:lnTo>
                        <a:pt x="21" y="53"/>
                      </a:lnTo>
                      <a:lnTo>
                        <a:pt x="0" y="69"/>
                      </a:lnTo>
                      <a:lnTo>
                        <a:pt x="0" y="85"/>
                      </a:lnTo>
                      <a:lnTo>
                        <a:pt x="21" y="85"/>
                      </a:lnTo>
                      <a:cubicBezTo>
                        <a:pt x="37" y="69"/>
                        <a:pt x="37" y="69"/>
                        <a:pt x="53" y="69"/>
                      </a:cubicBezTo>
                      <a:cubicBezTo>
                        <a:pt x="69" y="53"/>
                        <a:pt x="85" y="53"/>
                        <a:pt x="85" y="37"/>
                      </a:cubicBezTo>
                      <a:cubicBezTo>
                        <a:pt x="101" y="37"/>
                        <a:pt x="122" y="17"/>
                        <a:pt x="138" y="17"/>
                      </a:cubicBez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6" name="Google Shape;6076;p71">
                  <a:extLst>
                    <a:ext uri="{FF2B5EF4-FFF2-40B4-BE49-F238E27FC236}">
                      <a16:creationId xmlns:a16="http://schemas.microsoft.com/office/drawing/2014/main" id="{7C7C670D-D97B-07E2-1E9E-B036D898ABBC}"/>
                    </a:ext>
                  </a:extLst>
                </p:cNvPr>
                <p:cNvSpPr/>
                <p:nvPr/>
              </p:nvSpPr>
              <p:spPr>
                <a:xfrm>
                  <a:off x="2787386" y="1101411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202" y="0"/>
                      </a:moveTo>
                      <a:cubicBezTo>
                        <a:pt x="202" y="0"/>
                        <a:pt x="186" y="0"/>
                        <a:pt x="154" y="16"/>
                      </a:cubicBezTo>
                      <a:cubicBezTo>
                        <a:pt x="138" y="16"/>
                        <a:pt x="117" y="33"/>
                        <a:pt x="101" y="33"/>
                      </a:cubicBezTo>
                      <a:cubicBezTo>
                        <a:pt x="85" y="49"/>
                        <a:pt x="69" y="49"/>
                        <a:pt x="53" y="49"/>
                      </a:cubicBezTo>
                      <a:cubicBezTo>
                        <a:pt x="16" y="69"/>
                        <a:pt x="16" y="69"/>
                        <a:pt x="0" y="85"/>
                      </a:cubicBezTo>
                      <a:lnTo>
                        <a:pt x="69" y="85"/>
                      </a:lnTo>
                      <a:cubicBezTo>
                        <a:pt x="69" y="69"/>
                        <a:pt x="85" y="69"/>
                        <a:pt x="101" y="49"/>
                      </a:cubicBezTo>
                      <a:cubicBezTo>
                        <a:pt x="117" y="49"/>
                        <a:pt x="138" y="33"/>
                        <a:pt x="154" y="33"/>
                      </a:cubicBezTo>
                      <a:cubicBezTo>
                        <a:pt x="186" y="16"/>
                        <a:pt x="202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7" name="Google Shape;6077;p71">
                  <a:extLst>
                    <a:ext uri="{FF2B5EF4-FFF2-40B4-BE49-F238E27FC236}">
                      <a16:creationId xmlns:a16="http://schemas.microsoft.com/office/drawing/2014/main" id="{4DFC5EF2-CAE8-7CF6-8DBC-0EFE8A0B7DD6}"/>
                    </a:ext>
                  </a:extLst>
                </p:cNvPr>
                <p:cNvSpPr/>
                <p:nvPr/>
              </p:nvSpPr>
              <p:spPr>
                <a:xfrm>
                  <a:off x="2805860" y="1099424"/>
                  <a:ext cx="5264" cy="10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31" extrusionOk="0">
                      <a:moveTo>
                        <a:pt x="30" y="0"/>
                      </a:moveTo>
                      <a:cubicBezTo>
                        <a:pt x="28" y="0"/>
                        <a:pt x="24" y="4"/>
                        <a:pt x="16" y="20"/>
                      </a:cubicBezTo>
                      <a:cubicBezTo>
                        <a:pt x="16" y="36"/>
                        <a:pt x="16" y="69"/>
                        <a:pt x="0" y="105"/>
                      </a:cubicBezTo>
                      <a:lnTo>
                        <a:pt x="0" y="170"/>
                      </a:lnTo>
                      <a:lnTo>
                        <a:pt x="0" y="222"/>
                      </a:lnTo>
                      <a:lnTo>
                        <a:pt x="0" y="271"/>
                      </a:lnTo>
                      <a:lnTo>
                        <a:pt x="0" y="392"/>
                      </a:lnTo>
                      <a:cubicBezTo>
                        <a:pt x="0" y="424"/>
                        <a:pt x="0" y="473"/>
                        <a:pt x="16" y="525"/>
                      </a:cubicBezTo>
                      <a:lnTo>
                        <a:pt x="16" y="642"/>
                      </a:lnTo>
                      <a:lnTo>
                        <a:pt x="16" y="776"/>
                      </a:lnTo>
                      <a:cubicBezTo>
                        <a:pt x="16" y="812"/>
                        <a:pt x="16" y="844"/>
                        <a:pt x="32" y="877"/>
                      </a:cubicBezTo>
                      <a:lnTo>
                        <a:pt x="32" y="776"/>
                      </a:lnTo>
                      <a:lnTo>
                        <a:pt x="32" y="642"/>
                      </a:lnTo>
                      <a:lnTo>
                        <a:pt x="32" y="525"/>
                      </a:lnTo>
                      <a:lnTo>
                        <a:pt x="32" y="392"/>
                      </a:lnTo>
                      <a:lnTo>
                        <a:pt x="32" y="271"/>
                      </a:lnTo>
                      <a:cubicBezTo>
                        <a:pt x="16" y="238"/>
                        <a:pt x="32" y="206"/>
                        <a:pt x="32" y="170"/>
                      </a:cubicBezTo>
                      <a:lnTo>
                        <a:pt x="32" y="105"/>
                      </a:lnTo>
                      <a:lnTo>
                        <a:pt x="32" y="20"/>
                      </a:lnTo>
                      <a:lnTo>
                        <a:pt x="32" y="4"/>
                      </a:lnTo>
                      <a:cubicBezTo>
                        <a:pt x="32" y="4"/>
                        <a:pt x="32" y="0"/>
                        <a:pt x="30" y="0"/>
                      </a:cubicBezTo>
                      <a:close/>
                      <a:moveTo>
                        <a:pt x="32" y="978"/>
                      </a:moveTo>
                      <a:cubicBezTo>
                        <a:pt x="32" y="998"/>
                        <a:pt x="32" y="1030"/>
                        <a:pt x="53" y="1030"/>
                      </a:cubicBezTo>
                      <a:cubicBezTo>
                        <a:pt x="53" y="1014"/>
                        <a:pt x="32" y="998"/>
                        <a:pt x="32" y="97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8" name="Google Shape;6078;p71">
                  <a:extLst>
                    <a:ext uri="{FF2B5EF4-FFF2-40B4-BE49-F238E27FC236}">
                      <a16:creationId xmlns:a16="http://schemas.microsoft.com/office/drawing/2014/main" id="{A2DBB554-BD30-CE6C-B61C-4F62ED004EBA}"/>
                    </a:ext>
                  </a:extLst>
                </p:cNvPr>
                <p:cNvSpPr/>
                <p:nvPr/>
              </p:nvSpPr>
              <p:spPr>
                <a:xfrm>
                  <a:off x="2735637" y="1240267"/>
                  <a:ext cx="16885" cy="7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80" extrusionOk="0">
                      <a:moveTo>
                        <a:pt x="154" y="0"/>
                      </a:moveTo>
                      <a:cubicBezTo>
                        <a:pt x="154" y="0"/>
                        <a:pt x="133" y="0"/>
                        <a:pt x="117" y="16"/>
                      </a:cubicBezTo>
                      <a:cubicBezTo>
                        <a:pt x="101" y="16"/>
                        <a:pt x="69" y="32"/>
                        <a:pt x="53" y="49"/>
                      </a:cubicBezTo>
                      <a:lnTo>
                        <a:pt x="0" y="65"/>
                      </a:lnTo>
                      <a:cubicBezTo>
                        <a:pt x="0" y="75"/>
                        <a:pt x="0" y="80"/>
                        <a:pt x="7" y="80"/>
                      </a:cubicBezTo>
                      <a:cubicBezTo>
                        <a:pt x="13" y="80"/>
                        <a:pt x="26" y="75"/>
                        <a:pt x="53" y="65"/>
                      </a:cubicBezTo>
                      <a:cubicBezTo>
                        <a:pt x="85" y="49"/>
                        <a:pt x="101" y="32"/>
                        <a:pt x="133" y="16"/>
                      </a:cubicBezTo>
                      <a:cubicBezTo>
                        <a:pt x="154" y="16"/>
                        <a:pt x="170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79" name="Google Shape;6079;p71">
                  <a:extLst>
                    <a:ext uri="{FF2B5EF4-FFF2-40B4-BE49-F238E27FC236}">
                      <a16:creationId xmlns:a16="http://schemas.microsoft.com/office/drawing/2014/main" id="{14B1AB97-3C4C-E077-557B-F69740F9424A}"/>
                    </a:ext>
                  </a:extLst>
                </p:cNvPr>
                <p:cNvSpPr/>
                <p:nvPr/>
              </p:nvSpPr>
              <p:spPr>
                <a:xfrm>
                  <a:off x="2754012" y="1238579"/>
                  <a:ext cx="3377" cy="9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991" extrusionOk="0">
                      <a:moveTo>
                        <a:pt x="17" y="1"/>
                      </a:moveTo>
                      <a:lnTo>
                        <a:pt x="1" y="33"/>
                      </a:lnTo>
                      <a:lnTo>
                        <a:pt x="1" y="102"/>
                      </a:lnTo>
                      <a:lnTo>
                        <a:pt x="1" y="251"/>
                      </a:lnTo>
                      <a:cubicBezTo>
                        <a:pt x="1" y="538"/>
                        <a:pt x="33" y="991"/>
                        <a:pt x="33" y="991"/>
                      </a:cubicBezTo>
                      <a:lnTo>
                        <a:pt x="33" y="251"/>
                      </a:lnTo>
                      <a:lnTo>
                        <a:pt x="33" y="102"/>
                      </a:lnTo>
                      <a:cubicBezTo>
                        <a:pt x="33" y="66"/>
                        <a:pt x="17" y="33"/>
                        <a:pt x="17" y="33"/>
                      </a:cubicBez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0" name="Google Shape;6080;p71">
                  <a:extLst>
                    <a:ext uri="{FF2B5EF4-FFF2-40B4-BE49-F238E27FC236}">
                      <a16:creationId xmlns:a16="http://schemas.microsoft.com/office/drawing/2014/main" id="{920098DD-617D-CA15-3402-869796EBF1EC}"/>
                    </a:ext>
                  </a:extLst>
                </p:cNvPr>
                <p:cNvSpPr/>
                <p:nvPr/>
              </p:nvSpPr>
              <p:spPr>
                <a:xfrm>
                  <a:off x="2735637" y="1245035"/>
                  <a:ext cx="5264" cy="98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95" extrusionOk="0">
                      <a:moveTo>
                        <a:pt x="16" y="1"/>
                      </a:moveTo>
                      <a:lnTo>
                        <a:pt x="16" y="37"/>
                      </a:lnTo>
                      <a:cubicBezTo>
                        <a:pt x="16" y="37"/>
                        <a:pt x="0" y="69"/>
                        <a:pt x="0" y="102"/>
                      </a:cubicBezTo>
                      <a:lnTo>
                        <a:pt x="0" y="170"/>
                      </a:lnTo>
                      <a:lnTo>
                        <a:pt x="0" y="255"/>
                      </a:lnTo>
                      <a:cubicBezTo>
                        <a:pt x="0" y="340"/>
                        <a:pt x="16" y="404"/>
                        <a:pt x="16" y="489"/>
                      </a:cubicBezTo>
                      <a:lnTo>
                        <a:pt x="16" y="623"/>
                      </a:lnTo>
                      <a:lnTo>
                        <a:pt x="16" y="744"/>
                      </a:lnTo>
                      <a:lnTo>
                        <a:pt x="16" y="994"/>
                      </a:lnTo>
                      <a:cubicBezTo>
                        <a:pt x="16" y="994"/>
                        <a:pt x="32" y="877"/>
                        <a:pt x="32" y="744"/>
                      </a:cubicBezTo>
                      <a:lnTo>
                        <a:pt x="32" y="623"/>
                      </a:lnTo>
                      <a:cubicBezTo>
                        <a:pt x="53" y="574"/>
                        <a:pt x="53" y="542"/>
                        <a:pt x="32" y="489"/>
                      </a:cubicBezTo>
                      <a:lnTo>
                        <a:pt x="32" y="255"/>
                      </a:lnTo>
                      <a:cubicBezTo>
                        <a:pt x="32" y="219"/>
                        <a:pt x="16" y="202"/>
                        <a:pt x="16" y="170"/>
                      </a:cubicBezTo>
                      <a:lnTo>
                        <a:pt x="16" y="102"/>
                      </a:lnTo>
                      <a:cubicBezTo>
                        <a:pt x="16" y="69"/>
                        <a:pt x="32" y="53"/>
                        <a:pt x="32" y="37"/>
                      </a:cubicBezTo>
                      <a:cubicBezTo>
                        <a:pt x="32" y="1"/>
                        <a:pt x="32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1" name="Google Shape;6081;p71">
                  <a:extLst>
                    <a:ext uri="{FF2B5EF4-FFF2-40B4-BE49-F238E27FC236}">
                      <a16:creationId xmlns:a16="http://schemas.microsoft.com/office/drawing/2014/main" id="{8E011CFD-ECB7-43A4-8BF9-8444094E108A}"/>
                    </a:ext>
                  </a:extLst>
                </p:cNvPr>
                <p:cNvSpPr/>
                <p:nvPr/>
              </p:nvSpPr>
              <p:spPr>
                <a:xfrm>
                  <a:off x="2738816" y="1335321"/>
                  <a:ext cx="16985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02" extrusionOk="0">
                      <a:moveTo>
                        <a:pt x="170" y="0"/>
                      </a:moveTo>
                      <a:cubicBezTo>
                        <a:pt x="170" y="0"/>
                        <a:pt x="154" y="17"/>
                        <a:pt x="138" y="17"/>
                      </a:cubicBezTo>
                      <a:cubicBezTo>
                        <a:pt x="122" y="17"/>
                        <a:pt x="101" y="37"/>
                        <a:pt x="85" y="37"/>
                      </a:cubicBezTo>
                      <a:cubicBezTo>
                        <a:pt x="69" y="53"/>
                        <a:pt x="53" y="53"/>
                        <a:pt x="53" y="69"/>
                      </a:cubicBezTo>
                      <a:cubicBezTo>
                        <a:pt x="21" y="85"/>
                        <a:pt x="0" y="85"/>
                        <a:pt x="0" y="85"/>
                      </a:cubicBezTo>
                      <a:lnTo>
                        <a:pt x="0" y="101"/>
                      </a:lnTo>
                      <a:cubicBezTo>
                        <a:pt x="21" y="101"/>
                        <a:pt x="37" y="101"/>
                        <a:pt x="53" y="85"/>
                      </a:cubicBezTo>
                      <a:cubicBezTo>
                        <a:pt x="69" y="85"/>
                        <a:pt x="85" y="69"/>
                        <a:pt x="101" y="53"/>
                      </a:cubicBezTo>
                      <a:cubicBezTo>
                        <a:pt x="122" y="53"/>
                        <a:pt x="138" y="37"/>
                        <a:pt x="138" y="37"/>
                      </a:cubicBezTo>
                      <a:cubicBezTo>
                        <a:pt x="154" y="17"/>
                        <a:pt x="170" y="17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2" name="Google Shape;6082;p71">
                  <a:extLst>
                    <a:ext uri="{FF2B5EF4-FFF2-40B4-BE49-F238E27FC236}">
                      <a16:creationId xmlns:a16="http://schemas.microsoft.com/office/drawing/2014/main" id="{67CDCBCF-31E6-8F7D-30EF-68E04F4E02FC}"/>
                    </a:ext>
                  </a:extLst>
                </p:cNvPr>
                <p:cNvSpPr/>
                <p:nvPr/>
              </p:nvSpPr>
              <p:spPr>
                <a:xfrm>
                  <a:off x="2762455" y="1233414"/>
                  <a:ext cx="3377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011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17"/>
                      </a:cubicBezTo>
                      <a:lnTo>
                        <a:pt x="1" y="101"/>
                      </a:lnTo>
                      <a:lnTo>
                        <a:pt x="1" y="271"/>
                      </a:lnTo>
                      <a:lnTo>
                        <a:pt x="1" y="740"/>
                      </a:lnTo>
                      <a:cubicBezTo>
                        <a:pt x="17" y="893"/>
                        <a:pt x="17" y="1010"/>
                        <a:pt x="17" y="1010"/>
                      </a:cubicBezTo>
                      <a:lnTo>
                        <a:pt x="17" y="740"/>
                      </a:lnTo>
                      <a:cubicBezTo>
                        <a:pt x="17" y="590"/>
                        <a:pt x="33" y="404"/>
                        <a:pt x="33" y="271"/>
                      </a:cubicBezTo>
                      <a:cubicBezTo>
                        <a:pt x="33" y="186"/>
                        <a:pt x="17" y="134"/>
                        <a:pt x="17" y="101"/>
                      </a:cubicBezTo>
                      <a:lnTo>
                        <a:pt x="17" y="17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3" name="Google Shape;6083;p71">
                  <a:extLst>
                    <a:ext uri="{FF2B5EF4-FFF2-40B4-BE49-F238E27FC236}">
                      <a16:creationId xmlns:a16="http://schemas.microsoft.com/office/drawing/2014/main" id="{7743BD37-A523-ABF1-BC7E-2216581D5294}"/>
                    </a:ext>
                  </a:extLst>
                </p:cNvPr>
                <p:cNvSpPr/>
                <p:nvPr/>
              </p:nvSpPr>
              <p:spPr>
                <a:xfrm>
                  <a:off x="2764044" y="1326879"/>
                  <a:ext cx="1698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86" extrusionOk="0">
                      <a:moveTo>
                        <a:pt x="171" y="1"/>
                      </a:moveTo>
                      <a:cubicBezTo>
                        <a:pt x="150" y="1"/>
                        <a:pt x="150" y="1"/>
                        <a:pt x="134" y="21"/>
                      </a:cubicBezTo>
                      <a:cubicBezTo>
                        <a:pt x="150" y="21"/>
                        <a:pt x="171" y="1"/>
                        <a:pt x="171" y="1"/>
                      </a:cubicBezTo>
                      <a:close/>
                      <a:moveTo>
                        <a:pt x="134" y="21"/>
                      </a:moveTo>
                      <a:cubicBezTo>
                        <a:pt x="102" y="21"/>
                        <a:pt x="70" y="37"/>
                        <a:pt x="33" y="53"/>
                      </a:cubicBezTo>
                      <a:cubicBezTo>
                        <a:pt x="33" y="53"/>
                        <a:pt x="17" y="53"/>
                        <a:pt x="17" y="69"/>
                      </a:cubicBezTo>
                      <a:lnTo>
                        <a:pt x="1" y="69"/>
                      </a:lnTo>
                      <a:lnTo>
                        <a:pt x="1" y="85"/>
                      </a:lnTo>
                      <a:lnTo>
                        <a:pt x="17" y="85"/>
                      </a:lnTo>
                      <a:cubicBezTo>
                        <a:pt x="33" y="85"/>
                        <a:pt x="33" y="69"/>
                        <a:pt x="49" y="69"/>
                      </a:cubicBezTo>
                      <a:cubicBezTo>
                        <a:pt x="86" y="53"/>
                        <a:pt x="118" y="37"/>
                        <a:pt x="134" y="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4" name="Google Shape;6084;p71">
                  <a:extLst>
                    <a:ext uri="{FF2B5EF4-FFF2-40B4-BE49-F238E27FC236}">
                      <a16:creationId xmlns:a16="http://schemas.microsoft.com/office/drawing/2014/main" id="{DDF2434C-FACA-43C0-EDAB-13F8C39FFF29}"/>
                    </a:ext>
                  </a:extLst>
                </p:cNvPr>
                <p:cNvSpPr/>
                <p:nvPr/>
              </p:nvSpPr>
              <p:spPr>
                <a:xfrm>
                  <a:off x="2762455" y="1224971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203" y="1"/>
                      </a:moveTo>
                      <a:lnTo>
                        <a:pt x="187" y="17"/>
                      </a:lnTo>
                      <a:cubicBezTo>
                        <a:pt x="203" y="17"/>
                        <a:pt x="203" y="1"/>
                        <a:pt x="203" y="1"/>
                      </a:cubicBezTo>
                      <a:close/>
                      <a:moveTo>
                        <a:pt x="150" y="17"/>
                      </a:moveTo>
                      <a:cubicBezTo>
                        <a:pt x="134" y="17"/>
                        <a:pt x="118" y="37"/>
                        <a:pt x="102" y="37"/>
                      </a:cubicBezTo>
                      <a:cubicBezTo>
                        <a:pt x="102" y="53"/>
                        <a:pt x="86" y="53"/>
                        <a:pt x="86" y="53"/>
                      </a:cubicBezTo>
                      <a:lnTo>
                        <a:pt x="49" y="53"/>
                      </a:lnTo>
                      <a:cubicBezTo>
                        <a:pt x="49" y="69"/>
                        <a:pt x="33" y="69"/>
                        <a:pt x="33" y="69"/>
                      </a:cubicBezTo>
                      <a:lnTo>
                        <a:pt x="1" y="69"/>
                      </a:lnTo>
                      <a:cubicBezTo>
                        <a:pt x="1" y="85"/>
                        <a:pt x="1" y="85"/>
                        <a:pt x="17" y="85"/>
                      </a:cubicBezTo>
                      <a:lnTo>
                        <a:pt x="65" y="85"/>
                      </a:lnTo>
                      <a:lnTo>
                        <a:pt x="86" y="69"/>
                      </a:lnTo>
                      <a:cubicBezTo>
                        <a:pt x="102" y="69"/>
                        <a:pt x="102" y="69"/>
                        <a:pt x="118" y="53"/>
                      </a:cubicBezTo>
                      <a:cubicBezTo>
                        <a:pt x="134" y="53"/>
                        <a:pt x="134" y="37"/>
                        <a:pt x="150" y="37"/>
                      </a:cubicBezTo>
                      <a:cubicBezTo>
                        <a:pt x="166" y="37"/>
                        <a:pt x="166" y="17"/>
                        <a:pt x="166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5" name="Google Shape;6085;p71">
                  <a:extLst>
                    <a:ext uri="{FF2B5EF4-FFF2-40B4-BE49-F238E27FC236}">
                      <a16:creationId xmlns:a16="http://schemas.microsoft.com/office/drawing/2014/main" id="{8BC523D1-3379-8E06-81A0-81690DDC7DB3}"/>
                    </a:ext>
                  </a:extLst>
                </p:cNvPr>
                <p:cNvSpPr/>
                <p:nvPr/>
              </p:nvSpPr>
              <p:spPr>
                <a:xfrm>
                  <a:off x="2777354" y="1224971"/>
                  <a:ext cx="6853" cy="73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744" extrusionOk="0">
                      <a:moveTo>
                        <a:pt x="37" y="1"/>
                      </a:moveTo>
                      <a:lnTo>
                        <a:pt x="16" y="37"/>
                      </a:lnTo>
                      <a:lnTo>
                        <a:pt x="16" y="102"/>
                      </a:lnTo>
                      <a:cubicBezTo>
                        <a:pt x="16" y="118"/>
                        <a:pt x="0" y="154"/>
                        <a:pt x="16" y="170"/>
                      </a:cubicBezTo>
                      <a:lnTo>
                        <a:pt x="16" y="271"/>
                      </a:lnTo>
                      <a:lnTo>
                        <a:pt x="16" y="372"/>
                      </a:lnTo>
                      <a:cubicBezTo>
                        <a:pt x="37" y="421"/>
                        <a:pt x="37" y="457"/>
                        <a:pt x="37" y="505"/>
                      </a:cubicBezTo>
                      <a:lnTo>
                        <a:pt x="37" y="558"/>
                      </a:lnTo>
                      <a:lnTo>
                        <a:pt x="37" y="623"/>
                      </a:lnTo>
                      <a:cubicBezTo>
                        <a:pt x="37" y="659"/>
                        <a:pt x="53" y="707"/>
                        <a:pt x="53" y="744"/>
                      </a:cubicBezTo>
                      <a:cubicBezTo>
                        <a:pt x="69" y="707"/>
                        <a:pt x="69" y="659"/>
                        <a:pt x="69" y="623"/>
                      </a:cubicBezTo>
                      <a:lnTo>
                        <a:pt x="69" y="558"/>
                      </a:lnTo>
                      <a:cubicBezTo>
                        <a:pt x="69" y="542"/>
                        <a:pt x="53" y="522"/>
                        <a:pt x="53" y="489"/>
                      </a:cubicBezTo>
                      <a:lnTo>
                        <a:pt x="53" y="372"/>
                      </a:lnTo>
                      <a:cubicBezTo>
                        <a:pt x="53" y="340"/>
                        <a:pt x="53" y="304"/>
                        <a:pt x="37" y="271"/>
                      </a:cubicBezTo>
                      <a:lnTo>
                        <a:pt x="37" y="170"/>
                      </a:lnTo>
                      <a:lnTo>
                        <a:pt x="37" y="138"/>
                      </a:lnTo>
                      <a:lnTo>
                        <a:pt x="37" y="102"/>
                      </a:lnTo>
                      <a:lnTo>
                        <a:pt x="37" y="37"/>
                      </a:lnTo>
                      <a:cubicBezTo>
                        <a:pt x="53" y="1"/>
                        <a:pt x="37" y="1"/>
                        <a:pt x="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6" name="Google Shape;6086;p71">
                  <a:extLst>
                    <a:ext uri="{FF2B5EF4-FFF2-40B4-BE49-F238E27FC236}">
                      <a16:creationId xmlns:a16="http://schemas.microsoft.com/office/drawing/2014/main" id="{C9AD4FE3-FA00-D2EF-3CCC-AD5FD34C0437}"/>
                    </a:ext>
                  </a:extLst>
                </p:cNvPr>
                <p:cNvSpPr/>
                <p:nvPr/>
              </p:nvSpPr>
              <p:spPr>
                <a:xfrm>
                  <a:off x="2785796" y="1220204"/>
                  <a:ext cx="3278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27" extrusionOk="0">
                      <a:moveTo>
                        <a:pt x="32" y="0"/>
                      </a:moveTo>
                      <a:cubicBezTo>
                        <a:pt x="16" y="0"/>
                        <a:pt x="16" y="0"/>
                        <a:pt x="16" y="32"/>
                      </a:cubicBezTo>
                      <a:lnTo>
                        <a:pt x="16" y="101"/>
                      </a:lnTo>
                      <a:cubicBezTo>
                        <a:pt x="16" y="150"/>
                        <a:pt x="0" y="202"/>
                        <a:pt x="0" y="267"/>
                      </a:cubicBezTo>
                      <a:cubicBezTo>
                        <a:pt x="0" y="335"/>
                        <a:pt x="16" y="420"/>
                        <a:pt x="16" y="505"/>
                      </a:cubicBezTo>
                      <a:lnTo>
                        <a:pt x="16" y="755"/>
                      </a:lnTo>
                      <a:cubicBezTo>
                        <a:pt x="32" y="909"/>
                        <a:pt x="32" y="1026"/>
                        <a:pt x="32" y="1026"/>
                      </a:cubicBezTo>
                      <a:lnTo>
                        <a:pt x="32" y="941"/>
                      </a:lnTo>
                      <a:lnTo>
                        <a:pt x="32" y="755"/>
                      </a:lnTo>
                      <a:lnTo>
                        <a:pt x="32" y="267"/>
                      </a:lnTo>
                      <a:lnTo>
                        <a:pt x="32" y="101"/>
                      </a:lnTo>
                      <a:lnTo>
                        <a:pt x="32" y="32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7" name="Google Shape;6087;p71">
                  <a:extLst>
                    <a:ext uri="{FF2B5EF4-FFF2-40B4-BE49-F238E27FC236}">
                      <a16:creationId xmlns:a16="http://schemas.microsoft.com/office/drawing/2014/main" id="{A1E9B27E-16F8-3F84-F6EF-DCA9DFA67E0E}"/>
                    </a:ext>
                  </a:extLst>
                </p:cNvPr>
                <p:cNvSpPr/>
                <p:nvPr/>
              </p:nvSpPr>
              <p:spPr>
                <a:xfrm>
                  <a:off x="2787386" y="1316847"/>
                  <a:ext cx="18574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70" extrusionOk="0">
                      <a:moveTo>
                        <a:pt x="170" y="1"/>
                      </a:moveTo>
                      <a:cubicBezTo>
                        <a:pt x="154" y="1"/>
                        <a:pt x="154" y="1"/>
                        <a:pt x="138" y="21"/>
                      </a:cubicBezTo>
                      <a:cubicBezTo>
                        <a:pt x="117" y="21"/>
                        <a:pt x="85" y="21"/>
                        <a:pt x="53" y="37"/>
                      </a:cubicBezTo>
                      <a:lnTo>
                        <a:pt x="37" y="37"/>
                      </a:lnTo>
                      <a:cubicBezTo>
                        <a:pt x="16" y="37"/>
                        <a:pt x="16" y="37"/>
                        <a:pt x="16" y="53"/>
                      </a:cubicBezTo>
                      <a:cubicBezTo>
                        <a:pt x="16" y="53"/>
                        <a:pt x="0" y="53"/>
                        <a:pt x="16" y="69"/>
                      </a:cubicBezTo>
                      <a:cubicBezTo>
                        <a:pt x="16" y="69"/>
                        <a:pt x="37" y="69"/>
                        <a:pt x="69" y="53"/>
                      </a:cubicBezTo>
                      <a:cubicBezTo>
                        <a:pt x="85" y="53"/>
                        <a:pt x="117" y="37"/>
                        <a:pt x="154" y="21"/>
                      </a:cubicBezTo>
                      <a:lnTo>
                        <a:pt x="186" y="21"/>
                      </a:lnTo>
                      <a:lnTo>
                        <a:pt x="1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8" name="Google Shape;6088;p71">
                  <a:extLst>
                    <a:ext uri="{FF2B5EF4-FFF2-40B4-BE49-F238E27FC236}">
                      <a16:creationId xmlns:a16="http://schemas.microsoft.com/office/drawing/2014/main" id="{333247E8-817B-D2DE-785D-025BCCA11FAC}"/>
                    </a:ext>
                  </a:extLst>
                </p:cNvPr>
                <p:cNvSpPr/>
                <p:nvPr/>
              </p:nvSpPr>
              <p:spPr>
                <a:xfrm>
                  <a:off x="2787386" y="1214939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170" y="1"/>
                      </a:moveTo>
                      <a:cubicBezTo>
                        <a:pt x="170" y="1"/>
                        <a:pt x="154" y="1"/>
                        <a:pt x="154" y="17"/>
                      </a:cubicBezTo>
                      <a:lnTo>
                        <a:pt x="170" y="17"/>
                      </a:lnTo>
                      <a:cubicBezTo>
                        <a:pt x="186" y="17"/>
                        <a:pt x="186" y="1"/>
                        <a:pt x="202" y="1"/>
                      </a:cubicBezTo>
                      <a:close/>
                      <a:moveTo>
                        <a:pt x="154" y="17"/>
                      </a:moveTo>
                      <a:cubicBezTo>
                        <a:pt x="138" y="17"/>
                        <a:pt x="117" y="17"/>
                        <a:pt x="101" y="37"/>
                      </a:cubicBezTo>
                      <a:cubicBezTo>
                        <a:pt x="85" y="37"/>
                        <a:pt x="69" y="37"/>
                        <a:pt x="53" y="53"/>
                      </a:cubicBezTo>
                      <a:cubicBezTo>
                        <a:pt x="37" y="53"/>
                        <a:pt x="16" y="53"/>
                        <a:pt x="16" y="69"/>
                      </a:cubicBezTo>
                      <a:lnTo>
                        <a:pt x="0" y="69"/>
                      </a:lnTo>
                      <a:lnTo>
                        <a:pt x="0" y="85"/>
                      </a:lnTo>
                      <a:lnTo>
                        <a:pt x="16" y="85"/>
                      </a:lnTo>
                      <a:cubicBezTo>
                        <a:pt x="37" y="85"/>
                        <a:pt x="37" y="69"/>
                        <a:pt x="53" y="69"/>
                      </a:cubicBezTo>
                      <a:cubicBezTo>
                        <a:pt x="69" y="69"/>
                        <a:pt x="85" y="53"/>
                        <a:pt x="101" y="53"/>
                      </a:cubicBezTo>
                      <a:cubicBezTo>
                        <a:pt x="117" y="37"/>
                        <a:pt x="138" y="37"/>
                        <a:pt x="154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89" name="Google Shape;6089;p71">
                  <a:extLst>
                    <a:ext uri="{FF2B5EF4-FFF2-40B4-BE49-F238E27FC236}">
                      <a16:creationId xmlns:a16="http://schemas.microsoft.com/office/drawing/2014/main" id="{20031FB9-D100-ACEC-272A-28C2EFB11D8A}"/>
                    </a:ext>
                  </a:extLst>
                </p:cNvPr>
                <p:cNvSpPr/>
                <p:nvPr/>
              </p:nvSpPr>
              <p:spPr>
                <a:xfrm>
                  <a:off x="2805860" y="1213350"/>
                  <a:ext cx="3278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3" extrusionOk="0">
                      <a:moveTo>
                        <a:pt x="32" y="0"/>
                      </a:moveTo>
                      <a:cubicBezTo>
                        <a:pt x="16" y="0"/>
                        <a:pt x="16" y="0"/>
                        <a:pt x="16" y="33"/>
                      </a:cubicBezTo>
                      <a:cubicBezTo>
                        <a:pt x="16" y="53"/>
                        <a:pt x="16" y="69"/>
                        <a:pt x="0" y="101"/>
                      </a:cubicBezTo>
                      <a:lnTo>
                        <a:pt x="0" y="170"/>
                      </a:lnTo>
                      <a:lnTo>
                        <a:pt x="0" y="271"/>
                      </a:lnTo>
                      <a:lnTo>
                        <a:pt x="0" y="388"/>
                      </a:lnTo>
                      <a:lnTo>
                        <a:pt x="0" y="505"/>
                      </a:lnTo>
                      <a:cubicBezTo>
                        <a:pt x="0" y="590"/>
                        <a:pt x="0" y="691"/>
                        <a:pt x="16" y="760"/>
                      </a:cubicBezTo>
                      <a:lnTo>
                        <a:pt x="16" y="962"/>
                      </a:lnTo>
                      <a:cubicBezTo>
                        <a:pt x="32" y="1010"/>
                        <a:pt x="32" y="1043"/>
                        <a:pt x="32" y="1043"/>
                      </a:cubicBezTo>
                      <a:lnTo>
                        <a:pt x="32" y="962"/>
                      </a:lnTo>
                      <a:lnTo>
                        <a:pt x="32" y="760"/>
                      </a:lnTo>
                      <a:cubicBezTo>
                        <a:pt x="16" y="691"/>
                        <a:pt x="16" y="590"/>
                        <a:pt x="16" y="505"/>
                      </a:cubicBezTo>
                      <a:lnTo>
                        <a:pt x="16" y="388"/>
                      </a:lnTo>
                      <a:lnTo>
                        <a:pt x="16" y="271"/>
                      </a:lnTo>
                      <a:cubicBezTo>
                        <a:pt x="16" y="202"/>
                        <a:pt x="16" y="154"/>
                        <a:pt x="32" y="101"/>
                      </a:cubicBezTo>
                      <a:lnTo>
                        <a:pt x="32" y="33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0" name="Google Shape;6090;p71">
                  <a:extLst>
                    <a:ext uri="{FF2B5EF4-FFF2-40B4-BE49-F238E27FC236}">
                      <a16:creationId xmlns:a16="http://schemas.microsoft.com/office/drawing/2014/main" id="{B61D0653-3FCF-F482-12F9-8EFA0180067C}"/>
                    </a:ext>
                  </a:extLst>
                </p:cNvPr>
                <p:cNvSpPr/>
                <p:nvPr/>
              </p:nvSpPr>
              <p:spPr>
                <a:xfrm>
                  <a:off x="2737226" y="1354988"/>
                  <a:ext cx="5264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66" extrusionOk="0">
                      <a:moveTo>
                        <a:pt x="14" y="0"/>
                      </a:moveTo>
                      <a:cubicBezTo>
                        <a:pt x="12" y="0"/>
                        <a:pt x="8" y="4"/>
                        <a:pt x="0" y="4"/>
                      </a:cubicBezTo>
                      <a:lnTo>
                        <a:pt x="0" y="21"/>
                      </a:lnTo>
                      <a:cubicBezTo>
                        <a:pt x="0" y="41"/>
                        <a:pt x="16" y="73"/>
                        <a:pt x="16" y="105"/>
                      </a:cubicBezTo>
                      <a:lnTo>
                        <a:pt x="16" y="174"/>
                      </a:lnTo>
                      <a:lnTo>
                        <a:pt x="16" y="259"/>
                      </a:lnTo>
                      <a:lnTo>
                        <a:pt x="16" y="360"/>
                      </a:lnTo>
                      <a:cubicBezTo>
                        <a:pt x="16" y="408"/>
                        <a:pt x="16" y="445"/>
                        <a:pt x="0" y="477"/>
                      </a:cubicBezTo>
                      <a:lnTo>
                        <a:pt x="0" y="610"/>
                      </a:lnTo>
                      <a:lnTo>
                        <a:pt x="0" y="711"/>
                      </a:lnTo>
                      <a:cubicBezTo>
                        <a:pt x="16" y="764"/>
                        <a:pt x="16" y="796"/>
                        <a:pt x="16" y="829"/>
                      </a:cubicBezTo>
                      <a:lnTo>
                        <a:pt x="16" y="711"/>
                      </a:lnTo>
                      <a:lnTo>
                        <a:pt x="16" y="610"/>
                      </a:lnTo>
                      <a:cubicBezTo>
                        <a:pt x="37" y="562"/>
                        <a:pt x="37" y="526"/>
                        <a:pt x="37" y="477"/>
                      </a:cubicBezTo>
                      <a:lnTo>
                        <a:pt x="37" y="360"/>
                      </a:lnTo>
                      <a:cubicBezTo>
                        <a:pt x="37" y="324"/>
                        <a:pt x="53" y="291"/>
                        <a:pt x="53" y="259"/>
                      </a:cubicBezTo>
                      <a:cubicBezTo>
                        <a:pt x="53" y="190"/>
                        <a:pt x="37" y="142"/>
                        <a:pt x="37" y="105"/>
                      </a:cubicBezTo>
                      <a:cubicBezTo>
                        <a:pt x="37" y="57"/>
                        <a:pt x="16" y="41"/>
                        <a:pt x="16" y="21"/>
                      </a:cubicBezTo>
                      <a:cubicBezTo>
                        <a:pt x="16" y="4"/>
                        <a:pt x="16" y="0"/>
                        <a:pt x="14" y="0"/>
                      </a:cubicBezTo>
                      <a:close/>
                      <a:moveTo>
                        <a:pt x="16" y="897"/>
                      </a:moveTo>
                      <a:cubicBezTo>
                        <a:pt x="16" y="929"/>
                        <a:pt x="0" y="950"/>
                        <a:pt x="0" y="966"/>
                      </a:cubicBezTo>
                      <a:lnTo>
                        <a:pt x="0" y="966"/>
                      </a:lnTo>
                      <a:cubicBezTo>
                        <a:pt x="0" y="950"/>
                        <a:pt x="16" y="929"/>
                        <a:pt x="16" y="913"/>
                      </a:cubicBezTo>
                      <a:lnTo>
                        <a:pt x="16" y="8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1" name="Google Shape;6091;p71">
                  <a:extLst>
                    <a:ext uri="{FF2B5EF4-FFF2-40B4-BE49-F238E27FC236}">
                      <a16:creationId xmlns:a16="http://schemas.microsoft.com/office/drawing/2014/main" id="{80F463B8-84AC-2D90-3B7E-F32401D5E6F7}"/>
                    </a:ext>
                  </a:extLst>
                </p:cNvPr>
                <p:cNvSpPr/>
                <p:nvPr/>
              </p:nvSpPr>
              <p:spPr>
                <a:xfrm>
                  <a:off x="2737226" y="1445671"/>
                  <a:ext cx="15296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70" extrusionOk="0">
                      <a:moveTo>
                        <a:pt x="117" y="0"/>
                      </a:moveTo>
                      <a:cubicBezTo>
                        <a:pt x="117" y="17"/>
                        <a:pt x="101" y="17"/>
                        <a:pt x="101" y="17"/>
                      </a:cubicBezTo>
                      <a:lnTo>
                        <a:pt x="85" y="17"/>
                      </a:lnTo>
                      <a:cubicBezTo>
                        <a:pt x="69" y="17"/>
                        <a:pt x="53" y="37"/>
                        <a:pt x="37" y="37"/>
                      </a:cubicBezTo>
                      <a:cubicBezTo>
                        <a:pt x="16" y="53"/>
                        <a:pt x="0" y="53"/>
                        <a:pt x="0" y="53"/>
                      </a:cubicBezTo>
                      <a:lnTo>
                        <a:pt x="0" y="69"/>
                      </a:lnTo>
                      <a:lnTo>
                        <a:pt x="16" y="69"/>
                      </a:lnTo>
                      <a:cubicBezTo>
                        <a:pt x="16" y="69"/>
                        <a:pt x="37" y="69"/>
                        <a:pt x="53" y="53"/>
                      </a:cubicBezTo>
                      <a:cubicBezTo>
                        <a:pt x="69" y="53"/>
                        <a:pt x="69" y="53"/>
                        <a:pt x="85" y="37"/>
                      </a:cubicBezTo>
                      <a:lnTo>
                        <a:pt x="101" y="37"/>
                      </a:lnTo>
                      <a:cubicBezTo>
                        <a:pt x="117" y="37"/>
                        <a:pt x="117" y="17"/>
                        <a:pt x="117" y="17"/>
                      </a:cubicBezTo>
                      <a:lnTo>
                        <a:pt x="154" y="1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2" name="Google Shape;6092;p71">
                  <a:extLst>
                    <a:ext uri="{FF2B5EF4-FFF2-40B4-BE49-F238E27FC236}">
                      <a16:creationId xmlns:a16="http://schemas.microsoft.com/office/drawing/2014/main" id="{26F6AAB1-1E36-03BC-3789-26FFF709BC6A}"/>
                    </a:ext>
                  </a:extLst>
                </p:cNvPr>
                <p:cNvSpPr/>
                <p:nvPr/>
              </p:nvSpPr>
              <p:spPr>
                <a:xfrm>
                  <a:off x="2737226" y="1348929"/>
                  <a:ext cx="15296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66" extrusionOk="0">
                      <a:moveTo>
                        <a:pt x="154" y="1"/>
                      </a:moveTo>
                      <a:cubicBezTo>
                        <a:pt x="154" y="1"/>
                        <a:pt x="137" y="17"/>
                        <a:pt x="101" y="17"/>
                      </a:cubicBezTo>
                      <a:cubicBezTo>
                        <a:pt x="101" y="17"/>
                        <a:pt x="85" y="17"/>
                        <a:pt x="69" y="33"/>
                      </a:cubicBezTo>
                      <a:lnTo>
                        <a:pt x="0" y="33"/>
                      </a:lnTo>
                      <a:lnTo>
                        <a:pt x="0" y="49"/>
                      </a:lnTo>
                      <a:cubicBezTo>
                        <a:pt x="0" y="65"/>
                        <a:pt x="16" y="65"/>
                        <a:pt x="16" y="65"/>
                      </a:cubicBezTo>
                      <a:cubicBezTo>
                        <a:pt x="16" y="65"/>
                        <a:pt x="37" y="65"/>
                        <a:pt x="53" y="49"/>
                      </a:cubicBezTo>
                      <a:lnTo>
                        <a:pt x="85" y="49"/>
                      </a:lnTo>
                      <a:cubicBezTo>
                        <a:pt x="101" y="33"/>
                        <a:pt x="101" y="33"/>
                        <a:pt x="117" y="33"/>
                      </a:cubicBezTo>
                      <a:cubicBezTo>
                        <a:pt x="117" y="17"/>
                        <a:pt x="138" y="17"/>
                        <a:pt x="138" y="17"/>
                      </a:cubicBez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3" name="Google Shape;6093;p71">
                  <a:extLst>
                    <a:ext uri="{FF2B5EF4-FFF2-40B4-BE49-F238E27FC236}">
                      <a16:creationId xmlns:a16="http://schemas.microsoft.com/office/drawing/2014/main" id="{0D61B601-FCF7-8803-D98E-7B5918AF91CA}"/>
                    </a:ext>
                  </a:extLst>
                </p:cNvPr>
                <p:cNvSpPr/>
                <p:nvPr/>
              </p:nvSpPr>
              <p:spPr>
                <a:xfrm>
                  <a:off x="2748847" y="1348929"/>
                  <a:ext cx="5264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11" extrusionOk="0">
                      <a:moveTo>
                        <a:pt x="37" y="1"/>
                      </a:moveTo>
                      <a:lnTo>
                        <a:pt x="37" y="17"/>
                      </a:lnTo>
                      <a:cubicBezTo>
                        <a:pt x="53" y="17"/>
                        <a:pt x="53" y="17"/>
                        <a:pt x="53" y="1"/>
                      </a:cubicBezTo>
                      <a:close/>
                      <a:moveTo>
                        <a:pt x="37" y="17"/>
                      </a:moveTo>
                      <a:cubicBezTo>
                        <a:pt x="21" y="33"/>
                        <a:pt x="21" y="49"/>
                        <a:pt x="21" y="102"/>
                      </a:cubicBezTo>
                      <a:cubicBezTo>
                        <a:pt x="0" y="134"/>
                        <a:pt x="0" y="183"/>
                        <a:pt x="0" y="251"/>
                      </a:cubicBezTo>
                      <a:cubicBezTo>
                        <a:pt x="21" y="336"/>
                        <a:pt x="21" y="405"/>
                        <a:pt x="37" y="486"/>
                      </a:cubicBezTo>
                      <a:lnTo>
                        <a:pt x="37" y="623"/>
                      </a:lnTo>
                      <a:lnTo>
                        <a:pt x="37" y="740"/>
                      </a:lnTo>
                      <a:cubicBezTo>
                        <a:pt x="53" y="890"/>
                        <a:pt x="53" y="1011"/>
                        <a:pt x="53" y="1011"/>
                      </a:cubicBezTo>
                      <a:lnTo>
                        <a:pt x="53" y="740"/>
                      </a:lnTo>
                      <a:lnTo>
                        <a:pt x="53" y="623"/>
                      </a:lnTo>
                      <a:lnTo>
                        <a:pt x="53" y="486"/>
                      </a:lnTo>
                      <a:cubicBezTo>
                        <a:pt x="53" y="405"/>
                        <a:pt x="37" y="320"/>
                        <a:pt x="37" y="251"/>
                      </a:cubicBezTo>
                      <a:lnTo>
                        <a:pt x="37" y="102"/>
                      </a:lnTo>
                      <a:lnTo>
                        <a:pt x="37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4" name="Google Shape;6094;p71">
                  <a:extLst>
                    <a:ext uri="{FF2B5EF4-FFF2-40B4-BE49-F238E27FC236}">
                      <a16:creationId xmlns:a16="http://schemas.microsoft.com/office/drawing/2014/main" id="{1DC4AF0D-D94F-9619-BFF2-86C06D0144FA}"/>
                    </a:ext>
                  </a:extLst>
                </p:cNvPr>
                <p:cNvSpPr/>
                <p:nvPr/>
              </p:nvSpPr>
              <p:spPr>
                <a:xfrm>
                  <a:off x="2758879" y="1343764"/>
                  <a:ext cx="16985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027" extrusionOk="0">
                      <a:moveTo>
                        <a:pt x="170" y="962"/>
                      </a:moveTo>
                      <a:cubicBezTo>
                        <a:pt x="154" y="962"/>
                        <a:pt x="138" y="962"/>
                        <a:pt x="122" y="978"/>
                      </a:cubicBezTo>
                      <a:cubicBezTo>
                        <a:pt x="138" y="978"/>
                        <a:pt x="154" y="962"/>
                        <a:pt x="170" y="962"/>
                      </a:cubicBezTo>
                      <a:close/>
                      <a:moveTo>
                        <a:pt x="37" y="0"/>
                      </a:moveTo>
                      <a:cubicBezTo>
                        <a:pt x="21" y="0"/>
                        <a:pt x="21" y="0"/>
                        <a:pt x="21" y="33"/>
                      </a:cubicBezTo>
                      <a:lnTo>
                        <a:pt x="21" y="134"/>
                      </a:lnTo>
                      <a:lnTo>
                        <a:pt x="21" y="336"/>
                      </a:lnTo>
                      <a:cubicBezTo>
                        <a:pt x="0" y="372"/>
                        <a:pt x="0" y="420"/>
                        <a:pt x="0" y="473"/>
                      </a:cubicBezTo>
                      <a:cubicBezTo>
                        <a:pt x="0" y="521"/>
                        <a:pt x="21" y="574"/>
                        <a:pt x="21" y="622"/>
                      </a:cubicBezTo>
                      <a:lnTo>
                        <a:pt x="21" y="942"/>
                      </a:lnTo>
                      <a:lnTo>
                        <a:pt x="21" y="1010"/>
                      </a:lnTo>
                      <a:lnTo>
                        <a:pt x="21" y="1026"/>
                      </a:lnTo>
                      <a:lnTo>
                        <a:pt x="37" y="1026"/>
                      </a:lnTo>
                      <a:cubicBezTo>
                        <a:pt x="53" y="1026"/>
                        <a:pt x="53" y="1010"/>
                        <a:pt x="69" y="1010"/>
                      </a:cubicBezTo>
                      <a:cubicBezTo>
                        <a:pt x="85" y="994"/>
                        <a:pt x="101" y="994"/>
                        <a:pt x="122" y="978"/>
                      </a:cubicBezTo>
                      <a:cubicBezTo>
                        <a:pt x="101" y="978"/>
                        <a:pt x="85" y="994"/>
                        <a:pt x="69" y="994"/>
                      </a:cubicBezTo>
                      <a:cubicBezTo>
                        <a:pt x="53" y="1010"/>
                        <a:pt x="53" y="1010"/>
                        <a:pt x="37" y="1010"/>
                      </a:cubicBezTo>
                      <a:lnTo>
                        <a:pt x="37" y="942"/>
                      </a:lnTo>
                      <a:lnTo>
                        <a:pt x="37" y="622"/>
                      </a:lnTo>
                      <a:lnTo>
                        <a:pt x="37" y="473"/>
                      </a:lnTo>
                      <a:lnTo>
                        <a:pt x="37" y="336"/>
                      </a:lnTo>
                      <a:lnTo>
                        <a:pt x="37" y="134"/>
                      </a:lnTo>
                      <a:lnTo>
                        <a:pt x="37" y="3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5" name="Google Shape;6095;p71">
                  <a:extLst>
                    <a:ext uri="{FF2B5EF4-FFF2-40B4-BE49-F238E27FC236}">
                      <a16:creationId xmlns:a16="http://schemas.microsoft.com/office/drawing/2014/main" id="{DFA722B2-4F1B-867C-DE56-84B2A56B870E}"/>
                    </a:ext>
                  </a:extLst>
                </p:cNvPr>
                <p:cNvSpPr/>
                <p:nvPr/>
              </p:nvSpPr>
              <p:spPr>
                <a:xfrm>
                  <a:off x="2758879" y="1336911"/>
                  <a:ext cx="22149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86" extrusionOk="0">
                      <a:moveTo>
                        <a:pt x="223" y="1"/>
                      </a:moveTo>
                      <a:cubicBezTo>
                        <a:pt x="223" y="1"/>
                        <a:pt x="202" y="1"/>
                        <a:pt x="202" y="21"/>
                      </a:cubicBezTo>
                      <a:lnTo>
                        <a:pt x="223" y="1"/>
                      </a:lnTo>
                      <a:close/>
                      <a:moveTo>
                        <a:pt x="154" y="21"/>
                      </a:moveTo>
                      <a:cubicBezTo>
                        <a:pt x="122" y="37"/>
                        <a:pt x="85" y="53"/>
                        <a:pt x="53" y="53"/>
                      </a:cubicBezTo>
                      <a:cubicBezTo>
                        <a:pt x="53" y="69"/>
                        <a:pt x="37" y="69"/>
                        <a:pt x="37" y="69"/>
                      </a:cubicBezTo>
                      <a:lnTo>
                        <a:pt x="0" y="69"/>
                      </a:lnTo>
                      <a:lnTo>
                        <a:pt x="0" y="85"/>
                      </a:lnTo>
                      <a:lnTo>
                        <a:pt x="69" y="85"/>
                      </a:lnTo>
                      <a:cubicBezTo>
                        <a:pt x="101" y="69"/>
                        <a:pt x="138" y="53"/>
                        <a:pt x="170" y="37"/>
                      </a:cubicBezTo>
                      <a:cubicBezTo>
                        <a:pt x="170" y="37"/>
                        <a:pt x="186" y="21"/>
                        <a:pt x="202" y="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6" name="Google Shape;6096;p71">
                  <a:extLst>
                    <a:ext uri="{FF2B5EF4-FFF2-40B4-BE49-F238E27FC236}">
                      <a16:creationId xmlns:a16="http://schemas.microsoft.com/office/drawing/2014/main" id="{F03AF671-5DF9-E241-420D-DC0CC2DFEB1D}"/>
                    </a:ext>
                  </a:extLst>
                </p:cNvPr>
                <p:cNvSpPr/>
                <p:nvPr/>
              </p:nvSpPr>
              <p:spPr>
                <a:xfrm>
                  <a:off x="2777354" y="1336613"/>
                  <a:ext cx="5264" cy="99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98" extrusionOk="0">
                      <a:moveTo>
                        <a:pt x="34" y="0"/>
                      </a:moveTo>
                      <a:cubicBezTo>
                        <a:pt x="32" y="0"/>
                        <a:pt x="27" y="5"/>
                        <a:pt x="16" y="24"/>
                      </a:cubicBezTo>
                      <a:lnTo>
                        <a:pt x="16" y="56"/>
                      </a:lnTo>
                      <a:lnTo>
                        <a:pt x="16" y="88"/>
                      </a:lnTo>
                      <a:cubicBezTo>
                        <a:pt x="0" y="141"/>
                        <a:pt x="0" y="189"/>
                        <a:pt x="16" y="258"/>
                      </a:cubicBezTo>
                      <a:lnTo>
                        <a:pt x="16" y="359"/>
                      </a:lnTo>
                      <a:cubicBezTo>
                        <a:pt x="37" y="408"/>
                        <a:pt x="37" y="444"/>
                        <a:pt x="37" y="476"/>
                      </a:cubicBezTo>
                      <a:lnTo>
                        <a:pt x="37" y="610"/>
                      </a:lnTo>
                      <a:lnTo>
                        <a:pt x="37" y="731"/>
                      </a:lnTo>
                      <a:lnTo>
                        <a:pt x="37" y="832"/>
                      </a:lnTo>
                      <a:lnTo>
                        <a:pt x="37" y="913"/>
                      </a:lnTo>
                      <a:cubicBezTo>
                        <a:pt x="37" y="965"/>
                        <a:pt x="53" y="997"/>
                        <a:pt x="53" y="997"/>
                      </a:cubicBezTo>
                      <a:lnTo>
                        <a:pt x="53" y="913"/>
                      </a:lnTo>
                      <a:lnTo>
                        <a:pt x="53" y="832"/>
                      </a:lnTo>
                      <a:lnTo>
                        <a:pt x="53" y="731"/>
                      </a:lnTo>
                      <a:lnTo>
                        <a:pt x="53" y="610"/>
                      </a:lnTo>
                      <a:lnTo>
                        <a:pt x="53" y="476"/>
                      </a:lnTo>
                      <a:lnTo>
                        <a:pt x="53" y="359"/>
                      </a:lnTo>
                      <a:cubicBezTo>
                        <a:pt x="53" y="327"/>
                        <a:pt x="37" y="290"/>
                        <a:pt x="37" y="258"/>
                      </a:cubicBezTo>
                      <a:lnTo>
                        <a:pt x="37" y="105"/>
                      </a:lnTo>
                      <a:lnTo>
                        <a:pt x="37" y="56"/>
                      </a:lnTo>
                      <a:lnTo>
                        <a:pt x="37" y="24"/>
                      </a:lnTo>
                      <a:lnTo>
                        <a:pt x="37" y="4"/>
                      </a:lnTo>
                      <a:cubicBezTo>
                        <a:pt x="37" y="4"/>
                        <a:pt x="37" y="0"/>
                        <a:pt x="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7" name="Google Shape;6097;p71">
                  <a:extLst>
                    <a:ext uri="{FF2B5EF4-FFF2-40B4-BE49-F238E27FC236}">
                      <a16:creationId xmlns:a16="http://schemas.microsoft.com/office/drawing/2014/main" id="{0D8BE252-0902-9A18-5C26-F7FCD3BE4B11}"/>
                    </a:ext>
                  </a:extLst>
                </p:cNvPr>
                <p:cNvSpPr/>
                <p:nvPr/>
              </p:nvSpPr>
              <p:spPr>
                <a:xfrm>
                  <a:off x="2787386" y="1333335"/>
                  <a:ext cx="5264" cy="9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46" extrusionOk="0">
                      <a:moveTo>
                        <a:pt x="32" y="0"/>
                      </a:moveTo>
                      <a:lnTo>
                        <a:pt x="32" y="0"/>
                      </a:lnTo>
                      <a:cubicBezTo>
                        <a:pt x="31" y="0"/>
                        <a:pt x="26" y="4"/>
                        <a:pt x="16" y="4"/>
                      </a:cubicBezTo>
                      <a:lnTo>
                        <a:pt x="16" y="20"/>
                      </a:lnTo>
                      <a:cubicBezTo>
                        <a:pt x="26" y="4"/>
                        <a:pt x="31" y="0"/>
                        <a:pt x="32" y="0"/>
                      </a:cubicBezTo>
                      <a:close/>
                      <a:moveTo>
                        <a:pt x="16" y="20"/>
                      </a:moveTo>
                      <a:cubicBezTo>
                        <a:pt x="0" y="37"/>
                        <a:pt x="0" y="57"/>
                        <a:pt x="0" y="105"/>
                      </a:cubicBezTo>
                      <a:lnTo>
                        <a:pt x="0" y="259"/>
                      </a:lnTo>
                      <a:cubicBezTo>
                        <a:pt x="0" y="340"/>
                        <a:pt x="16" y="424"/>
                        <a:pt x="16" y="509"/>
                      </a:cubicBezTo>
                      <a:cubicBezTo>
                        <a:pt x="16" y="542"/>
                        <a:pt x="16" y="594"/>
                        <a:pt x="37" y="626"/>
                      </a:cubicBezTo>
                      <a:lnTo>
                        <a:pt x="37" y="764"/>
                      </a:lnTo>
                      <a:lnTo>
                        <a:pt x="37" y="865"/>
                      </a:lnTo>
                      <a:lnTo>
                        <a:pt x="37" y="946"/>
                      </a:lnTo>
                      <a:cubicBezTo>
                        <a:pt x="37" y="929"/>
                        <a:pt x="53" y="897"/>
                        <a:pt x="53" y="865"/>
                      </a:cubicBezTo>
                      <a:lnTo>
                        <a:pt x="53" y="764"/>
                      </a:lnTo>
                      <a:lnTo>
                        <a:pt x="53" y="626"/>
                      </a:lnTo>
                      <a:lnTo>
                        <a:pt x="53" y="509"/>
                      </a:lnTo>
                      <a:cubicBezTo>
                        <a:pt x="53" y="424"/>
                        <a:pt x="37" y="340"/>
                        <a:pt x="37" y="259"/>
                      </a:cubicBezTo>
                      <a:cubicBezTo>
                        <a:pt x="16" y="190"/>
                        <a:pt x="16" y="138"/>
                        <a:pt x="16" y="105"/>
                      </a:cubicBezTo>
                      <a:lnTo>
                        <a:pt x="16" y="2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8" name="Google Shape;6098;p71">
                  <a:extLst>
                    <a:ext uri="{FF2B5EF4-FFF2-40B4-BE49-F238E27FC236}">
                      <a16:creationId xmlns:a16="http://schemas.microsoft.com/office/drawing/2014/main" id="{F718F73E-2DBC-AFC1-2FEA-FEDAFD3D5734}"/>
                    </a:ext>
                  </a:extLst>
                </p:cNvPr>
                <p:cNvSpPr/>
                <p:nvPr/>
              </p:nvSpPr>
              <p:spPr>
                <a:xfrm>
                  <a:off x="2790961" y="1429183"/>
                  <a:ext cx="18176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66" extrusionOk="0">
                      <a:moveTo>
                        <a:pt x="150" y="1"/>
                      </a:moveTo>
                      <a:cubicBezTo>
                        <a:pt x="150" y="1"/>
                        <a:pt x="134" y="1"/>
                        <a:pt x="134" y="17"/>
                      </a:cubicBezTo>
                      <a:lnTo>
                        <a:pt x="166" y="17"/>
                      </a:lnTo>
                      <a:lnTo>
                        <a:pt x="182" y="1"/>
                      </a:lnTo>
                      <a:close/>
                      <a:moveTo>
                        <a:pt x="134" y="17"/>
                      </a:moveTo>
                      <a:cubicBezTo>
                        <a:pt x="118" y="17"/>
                        <a:pt x="102" y="17"/>
                        <a:pt x="81" y="33"/>
                      </a:cubicBezTo>
                      <a:cubicBezTo>
                        <a:pt x="65" y="33"/>
                        <a:pt x="49" y="33"/>
                        <a:pt x="33" y="49"/>
                      </a:cubicBezTo>
                      <a:lnTo>
                        <a:pt x="17" y="49"/>
                      </a:lnTo>
                      <a:cubicBezTo>
                        <a:pt x="1" y="49"/>
                        <a:pt x="1" y="49"/>
                        <a:pt x="1" y="65"/>
                      </a:cubicBezTo>
                      <a:lnTo>
                        <a:pt x="49" y="65"/>
                      </a:lnTo>
                      <a:cubicBezTo>
                        <a:pt x="65" y="65"/>
                        <a:pt x="81" y="49"/>
                        <a:pt x="81" y="49"/>
                      </a:cubicBezTo>
                      <a:cubicBezTo>
                        <a:pt x="102" y="33"/>
                        <a:pt x="118" y="33"/>
                        <a:pt x="134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099" name="Google Shape;6099;p71">
                  <a:extLst>
                    <a:ext uri="{FF2B5EF4-FFF2-40B4-BE49-F238E27FC236}">
                      <a16:creationId xmlns:a16="http://schemas.microsoft.com/office/drawing/2014/main" id="{32BB4FC2-F5F7-572D-2971-F33D392EB1B8}"/>
                    </a:ext>
                  </a:extLst>
                </p:cNvPr>
                <p:cNvSpPr/>
                <p:nvPr/>
              </p:nvSpPr>
              <p:spPr>
                <a:xfrm>
                  <a:off x="2788975" y="1326879"/>
                  <a:ext cx="15296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70" extrusionOk="0">
                      <a:moveTo>
                        <a:pt x="138" y="1"/>
                      </a:moveTo>
                      <a:cubicBezTo>
                        <a:pt x="122" y="1"/>
                        <a:pt x="101" y="21"/>
                        <a:pt x="85" y="21"/>
                      </a:cubicBezTo>
                      <a:cubicBezTo>
                        <a:pt x="69" y="21"/>
                        <a:pt x="53" y="37"/>
                        <a:pt x="53" y="37"/>
                      </a:cubicBezTo>
                      <a:cubicBezTo>
                        <a:pt x="37" y="37"/>
                        <a:pt x="21" y="53"/>
                        <a:pt x="21" y="53"/>
                      </a:cubicBezTo>
                      <a:lnTo>
                        <a:pt x="0" y="53"/>
                      </a:lnTo>
                      <a:lnTo>
                        <a:pt x="0" y="69"/>
                      </a:lnTo>
                      <a:lnTo>
                        <a:pt x="21" y="69"/>
                      </a:lnTo>
                      <a:cubicBezTo>
                        <a:pt x="37" y="69"/>
                        <a:pt x="37" y="69"/>
                        <a:pt x="53" y="53"/>
                      </a:cubicBezTo>
                      <a:cubicBezTo>
                        <a:pt x="85" y="53"/>
                        <a:pt x="101" y="37"/>
                        <a:pt x="138" y="21"/>
                      </a:cubicBez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0" name="Google Shape;6100;p71">
                  <a:extLst>
                    <a:ext uri="{FF2B5EF4-FFF2-40B4-BE49-F238E27FC236}">
                      <a16:creationId xmlns:a16="http://schemas.microsoft.com/office/drawing/2014/main" id="{52283AF1-7AF9-3C0D-220F-FAB13C1F5D18}"/>
                    </a:ext>
                  </a:extLst>
                </p:cNvPr>
                <p:cNvSpPr/>
                <p:nvPr/>
              </p:nvSpPr>
              <p:spPr>
                <a:xfrm>
                  <a:off x="2805860" y="1326879"/>
                  <a:ext cx="3278" cy="10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31" extrusionOk="0">
                      <a:moveTo>
                        <a:pt x="16" y="1"/>
                      </a:moveTo>
                      <a:cubicBezTo>
                        <a:pt x="0" y="1"/>
                        <a:pt x="0" y="21"/>
                        <a:pt x="0" y="37"/>
                      </a:cubicBezTo>
                      <a:lnTo>
                        <a:pt x="0" y="85"/>
                      </a:lnTo>
                      <a:lnTo>
                        <a:pt x="0" y="255"/>
                      </a:lnTo>
                      <a:lnTo>
                        <a:pt x="0" y="372"/>
                      </a:lnTo>
                      <a:cubicBezTo>
                        <a:pt x="16" y="405"/>
                        <a:pt x="16" y="457"/>
                        <a:pt x="16" y="506"/>
                      </a:cubicBezTo>
                      <a:lnTo>
                        <a:pt x="16" y="542"/>
                      </a:lnTo>
                      <a:lnTo>
                        <a:pt x="16" y="574"/>
                      </a:lnTo>
                      <a:lnTo>
                        <a:pt x="16" y="643"/>
                      </a:lnTo>
                      <a:cubicBezTo>
                        <a:pt x="16" y="675"/>
                        <a:pt x="0" y="728"/>
                        <a:pt x="0" y="760"/>
                      </a:cubicBezTo>
                      <a:lnTo>
                        <a:pt x="0" y="877"/>
                      </a:lnTo>
                      <a:cubicBezTo>
                        <a:pt x="0" y="845"/>
                        <a:pt x="16" y="809"/>
                        <a:pt x="16" y="760"/>
                      </a:cubicBezTo>
                      <a:cubicBezTo>
                        <a:pt x="16" y="728"/>
                        <a:pt x="32" y="675"/>
                        <a:pt x="32" y="643"/>
                      </a:cubicBezTo>
                      <a:lnTo>
                        <a:pt x="32" y="574"/>
                      </a:lnTo>
                      <a:lnTo>
                        <a:pt x="32" y="542"/>
                      </a:lnTo>
                      <a:lnTo>
                        <a:pt x="32" y="506"/>
                      </a:lnTo>
                      <a:lnTo>
                        <a:pt x="32" y="372"/>
                      </a:lnTo>
                      <a:cubicBezTo>
                        <a:pt x="32" y="324"/>
                        <a:pt x="32" y="287"/>
                        <a:pt x="16" y="255"/>
                      </a:cubicBezTo>
                      <a:lnTo>
                        <a:pt x="16" y="85"/>
                      </a:lnTo>
                      <a:lnTo>
                        <a:pt x="16" y="1"/>
                      </a:lnTo>
                      <a:close/>
                      <a:moveTo>
                        <a:pt x="0" y="962"/>
                      </a:moveTo>
                      <a:cubicBezTo>
                        <a:pt x="0" y="994"/>
                        <a:pt x="0" y="1011"/>
                        <a:pt x="16" y="1031"/>
                      </a:cubicBezTo>
                      <a:cubicBezTo>
                        <a:pt x="16" y="1011"/>
                        <a:pt x="0" y="994"/>
                        <a:pt x="0" y="96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1" name="Google Shape;6101;p71">
                  <a:extLst>
                    <a:ext uri="{FF2B5EF4-FFF2-40B4-BE49-F238E27FC236}">
                      <a16:creationId xmlns:a16="http://schemas.microsoft.com/office/drawing/2014/main" id="{800E590E-A26F-4083-3BFC-087DBE12172E}"/>
                    </a:ext>
                  </a:extLst>
                </p:cNvPr>
                <p:cNvSpPr/>
                <p:nvPr/>
              </p:nvSpPr>
              <p:spPr>
                <a:xfrm>
                  <a:off x="2815892" y="1393923"/>
                  <a:ext cx="1689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336" extrusionOk="0">
                      <a:moveTo>
                        <a:pt x="16" y="0"/>
                      </a:moveTo>
                      <a:cubicBezTo>
                        <a:pt x="16" y="0"/>
                        <a:pt x="0" y="0"/>
                        <a:pt x="0" y="16"/>
                      </a:cubicBezTo>
                      <a:lnTo>
                        <a:pt x="0" y="69"/>
                      </a:lnTo>
                      <a:lnTo>
                        <a:pt x="0" y="235"/>
                      </a:lnTo>
                      <a:cubicBezTo>
                        <a:pt x="16" y="287"/>
                        <a:pt x="16" y="336"/>
                        <a:pt x="16" y="336"/>
                      </a:cubicBezTo>
                      <a:lnTo>
                        <a:pt x="16" y="235"/>
                      </a:lnTo>
                      <a:lnTo>
                        <a:pt x="16" y="85"/>
                      </a:lnTo>
                      <a:lnTo>
                        <a:pt x="16" y="1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2" name="Google Shape;6102;p71">
                  <a:extLst>
                    <a:ext uri="{FF2B5EF4-FFF2-40B4-BE49-F238E27FC236}">
                      <a16:creationId xmlns:a16="http://schemas.microsoft.com/office/drawing/2014/main" id="{D526EBE1-1C36-4F4E-3C73-5014AE842C67}"/>
                    </a:ext>
                  </a:extLst>
                </p:cNvPr>
                <p:cNvSpPr/>
                <p:nvPr/>
              </p:nvSpPr>
              <p:spPr>
                <a:xfrm>
                  <a:off x="2817481" y="1419152"/>
                  <a:ext cx="16885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82" extrusionOk="0">
                      <a:moveTo>
                        <a:pt x="138" y="1"/>
                      </a:moveTo>
                      <a:cubicBezTo>
                        <a:pt x="138" y="17"/>
                        <a:pt x="117" y="17"/>
                        <a:pt x="117" y="17"/>
                      </a:cubicBezTo>
                      <a:lnTo>
                        <a:pt x="154" y="17"/>
                      </a:lnTo>
                      <a:lnTo>
                        <a:pt x="170" y="1"/>
                      </a:lnTo>
                      <a:close/>
                      <a:moveTo>
                        <a:pt x="101" y="17"/>
                      </a:moveTo>
                      <a:cubicBezTo>
                        <a:pt x="85" y="17"/>
                        <a:pt x="85" y="33"/>
                        <a:pt x="69" y="33"/>
                      </a:cubicBezTo>
                      <a:cubicBezTo>
                        <a:pt x="69" y="33"/>
                        <a:pt x="53" y="49"/>
                        <a:pt x="37" y="49"/>
                      </a:cubicBezTo>
                      <a:cubicBezTo>
                        <a:pt x="16" y="49"/>
                        <a:pt x="16" y="65"/>
                        <a:pt x="16" y="65"/>
                      </a:cubicBezTo>
                      <a:lnTo>
                        <a:pt x="0" y="65"/>
                      </a:lnTo>
                      <a:lnTo>
                        <a:pt x="0" y="82"/>
                      </a:lnTo>
                      <a:lnTo>
                        <a:pt x="16" y="82"/>
                      </a:lnTo>
                      <a:cubicBezTo>
                        <a:pt x="16" y="82"/>
                        <a:pt x="37" y="65"/>
                        <a:pt x="53" y="65"/>
                      </a:cubicBezTo>
                      <a:cubicBezTo>
                        <a:pt x="69" y="49"/>
                        <a:pt x="101" y="33"/>
                        <a:pt x="117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3" name="Google Shape;6103;p71">
                  <a:extLst>
                    <a:ext uri="{FF2B5EF4-FFF2-40B4-BE49-F238E27FC236}">
                      <a16:creationId xmlns:a16="http://schemas.microsoft.com/office/drawing/2014/main" id="{3013CE96-62FE-F6DF-5393-F780541641CB}"/>
                    </a:ext>
                  </a:extLst>
                </p:cNvPr>
                <p:cNvSpPr/>
                <p:nvPr/>
              </p:nvSpPr>
              <p:spPr>
                <a:xfrm>
                  <a:off x="2832678" y="1393923"/>
                  <a:ext cx="3377" cy="25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255" extrusionOk="0">
                      <a:moveTo>
                        <a:pt x="17" y="0"/>
                      </a:moveTo>
                      <a:cubicBezTo>
                        <a:pt x="17" y="16"/>
                        <a:pt x="1" y="33"/>
                        <a:pt x="1" y="53"/>
                      </a:cubicBezTo>
                      <a:lnTo>
                        <a:pt x="1" y="117"/>
                      </a:lnTo>
                      <a:lnTo>
                        <a:pt x="1" y="186"/>
                      </a:lnTo>
                      <a:cubicBezTo>
                        <a:pt x="1" y="202"/>
                        <a:pt x="17" y="218"/>
                        <a:pt x="17" y="235"/>
                      </a:cubicBezTo>
                      <a:lnTo>
                        <a:pt x="17" y="255"/>
                      </a:lnTo>
                      <a:lnTo>
                        <a:pt x="33" y="255"/>
                      </a:lnTo>
                      <a:lnTo>
                        <a:pt x="33" y="235"/>
                      </a:lnTo>
                      <a:cubicBezTo>
                        <a:pt x="33" y="218"/>
                        <a:pt x="33" y="202"/>
                        <a:pt x="17" y="186"/>
                      </a:cubicBezTo>
                      <a:lnTo>
                        <a:pt x="17" y="117"/>
                      </a:lnTo>
                      <a:lnTo>
                        <a:pt x="17" y="5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4" name="Google Shape;6104;p71">
                  <a:extLst>
                    <a:ext uri="{FF2B5EF4-FFF2-40B4-BE49-F238E27FC236}">
                      <a16:creationId xmlns:a16="http://schemas.microsoft.com/office/drawing/2014/main" id="{B272A549-09EE-DA88-EC43-577DC207FB6A}"/>
                    </a:ext>
                  </a:extLst>
                </p:cNvPr>
                <p:cNvSpPr/>
                <p:nvPr/>
              </p:nvSpPr>
              <p:spPr>
                <a:xfrm>
                  <a:off x="2842710" y="1393923"/>
                  <a:ext cx="1689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03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" y="53"/>
                      </a:lnTo>
                      <a:lnTo>
                        <a:pt x="1" y="154"/>
                      </a:lnTo>
                      <a:cubicBezTo>
                        <a:pt x="17" y="186"/>
                        <a:pt x="17" y="202"/>
                        <a:pt x="17" y="202"/>
                      </a:cubicBezTo>
                      <a:lnTo>
                        <a:pt x="17" y="154"/>
                      </a:lnTo>
                      <a:lnTo>
                        <a:pt x="17" y="53"/>
                      </a:lnTo>
                      <a:lnTo>
                        <a:pt x="17" y="1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5" name="Google Shape;6105;p71">
                  <a:extLst>
                    <a:ext uri="{FF2B5EF4-FFF2-40B4-BE49-F238E27FC236}">
                      <a16:creationId xmlns:a16="http://schemas.microsoft.com/office/drawing/2014/main" id="{53DA528D-72AF-FDD7-FA33-8BB6B27D20DE}"/>
                    </a:ext>
                  </a:extLst>
                </p:cNvPr>
                <p:cNvSpPr/>
                <p:nvPr/>
              </p:nvSpPr>
              <p:spPr>
                <a:xfrm>
                  <a:off x="2844299" y="1405544"/>
                  <a:ext cx="25030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" h="102" extrusionOk="0">
                      <a:moveTo>
                        <a:pt x="251" y="0"/>
                      </a:moveTo>
                      <a:cubicBezTo>
                        <a:pt x="251" y="0"/>
                        <a:pt x="219" y="0"/>
                        <a:pt x="187" y="17"/>
                      </a:cubicBezTo>
                      <a:cubicBezTo>
                        <a:pt x="171" y="37"/>
                        <a:pt x="150" y="37"/>
                        <a:pt x="118" y="53"/>
                      </a:cubicBezTo>
                      <a:cubicBezTo>
                        <a:pt x="102" y="53"/>
                        <a:pt x="86" y="69"/>
                        <a:pt x="70" y="69"/>
                      </a:cubicBezTo>
                      <a:lnTo>
                        <a:pt x="1" y="101"/>
                      </a:lnTo>
                      <a:lnTo>
                        <a:pt x="33" y="101"/>
                      </a:lnTo>
                      <a:cubicBezTo>
                        <a:pt x="49" y="101"/>
                        <a:pt x="49" y="101"/>
                        <a:pt x="70" y="85"/>
                      </a:cubicBezTo>
                      <a:cubicBezTo>
                        <a:pt x="86" y="85"/>
                        <a:pt x="118" y="69"/>
                        <a:pt x="134" y="69"/>
                      </a:cubicBezTo>
                      <a:cubicBezTo>
                        <a:pt x="150" y="53"/>
                        <a:pt x="171" y="37"/>
                        <a:pt x="187" y="37"/>
                      </a:cubicBezTo>
                      <a:cubicBezTo>
                        <a:pt x="219" y="17"/>
                        <a:pt x="251" y="0"/>
                        <a:pt x="25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6" name="Google Shape;6106;p71">
                  <a:extLst>
                    <a:ext uri="{FF2B5EF4-FFF2-40B4-BE49-F238E27FC236}">
                      <a16:creationId xmlns:a16="http://schemas.microsoft.com/office/drawing/2014/main" id="{FBAE71AB-FAFD-F385-CE2D-1C033CB2E2E5}"/>
                    </a:ext>
                  </a:extLst>
                </p:cNvPr>
                <p:cNvSpPr/>
                <p:nvPr/>
              </p:nvSpPr>
              <p:spPr>
                <a:xfrm>
                  <a:off x="2866051" y="1392334"/>
                  <a:ext cx="3278" cy="16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70" extrusionOk="0">
                      <a:moveTo>
                        <a:pt x="16" y="0"/>
                      </a:moveTo>
                      <a:lnTo>
                        <a:pt x="0" y="49"/>
                      </a:lnTo>
                      <a:lnTo>
                        <a:pt x="0" y="85"/>
                      </a:lnTo>
                      <a:lnTo>
                        <a:pt x="0" y="117"/>
                      </a:lnTo>
                      <a:cubicBezTo>
                        <a:pt x="16" y="150"/>
                        <a:pt x="16" y="170"/>
                        <a:pt x="16" y="170"/>
                      </a:cubicBezTo>
                      <a:lnTo>
                        <a:pt x="16" y="117"/>
                      </a:lnTo>
                      <a:lnTo>
                        <a:pt x="16" y="85"/>
                      </a:lnTo>
                      <a:cubicBezTo>
                        <a:pt x="32" y="69"/>
                        <a:pt x="32" y="49"/>
                        <a:pt x="32" y="49"/>
                      </a:cubicBezTo>
                      <a:cubicBezTo>
                        <a:pt x="32" y="0"/>
                        <a:pt x="32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7" name="Google Shape;6107;p71">
                  <a:extLst>
                    <a:ext uri="{FF2B5EF4-FFF2-40B4-BE49-F238E27FC236}">
                      <a16:creationId xmlns:a16="http://schemas.microsoft.com/office/drawing/2014/main" id="{C5DCCB15-AB1C-936E-D0C8-327BAB795E6C}"/>
                    </a:ext>
                  </a:extLst>
                </p:cNvPr>
                <p:cNvSpPr/>
                <p:nvPr/>
              </p:nvSpPr>
              <p:spPr>
                <a:xfrm>
                  <a:off x="2733949" y="1465735"/>
                  <a:ext cx="4966" cy="95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62" extrusionOk="0">
                      <a:moveTo>
                        <a:pt x="17" y="0"/>
                      </a:moveTo>
                      <a:lnTo>
                        <a:pt x="17" y="16"/>
                      </a:lnTo>
                      <a:lnTo>
                        <a:pt x="17" y="53"/>
                      </a:lnTo>
                      <a:cubicBezTo>
                        <a:pt x="17" y="53"/>
                        <a:pt x="1" y="69"/>
                        <a:pt x="1" y="85"/>
                      </a:cubicBezTo>
                      <a:lnTo>
                        <a:pt x="1" y="255"/>
                      </a:lnTo>
                      <a:cubicBezTo>
                        <a:pt x="17" y="319"/>
                        <a:pt x="17" y="388"/>
                        <a:pt x="17" y="473"/>
                      </a:cubicBezTo>
                      <a:lnTo>
                        <a:pt x="17" y="521"/>
                      </a:lnTo>
                      <a:lnTo>
                        <a:pt x="17" y="590"/>
                      </a:lnTo>
                      <a:lnTo>
                        <a:pt x="17" y="707"/>
                      </a:lnTo>
                      <a:lnTo>
                        <a:pt x="17" y="962"/>
                      </a:lnTo>
                      <a:cubicBezTo>
                        <a:pt x="17" y="962"/>
                        <a:pt x="33" y="861"/>
                        <a:pt x="33" y="707"/>
                      </a:cubicBezTo>
                      <a:cubicBezTo>
                        <a:pt x="33" y="675"/>
                        <a:pt x="33" y="622"/>
                        <a:pt x="49" y="590"/>
                      </a:cubicBezTo>
                      <a:lnTo>
                        <a:pt x="49" y="521"/>
                      </a:lnTo>
                      <a:lnTo>
                        <a:pt x="49" y="473"/>
                      </a:lnTo>
                      <a:cubicBezTo>
                        <a:pt x="49" y="388"/>
                        <a:pt x="33" y="303"/>
                        <a:pt x="33" y="239"/>
                      </a:cubicBezTo>
                      <a:lnTo>
                        <a:pt x="33" y="85"/>
                      </a:lnTo>
                      <a:lnTo>
                        <a:pt x="33" y="1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8" name="Google Shape;6108;p71">
                  <a:extLst>
                    <a:ext uri="{FF2B5EF4-FFF2-40B4-BE49-F238E27FC236}">
                      <a16:creationId xmlns:a16="http://schemas.microsoft.com/office/drawing/2014/main" id="{414DDACC-3A98-9FC3-62CD-ED512EFC0604}"/>
                    </a:ext>
                  </a:extLst>
                </p:cNvPr>
                <p:cNvSpPr/>
                <p:nvPr/>
              </p:nvSpPr>
              <p:spPr>
                <a:xfrm>
                  <a:off x="2735637" y="1552744"/>
                  <a:ext cx="21752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102" extrusionOk="0">
                      <a:moveTo>
                        <a:pt x="218" y="1"/>
                      </a:moveTo>
                      <a:cubicBezTo>
                        <a:pt x="218" y="1"/>
                        <a:pt x="186" y="17"/>
                        <a:pt x="154" y="17"/>
                      </a:cubicBezTo>
                      <a:cubicBezTo>
                        <a:pt x="133" y="17"/>
                        <a:pt x="117" y="33"/>
                        <a:pt x="101" y="33"/>
                      </a:cubicBezTo>
                      <a:cubicBezTo>
                        <a:pt x="85" y="33"/>
                        <a:pt x="69" y="49"/>
                        <a:pt x="53" y="49"/>
                      </a:cubicBezTo>
                      <a:cubicBezTo>
                        <a:pt x="32" y="49"/>
                        <a:pt x="16" y="70"/>
                        <a:pt x="16" y="70"/>
                      </a:cubicBezTo>
                      <a:cubicBezTo>
                        <a:pt x="0" y="70"/>
                        <a:pt x="0" y="70"/>
                        <a:pt x="0" y="86"/>
                      </a:cubicBezTo>
                      <a:lnTo>
                        <a:pt x="0" y="102"/>
                      </a:lnTo>
                      <a:cubicBezTo>
                        <a:pt x="16" y="102"/>
                        <a:pt x="16" y="102"/>
                        <a:pt x="32" y="86"/>
                      </a:cubicBezTo>
                      <a:lnTo>
                        <a:pt x="69" y="86"/>
                      </a:lnTo>
                      <a:cubicBezTo>
                        <a:pt x="69" y="70"/>
                        <a:pt x="85" y="70"/>
                        <a:pt x="117" y="49"/>
                      </a:cubicBezTo>
                      <a:cubicBezTo>
                        <a:pt x="133" y="49"/>
                        <a:pt x="154" y="33"/>
                        <a:pt x="170" y="33"/>
                      </a:cubicBezTo>
                      <a:cubicBezTo>
                        <a:pt x="202" y="17"/>
                        <a:pt x="218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09" name="Google Shape;6109;p71">
                  <a:extLst>
                    <a:ext uri="{FF2B5EF4-FFF2-40B4-BE49-F238E27FC236}">
                      <a16:creationId xmlns:a16="http://schemas.microsoft.com/office/drawing/2014/main" id="{9D85C734-A4F7-D624-9F68-384D006BEB1B}"/>
                    </a:ext>
                  </a:extLst>
                </p:cNvPr>
                <p:cNvSpPr/>
                <p:nvPr/>
              </p:nvSpPr>
              <p:spPr>
                <a:xfrm>
                  <a:off x="2733949" y="1459279"/>
                  <a:ext cx="20163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66" extrusionOk="0">
                      <a:moveTo>
                        <a:pt x="187" y="1"/>
                      </a:moveTo>
                      <a:cubicBezTo>
                        <a:pt x="187" y="1"/>
                        <a:pt x="171" y="17"/>
                        <a:pt x="150" y="17"/>
                      </a:cubicBezTo>
                      <a:cubicBezTo>
                        <a:pt x="134" y="17"/>
                        <a:pt x="118" y="17"/>
                        <a:pt x="102" y="33"/>
                      </a:cubicBezTo>
                      <a:lnTo>
                        <a:pt x="1" y="33"/>
                      </a:lnTo>
                      <a:lnTo>
                        <a:pt x="1" y="49"/>
                      </a:lnTo>
                      <a:lnTo>
                        <a:pt x="1" y="65"/>
                      </a:lnTo>
                      <a:lnTo>
                        <a:pt x="49" y="65"/>
                      </a:lnTo>
                      <a:cubicBezTo>
                        <a:pt x="70" y="65"/>
                        <a:pt x="70" y="65"/>
                        <a:pt x="86" y="49"/>
                      </a:cubicBezTo>
                      <a:lnTo>
                        <a:pt x="102" y="49"/>
                      </a:lnTo>
                      <a:cubicBezTo>
                        <a:pt x="118" y="49"/>
                        <a:pt x="134" y="33"/>
                        <a:pt x="150" y="33"/>
                      </a:cubicBezTo>
                      <a:cubicBezTo>
                        <a:pt x="171" y="17"/>
                        <a:pt x="187" y="17"/>
                        <a:pt x="2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0" name="Google Shape;6110;p71">
                  <a:extLst>
                    <a:ext uri="{FF2B5EF4-FFF2-40B4-BE49-F238E27FC236}">
                      <a16:creationId xmlns:a16="http://schemas.microsoft.com/office/drawing/2014/main" id="{E3EC2922-A9CC-9D72-55C1-DC97984335B9}"/>
                    </a:ext>
                  </a:extLst>
                </p:cNvPr>
                <p:cNvSpPr/>
                <p:nvPr/>
              </p:nvSpPr>
              <p:spPr>
                <a:xfrm>
                  <a:off x="2750834" y="1457292"/>
                  <a:ext cx="4966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11" extrusionOk="0">
                      <a:moveTo>
                        <a:pt x="33" y="0"/>
                      </a:moveTo>
                      <a:cubicBezTo>
                        <a:pt x="33" y="0"/>
                        <a:pt x="33" y="21"/>
                        <a:pt x="17" y="21"/>
                      </a:cubicBezTo>
                      <a:cubicBezTo>
                        <a:pt x="17" y="53"/>
                        <a:pt x="17" y="122"/>
                        <a:pt x="1" y="255"/>
                      </a:cubicBezTo>
                      <a:cubicBezTo>
                        <a:pt x="1" y="404"/>
                        <a:pt x="17" y="590"/>
                        <a:pt x="17" y="744"/>
                      </a:cubicBezTo>
                      <a:cubicBezTo>
                        <a:pt x="17" y="893"/>
                        <a:pt x="33" y="1010"/>
                        <a:pt x="33" y="1010"/>
                      </a:cubicBezTo>
                      <a:lnTo>
                        <a:pt x="33" y="930"/>
                      </a:lnTo>
                      <a:lnTo>
                        <a:pt x="33" y="744"/>
                      </a:lnTo>
                      <a:lnTo>
                        <a:pt x="33" y="255"/>
                      </a:lnTo>
                      <a:lnTo>
                        <a:pt x="33" y="37"/>
                      </a:lnTo>
                      <a:lnTo>
                        <a:pt x="33" y="21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1" name="Google Shape;6111;p71">
                  <a:extLst>
                    <a:ext uri="{FF2B5EF4-FFF2-40B4-BE49-F238E27FC236}">
                      <a16:creationId xmlns:a16="http://schemas.microsoft.com/office/drawing/2014/main" id="{16018BB5-6F7D-D227-AFE2-FED45167B296}"/>
                    </a:ext>
                  </a:extLst>
                </p:cNvPr>
                <p:cNvSpPr/>
                <p:nvPr/>
              </p:nvSpPr>
              <p:spPr>
                <a:xfrm>
                  <a:off x="2760866" y="1455703"/>
                  <a:ext cx="3278" cy="97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978" extrusionOk="0">
                      <a:moveTo>
                        <a:pt x="17" y="0"/>
                      </a:moveTo>
                      <a:cubicBezTo>
                        <a:pt x="1" y="16"/>
                        <a:pt x="1" y="53"/>
                        <a:pt x="1" y="85"/>
                      </a:cubicBezTo>
                      <a:lnTo>
                        <a:pt x="1" y="239"/>
                      </a:lnTo>
                      <a:cubicBezTo>
                        <a:pt x="1" y="505"/>
                        <a:pt x="17" y="978"/>
                        <a:pt x="17" y="978"/>
                      </a:cubicBezTo>
                      <a:cubicBezTo>
                        <a:pt x="17" y="978"/>
                        <a:pt x="33" y="505"/>
                        <a:pt x="33" y="239"/>
                      </a:cubicBezTo>
                      <a:lnTo>
                        <a:pt x="33" y="85"/>
                      </a:lnTo>
                      <a:cubicBezTo>
                        <a:pt x="17" y="53"/>
                        <a:pt x="17" y="16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2" name="Google Shape;6112;p71">
                  <a:extLst>
                    <a:ext uri="{FF2B5EF4-FFF2-40B4-BE49-F238E27FC236}">
                      <a16:creationId xmlns:a16="http://schemas.microsoft.com/office/drawing/2014/main" id="{38830EDF-1C9D-86BE-08FD-5851D7D336CE}"/>
                    </a:ext>
                  </a:extLst>
                </p:cNvPr>
                <p:cNvSpPr/>
                <p:nvPr/>
              </p:nvSpPr>
              <p:spPr>
                <a:xfrm>
                  <a:off x="2758879" y="1545990"/>
                  <a:ext cx="23739" cy="9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98" extrusionOk="0">
                      <a:moveTo>
                        <a:pt x="239" y="0"/>
                      </a:moveTo>
                      <a:lnTo>
                        <a:pt x="239" y="0"/>
                      </a:lnTo>
                      <a:cubicBezTo>
                        <a:pt x="238" y="0"/>
                        <a:pt x="202" y="16"/>
                        <a:pt x="170" y="16"/>
                      </a:cubicBezTo>
                      <a:cubicBezTo>
                        <a:pt x="138" y="37"/>
                        <a:pt x="85" y="37"/>
                        <a:pt x="69" y="53"/>
                      </a:cubicBezTo>
                      <a:cubicBezTo>
                        <a:pt x="0" y="85"/>
                        <a:pt x="21" y="85"/>
                        <a:pt x="21" y="85"/>
                      </a:cubicBezTo>
                      <a:cubicBezTo>
                        <a:pt x="21" y="93"/>
                        <a:pt x="21" y="97"/>
                        <a:pt x="27" y="97"/>
                      </a:cubicBezTo>
                      <a:cubicBezTo>
                        <a:pt x="33" y="97"/>
                        <a:pt x="45" y="93"/>
                        <a:pt x="69" y="85"/>
                      </a:cubicBezTo>
                      <a:cubicBezTo>
                        <a:pt x="101" y="69"/>
                        <a:pt x="138" y="53"/>
                        <a:pt x="170" y="37"/>
                      </a:cubicBezTo>
                      <a:cubicBezTo>
                        <a:pt x="202" y="17"/>
                        <a:pt x="238" y="0"/>
                        <a:pt x="2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3" name="Google Shape;6113;p71">
                  <a:extLst>
                    <a:ext uri="{FF2B5EF4-FFF2-40B4-BE49-F238E27FC236}">
                      <a16:creationId xmlns:a16="http://schemas.microsoft.com/office/drawing/2014/main" id="{20C16EAF-1D16-1B06-554E-7B9095261B83}"/>
                    </a:ext>
                  </a:extLst>
                </p:cNvPr>
                <p:cNvSpPr/>
                <p:nvPr/>
              </p:nvSpPr>
              <p:spPr>
                <a:xfrm>
                  <a:off x="2764044" y="1447261"/>
                  <a:ext cx="14998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70" extrusionOk="0">
                      <a:moveTo>
                        <a:pt x="134" y="1"/>
                      </a:moveTo>
                      <a:lnTo>
                        <a:pt x="118" y="21"/>
                      </a:lnTo>
                      <a:lnTo>
                        <a:pt x="150" y="21"/>
                      </a:lnTo>
                      <a:lnTo>
                        <a:pt x="150" y="1"/>
                      </a:lnTo>
                      <a:close/>
                      <a:moveTo>
                        <a:pt x="70" y="21"/>
                      </a:moveTo>
                      <a:cubicBezTo>
                        <a:pt x="49" y="37"/>
                        <a:pt x="49" y="37"/>
                        <a:pt x="33" y="37"/>
                      </a:cubicBezTo>
                      <a:cubicBezTo>
                        <a:pt x="17" y="53"/>
                        <a:pt x="1" y="53"/>
                        <a:pt x="1" y="53"/>
                      </a:cubicBezTo>
                      <a:lnTo>
                        <a:pt x="1" y="69"/>
                      </a:lnTo>
                      <a:cubicBezTo>
                        <a:pt x="1" y="69"/>
                        <a:pt x="17" y="69"/>
                        <a:pt x="33" y="53"/>
                      </a:cubicBezTo>
                      <a:cubicBezTo>
                        <a:pt x="49" y="53"/>
                        <a:pt x="70" y="53"/>
                        <a:pt x="86" y="37"/>
                      </a:cubicBezTo>
                      <a:cubicBezTo>
                        <a:pt x="86" y="37"/>
                        <a:pt x="102" y="37"/>
                        <a:pt x="118" y="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4" name="Google Shape;6114;p71">
                  <a:extLst>
                    <a:ext uri="{FF2B5EF4-FFF2-40B4-BE49-F238E27FC236}">
                      <a16:creationId xmlns:a16="http://schemas.microsoft.com/office/drawing/2014/main" id="{D2006E53-066D-52BA-48F9-129351024506}"/>
                    </a:ext>
                  </a:extLst>
                </p:cNvPr>
                <p:cNvSpPr/>
                <p:nvPr/>
              </p:nvSpPr>
              <p:spPr>
                <a:xfrm>
                  <a:off x="2778943" y="1446863"/>
                  <a:ext cx="3675" cy="99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999" extrusionOk="0">
                      <a:moveTo>
                        <a:pt x="23" y="1"/>
                      </a:moveTo>
                      <a:cubicBezTo>
                        <a:pt x="21" y="1"/>
                        <a:pt x="21" y="5"/>
                        <a:pt x="21" y="25"/>
                      </a:cubicBezTo>
                      <a:cubicBezTo>
                        <a:pt x="21" y="41"/>
                        <a:pt x="0" y="57"/>
                        <a:pt x="0" y="105"/>
                      </a:cubicBezTo>
                      <a:lnTo>
                        <a:pt x="0" y="174"/>
                      </a:lnTo>
                      <a:lnTo>
                        <a:pt x="0" y="259"/>
                      </a:lnTo>
                      <a:lnTo>
                        <a:pt x="0" y="493"/>
                      </a:lnTo>
                      <a:lnTo>
                        <a:pt x="0" y="610"/>
                      </a:lnTo>
                      <a:lnTo>
                        <a:pt x="0" y="732"/>
                      </a:lnTo>
                      <a:lnTo>
                        <a:pt x="0" y="780"/>
                      </a:lnTo>
                      <a:cubicBezTo>
                        <a:pt x="21" y="764"/>
                        <a:pt x="21" y="748"/>
                        <a:pt x="21" y="732"/>
                      </a:cubicBezTo>
                      <a:lnTo>
                        <a:pt x="21" y="610"/>
                      </a:lnTo>
                      <a:lnTo>
                        <a:pt x="21" y="493"/>
                      </a:lnTo>
                      <a:lnTo>
                        <a:pt x="21" y="259"/>
                      </a:lnTo>
                      <a:lnTo>
                        <a:pt x="21" y="206"/>
                      </a:lnTo>
                      <a:lnTo>
                        <a:pt x="21" y="174"/>
                      </a:lnTo>
                      <a:lnTo>
                        <a:pt x="21" y="105"/>
                      </a:lnTo>
                      <a:cubicBezTo>
                        <a:pt x="21" y="73"/>
                        <a:pt x="37" y="41"/>
                        <a:pt x="37" y="25"/>
                      </a:cubicBezTo>
                      <a:lnTo>
                        <a:pt x="37" y="5"/>
                      </a:lnTo>
                      <a:cubicBezTo>
                        <a:pt x="29" y="5"/>
                        <a:pt x="25" y="1"/>
                        <a:pt x="23" y="1"/>
                      </a:cubicBezTo>
                      <a:close/>
                      <a:moveTo>
                        <a:pt x="0" y="913"/>
                      </a:moveTo>
                      <a:lnTo>
                        <a:pt x="0" y="934"/>
                      </a:lnTo>
                      <a:cubicBezTo>
                        <a:pt x="20" y="966"/>
                        <a:pt x="21" y="998"/>
                        <a:pt x="21" y="998"/>
                      </a:cubicBezTo>
                      <a:lnTo>
                        <a:pt x="21" y="998"/>
                      </a:lnTo>
                      <a:cubicBezTo>
                        <a:pt x="21" y="998"/>
                        <a:pt x="20" y="965"/>
                        <a:pt x="0" y="91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5" name="Google Shape;6115;p71">
                  <a:extLst>
                    <a:ext uri="{FF2B5EF4-FFF2-40B4-BE49-F238E27FC236}">
                      <a16:creationId xmlns:a16="http://schemas.microsoft.com/office/drawing/2014/main" id="{22D79F44-A8CA-BEA5-4C4F-ECEF89261689}"/>
                    </a:ext>
                  </a:extLst>
                </p:cNvPr>
                <p:cNvSpPr/>
                <p:nvPr/>
              </p:nvSpPr>
              <p:spPr>
                <a:xfrm>
                  <a:off x="2787386" y="1444082"/>
                  <a:ext cx="3675" cy="95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962" extrusionOk="0">
                      <a:moveTo>
                        <a:pt x="37" y="0"/>
                      </a:moveTo>
                      <a:lnTo>
                        <a:pt x="16" y="33"/>
                      </a:lnTo>
                      <a:cubicBezTo>
                        <a:pt x="16" y="53"/>
                        <a:pt x="16" y="69"/>
                        <a:pt x="0" y="101"/>
                      </a:cubicBezTo>
                      <a:lnTo>
                        <a:pt x="0" y="271"/>
                      </a:lnTo>
                      <a:cubicBezTo>
                        <a:pt x="0" y="335"/>
                        <a:pt x="16" y="420"/>
                        <a:pt x="16" y="505"/>
                      </a:cubicBezTo>
                      <a:lnTo>
                        <a:pt x="16" y="638"/>
                      </a:lnTo>
                      <a:lnTo>
                        <a:pt x="16" y="760"/>
                      </a:lnTo>
                      <a:cubicBezTo>
                        <a:pt x="16" y="840"/>
                        <a:pt x="37" y="909"/>
                        <a:pt x="37" y="962"/>
                      </a:cubicBezTo>
                      <a:lnTo>
                        <a:pt x="37" y="760"/>
                      </a:lnTo>
                      <a:lnTo>
                        <a:pt x="37" y="638"/>
                      </a:lnTo>
                      <a:lnTo>
                        <a:pt x="37" y="505"/>
                      </a:lnTo>
                      <a:lnTo>
                        <a:pt x="37" y="271"/>
                      </a:lnTo>
                      <a:cubicBezTo>
                        <a:pt x="16" y="255"/>
                        <a:pt x="16" y="234"/>
                        <a:pt x="16" y="218"/>
                      </a:cubicBezTo>
                      <a:lnTo>
                        <a:pt x="16" y="170"/>
                      </a:lnTo>
                      <a:lnTo>
                        <a:pt x="16" y="101"/>
                      </a:lnTo>
                      <a:cubicBezTo>
                        <a:pt x="37" y="69"/>
                        <a:pt x="37" y="53"/>
                        <a:pt x="37" y="33"/>
                      </a:cubicBez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6" name="Google Shape;6116;p71">
                  <a:extLst>
                    <a:ext uri="{FF2B5EF4-FFF2-40B4-BE49-F238E27FC236}">
                      <a16:creationId xmlns:a16="http://schemas.microsoft.com/office/drawing/2014/main" id="{B5749CF8-285E-47C1-C264-374C8581EE39}"/>
                    </a:ext>
                  </a:extLst>
                </p:cNvPr>
                <p:cNvSpPr/>
                <p:nvPr/>
              </p:nvSpPr>
              <p:spPr>
                <a:xfrm>
                  <a:off x="2790961" y="1539534"/>
                  <a:ext cx="14998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66" extrusionOk="0">
                      <a:moveTo>
                        <a:pt x="134" y="1"/>
                      </a:moveTo>
                      <a:cubicBezTo>
                        <a:pt x="118" y="1"/>
                        <a:pt x="102" y="1"/>
                        <a:pt x="81" y="17"/>
                      </a:cubicBezTo>
                      <a:cubicBezTo>
                        <a:pt x="65" y="17"/>
                        <a:pt x="49" y="17"/>
                        <a:pt x="33" y="33"/>
                      </a:cubicBezTo>
                      <a:cubicBezTo>
                        <a:pt x="17" y="49"/>
                        <a:pt x="1" y="49"/>
                        <a:pt x="1" y="65"/>
                      </a:cubicBezTo>
                      <a:cubicBezTo>
                        <a:pt x="17" y="65"/>
                        <a:pt x="17" y="65"/>
                        <a:pt x="49" y="49"/>
                      </a:cubicBezTo>
                      <a:cubicBezTo>
                        <a:pt x="49" y="33"/>
                        <a:pt x="65" y="33"/>
                        <a:pt x="81" y="33"/>
                      </a:cubicBezTo>
                      <a:cubicBezTo>
                        <a:pt x="102" y="17"/>
                        <a:pt x="118" y="17"/>
                        <a:pt x="134" y="17"/>
                      </a:cubicBezTo>
                      <a:cubicBezTo>
                        <a:pt x="134" y="17"/>
                        <a:pt x="150" y="17"/>
                        <a:pt x="1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7" name="Google Shape;6117;p71">
                  <a:extLst>
                    <a:ext uri="{FF2B5EF4-FFF2-40B4-BE49-F238E27FC236}">
                      <a16:creationId xmlns:a16="http://schemas.microsoft.com/office/drawing/2014/main" id="{69D4206D-2532-1453-735F-117F536BEB93}"/>
                    </a:ext>
                  </a:extLst>
                </p:cNvPr>
                <p:cNvSpPr/>
                <p:nvPr/>
              </p:nvSpPr>
              <p:spPr>
                <a:xfrm>
                  <a:off x="2790961" y="1439215"/>
                  <a:ext cx="13310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66" extrusionOk="0">
                      <a:moveTo>
                        <a:pt x="118" y="1"/>
                      </a:moveTo>
                      <a:cubicBezTo>
                        <a:pt x="81" y="1"/>
                        <a:pt x="65" y="17"/>
                        <a:pt x="33" y="33"/>
                      </a:cubicBezTo>
                      <a:cubicBezTo>
                        <a:pt x="1" y="49"/>
                        <a:pt x="1" y="49"/>
                        <a:pt x="1" y="65"/>
                      </a:cubicBezTo>
                      <a:lnTo>
                        <a:pt x="49" y="49"/>
                      </a:lnTo>
                      <a:cubicBezTo>
                        <a:pt x="65" y="49"/>
                        <a:pt x="65" y="33"/>
                        <a:pt x="81" y="33"/>
                      </a:cubicBezTo>
                      <a:cubicBezTo>
                        <a:pt x="102" y="17"/>
                        <a:pt x="102" y="17"/>
                        <a:pt x="118" y="17"/>
                      </a:cubicBez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8" name="Google Shape;6118;p71">
                  <a:extLst>
                    <a:ext uri="{FF2B5EF4-FFF2-40B4-BE49-F238E27FC236}">
                      <a16:creationId xmlns:a16="http://schemas.microsoft.com/office/drawing/2014/main" id="{EF7BD419-85D5-3BA2-0069-5304B6A326DB}"/>
                    </a:ext>
                  </a:extLst>
                </p:cNvPr>
                <p:cNvSpPr/>
                <p:nvPr/>
              </p:nvSpPr>
              <p:spPr>
                <a:xfrm>
                  <a:off x="2804171" y="1437229"/>
                  <a:ext cx="4966" cy="10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31" extrusionOk="0">
                      <a:moveTo>
                        <a:pt x="33" y="1"/>
                      </a:moveTo>
                      <a:lnTo>
                        <a:pt x="33" y="21"/>
                      </a:lnTo>
                      <a:lnTo>
                        <a:pt x="49" y="1"/>
                      </a:lnTo>
                      <a:close/>
                      <a:moveTo>
                        <a:pt x="33" y="21"/>
                      </a:moveTo>
                      <a:cubicBezTo>
                        <a:pt x="17" y="37"/>
                        <a:pt x="17" y="53"/>
                        <a:pt x="1" y="102"/>
                      </a:cubicBezTo>
                      <a:lnTo>
                        <a:pt x="1" y="271"/>
                      </a:lnTo>
                      <a:cubicBezTo>
                        <a:pt x="17" y="340"/>
                        <a:pt x="17" y="425"/>
                        <a:pt x="33" y="505"/>
                      </a:cubicBezTo>
                      <a:lnTo>
                        <a:pt x="33" y="574"/>
                      </a:lnTo>
                      <a:lnTo>
                        <a:pt x="33" y="643"/>
                      </a:lnTo>
                      <a:lnTo>
                        <a:pt x="33" y="760"/>
                      </a:lnTo>
                      <a:lnTo>
                        <a:pt x="33" y="877"/>
                      </a:lnTo>
                      <a:cubicBezTo>
                        <a:pt x="33" y="845"/>
                        <a:pt x="49" y="808"/>
                        <a:pt x="49" y="776"/>
                      </a:cubicBezTo>
                      <a:lnTo>
                        <a:pt x="49" y="643"/>
                      </a:lnTo>
                      <a:lnTo>
                        <a:pt x="49" y="574"/>
                      </a:lnTo>
                      <a:lnTo>
                        <a:pt x="49" y="505"/>
                      </a:lnTo>
                      <a:cubicBezTo>
                        <a:pt x="49" y="425"/>
                        <a:pt x="33" y="340"/>
                        <a:pt x="33" y="271"/>
                      </a:cubicBezTo>
                      <a:lnTo>
                        <a:pt x="33" y="102"/>
                      </a:lnTo>
                      <a:lnTo>
                        <a:pt x="33" y="21"/>
                      </a:lnTo>
                      <a:close/>
                      <a:moveTo>
                        <a:pt x="33" y="877"/>
                      </a:moveTo>
                      <a:lnTo>
                        <a:pt x="33" y="962"/>
                      </a:lnTo>
                      <a:cubicBezTo>
                        <a:pt x="33" y="994"/>
                        <a:pt x="49" y="1010"/>
                        <a:pt x="49" y="1031"/>
                      </a:cubicBezTo>
                      <a:lnTo>
                        <a:pt x="49" y="962"/>
                      </a:lnTo>
                      <a:cubicBezTo>
                        <a:pt x="33" y="946"/>
                        <a:pt x="33" y="909"/>
                        <a:pt x="33" y="87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19" name="Google Shape;6119;p71">
                  <a:extLst>
                    <a:ext uri="{FF2B5EF4-FFF2-40B4-BE49-F238E27FC236}">
                      <a16:creationId xmlns:a16="http://schemas.microsoft.com/office/drawing/2014/main" id="{D5BDB34C-CF00-4279-7E18-ABADA44F2B44}"/>
                    </a:ext>
                  </a:extLst>
                </p:cNvPr>
                <p:cNvSpPr/>
                <p:nvPr/>
              </p:nvSpPr>
              <p:spPr>
                <a:xfrm>
                  <a:off x="2814203" y="1437229"/>
                  <a:ext cx="4966" cy="73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744" extrusionOk="0">
                      <a:moveTo>
                        <a:pt x="33" y="1"/>
                      </a:moveTo>
                      <a:cubicBezTo>
                        <a:pt x="17" y="21"/>
                        <a:pt x="17" y="37"/>
                        <a:pt x="17" y="85"/>
                      </a:cubicBezTo>
                      <a:cubicBezTo>
                        <a:pt x="1" y="122"/>
                        <a:pt x="1" y="170"/>
                        <a:pt x="1" y="255"/>
                      </a:cubicBezTo>
                      <a:cubicBezTo>
                        <a:pt x="17" y="324"/>
                        <a:pt x="17" y="404"/>
                        <a:pt x="17" y="489"/>
                      </a:cubicBezTo>
                      <a:cubicBezTo>
                        <a:pt x="33" y="542"/>
                        <a:pt x="33" y="574"/>
                        <a:pt x="33" y="627"/>
                      </a:cubicBezTo>
                      <a:lnTo>
                        <a:pt x="33" y="744"/>
                      </a:lnTo>
                      <a:cubicBezTo>
                        <a:pt x="33" y="707"/>
                        <a:pt x="49" y="659"/>
                        <a:pt x="49" y="627"/>
                      </a:cubicBezTo>
                      <a:lnTo>
                        <a:pt x="49" y="489"/>
                      </a:lnTo>
                      <a:cubicBezTo>
                        <a:pt x="33" y="404"/>
                        <a:pt x="33" y="324"/>
                        <a:pt x="33" y="255"/>
                      </a:cubicBezTo>
                      <a:lnTo>
                        <a:pt x="33" y="202"/>
                      </a:lnTo>
                      <a:lnTo>
                        <a:pt x="33" y="154"/>
                      </a:lnTo>
                      <a:lnTo>
                        <a:pt x="33" y="85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0" name="Google Shape;6120;p71">
                  <a:extLst>
                    <a:ext uri="{FF2B5EF4-FFF2-40B4-BE49-F238E27FC236}">
                      <a16:creationId xmlns:a16="http://schemas.microsoft.com/office/drawing/2014/main" id="{9F910648-CEED-8FB7-33BC-E7C74D1BCD42}"/>
                    </a:ext>
                  </a:extLst>
                </p:cNvPr>
                <p:cNvSpPr/>
                <p:nvPr/>
              </p:nvSpPr>
              <p:spPr>
                <a:xfrm>
                  <a:off x="2815892" y="1534369"/>
                  <a:ext cx="21752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69" extrusionOk="0">
                      <a:moveTo>
                        <a:pt x="170" y="0"/>
                      </a:moveTo>
                      <a:cubicBezTo>
                        <a:pt x="133" y="16"/>
                        <a:pt x="85" y="16"/>
                        <a:pt x="53" y="32"/>
                      </a:cubicBezTo>
                      <a:cubicBezTo>
                        <a:pt x="32" y="32"/>
                        <a:pt x="32" y="53"/>
                        <a:pt x="16" y="53"/>
                      </a:cubicBezTo>
                      <a:lnTo>
                        <a:pt x="0" y="53"/>
                      </a:lnTo>
                      <a:cubicBezTo>
                        <a:pt x="0" y="69"/>
                        <a:pt x="16" y="69"/>
                        <a:pt x="16" y="69"/>
                      </a:cubicBezTo>
                      <a:cubicBezTo>
                        <a:pt x="32" y="69"/>
                        <a:pt x="53" y="69"/>
                        <a:pt x="69" y="53"/>
                      </a:cubicBezTo>
                      <a:cubicBezTo>
                        <a:pt x="101" y="53"/>
                        <a:pt x="133" y="32"/>
                        <a:pt x="170" y="16"/>
                      </a:cubicBezTo>
                      <a:cubicBezTo>
                        <a:pt x="186" y="16"/>
                        <a:pt x="202" y="0"/>
                        <a:pt x="2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1" name="Google Shape;6121;p71">
                  <a:extLst>
                    <a:ext uri="{FF2B5EF4-FFF2-40B4-BE49-F238E27FC236}">
                      <a16:creationId xmlns:a16="http://schemas.microsoft.com/office/drawing/2014/main" id="{D1859256-065A-6DCF-6905-A5C855D2B34B}"/>
                    </a:ext>
                  </a:extLst>
                </p:cNvPr>
                <p:cNvSpPr/>
                <p:nvPr/>
              </p:nvSpPr>
              <p:spPr>
                <a:xfrm>
                  <a:off x="2817481" y="1427197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170" y="1"/>
                      </a:moveTo>
                      <a:cubicBezTo>
                        <a:pt x="154" y="21"/>
                        <a:pt x="138" y="21"/>
                        <a:pt x="101" y="21"/>
                      </a:cubicBezTo>
                      <a:cubicBezTo>
                        <a:pt x="85" y="37"/>
                        <a:pt x="69" y="37"/>
                        <a:pt x="69" y="37"/>
                      </a:cubicBezTo>
                      <a:cubicBezTo>
                        <a:pt x="0" y="69"/>
                        <a:pt x="0" y="69"/>
                        <a:pt x="16" y="85"/>
                      </a:cubicBezTo>
                      <a:lnTo>
                        <a:pt x="69" y="69"/>
                      </a:lnTo>
                      <a:cubicBezTo>
                        <a:pt x="85" y="69"/>
                        <a:pt x="85" y="53"/>
                        <a:pt x="85" y="53"/>
                      </a:cubicBezTo>
                      <a:cubicBezTo>
                        <a:pt x="101" y="53"/>
                        <a:pt x="101" y="53"/>
                        <a:pt x="117" y="37"/>
                      </a:cubicBezTo>
                      <a:cubicBezTo>
                        <a:pt x="138" y="37"/>
                        <a:pt x="154" y="37"/>
                        <a:pt x="170" y="21"/>
                      </a:cubicBezTo>
                      <a:lnTo>
                        <a:pt x="186" y="21"/>
                      </a:lnTo>
                      <a:lnTo>
                        <a:pt x="2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2" name="Google Shape;6122;p71">
                  <a:extLst>
                    <a:ext uri="{FF2B5EF4-FFF2-40B4-BE49-F238E27FC236}">
                      <a16:creationId xmlns:a16="http://schemas.microsoft.com/office/drawing/2014/main" id="{32316559-4AA8-EE84-56F4-7048625EEFE6}"/>
                    </a:ext>
                  </a:extLst>
                </p:cNvPr>
                <p:cNvSpPr/>
                <p:nvPr/>
              </p:nvSpPr>
              <p:spPr>
                <a:xfrm>
                  <a:off x="2834267" y="1425608"/>
                  <a:ext cx="4966" cy="107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79" extrusionOk="0">
                      <a:moveTo>
                        <a:pt x="49" y="0"/>
                      </a:moveTo>
                      <a:cubicBezTo>
                        <a:pt x="33" y="0"/>
                        <a:pt x="49" y="0"/>
                        <a:pt x="33" y="37"/>
                      </a:cubicBezTo>
                      <a:lnTo>
                        <a:pt x="49" y="0"/>
                      </a:lnTo>
                      <a:close/>
                      <a:moveTo>
                        <a:pt x="33" y="37"/>
                      </a:moveTo>
                      <a:cubicBezTo>
                        <a:pt x="17" y="53"/>
                        <a:pt x="17" y="69"/>
                        <a:pt x="1" y="118"/>
                      </a:cubicBezTo>
                      <a:lnTo>
                        <a:pt x="1" y="287"/>
                      </a:lnTo>
                      <a:cubicBezTo>
                        <a:pt x="1" y="356"/>
                        <a:pt x="1" y="457"/>
                        <a:pt x="17" y="542"/>
                      </a:cubicBezTo>
                      <a:lnTo>
                        <a:pt x="17" y="675"/>
                      </a:lnTo>
                      <a:cubicBezTo>
                        <a:pt x="1" y="723"/>
                        <a:pt x="1" y="760"/>
                        <a:pt x="1" y="808"/>
                      </a:cubicBezTo>
                      <a:lnTo>
                        <a:pt x="1" y="909"/>
                      </a:lnTo>
                      <a:cubicBezTo>
                        <a:pt x="1" y="877"/>
                        <a:pt x="17" y="845"/>
                        <a:pt x="17" y="808"/>
                      </a:cubicBezTo>
                      <a:cubicBezTo>
                        <a:pt x="17" y="760"/>
                        <a:pt x="17" y="723"/>
                        <a:pt x="33" y="675"/>
                      </a:cubicBezTo>
                      <a:lnTo>
                        <a:pt x="33" y="542"/>
                      </a:lnTo>
                      <a:cubicBezTo>
                        <a:pt x="33" y="457"/>
                        <a:pt x="17" y="356"/>
                        <a:pt x="17" y="287"/>
                      </a:cubicBezTo>
                      <a:cubicBezTo>
                        <a:pt x="17" y="202"/>
                        <a:pt x="17" y="154"/>
                        <a:pt x="33" y="118"/>
                      </a:cubicBezTo>
                      <a:lnTo>
                        <a:pt x="33" y="37"/>
                      </a:lnTo>
                      <a:close/>
                      <a:moveTo>
                        <a:pt x="1" y="1010"/>
                      </a:moveTo>
                      <a:cubicBezTo>
                        <a:pt x="1" y="1047"/>
                        <a:pt x="17" y="1063"/>
                        <a:pt x="17" y="1079"/>
                      </a:cubicBezTo>
                      <a:cubicBezTo>
                        <a:pt x="17" y="1063"/>
                        <a:pt x="17" y="1047"/>
                        <a:pt x="1" y="101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3" name="Google Shape;6123;p71">
                  <a:extLst>
                    <a:ext uri="{FF2B5EF4-FFF2-40B4-BE49-F238E27FC236}">
                      <a16:creationId xmlns:a16="http://schemas.microsoft.com/office/drawing/2014/main" id="{E6101F03-F639-8680-487A-A22555B052FA}"/>
                    </a:ext>
                  </a:extLst>
                </p:cNvPr>
                <p:cNvSpPr/>
                <p:nvPr/>
              </p:nvSpPr>
              <p:spPr>
                <a:xfrm>
                  <a:off x="2847577" y="1425210"/>
                  <a:ext cx="1689" cy="10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051" extrusionOk="0">
                      <a:moveTo>
                        <a:pt x="2" y="0"/>
                      </a:moveTo>
                      <a:cubicBezTo>
                        <a:pt x="0" y="0"/>
                        <a:pt x="0" y="4"/>
                        <a:pt x="0" y="21"/>
                      </a:cubicBezTo>
                      <a:lnTo>
                        <a:pt x="0" y="105"/>
                      </a:lnTo>
                      <a:lnTo>
                        <a:pt x="0" y="275"/>
                      </a:lnTo>
                      <a:lnTo>
                        <a:pt x="0" y="764"/>
                      </a:lnTo>
                      <a:cubicBezTo>
                        <a:pt x="0" y="913"/>
                        <a:pt x="16" y="1051"/>
                        <a:pt x="16" y="1051"/>
                      </a:cubicBezTo>
                      <a:lnTo>
                        <a:pt x="16" y="764"/>
                      </a:lnTo>
                      <a:lnTo>
                        <a:pt x="16" y="275"/>
                      </a:lnTo>
                      <a:lnTo>
                        <a:pt x="16" y="105"/>
                      </a:lnTo>
                      <a:lnTo>
                        <a:pt x="16" y="21"/>
                      </a:lnTo>
                      <a:lnTo>
                        <a:pt x="16" y="4"/>
                      </a:lnTo>
                      <a:cubicBezTo>
                        <a:pt x="8" y="4"/>
                        <a:pt x="4" y="0"/>
                        <a:pt x="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4" name="Google Shape;6124;p71">
                  <a:extLst>
                    <a:ext uri="{FF2B5EF4-FFF2-40B4-BE49-F238E27FC236}">
                      <a16:creationId xmlns:a16="http://schemas.microsoft.com/office/drawing/2014/main" id="{2962C6E8-DE64-B806-3A9C-1EEDDFC19964}"/>
                    </a:ext>
                  </a:extLst>
                </p:cNvPr>
                <p:cNvSpPr/>
                <p:nvPr/>
              </p:nvSpPr>
              <p:spPr>
                <a:xfrm>
                  <a:off x="2849166" y="1524337"/>
                  <a:ext cx="18574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53" extrusionOk="0">
                      <a:moveTo>
                        <a:pt x="138" y="0"/>
                      </a:moveTo>
                      <a:cubicBezTo>
                        <a:pt x="122" y="16"/>
                        <a:pt x="101" y="16"/>
                        <a:pt x="85" y="16"/>
                      </a:cubicBezTo>
                      <a:lnTo>
                        <a:pt x="69" y="16"/>
                      </a:lnTo>
                      <a:cubicBezTo>
                        <a:pt x="53" y="16"/>
                        <a:pt x="53" y="32"/>
                        <a:pt x="53" y="32"/>
                      </a:cubicBezTo>
                      <a:lnTo>
                        <a:pt x="21" y="32"/>
                      </a:lnTo>
                      <a:cubicBezTo>
                        <a:pt x="0" y="32"/>
                        <a:pt x="0" y="32"/>
                        <a:pt x="0" y="53"/>
                      </a:cubicBezTo>
                      <a:lnTo>
                        <a:pt x="69" y="53"/>
                      </a:lnTo>
                      <a:cubicBezTo>
                        <a:pt x="85" y="53"/>
                        <a:pt x="85" y="32"/>
                        <a:pt x="101" y="32"/>
                      </a:cubicBezTo>
                      <a:cubicBezTo>
                        <a:pt x="122" y="32"/>
                        <a:pt x="138" y="32"/>
                        <a:pt x="154" y="16"/>
                      </a:cubicBezTo>
                      <a:cubicBezTo>
                        <a:pt x="154" y="16"/>
                        <a:pt x="170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5" name="Google Shape;6125;p71">
                  <a:extLst>
                    <a:ext uri="{FF2B5EF4-FFF2-40B4-BE49-F238E27FC236}">
                      <a16:creationId xmlns:a16="http://schemas.microsoft.com/office/drawing/2014/main" id="{43B5CCEE-5BEA-8295-388C-6A7158EDBF6C}"/>
                    </a:ext>
                  </a:extLst>
                </p:cNvPr>
                <p:cNvSpPr/>
                <p:nvPr/>
              </p:nvSpPr>
              <p:spPr>
                <a:xfrm>
                  <a:off x="2849166" y="1420741"/>
                  <a:ext cx="13707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0" extrusionOk="0">
                      <a:moveTo>
                        <a:pt x="122" y="1"/>
                      </a:moveTo>
                      <a:cubicBezTo>
                        <a:pt x="101" y="1"/>
                        <a:pt x="85" y="1"/>
                        <a:pt x="69" y="17"/>
                      </a:cubicBezTo>
                      <a:lnTo>
                        <a:pt x="37" y="17"/>
                      </a:lnTo>
                      <a:cubicBezTo>
                        <a:pt x="21" y="17"/>
                        <a:pt x="21" y="17"/>
                        <a:pt x="21" y="33"/>
                      </a:cubicBezTo>
                      <a:lnTo>
                        <a:pt x="0" y="33"/>
                      </a:lnTo>
                      <a:lnTo>
                        <a:pt x="0" y="49"/>
                      </a:lnTo>
                      <a:lnTo>
                        <a:pt x="37" y="49"/>
                      </a:lnTo>
                      <a:cubicBezTo>
                        <a:pt x="53" y="33"/>
                        <a:pt x="69" y="33"/>
                        <a:pt x="85" y="33"/>
                      </a:cubicBezTo>
                      <a:cubicBezTo>
                        <a:pt x="85" y="17"/>
                        <a:pt x="101" y="17"/>
                        <a:pt x="122" y="17"/>
                      </a:cubicBez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6" name="Google Shape;6126;p71">
                  <a:extLst>
                    <a:ext uri="{FF2B5EF4-FFF2-40B4-BE49-F238E27FC236}">
                      <a16:creationId xmlns:a16="http://schemas.microsoft.com/office/drawing/2014/main" id="{89F2F157-A839-9D90-E44C-A7FD3E0D00BD}"/>
                    </a:ext>
                  </a:extLst>
                </p:cNvPr>
                <p:cNvSpPr/>
                <p:nvPr/>
              </p:nvSpPr>
              <p:spPr>
                <a:xfrm>
                  <a:off x="2864362" y="1419152"/>
                  <a:ext cx="6953" cy="9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991" extrusionOk="0">
                      <a:moveTo>
                        <a:pt x="17" y="1"/>
                      </a:moveTo>
                      <a:lnTo>
                        <a:pt x="17" y="17"/>
                      </a:lnTo>
                      <a:cubicBezTo>
                        <a:pt x="17" y="33"/>
                        <a:pt x="1" y="65"/>
                        <a:pt x="1" y="102"/>
                      </a:cubicBezTo>
                      <a:lnTo>
                        <a:pt x="1" y="134"/>
                      </a:lnTo>
                      <a:lnTo>
                        <a:pt x="1" y="166"/>
                      </a:lnTo>
                      <a:lnTo>
                        <a:pt x="1" y="267"/>
                      </a:lnTo>
                      <a:cubicBezTo>
                        <a:pt x="17" y="320"/>
                        <a:pt x="17" y="352"/>
                        <a:pt x="17" y="384"/>
                      </a:cubicBezTo>
                      <a:cubicBezTo>
                        <a:pt x="33" y="437"/>
                        <a:pt x="33" y="485"/>
                        <a:pt x="33" y="522"/>
                      </a:cubicBezTo>
                      <a:lnTo>
                        <a:pt x="33" y="586"/>
                      </a:lnTo>
                      <a:cubicBezTo>
                        <a:pt x="33" y="623"/>
                        <a:pt x="49" y="639"/>
                        <a:pt x="49" y="655"/>
                      </a:cubicBezTo>
                      <a:cubicBezTo>
                        <a:pt x="49" y="708"/>
                        <a:pt x="33" y="740"/>
                        <a:pt x="33" y="788"/>
                      </a:cubicBezTo>
                      <a:lnTo>
                        <a:pt x="33" y="910"/>
                      </a:lnTo>
                      <a:cubicBezTo>
                        <a:pt x="33" y="942"/>
                        <a:pt x="33" y="974"/>
                        <a:pt x="49" y="990"/>
                      </a:cubicBezTo>
                      <a:lnTo>
                        <a:pt x="49" y="910"/>
                      </a:lnTo>
                      <a:lnTo>
                        <a:pt x="49" y="788"/>
                      </a:lnTo>
                      <a:cubicBezTo>
                        <a:pt x="49" y="740"/>
                        <a:pt x="70" y="708"/>
                        <a:pt x="70" y="655"/>
                      </a:cubicBezTo>
                      <a:lnTo>
                        <a:pt x="70" y="586"/>
                      </a:lnTo>
                      <a:lnTo>
                        <a:pt x="70" y="522"/>
                      </a:lnTo>
                      <a:cubicBezTo>
                        <a:pt x="49" y="437"/>
                        <a:pt x="49" y="352"/>
                        <a:pt x="33" y="267"/>
                      </a:cubicBezTo>
                      <a:lnTo>
                        <a:pt x="33" y="166"/>
                      </a:lnTo>
                      <a:lnTo>
                        <a:pt x="33" y="134"/>
                      </a:lnTo>
                      <a:lnTo>
                        <a:pt x="33" y="102"/>
                      </a:lnTo>
                      <a:cubicBezTo>
                        <a:pt x="17" y="65"/>
                        <a:pt x="33" y="33"/>
                        <a:pt x="33" y="17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7" name="Google Shape;6127;p71">
                  <a:extLst>
                    <a:ext uri="{FF2B5EF4-FFF2-40B4-BE49-F238E27FC236}">
                      <a16:creationId xmlns:a16="http://schemas.microsoft.com/office/drawing/2014/main" id="{3498CDDA-7197-18DE-15B6-6DE9FB3D7874}"/>
                    </a:ext>
                  </a:extLst>
                </p:cNvPr>
                <p:cNvSpPr/>
                <p:nvPr/>
              </p:nvSpPr>
              <p:spPr>
                <a:xfrm>
                  <a:off x="2876083" y="1415576"/>
                  <a:ext cx="3278" cy="105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63" extrusionOk="0">
                      <a:moveTo>
                        <a:pt x="16" y="0"/>
                      </a:moveTo>
                      <a:cubicBezTo>
                        <a:pt x="0" y="0"/>
                        <a:pt x="0" y="0"/>
                        <a:pt x="0" y="17"/>
                      </a:cubicBezTo>
                      <a:lnTo>
                        <a:pt x="0" y="271"/>
                      </a:lnTo>
                      <a:lnTo>
                        <a:pt x="0" y="1063"/>
                      </a:lnTo>
                      <a:cubicBezTo>
                        <a:pt x="0" y="1063"/>
                        <a:pt x="16" y="558"/>
                        <a:pt x="32" y="271"/>
                      </a:cubicBezTo>
                      <a:cubicBezTo>
                        <a:pt x="32" y="118"/>
                        <a:pt x="16" y="53"/>
                        <a:pt x="16" y="17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8" name="Google Shape;6128;p71">
                  <a:extLst>
                    <a:ext uri="{FF2B5EF4-FFF2-40B4-BE49-F238E27FC236}">
                      <a16:creationId xmlns:a16="http://schemas.microsoft.com/office/drawing/2014/main" id="{93AF2F25-3316-6B58-16AB-54B4B9916D48}"/>
                    </a:ext>
                  </a:extLst>
                </p:cNvPr>
                <p:cNvSpPr/>
                <p:nvPr/>
              </p:nvSpPr>
              <p:spPr>
                <a:xfrm>
                  <a:off x="2877672" y="1405544"/>
                  <a:ext cx="18474" cy="9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98" extrusionOk="0">
                      <a:moveTo>
                        <a:pt x="186" y="0"/>
                      </a:moveTo>
                      <a:cubicBezTo>
                        <a:pt x="186" y="0"/>
                        <a:pt x="170" y="17"/>
                        <a:pt x="138" y="37"/>
                      </a:cubicBezTo>
                      <a:cubicBezTo>
                        <a:pt x="117" y="37"/>
                        <a:pt x="101" y="37"/>
                        <a:pt x="85" y="53"/>
                      </a:cubicBezTo>
                      <a:cubicBezTo>
                        <a:pt x="85" y="53"/>
                        <a:pt x="69" y="69"/>
                        <a:pt x="53" y="69"/>
                      </a:cubicBezTo>
                      <a:lnTo>
                        <a:pt x="0" y="85"/>
                      </a:lnTo>
                      <a:cubicBezTo>
                        <a:pt x="0" y="93"/>
                        <a:pt x="0" y="97"/>
                        <a:pt x="7" y="97"/>
                      </a:cubicBezTo>
                      <a:cubicBezTo>
                        <a:pt x="13" y="97"/>
                        <a:pt x="26" y="93"/>
                        <a:pt x="53" y="85"/>
                      </a:cubicBezTo>
                      <a:cubicBezTo>
                        <a:pt x="69" y="85"/>
                        <a:pt x="85" y="69"/>
                        <a:pt x="101" y="69"/>
                      </a:cubicBezTo>
                      <a:cubicBezTo>
                        <a:pt x="117" y="53"/>
                        <a:pt x="138" y="53"/>
                        <a:pt x="154" y="37"/>
                      </a:cubicBezTo>
                      <a:cubicBezTo>
                        <a:pt x="154" y="37"/>
                        <a:pt x="170" y="17"/>
                        <a:pt x="186" y="17"/>
                      </a:cubicBez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29" name="Google Shape;6129;p71">
                  <a:extLst>
                    <a:ext uri="{FF2B5EF4-FFF2-40B4-BE49-F238E27FC236}">
                      <a16:creationId xmlns:a16="http://schemas.microsoft.com/office/drawing/2014/main" id="{5025D755-8108-34D3-C67D-1102423E2457}"/>
                    </a:ext>
                  </a:extLst>
                </p:cNvPr>
                <p:cNvSpPr/>
                <p:nvPr/>
              </p:nvSpPr>
              <p:spPr>
                <a:xfrm>
                  <a:off x="2894458" y="1406736"/>
                  <a:ext cx="3377" cy="10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067" extrusionOk="0">
                      <a:moveTo>
                        <a:pt x="31" y="1"/>
                      </a:moveTo>
                      <a:cubicBezTo>
                        <a:pt x="29" y="1"/>
                        <a:pt x="25" y="5"/>
                        <a:pt x="17" y="5"/>
                      </a:cubicBezTo>
                      <a:lnTo>
                        <a:pt x="17" y="25"/>
                      </a:lnTo>
                      <a:cubicBezTo>
                        <a:pt x="17" y="41"/>
                        <a:pt x="1" y="73"/>
                        <a:pt x="1" y="106"/>
                      </a:cubicBezTo>
                      <a:lnTo>
                        <a:pt x="1" y="142"/>
                      </a:lnTo>
                      <a:lnTo>
                        <a:pt x="1" y="174"/>
                      </a:lnTo>
                      <a:lnTo>
                        <a:pt x="1" y="275"/>
                      </a:lnTo>
                      <a:lnTo>
                        <a:pt x="1" y="392"/>
                      </a:lnTo>
                      <a:cubicBezTo>
                        <a:pt x="1" y="429"/>
                        <a:pt x="17" y="477"/>
                        <a:pt x="17" y="530"/>
                      </a:cubicBezTo>
                      <a:lnTo>
                        <a:pt x="17" y="647"/>
                      </a:lnTo>
                      <a:lnTo>
                        <a:pt x="17" y="780"/>
                      </a:lnTo>
                      <a:lnTo>
                        <a:pt x="17" y="1067"/>
                      </a:lnTo>
                      <a:cubicBezTo>
                        <a:pt x="17" y="1067"/>
                        <a:pt x="17" y="934"/>
                        <a:pt x="33" y="780"/>
                      </a:cubicBezTo>
                      <a:lnTo>
                        <a:pt x="33" y="647"/>
                      </a:lnTo>
                      <a:lnTo>
                        <a:pt x="33" y="530"/>
                      </a:lnTo>
                      <a:lnTo>
                        <a:pt x="33" y="392"/>
                      </a:lnTo>
                      <a:cubicBezTo>
                        <a:pt x="33" y="344"/>
                        <a:pt x="17" y="308"/>
                        <a:pt x="17" y="275"/>
                      </a:cubicBezTo>
                      <a:lnTo>
                        <a:pt x="17" y="174"/>
                      </a:lnTo>
                      <a:lnTo>
                        <a:pt x="17" y="142"/>
                      </a:lnTo>
                      <a:lnTo>
                        <a:pt x="17" y="106"/>
                      </a:lnTo>
                      <a:cubicBezTo>
                        <a:pt x="17" y="73"/>
                        <a:pt x="17" y="41"/>
                        <a:pt x="33" y="25"/>
                      </a:cubicBezTo>
                      <a:cubicBezTo>
                        <a:pt x="33" y="5"/>
                        <a:pt x="33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0" name="Google Shape;6130;p71">
                  <a:extLst>
                    <a:ext uri="{FF2B5EF4-FFF2-40B4-BE49-F238E27FC236}">
                      <a16:creationId xmlns:a16="http://schemas.microsoft.com/office/drawing/2014/main" id="{54DEE0D3-82D1-C89C-7DA1-DC229BE991FC}"/>
                    </a:ext>
                  </a:extLst>
                </p:cNvPr>
                <p:cNvSpPr/>
                <p:nvPr/>
              </p:nvSpPr>
              <p:spPr>
                <a:xfrm>
                  <a:off x="2877672" y="1517483"/>
                  <a:ext cx="18474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53" extrusionOk="0">
                      <a:moveTo>
                        <a:pt x="85" y="0"/>
                      </a:moveTo>
                      <a:cubicBezTo>
                        <a:pt x="69" y="21"/>
                        <a:pt x="53" y="21"/>
                        <a:pt x="53" y="21"/>
                      </a:cubicBezTo>
                      <a:cubicBezTo>
                        <a:pt x="16" y="37"/>
                        <a:pt x="16" y="37"/>
                        <a:pt x="0" y="37"/>
                      </a:cubicBezTo>
                      <a:lnTo>
                        <a:pt x="0" y="53"/>
                      </a:lnTo>
                      <a:lnTo>
                        <a:pt x="53" y="53"/>
                      </a:lnTo>
                      <a:cubicBezTo>
                        <a:pt x="69" y="37"/>
                        <a:pt x="85" y="37"/>
                        <a:pt x="101" y="37"/>
                      </a:cubicBezTo>
                      <a:cubicBezTo>
                        <a:pt x="101" y="21"/>
                        <a:pt x="117" y="21"/>
                        <a:pt x="138" y="21"/>
                      </a:cubicBezTo>
                      <a:cubicBezTo>
                        <a:pt x="154" y="0"/>
                        <a:pt x="186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1" name="Google Shape;6131;p71">
                  <a:extLst>
                    <a:ext uri="{FF2B5EF4-FFF2-40B4-BE49-F238E27FC236}">
                      <a16:creationId xmlns:a16="http://schemas.microsoft.com/office/drawing/2014/main" id="{D0EE1E5F-AD11-A5EF-569C-0656B242BF84}"/>
                    </a:ext>
                  </a:extLst>
                </p:cNvPr>
                <p:cNvSpPr/>
                <p:nvPr/>
              </p:nvSpPr>
              <p:spPr>
                <a:xfrm>
                  <a:off x="2737226" y="1567643"/>
                  <a:ext cx="13707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37" extrusionOk="0">
                      <a:moveTo>
                        <a:pt x="37" y="0"/>
                      </a:moveTo>
                      <a:lnTo>
                        <a:pt x="0" y="21"/>
                      </a:lnTo>
                      <a:cubicBezTo>
                        <a:pt x="0" y="37"/>
                        <a:pt x="0" y="37"/>
                        <a:pt x="37" y="37"/>
                      </a:cubicBezTo>
                      <a:cubicBezTo>
                        <a:pt x="69" y="37"/>
                        <a:pt x="85" y="21"/>
                        <a:pt x="101" y="21"/>
                      </a:cubicBezTo>
                      <a:cubicBezTo>
                        <a:pt x="117" y="0"/>
                        <a:pt x="138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2" name="Google Shape;6132;p71">
                  <a:extLst>
                    <a:ext uri="{FF2B5EF4-FFF2-40B4-BE49-F238E27FC236}">
                      <a16:creationId xmlns:a16="http://schemas.microsoft.com/office/drawing/2014/main" id="{09982A5B-15C4-A434-7DBC-0005C44B9C59}"/>
                    </a:ext>
                  </a:extLst>
                </p:cNvPr>
                <p:cNvSpPr/>
                <p:nvPr/>
              </p:nvSpPr>
              <p:spPr>
                <a:xfrm>
                  <a:off x="2735637" y="1567643"/>
                  <a:ext cx="5264" cy="92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30" extrusionOk="0">
                      <a:moveTo>
                        <a:pt x="32" y="0"/>
                      </a:moveTo>
                      <a:lnTo>
                        <a:pt x="16" y="21"/>
                      </a:lnTo>
                      <a:lnTo>
                        <a:pt x="16" y="53"/>
                      </a:lnTo>
                      <a:cubicBezTo>
                        <a:pt x="0" y="69"/>
                        <a:pt x="0" y="85"/>
                        <a:pt x="0" y="101"/>
                      </a:cubicBezTo>
                      <a:lnTo>
                        <a:pt x="0" y="138"/>
                      </a:lnTo>
                      <a:lnTo>
                        <a:pt x="0" y="170"/>
                      </a:lnTo>
                      <a:lnTo>
                        <a:pt x="0" y="255"/>
                      </a:lnTo>
                      <a:cubicBezTo>
                        <a:pt x="0" y="287"/>
                        <a:pt x="0" y="340"/>
                        <a:pt x="16" y="372"/>
                      </a:cubicBezTo>
                      <a:lnTo>
                        <a:pt x="16" y="489"/>
                      </a:lnTo>
                      <a:cubicBezTo>
                        <a:pt x="16" y="542"/>
                        <a:pt x="32" y="574"/>
                        <a:pt x="32" y="627"/>
                      </a:cubicBezTo>
                      <a:lnTo>
                        <a:pt x="32" y="675"/>
                      </a:lnTo>
                      <a:lnTo>
                        <a:pt x="32" y="744"/>
                      </a:lnTo>
                      <a:cubicBezTo>
                        <a:pt x="32" y="808"/>
                        <a:pt x="32" y="877"/>
                        <a:pt x="53" y="930"/>
                      </a:cubicBezTo>
                      <a:lnTo>
                        <a:pt x="53" y="744"/>
                      </a:lnTo>
                      <a:lnTo>
                        <a:pt x="53" y="675"/>
                      </a:lnTo>
                      <a:lnTo>
                        <a:pt x="53" y="627"/>
                      </a:lnTo>
                      <a:lnTo>
                        <a:pt x="53" y="489"/>
                      </a:lnTo>
                      <a:cubicBezTo>
                        <a:pt x="53" y="457"/>
                        <a:pt x="32" y="404"/>
                        <a:pt x="32" y="372"/>
                      </a:cubicBezTo>
                      <a:lnTo>
                        <a:pt x="32" y="255"/>
                      </a:lnTo>
                      <a:cubicBezTo>
                        <a:pt x="32" y="223"/>
                        <a:pt x="16" y="186"/>
                        <a:pt x="16" y="170"/>
                      </a:cubicBezTo>
                      <a:lnTo>
                        <a:pt x="16" y="138"/>
                      </a:lnTo>
                      <a:cubicBezTo>
                        <a:pt x="32" y="122"/>
                        <a:pt x="32" y="122"/>
                        <a:pt x="32" y="101"/>
                      </a:cubicBezTo>
                      <a:lnTo>
                        <a:pt x="32" y="37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3" name="Google Shape;6133;p71">
                  <a:extLst>
                    <a:ext uri="{FF2B5EF4-FFF2-40B4-BE49-F238E27FC236}">
                      <a16:creationId xmlns:a16="http://schemas.microsoft.com/office/drawing/2014/main" id="{4B24F02C-8C0B-D124-0E7C-A95C299AF1F0}"/>
                    </a:ext>
                  </a:extLst>
                </p:cNvPr>
                <p:cNvSpPr/>
                <p:nvPr/>
              </p:nvSpPr>
              <p:spPr>
                <a:xfrm>
                  <a:off x="2750834" y="1564464"/>
                  <a:ext cx="3278" cy="97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978" extrusionOk="0">
                      <a:moveTo>
                        <a:pt x="17" y="0"/>
                      </a:moveTo>
                      <a:lnTo>
                        <a:pt x="17" y="32"/>
                      </a:lnTo>
                      <a:cubicBezTo>
                        <a:pt x="17" y="53"/>
                        <a:pt x="1" y="69"/>
                        <a:pt x="1" y="101"/>
                      </a:cubicBezTo>
                      <a:lnTo>
                        <a:pt x="1" y="271"/>
                      </a:lnTo>
                      <a:lnTo>
                        <a:pt x="1" y="372"/>
                      </a:lnTo>
                      <a:lnTo>
                        <a:pt x="1" y="489"/>
                      </a:lnTo>
                      <a:cubicBezTo>
                        <a:pt x="1" y="537"/>
                        <a:pt x="17" y="574"/>
                        <a:pt x="17" y="622"/>
                      </a:cubicBezTo>
                      <a:lnTo>
                        <a:pt x="17" y="739"/>
                      </a:lnTo>
                      <a:lnTo>
                        <a:pt x="17" y="840"/>
                      </a:lnTo>
                      <a:lnTo>
                        <a:pt x="17" y="925"/>
                      </a:lnTo>
                      <a:cubicBezTo>
                        <a:pt x="33" y="962"/>
                        <a:pt x="33" y="978"/>
                        <a:pt x="33" y="978"/>
                      </a:cubicBezTo>
                      <a:lnTo>
                        <a:pt x="33" y="925"/>
                      </a:lnTo>
                      <a:lnTo>
                        <a:pt x="33" y="840"/>
                      </a:lnTo>
                      <a:lnTo>
                        <a:pt x="33" y="739"/>
                      </a:lnTo>
                      <a:lnTo>
                        <a:pt x="33" y="622"/>
                      </a:lnTo>
                      <a:lnTo>
                        <a:pt x="33" y="489"/>
                      </a:lnTo>
                      <a:lnTo>
                        <a:pt x="33" y="372"/>
                      </a:lnTo>
                      <a:lnTo>
                        <a:pt x="33" y="271"/>
                      </a:lnTo>
                      <a:lnTo>
                        <a:pt x="33" y="101"/>
                      </a:lnTo>
                      <a:lnTo>
                        <a:pt x="33" y="32"/>
                      </a:lnTo>
                      <a:cubicBezTo>
                        <a:pt x="33" y="0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4" name="Google Shape;6134;p71">
                  <a:extLst>
                    <a:ext uri="{FF2B5EF4-FFF2-40B4-BE49-F238E27FC236}">
                      <a16:creationId xmlns:a16="http://schemas.microsoft.com/office/drawing/2014/main" id="{D55E7A9B-89E0-A888-C791-D52E03AD1862}"/>
                    </a:ext>
                  </a:extLst>
                </p:cNvPr>
                <p:cNvSpPr/>
                <p:nvPr/>
              </p:nvSpPr>
              <p:spPr>
                <a:xfrm>
                  <a:off x="2738816" y="1661505"/>
                  <a:ext cx="16985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66" extrusionOk="0">
                      <a:moveTo>
                        <a:pt x="170" y="1"/>
                      </a:moveTo>
                      <a:cubicBezTo>
                        <a:pt x="170" y="1"/>
                        <a:pt x="154" y="17"/>
                        <a:pt x="122" y="17"/>
                      </a:cubicBezTo>
                      <a:lnTo>
                        <a:pt x="85" y="17"/>
                      </a:lnTo>
                      <a:cubicBezTo>
                        <a:pt x="69" y="17"/>
                        <a:pt x="53" y="33"/>
                        <a:pt x="37" y="33"/>
                      </a:cubicBezTo>
                      <a:cubicBezTo>
                        <a:pt x="0" y="49"/>
                        <a:pt x="0" y="49"/>
                        <a:pt x="0" y="65"/>
                      </a:cubicBezTo>
                      <a:lnTo>
                        <a:pt x="53" y="65"/>
                      </a:lnTo>
                      <a:cubicBezTo>
                        <a:pt x="69" y="49"/>
                        <a:pt x="69" y="49"/>
                        <a:pt x="85" y="49"/>
                      </a:cubicBezTo>
                      <a:cubicBezTo>
                        <a:pt x="101" y="33"/>
                        <a:pt x="122" y="33"/>
                        <a:pt x="122" y="33"/>
                      </a:cubicBezTo>
                      <a:cubicBezTo>
                        <a:pt x="154" y="17"/>
                        <a:pt x="170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5" name="Google Shape;6135;p71">
                  <a:extLst>
                    <a:ext uri="{FF2B5EF4-FFF2-40B4-BE49-F238E27FC236}">
                      <a16:creationId xmlns:a16="http://schemas.microsoft.com/office/drawing/2014/main" id="{6846B01A-8961-1F83-08BA-02BC1BB3920A}"/>
                    </a:ext>
                  </a:extLst>
                </p:cNvPr>
                <p:cNvSpPr/>
                <p:nvPr/>
              </p:nvSpPr>
              <p:spPr>
                <a:xfrm>
                  <a:off x="2760866" y="1561186"/>
                  <a:ext cx="3278" cy="9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975" extrusionOk="0">
                      <a:moveTo>
                        <a:pt x="17" y="1"/>
                      </a:moveTo>
                      <a:lnTo>
                        <a:pt x="1" y="33"/>
                      </a:lnTo>
                      <a:lnTo>
                        <a:pt x="1" y="102"/>
                      </a:lnTo>
                      <a:lnTo>
                        <a:pt x="1" y="267"/>
                      </a:lnTo>
                      <a:lnTo>
                        <a:pt x="1" y="490"/>
                      </a:lnTo>
                      <a:cubicBezTo>
                        <a:pt x="17" y="538"/>
                        <a:pt x="17" y="570"/>
                        <a:pt x="17" y="623"/>
                      </a:cubicBezTo>
                      <a:lnTo>
                        <a:pt x="17" y="740"/>
                      </a:lnTo>
                      <a:lnTo>
                        <a:pt x="17" y="841"/>
                      </a:lnTo>
                      <a:lnTo>
                        <a:pt x="17" y="926"/>
                      </a:lnTo>
                      <a:cubicBezTo>
                        <a:pt x="33" y="958"/>
                        <a:pt x="33" y="974"/>
                        <a:pt x="33" y="974"/>
                      </a:cubicBezTo>
                      <a:lnTo>
                        <a:pt x="33" y="926"/>
                      </a:lnTo>
                      <a:lnTo>
                        <a:pt x="33" y="841"/>
                      </a:lnTo>
                      <a:lnTo>
                        <a:pt x="33" y="740"/>
                      </a:lnTo>
                      <a:lnTo>
                        <a:pt x="33" y="623"/>
                      </a:lnTo>
                      <a:lnTo>
                        <a:pt x="33" y="490"/>
                      </a:lnTo>
                      <a:lnTo>
                        <a:pt x="33" y="267"/>
                      </a:lnTo>
                      <a:lnTo>
                        <a:pt x="33" y="102"/>
                      </a:lnTo>
                      <a:cubicBezTo>
                        <a:pt x="33" y="65"/>
                        <a:pt x="33" y="49"/>
                        <a:pt x="17" y="33"/>
                      </a:cubicBez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6" name="Google Shape;6136;p71">
                  <a:extLst>
                    <a:ext uri="{FF2B5EF4-FFF2-40B4-BE49-F238E27FC236}">
                      <a16:creationId xmlns:a16="http://schemas.microsoft.com/office/drawing/2014/main" id="{9FEB9194-5290-A341-C812-34CDC4B30806}"/>
                    </a:ext>
                  </a:extLst>
                </p:cNvPr>
                <p:cNvSpPr/>
                <p:nvPr/>
              </p:nvSpPr>
              <p:spPr>
                <a:xfrm>
                  <a:off x="2760866" y="1556022"/>
                  <a:ext cx="20163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2" extrusionOk="0">
                      <a:moveTo>
                        <a:pt x="166" y="0"/>
                      </a:moveTo>
                      <a:cubicBezTo>
                        <a:pt x="166" y="0"/>
                        <a:pt x="150" y="0"/>
                        <a:pt x="150" y="16"/>
                      </a:cubicBezTo>
                      <a:lnTo>
                        <a:pt x="182" y="16"/>
                      </a:lnTo>
                      <a:cubicBezTo>
                        <a:pt x="203" y="16"/>
                        <a:pt x="203" y="0"/>
                        <a:pt x="203" y="0"/>
                      </a:cubicBezTo>
                      <a:close/>
                      <a:moveTo>
                        <a:pt x="102" y="16"/>
                      </a:moveTo>
                      <a:cubicBezTo>
                        <a:pt x="81" y="37"/>
                        <a:pt x="65" y="37"/>
                        <a:pt x="49" y="53"/>
                      </a:cubicBezTo>
                      <a:lnTo>
                        <a:pt x="1" y="69"/>
                      </a:lnTo>
                      <a:cubicBezTo>
                        <a:pt x="1" y="77"/>
                        <a:pt x="1" y="81"/>
                        <a:pt x="7" y="81"/>
                      </a:cubicBezTo>
                      <a:cubicBezTo>
                        <a:pt x="13" y="81"/>
                        <a:pt x="25" y="77"/>
                        <a:pt x="49" y="69"/>
                      </a:cubicBezTo>
                      <a:cubicBezTo>
                        <a:pt x="65" y="53"/>
                        <a:pt x="81" y="53"/>
                        <a:pt x="102" y="53"/>
                      </a:cubicBezTo>
                      <a:lnTo>
                        <a:pt x="118" y="37"/>
                      </a:lnTo>
                      <a:cubicBezTo>
                        <a:pt x="134" y="37"/>
                        <a:pt x="134" y="37"/>
                        <a:pt x="150" y="1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7" name="Google Shape;6137;p71">
                  <a:extLst>
                    <a:ext uri="{FF2B5EF4-FFF2-40B4-BE49-F238E27FC236}">
                      <a16:creationId xmlns:a16="http://schemas.microsoft.com/office/drawing/2014/main" id="{D2857A33-F9E1-76BA-A94E-CAD175BF3004}"/>
                    </a:ext>
                  </a:extLst>
                </p:cNvPr>
                <p:cNvSpPr/>
                <p:nvPr/>
              </p:nvSpPr>
              <p:spPr>
                <a:xfrm>
                  <a:off x="2777354" y="1556022"/>
                  <a:ext cx="5264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27" extrusionOk="0">
                      <a:moveTo>
                        <a:pt x="37" y="0"/>
                      </a:moveTo>
                      <a:lnTo>
                        <a:pt x="16" y="37"/>
                      </a:lnTo>
                      <a:lnTo>
                        <a:pt x="16" y="53"/>
                      </a:lnTo>
                      <a:cubicBezTo>
                        <a:pt x="16" y="69"/>
                        <a:pt x="16" y="85"/>
                        <a:pt x="0" y="101"/>
                      </a:cubicBezTo>
                      <a:lnTo>
                        <a:pt x="0" y="271"/>
                      </a:lnTo>
                      <a:cubicBezTo>
                        <a:pt x="16" y="303"/>
                        <a:pt x="16" y="340"/>
                        <a:pt x="16" y="388"/>
                      </a:cubicBezTo>
                      <a:lnTo>
                        <a:pt x="16" y="505"/>
                      </a:lnTo>
                      <a:cubicBezTo>
                        <a:pt x="16" y="558"/>
                        <a:pt x="16" y="590"/>
                        <a:pt x="37" y="643"/>
                      </a:cubicBezTo>
                      <a:lnTo>
                        <a:pt x="37" y="760"/>
                      </a:lnTo>
                      <a:lnTo>
                        <a:pt x="37" y="1026"/>
                      </a:lnTo>
                      <a:cubicBezTo>
                        <a:pt x="37" y="1026"/>
                        <a:pt x="37" y="909"/>
                        <a:pt x="53" y="760"/>
                      </a:cubicBezTo>
                      <a:lnTo>
                        <a:pt x="53" y="643"/>
                      </a:lnTo>
                      <a:lnTo>
                        <a:pt x="53" y="505"/>
                      </a:lnTo>
                      <a:lnTo>
                        <a:pt x="53" y="388"/>
                      </a:lnTo>
                      <a:cubicBezTo>
                        <a:pt x="37" y="340"/>
                        <a:pt x="37" y="303"/>
                        <a:pt x="37" y="271"/>
                      </a:cubicBezTo>
                      <a:lnTo>
                        <a:pt x="37" y="101"/>
                      </a:lnTo>
                      <a:lnTo>
                        <a:pt x="37" y="69"/>
                      </a:lnTo>
                      <a:lnTo>
                        <a:pt x="37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8" name="Google Shape;6138;p71">
                  <a:extLst>
                    <a:ext uri="{FF2B5EF4-FFF2-40B4-BE49-F238E27FC236}">
                      <a16:creationId xmlns:a16="http://schemas.microsoft.com/office/drawing/2014/main" id="{76207C9B-CDF9-84A9-8A0E-128FDAEFC2D3}"/>
                    </a:ext>
                  </a:extLst>
                </p:cNvPr>
                <p:cNvSpPr/>
                <p:nvPr/>
              </p:nvSpPr>
              <p:spPr>
                <a:xfrm>
                  <a:off x="2760866" y="1656340"/>
                  <a:ext cx="18176" cy="7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77" extrusionOk="0">
                      <a:moveTo>
                        <a:pt x="166" y="0"/>
                      </a:moveTo>
                      <a:cubicBezTo>
                        <a:pt x="150" y="0"/>
                        <a:pt x="150" y="0"/>
                        <a:pt x="150" y="16"/>
                      </a:cubicBezTo>
                      <a:lnTo>
                        <a:pt x="166" y="16"/>
                      </a:lnTo>
                      <a:lnTo>
                        <a:pt x="182" y="0"/>
                      </a:lnTo>
                      <a:close/>
                      <a:moveTo>
                        <a:pt x="150" y="16"/>
                      </a:moveTo>
                      <a:cubicBezTo>
                        <a:pt x="118" y="16"/>
                        <a:pt x="81" y="37"/>
                        <a:pt x="49" y="37"/>
                      </a:cubicBezTo>
                      <a:cubicBezTo>
                        <a:pt x="1" y="69"/>
                        <a:pt x="1" y="69"/>
                        <a:pt x="17" y="69"/>
                      </a:cubicBezTo>
                      <a:cubicBezTo>
                        <a:pt x="17" y="69"/>
                        <a:pt x="17" y="76"/>
                        <a:pt x="31" y="76"/>
                      </a:cubicBezTo>
                      <a:cubicBezTo>
                        <a:pt x="38" y="76"/>
                        <a:pt x="49" y="74"/>
                        <a:pt x="65" y="69"/>
                      </a:cubicBezTo>
                      <a:cubicBezTo>
                        <a:pt x="65" y="53"/>
                        <a:pt x="81" y="53"/>
                        <a:pt x="102" y="53"/>
                      </a:cubicBezTo>
                      <a:cubicBezTo>
                        <a:pt x="118" y="37"/>
                        <a:pt x="134" y="37"/>
                        <a:pt x="150" y="1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39" name="Google Shape;6139;p71">
                  <a:extLst>
                    <a:ext uri="{FF2B5EF4-FFF2-40B4-BE49-F238E27FC236}">
                      <a16:creationId xmlns:a16="http://schemas.microsoft.com/office/drawing/2014/main" id="{5C9C764E-D4C1-F404-11E4-7AA056F17B5D}"/>
                    </a:ext>
                  </a:extLst>
                </p:cNvPr>
                <p:cNvSpPr/>
                <p:nvPr/>
              </p:nvSpPr>
              <p:spPr>
                <a:xfrm>
                  <a:off x="2787386" y="1554432"/>
                  <a:ext cx="5264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43" extrusionOk="0">
                      <a:moveTo>
                        <a:pt x="16" y="0"/>
                      </a:moveTo>
                      <a:lnTo>
                        <a:pt x="16" y="32"/>
                      </a:lnTo>
                      <a:cubicBezTo>
                        <a:pt x="16" y="53"/>
                        <a:pt x="16" y="69"/>
                        <a:pt x="0" y="117"/>
                      </a:cubicBezTo>
                      <a:lnTo>
                        <a:pt x="0" y="271"/>
                      </a:lnTo>
                      <a:cubicBezTo>
                        <a:pt x="0" y="356"/>
                        <a:pt x="16" y="436"/>
                        <a:pt x="16" y="521"/>
                      </a:cubicBezTo>
                      <a:lnTo>
                        <a:pt x="16" y="638"/>
                      </a:lnTo>
                      <a:cubicBezTo>
                        <a:pt x="37" y="691"/>
                        <a:pt x="37" y="723"/>
                        <a:pt x="37" y="776"/>
                      </a:cubicBezTo>
                      <a:lnTo>
                        <a:pt x="37" y="877"/>
                      </a:lnTo>
                      <a:cubicBezTo>
                        <a:pt x="37" y="840"/>
                        <a:pt x="53" y="808"/>
                        <a:pt x="53" y="776"/>
                      </a:cubicBezTo>
                      <a:lnTo>
                        <a:pt x="53" y="638"/>
                      </a:lnTo>
                      <a:lnTo>
                        <a:pt x="53" y="521"/>
                      </a:lnTo>
                      <a:cubicBezTo>
                        <a:pt x="37" y="420"/>
                        <a:pt x="37" y="335"/>
                        <a:pt x="37" y="271"/>
                      </a:cubicBezTo>
                      <a:lnTo>
                        <a:pt x="37" y="117"/>
                      </a:lnTo>
                      <a:lnTo>
                        <a:pt x="37" y="32"/>
                      </a:lnTo>
                      <a:cubicBezTo>
                        <a:pt x="37" y="0"/>
                        <a:pt x="37" y="0"/>
                        <a:pt x="16" y="0"/>
                      </a:cubicBezTo>
                      <a:close/>
                      <a:moveTo>
                        <a:pt x="37" y="962"/>
                      </a:moveTo>
                      <a:lnTo>
                        <a:pt x="37" y="962"/>
                      </a:lnTo>
                      <a:cubicBezTo>
                        <a:pt x="16" y="1010"/>
                        <a:pt x="16" y="1042"/>
                        <a:pt x="16" y="1042"/>
                      </a:cubicBezTo>
                      <a:cubicBezTo>
                        <a:pt x="16" y="1042"/>
                        <a:pt x="37" y="1010"/>
                        <a:pt x="37" y="96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0" name="Google Shape;6140;p71">
                  <a:extLst>
                    <a:ext uri="{FF2B5EF4-FFF2-40B4-BE49-F238E27FC236}">
                      <a16:creationId xmlns:a16="http://schemas.microsoft.com/office/drawing/2014/main" id="{FE386638-7715-2B74-51BA-CAF64807FCC5}"/>
                    </a:ext>
                  </a:extLst>
                </p:cNvPr>
                <p:cNvSpPr/>
                <p:nvPr/>
              </p:nvSpPr>
              <p:spPr>
                <a:xfrm>
                  <a:off x="2787386" y="1551155"/>
                  <a:ext cx="20163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66" extrusionOk="0">
                      <a:moveTo>
                        <a:pt x="154" y="1"/>
                      </a:moveTo>
                      <a:cubicBezTo>
                        <a:pt x="117" y="17"/>
                        <a:pt x="85" y="33"/>
                        <a:pt x="69" y="33"/>
                      </a:cubicBezTo>
                      <a:cubicBezTo>
                        <a:pt x="53" y="33"/>
                        <a:pt x="37" y="33"/>
                        <a:pt x="37" y="49"/>
                      </a:cubicBezTo>
                      <a:lnTo>
                        <a:pt x="16" y="49"/>
                      </a:lnTo>
                      <a:cubicBezTo>
                        <a:pt x="16" y="49"/>
                        <a:pt x="0" y="49"/>
                        <a:pt x="16" y="65"/>
                      </a:cubicBezTo>
                      <a:lnTo>
                        <a:pt x="37" y="65"/>
                      </a:lnTo>
                      <a:cubicBezTo>
                        <a:pt x="37" y="65"/>
                        <a:pt x="53" y="65"/>
                        <a:pt x="69" y="49"/>
                      </a:cubicBezTo>
                      <a:cubicBezTo>
                        <a:pt x="101" y="49"/>
                        <a:pt x="138" y="33"/>
                        <a:pt x="170" y="17"/>
                      </a:cubicBezTo>
                      <a:cubicBezTo>
                        <a:pt x="170" y="17"/>
                        <a:pt x="18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1" name="Google Shape;6141;p71">
                  <a:extLst>
                    <a:ext uri="{FF2B5EF4-FFF2-40B4-BE49-F238E27FC236}">
                      <a16:creationId xmlns:a16="http://schemas.microsoft.com/office/drawing/2014/main" id="{C06DC1D3-2F6B-756D-0A6A-98FF238F8B25}"/>
                    </a:ext>
                  </a:extLst>
                </p:cNvPr>
                <p:cNvSpPr/>
                <p:nvPr/>
              </p:nvSpPr>
              <p:spPr>
                <a:xfrm>
                  <a:off x="2805860" y="1549565"/>
                  <a:ext cx="3278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3" extrusionOk="0">
                      <a:moveTo>
                        <a:pt x="32" y="1"/>
                      </a:moveTo>
                      <a:lnTo>
                        <a:pt x="16" y="33"/>
                      </a:lnTo>
                      <a:cubicBezTo>
                        <a:pt x="16" y="33"/>
                        <a:pt x="16" y="65"/>
                        <a:pt x="0" y="102"/>
                      </a:cubicBezTo>
                      <a:lnTo>
                        <a:pt x="0" y="134"/>
                      </a:lnTo>
                      <a:lnTo>
                        <a:pt x="0" y="166"/>
                      </a:lnTo>
                      <a:lnTo>
                        <a:pt x="0" y="267"/>
                      </a:lnTo>
                      <a:cubicBezTo>
                        <a:pt x="0" y="336"/>
                        <a:pt x="0" y="421"/>
                        <a:pt x="16" y="506"/>
                      </a:cubicBezTo>
                      <a:lnTo>
                        <a:pt x="16" y="756"/>
                      </a:lnTo>
                      <a:cubicBezTo>
                        <a:pt x="32" y="926"/>
                        <a:pt x="32" y="1043"/>
                        <a:pt x="32" y="1043"/>
                      </a:cubicBezTo>
                      <a:lnTo>
                        <a:pt x="32" y="756"/>
                      </a:lnTo>
                      <a:lnTo>
                        <a:pt x="32" y="506"/>
                      </a:lnTo>
                      <a:lnTo>
                        <a:pt x="32" y="384"/>
                      </a:lnTo>
                      <a:lnTo>
                        <a:pt x="32" y="267"/>
                      </a:lnTo>
                      <a:lnTo>
                        <a:pt x="32" y="166"/>
                      </a:lnTo>
                      <a:lnTo>
                        <a:pt x="32" y="134"/>
                      </a:lnTo>
                      <a:lnTo>
                        <a:pt x="32" y="102"/>
                      </a:lnTo>
                      <a:lnTo>
                        <a:pt x="32" y="33"/>
                      </a:lnTo>
                      <a:lnTo>
                        <a:pt x="3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2" name="Google Shape;6142;p71">
                  <a:extLst>
                    <a:ext uri="{FF2B5EF4-FFF2-40B4-BE49-F238E27FC236}">
                      <a16:creationId xmlns:a16="http://schemas.microsoft.com/office/drawing/2014/main" id="{6CA5BC18-8867-BBBB-7428-9F1630DB7FF6}"/>
                    </a:ext>
                  </a:extLst>
                </p:cNvPr>
                <p:cNvSpPr/>
                <p:nvPr/>
              </p:nvSpPr>
              <p:spPr>
                <a:xfrm>
                  <a:off x="2785796" y="1651473"/>
                  <a:ext cx="21752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62" extrusionOk="0">
                      <a:moveTo>
                        <a:pt x="186" y="1"/>
                      </a:moveTo>
                      <a:cubicBezTo>
                        <a:pt x="170" y="1"/>
                        <a:pt x="133" y="17"/>
                        <a:pt x="117" y="17"/>
                      </a:cubicBezTo>
                      <a:cubicBezTo>
                        <a:pt x="101" y="17"/>
                        <a:pt x="85" y="17"/>
                        <a:pt x="69" y="33"/>
                      </a:cubicBezTo>
                      <a:cubicBezTo>
                        <a:pt x="0" y="49"/>
                        <a:pt x="16" y="49"/>
                        <a:pt x="16" y="49"/>
                      </a:cubicBezTo>
                      <a:cubicBezTo>
                        <a:pt x="16" y="57"/>
                        <a:pt x="16" y="61"/>
                        <a:pt x="23" y="61"/>
                      </a:cubicBezTo>
                      <a:cubicBezTo>
                        <a:pt x="29" y="61"/>
                        <a:pt x="42" y="57"/>
                        <a:pt x="69" y="49"/>
                      </a:cubicBezTo>
                      <a:cubicBezTo>
                        <a:pt x="85" y="49"/>
                        <a:pt x="101" y="33"/>
                        <a:pt x="133" y="33"/>
                      </a:cubicBezTo>
                      <a:cubicBezTo>
                        <a:pt x="154" y="33"/>
                        <a:pt x="170" y="17"/>
                        <a:pt x="186" y="17"/>
                      </a:cubicBezTo>
                      <a:lnTo>
                        <a:pt x="202" y="17"/>
                      </a:lnTo>
                      <a:lnTo>
                        <a:pt x="21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3" name="Google Shape;6143;p71">
                  <a:extLst>
                    <a:ext uri="{FF2B5EF4-FFF2-40B4-BE49-F238E27FC236}">
                      <a16:creationId xmlns:a16="http://schemas.microsoft.com/office/drawing/2014/main" id="{214A97C9-C471-922D-72FF-18DD79797965}"/>
                    </a:ext>
                  </a:extLst>
                </p:cNvPr>
                <p:cNvSpPr/>
                <p:nvPr/>
              </p:nvSpPr>
              <p:spPr>
                <a:xfrm>
                  <a:off x="2815892" y="1547579"/>
                  <a:ext cx="3278" cy="103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7" extrusionOk="0">
                      <a:moveTo>
                        <a:pt x="32" y="0"/>
                      </a:moveTo>
                      <a:cubicBezTo>
                        <a:pt x="16" y="0"/>
                        <a:pt x="16" y="0"/>
                        <a:pt x="16" y="37"/>
                      </a:cubicBezTo>
                      <a:lnTo>
                        <a:pt x="16" y="122"/>
                      </a:lnTo>
                      <a:cubicBezTo>
                        <a:pt x="16" y="154"/>
                        <a:pt x="0" y="202"/>
                        <a:pt x="0" y="271"/>
                      </a:cubicBezTo>
                      <a:lnTo>
                        <a:pt x="0" y="526"/>
                      </a:lnTo>
                      <a:cubicBezTo>
                        <a:pt x="16" y="606"/>
                        <a:pt x="16" y="691"/>
                        <a:pt x="16" y="776"/>
                      </a:cubicBezTo>
                      <a:cubicBezTo>
                        <a:pt x="16" y="930"/>
                        <a:pt x="32" y="1047"/>
                        <a:pt x="32" y="1047"/>
                      </a:cubicBezTo>
                      <a:lnTo>
                        <a:pt x="32" y="776"/>
                      </a:lnTo>
                      <a:lnTo>
                        <a:pt x="32" y="526"/>
                      </a:lnTo>
                      <a:lnTo>
                        <a:pt x="32" y="271"/>
                      </a:lnTo>
                      <a:lnTo>
                        <a:pt x="32" y="122"/>
                      </a:lnTo>
                      <a:lnTo>
                        <a:pt x="32" y="37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4" name="Google Shape;6144;p71">
                  <a:extLst>
                    <a:ext uri="{FF2B5EF4-FFF2-40B4-BE49-F238E27FC236}">
                      <a16:creationId xmlns:a16="http://schemas.microsoft.com/office/drawing/2014/main" id="{04E7BA8B-908F-BA92-FEB2-5D03BACFB86D}"/>
                    </a:ext>
                  </a:extLst>
                </p:cNvPr>
                <p:cNvSpPr/>
                <p:nvPr/>
              </p:nvSpPr>
              <p:spPr>
                <a:xfrm>
                  <a:off x="2817481" y="1649884"/>
                  <a:ext cx="18574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33" extrusionOk="0">
                      <a:moveTo>
                        <a:pt x="53" y="1"/>
                      </a:moveTo>
                      <a:lnTo>
                        <a:pt x="0" y="17"/>
                      </a:lnTo>
                      <a:cubicBezTo>
                        <a:pt x="0" y="33"/>
                        <a:pt x="0" y="33"/>
                        <a:pt x="53" y="33"/>
                      </a:cubicBezTo>
                      <a:cubicBezTo>
                        <a:pt x="69" y="17"/>
                        <a:pt x="101" y="17"/>
                        <a:pt x="138" y="17"/>
                      </a:cubicBezTo>
                      <a:cubicBezTo>
                        <a:pt x="154" y="1"/>
                        <a:pt x="186" y="1"/>
                        <a:pt x="1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5" name="Google Shape;6145;p71">
                  <a:extLst>
                    <a:ext uri="{FF2B5EF4-FFF2-40B4-BE49-F238E27FC236}">
                      <a16:creationId xmlns:a16="http://schemas.microsoft.com/office/drawing/2014/main" id="{4BE35A94-4556-BB21-7F49-7E66B7F714B2}"/>
                    </a:ext>
                  </a:extLst>
                </p:cNvPr>
                <p:cNvSpPr/>
                <p:nvPr/>
              </p:nvSpPr>
              <p:spPr>
                <a:xfrm>
                  <a:off x="2819070" y="1544400"/>
                  <a:ext cx="20163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3" extrusionOk="0">
                      <a:moveTo>
                        <a:pt x="202" y="0"/>
                      </a:moveTo>
                      <a:cubicBezTo>
                        <a:pt x="202" y="0"/>
                        <a:pt x="170" y="0"/>
                        <a:pt x="138" y="16"/>
                      </a:cubicBezTo>
                      <a:lnTo>
                        <a:pt x="0" y="16"/>
                      </a:lnTo>
                      <a:lnTo>
                        <a:pt x="0" y="32"/>
                      </a:lnTo>
                      <a:cubicBezTo>
                        <a:pt x="0" y="53"/>
                        <a:pt x="21" y="53"/>
                        <a:pt x="21" y="53"/>
                      </a:cubicBezTo>
                      <a:lnTo>
                        <a:pt x="53" y="53"/>
                      </a:lnTo>
                      <a:cubicBezTo>
                        <a:pt x="85" y="53"/>
                        <a:pt x="122" y="32"/>
                        <a:pt x="154" y="16"/>
                      </a:cubicBezTo>
                      <a:cubicBezTo>
                        <a:pt x="170" y="16"/>
                        <a:pt x="202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6" name="Google Shape;6146;p71">
                  <a:extLst>
                    <a:ext uri="{FF2B5EF4-FFF2-40B4-BE49-F238E27FC236}">
                      <a16:creationId xmlns:a16="http://schemas.microsoft.com/office/drawing/2014/main" id="{C56C990F-4AB7-6F78-8654-92D63C052350}"/>
                    </a:ext>
                  </a:extLst>
                </p:cNvPr>
                <p:cNvSpPr/>
                <p:nvPr/>
              </p:nvSpPr>
              <p:spPr>
                <a:xfrm>
                  <a:off x="2834267" y="1542712"/>
                  <a:ext cx="4966" cy="87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878" extrusionOk="0">
                      <a:moveTo>
                        <a:pt x="33" y="1"/>
                      </a:moveTo>
                      <a:lnTo>
                        <a:pt x="17" y="33"/>
                      </a:lnTo>
                      <a:lnTo>
                        <a:pt x="17" y="49"/>
                      </a:lnTo>
                      <a:cubicBezTo>
                        <a:pt x="17" y="70"/>
                        <a:pt x="17" y="86"/>
                        <a:pt x="1" y="102"/>
                      </a:cubicBezTo>
                      <a:lnTo>
                        <a:pt x="1" y="272"/>
                      </a:lnTo>
                      <a:cubicBezTo>
                        <a:pt x="1" y="304"/>
                        <a:pt x="17" y="352"/>
                        <a:pt x="17" y="389"/>
                      </a:cubicBezTo>
                      <a:lnTo>
                        <a:pt x="17" y="522"/>
                      </a:lnTo>
                      <a:cubicBezTo>
                        <a:pt x="33" y="554"/>
                        <a:pt x="33" y="607"/>
                        <a:pt x="17" y="639"/>
                      </a:cubicBezTo>
                      <a:lnTo>
                        <a:pt x="17" y="777"/>
                      </a:lnTo>
                      <a:lnTo>
                        <a:pt x="17" y="878"/>
                      </a:lnTo>
                      <a:cubicBezTo>
                        <a:pt x="33" y="841"/>
                        <a:pt x="33" y="809"/>
                        <a:pt x="33" y="777"/>
                      </a:cubicBezTo>
                      <a:cubicBezTo>
                        <a:pt x="33" y="724"/>
                        <a:pt x="33" y="692"/>
                        <a:pt x="49" y="639"/>
                      </a:cubicBezTo>
                      <a:lnTo>
                        <a:pt x="49" y="522"/>
                      </a:lnTo>
                      <a:lnTo>
                        <a:pt x="49" y="389"/>
                      </a:lnTo>
                      <a:cubicBezTo>
                        <a:pt x="33" y="336"/>
                        <a:pt x="33" y="304"/>
                        <a:pt x="33" y="272"/>
                      </a:cubicBezTo>
                      <a:lnTo>
                        <a:pt x="33" y="102"/>
                      </a:lnTo>
                      <a:lnTo>
                        <a:pt x="33" y="70"/>
                      </a:lnTo>
                      <a:lnTo>
                        <a:pt x="33" y="33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7" name="Google Shape;6147;p71">
                  <a:extLst>
                    <a:ext uri="{FF2B5EF4-FFF2-40B4-BE49-F238E27FC236}">
                      <a16:creationId xmlns:a16="http://schemas.microsoft.com/office/drawing/2014/main" id="{5FA6BC60-BCA0-B5F4-4306-052C99FC8B62}"/>
                    </a:ext>
                  </a:extLst>
                </p:cNvPr>
                <p:cNvSpPr/>
                <p:nvPr/>
              </p:nvSpPr>
              <p:spPr>
                <a:xfrm>
                  <a:off x="2844299" y="1541123"/>
                  <a:ext cx="4966" cy="76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773" extrusionOk="0">
                      <a:moveTo>
                        <a:pt x="17" y="1"/>
                      </a:moveTo>
                      <a:lnTo>
                        <a:pt x="17" y="33"/>
                      </a:lnTo>
                      <a:cubicBezTo>
                        <a:pt x="1" y="49"/>
                        <a:pt x="1" y="65"/>
                        <a:pt x="1" y="118"/>
                      </a:cubicBezTo>
                      <a:lnTo>
                        <a:pt x="1" y="187"/>
                      </a:lnTo>
                      <a:lnTo>
                        <a:pt x="1" y="267"/>
                      </a:lnTo>
                      <a:cubicBezTo>
                        <a:pt x="1" y="320"/>
                        <a:pt x="17" y="352"/>
                        <a:pt x="17" y="389"/>
                      </a:cubicBezTo>
                      <a:lnTo>
                        <a:pt x="17" y="453"/>
                      </a:lnTo>
                      <a:lnTo>
                        <a:pt x="17" y="522"/>
                      </a:lnTo>
                      <a:cubicBezTo>
                        <a:pt x="33" y="554"/>
                        <a:pt x="33" y="607"/>
                        <a:pt x="33" y="639"/>
                      </a:cubicBezTo>
                      <a:lnTo>
                        <a:pt x="33" y="772"/>
                      </a:lnTo>
                      <a:cubicBezTo>
                        <a:pt x="49" y="724"/>
                        <a:pt x="49" y="692"/>
                        <a:pt x="49" y="639"/>
                      </a:cubicBezTo>
                      <a:lnTo>
                        <a:pt x="49" y="522"/>
                      </a:lnTo>
                      <a:lnTo>
                        <a:pt x="49" y="453"/>
                      </a:lnTo>
                      <a:lnTo>
                        <a:pt x="49" y="389"/>
                      </a:lnTo>
                      <a:cubicBezTo>
                        <a:pt x="33" y="352"/>
                        <a:pt x="33" y="304"/>
                        <a:pt x="33" y="267"/>
                      </a:cubicBezTo>
                      <a:cubicBezTo>
                        <a:pt x="33" y="203"/>
                        <a:pt x="17" y="150"/>
                        <a:pt x="33" y="118"/>
                      </a:cubicBezTo>
                      <a:lnTo>
                        <a:pt x="33" y="65"/>
                      </a:lnTo>
                      <a:lnTo>
                        <a:pt x="33" y="33"/>
                      </a:lnTo>
                      <a:cubicBezTo>
                        <a:pt x="33" y="1"/>
                        <a:pt x="33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8" name="Google Shape;6148;p71">
                  <a:extLst>
                    <a:ext uri="{FF2B5EF4-FFF2-40B4-BE49-F238E27FC236}">
                      <a16:creationId xmlns:a16="http://schemas.microsoft.com/office/drawing/2014/main" id="{04718DF9-A765-9598-D9F5-B090307022F4}"/>
                    </a:ext>
                  </a:extLst>
                </p:cNvPr>
                <p:cNvSpPr/>
                <p:nvPr/>
              </p:nvSpPr>
              <p:spPr>
                <a:xfrm>
                  <a:off x="2845987" y="1643030"/>
                  <a:ext cx="13310" cy="2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30" extrusionOk="0">
                      <a:moveTo>
                        <a:pt x="53" y="1"/>
                      </a:moveTo>
                      <a:lnTo>
                        <a:pt x="0" y="17"/>
                      </a:lnTo>
                      <a:cubicBezTo>
                        <a:pt x="8" y="25"/>
                        <a:pt x="8" y="29"/>
                        <a:pt x="13" y="29"/>
                      </a:cubicBezTo>
                      <a:cubicBezTo>
                        <a:pt x="17" y="29"/>
                        <a:pt x="26" y="25"/>
                        <a:pt x="53" y="17"/>
                      </a:cubicBezTo>
                      <a:lnTo>
                        <a:pt x="101" y="17"/>
                      </a:lnTo>
                      <a:cubicBezTo>
                        <a:pt x="101" y="17"/>
                        <a:pt x="117" y="17"/>
                        <a:pt x="1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49" name="Google Shape;6149;p71">
                  <a:extLst>
                    <a:ext uri="{FF2B5EF4-FFF2-40B4-BE49-F238E27FC236}">
                      <a16:creationId xmlns:a16="http://schemas.microsoft.com/office/drawing/2014/main" id="{606BF0B0-2BD5-573C-5164-B4C7B42F4AB7}"/>
                    </a:ext>
                  </a:extLst>
                </p:cNvPr>
                <p:cNvSpPr/>
                <p:nvPr/>
              </p:nvSpPr>
              <p:spPr>
                <a:xfrm>
                  <a:off x="2847577" y="1535958"/>
                  <a:ext cx="21752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69" extrusionOk="0">
                      <a:moveTo>
                        <a:pt x="218" y="0"/>
                      </a:moveTo>
                      <a:cubicBezTo>
                        <a:pt x="218" y="0"/>
                        <a:pt x="186" y="0"/>
                        <a:pt x="154" y="16"/>
                      </a:cubicBezTo>
                      <a:cubicBezTo>
                        <a:pt x="117" y="16"/>
                        <a:pt x="85" y="37"/>
                        <a:pt x="53" y="37"/>
                      </a:cubicBezTo>
                      <a:lnTo>
                        <a:pt x="16" y="37"/>
                      </a:lnTo>
                      <a:lnTo>
                        <a:pt x="0" y="53"/>
                      </a:lnTo>
                      <a:cubicBezTo>
                        <a:pt x="0" y="69"/>
                        <a:pt x="0" y="69"/>
                        <a:pt x="16" y="69"/>
                      </a:cubicBezTo>
                      <a:lnTo>
                        <a:pt x="53" y="69"/>
                      </a:lnTo>
                      <a:cubicBezTo>
                        <a:pt x="85" y="53"/>
                        <a:pt x="138" y="37"/>
                        <a:pt x="170" y="16"/>
                      </a:cubicBezTo>
                      <a:cubicBezTo>
                        <a:pt x="202" y="16"/>
                        <a:pt x="218" y="0"/>
                        <a:pt x="2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0" name="Google Shape;6150;p71">
                  <a:extLst>
                    <a:ext uri="{FF2B5EF4-FFF2-40B4-BE49-F238E27FC236}">
                      <a16:creationId xmlns:a16="http://schemas.microsoft.com/office/drawing/2014/main" id="{77B2F3B0-8049-FEF0-9CDB-683E53F5C92B}"/>
                    </a:ext>
                  </a:extLst>
                </p:cNvPr>
                <p:cNvSpPr/>
                <p:nvPr/>
              </p:nvSpPr>
              <p:spPr>
                <a:xfrm>
                  <a:off x="2864362" y="1535958"/>
                  <a:ext cx="3377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011" extrusionOk="0">
                      <a:moveTo>
                        <a:pt x="33" y="0"/>
                      </a:moveTo>
                      <a:lnTo>
                        <a:pt x="17" y="16"/>
                      </a:lnTo>
                      <a:cubicBezTo>
                        <a:pt x="17" y="37"/>
                        <a:pt x="17" y="53"/>
                        <a:pt x="1" y="53"/>
                      </a:cubicBezTo>
                      <a:lnTo>
                        <a:pt x="1" y="101"/>
                      </a:lnTo>
                      <a:lnTo>
                        <a:pt x="1" y="271"/>
                      </a:lnTo>
                      <a:lnTo>
                        <a:pt x="1" y="388"/>
                      </a:lnTo>
                      <a:cubicBezTo>
                        <a:pt x="1" y="420"/>
                        <a:pt x="17" y="473"/>
                        <a:pt x="17" y="505"/>
                      </a:cubicBezTo>
                      <a:lnTo>
                        <a:pt x="17" y="643"/>
                      </a:lnTo>
                      <a:cubicBezTo>
                        <a:pt x="1" y="675"/>
                        <a:pt x="1" y="723"/>
                        <a:pt x="1" y="760"/>
                      </a:cubicBezTo>
                      <a:lnTo>
                        <a:pt x="1" y="877"/>
                      </a:lnTo>
                      <a:cubicBezTo>
                        <a:pt x="1" y="845"/>
                        <a:pt x="17" y="792"/>
                        <a:pt x="17" y="760"/>
                      </a:cubicBezTo>
                      <a:cubicBezTo>
                        <a:pt x="17" y="723"/>
                        <a:pt x="17" y="675"/>
                        <a:pt x="33" y="643"/>
                      </a:cubicBezTo>
                      <a:lnTo>
                        <a:pt x="33" y="505"/>
                      </a:lnTo>
                      <a:lnTo>
                        <a:pt x="33" y="388"/>
                      </a:lnTo>
                      <a:cubicBezTo>
                        <a:pt x="33" y="340"/>
                        <a:pt x="33" y="303"/>
                        <a:pt x="17" y="271"/>
                      </a:cubicBezTo>
                      <a:lnTo>
                        <a:pt x="17" y="101"/>
                      </a:lnTo>
                      <a:cubicBezTo>
                        <a:pt x="33" y="85"/>
                        <a:pt x="33" y="69"/>
                        <a:pt x="33" y="53"/>
                      </a:cubicBezTo>
                      <a:lnTo>
                        <a:pt x="33" y="37"/>
                      </a:lnTo>
                      <a:lnTo>
                        <a:pt x="33" y="0"/>
                      </a:lnTo>
                      <a:close/>
                      <a:moveTo>
                        <a:pt x="1" y="962"/>
                      </a:moveTo>
                      <a:cubicBezTo>
                        <a:pt x="1" y="978"/>
                        <a:pt x="17" y="994"/>
                        <a:pt x="17" y="1010"/>
                      </a:cubicBezTo>
                      <a:cubicBezTo>
                        <a:pt x="17" y="994"/>
                        <a:pt x="17" y="978"/>
                        <a:pt x="1" y="96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1" name="Google Shape;6151;p71">
                  <a:extLst>
                    <a:ext uri="{FF2B5EF4-FFF2-40B4-BE49-F238E27FC236}">
                      <a16:creationId xmlns:a16="http://schemas.microsoft.com/office/drawing/2014/main" id="{C14DEE05-6D15-45B5-F5CF-29377F8033F0}"/>
                    </a:ext>
                  </a:extLst>
                </p:cNvPr>
                <p:cNvSpPr/>
                <p:nvPr/>
              </p:nvSpPr>
              <p:spPr>
                <a:xfrm>
                  <a:off x="2876083" y="1531091"/>
                  <a:ext cx="3278" cy="108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96" extrusionOk="0">
                      <a:moveTo>
                        <a:pt x="32" y="1"/>
                      </a:moveTo>
                      <a:cubicBezTo>
                        <a:pt x="32" y="1"/>
                        <a:pt x="16" y="1"/>
                        <a:pt x="16" y="33"/>
                      </a:cubicBezTo>
                      <a:lnTo>
                        <a:pt x="16" y="118"/>
                      </a:lnTo>
                      <a:cubicBezTo>
                        <a:pt x="0" y="150"/>
                        <a:pt x="0" y="203"/>
                        <a:pt x="0" y="288"/>
                      </a:cubicBezTo>
                      <a:lnTo>
                        <a:pt x="0" y="538"/>
                      </a:lnTo>
                      <a:lnTo>
                        <a:pt x="0" y="809"/>
                      </a:lnTo>
                      <a:cubicBezTo>
                        <a:pt x="16" y="958"/>
                        <a:pt x="16" y="1096"/>
                        <a:pt x="16" y="1096"/>
                      </a:cubicBezTo>
                      <a:lnTo>
                        <a:pt x="16" y="809"/>
                      </a:lnTo>
                      <a:lnTo>
                        <a:pt x="16" y="538"/>
                      </a:lnTo>
                      <a:cubicBezTo>
                        <a:pt x="16" y="453"/>
                        <a:pt x="32" y="352"/>
                        <a:pt x="32" y="288"/>
                      </a:cubicBezTo>
                      <a:lnTo>
                        <a:pt x="32" y="187"/>
                      </a:lnTo>
                      <a:lnTo>
                        <a:pt x="32" y="118"/>
                      </a:lnTo>
                      <a:lnTo>
                        <a:pt x="32" y="33"/>
                      </a:lnTo>
                      <a:lnTo>
                        <a:pt x="3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2" name="Google Shape;6152;p71">
                  <a:extLst>
                    <a:ext uri="{FF2B5EF4-FFF2-40B4-BE49-F238E27FC236}">
                      <a16:creationId xmlns:a16="http://schemas.microsoft.com/office/drawing/2014/main" id="{2921EF32-DBC8-BD3F-5FEC-DFE38E25A7EA}"/>
                    </a:ext>
                  </a:extLst>
                </p:cNvPr>
                <p:cNvSpPr/>
                <p:nvPr/>
              </p:nvSpPr>
              <p:spPr>
                <a:xfrm>
                  <a:off x="2879261" y="1527515"/>
                  <a:ext cx="16885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53" extrusionOk="0">
                      <a:moveTo>
                        <a:pt x="85" y="0"/>
                      </a:moveTo>
                      <a:cubicBezTo>
                        <a:pt x="85" y="21"/>
                        <a:pt x="69" y="21"/>
                        <a:pt x="53" y="21"/>
                      </a:cubicBezTo>
                      <a:cubicBezTo>
                        <a:pt x="37" y="21"/>
                        <a:pt x="37" y="37"/>
                        <a:pt x="21" y="37"/>
                      </a:cubicBezTo>
                      <a:lnTo>
                        <a:pt x="0" y="53"/>
                      </a:lnTo>
                      <a:lnTo>
                        <a:pt x="53" y="53"/>
                      </a:lnTo>
                      <a:cubicBezTo>
                        <a:pt x="69" y="37"/>
                        <a:pt x="85" y="37"/>
                        <a:pt x="101" y="37"/>
                      </a:cubicBezTo>
                      <a:cubicBezTo>
                        <a:pt x="122" y="21"/>
                        <a:pt x="138" y="21"/>
                        <a:pt x="138" y="21"/>
                      </a:cubicBezTo>
                      <a:cubicBezTo>
                        <a:pt x="154" y="21"/>
                        <a:pt x="15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3" name="Google Shape;6153;p71">
                  <a:extLst>
                    <a:ext uri="{FF2B5EF4-FFF2-40B4-BE49-F238E27FC236}">
                      <a16:creationId xmlns:a16="http://schemas.microsoft.com/office/drawing/2014/main" id="{361EAB33-3FC2-0936-4C94-387165517097}"/>
                    </a:ext>
                  </a:extLst>
                </p:cNvPr>
                <p:cNvSpPr/>
                <p:nvPr/>
              </p:nvSpPr>
              <p:spPr>
                <a:xfrm>
                  <a:off x="2897736" y="1531091"/>
                  <a:ext cx="3675" cy="76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773" extrusionOk="0">
                      <a:moveTo>
                        <a:pt x="16" y="1"/>
                      </a:moveTo>
                      <a:cubicBezTo>
                        <a:pt x="16" y="17"/>
                        <a:pt x="0" y="33"/>
                        <a:pt x="0" y="86"/>
                      </a:cubicBezTo>
                      <a:lnTo>
                        <a:pt x="0" y="251"/>
                      </a:lnTo>
                      <a:lnTo>
                        <a:pt x="0" y="506"/>
                      </a:lnTo>
                      <a:lnTo>
                        <a:pt x="0" y="772"/>
                      </a:lnTo>
                      <a:cubicBezTo>
                        <a:pt x="16" y="692"/>
                        <a:pt x="16" y="607"/>
                        <a:pt x="16" y="506"/>
                      </a:cubicBezTo>
                      <a:cubicBezTo>
                        <a:pt x="16" y="421"/>
                        <a:pt x="37" y="336"/>
                        <a:pt x="37" y="251"/>
                      </a:cubicBezTo>
                      <a:lnTo>
                        <a:pt x="37" y="86"/>
                      </a:lnTo>
                      <a:cubicBezTo>
                        <a:pt x="37" y="33"/>
                        <a:pt x="37" y="17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4" name="Google Shape;6154;p71">
                  <a:extLst>
                    <a:ext uri="{FF2B5EF4-FFF2-40B4-BE49-F238E27FC236}">
                      <a16:creationId xmlns:a16="http://schemas.microsoft.com/office/drawing/2014/main" id="{F5C218A3-7237-1B14-473C-2B5CE11811A2}"/>
                    </a:ext>
                  </a:extLst>
                </p:cNvPr>
                <p:cNvSpPr/>
                <p:nvPr/>
              </p:nvSpPr>
              <p:spPr>
                <a:xfrm>
                  <a:off x="2876083" y="1634687"/>
                  <a:ext cx="25328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69" extrusionOk="0">
                      <a:moveTo>
                        <a:pt x="186" y="0"/>
                      </a:moveTo>
                      <a:cubicBezTo>
                        <a:pt x="170" y="0"/>
                        <a:pt x="133" y="16"/>
                        <a:pt x="117" y="16"/>
                      </a:cubicBezTo>
                      <a:cubicBezTo>
                        <a:pt x="101" y="16"/>
                        <a:pt x="85" y="32"/>
                        <a:pt x="69" y="32"/>
                      </a:cubicBezTo>
                      <a:cubicBezTo>
                        <a:pt x="0" y="53"/>
                        <a:pt x="16" y="53"/>
                        <a:pt x="16" y="69"/>
                      </a:cubicBezTo>
                      <a:lnTo>
                        <a:pt x="85" y="53"/>
                      </a:lnTo>
                      <a:cubicBezTo>
                        <a:pt x="133" y="32"/>
                        <a:pt x="255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5" name="Google Shape;6155;p71">
                  <a:extLst>
                    <a:ext uri="{FF2B5EF4-FFF2-40B4-BE49-F238E27FC236}">
                      <a16:creationId xmlns:a16="http://schemas.microsoft.com/office/drawing/2014/main" id="{A4B6CD81-97F6-2504-AD34-67B4F24DA4B8}"/>
                    </a:ext>
                  </a:extLst>
                </p:cNvPr>
                <p:cNvSpPr/>
                <p:nvPr/>
              </p:nvSpPr>
              <p:spPr>
                <a:xfrm>
                  <a:off x="2737226" y="1676403"/>
                  <a:ext cx="5264" cy="98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994" extrusionOk="0">
                      <a:moveTo>
                        <a:pt x="16" y="0"/>
                      </a:moveTo>
                      <a:lnTo>
                        <a:pt x="0" y="16"/>
                      </a:lnTo>
                      <a:lnTo>
                        <a:pt x="0" y="255"/>
                      </a:lnTo>
                      <a:cubicBezTo>
                        <a:pt x="16" y="388"/>
                        <a:pt x="16" y="574"/>
                        <a:pt x="37" y="723"/>
                      </a:cubicBezTo>
                      <a:lnTo>
                        <a:pt x="37" y="994"/>
                      </a:lnTo>
                      <a:cubicBezTo>
                        <a:pt x="37" y="994"/>
                        <a:pt x="37" y="877"/>
                        <a:pt x="53" y="723"/>
                      </a:cubicBezTo>
                      <a:cubicBezTo>
                        <a:pt x="37" y="574"/>
                        <a:pt x="37" y="388"/>
                        <a:pt x="37" y="255"/>
                      </a:cubicBezTo>
                      <a:cubicBezTo>
                        <a:pt x="37" y="117"/>
                        <a:pt x="37" y="53"/>
                        <a:pt x="16" y="16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6" name="Google Shape;6156;p71">
                  <a:extLst>
                    <a:ext uri="{FF2B5EF4-FFF2-40B4-BE49-F238E27FC236}">
                      <a16:creationId xmlns:a16="http://schemas.microsoft.com/office/drawing/2014/main" id="{A1190E50-AECB-4778-A33B-39FD02A94A0B}"/>
                    </a:ext>
                  </a:extLst>
                </p:cNvPr>
                <p:cNvSpPr/>
                <p:nvPr/>
              </p:nvSpPr>
              <p:spPr>
                <a:xfrm>
                  <a:off x="2742391" y="1771855"/>
                  <a:ext cx="10131" cy="2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24" extrusionOk="0">
                      <a:moveTo>
                        <a:pt x="17" y="1"/>
                      </a:moveTo>
                      <a:cubicBezTo>
                        <a:pt x="1" y="1"/>
                        <a:pt x="1" y="1"/>
                        <a:pt x="1" y="17"/>
                      </a:cubicBezTo>
                      <a:cubicBezTo>
                        <a:pt x="1" y="17"/>
                        <a:pt x="1" y="24"/>
                        <a:pt x="6" y="24"/>
                      </a:cubicBezTo>
                      <a:cubicBezTo>
                        <a:pt x="8" y="24"/>
                        <a:pt x="12" y="22"/>
                        <a:pt x="17" y="17"/>
                      </a:cubicBezTo>
                      <a:lnTo>
                        <a:pt x="86" y="17"/>
                      </a:lnTo>
                      <a:cubicBezTo>
                        <a:pt x="86" y="17"/>
                        <a:pt x="86" y="1"/>
                        <a:pt x="1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7" name="Google Shape;6157;p71">
                  <a:extLst>
                    <a:ext uri="{FF2B5EF4-FFF2-40B4-BE49-F238E27FC236}">
                      <a16:creationId xmlns:a16="http://schemas.microsoft.com/office/drawing/2014/main" id="{AFF61FD3-85CF-D284-838F-47577BD94B3A}"/>
                    </a:ext>
                  </a:extLst>
                </p:cNvPr>
                <p:cNvSpPr/>
                <p:nvPr/>
              </p:nvSpPr>
              <p:spPr>
                <a:xfrm>
                  <a:off x="2737226" y="1673126"/>
                  <a:ext cx="1370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34" extrusionOk="0">
                      <a:moveTo>
                        <a:pt x="117" y="1"/>
                      </a:moveTo>
                      <a:cubicBezTo>
                        <a:pt x="101" y="17"/>
                        <a:pt x="85" y="17"/>
                        <a:pt x="85" y="17"/>
                      </a:cubicBezTo>
                      <a:lnTo>
                        <a:pt x="53" y="17"/>
                      </a:lnTo>
                      <a:cubicBezTo>
                        <a:pt x="0" y="17"/>
                        <a:pt x="0" y="17"/>
                        <a:pt x="0" y="33"/>
                      </a:cubicBezTo>
                      <a:lnTo>
                        <a:pt x="85" y="33"/>
                      </a:lnTo>
                      <a:cubicBezTo>
                        <a:pt x="101" y="33"/>
                        <a:pt x="101" y="33"/>
                        <a:pt x="117" y="17"/>
                      </a:cubicBezTo>
                      <a:lnTo>
                        <a:pt x="138" y="17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8" name="Google Shape;6158;p71">
                  <a:extLst>
                    <a:ext uri="{FF2B5EF4-FFF2-40B4-BE49-F238E27FC236}">
                      <a16:creationId xmlns:a16="http://schemas.microsoft.com/office/drawing/2014/main" id="{B8B8A887-2B06-1878-221D-027559A8C0F1}"/>
                    </a:ext>
                  </a:extLst>
                </p:cNvPr>
                <p:cNvSpPr/>
                <p:nvPr/>
              </p:nvSpPr>
              <p:spPr>
                <a:xfrm>
                  <a:off x="2750834" y="1671536"/>
                  <a:ext cx="3278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27" extrusionOk="0">
                      <a:moveTo>
                        <a:pt x="17" y="1"/>
                      </a:moveTo>
                      <a:lnTo>
                        <a:pt x="17" y="33"/>
                      </a:lnTo>
                      <a:cubicBezTo>
                        <a:pt x="17" y="49"/>
                        <a:pt x="17" y="65"/>
                        <a:pt x="1" y="118"/>
                      </a:cubicBezTo>
                      <a:lnTo>
                        <a:pt x="1" y="187"/>
                      </a:lnTo>
                      <a:lnTo>
                        <a:pt x="1" y="267"/>
                      </a:lnTo>
                      <a:cubicBezTo>
                        <a:pt x="1" y="554"/>
                        <a:pt x="17" y="1027"/>
                        <a:pt x="17" y="1027"/>
                      </a:cubicBezTo>
                      <a:cubicBezTo>
                        <a:pt x="17" y="1027"/>
                        <a:pt x="33" y="554"/>
                        <a:pt x="33" y="267"/>
                      </a:cubicBezTo>
                      <a:lnTo>
                        <a:pt x="33" y="187"/>
                      </a:lnTo>
                      <a:lnTo>
                        <a:pt x="33" y="118"/>
                      </a:lnTo>
                      <a:lnTo>
                        <a:pt x="33" y="33"/>
                      </a:lnTo>
                      <a:cubicBezTo>
                        <a:pt x="33" y="1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59" name="Google Shape;6159;p71">
                  <a:extLst>
                    <a:ext uri="{FF2B5EF4-FFF2-40B4-BE49-F238E27FC236}">
                      <a16:creationId xmlns:a16="http://schemas.microsoft.com/office/drawing/2014/main" id="{28B896C6-19EF-0610-EF8E-C1508BDD76D5}"/>
                    </a:ext>
                  </a:extLst>
                </p:cNvPr>
                <p:cNvSpPr/>
                <p:nvPr/>
              </p:nvSpPr>
              <p:spPr>
                <a:xfrm>
                  <a:off x="2760866" y="1671139"/>
                  <a:ext cx="4966" cy="100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15" extrusionOk="0">
                      <a:moveTo>
                        <a:pt x="31" y="1"/>
                      </a:moveTo>
                      <a:cubicBezTo>
                        <a:pt x="29" y="1"/>
                        <a:pt x="25" y="5"/>
                        <a:pt x="17" y="21"/>
                      </a:cubicBezTo>
                      <a:lnTo>
                        <a:pt x="17" y="53"/>
                      </a:lnTo>
                      <a:lnTo>
                        <a:pt x="17" y="106"/>
                      </a:lnTo>
                      <a:cubicBezTo>
                        <a:pt x="1" y="138"/>
                        <a:pt x="1" y="191"/>
                        <a:pt x="1" y="255"/>
                      </a:cubicBezTo>
                      <a:cubicBezTo>
                        <a:pt x="1" y="324"/>
                        <a:pt x="17" y="409"/>
                        <a:pt x="17" y="493"/>
                      </a:cubicBezTo>
                      <a:lnTo>
                        <a:pt x="17" y="627"/>
                      </a:lnTo>
                      <a:lnTo>
                        <a:pt x="17" y="744"/>
                      </a:lnTo>
                      <a:lnTo>
                        <a:pt x="17" y="1015"/>
                      </a:lnTo>
                      <a:cubicBezTo>
                        <a:pt x="17" y="1015"/>
                        <a:pt x="33" y="897"/>
                        <a:pt x="33" y="744"/>
                      </a:cubicBezTo>
                      <a:lnTo>
                        <a:pt x="33" y="627"/>
                      </a:lnTo>
                      <a:lnTo>
                        <a:pt x="33" y="493"/>
                      </a:lnTo>
                      <a:cubicBezTo>
                        <a:pt x="49" y="457"/>
                        <a:pt x="33" y="409"/>
                        <a:pt x="33" y="372"/>
                      </a:cubicBezTo>
                      <a:lnTo>
                        <a:pt x="33" y="255"/>
                      </a:lnTo>
                      <a:lnTo>
                        <a:pt x="33" y="106"/>
                      </a:lnTo>
                      <a:lnTo>
                        <a:pt x="33" y="53"/>
                      </a:lnTo>
                      <a:lnTo>
                        <a:pt x="33" y="21"/>
                      </a:lnTo>
                      <a:lnTo>
                        <a:pt x="33" y="5"/>
                      </a:lnTo>
                      <a:cubicBezTo>
                        <a:pt x="33" y="5"/>
                        <a:pt x="33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0" name="Google Shape;6160;p71">
                  <a:extLst>
                    <a:ext uri="{FF2B5EF4-FFF2-40B4-BE49-F238E27FC236}">
                      <a16:creationId xmlns:a16="http://schemas.microsoft.com/office/drawing/2014/main" id="{C718D874-1543-8DDA-08D7-9BF750E71A44}"/>
                    </a:ext>
                  </a:extLst>
                </p:cNvPr>
                <p:cNvSpPr/>
                <p:nvPr/>
              </p:nvSpPr>
              <p:spPr>
                <a:xfrm>
                  <a:off x="2765733" y="1667961"/>
                  <a:ext cx="13310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53" extrusionOk="0">
                      <a:moveTo>
                        <a:pt x="133" y="0"/>
                      </a:moveTo>
                      <a:cubicBezTo>
                        <a:pt x="133" y="0"/>
                        <a:pt x="117" y="0"/>
                        <a:pt x="85" y="21"/>
                      </a:cubicBezTo>
                      <a:lnTo>
                        <a:pt x="32" y="21"/>
                      </a:lnTo>
                      <a:cubicBezTo>
                        <a:pt x="16" y="37"/>
                        <a:pt x="0" y="37"/>
                        <a:pt x="0" y="37"/>
                      </a:cubicBezTo>
                      <a:lnTo>
                        <a:pt x="0" y="53"/>
                      </a:lnTo>
                      <a:lnTo>
                        <a:pt x="32" y="53"/>
                      </a:lnTo>
                      <a:cubicBezTo>
                        <a:pt x="53" y="53"/>
                        <a:pt x="53" y="37"/>
                        <a:pt x="69" y="37"/>
                      </a:cubicBezTo>
                      <a:cubicBezTo>
                        <a:pt x="85" y="37"/>
                        <a:pt x="85" y="37"/>
                        <a:pt x="101" y="21"/>
                      </a:cubicBezTo>
                      <a:cubicBezTo>
                        <a:pt x="117" y="21"/>
                        <a:pt x="133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1" name="Google Shape;6161;p71">
                  <a:extLst>
                    <a:ext uri="{FF2B5EF4-FFF2-40B4-BE49-F238E27FC236}">
                      <a16:creationId xmlns:a16="http://schemas.microsoft.com/office/drawing/2014/main" id="{4176477B-F565-D840-7D2B-9CA8761C8BFB}"/>
                    </a:ext>
                  </a:extLst>
                </p:cNvPr>
                <p:cNvSpPr/>
                <p:nvPr/>
              </p:nvSpPr>
              <p:spPr>
                <a:xfrm>
                  <a:off x="2775765" y="1666372"/>
                  <a:ext cx="5264" cy="88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93" extrusionOk="0">
                      <a:moveTo>
                        <a:pt x="32" y="0"/>
                      </a:moveTo>
                      <a:lnTo>
                        <a:pt x="32" y="37"/>
                      </a:lnTo>
                      <a:cubicBezTo>
                        <a:pt x="32" y="37"/>
                        <a:pt x="32" y="53"/>
                        <a:pt x="16" y="69"/>
                      </a:cubicBezTo>
                      <a:lnTo>
                        <a:pt x="16" y="117"/>
                      </a:lnTo>
                      <a:cubicBezTo>
                        <a:pt x="0" y="154"/>
                        <a:pt x="0" y="202"/>
                        <a:pt x="0" y="287"/>
                      </a:cubicBezTo>
                      <a:cubicBezTo>
                        <a:pt x="0" y="356"/>
                        <a:pt x="16" y="440"/>
                        <a:pt x="16" y="521"/>
                      </a:cubicBezTo>
                      <a:cubicBezTo>
                        <a:pt x="32" y="574"/>
                        <a:pt x="32" y="622"/>
                        <a:pt x="32" y="659"/>
                      </a:cubicBezTo>
                      <a:lnTo>
                        <a:pt x="32" y="792"/>
                      </a:lnTo>
                      <a:lnTo>
                        <a:pt x="32" y="893"/>
                      </a:lnTo>
                      <a:cubicBezTo>
                        <a:pt x="32" y="861"/>
                        <a:pt x="32" y="824"/>
                        <a:pt x="53" y="792"/>
                      </a:cubicBezTo>
                      <a:lnTo>
                        <a:pt x="53" y="659"/>
                      </a:lnTo>
                      <a:lnTo>
                        <a:pt x="53" y="521"/>
                      </a:lnTo>
                      <a:cubicBezTo>
                        <a:pt x="53" y="489"/>
                        <a:pt x="53" y="440"/>
                        <a:pt x="32" y="404"/>
                      </a:cubicBezTo>
                      <a:lnTo>
                        <a:pt x="32" y="287"/>
                      </a:lnTo>
                      <a:lnTo>
                        <a:pt x="32" y="117"/>
                      </a:lnTo>
                      <a:cubicBezTo>
                        <a:pt x="32" y="101"/>
                        <a:pt x="32" y="85"/>
                        <a:pt x="53" y="69"/>
                      </a:cubicBezTo>
                      <a:lnTo>
                        <a:pt x="53" y="37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2" name="Google Shape;6162;p71">
                  <a:extLst>
                    <a:ext uri="{FF2B5EF4-FFF2-40B4-BE49-F238E27FC236}">
                      <a16:creationId xmlns:a16="http://schemas.microsoft.com/office/drawing/2014/main" id="{3FAD8D92-0284-49E8-4984-367E90F3C50B}"/>
                    </a:ext>
                  </a:extLst>
                </p:cNvPr>
                <p:cNvSpPr/>
                <p:nvPr/>
              </p:nvSpPr>
              <p:spPr>
                <a:xfrm>
                  <a:off x="2762455" y="1770266"/>
                  <a:ext cx="14998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66" extrusionOk="0">
                      <a:moveTo>
                        <a:pt x="118" y="0"/>
                      </a:moveTo>
                      <a:cubicBezTo>
                        <a:pt x="102" y="0"/>
                        <a:pt x="86" y="17"/>
                        <a:pt x="86" y="17"/>
                      </a:cubicBezTo>
                      <a:cubicBezTo>
                        <a:pt x="65" y="17"/>
                        <a:pt x="49" y="33"/>
                        <a:pt x="49" y="33"/>
                      </a:cubicBezTo>
                      <a:cubicBezTo>
                        <a:pt x="1" y="49"/>
                        <a:pt x="17" y="49"/>
                        <a:pt x="17" y="65"/>
                      </a:cubicBezTo>
                      <a:lnTo>
                        <a:pt x="49" y="49"/>
                      </a:lnTo>
                      <a:cubicBezTo>
                        <a:pt x="65" y="49"/>
                        <a:pt x="65" y="33"/>
                        <a:pt x="86" y="33"/>
                      </a:cubicBezTo>
                      <a:cubicBezTo>
                        <a:pt x="102" y="33"/>
                        <a:pt x="118" y="17"/>
                        <a:pt x="118" y="17"/>
                      </a:cubicBezTo>
                      <a:lnTo>
                        <a:pt x="134" y="17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3" name="Google Shape;6163;p71">
                  <a:extLst>
                    <a:ext uri="{FF2B5EF4-FFF2-40B4-BE49-F238E27FC236}">
                      <a16:creationId xmlns:a16="http://schemas.microsoft.com/office/drawing/2014/main" id="{DF7D3CFC-48B3-8696-9F4B-D52BC00E19E7}"/>
                    </a:ext>
                  </a:extLst>
                </p:cNvPr>
                <p:cNvSpPr/>
                <p:nvPr/>
              </p:nvSpPr>
              <p:spPr>
                <a:xfrm>
                  <a:off x="2785796" y="1664782"/>
                  <a:ext cx="11720" cy="105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063" extrusionOk="0">
                      <a:moveTo>
                        <a:pt x="32" y="0"/>
                      </a:moveTo>
                      <a:lnTo>
                        <a:pt x="32" y="32"/>
                      </a:lnTo>
                      <a:cubicBezTo>
                        <a:pt x="53" y="0"/>
                        <a:pt x="53" y="0"/>
                        <a:pt x="32" y="0"/>
                      </a:cubicBezTo>
                      <a:close/>
                      <a:moveTo>
                        <a:pt x="117" y="1026"/>
                      </a:moveTo>
                      <a:cubicBezTo>
                        <a:pt x="101" y="1026"/>
                        <a:pt x="101" y="1042"/>
                        <a:pt x="85" y="1042"/>
                      </a:cubicBezTo>
                      <a:cubicBezTo>
                        <a:pt x="101" y="1042"/>
                        <a:pt x="117" y="1042"/>
                        <a:pt x="117" y="1026"/>
                      </a:cubicBezTo>
                      <a:close/>
                      <a:moveTo>
                        <a:pt x="32" y="32"/>
                      </a:moveTo>
                      <a:cubicBezTo>
                        <a:pt x="16" y="53"/>
                        <a:pt x="16" y="53"/>
                        <a:pt x="16" y="69"/>
                      </a:cubicBezTo>
                      <a:lnTo>
                        <a:pt x="16" y="133"/>
                      </a:lnTo>
                      <a:cubicBezTo>
                        <a:pt x="0" y="170"/>
                        <a:pt x="0" y="234"/>
                        <a:pt x="16" y="319"/>
                      </a:cubicBezTo>
                      <a:lnTo>
                        <a:pt x="16" y="456"/>
                      </a:lnTo>
                      <a:cubicBezTo>
                        <a:pt x="16" y="489"/>
                        <a:pt x="16" y="505"/>
                        <a:pt x="32" y="537"/>
                      </a:cubicBezTo>
                      <a:lnTo>
                        <a:pt x="32" y="606"/>
                      </a:lnTo>
                      <a:lnTo>
                        <a:pt x="32" y="759"/>
                      </a:lnTo>
                      <a:lnTo>
                        <a:pt x="32" y="909"/>
                      </a:lnTo>
                      <a:lnTo>
                        <a:pt x="32" y="1042"/>
                      </a:lnTo>
                      <a:lnTo>
                        <a:pt x="32" y="1062"/>
                      </a:lnTo>
                      <a:lnTo>
                        <a:pt x="69" y="1062"/>
                      </a:lnTo>
                      <a:lnTo>
                        <a:pt x="85" y="1042"/>
                      </a:lnTo>
                      <a:lnTo>
                        <a:pt x="53" y="1042"/>
                      </a:lnTo>
                      <a:lnTo>
                        <a:pt x="53" y="1026"/>
                      </a:lnTo>
                      <a:lnTo>
                        <a:pt x="53" y="909"/>
                      </a:lnTo>
                      <a:lnTo>
                        <a:pt x="53" y="759"/>
                      </a:lnTo>
                      <a:lnTo>
                        <a:pt x="53" y="606"/>
                      </a:lnTo>
                      <a:lnTo>
                        <a:pt x="53" y="537"/>
                      </a:lnTo>
                      <a:lnTo>
                        <a:pt x="53" y="456"/>
                      </a:lnTo>
                      <a:lnTo>
                        <a:pt x="53" y="319"/>
                      </a:lnTo>
                      <a:cubicBezTo>
                        <a:pt x="32" y="234"/>
                        <a:pt x="32" y="170"/>
                        <a:pt x="32" y="133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4" name="Google Shape;6164;p71">
                  <a:extLst>
                    <a:ext uri="{FF2B5EF4-FFF2-40B4-BE49-F238E27FC236}">
                      <a16:creationId xmlns:a16="http://schemas.microsoft.com/office/drawing/2014/main" id="{8DCC1364-10AF-A32D-2318-A7C1E19D684D}"/>
                    </a:ext>
                  </a:extLst>
                </p:cNvPr>
                <p:cNvSpPr/>
                <p:nvPr/>
              </p:nvSpPr>
              <p:spPr>
                <a:xfrm>
                  <a:off x="2787386" y="1664782"/>
                  <a:ext cx="18574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53" extrusionOk="0">
                      <a:moveTo>
                        <a:pt x="186" y="0"/>
                      </a:moveTo>
                      <a:cubicBezTo>
                        <a:pt x="170" y="0"/>
                        <a:pt x="154" y="0"/>
                        <a:pt x="138" y="16"/>
                      </a:cubicBezTo>
                      <a:lnTo>
                        <a:pt x="16" y="16"/>
                      </a:lnTo>
                      <a:cubicBezTo>
                        <a:pt x="0" y="16"/>
                        <a:pt x="0" y="16"/>
                        <a:pt x="0" y="32"/>
                      </a:cubicBezTo>
                      <a:lnTo>
                        <a:pt x="16" y="32"/>
                      </a:lnTo>
                      <a:lnTo>
                        <a:pt x="16" y="53"/>
                      </a:lnTo>
                      <a:lnTo>
                        <a:pt x="53" y="53"/>
                      </a:lnTo>
                      <a:cubicBezTo>
                        <a:pt x="85" y="53"/>
                        <a:pt x="117" y="32"/>
                        <a:pt x="154" y="16"/>
                      </a:cubicBezTo>
                      <a:cubicBezTo>
                        <a:pt x="154" y="16"/>
                        <a:pt x="170" y="16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5" name="Google Shape;6165;p71">
                  <a:extLst>
                    <a:ext uri="{FF2B5EF4-FFF2-40B4-BE49-F238E27FC236}">
                      <a16:creationId xmlns:a16="http://schemas.microsoft.com/office/drawing/2014/main" id="{3AAA6BD5-2DCD-3310-7A0F-0DC196C8270D}"/>
                    </a:ext>
                  </a:extLst>
                </p:cNvPr>
                <p:cNvSpPr/>
                <p:nvPr/>
              </p:nvSpPr>
              <p:spPr>
                <a:xfrm>
                  <a:off x="2802582" y="1662697"/>
                  <a:ext cx="4966" cy="99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99" extrusionOk="0">
                      <a:moveTo>
                        <a:pt x="47" y="1"/>
                      </a:moveTo>
                      <a:cubicBezTo>
                        <a:pt x="45" y="1"/>
                        <a:pt x="41" y="5"/>
                        <a:pt x="33" y="21"/>
                      </a:cubicBezTo>
                      <a:cubicBezTo>
                        <a:pt x="33" y="37"/>
                        <a:pt x="33" y="74"/>
                        <a:pt x="17" y="106"/>
                      </a:cubicBezTo>
                      <a:lnTo>
                        <a:pt x="17" y="175"/>
                      </a:lnTo>
                      <a:lnTo>
                        <a:pt x="17" y="255"/>
                      </a:lnTo>
                      <a:lnTo>
                        <a:pt x="17" y="377"/>
                      </a:lnTo>
                      <a:lnTo>
                        <a:pt x="17" y="441"/>
                      </a:lnTo>
                      <a:lnTo>
                        <a:pt x="17" y="510"/>
                      </a:lnTo>
                      <a:lnTo>
                        <a:pt x="17" y="627"/>
                      </a:lnTo>
                      <a:lnTo>
                        <a:pt x="17" y="744"/>
                      </a:lnTo>
                      <a:cubicBezTo>
                        <a:pt x="33" y="712"/>
                        <a:pt x="33" y="679"/>
                        <a:pt x="33" y="627"/>
                      </a:cubicBezTo>
                      <a:cubicBezTo>
                        <a:pt x="33" y="595"/>
                        <a:pt x="49" y="542"/>
                        <a:pt x="49" y="510"/>
                      </a:cubicBezTo>
                      <a:lnTo>
                        <a:pt x="49" y="441"/>
                      </a:lnTo>
                      <a:lnTo>
                        <a:pt x="49" y="377"/>
                      </a:lnTo>
                      <a:lnTo>
                        <a:pt x="49" y="255"/>
                      </a:lnTo>
                      <a:lnTo>
                        <a:pt x="49" y="175"/>
                      </a:lnTo>
                      <a:lnTo>
                        <a:pt x="49" y="106"/>
                      </a:lnTo>
                      <a:lnTo>
                        <a:pt x="49" y="53"/>
                      </a:lnTo>
                      <a:lnTo>
                        <a:pt x="49" y="21"/>
                      </a:lnTo>
                      <a:lnTo>
                        <a:pt x="49" y="5"/>
                      </a:lnTo>
                      <a:cubicBezTo>
                        <a:pt x="49" y="5"/>
                        <a:pt x="49" y="1"/>
                        <a:pt x="47" y="1"/>
                      </a:cubicBezTo>
                      <a:close/>
                      <a:moveTo>
                        <a:pt x="17" y="744"/>
                      </a:moveTo>
                      <a:cubicBezTo>
                        <a:pt x="17" y="760"/>
                        <a:pt x="1" y="797"/>
                        <a:pt x="17" y="813"/>
                      </a:cubicBezTo>
                      <a:lnTo>
                        <a:pt x="17" y="744"/>
                      </a:lnTo>
                      <a:close/>
                      <a:moveTo>
                        <a:pt x="17" y="813"/>
                      </a:moveTo>
                      <a:cubicBezTo>
                        <a:pt x="17" y="829"/>
                        <a:pt x="1" y="845"/>
                        <a:pt x="17" y="861"/>
                      </a:cubicBezTo>
                      <a:lnTo>
                        <a:pt x="17" y="813"/>
                      </a:lnTo>
                      <a:close/>
                      <a:moveTo>
                        <a:pt x="17" y="898"/>
                      </a:moveTo>
                      <a:lnTo>
                        <a:pt x="17" y="914"/>
                      </a:lnTo>
                      <a:lnTo>
                        <a:pt x="17" y="946"/>
                      </a:lnTo>
                      <a:cubicBezTo>
                        <a:pt x="33" y="962"/>
                        <a:pt x="33" y="982"/>
                        <a:pt x="33" y="999"/>
                      </a:cubicBezTo>
                      <a:lnTo>
                        <a:pt x="33" y="946"/>
                      </a:lnTo>
                      <a:cubicBezTo>
                        <a:pt x="33" y="930"/>
                        <a:pt x="17" y="914"/>
                        <a:pt x="17" y="8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6" name="Google Shape;6166;p71">
                  <a:extLst>
                    <a:ext uri="{FF2B5EF4-FFF2-40B4-BE49-F238E27FC236}">
                      <a16:creationId xmlns:a16="http://schemas.microsoft.com/office/drawing/2014/main" id="{2A106B01-25DC-9D43-0592-5B3AE9C46EDF}"/>
                    </a:ext>
                  </a:extLst>
                </p:cNvPr>
                <p:cNvSpPr/>
                <p:nvPr/>
              </p:nvSpPr>
              <p:spPr>
                <a:xfrm>
                  <a:off x="2815892" y="1661107"/>
                  <a:ext cx="5264" cy="89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98" extrusionOk="0">
                      <a:moveTo>
                        <a:pt x="48" y="1"/>
                      </a:moveTo>
                      <a:cubicBezTo>
                        <a:pt x="47" y="1"/>
                        <a:pt x="42" y="5"/>
                        <a:pt x="32" y="5"/>
                      </a:cubicBezTo>
                      <a:lnTo>
                        <a:pt x="32" y="21"/>
                      </a:lnTo>
                      <a:cubicBezTo>
                        <a:pt x="42" y="5"/>
                        <a:pt x="47" y="1"/>
                        <a:pt x="48" y="1"/>
                      </a:cubicBezTo>
                      <a:close/>
                      <a:moveTo>
                        <a:pt x="32" y="21"/>
                      </a:moveTo>
                      <a:cubicBezTo>
                        <a:pt x="32" y="37"/>
                        <a:pt x="16" y="37"/>
                        <a:pt x="16" y="53"/>
                      </a:cubicBezTo>
                      <a:lnTo>
                        <a:pt x="16" y="106"/>
                      </a:lnTo>
                      <a:cubicBezTo>
                        <a:pt x="0" y="138"/>
                        <a:pt x="0" y="207"/>
                        <a:pt x="0" y="271"/>
                      </a:cubicBezTo>
                      <a:cubicBezTo>
                        <a:pt x="16" y="308"/>
                        <a:pt x="16" y="356"/>
                        <a:pt x="16" y="393"/>
                      </a:cubicBezTo>
                      <a:lnTo>
                        <a:pt x="16" y="526"/>
                      </a:lnTo>
                      <a:lnTo>
                        <a:pt x="16" y="659"/>
                      </a:lnTo>
                      <a:lnTo>
                        <a:pt x="16" y="776"/>
                      </a:lnTo>
                      <a:lnTo>
                        <a:pt x="16" y="897"/>
                      </a:lnTo>
                      <a:cubicBezTo>
                        <a:pt x="16" y="861"/>
                        <a:pt x="32" y="813"/>
                        <a:pt x="32" y="776"/>
                      </a:cubicBezTo>
                      <a:lnTo>
                        <a:pt x="32" y="659"/>
                      </a:lnTo>
                      <a:cubicBezTo>
                        <a:pt x="53" y="611"/>
                        <a:pt x="53" y="558"/>
                        <a:pt x="53" y="526"/>
                      </a:cubicBezTo>
                      <a:cubicBezTo>
                        <a:pt x="53" y="473"/>
                        <a:pt x="53" y="425"/>
                        <a:pt x="32" y="393"/>
                      </a:cubicBezTo>
                      <a:lnTo>
                        <a:pt x="32" y="271"/>
                      </a:lnTo>
                      <a:lnTo>
                        <a:pt x="32" y="106"/>
                      </a:lnTo>
                      <a:lnTo>
                        <a:pt x="32" y="53"/>
                      </a:lnTo>
                      <a:lnTo>
                        <a:pt x="32" y="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7" name="Google Shape;6167;p71">
                  <a:extLst>
                    <a:ext uri="{FF2B5EF4-FFF2-40B4-BE49-F238E27FC236}">
                      <a16:creationId xmlns:a16="http://schemas.microsoft.com/office/drawing/2014/main" id="{C73FDF1B-1B0D-3A17-3AF8-B415A7053FF2}"/>
                    </a:ext>
                  </a:extLst>
                </p:cNvPr>
                <p:cNvSpPr/>
                <p:nvPr/>
              </p:nvSpPr>
              <p:spPr>
                <a:xfrm>
                  <a:off x="2819070" y="1765001"/>
                  <a:ext cx="20163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4" extrusionOk="0">
                      <a:moveTo>
                        <a:pt x="53" y="1"/>
                      </a:moveTo>
                      <a:cubicBezTo>
                        <a:pt x="21" y="17"/>
                        <a:pt x="21" y="17"/>
                        <a:pt x="0" y="17"/>
                      </a:cubicBezTo>
                      <a:lnTo>
                        <a:pt x="0" y="33"/>
                      </a:lnTo>
                      <a:lnTo>
                        <a:pt x="53" y="33"/>
                      </a:lnTo>
                      <a:cubicBezTo>
                        <a:pt x="85" y="33"/>
                        <a:pt x="122" y="17"/>
                        <a:pt x="154" y="17"/>
                      </a:cubicBezTo>
                      <a:cubicBezTo>
                        <a:pt x="170" y="1"/>
                        <a:pt x="202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8" name="Google Shape;6168;p71">
                  <a:extLst>
                    <a:ext uri="{FF2B5EF4-FFF2-40B4-BE49-F238E27FC236}">
                      <a16:creationId xmlns:a16="http://schemas.microsoft.com/office/drawing/2014/main" id="{E66A96F6-E66C-AA26-8E6E-9F542FEEFD37}"/>
                    </a:ext>
                  </a:extLst>
                </p:cNvPr>
                <p:cNvSpPr/>
                <p:nvPr/>
              </p:nvSpPr>
              <p:spPr>
                <a:xfrm>
                  <a:off x="2819070" y="1659915"/>
                  <a:ext cx="12118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3" extrusionOk="0">
                      <a:moveTo>
                        <a:pt x="37" y="1"/>
                      </a:moveTo>
                      <a:cubicBezTo>
                        <a:pt x="21" y="1"/>
                        <a:pt x="21" y="17"/>
                        <a:pt x="0" y="17"/>
                      </a:cubicBezTo>
                      <a:lnTo>
                        <a:pt x="0" y="33"/>
                      </a:lnTo>
                      <a:lnTo>
                        <a:pt x="53" y="33"/>
                      </a:lnTo>
                      <a:cubicBezTo>
                        <a:pt x="69" y="17"/>
                        <a:pt x="101" y="17"/>
                        <a:pt x="1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69" name="Google Shape;6169;p71">
                  <a:extLst>
                    <a:ext uri="{FF2B5EF4-FFF2-40B4-BE49-F238E27FC236}">
                      <a16:creationId xmlns:a16="http://schemas.microsoft.com/office/drawing/2014/main" id="{53F0279F-62CA-9175-67B6-92CEDA4097E0}"/>
                    </a:ext>
                  </a:extLst>
                </p:cNvPr>
                <p:cNvSpPr/>
                <p:nvPr/>
              </p:nvSpPr>
              <p:spPr>
                <a:xfrm>
                  <a:off x="2832678" y="1657929"/>
                  <a:ext cx="6555" cy="108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1096" extrusionOk="0">
                      <a:moveTo>
                        <a:pt x="49" y="0"/>
                      </a:moveTo>
                      <a:cubicBezTo>
                        <a:pt x="49" y="0"/>
                        <a:pt x="49" y="21"/>
                        <a:pt x="33" y="21"/>
                      </a:cubicBezTo>
                      <a:cubicBezTo>
                        <a:pt x="33" y="37"/>
                        <a:pt x="33" y="53"/>
                        <a:pt x="17" y="53"/>
                      </a:cubicBezTo>
                      <a:lnTo>
                        <a:pt x="17" y="101"/>
                      </a:lnTo>
                      <a:cubicBezTo>
                        <a:pt x="17" y="154"/>
                        <a:pt x="1" y="202"/>
                        <a:pt x="17" y="287"/>
                      </a:cubicBezTo>
                      <a:cubicBezTo>
                        <a:pt x="17" y="356"/>
                        <a:pt x="33" y="441"/>
                        <a:pt x="33" y="542"/>
                      </a:cubicBezTo>
                      <a:cubicBezTo>
                        <a:pt x="49" y="574"/>
                        <a:pt x="49" y="626"/>
                        <a:pt x="49" y="675"/>
                      </a:cubicBezTo>
                      <a:lnTo>
                        <a:pt x="49" y="808"/>
                      </a:lnTo>
                      <a:lnTo>
                        <a:pt x="49" y="1095"/>
                      </a:lnTo>
                      <a:cubicBezTo>
                        <a:pt x="49" y="1095"/>
                        <a:pt x="49" y="962"/>
                        <a:pt x="65" y="808"/>
                      </a:cubicBezTo>
                      <a:lnTo>
                        <a:pt x="65" y="675"/>
                      </a:lnTo>
                      <a:lnTo>
                        <a:pt x="65" y="542"/>
                      </a:lnTo>
                      <a:cubicBezTo>
                        <a:pt x="65" y="441"/>
                        <a:pt x="49" y="356"/>
                        <a:pt x="49" y="287"/>
                      </a:cubicBezTo>
                      <a:cubicBezTo>
                        <a:pt x="33" y="202"/>
                        <a:pt x="33" y="154"/>
                        <a:pt x="33" y="122"/>
                      </a:cubicBezTo>
                      <a:cubicBezTo>
                        <a:pt x="33" y="85"/>
                        <a:pt x="49" y="69"/>
                        <a:pt x="49" y="69"/>
                      </a:cubicBezTo>
                      <a:lnTo>
                        <a:pt x="49" y="37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0" name="Google Shape;6170;p71">
                  <a:extLst>
                    <a:ext uri="{FF2B5EF4-FFF2-40B4-BE49-F238E27FC236}">
                      <a16:creationId xmlns:a16="http://schemas.microsoft.com/office/drawing/2014/main" id="{0C94ECC1-B137-9C61-AF3A-5FA7A563BFE2}"/>
                    </a:ext>
                  </a:extLst>
                </p:cNvPr>
                <p:cNvSpPr/>
                <p:nvPr/>
              </p:nvSpPr>
              <p:spPr>
                <a:xfrm>
                  <a:off x="2845987" y="1654751"/>
                  <a:ext cx="3278" cy="108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95" extrusionOk="0">
                      <a:moveTo>
                        <a:pt x="16" y="0"/>
                      </a:moveTo>
                      <a:lnTo>
                        <a:pt x="16" y="16"/>
                      </a:lnTo>
                      <a:cubicBezTo>
                        <a:pt x="16" y="32"/>
                        <a:pt x="16" y="53"/>
                        <a:pt x="0" y="53"/>
                      </a:cubicBezTo>
                      <a:lnTo>
                        <a:pt x="0" y="101"/>
                      </a:lnTo>
                      <a:lnTo>
                        <a:pt x="0" y="287"/>
                      </a:lnTo>
                      <a:lnTo>
                        <a:pt x="0" y="404"/>
                      </a:lnTo>
                      <a:cubicBezTo>
                        <a:pt x="16" y="436"/>
                        <a:pt x="16" y="489"/>
                        <a:pt x="16" y="537"/>
                      </a:cubicBezTo>
                      <a:lnTo>
                        <a:pt x="16" y="792"/>
                      </a:lnTo>
                      <a:lnTo>
                        <a:pt x="16" y="1095"/>
                      </a:lnTo>
                      <a:cubicBezTo>
                        <a:pt x="16" y="1095"/>
                        <a:pt x="32" y="961"/>
                        <a:pt x="32" y="792"/>
                      </a:cubicBezTo>
                      <a:lnTo>
                        <a:pt x="32" y="537"/>
                      </a:lnTo>
                      <a:lnTo>
                        <a:pt x="32" y="404"/>
                      </a:lnTo>
                      <a:lnTo>
                        <a:pt x="32" y="287"/>
                      </a:lnTo>
                      <a:cubicBezTo>
                        <a:pt x="16" y="202"/>
                        <a:pt x="16" y="154"/>
                        <a:pt x="16" y="117"/>
                      </a:cubicBezTo>
                      <a:cubicBezTo>
                        <a:pt x="32" y="69"/>
                        <a:pt x="32" y="53"/>
                        <a:pt x="32" y="32"/>
                      </a:cubicBezTo>
                      <a:lnTo>
                        <a:pt x="32" y="16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1" name="Google Shape;6171;p71">
                  <a:extLst>
                    <a:ext uri="{FF2B5EF4-FFF2-40B4-BE49-F238E27FC236}">
                      <a16:creationId xmlns:a16="http://schemas.microsoft.com/office/drawing/2014/main" id="{D6E64AD1-82E4-B471-5A64-D375BE8BB6B2}"/>
                    </a:ext>
                  </a:extLst>
                </p:cNvPr>
                <p:cNvSpPr/>
                <p:nvPr/>
              </p:nvSpPr>
              <p:spPr>
                <a:xfrm>
                  <a:off x="2847577" y="1760234"/>
                  <a:ext cx="11720" cy="3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40" extrusionOk="0">
                      <a:moveTo>
                        <a:pt x="117" y="0"/>
                      </a:moveTo>
                      <a:cubicBezTo>
                        <a:pt x="101" y="0"/>
                        <a:pt x="69" y="0"/>
                        <a:pt x="37" y="17"/>
                      </a:cubicBezTo>
                      <a:cubicBezTo>
                        <a:pt x="0" y="17"/>
                        <a:pt x="0" y="33"/>
                        <a:pt x="0" y="33"/>
                      </a:cubicBezTo>
                      <a:cubicBezTo>
                        <a:pt x="0" y="33"/>
                        <a:pt x="0" y="40"/>
                        <a:pt x="16" y="40"/>
                      </a:cubicBezTo>
                      <a:cubicBezTo>
                        <a:pt x="24" y="40"/>
                        <a:pt x="35" y="38"/>
                        <a:pt x="53" y="33"/>
                      </a:cubicBezTo>
                      <a:cubicBezTo>
                        <a:pt x="69" y="33"/>
                        <a:pt x="69" y="33"/>
                        <a:pt x="85" y="17"/>
                      </a:cubicBezTo>
                      <a:cubicBezTo>
                        <a:pt x="101" y="17"/>
                        <a:pt x="117" y="17"/>
                        <a:pt x="1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2" name="Google Shape;6172;p71">
                  <a:extLst>
                    <a:ext uri="{FF2B5EF4-FFF2-40B4-BE49-F238E27FC236}">
                      <a16:creationId xmlns:a16="http://schemas.microsoft.com/office/drawing/2014/main" id="{9885A2C6-F2A0-E0B7-8C14-F8A53C3CA6F2}"/>
                    </a:ext>
                  </a:extLst>
                </p:cNvPr>
                <p:cNvSpPr/>
                <p:nvPr/>
              </p:nvSpPr>
              <p:spPr>
                <a:xfrm>
                  <a:off x="2849166" y="1653062"/>
                  <a:ext cx="15296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4" extrusionOk="0">
                      <a:moveTo>
                        <a:pt x="37" y="1"/>
                      </a:moveTo>
                      <a:cubicBezTo>
                        <a:pt x="37" y="1"/>
                        <a:pt x="21" y="1"/>
                        <a:pt x="21" y="17"/>
                      </a:cubicBez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53" y="33"/>
                      </a:lnTo>
                      <a:cubicBezTo>
                        <a:pt x="69" y="33"/>
                        <a:pt x="101" y="33"/>
                        <a:pt x="122" y="17"/>
                      </a:cubicBezTo>
                      <a:lnTo>
                        <a:pt x="154" y="17"/>
                      </a:lnTo>
                      <a:cubicBezTo>
                        <a:pt x="154" y="17"/>
                        <a:pt x="138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3" name="Google Shape;6173;p71">
                  <a:extLst>
                    <a:ext uri="{FF2B5EF4-FFF2-40B4-BE49-F238E27FC236}">
                      <a16:creationId xmlns:a16="http://schemas.microsoft.com/office/drawing/2014/main" id="{92EFBDF3-4747-2B00-1DD9-6876A9085BA4}"/>
                    </a:ext>
                  </a:extLst>
                </p:cNvPr>
                <p:cNvSpPr/>
                <p:nvPr/>
              </p:nvSpPr>
              <p:spPr>
                <a:xfrm>
                  <a:off x="2862773" y="1654254"/>
                  <a:ext cx="4966" cy="106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68" extrusionOk="0">
                      <a:moveTo>
                        <a:pt x="31" y="1"/>
                      </a:moveTo>
                      <a:cubicBezTo>
                        <a:pt x="29" y="1"/>
                        <a:pt x="25" y="5"/>
                        <a:pt x="17" y="21"/>
                      </a:cubicBezTo>
                      <a:cubicBezTo>
                        <a:pt x="17" y="37"/>
                        <a:pt x="1" y="58"/>
                        <a:pt x="1" y="106"/>
                      </a:cubicBezTo>
                      <a:lnTo>
                        <a:pt x="1" y="276"/>
                      </a:lnTo>
                      <a:cubicBezTo>
                        <a:pt x="1" y="340"/>
                        <a:pt x="17" y="425"/>
                        <a:pt x="17" y="526"/>
                      </a:cubicBezTo>
                      <a:cubicBezTo>
                        <a:pt x="17" y="562"/>
                        <a:pt x="17" y="611"/>
                        <a:pt x="33" y="643"/>
                      </a:cubicBezTo>
                      <a:lnTo>
                        <a:pt x="33" y="781"/>
                      </a:lnTo>
                      <a:lnTo>
                        <a:pt x="33" y="1067"/>
                      </a:lnTo>
                      <a:cubicBezTo>
                        <a:pt x="33" y="1067"/>
                        <a:pt x="49" y="946"/>
                        <a:pt x="49" y="781"/>
                      </a:cubicBezTo>
                      <a:lnTo>
                        <a:pt x="49" y="643"/>
                      </a:lnTo>
                      <a:lnTo>
                        <a:pt x="49" y="526"/>
                      </a:lnTo>
                      <a:cubicBezTo>
                        <a:pt x="33" y="425"/>
                        <a:pt x="33" y="340"/>
                        <a:pt x="33" y="276"/>
                      </a:cubicBezTo>
                      <a:cubicBezTo>
                        <a:pt x="17" y="191"/>
                        <a:pt x="17" y="138"/>
                        <a:pt x="33" y="106"/>
                      </a:cubicBezTo>
                      <a:lnTo>
                        <a:pt x="33" y="21"/>
                      </a:lnTo>
                      <a:cubicBezTo>
                        <a:pt x="49" y="5"/>
                        <a:pt x="49" y="5"/>
                        <a:pt x="33" y="5"/>
                      </a:cubicBezTo>
                      <a:cubicBezTo>
                        <a:pt x="33" y="5"/>
                        <a:pt x="33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4" name="Google Shape;6174;p71">
                  <a:extLst>
                    <a:ext uri="{FF2B5EF4-FFF2-40B4-BE49-F238E27FC236}">
                      <a16:creationId xmlns:a16="http://schemas.microsoft.com/office/drawing/2014/main" id="{24242265-E056-BC40-B11A-B72D25661927}"/>
                    </a:ext>
                  </a:extLst>
                </p:cNvPr>
                <p:cNvSpPr/>
                <p:nvPr/>
              </p:nvSpPr>
              <p:spPr>
                <a:xfrm>
                  <a:off x="2871216" y="1649884"/>
                  <a:ext cx="6555" cy="113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1144" extrusionOk="0">
                      <a:moveTo>
                        <a:pt x="49" y="1"/>
                      </a:moveTo>
                      <a:lnTo>
                        <a:pt x="33" y="17"/>
                      </a:lnTo>
                      <a:lnTo>
                        <a:pt x="33" y="49"/>
                      </a:lnTo>
                      <a:cubicBezTo>
                        <a:pt x="17" y="65"/>
                        <a:pt x="17" y="81"/>
                        <a:pt x="17" y="102"/>
                      </a:cubicBezTo>
                      <a:cubicBezTo>
                        <a:pt x="17" y="150"/>
                        <a:pt x="1" y="203"/>
                        <a:pt x="17" y="283"/>
                      </a:cubicBezTo>
                      <a:cubicBezTo>
                        <a:pt x="17" y="368"/>
                        <a:pt x="33" y="453"/>
                        <a:pt x="33" y="554"/>
                      </a:cubicBezTo>
                      <a:cubicBezTo>
                        <a:pt x="49" y="606"/>
                        <a:pt x="49" y="655"/>
                        <a:pt x="49" y="687"/>
                      </a:cubicBezTo>
                      <a:lnTo>
                        <a:pt x="49" y="825"/>
                      </a:lnTo>
                      <a:lnTo>
                        <a:pt x="49" y="1144"/>
                      </a:lnTo>
                      <a:cubicBezTo>
                        <a:pt x="49" y="1144"/>
                        <a:pt x="65" y="1010"/>
                        <a:pt x="65" y="825"/>
                      </a:cubicBezTo>
                      <a:lnTo>
                        <a:pt x="65" y="687"/>
                      </a:lnTo>
                      <a:lnTo>
                        <a:pt x="65" y="554"/>
                      </a:lnTo>
                      <a:cubicBezTo>
                        <a:pt x="65" y="453"/>
                        <a:pt x="49" y="368"/>
                        <a:pt x="49" y="283"/>
                      </a:cubicBezTo>
                      <a:cubicBezTo>
                        <a:pt x="33" y="203"/>
                        <a:pt x="33" y="150"/>
                        <a:pt x="49" y="118"/>
                      </a:cubicBezTo>
                      <a:lnTo>
                        <a:pt x="49" y="65"/>
                      </a:lnTo>
                      <a:lnTo>
                        <a:pt x="49" y="33"/>
                      </a:lnTo>
                      <a:cubicBezTo>
                        <a:pt x="49" y="17"/>
                        <a:pt x="65" y="17"/>
                        <a:pt x="65" y="17"/>
                      </a:cubicBezTo>
                      <a:lnTo>
                        <a:pt x="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5" name="Google Shape;6175;p71">
                  <a:extLst>
                    <a:ext uri="{FF2B5EF4-FFF2-40B4-BE49-F238E27FC236}">
                      <a16:creationId xmlns:a16="http://schemas.microsoft.com/office/drawing/2014/main" id="{23024551-DD57-3C3E-F189-39AEE3392537}"/>
                    </a:ext>
                  </a:extLst>
                </p:cNvPr>
                <p:cNvSpPr/>
                <p:nvPr/>
              </p:nvSpPr>
              <p:spPr>
                <a:xfrm>
                  <a:off x="2874394" y="1646308"/>
                  <a:ext cx="25030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" h="53" extrusionOk="0">
                      <a:moveTo>
                        <a:pt x="187" y="0"/>
                      </a:moveTo>
                      <a:cubicBezTo>
                        <a:pt x="171" y="0"/>
                        <a:pt x="150" y="16"/>
                        <a:pt x="118" y="16"/>
                      </a:cubicBezTo>
                      <a:lnTo>
                        <a:pt x="49" y="16"/>
                      </a:lnTo>
                      <a:lnTo>
                        <a:pt x="33" y="37"/>
                      </a:lnTo>
                      <a:lnTo>
                        <a:pt x="1" y="37"/>
                      </a:lnTo>
                      <a:lnTo>
                        <a:pt x="17" y="53"/>
                      </a:lnTo>
                      <a:lnTo>
                        <a:pt x="70" y="53"/>
                      </a:lnTo>
                      <a:cubicBezTo>
                        <a:pt x="86" y="53"/>
                        <a:pt x="118" y="37"/>
                        <a:pt x="134" y="37"/>
                      </a:cubicBezTo>
                      <a:cubicBezTo>
                        <a:pt x="150" y="37"/>
                        <a:pt x="171" y="16"/>
                        <a:pt x="187" y="16"/>
                      </a:cubicBezTo>
                      <a:cubicBezTo>
                        <a:pt x="219" y="0"/>
                        <a:pt x="251" y="0"/>
                        <a:pt x="25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6" name="Google Shape;6176;p71">
                  <a:extLst>
                    <a:ext uri="{FF2B5EF4-FFF2-40B4-BE49-F238E27FC236}">
                      <a16:creationId xmlns:a16="http://schemas.microsoft.com/office/drawing/2014/main" id="{92EDE886-36DF-C9CA-F9BB-5056DA089B2E}"/>
                    </a:ext>
                  </a:extLst>
                </p:cNvPr>
                <p:cNvSpPr/>
                <p:nvPr/>
              </p:nvSpPr>
              <p:spPr>
                <a:xfrm>
                  <a:off x="2894458" y="1646308"/>
                  <a:ext cx="6953" cy="11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1148" extrusionOk="0">
                      <a:moveTo>
                        <a:pt x="70" y="0"/>
                      </a:moveTo>
                      <a:cubicBezTo>
                        <a:pt x="70" y="0"/>
                        <a:pt x="49" y="0"/>
                        <a:pt x="49" y="16"/>
                      </a:cubicBezTo>
                      <a:cubicBezTo>
                        <a:pt x="33" y="37"/>
                        <a:pt x="17" y="69"/>
                        <a:pt x="17" y="101"/>
                      </a:cubicBezTo>
                      <a:cubicBezTo>
                        <a:pt x="17" y="154"/>
                        <a:pt x="1" y="202"/>
                        <a:pt x="17" y="287"/>
                      </a:cubicBezTo>
                      <a:cubicBezTo>
                        <a:pt x="17" y="372"/>
                        <a:pt x="17" y="457"/>
                        <a:pt x="33" y="558"/>
                      </a:cubicBezTo>
                      <a:lnTo>
                        <a:pt x="33" y="622"/>
                      </a:lnTo>
                      <a:lnTo>
                        <a:pt x="33" y="691"/>
                      </a:lnTo>
                      <a:lnTo>
                        <a:pt x="33" y="824"/>
                      </a:lnTo>
                      <a:lnTo>
                        <a:pt x="33" y="962"/>
                      </a:lnTo>
                      <a:cubicBezTo>
                        <a:pt x="33" y="909"/>
                        <a:pt x="33" y="877"/>
                        <a:pt x="49" y="824"/>
                      </a:cubicBezTo>
                      <a:lnTo>
                        <a:pt x="49" y="691"/>
                      </a:lnTo>
                      <a:lnTo>
                        <a:pt x="49" y="622"/>
                      </a:lnTo>
                      <a:lnTo>
                        <a:pt x="49" y="558"/>
                      </a:lnTo>
                      <a:cubicBezTo>
                        <a:pt x="49" y="457"/>
                        <a:pt x="49" y="372"/>
                        <a:pt x="33" y="287"/>
                      </a:cubicBezTo>
                      <a:cubicBezTo>
                        <a:pt x="33" y="202"/>
                        <a:pt x="33" y="154"/>
                        <a:pt x="49" y="101"/>
                      </a:cubicBezTo>
                      <a:lnTo>
                        <a:pt x="49" y="37"/>
                      </a:lnTo>
                      <a:lnTo>
                        <a:pt x="70" y="16"/>
                      </a:lnTo>
                      <a:lnTo>
                        <a:pt x="70" y="0"/>
                      </a:lnTo>
                      <a:close/>
                      <a:moveTo>
                        <a:pt x="33" y="1046"/>
                      </a:moveTo>
                      <a:lnTo>
                        <a:pt x="33" y="1111"/>
                      </a:lnTo>
                      <a:cubicBezTo>
                        <a:pt x="49" y="1127"/>
                        <a:pt x="49" y="1147"/>
                        <a:pt x="49" y="1147"/>
                      </a:cubicBezTo>
                      <a:lnTo>
                        <a:pt x="49" y="1111"/>
                      </a:lnTo>
                      <a:cubicBezTo>
                        <a:pt x="33" y="1095"/>
                        <a:pt x="33" y="1079"/>
                        <a:pt x="33" y="10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7" name="Google Shape;6177;p71">
                  <a:extLst>
                    <a:ext uri="{FF2B5EF4-FFF2-40B4-BE49-F238E27FC236}">
                      <a16:creationId xmlns:a16="http://schemas.microsoft.com/office/drawing/2014/main" id="{54B28A69-E257-3B6D-00F0-7186914E1B78}"/>
                    </a:ext>
                  </a:extLst>
                </p:cNvPr>
                <p:cNvSpPr/>
                <p:nvPr/>
              </p:nvSpPr>
              <p:spPr>
                <a:xfrm>
                  <a:off x="2876083" y="1756658"/>
                  <a:ext cx="26917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37" extrusionOk="0">
                      <a:moveTo>
                        <a:pt x="69" y="0"/>
                      </a:moveTo>
                      <a:cubicBezTo>
                        <a:pt x="53" y="16"/>
                        <a:pt x="53" y="16"/>
                        <a:pt x="32" y="16"/>
                      </a:cubicBezTo>
                      <a:lnTo>
                        <a:pt x="16" y="16"/>
                      </a:lnTo>
                      <a:lnTo>
                        <a:pt x="0" y="36"/>
                      </a:lnTo>
                      <a:lnTo>
                        <a:pt x="85" y="36"/>
                      </a:lnTo>
                      <a:cubicBezTo>
                        <a:pt x="117" y="36"/>
                        <a:pt x="170" y="16"/>
                        <a:pt x="202" y="16"/>
                      </a:cubicBezTo>
                      <a:cubicBezTo>
                        <a:pt x="234" y="0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8" name="Google Shape;6178;p71">
                  <a:extLst>
                    <a:ext uri="{FF2B5EF4-FFF2-40B4-BE49-F238E27FC236}">
                      <a16:creationId xmlns:a16="http://schemas.microsoft.com/office/drawing/2014/main" id="{B0BEFDAA-E223-BF6E-6B37-969BADE6752A}"/>
                    </a:ext>
                  </a:extLst>
                </p:cNvPr>
                <p:cNvSpPr/>
                <p:nvPr/>
              </p:nvSpPr>
              <p:spPr>
                <a:xfrm>
                  <a:off x="2717163" y="1778311"/>
                  <a:ext cx="212357" cy="23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8" h="239" extrusionOk="0">
                      <a:moveTo>
                        <a:pt x="2004" y="0"/>
                      </a:moveTo>
                      <a:cubicBezTo>
                        <a:pt x="1988" y="0"/>
                        <a:pt x="1955" y="20"/>
                        <a:pt x="1919" y="20"/>
                      </a:cubicBezTo>
                      <a:lnTo>
                        <a:pt x="2004" y="20"/>
                      </a:lnTo>
                      <a:cubicBezTo>
                        <a:pt x="2073" y="0"/>
                        <a:pt x="2105" y="0"/>
                        <a:pt x="2137" y="0"/>
                      </a:cubicBezTo>
                      <a:close/>
                      <a:moveTo>
                        <a:pt x="1818" y="20"/>
                      </a:moveTo>
                      <a:cubicBezTo>
                        <a:pt x="1754" y="37"/>
                        <a:pt x="1685" y="53"/>
                        <a:pt x="1600" y="53"/>
                      </a:cubicBezTo>
                      <a:cubicBezTo>
                        <a:pt x="1515" y="69"/>
                        <a:pt x="1430" y="69"/>
                        <a:pt x="1329" y="85"/>
                      </a:cubicBezTo>
                      <a:cubicBezTo>
                        <a:pt x="1297" y="85"/>
                        <a:pt x="1249" y="101"/>
                        <a:pt x="1196" y="101"/>
                      </a:cubicBezTo>
                      <a:lnTo>
                        <a:pt x="1127" y="121"/>
                      </a:lnTo>
                      <a:lnTo>
                        <a:pt x="1063" y="121"/>
                      </a:lnTo>
                      <a:cubicBezTo>
                        <a:pt x="893" y="138"/>
                        <a:pt x="707" y="154"/>
                        <a:pt x="558" y="170"/>
                      </a:cubicBezTo>
                      <a:cubicBezTo>
                        <a:pt x="404" y="186"/>
                        <a:pt x="303" y="186"/>
                        <a:pt x="218" y="202"/>
                      </a:cubicBezTo>
                      <a:lnTo>
                        <a:pt x="117" y="202"/>
                      </a:lnTo>
                      <a:cubicBezTo>
                        <a:pt x="85" y="202"/>
                        <a:pt x="69" y="202"/>
                        <a:pt x="53" y="222"/>
                      </a:cubicBezTo>
                      <a:lnTo>
                        <a:pt x="0" y="222"/>
                      </a:lnTo>
                      <a:lnTo>
                        <a:pt x="0" y="239"/>
                      </a:lnTo>
                      <a:lnTo>
                        <a:pt x="154" y="239"/>
                      </a:lnTo>
                      <a:cubicBezTo>
                        <a:pt x="170" y="239"/>
                        <a:pt x="202" y="239"/>
                        <a:pt x="218" y="222"/>
                      </a:cubicBezTo>
                      <a:cubicBezTo>
                        <a:pt x="303" y="222"/>
                        <a:pt x="404" y="202"/>
                        <a:pt x="558" y="186"/>
                      </a:cubicBezTo>
                      <a:cubicBezTo>
                        <a:pt x="707" y="186"/>
                        <a:pt x="893" y="154"/>
                        <a:pt x="1063" y="138"/>
                      </a:cubicBezTo>
                      <a:lnTo>
                        <a:pt x="1148" y="138"/>
                      </a:lnTo>
                      <a:lnTo>
                        <a:pt x="1212" y="121"/>
                      </a:lnTo>
                      <a:cubicBezTo>
                        <a:pt x="1249" y="121"/>
                        <a:pt x="1297" y="121"/>
                        <a:pt x="1350" y="101"/>
                      </a:cubicBezTo>
                      <a:cubicBezTo>
                        <a:pt x="1430" y="85"/>
                        <a:pt x="1515" y="85"/>
                        <a:pt x="1600" y="69"/>
                      </a:cubicBezTo>
                      <a:cubicBezTo>
                        <a:pt x="1685" y="53"/>
                        <a:pt x="1754" y="53"/>
                        <a:pt x="1818" y="37"/>
                      </a:cubicBezTo>
                      <a:cubicBezTo>
                        <a:pt x="1871" y="37"/>
                        <a:pt x="1887" y="20"/>
                        <a:pt x="1919" y="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79" name="Google Shape;6179;p71">
                  <a:extLst>
                    <a:ext uri="{FF2B5EF4-FFF2-40B4-BE49-F238E27FC236}">
                      <a16:creationId xmlns:a16="http://schemas.microsoft.com/office/drawing/2014/main" id="{6486E576-2F29-F8B8-6ADE-8037D3FEF0BD}"/>
                    </a:ext>
                  </a:extLst>
                </p:cNvPr>
                <p:cNvSpPr/>
                <p:nvPr/>
              </p:nvSpPr>
              <p:spPr>
                <a:xfrm>
                  <a:off x="2941439" y="1775033"/>
                  <a:ext cx="51848" cy="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54" extrusionOk="0">
                      <a:moveTo>
                        <a:pt x="0" y="17"/>
                      </a:moveTo>
                      <a:cubicBezTo>
                        <a:pt x="0" y="17"/>
                        <a:pt x="0" y="24"/>
                        <a:pt x="5" y="24"/>
                      </a:cubicBezTo>
                      <a:cubicBezTo>
                        <a:pt x="8" y="24"/>
                        <a:pt x="11" y="22"/>
                        <a:pt x="17" y="17"/>
                      </a:cubicBezTo>
                      <a:close/>
                      <a:moveTo>
                        <a:pt x="33" y="1"/>
                      </a:moveTo>
                      <a:cubicBezTo>
                        <a:pt x="17" y="1"/>
                        <a:pt x="17" y="17"/>
                        <a:pt x="17" y="17"/>
                      </a:cubicBezTo>
                      <a:lnTo>
                        <a:pt x="101" y="17"/>
                      </a:lnTo>
                      <a:cubicBezTo>
                        <a:pt x="118" y="17"/>
                        <a:pt x="134" y="17"/>
                        <a:pt x="150" y="33"/>
                      </a:cubicBezTo>
                      <a:cubicBezTo>
                        <a:pt x="202" y="33"/>
                        <a:pt x="251" y="33"/>
                        <a:pt x="303" y="53"/>
                      </a:cubicBezTo>
                      <a:lnTo>
                        <a:pt x="522" y="53"/>
                      </a:lnTo>
                      <a:cubicBezTo>
                        <a:pt x="505" y="53"/>
                        <a:pt x="485" y="53"/>
                        <a:pt x="453" y="33"/>
                      </a:cubicBezTo>
                      <a:lnTo>
                        <a:pt x="384" y="33"/>
                      </a:lnTo>
                      <a:cubicBezTo>
                        <a:pt x="352" y="33"/>
                        <a:pt x="336" y="33"/>
                        <a:pt x="303" y="17"/>
                      </a:cubicBezTo>
                      <a:cubicBezTo>
                        <a:pt x="251" y="17"/>
                        <a:pt x="202" y="1"/>
                        <a:pt x="1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0" name="Google Shape;6180;p71">
                  <a:extLst>
                    <a:ext uri="{FF2B5EF4-FFF2-40B4-BE49-F238E27FC236}">
                      <a16:creationId xmlns:a16="http://schemas.microsoft.com/office/drawing/2014/main" id="{903B6AE3-E33E-7338-F16F-6CEF9C9265F5}"/>
                    </a:ext>
                  </a:extLst>
                </p:cNvPr>
                <p:cNvSpPr/>
                <p:nvPr/>
              </p:nvSpPr>
              <p:spPr>
                <a:xfrm>
                  <a:off x="2976302" y="1035956"/>
                  <a:ext cx="3377" cy="112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32" extrusionOk="0">
                      <a:moveTo>
                        <a:pt x="17" y="1"/>
                      </a:moveTo>
                      <a:lnTo>
                        <a:pt x="17" y="37"/>
                      </a:lnTo>
                      <a:lnTo>
                        <a:pt x="17" y="122"/>
                      </a:lnTo>
                      <a:lnTo>
                        <a:pt x="17" y="304"/>
                      </a:lnTo>
                      <a:lnTo>
                        <a:pt x="17" y="441"/>
                      </a:lnTo>
                      <a:lnTo>
                        <a:pt x="17" y="574"/>
                      </a:lnTo>
                      <a:cubicBezTo>
                        <a:pt x="17" y="659"/>
                        <a:pt x="1" y="760"/>
                        <a:pt x="1" y="845"/>
                      </a:cubicBezTo>
                      <a:lnTo>
                        <a:pt x="1" y="978"/>
                      </a:lnTo>
                      <a:cubicBezTo>
                        <a:pt x="1" y="946"/>
                        <a:pt x="17" y="894"/>
                        <a:pt x="17" y="845"/>
                      </a:cubicBezTo>
                      <a:cubicBezTo>
                        <a:pt x="17" y="760"/>
                        <a:pt x="33" y="675"/>
                        <a:pt x="33" y="574"/>
                      </a:cubicBezTo>
                      <a:lnTo>
                        <a:pt x="33" y="441"/>
                      </a:lnTo>
                      <a:lnTo>
                        <a:pt x="33" y="304"/>
                      </a:lnTo>
                      <a:lnTo>
                        <a:pt x="33" y="37"/>
                      </a:lnTo>
                      <a:cubicBezTo>
                        <a:pt x="33" y="1"/>
                        <a:pt x="33" y="1"/>
                        <a:pt x="17" y="1"/>
                      </a:cubicBezTo>
                      <a:close/>
                      <a:moveTo>
                        <a:pt x="1" y="1080"/>
                      </a:moveTo>
                      <a:cubicBezTo>
                        <a:pt x="1" y="1096"/>
                        <a:pt x="17" y="1132"/>
                        <a:pt x="17" y="1132"/>
                      </a:cubicBezTo>
                      <a:cubicBezTo>
                        <a:pt x="17" y="1112"/>
                        <a:pt x="1" y="1096"/>
                        <a:pt x="1" y="108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1" name="Google Shape;6181;p71">
                  <a:extLst>
                    <a:ext uri="{FF2B5EF4-FFF2-40B4-BE49-F238E27FC236}">
                      <a16:creationId xmlns:a16="http://schemas.microsoft.com/office/drawing/2014/main" id="{EE7675E2-9F1A-F334-D3D5-81DCEE4EE6D5}"/>
                    </a:ext>
                  </a:extLst>
                </p:cNvPr>
                <p:cNvSpPr/>
                <p:nvPr/>
              </p:nvSpPr>
              <p:spPr>
                <a:xfrm>
                  <a:off x="2977990" y="1149981"/>
                  <a:ext cx="23739" cy="8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85" extrusionOk="0">
                      <a:moveTo>
                        <a:pt x="16" y="0"/>
                      </a:moveTo>
                      <a:cubicBezTo>
                        <a:pt x="16" y="16"/>
                        <a:pt x="0" y="16"/>
                        <a:pt x="0" y="16"/>
                      </a:cubicBezTo>
                      <a:cubicBezTo>
                        <a:pt x="0" y="32"/>
                        <a:pt x="16" y="32"/>
                        <a:pt x="16" y="32"/>
                      </a:cubicBezTo>
                      <a:lnTo>
                        <a:pt x="85" y="32"/>
                      </a:lnTo>
                      <a:cubicBezTo>
                        <a:pt x="85" y="32"/>
                        <a:pt x="101" y="49"/>
                        <a:pt x="117" y="49"/>
                      </a:cubicBezTo>
                      <a:cubicBezTo>
                        <a:pt x="137" y="49"/>
                        <a:pt x="154" y="49"/>
                        <a:pt x="170" y="65"/>
                      </a:cubicBezTo>
                      <a:cubicBezTo>
                        <a:pt x="202" y="65"/>
                        <a:pt x="238" y="85"/>
                        <a:pt x="238" y="85"/>
                      </a:cubicBezTo>
                      <a:cubicBezTo>
                        <a:pt x="238" y="85"/>
                        <a:pt x="202" y="65"/>
                        <a:pt x="170" y="49"/>
                      </a:cubicBezTo>
                      <a:cubicBezTo>
                        <a:pt x="154" y="32"/>
                        <a:pt x="137" y="32"/>
                        <a:pt x="117" y="16"/>
                      </a:cubicBezTo>
                      <a:lnTo>
                        <a:pt x="69" y="16"/>
                      </a:lnTo>
                      <a:cubicBezTo>
                        <a:pt x="53" y="0"/>
                        <a:pt x="36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2" name="Google Shape;6182;p71">
                  <a:extLst>
                    <a:ext uri="{FF2B5EF4-FFF2-40B4-BE49-F238E27FC236}">
                      <a16:creationId xmlns:a16="http://schemas.microsoft.com/office/drawing/2014/main" id="{0E4F8B3E-9205-2BDB-8799-BFEE20EFD166}"/>
                    </a:ext>
                  </a:extLst>
                </p:cNvPr>
                <p:cNvSpPr/>
                <p:nvPr/>
              </p:nvSpPr>
              <p:spPr>
                <a:xfrm>
                  <a:off x="2977990" y="1035956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0" y="1"/>
                      </a:moveTo>
                      <a:lnTo>
                        <a:pt x="0" y="21"/>
                      </a:lnTo>
                      <a:lnTo>
                        <a:pt x="16" y="21"/>
                      </a:lnTo>
                      <a:cubicBezTo>
                        <a:pt x="36" y="21"/>
                        <a:pt x="53" y="21"/>
                        <a:pt x="53" y="37"/>
                      </a:cubicBezTo>
                      <a:cubicBezTo>
                        <a:pt x="85" y="37"/>
                        <a:pt x="117" y="53"/>
                        <a:pt x="154" y="70"/>
                      </a:cubicBezTo>
                      <a:cubicBezTo>
                        <a:pt x="170" y="70"/>
                        <a:pt x="186" y="86"/>
                        <a:pt x="202" y="86"/>
                      </a:cubicBezTo>
                      <a:cubicBezTo>
                        <a:pt x="186" y="70"/>
                        <a:pt x="170" y="70"/>
                        <a:pt x="170" y="53"/>
                      </a:cubicBezTo>
                      <a:cubicBezTo>
                        <a:pt x="137" y="37"/>
                        <a:pt x="101" y="21"/>
                        <a:pt x="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3" name="Google Shape;6183;p71">
                  <a:extLst>
                    <a:ext uri="{FF2B5EF4-FFF2-40B4-BE49-F238E27FC236}">
                      <a16:creationId xmlns:a16="http://schemas.microsoft.com/office/drawing/2014/main" id="{4958C31C-0567-E270-78F9-484B3A98427B}"/>
                    </a:ext>
                  </a:extLst>
                </p:cNvPr>
                <p:cNvSpPr/>
                <p:nvPr/>
              </p:nvSpPr>
              <p:spPr>
                <a:xfrm>
                  <a:off x="2999643" y="1045988"/>
                  <a:ext cx="2086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809" extrusionOk="0">
                      <a:moveTo>
                        <a:pt x="20" y="1"/>
                      </a:moveTo>
                      <a:cubicBezTo>
                        <a:pt x="0" y="1"/>
                        <a:pt x="0" y="1"/>
                        <a:pt x="0" y="37"/>
                      </a:cubicBezTo>
                      <a:lnTo>
                        <a:pt x="0" y="122"/>
                      </a:lnTo>
                      <a:lnTo>
                        <a:pt x="0" y="288"/>
                      </a:lnTo>
                      <a:lnTo>
                        <a:pt x="0" y="405"/>
                      </a:lnTo>
                      <a:lnTo>
                        <a:pt x="0" y="542"/>
                      </a:lnTo>
                      <a:lnTo>
                        <a:pt x="0" y="809"/>
                      </a:lnTo>
                      <a:cubicBezTo>
                        <a:pt x="20" y="728"/>
                        <a:pt x="20" y="627"/>
                        <a:pt x="20" y="542"/>
                      </a:cubicBezTo>
                      <a:lnTo>
                        <a:pt x="20" y="405"/>
                      </a:lnTo>
                      <a:lnTo>
                        <a:pt x="20" y="288"/>
                      </a:lnTo>
                      <a:lnTo>
                        <a:pt x="20" y="122"/>
                      </a:lnTo>
                      <a:lnTo>
                        <a:pt x="20" y="37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4" name="Google Shape;6184;p71">
                  <a:extLst>
                    <a:ext uri="{FF2B5EF4-FFF2-40B4-BE49-F238E27FC236}">
                      <a16:creationId xmlns:a16="http://schemas.microsoft.com/office/drawing/2014/main" id="{90CBD07B-5E3A-925D-63D5-3B1FD0E41EB6}"/>
                    </a:ext>
                  </a:extLst>
                </p:cNvPr>
                <p:cNvSpPr/>
                <p:nvPr/>
              </p:nvSpPr>
              <p:spPr>
                <a:xfrm>
                  <a:off x="3008086" y="1051252"/>
                  <a:ext cx="3675" cy="11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12" extrusionOk="0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0" y="117"/>
                      </a:lnTo>
                      <a:lnTo>
                        <a:pt x="0" y="287"/>
                      </a:lnTo>
                      <a:lnTo>
                        <a:pt x="0" y="538"/>
                      </a:lnTo>
                      <a:lnTo>
                        <a:pt x="0" y="606"/>
                      </a:lnTo>
                      <a:cubicBezTo>
                        <a:pt x="16" y="639"/>
                        <a:pt x="0" y="655"/>
                        <a:pt x="0" y="691"/>
                      </a:cubicBezTo>
                      <a:lnTo>
                        <a:pt x="0" y="808"/>
                      </a:lnTo>
                      <a:lnTo>
                        <a:pt x="0" y="925"/>
                      </a:lnTo>
                      <a:lnTo>
                        <a:pt x="0" y="1026"/>
                      </a:lnTo>
                      <a:cubicBezTo>
                        <a:pt x="0" y="1079"/>
                        <a:pt x="16" y="1111"/>
                        <a:pt x="16" y="1111"/>
                      </a:cubicBezTo>
                      <a:lnTo>
                        <a:pt x="16" y="1026"/>
                      </a:lnTo>
                      <a:lnTo>
                        <a:pt x="16" y="925"/>
                      </a:lnTo>
                      <a:lnTo>
                        <a:pt x="16" y="808"/>
                      </a:lnTo>
                      <a:cubicBezTo>
                        <a:pt x="16" y="776"/>
                        <a:pt x="16" y="723"/>
                        <a:pt x="36" y="691"/>
                      </a:cubicBezTo>
                      <a:lnTo>
                        <a:pt x="36" y="606"/>
                      </a:lnTo>
                      <a:lnTo>
                        <a:pt x="36" y="538"/>
                      </a:lnTo>
                      <a:cubicBezTo>
                        <a:pt x="36" y="453"/>
                        <a:pt x="36" y="372"/>
                        <a:pt x="16" y="287"/>
                      </a:cubicBezTo>
                      <a:lnTo>
                        <a:pt x="16" y="117"/>
                      </a:lnTo>
                      <a:lnTo>
                        <a:pt x="16" y="33"/>
                      </a:lnTo>
                      <a:cubicBezTo>
                        <a:pt x="16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5" name="Google Shape;6185;p71">
                  <a:extLst>
                    <a:ext uri="{FF2B5EF4-FFF2-40B4-BE49-F238E27FC236}">
                      <a16:creationId xmlns:a16="http://schemas.microsoft.com/office/drawing/2014/main" id="{7B7EA260-0278-17A0-4BD0-1F949310A64D}"/>
                    </a:ext>
                  </a:extLst>
                </p:cNvPr>
                <p:cNvSpPr/>
                <p:nvPr/>
              </p:nvSpPr>
              <p:spPr>
                <a:xfrm>
                  <a:off x="3009675" y="1161602"/>
                  <a:ext cx="20163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69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20" y="16"/>
                      </a:lnTo>
                      <a:cubicBezTo>
                        <a:pt x="20" y="33"/>
                        <a:pt x="37" y="33"/>
                        <a:pt x="53" y="33"/>
                      </a:cubicBezTo>
                      <a:cubicBezTo>
                        <a:pt x="53" y="33"/>
                        <a:pt x="69" y="49"/>
                        <a:pt x="85" y="49"/>
                      </a:cubicBezTo>
                      <a:cubicBezTo>
                        <a:pt x="101" y="49"/>
                        <a:pt x="101" y="49"/>
                        <a:pt x="121" y="69"/>
                      </a:cubicBezTo>
                      <a:lnTo>
                        <a:pt x="202" y="69"/>
                      </a:lnTo>
                      <a:cubicBezTo>
                        <a:pt x="202" y="69"/>
                        <a:pt x="170" y="69"/>
                        <a:pt x="154" y="49"/>
                      </a:cubicBezTo>
                      <a:lnTo>
                        <a:pt x="121" y="49"/>
                      </a:lnTo>
                      <a:cubicBezTo>
                        <a:pt x="121" y="33"/>
                        <a:pt x="101" y="33"/>
                        <a:pt x="101" y="33"/>
                      </a:cubicBezTo>
                      <a:cubicBezTo>
                        <a:pt x="85" y="33"/>
                        <a:pt x="85" y="16"/>
                        <a:pt x="69" y="16"/>
                      </a:cubicBezTo>
                      <a:lnTo>
                        <a:pt x="53" y="16"/>
                      </a:lnTo>
                      <a:cubicBezTo>
                        <a:pt x="37" y="16"/>
                        <a:pt x="37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6" name="Google Shape;6186;p71">
                  <a:extLst>
                    <a:ext uri="{FF2B5EF4-FFF2-40B4-BE49-F238E27FC236}">
                      <a16:creationId xmlns:a16="http://schemas.microsoft.com/office/drawing/2014/main" id="{293273B7-61F6-7E4A-E574-A9234D142A71}"/>
                    </a:ext>
                  </a:extLst>
                </p:cNvPr>
                <p:cNvSpPr/>
                <p:nvPr/>
              </p:nvSpPr>
              <p:spPr>
                <a:xfrm>
                  <a:off x="3006397" y="1049663"/>
                  <a:ext cx="21851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" h="86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7" y="16"/>
                      </a:lnTo>
                      <a:cubicBezTo>
                        <a:pt x="33" y="16"/>
                        <a:pt x="33" y="16"/>
                        <a:pt x="53" y="33"/>
                      </a:cubicBezTo>
                      <a:cubicBezTo>
                        <a:pt x="86" y="33"/>
                        <a:pt x="134" y="49"/>
                        <a:pt x="171" y="65"/>
                      </a:cubicBezTo>
                      <a:cubicBezTo>
                        <a:pt x="187" y="65"/>
                        <a:pt x="187" y="65"/>
                        <a:pt x="203" y="85"/>
                      </a:cubicBezTo>
                      <a:lnTo>
                        <a:pt x="219" y="85"/>
                      </a:lnTo>
                      <a:lnTo>
                        <a:pt x="203" y="65"/>
                      </a:lnTo>
                      <a:cubicBezTo>
                        <a:pt x="203" y="65"/>
                        <a:pt x="187" y="65"/>
                        <a:pt x="171" y="49"/>
                      </a:cubicBezTo>
                      <a:cubicBezTo>
                        <a:pt x="134" y="33"/>
                        <a:pt x="102" y="16"/>
                        <a:pt x="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7" name="Google Shape;6187;p71">
                  <a:extLst>
                    <a:ext uri="{FF2B5EF4-FFF2-40B4-BE49-F238E27FC236}">
                      <a16:creationId xmlns:a16="http://schemas.microsoft.com/office/drawing/2014/main" id="{3BC655E6-9AB1-5068-36FC-C411B3B649A3}"/>
                    </a:ext>
                  </a:extLst>
                </p:cNvPr>
                <p:cNvSpPr/>
                <p:nvPr/>
              </p:nvSpPr>
              <p:spPr>
                <a:xfrm>
                  <a:off x="3028149" y="1059297"/>
                  <a:ext cx="3675" cy="105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63" extrusionOk="0">
                      <a:moveTo>
                        <a:pt x="19" y="0"/>
                      </a:moveTo>
                      <a:cubicBezTo>
                        <a:pt x="16" y="0"/>
                        <a:pt x="16" y="4"/>
                        <a:pt x="16" y="4"/>
                      </a:cubicBezTo>
                      <a:lnTo>
                        <a:pt x="16" y="20"/>
                      </a:lnTo>
                      <a:lnTo>
                        <a:pt x="16" y="105"/>
                      </a:lnTo>
                      <a:lnTo>
                        <a:pt x="16" y="271"/>
                      </a:lnTo>
                      <a:cubicBezTo>
                        <a:pt x="0" y="574"/>
                        <a:pt x="16" y="1063"/>
                        <a:pt x="16" y="1063"/>
                      </a:cubicBezTo>
                      <a:cubicBezTo>
                        <a:pt x="16" y="1063"/>
                        <a:pt x="36" y="574"/>
                        <a:pt x="36" y="271"/>
                      </a:cubicBezTo>
                      <a:lnTo>
                        <a:pt x="36" y="105"/>
                      </a:lnTo>
                      <a:lnTo>
                        <a:pt x="36" y="20"/>
                      </a:lnTo>
                      <a:cubicBezTo>
                        <a:pt x="26" y="4"/>
                        <a:pt x="21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8" name="Google Shape;6188;p71">
                  <a:extLst>
                    <a:ext uri="{FF2B5EF4-FFF2-40B4-BE49-F238E27FC236}">
                      <a16:creationId xmlns:a16="http://schemas.microsoft.com/office/drawing/2014/main" id="{86BFD1F7-01C8-8C6D-2604-FD2FBD1B1036}"/>
                    </a:ext>
                  </a:extLst>
                </p:cNvPr>
                <p:cNvSpPr/>
                <p:nvPr/>
              </p:nvSpPr>
              <p:spPr>
                <a:xfrm>
                  <a:off x="3036493" y="1062873"/>
                  <a:ext cx="1788" cy="108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096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33"/>
                      </a:cubicBezTo>
                      <a:lnTo>
                        <a:pt x="1" y="118"/>
                      </a:lnTo>
                      <a:lnTo>
                        <a:pt x="1" y="287"/>
                      </a:lnTo>
                      <a:cubicBezTo>
                        <a:pt x="1" y="590"/>
                        <a:pt x="17" y="1095"/>
                        <a:pt x="17" y="1095"/>
                      </a:cubicBezTo>
                      <a:lnTo>
                        <a:pt x="17" y="287"/>
                      </a:lnTo>
                      <a:lnTo>
                        <a:pt x="17" y="118"/>
                      </a:lnTo>
                      <a:lnTo>
                        <a:pt x="17" y="3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89" name="Google Shape;6189;p71">
                  <a:extLst>
                    <a:ext uri="{FF2B5EF4-FFF2-40B4-BE49-F238E27FC236}">
                      <a16:creationId xmlns:a16="http://schemas.microsoft.com/office/drawing/2014/main" id="{38EFF69D-3149-239B-164E-BF2AC0731899}"/>
                    </a:ext>
                  </a:extLst>
                </p:cNvPr>
                <p:cNvSpPr/>
                <p:nvPr/>
              </p:nvSpPr>
              <p:spPr>
                <a:xfrm>
                  <a:off x="3036493" y="1171634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17" y="0"/>
                      </a:moveTo>
                      <a:lnTo>
                        <a:pt x="1" y="16"/>
                      </a:lnTo>
                      <a:cubicBezTo>
                        <a:pt x="17" y="33"/>
                        <a:pt x="33" y="33"/>
                        <a:pt x="53" y="33"/>
                      </a:cubicBezTo>
                      <a:cubicBezTo>
                        <a:pt x="70" y="33"/>
                        <a:pt x="70" y="49"/>
                        <a:pt x="86" y="49"/>
                      </a:cubicBezTo>
                      <a:lnTo>
                        <a:pt x="102" y="49"/>
                      </a:lnTo>
                      <a:cubicBezTo>
                        <a:pt x="118" y="49"/>
                        <a:pt x="134" y="69"/>
                        <a:pt x="154" y="69"/>
                      </a:cubicBezTo>
                      <a:cubicBezTo>
                        <a:pt x="187" y="69"/>
                        <a:pt x="203" y="85"/>
                        <a:pt x="203" y="85"/>
                      </a:cubicBezTo>
                      <a:cubicBezTo>
                        <a:pt x="203" y="85"/>
                        <a:pt x="187" y="69"/>
                        <a:pt x="154" y="49"/>
                      </a:cubicBezTo>
                      <a:cubicBezTo>
                        <a:pt x="154" y="49"/>
                        <a:pt x="134" y="33"/>
                        <a:pt x="118" y="33"/>
                      </a:cubicBezTo>
                      <a:cubicBezTo>
                        <a:pt x="102" y="16"/>
                        <a:pt x="86" y="16"/>
                        <a:pt x="70" y="16"/>
                      </a:cubicBezTo>
                      <a:cubicBezTo>
                        <a:pt x="33" y="0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0" name="Google Shape;6190;p71">
                  <a:extLst>
                    <a:ext uri="{FF2B5EF4-FFF2-40B4-BE49-F238E27FC236}">
                      <a16:creationId xmlns:a16="http://schemas.microsoft.com/office/drawing/2014/main" id="{C11FCFC2-C416-3FEA-C795-59E453781317}"/>
                    </a:ext>
                  </a:extLst>
                </p:cNvPr>
                <p:cNvSpPr/>
                <p:nvPr/>
              </p:nvSpPr>
              <p:spPr>
                <a:xfrm>
                  <a:off x="3038181" y="1061284"/>
                  <a:ext cx="20163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18" extrusionOk="0">
                      <a:moveTo>
                        <a:pt x="0" y="0"/>
                      </a:moveTo>
                      <a:lnTo>
                        <a:pt x="0" y="16"/>
                      </a:lnTo>
                      <a:cubicBezTo>
                        <a:pt x="0" y="16"/>
                        <a:pt x="0" y="33"/>
                        <a:pt x="16" y="33"/>
                      </a:cubicBezTo>
                      <a:lnTo>
                        <a:pt x="36" y="49"/>
                      </a:lnTo>
                      <a:cubicBezTo>
                        <a:pt x="53" y="69"/>
                        <a:pt x="69" y="69"/>
                        <a:pt x="85" y="85"/>
                      </a:cubicBezTo>
                      <a:cubicBezTo>
                        <a:pt x="117" y="85"/>
                        <a:pt x="137" y="101"/>
                        <a:pt x="154" y="101"/>
                      </a:cubicBezTo>
                      <a:cubicBezTo>
                        <a:pt x="186" y="117"/>
                        <a:pt x="202" y="117"/>
                        <a:pt x="202" y="117"/>
                      </a:cubicBezTo>
                      <a:cubicBezTo>
                        <a:pt x="202" y="117"/>
                        <a:pt x="186" y="101"/>
                        <a:pt x="154" y="85"/>
                      </a:cubicBezTo>
                      <a:cubicBezTo>
                        <a:pt x="117" y="69"/>
                        <a:pt x="85" y="49"/>
                        <a:pt x="53" y="33"/>
                      </a:cubicBezTo>
                      <a:cubicBezTo>
                        <a:pt x="36" y="16"/>
                        <a:pt x="36" y="16"/>
                        <a:pt x="16" y="1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1" name="Google Shape;6191;p71">
                  <a:extLst>
                    <a:ext uri="{FF2B5EF4-FFF2-40B4-BE49-F238E27FC236}">
                      <a16:creationId xmlns:a16="http://schemas.microsoft.com/office/drawing/2014/main" id="{D81272D5-B93B-BC8C-3137-2194AE04A27F}"/>
                    </a:ext>
                  </a:extLst>
                </p:cNvPr>
                <p:cNvSpPr/>
                <p:nvPr/>
              </p:nvSpPr>
              <p:spPr>
                <a:xfrm>
                  <a:off x="3054967" y="1074097"/>
                  <a:ext cx="3377" cy="106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068" extrusionOk="0">
                      <a:moveTo>
                        <a:pt x="31" y="1"/>
                      </a:moveTo>
                      <a:cubicBezTo>
                        <a:pt x="29" y="1"/>
                        <a:pt x="25" y="5"/>
                        <a:pt x="17" y="21"/>
                      </a:cubicBezTo>
                      <a:lnTo>
                        <a:pt x="17" y="57"/>
                      </a:lnTo>
                      <a:cubicBezTo>
                        <a:pt x="1" y="73"/>
                        <a:pt x="1" y="89"/>
                        <a:pt x="1" y="106"/>
                      </a:cubicBezTo>
                      <a:cubicBezTo>
                        <a:pt x="1" y="142"/>
                        <a:pt x="17" y="207"/>
                        <a:pt x="17" y="275"/>
                      </a:cubicBezTo>
                      <a:lnTo>
                        <a:pt x="17" y="1067"/>
                      </a:lnTo>
                      <a:cubicBezTo>
                        <a:pt x="17" y="1067"/>
                        <a:pt x="33" y="562"/>
                        <a:pt x="33" y="275"/>
                      </a:cubicBezTo>
                      <a:lnTo>
                        <a:pt x="33" y="106"/>
                      </a:lnTo>
                      <a:lnTo>
                        <a:pt x="33" y="57"/>
                      </a:lnTo>
                      <a:lnTo>
                        <a:pt x="33" y="21"/>
                      </a:lnTo>
                      <a:lnTo>
                        <a:pt x="33" y="5"/>
                      </a:lnTo>
                      <a:cubicBezTo>
                        <a:pt x="33" y="5"/>
                        <a:pt x="33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2" name="Google Shape;6192;p71">
                  <a:extLst>
                    <a:ext uri="{FF2B5EF4-FFF2-40B4-BE49-F238E27FC236}">
                      <a16:creationId xmlns:a16="http://schemas.microsoft.com/office/drawing/2014/main" id="{BE3F76DA-E722-51A4-9853-9C198AA25EC0}"/>
                    </a:ext>
                  </a:extLst>
                </p:cNvPr>
                <p:cNvSpPr/>
                <p:nvPr/>
              </p:nvSpPr>
              <p:spPr>
                <a:xfrm>
                  <a:off x="3068277" y="1076083"/>
                  <a:ext cx="3675" cy="108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96" extrusionOk="0">
                      <a:moveTo>
                        <a:pt x="0" y="1"/>
                      </a:moveTo>
                      <a:lnTo>
                        <a:pt x="0" y="37"/>
                      </a:lnTo>
                      <a:lnTo>
                        <a:pt x="0" y="122"/>
                      </a:lnTo>
                      <a:lnTo>
                        <a:pt x="0" y="288"/>
                      </a:lnTo>
                      <a:lnTo>
                        <a:pt x="0" y="405"/>
                      </a:lnTo>
                      <a:cubicBezTo>
                        <a:pt x="16" y="457"/>
                        <a:pt x="16" y="490"/>
                        <a:pt x="16" y="542"/>
                      </a:cubicBezTo>
                      <a:lnTo>
                        <a:pt x="16" y="809"/>
                      </a:lnTo>
                      <a:lnTo>
                        <a:pt x="16" y="1096"/>
                      </a:lnTo>
                      <a:cubicBezTo>
                        <a:pt x="16" y="1096"/>
                        <a:pt x="16" y="978"/>
                        <a:pt x="36" y="809"/>
                      </a:cubicBezTo>
                      <a:lnTo>
                        <a:pt x="36" y="542"/>
                      </a:lnTo>
                      <a:lnTo>
                        <a:pt x="36" y="405"/>
                      </a:lnTo>
                      <a:lnTo>
                        <a:pt x="36" y="288"/>
                      </a:lnTo>
                      <a:cubicBezTo>
                        <a:pt x="16" y="239"/>
                        <a:pt x="16" y="223"/>
                        <a:pt x="16" y="187"/>
                      </a:cubicBezTo>
                      <a:lnTo>
                        <a:pt x="16" y="122"/>
                      </a:lnTo>
                      <a:lnTo>
                        <a:pt x="16" y="3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3" name="Google Shape;6193;p71">
                  <a:extLst>
                    <a:ext uri="{FF2B5EF4-FFF2-40B4-BE49-F238E27FC236}">
                      <a16:creationId xmlns:a16="http://schemas.microsoft.com/office/drawing/2014/main" id="{2FE68542-C173-5405-54DA-7D6BB49CD0ED}"/>
                    </a:ext>
                  </a:extLst>
                </p:cNvPr>
                <p:cNvSpPr/>
                <p:nvPr/>
              </p:nvSpPr>
              <p:spPr>
                <a:xfrm>
                  <a:off x="3069866" y="1184844"/>
                  <a:ext cx="1688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86" extrusionOk="0">
                      <a:moveTo>
                        <a:pt x="0" y="1"/>
                      </a:moveTo>
                      <a:lnTo>
                        <a:pt x="20" y="17"/>
                      </a:lnTo>
                      <a:cubicBezTo>
                        <a:pt x="20" y="17"/>
                        <a:pt x="20" y="37"/>
                        <a:pt x="53" y="37"/>
                      </a:cubicBezTo>
                      <a:cubicBezTo>
                        <a:pt x="53" y="53"/>
                        <a:pt x="69" y="53"/>
                        <a:pt x="85" y="53"/>
                      </a:cubicBezTo>
                      <a:cubicBezTo>
                        <a:pt x="101" y="53"/>
                        <a:pt x="101" y="69"/>
                        <a:pt x="121" y="69"/>
                      </a:cubicBezTo>
                      <a:lnTo>
                        <a:pt x="154" y="69"/>
                      </a:lnTo>
                      <a:lnTo>
                        <a:pt x="138" y="53"/>
                      </a:lnTo>
                      <a:cubicBezTo>
                        <a:pt x="121" y="53"/>
                        <a:pt x="101" y="37"/>
                        <a:pt x="85" y="37"/>
                      </a:cubicBezTo>
                      <a:cubicBezTo>
                        <a:pt x="85" y="17"/>
                        <a:pt x="69" y="17"/>
                        <a:pt x="53" y="17"/>
                      </a:cubicBezTo>
                      <a:cubicBezTo>
                        <a:pt x="37" y="1"/>
                        <a:pt x="20" y="1"/>
                        <a:pt x="20" y="1"/>
                      </a:cubicBezTo>
                      <a:close/>
                      <a:moveTo>
                        <a:pt x="154" y="69"/>
                      </a:moveTo>
                      <a:lnTo>
                        <a:pt x="170" y="85"/>
                      </a:lnTo>
                      <a:cubicBezTo>
                        <a:pt x="170" y="85"/>
                        <a:pt x="170" y="69"/>
                        <a:pt x="154" y="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4" name="Google Shape;6194;p71">
                  <a:extLst>
                    <a:ext uri="{FF2B5EF4-FFF2-40B4-BE49-F238E27FC236}">
                      <a16:creationId xmlns:a16="http://schemas.microsoft.com/office/drawing/2014/main" id="{BE9FB082-EF02-479A-D639-328B7E8D229F}"/>
                    </a:ext>
                  </a:extLst>
                </p:cNvPr>
                <p:cNvSpPr/>
                <p:nvPr/>
              </p:nvSpPr>
              <p:spPr>
                <a:xfrm>
                  <a:off x="3068277" y="1076083"/>
                  <a:ext cx="16885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102" extrusionOk="0">
                      <a:moveTo>
                        <a:pt x="0" y="1"/>
                      </a:moveTo>
                      <a:cubicBezTo>
                        <a:pt x="0" y="21"/>
                        <a:pt x="0" y="21"/>
                        <a:pt x="36" y="37"/>
                      </a:cubicBezTo>
                      <a:cubicBezTo>
                        <a:pt x="69" y="53"/>
                        <a:pt x="101" y="69"/>
                        <a:pt x="117" y="86"/>
                      </a:cubicBezTo>
                      <a:cubicBezTo>
                        <a:pt x="154" y="102"/>
                        <a:pt x="170" y="102"/>
                        <a:pt x="170" y="102"/>
                      </a:cubicBezTo>
                      <a:lnTo>
                        <a:pt x="137" y="69"/>
                      </a:lnTo>
                      <a:cubicBezTo>
                        <a:pt x="101" y="53"/>
                        <a:pt x="69" y="37"/>
                        <a:pt x="53" y="21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5" name="Google Shape;6195;p71">
                  <a:extLst>
                    <a:ext uri="{FF2B5EF4-FFF2-40B4-BE49-F238E27FC236}">
                      <a16:creationId xmlns:a16="http://schemas.microsoft.com/office/drawing/2014/main" id="{5CE58025-39DA-7318-1F2B-31B6301A995E}"/>
                    </a:ext>
                  </a:extLst>
                </p:cNvPr>
                <p:cNvSpPr/>
                <p:nvPr/>
              </p:nvSpPr>
              <p:spPr>
                <a:xfrm>
                  <a:off x="3083473" y="1089790"/>
                  <a:ext cx="3278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3" extrusionOk="0">
                      <a:moveTo>
                        <a:pt x="17" y="0"/>
                      </a:moveTo>
                      <a:cubicBezTo>
                        <a:pt x="17" y="16"/>
                        <a:pt x="1" y="32"/>
                        <a:pt x="1" y="85"/>
                      </a:cubicBezTo>
                      <a:lnTo>
                        <a:pt x="1" y="251"/>
                      </a:lnTo>
                      <a:cubicBezTo>
                        <a:pt x="1" y="537"/>
                        <a:pt x="17" y="1042"/>
                        <a:pt x="17" y="1042"/>
                      </a:cubicBezTo>
                      <a:cubicBezTo>
                        <a:pt x="17" y="1042"/>
                        <a:pt x="33" y="537"/>
                        <a:pt x="33" y="251"/>
                      </a:cubicBezTo>
                      <a:lnTo>
                        <a:pt x="33" y="85"/>
                      </a:lnTo>
                      <a:cubicBezTo>
                        <a:pt x="33" y="32"/>
                        <a:pt x="33" y="16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6" name="Google Shape;6196;p71">
                  <a:extLst>
                    <a:ext uri="{FF2B5EF4-FFF2-40B4-BE49-F238E27FC236}">
                      <a16:creationId xmlns:a16="http://schemas.microsoft.com/office/drawing/2014/main" id="{C1CFD788-1272-DD58-C607-B6865C56289D}"/>
                    </a:ext>
                  </a:extLst>
                </p:cNvPr>
                <p:cNvSpPr/>
                <p:nvPr/>
              </p:nvSpPr>
              <p:spPr>
                <a:xfrm>
                  <a:off x="3093505" y="1089790"/>
                  <a:ext cx="4867" cy="105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059" extrusionOk="0">
                      <a:moveTo>
                        <a:pt x="33" y="0"/>
                      </a:moveTo>
                      <a:cubicBezTo>
                        <a:pt x="17" y="0"/>
                        <a:pt x="17" y="0"/>
                        <a:pt x="17" y="16"/>
                      </a:cubicBezTo>
                      <a:cubicBezTo>
                        <a:pt x="1" y="32"/>
                        <a:pt x="1" y="65"/>
                        <a:pt x="1" y="101"/>
                      </a:cubicBezTo>
                      <a:cubicBezTo>
                        <a:pt x="1" y="150"/>
                        <a:pt x="1" y="202"/>
                        <a:pt x="17" y="267"/>
                      </a:cubicBezTo>
                      <a:lnTo>
                        <a:pt x="17" y="335"/>
                      </a:lnTo>
                      <a:lnTo>
                        <a:pt x="17" y="388"/>
                      </a:lnTo>
                      <a:lnTo>
                        <a:pt x="17" y="521"/>
                      </a:lnTo>
                      <a:lnTo>
                        <a:pt x="17" y="655"/>
                      </a:lnTo>
                      <a:lnTo>
                        <a:pt x="17" y="772"/>
                      </a:lnTo>
                      <a:lnTo>
                        <a:pt x="17" y="1059"/>
                      </a:lnTo>
                      <a:cubicBezTo>
                        <a:pt x="17" y="1059"/>
                        <a:pt x="33" y="941"/>
                        <a:pt x="33" y="772"/>
                      </a:cubicBezTo>
                      <a:lnTo>
                        <a:pt x="33" y="655"/>
                      </a:lnTo>
                      <a:lnTo>
                        <a:pt x="33" y="521"/>
                      </a:lnTo>
                      <a:lnTo>
                        <a:pt x="33" y="388"/>
                      </a:lnTo>
                      <a:cubicBezTo>
                        <a:pt x="33" y="352"/>
                        <a:pt x="49" y="303"/>
                        <a:pt x="33" y="267"/>
                      </a:cubicBezTo>
                      <a:cubicBezTo>
                        <a:pt x="33" y="202"/>
                        <a:pt x="17" y="133"/>
                        <a:pt x="17" y="101"/>
                      </a:cubicBezTo>
                      <a:lnTo>
                        <a:pt x="17" y="32"/>
                      </a:lnTo>
                      <a:cubicBezTo>
                        <a:pt x="33" y="16"/>
                        <a:pt x="33" y="0"/>
                        <a:pt x="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7" name="Google Shape;6197;p71">
                  <a:extLst>
                    <a:ext uri="{FF2B5EF4-FFF2-40B4-BE49-F238E27FC236}">
                      <a16:creationId xmlns:a16="http://schemas.microsoft.com/office/drawing/2014/main" id="{535021C9-66A3-B034-4311-81B3EDAB753F}"/>
                    </a:ext>
                  </a:extLst>
                </p:cNvPr>
                <p:cNvSpPr/>
                <p:nvPr/>
              </p:nvSpPr>
              <p:spPr>
                <a:xfrm>
                  <a:off x="3095094" y="1089790"/>
                  <a:ext cx="20163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02" extrusionOk="0">
                      <a:moveTo>
                        <a:pt x="1" y="0"/>
                      </a:moveTo>
                      <a:cubicBezTo>
                        <a:pt x="1" y="16"/>
                        <a:pt x="1" y="16"/>
                        <a:pt x="17" y="16"/>
                      </a:cubicBezTo>
                      <a:cubicBezTo>
                        <a:pt x="17" y="16"/>
                        <a:pt x="33" y="32"/>
                        <a:pt x="49" y="32"/>
                      </a:cubicBezTo>
                      <a:cubicBezTo>
                        <a:pt x="69" y="49"/>
                        <a:pt x="85" y="49"/>
                        <a:pt x="102" y="65"/>
                      </a:cubicBezTo>
                      <a:cubicBezTo>
                        <a:pt x="118" y="65"/>
                        <a:pt x="134" y="65"/>
                        <a:pt x="150" y="85"/>
                      </a:cubicBezTo>
                      <a:lnTo>
                        <a:pt x="170" y="85"/>
                      </a:lnTo>
                      <a:cubicBezTo>
                        <a:pt x="186" y="101"/>
                        <a:pt x="186" y="101"/>
                        <a:pt x="203" y="101"/>
                      </a:cubicBezTo>
                      <a:cubicBezTo>
                        <a:pt x="186" y="101"/>
                        <a:pt x="186" y="85"/>
                        <a:pt x="186" y="85"/>
                      </a:cubicBezTo>
                      <a:cubicBezTo>
                        <a:pt x="170" y="85"/>
                        <a:pt x="170" y="65"/>
                        <a:pt x="150" y="65"/>
                      </a:cubicBezTo>
                      <a:cubicBezTo>
                        <a:pt x="150" y="49"/>
                        <a:pt x="118" y="49"/>
                        <a:pt x="102" y="32"/>
                      </a:cubicBezTo>
                      <a:cubicBezTo>
                        <a:pt x="85" y="32"/>
                        <a:pt x="69" y="16"/>
                        <a:pt x="49" y="16"/>
                      </a:cubicBezTo>
                      <a:cubicBezTo>
                        <a:pt x="33" y="16"/>
                        <a:pt x="33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8" name="Google Shape;6198;p71">
                  <a:extLst>
                    <a:ext uri="{FF2B5EF4-FFF2-40B4-BE49-F238E27FC236}">
                      <a16:creationId xmlns:a16="http://schemas.microsoft.com/office/drawing/2014/main" id="{4C458896-6701-BAA9-53D6-EA177FB0B784}"/>
                    </a:ext>
                  </a:extLst>
                </p:cNvPr>
                <p:cNvSpPr/>
                <p:nvPr/>
              </p:nvSpPr>
              <p:spPr>
                <a:xfrm>
                  <a:off x="3111980" y="1098133"/>
                  <a:ext cx="3278" cy="76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773" extrusionOk="0">
                      <a:moveTo>
                        <a:pt x="16" y="1"/>
                      </a:moveTo>
                      <a:lnTo>
                        <a:pt x="16" y="33"/>
                      </a:lnTo>
                      <a:lnTo>
                        <a:pt x="16" y="118"/>
                      </a:lnTo>
                      <a:cubicBezTo>
                        <a:pt x="16" y="150"/>
                        <a:pt x="16" y="203"/>
                        <a:pt x="0" y="268"/>
                      </a:cubicBezTo>
                      <a:lnTo>
                        <a:pt x="0" y="522"/>
                      </a:lnTo>
                      <a:cubicBezTo>
                        <a:pt x="16" y="607"/>
                        <a:pt x="16" y="688"/>
                        <a:pt x="16" y="773"/>
                      </a:cubicBezTo>
                      <a:cubicBezTo>
                        <a:pt x="33" y="607"/>
                        <a:pt x="33" y="421"/>
                        <a:pt x="33" y="268"/>
                      </a:cubicBezTo>
                      <a:lnTo>
                        <a:pt x="33" y="118"/>
                      </a:lnTo>
                      <a:lnTo>
                        <a:pt x="33" y="33"/>
                      </a:lnTo>
                      <a:cubicBezTo>
                        <a:pt x="33" y="1"/>
                        <a:pt x="3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199" name="Google Shape;6199;p71">
                  <a:extLst>
                    <a:ext uri="{FF2B5EF4-FFF2-40B4-BE49-F238E27FC236}">
                      <a16:creationId xmlns:a16="http://schemas.microsoft.com/office/drawing/2014/main" id="{9C3B9012-7F9A-38BB-B623-67C3F7C22F8E}"/>
                    </a:ext>
                  </a:extLst>
                </p:cNvPr>
                <p:cNvSpPr/>
                <p:nvPr/>
              </p:nvSpPr>
              <p:spPr>
                <a:xfrm>
                  <a:off x="3096684" y="1194181"/>
                  <a:ext cx="18574" cy="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61" extrusionOk="0">
                      <a:moveTo>
                        <a:pt x="33" y="0"/>
                      </a:moveTo>
                      <a:cubicBezTo>
                        <a:pt x="17" y="0"/>
                        <a:pt x="17" y="8"/>
                        <a:pt x="17" y="8"/>
                      </a:cubicBezTo>
                      <a:cubicBezTo>
                        <a:pt x="17" y="8"/>
                        <a:pt x="1" y="8"/>
                        <a:pt x="53" y="24"/>
                      </a:cubicBezTo>
                      <a:cubicBezTo>
                        <a:pt x="69" y="44"/>
                        <a:pt x="86" y="44"/>
                        <a:pt x="86" y="44"/>
                      </a:cubicBezTo>
                      <a:cubicBezTo>
                        <a:pt x="102" y="60"/>
                        <a:pt x="118" y="60"/>
                        <a:pt x="134" y="60"/>
                      </a:cubicBezTo>
                      <a:lnTo>
                        <a:pt x="187" y="60"/>
                      </a:lnTo>
                      <a:cubicBezTo>
                        <a:pt x="187" y="60"/>
                        <a:pt x="170" y="60"/>
                        <a:pt x="134" y="44"/>
                      </a:cubicBezTo>
                      <a:cubicBezTo>
                        <a:pt x="134" y="44"/>
                        <a:pt x="118" y="24"/>
                        <a:pt x="102" y="24"/>
                      </a:cubicBezTo>
                      <a:cubicBezTo>
                        <a:pt x="86" y="24"/>
                        <a:pt x="69" y="8"/>
                        <a:pt x="69" y="8"/>
                      </a:cubicBezTo>
                      <a:cubicBezTo>
                        <a:pt x="52" y="2"/>
                        <a:pt x="40" y="0"/>
                        <a:pt x="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0" name="Google Shape;6200;p71">
                  <a:extLst>
                    <a:ext uri="{FF2B5EF4-FFF2-40B4-BE49-F238E27FC236}">
                      <a16:creationId xmlns:a16="http://schemas.microsoft.com/office/drawing/2014/main" id="{429270D1-C344-66AA-F3BD-1B8FAFE531E8}"/>
                    </a:ext>
                  </a:extLst>
                </p:cNvPr>
                <p:cNvSpPr/>
                <p:nvPr/>
              </p:nvSpPr>
              <p:spPr>
                <a:xfrm>
                  <a:off x="3122011" y="1103000"/>
                  <a:ext cx="3278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3" extrusionOk="0">
                      <a:moveTo>
                        <a:pt x="16" y="0"/>
                      </a:moveTo>
                      <a:cubicBezTo>
                        <a:pt x="16" y="17"/>
                        <a:pt x="16" y="33"/>
                        <a:pt x="0" y="85"/>
                      </a:cubicBezTo>
                      <a:cubicBezTo>
                        <a:pt x="0" y="118"/>
                        <a:pt x="0" y="170"/>
                        <a:pt x="16" y="255"/>
                      </a:cubicBezTo>
                      <a:cubicBezTo>
                        <a:pt x="16" y="538"/>
                        <a:pt x="33" y="1043"/>
                        <a:pt x="33" y="1043"/>
                      </a:cubicBezTo>
                      <a:lnTo>
                        <a:pt x="33" y="255"/>
                      </a:lnTo>
                      <a:lnTo>
                        <a:pt x="33" y="85"/>
                      </a:lnTo>
                      <a:cubicBezTo>
                        <a:pt x="33" y="33"/>
                        <a:pt x="33" y="17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1" name="Google Shape;6201;p71">
                  <a:extLst>
                    <a:ext uri="{FF2B5EF4-FFF2-40B4-BE49-F238E27FC236}">
                      <a16:creationId xmlns:a16="http://schemas.microsoft.com/office/drawing/2014/main" id="{F9B18353-D2EF-CB19-EAE1-3D1619F91360}"/>
                    </a:ext>
                  </a:extLst>
                </p:cNvPr>
                <p:cNvSpPr/>
                <p:nvPr/>
              </p:nvSpPr>
              <p:spPr>
                <a:xfrm>
                  <a:off x="3123601" y="1101411"/>
                  <a:ext cx="18574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86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49" y="16"/>
                      </a:lnTo>
                      <a:cubicBezTo>
                        <a:pt x="49" y="16"/>
                        <a:pt x="49" y="33"/>
                        <a:pt x="65" y="33"/>
                      </a:cubicBezTo>
                      <a:lnTo>
                        <a:pt x="85" y="33"/>
                      </a:lnTo>
                      <a:cubicBezTo>
                        <a:pt x="101" y="49"/>
                        <a:pt x="118" y="49"/>
                        <a:pt x="134" y="69"/>
                      </a:cubicBezTo>
                      <a:cubicBezTo>
                        <a:pt x="150" y="85"/>
                        <a:pt x="186" y="85"/>
                        <a:pt x="186" y="85"/>
                      </a:cubicBezTo>
                      <a:cubicBezTo>
                        <a:pt x="186" y="85"/>
                        <a:pt x="166" y="69"/>
                        <a:pt x="134" y="49"/>
                      </a:cubicBezTo>
                      <a:cubicBezTo>
                        <a:pt x="118" y="33"/>
                        <a:pt x="85" y="0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2" name="Google Shape;6202;p71">
                  <a:extLst>
                    <a:ext uri="{FF2B5EF4-FFF2-40B4-BE49-F238E27FC236}">
                      <a16:creationId xmlns:a16="http://schemas.microsoft.com/office/drawing/2014/main" id="{6B565C21-D9E0-0410-5BC3-29296D4FB7BD}"/>
                    </a:ext>
                  </a:extLst>
                </p:cNvPr>
                <p:cNvSpPr/>
                <p:nvPr/>
              </p:nvSpPr>
              <p:spPr>
                <a:xfrm>
                  <a:off x="3138400" y="1114621"/>
                  <a:ext cx="5364" cy="78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793" extrusionOk="0">
                      <a:moveTo>
                        <a:pt x="17" y="1"/>
                      </a:moveTo>
                      <a:cubicBezTo>
                        <a:pt x="1" y="17"/>
                        <a:pt x="1" y="37"/>
                        <a:pt x="1" y="85"/>
                      </a:cubicBezTo>
                      <a:cubicBezTo>
                        <a:pt x="1" y="118"/>
                        <a:pt x="17" y="170"/>
                        <a:pt x="17" y="239"/>
                      </a:cubicBezTo>
                      <a:lnTo>
                        <a:pt x="17" y="340"/>
                      </a:lnTo>
                      <a:lnTo>
                        <a:pt x="17" y="457"/>
                      </a:lnTo>
                      <a:lnTo>
                        <a:pt x="17" y="574"/>
                      </a:lnTo>
                      <a:lnTo>
                        <a:pt x="17" y="691"/>
                      </a:lnTo>
                      <a:lnTo>
                        <a:pt x="17" y="792"/>
                      </a:lnTo>
                      <a:cubicBezTo>
                        <a:pt x="17" y="776"/>
                        <a:pt x="17" y="724"/>
                        <a:pt x="37" y="691"/>
                      </a:cubicBezTo>
                      <a:lnTo>
                        <a:pt x="37" y="574"/>
                      </a:lnTo>
                      <a:cubicBezTo>
                        <a:pt x="37" y="542"/>
                        <a:pt x="53" y="506"/>
                        <a:pt x="53" y="457"/>
                      </a:cubicBezTo>
                      <a:lnTo>
                        <a:pt x="53" y="340"/>
                      </a:lnTo>
                      <a:cubicBezTo>
                        <a:pt x="53" y="304"/>
                        <a:pt x="37" y="271"/>
                        <a:pt x="37" y="239"/>
                      </a:cubicBezTo>
                      <a:lnTo>
                        <a:pt x="37" y="69"/>
                      </a:lnTo>
                      <a:cubicBezTo>
                        <a:pt x="37" y="37"/>
                        <a:pt x="17" y="17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3" name="Google Shape;6203;p71">
                  <a:extLst>
                    <a:ext uri="{FF2B5EF4-FFF2-40B4-BE49-F238E27FC236}">
                      <a16:creationId xmlns:a16="http://schemas.microsoft.com/office/drawing/2014/main" id="{776CC0E7-3AE0-B43D-293C-D5DABBF2FB56}"/>
                    </a:ext>
                  </a:extLst>
                </p:cNvPr>
                <p:cNvSpPr/>
                <p:nvPr/>
              </p:nvSpPr>
              <p:spPr>
                <a:xfrm>
                  <a:off x="3123601" y="1204908"/>
                  <a:ext cx="16587" cy="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54" extrusionOk="0">
                      <a:moveTo>
                        <a:pt x="0" y="1"/>
                      </a:moveTo>
                      <a:lnTo>
                        <a:pt x="17" y="17"/>
                      </a:lnTo>
                      <a:lnTo>
                        <a:pt x="49" y="17"/>
                      </a:lnTo>
                      <a:cubicBezTo>
                        <a:pt x="65" y="37"/>
                        <a:pt x="101" y="37"/>
                        <a:pt x="134" y="37"/>
                      </a:cubicBezTo>
                      <a:cubicBezTo>
                        <a:pt x="101" y="17"/>
                        <a:pt x="85" y="1"/>
                        <a:pt x="49" y="1"/>
                      </a:cubicBezTo>
                      <a:close/>
                      <a:moveTo>
                        <a:pt x="134" y="37"/>
                      </a:moveTo>
                      <a:cubicBezTo>
                        <a:pt x="150" y="53"/>
                        <a:pt x="166" y="53"/>
                        <a:pt x="166" y="53"/>
                      </a:cubicBezTo>
                      <a:cubicBezTo>
                        <a:pt x="166" y="53"/>
                        <a:pt x="150" y="37"/>
                        <a:pt x="134" y="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4" name="Google Shape;6204;p71">
                  <a:extLst>
                    <a:ext uri="{FF2B5EF4-FFF2-40B4-BE49-F238E27FC236}">
                      <a16:creationId xmlns:a16="http://schemas.microsoft.com/office/drawing/2014/main" id="{A11D0003-B726-2D26-B41A-0F032FD58997}"/>
                    </a:ext>
                  </a:extLst>
                </p:cNvPr>
                <p:cNvSpPr/>
                <p:nvPr/>
              </p:nvSpPr>
              <p:spPr>
                <a:xfrm>
                  <a:off x="2977990" y="1158324"/>
                  <a:ext cx="3675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60" extrusionOk="0">
                      <a:moveTo>
                        <a:pt x="0" y="1"/>
                      </a:moveTo>
                      <a:lnTo>
                        <a:pt x="0" y="33"/>
                      </a:lnTo>
                      <a:lnTo>
                        <a:pt x="0" y="118"/>
                      </a:lnTo>
                      <a:lnTo>
                        <a:pt x="0" y="304"/>
                      </a:lnTo>
                      <a:cubicBezTo>
                        <a:pt x="0" y="385"/>
                        <a:pt x="16" y="470"/>
                        <a:pt x="16" y="571"/>
                      </a:cubicBezTo>
                      <a:lnTo>
                        <a:pt x="16" y="639"/>
                      </a:lnTo>
                      <a:lnTo>
                        <a:pt x="16" y="708"/>
                      </a:lnTo>
                      <a:lnTo>
                        <a:pt x="16" y="841"/>
                      </a:lnTo>
                      <a:lnTo>
                        <a:pt x="16" y="975"/>
                      </a:lnTo>
                      <a:lnTo>
                        <a:pt x="16" y="1027"/>
                      </a:lnTo>
                      <a:cubicBezTo>
                        <a:pt x="16" y="1043"/>
                        <a:pt x="16" y="1059"/>
                        <a:pt x="36" y="1059"/>
                      </a:cubicBezTo>
                      <a:lnTo>
                        <a:pt x="36" y="1027"/>
                      </a:lnTo>
                      <a:lnTo>
                        <a:pt x="36" y="975"/>
                      </a:lnTo>
                      <a:lnTo>
                        <a:pt x="36" y="841"/>
                      </a:lnTo>
                      <a:lnTo>
                        <a:pt x="36" y="708"/>
                      </a:lnTo>
                      <a:lnTo>
                        <a:pt x="36" y="639"/>
                      </a:lnTo>
                      <a:lnTo>
                        <a:pt x="36" y="571"/>
                      </a:lnTo>
                      <a:lnTo>
                        <a:pt x="36" y="304"/>
                      </a:lnTo>
                      <a:cubicBezTo>
                        <a:pt x="16" y="219"/>
                        <a:pt x="16" y="167"/>
                        <a:pt x="16" y="118"/>
                      </a:cubicBezTo>
                      <a:lnTo>
                        <a:pt x="16" y="33"/>
                      </a:lnTo>
                      <a:cubicBezTo>
                        <a:pt x="16" y="1"/>
                        <a:pt x="16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5" name="Google Shape;6205;p71">
                  <a:extLst>
                    <a:ext uri="{FF2B5EF4-FFF2-40B4-BE49-F238E27FC236}">
                      <a16:creationId xmlns:a16="http://schemas.microsoft.com/office/drawing/2014/main" id="{D966887A-01CE-8A68-1DF6-212B9BB8E6B7}"/>
                    </a:ext>
                  </a:extLst>
                </p:cNvPr>
                <p:cNvSpPr/>
                <p:nvPr/>
              </p:nvSpPr>
              <p:spPr>
                <a:xfrm>
                  <a:off x="2977990" y="1160013"/>
                  <a:ext cx="21752" cy="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65" extrusionOk="0">
                      <a:moveTo>
                        <a:pt x="0" y="0"/>
                      </a:moveTo>
                      <a:cubicBezTo>
                        <a:pt x="0" y="16"/>
                        <a:pt x="0" y="16"/>
                        <a:pt x="16" y="16"/>
                      </a:cubicBezTo>
                      <a:lnTo>
                        <a:pt x="69" y="16"/>
                      </a:lnTo>
                      <a:cubicBezTo>
                        <a:pt x="69" y="32"/>
                        <a:pt x="69" y="32"/>
                        <a:pt x="85" y="32"/>
                      </a:cubicBezTo>
                      <a:lnTo>
                        <a:pt x="101" y="32"/>
                      </a:lnTo>
                      <a:cubicBezTo>
                        <a:pt x="117" y="32"/>
                        <a:pt x="137" y="49"/>
                        <a:pt x="154" y="49"/>
                      </a:cubicBezTo>
                      <a:cubicBezTo>
                        <a:pt x="186" y="65"/>
                        <a:pt x="218" y="65"/>
                        <a:pt x="218" y="65"/>
                      </a:cubicBezTo>
                      <a:cubicBezTo>
                        <a:pt x="218" y="65"/>
                        <a:pt x="186" y="49"/>
                        <a:pt x="170" y="32"/>
                      </a:cubicBezTo>
                      <a:cubicBezTo>
                        <a:pt x="154" y="32"/>
                        <a:pt x="137" y="16"/>
                        <a:pt x="117" y="16"/>
                      </a:cubicBezTo>
                      <a:cubicBezTo>
                        <a:pt x="101" y="16"/>
                        <a:pt x="101" y="0"/>
                        <a:pt x="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6" name="Google Shape;6206;p71">
                  <a:extLst>
                    <a:ext uri="{FF2B5EF4-FFF2-40B4-BE49-F238E27FC236}">
                      <a16:creationId xmlns:a16="http://schemas.microsoft.com/office/drawing/2014/main" id="{2B2DCB94-05D6-5126-9BA2-F861590D531A}"/>
                    </a:ext>
                  </a:extLst>
                </p:cNvPr>
                <p:cNvSpPr/>
                <p:nvPr/>
              </p:nvSpPr>
              <p:spPr>
                <a:xfrm>
                  <a:off x="2996365" y="1167859"/>
                  <a:ext cx="5364" cy="11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117" extrusionOk="0">
                      <a:moveTo>
                        <a:pt x="31" y="0"/>
                      </a:moveTo>
                      <a:cubicBezTo>
                        <a:pt x="29" y="0"/>
                        <a:pt x="25" y="5"/>
                        <a:pt x="17" y="22"/>
                      </a:cubicBezTo>
                      <a:lnTo>
                        <a:pt x="17" y="54"/>
                      </a:lnTo>
                      <a:cubicBezTo>
                        <a:pt x="17" y="71"/>
                        <a:pt x="17" y="87"/>
                        <a:pt x="1" y="107"/>
                      </a:cubicBezTo>
                      <a:cubicBezTo>
                        <a:pt x="1" y="155"/>
                        <a:pt x="1" y="208"/>
                        <a:pt x="17" y="289"/>
                      </a:cubicBezTo>
                      <a:lnTo>
                        <a:pt x="17" y="410"/>
                      </a:lnTo>
                      <a:cubicBezTo>
                        <a:pt x="17" y="458"/>
                        <a:pt x="33" y="491"/>
                        <a:pt x="33" y="543"/>
                      </a:cubicBezTo>
                      <a:lnTo>
                        <a:pt x="33" y="612"/>
                      </a:lnTo>
                      <a:lnTo>
                        <a:pt x="33" y="677"/>
                      </a:lnTo>
                      <a:lnTo>
                        <a:pt x="33" y="814"/>
                      </a:lnTo>
                      <a:lnTo>
                        <a:pt x="33" y="1117"/>
                      </a:lnTo>
                      <a:cubicBezTo>
                        <a:pt x="33" y="1117"/>
                        <a:pt x="33" y="979"/>
                        <a:pt x="53" y="814"/>
                      </a:cubicBezTo>
                      <a:lnTo>
                        <a:pt x="53" y="677"/>
                      </a:lnTo>
                      <a:lnTo>
                        <a:pt x="53" y="612"/>
                      </a:lnTo>
                      <a:lnTo>
                        <a:pt x="53" y="543"/>
                      </a:lnTo>
                      <a:lnTo>
                        <a:pt x="53" y="410"/>
                      </a:lnTo>
                      <a:cubicBezTo>
                        <a:pt x="33" y="357"/>
                        <a:pt x="33" y="325"/>
                        <a:pt x="33" y="289"/>
                      </a:cubicBezTo>
                      <a:lnTo>
                        <a:pt x="33" y="107"/>
                      </a:lnTo>
                      <a:lnTo>
                        <a:pt x="33" y="54"/>
                      </a:lnTo>
                      <a:lnTo>
                        <a:pt x="33" y="22"/>
                      </a:lnTo>
                      <a:lnTo>
                        <a:pt x="33" y="6"/>
                      </a:lnTo>
                      <a:cubicBezTo>
                        <a:pt x="33" y="6"/>
                        <a:pt x="33" y="0"/>
                        <a:pt x="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7" name="Google Shape;6207;p71">
                  <a:extLst>
                    <a:ext uri="{FF2B5EF4-FFF2-40B4-BE49-F238E27FC236}">
                      <a16:creationId xmlns:a16="http://schemas.microsoft.com/office/drawing/2014/main" id="{7214A4D7-6B55-3070-81C8-C633B3133BFF}"/>
                    </a:ext>
                  </a:extLst>
                </p:cNvPr>
                <p:cNvSpPr/>
                <p:nvPr/>
              </p:nvSpPr>
              <p:spPr>
                <a:xfrm>
                  <a:off x="2979579" y="1271952"/>
                  <a:ext cx="22149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69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69" y="16"/>
                      </a:lnTo>
                      <a:lnTo>
                        <a:pt x="85" y="32"/>
                      </a:lnTo>
                      <a:lnTo>
                        <a:pt x="101" y="32"/>
                      </a:lnTo>
                      <a:cubicBezTo>
                        <a:pt x="138" y="32"/>
                        <a:pt x="154" y="32"/>
                        <a:pt x="170" y="49"/>
                      </a:cubicBezTo>
                      <a:cubicBezTo>
                        <a:pt x="202" y="49"/>
                        <a:pt x="222" y="69"/>
                        <a:pt x="222" y="69"/>
                      </a:cubicBezTo>
                      <a:cubicBezTo>
                        <a:pt x="222" y="69"/>
                        <a:pt x="202" y="49"/>
                        <a:pt x="170" y="32"/>
                      </a:cubicBezTo>
                      <a:cubicBezTo>
                        <a:pt x="154" y="16"/>
                        <a:pt x="138" y="16"/>
                        <a:pt x="121" y="16"/>
                      </a:cubicBezTo>
                      <a:cubicBezTo>
                        <a:pt x="101" y="0"/>
                        <a:pt x="101" y="0"/>
                        <a:pt x="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8" name="Google Shape;6208;p71">
                  <a:extLst>
                    <a:ext uri="{FF2B5EF4-FFF2-40B4-BE49-F238E27FC236}">
                      <a16:creationId xmlns:a16="http://schemas.microsoft.com/office/drawing/2014/main" id="{844EDFCA-4B9E-218E-D39D-01A1E21322A9}"/>
                    </a:ext>
                  </a:extLst>
                </p:cNvPr>
                <p:cNvSpPr/>
                <p:nvPr/>
              </p:nvSpPr>
              <p:spPr>
                <a:xfrm>
                  <a:off x="3006397" y="1170045"/>
                  <a:ext cx="3377" cy="11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11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32"/>
                      </a:cubicBezTo>
                      <a:lnTo>
                        <a:pt x="1" y="117"/>
                      </a:lnTo>
                      <a:lnTo>
                        <a:pt x="1" y="303"/>
                      </a:lnTo>
                      <a:cubicBezTo>
                        <a:pt x="1" y="368"/>
                        <a:pt x="17" y="469"/>
                        <a:pt x="17" y="554"/>
                      </a:cubicBezTo>
                      <a:cubicBezTo>
                        <a:pt x="17" y="606"/>
                        <a:pt x="17" y="655"/>
                        <a:pt x="1" y="707"/>
                      </a:cubicBezTo>
                      <a:lnTo>
                        <a:pt x="1" y="840"/>
                      </a:lnTo>
                      <a:lnTo>
                        <a:pt x="1" y="957"/>
                      </a:lnTo>
                      <a:cubicBezTo>
                        <a:pt x="1" y="994"/>
                        <a:pt x="17" y="1026"/>
                        <a:pt x="17" y="1058"/>
                      </a:cubicBezTo>
                      <a:lnTo>
                        <a:pt x="17" y="957"/>
                      </a:lnTo>
                      <a:lnTo>
                        <a:pt x="17" y="840"/>
                      </a:lnTo>
                      <a:cubicBezTo>
                        <a:pt x="17" y="792"/>
                        <a:pt x="17" y="756"/>
                        <a:pt x="33" y="707"/>
                      </a:cubicBezTo>
                      <a:lnTo>
                        <a:pt x="33" y="554"/>
                      </a:lnTo>
                      <a:lnTo>
                        <a:pt x="33" y="303"/>
                      </a:lnTo>
                      <a:lnTo>
                        <a:pt x="33" y="117"/>
                      </a:lnTo>
                      <a:cubicBezTo>
                        <a:pt x="17" y="85"/>
                        <a:pt x="17" y="49"/>
                        <a:pt x="17" y="32"/>
                      </a:cubicBezTo>
                      <a:lnTo>
                        <a:pt x="17" y="0"/>
                      </a:lnTo>
                      <a:close/>
                      <a:moveTo>
                        <a:pt x="17" y="1095"/>
                      </a:moveTo>
                      <a:cubicBezTo>
                        <a:pt x="17" y="1095"/>
                        <a:pt x="17" y="1111"/>
                        <a:pt x="33" y="1111"/>
                      </a:cubicBezTo>
                      <a:lnTo>
                        <a:pt x="17" y="10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09" name="Google Shape;6209;p71">
                  <a:extLst>
                    <a:ext uri="{FF2B5EF4-FFF2-40B4-BE49-F238E27FC236}">
                      <a16:creationId xmlns:a16="http://schemas.microsoft.com/office/drawing/2014/main" id="{AFDC8AB3-ECA6-49DC-D453-DA2E6F7F50F2}"/>
                    </a:ext>
                  </a:extLst>
                </p:cNvPr>
                <p:cNvSpPr/>
                <p:nvPr/>
              </p:nvSpPr>
              <p:spPr>
                <a:xfrm>
                  <a:off x="3008086" y="1281984"/>
                  <a:ext cx="23739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69" extrusionOk="0">
                      <a:moveTo>
                        <a:pt x="0" y="0"/>
                      </a:moveTo>
                      <a:lnTo>
                        <a:pt x="0" y="16"/>
                      </a:lnTo>
                      <a:cubicBezTo>
                        <a:pt x="16" y="16"/>
                        <a:pt x="36" y="16"/>
                        <a:pt x="69" y="32"/>
                      </a:cubicBezTo>
                      <a:lnTo>
                        <a:pt x="154" y="32"/>
                      </a:lnTo>
                      <a:cubicBezTo>
                        <a:pt x="154" y="32"/>
                        <a:pt x="170" y="49"/>
                        <a:pt x="186" y="49"/>
                      </a:cubicBezTo>
                      <a:lnTo>
                        <a:pt x="202" y="49"/>
                      </a:lnTo>
                      <a:cubicBezTo>
                        <a:pt x="202" y="32"/>
                        <a:pt x="186" y="32"/>
                        <a:pt x="186" y="32"/>
                      </a:cubicBezTo>
                      <a:cubicBezTo>
                        <a:pt x="170" y="32"/>
                        <a:pt x="170" y="16"/>
                        <a:pt x="154" y="16"/>
                      </a:cubicBezTo>
                      <a:lnTo>
                        <a:pt x="117" y="16"/>
                      </a:lnTo>
                      <a:cubicBezTo>
                        <a:pt x="101" y="0"/>
                        <a:pt x="85" y="0"/>
                        <a:pt x="69" y="0"/>
                      </a:cubicBezTo>
                      <a:close/>
                      <a:moveTo>
                        <a:pt x="202" y="49"/>
                      </a:moveTo>
                      <a:cubicBezTo>
                        <a:pt x="202" y="49"/>
                        <a:pt x="218" y="49"/>
                        <a:pt x="218" y="69"/>
                      </a:cubicBezTo>
                      <a:lnTo>
                        <a:pt x="238" y="69"/>
                      </a:lnTo>
                      <a:lnTo>
                        <a:pt x="218" y="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0" name="Google Shape;6210;p71">
                  <a:extLst>
                    <a:ext uri="{FF2B5EF4-FFF2-40B4-BE49-F238E27FC236}">
                      <a16:creationId xmlns:a16="http://schemas.microsoft.com/office/drawing/2014/main" id="{DADB04E8-EB2D-777D-0861-DF71DF8594E3}"/>
                    </a:ext>
                  </a:extLst>
                </p:cNvPr>
                <p:cNvSpPr/>
                <p:nvPr/>
              </p:nvSpPr>
              <p:spPr>
                <a:xfrm>
                  <a:off x="3006397" y="1170045"/>
                  <a:ext cx="20163" cy="8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5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33" y="16"/>
                      </a:lnTo>
                      <a:cubicBezTo>
                        <a:pt x="33" y="32"/>
                        <a:pt x="53" y="32"/>
                        <a:pt x="70" y="32"/>
                      </a:cubicBezTo>
                      <a:lnTo>
                        <a:pt x="86" y="49"/>
                      </a:lnTo>
                      <a:lnTo>
                        <a:pt x="118" y="49"/>
                      </a:lnTo>
                      <a:cubicBezTo>
                        <a:pt x="134" y="65"/>
                        <a:pt x="154" y="65"/>
                        <a:pt x="171" y="85"/>
                      </a:cubicBezTo>
                      <a:lnTo>
                        <a:pt x="203" y="85"/>
                      </a:lnTo>
                      <a:lnTo>
                        <a:pt x="187" y="65"/>
                      </a:lnTo>
                      <a:cubicBezTo>
                        <a:pt x="171" y="49"/>
                        <a:pt x="134" y="49"/>
                        <a:pt x="118" y="32"/>
                      </a:cubicBezTo>
                      <a:cubicBezTo>
                        <a:pt x="102" y="32"/>
                        <a:pt x="86" y="16"/>
                        <a:pt x="70" y="16"/>
                      </a:cubicBezTo>
                      <a:cubicBezTo>
                        <a:pt x="53" y="0"/>
                        <a:pt x="33" y="0"/>
                        <a:pt x="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1" name="Google Shape;6211;p71">
                  <a:extLst>
                    <a:ext uri="{FF2B5EF4-FFF2-40B4-BE49-F238E27FC236}">
                      <a16:creationId xmlns:a16="http://schemas.microsoft.com/office/drawing/2014/main" id="{32139B62-48D0-F42A-6ACA-451ED4FD1218}"/>
                    </a:ext>
                  </a:extLst>
                </p:cNvPr>
                <p:cNvSpPr/>
                <p:nvPr/>
              </p:nvSpPr>
              <p:spPr>
                <a:xfrm>
                  <a:off x="3026461" y="1181666"/>
                  <a:ext cx="3377" cy="77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776" extrusionOk="0">
                      <a:moveTo>
                        <a:pt x="33" y="0"/>
                      </a:moveTo>
                      <a:cubicBezTo>
                        <a:pt x="17" y="0"/>
                        <a:pt x="17" y="16"/>
                        <a:pt x="17" y="33"/>
                      </a:cubicBezTo>
                      <a:lnTo>
                        <a:pt x="17" y="85"/>
                      </a:lnTo>
                      <a:cubicBezTo>
                        <a:pt x="1" y="117"/>
                        <a:pt x="1" y="186"/>
                        <a:pt x="17" y="251"/>
                      </a:cubicBezTo>
                      <a:lnTo>
                        <a:pt x="17" y="372"/>
                      </a:lnTo>
                      <a:lnTo>
                        <a:pt x="17" y="505"/>
                      </a:lnTo>
                      <a:lnTo>
                        <a:pt x="17" y="639"/>
                      </a:lnTo>
                      <a:cubicBezTo>
                        <a:pt x="17" y="691"/>
                        <a:pt x="17" y="740"/>
                        <a:pt x="33" y="776"/>
                      </a:cubicBezTo>
                      <a:lnTo>
                        <a:pt x="33" y="639"/>
                      </a:lnTo>
                      <a:lnTo>
                        <a:pt x="33" y="505"/>
                      </a:lnTo>
                      <a:lnTo>
                        <a:pt x="33" y="372"/>
                      </a:lnTo>
                      <a:lnTo>
                        <a:pt x="33" y="251"/>
                      </a:lnTo>
                      <a:lnTo>
                        <a:pt x="33" y="150"/>
                      </a:lnTo>
                      <a:lnTo>
                        <a:pt x="33" y="85"/>
                      </a:lnTo>
                      <a:lnTo>
                        <a:pt x="33" y="33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2" name="Google Shape;6212;p71">
                  <a:extLst>
                    <a:ext uri="{FF2B5EF4-FFF2-40B4-BE49-F238E27FC236}">
                      <a16:creationId xmlns:a16="http://schemas.microsoft.com/office/drawing/2014/main" id="{BFA0B687-E9B0-0F55-E041-257E9131AEFB}"/>
                    </a:ext>
                  </a:extLst>
                </p:cNvPr>
                <p:cNvSpPr/>
                <p:nvPr/>
              </p:nvSpPr>
              <p:spPr>
                <a:xfrm>
                  <a:off x="3036493" y="1181666"/>
                  <a:ext cx="3377" cy="112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28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33"/>
                      </a:cubicBezTo>
                      <a:lnTo>
                        <a:pt x="1" y="117"/>
                      </a:lnTo>
                      <a:lnTo>
                        <a:pt x="1" y="287"/>
                      </a:lnTo>
                      <a:cubicBezTo>
                        <a:pt x="1" y="606"/>
                        <a:pt x="17" y="1127"/>
                        <a:pt x="17" y="1127"/>
                      </a:cubicBezTo>
                      <a:cubicBezTo>
                        <a:pt x="17" y="1127"/>
                        <a:pt x="33" y="606"/>
                        <a:pt x="33" y="287"/>
                      </a:cubicBezTo>
                      <a:cubicBezTo>
                        <a:pt x="33" y="218"/>
                        <a:pt x="33" y="150"/>
                        <a:pt x="17" y="117"/>
                      </a:cubicBezTo>
                      <a:lnTo>
                        <a:pt x="17" y="3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3" name="Google Shape;6213;p71">
                  <a:extLst>
                    <a:ext uri="{FF2B5EF4-FFF2-40B4-BE49-F238E27FC236}">
                      <a16:creationId xmlns:a16="http://schemas.microsoft.com/office/drawing/2014/main" id="{031429A6-66A9-B021-8C5B-CA02AC5C942C}"/>
                    </a:ext>
                  </a:extLst>
                </p:cNvPr>
                <p:cNvSpPr/>
                <p:nvPr/>
              </p:nvSpPr>
              <p:spPr>
                <a:xfrm>
                  <a:off x="3036493" y="1181666"/>
                  <a:ext cx="18574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86" extrusionOk="0">
                      <a:moveTo>
                        <a:pt x="1" y="0"/>
                      </a:moveTo>
                      <a:lnTo>
                        <a:pt x="1" y="16"/>
                      </a:lnTo>
                      <a:cubicBezTo>
                        <a:pt x="17" y="16"/>
                        <a:pt x="33" y="16"/>
                        <a:pt x="53" y="33"/>
                      </a:cubicBezTo>
                      <a:cubicBezTo>
                        <a:pt x="70" y="49"/>
                        <a:pt x="86" y="49"/>
                        <a:pt x="102" y="69"/>
                      </a:cubicBezTo>
                      <a:cubicBezTo>
                        <a:pt x="118" y="69"/>
                        <a:pt x="134" y="69"/>
                        <a:pt x="154" y="85"/>
                      </a:cubicBezTo>
                      <a:lnTo>
                        <a:pt x="187" y="85"/>
                      </a:lnTo>
                      <a:cubicBezTo>
                        <a:pt x="187" y="69"/>
                        <a:pt x="171" y="69"/>
                        <a:pt x="171" y="69"/>
                      </a:cubicBezTo>
                      <a:cubicBezTo>
                        <a:pt x="154" y="69"/>
                        <a:pt x="134" y="49"/>
                        <a:pt x="118" y="33"/>
                      </a:cubicBezTo>
                      <a:cubicBezTo>
                        <a:pt x="102" y="33"/>
                        <a:pt x="86" y="16"/>
                        <a:pt x="70" y="16"/>
                      </a:cubicBezTo>
                      <a:cubicBezTo>
                        <a:pt x="33" y="0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4" name="Google Shape;6214;p71">
                  <a:extLst>
                    <a:ext uri="{FF2B5EF4-FFF2-40B4-BE49-F238E27FC236}">
                      <a16:creationId xmlns:a16="http://schemas.microsoft.com/office/drawing/2014/main" id="{CFCBBECF-9B09-34C4-F617-B597E90FF30E}"/>
                    </a:ext>
                  </a:extLst>
                </p:cNvPr>
                <p:cNvSpPr/>
                <p:nvPr/>
              </p:nvSpPr>
              <p:spPr>
                <a:xfrm>
                  <a:off x="3054967" y="1191300"/>
                  <a:ext cx="4966" cy="99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98" extrusionOk="0">
                      <a:moveTo>
                        <a:pt x="25" y="0"/>
                      </a:moveTo>
                      <a:cubicBezTo>
                        <a:pt x="21" y="0"/>
                        <a:pt x="17" y="4"/>
                        <a:pt x="17" y="20"/>
                      </a:cubicBezTo>
                      <a:lnTo>
                        <a:pt x="17" y="105"/>
                      </a:lnTo>
                      <a:lnTo>
                        <a:pt x="17" y="275"/>
                      </a:lnTo>
                      <a:lnTo>
                        <a:pt x="17" y="525"/>
                      </a:lnTo>
                      <a:cubicBezTo>
                        <a:pt x="33" y="578"/>
                        <a:pt x="33" y="610"/>
                        <a:pt x="17" y="659"/>
                      </a:cubicBezTo>
                      <a:lnTo>
                        <a:pt x="17" y="780"/>
                      </a:lnTo>
                      <a:cubicBezTo>
                        <a:pt x="17" y="828"/>
                        <a:pt x="17" y="861"/>
                        <a:pt x="1" y="897"/>
                      </a:cubicBezTo>
                      <a:cubicBezTo>
                        <a:pt x="1" y="929"/>
                        <a:pt x="17" y="962"/>
                        <a:pt x="17" y="998"/>
                      </a:cubicBezTo>
                      <a:lnTo>
                        <a:pt x="17" y="897"/>
                      </a:lnTo>
                      <a:cubicBezTo>
                        <a:pt x="17" y="861"/>
                        <a:pt x="17" y="828"/>
                        <a:pt x="33" y="796"/>
                      </a:cubicBezTo>
                      <a:cubicBezTo>
                        <a:pt x="33" y="743"/>
                        <a:pt x="33" y="711"/>
                        <a:pt x="49" y="659"/>
                      </a:cubicBezTo>
                      <a:lnTo>
                        <a:pt x="49" y="525"/>
                      </a:lnTo>
                      <a:lnTo>
                        <a:pt x="49" y="275"/>
                      </a:lnTo>
                      <a:lnTo>
                        <a:pt x="49" y="105"/>
                      </a:lnTo>
                      <a:cubicBezTo>
                        <a:pt x="33" y="73"/>
                        <a:pt x="33" y="37"/>
                        <a:pt x="33" y="20"/>
                      </a:cubicBezTo>
                      <a:lnTo>
                        <a:pt x="33" y="4"/>
                      </a:lnTo>
                      <a:cubicBezTo>
                        <a:pt x="33" y="4"/>
                        <a:pt x="29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5" name="Google Shape;6215;p71">
                  <a:extLst>
                    <a:ext uri="{FF2B5EF4-FFF2-40B4-BE49-F238E27FC236}">
                      <a16:creationId xmlns:a16="http://schemas.microsoft.com/office/drawing/2014/main" id="{95B9FEEE-9A35-E20C-0160-4B72DCCF654F}"/>
                    </a:ext>
                  </a:extLst>
                </p:cNvPr>
                <p:cNvSpPr/>
                <p:nvPr/>
              </p:nvSpPr>
              <p:spPr>
                <a:xfrm>
                  <a:off x="3041757" y="1290327"/>
                  <a:ext cx="16587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86" extrusionOk="0">
                      <a:moveTo>
                        <a:pt x="17" y="1"/>
                      </a:move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49" y="33"/>
                      </a:lnTo>
                      <a:cubicBezTo>
                        <a:pt x="65" y="33"/>
                        <a:pt x="65" y="49"/>
                        <a:pt x="81" y="49"/>
                      </a:cubicBezTo>
                      <a:cubicBezTo>
                        <a:pt x="101" y="49"/>
                        <a:pt x="101" y="66"/>
                        <a:pt x="118" y="66"/>
                      </a:cubicBezTo>
                      <a:cubicBezTo>
                        <a:pt x="150" y="66"/>
                        <a:pt x="166" y="86"/>
                        <a:pt x="166" y="86"/>
                      </a:cubicBezTo>
                      <a:cubicBezTo>
                        <a:pt x="166" y="86"/>
                        <a:pt x="150" y="66"/>
                        <a:pt x="134" y="49"/>
                      </a:cubicBezTo>
                      <a:cubicBezTo>
                        <a:pt x="118" y="49"/>
                        <a:pt x="101" y="33"/>
                        <a:pt x="81" y="33"/>
                      </a:cubicBezTo>
                      <a:lnTo>
                        <a:pt x="65" y="17"/>
                      </a:lnTo>
                      <a:lnTo>
                        <a:pt x="33" y="1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6" name="Google Shape;6216;p71">
                  <a:extLst>
                    <a:ext uri="{FF2B5EF4-FFF2-40B4-BE49-F238E27FC236}">
                      <a16:creationId xmlns:a16="http://schemas.microsoft.com/office/drawing/2014/main" id="{42B36BD2-0ECA-1479-FE42-E321BC4C7A93}"/>
                    </a:ext>
                  </a:extLst>
                </p:cNvPr>
                <p:cNvSpPr/>
                <p:nvPr/>
              </p:nvSpPr>
              <p:spPr>
                <a:xfrm>
                  <a:off x="3064999" y="1193287"/>
                  <a:ext cx="4966" cy="107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79" extrusionOk="0">
                      <a:moveTo>
                        <a:pt x="17" y="0"/>
                      </a:moveTo>
                      <a:lnTo>
                        <a:pt x="17" y="33"/>
                      </a:lnTo>
                      <a:cubicBezTo>
                        <a:pt x="1" y="53"/>
                        <a:pt x="1" y="69"/>
                        <a:pt x="1" y="118"/>
                      </a:cubicBezTo>
                      <a:cubicBezTo>
                        <a:pt x="1" y="154"/>
                        <a:pt x="17" y="202"/>
                        <a:pt x="17" y="287"/>
                      </a:cubicBezTo>
                      <a:lnTo>
                        <a:pt x="17" y="404"/>
                      </a:lnTo>
                      <a:lnTo>
                        <a:pt x="17" y="522"/>
                      </a:lnTo>
                      <a:cubicBezTo>
                        <a:pt x="33" y="623"/>
                        <a:pt x="33" y="707"/>
                        <a:pt x="33" y="792"/>
                      </a:cubicBezTo>
                      <a:lnTo>
                        <a:pt x="33" y="1079"/>
                      </a:lnTo>
                      <a:cubicBezTo>
                        <a:pt x="33" y="1079"/>
                        <a:pt x="33" y="942"/>
                        <a:pt x="49" y="792"/>
                      </a:cubicBezTo>
                      <a:lnTo>
                        <a:pt x="49" y="522"/>
                      </a:lnTo>
                      <a:lnTo>
                        <a:pt x="49" y="404"/>
                      </a:lnTo>
                      <a:lnTo>
                        <a:pt x="49" y="271"/>
                      </a:lnTo>
                      <a:cubicBezTo>
                        <a:pt x="33" y="202"/>
                        <a:pt x="33" y="154"/>
                        <a:pt x="33" y="118"/>
                      </a:cubicBezTo>
                      <a:lnTo>
                        <a:pt x="33" y="33"/>
                      </a:lnTo>
                      <a:cubicBezTo>
                        <a:pt x="33" y="0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7" name="Google Shape;6217;p71">
                  <a:extLst>
                    <a:ext uri="{FF2B5EF4-FFF2-40B4-BE49-F238E27FC236}">
                      <a16:creationId xmlns:a16="http://schemas.microsoft.com/office/drawing/2014/main" id="{89B4A6DF-71C7-4E1C-6A0C-B5AD32B94C09}"/>
                    </a:ext>
                  </a:extLst>
                </p:cNvPr>
                <p:cNvSpPr/>
                <p:nvPr/>
              </p:nvSpPr>
              <p:spPr>
                <a:xfrm>
                  <a:off x="3066588" y="1299664"/>
                  <a:ext cx="18574" cy="4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41" extrusionOk="0">
                      <a:moveTo>
                        <a:pt x="25" y="1"/>
                      </a:moveTo>
                      <a:cubicBezTo>
                        <a:pt x="10" y="1"/>
                        <a:pt x="17" y="8"/>
                        <a:pt x="17" y="8"/>
                      </a:cubicBezTo>
                      <a:cubicBezTo>
                        <a:pt x="17" y="8"/>
                        <a:pt x="1" y="24"/>
                        <a:pt x="53" y="24"/>
                      </a:cubicBezTo>
                      <a:lnTo>
                        <a:pt x="102" y="24"/>
                      </a:lnTo>
                      <a:cubicBezTo>
                        <a:pt x="118" y="40"/>
                        <a:pt x="134" y="40"/>
                        <a:pt x="154" y="40"/>
                      </a:cubicBezTo>
                      <a:lnTo>
                        <a:pt x="187" y="40"/>
                      </a:lnTo>
                      <a:lnTo>
                        <a:pt x="171" y="24"/>
                      </a:lnTo>
                      <a:lnTo>
                        <a:pt x="154" y="24"/>
                      </a:lnTo>
                      <a:cubicBezTo>
                        <a:pt x="134" y="24"/>
                        <a:pt x="118" y="8"/>
                        <a:pt x="102" y="8"/>
                      </a:cubicBezTo>
                      <a:lnTo>
                        <a:pt x="70" y="8"/>
                      </a:lnTo>
                      <a:cubicBezTo>
                        <a:pt x="47" y="3"/>
                        <a:pt x="33" y="1"/>
                        <a:pt x="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8" name="Google Shape;6218;p71">
                  <a:extLst>
                    <a:ext uri="{FF2B5EF4-FFF2-40B4-BE49-F238E27FC236}">
                      <a16:creationId xmlns:a16="http://schemas.microsoft.com/office/drawing/2014/main" id="{B1C27F4D-C9FB-77A6-EB68-73321A46A9F3}"/>
                    </a:ext>
                  </a:extLst>
                </p:cNvPr>
                <p:cNvSpPr/>
                <p:nvPr/>
              </p:nvSpPr>
              <p:spPr>
                <a:xfrm>
                  <a:off x="3068277" y="1193287"/>
                  <a:ext cx="18474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70" extrusionOk="0">
                      <a:moveTo>
                        <a:pt x="0" y="0"/>
                      </a:moveTo>
                      <a:cubicBezTo>
                        <a:pt x="0" y="17"/>
                        <a:pt x="16" y="17"/>
                        <a:pt x="36" y="33"/>
                      </a:cubicBezTo>
                      <a:cubicBezTo>
                        <a:pt x="53" y="33"/>
                        <a:pt x="69" y="53"/>
                        <a:pt x="85" y="53"/>
                      </a:cubicBezTo>
                      <a:cubicBezTo>
                        <a:pt x="101" y="53"/>
                        <a:pt x="117" y="53"/>
                        <a:pt x="117" y="69"/>
                      </a:cubicBezTo>
                      <a:lnTo>
                        <a:pt x="186" y="69"/>
                      </a:lnTo>
                      <a:cubicBezTo>
                        <a:pt x="186" y="69"/>
                        <a:pt x="154" y="69"/>
                        <a:pt x="137" y="53"/>
                      </a:cubicBezTo>
                      <a:cubicBezTo>
                        <a:pt x="117" y="53"/>
                        <a:pt x="101" y="33"/>
                        <a:pt x="85" y="33"/>
                      </a:cubicBezTo>
                      <a:cubicBezTo>
                        <a:pt x="69" y="17"/>
                        <a:pt x="53" y="17"/>
                        <a:pt x="53" y="17"/>
                      </a:cubicBezTo>
                      <a:cubicBezTo>
                        <a:pt x="16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19" name="Google Shape;6219;p71">
                  <a:extLst>
                    <a:ext uri="{FF2B5EF4-FFF2-40B4-BE49-F238E27FC236}">
                      <a16:creationId xmlns:a16="http://schemas.microsoft.com/office/drawing/2014/main" id="{EAF94CDB-A32A-801C-7B30-5972AE03D5B2}"/>
                    </a:ext>
                  </a:extLst>
                </p:cNvPr>
                <p:cNvSpPr/>
                <p:nvPr/>
              </p:nvSpPr>
              <p:spPr>
                <a:xfrm>
                  <a:off x="3083473" y="1200140"/>
                  <a:ext cx="4867" cy="105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059" extrusionOk="0">
                      <a:moveTo>
                        <a:pt x="33" y="0"/>
                      </a:moveTo>
                      <a:lnTo>
                        <a:pt x="17" y="32"/>
                      </a:lnTo>
                      <a:cubicBezTo>
                        <a:pt x="1" y="65"/>
                        <a:pt x="1" y="133"/>
                        <a:pt x="1" y="287"/>
                      </a:cubicBezTo>
                      <a:cubicBezTo>
                        <a:pt x="17" y="319"/>
                        <a:pt x="17" y="352"/>
                        <a:pt x="17" y="404"/>
                      </a:cubicBezTo>
                      <a:cubicBezTo>
                        <a:pt x="17" y="436"/>
                        <a:pt x="33" y="489"/>
                        <a:pt x="33" y="521"/>
                      </a:cubicBezTo>
                      <a:lnTo>
                        <a:pt x="33" y="654"/>
                      </a:lnTo>
                      <a:lnTo>
                        <a:pt x="33" y="772"/>
                      </a:lnTo>
                      <a:lnTo>
                        <a:pt x="33" y="1058"/>
                      </a:lnTo>
                      <a:cubicBezTo>
                        <a:pt x="33" y="1058"/>
                        <a:pt x="33" y="941"/>
                        <a:pt x="49" y="772"/>
                      </a:cubicBezTo>
                      <a:lnTo>
                        <a:pt x="49" y="654"/>
                      </a:lnTo>
                      <a:lnTo>
                        <a:pt x="49" y="521"/>
                      </a:lnTo>
                      <a:lnTo>
                        <a:pt x="49" y="388"/>
                      </a:lnTo>
                      <a:cubicBezTo>
                        <a:pt x="33" y="352"/>
                        <a:pt x="33" y="319"/>
                        <a:pt x="33" y="267"/>
                      </a:cubicBezTo>
                      <a:lnTo>
                        <a:pt x="33" y="117"/>
                      </a:lnTo>
                      <a:lnTo>
                        <a:pt x="33" y="65"/>
                      </a:lnTo>
                      <a:lnTo>
                        <a:pt x="33" y="32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0" name="Google Shape;6220;p71">
                  <a:extLst>
                    <a:ext uri="{FF2B5EF4-FFF2-40B4-BE49-F238E27FC236}">
                      <a16:creationId xmlns:a16="http://schemas.microsoft.com/office/drawing/2014/main" id="{71B2AC1A-7B99-9CA3-54EE-0DF52F0A3AA8}"/>
                    </a:ext>
                  </a:extLst>
                </p:cNvPr>
                <p:cNvSpPr/>
                <p:nvPr/>
              </p:nvSpPr>
              <p:spPr>
                <a:xfrm>
                  <a:off x="3093505" y="1204908"/>
                  <a:ext cx="3278" cy="105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63" extrusionOk="0">
                      <a:moveTo>
                        <a:pt x="17" y="1"/>
                      </a:moveTo>
                      <a:lnTo>
                        <a:pt x="17" y="37"/>
                      </a:lnTo>
                      <a:cubicBezTo>
                        <a:pt x="17" y="37"/>
                        <a:pt x="1" y="69"/>
                        <a:pt x="1" y="102"/>
                      </a:cubicBezTo>
                      <a:lnTo>
                        <a:pt x="1" y="271"/>
                      </a:lnTo>
                      <a:cubicBezTo>
                        <a:pt x="1" y="574"/>
                        <a:pt x="17" y="1063"/>
                        <a:pt x="17" y="1063"/>
                      </a:cubicBezTo>
                      <a:cubicBezTo>
                        <a:pt x="17" y="1063"/>
                        <a:pt x="33" y="574"/>
                        <a:pt x="33" y="271"/>
                      </a:cubicBezTo>
                      <a:lnTo>
                        <a:pt x="33" y="102"/>
                      </a:lnTo>
                      <a:lnTo>
                        <a:pt x="33" y="37"/>
                      </a:lnTo>
                      <a:cubicBezTo>
                        <a:pt x="33" y="1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1" name="Google Shape;6221;p71">
                  <a:extLst>
                    <a:ext uri="{FF2B5EF4-FFF2-40B4-BE49-F238E27FC236}">
                      <a16:creationId xmlns:a16="http://schemas.microsoft.com/office/drawing/2014/main" id="{D15DB96E-C062-DE1C-C3B1-9ACF15C22AD5}"/>
                    </a:ext>
                  </a:extLst>
                </p:cNvPr>
                <p:cNvSpPr/>
                <p:nvPr/>
              </p:nvSpPr>
              <p:spPr>
                <a:xfrm>
                  <a:off x="3095094" y="1203318"/>
                  <a:ext cx="13310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86" extrusionOk="0">
                      <a:moveTo>
                        <a:pt x="1" y="0"/>
                      </a:moveTo>
                      <a:cubicBezTo>
                        <a:pt x="1" y="17"/>
                        <a:pt x="1" y="17"/>
                        <a:pt x="33" y="33"/>
                      </a:cubicBezTo>
                      <a:cubicBezTo>
                        <a:pt x="49" y="53"/>
                        <a:pt x="69" y="53"/>
                        <a:pt x="69" y="69"/>
                      </a:cubicBezTo>
                      <a:cubicBezTo>
                        <a:pt x="85" y="69"/>
                        <a:pt x="102" y="69"/>
                        <a:pt x="118" y="85"/>
                      </a:cubicBezTo>
                      <a:lnTo>
                        <a:pt x="134" y="85"/>
                      </a:lnTo>
                      <a:lnTo>
                        <a:pt x="118" y="69"/>
                      </a:lnTo>
                      <a:cubicBezTo>
                        <a:pt x="102" y="53"/>
                        <a:pt x="69" y="33"/>
                        <a:pt x="49" y="1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2" name="Google Shape;6222;p71">
                  <a:extLst>
                    <a:ext uri="{FF2B5EF4-FFF2-40B4-BE49-F238E27FC236}">
                      <a16:creationId xmlns:a16="http://schemas.microsoft.com/office/drawing/2014/main" id="{4CAE1892-B750-A483-F59F-5B01308CEC71}"/>
                    </a:ext>
                  </a:extLst>
                </p:cNvPr>
                <p:cNvSpPr/>
                <p:nvPr/>
              </p:nvSpPr>
              <p:spPr>
                <a:xfrm>
                  <a:off x="3111980" y="1211761"/>
                  <a:ext cx="3278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27" extrusionOk="0">
                      <a:moveTo>
                        <a:pt x="16" y="0"/>
                      </a:moveTo>
                      <a:lnTo>
                        <a:pt x="0" y="33"/>
                      </a:lnTo>
                      <a:lnTo>
                        <a:pt x="0" y="117"/>
                      </a:lnTo>
                      <a:lnTo>
                        <a:pt x="0" y="271"/>
                      </a:lnTo>
                      <a:lnTo>
                        <a:pt x="0" y="505"/>
                      </a:lnTo>
                      <a:lnTo>
                        <a:pt x="0" y="756"/>
                      </a:lnTo>
                      <a:cubicBezTo>
                        <a:pt x="0" y="909"/>
                        <a:pt x="16" y="1026"/>
                        <a:pt x="16" y="1026"/>
                      </a:cubicBezTo>
                      <a:lnTo>
                        <a:pt x="16" y="756"/>
                      </a:lnTo>
                      <a:lnTo>
                        <a:pt x="16" y="271"/>
                      </a:lnTo>
                      <a:cubicBezTo>
                        <a:pt x="16" y="202"/>
                        <a:pt x="33" y="150"/>
                        <a:pt x="16" y="117"/>
                      </a:cubicBezTo>
                      <a:lnTo>
                        <a:pt x="16" y="3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3" name="Google Shape;6223;p71">
                  <a:extLst>
                    <a:ext uri="{FF2B5EF4-FFF2-40B4-BE49-F238E27FC236}">
                      <a16:creationId xmlns:a16="http://schemas.microsoft.com/office/drawing/2014/main" id="{DD7C842A-AB90-9408-C27A-B066E2C80449}"/>
                    </a:ext>
                  </a:extLst>
                </p:cNvPr>
                <p:cNvSpPr/>
                <p:nvPr/>
              </p:nvSpPr>
              <p:spPr>
                <a:xfrm>
                  <a:off x="3095094" y="1308802"/>
                  <a:ext cx="16985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50" extrusionOk="0">
                      <a:moveTo>
                        <a:pt x="1" y="1"/>
                      </a:moveTo>
                      <a:lnTo>
                        <a:pt x="1" y="17"/>
                      </a:lnTo>
                      <a:lnTo>
                        <a:pt x="17" y="17"/>
                      </a:lnTo>
                      <a:cubicBezTo>
                        <a:pt x="33" y="17"/>
                        <a:pt x="33" y="17"/>
                        <a:pt x="49" y="33"/>
                      </a:cubicBezTo>
                      <a:lnTo>
                        <a:pt x="134" y="33"/>
                      </a:lnTo>
                      <a:cubicBezTo>
                        <a:pt x="118" y="17"/>
                        <a:pt x="85" y="1"/>
                        <a:pt x="49" y="1"/>
                      </a:cubicBezTo>
                      <a:close/>
                      <a:moveTo>
                        <a:pt x="134" y="33"/>
                      </a:moveTo>
                      <a:cubicBezTo>
                        <a:pt x="150" y="49"/>
                        <a:pt x="150" y="49"/>
                        <a:pt x="170" y="49"/>
                      </a:cubicBezTo>
                      <a:cubicBezTo>
                        <a:pt x="170" y="33"/>
                        <a:pt x="150" y="33"/>
                        <a:pt x="134" y="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4" name="Google Shape;6224;p71">
                  <a:extLst>
                    <a:ext uri="{FF2B5EF4-FFF2-40B4-BE49-F238E27FC236}">
                      <a16:creationId xmlns:a16="http://schemas.microsoft.com/office/drawing/2014/main" id="{46715F7F-BC37-029A-78FD-8EB9F7CEE9C5}"/>
                    </a:ext>
                  </a:extLst>
                </p:cNvPr>
                <p:cNvSpPr/>
                <p:nvPr/>
              </p:nvSpPr>
              <p:spPr>
                <a:xfrm>
                  <a:off x="3120025" y="1214939"/>
                  <a:ext cx="3675" cy="95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962" extrusionOk="0">
                      <a:moveTo>
                        <a:pt x="20" y="1"/>
                      </a:moveTo>
                      <a:lnTo>
                        <a:pt x="20" y="37"/>
                      </a:lnTo>
                      <a:lnTo>
                        <a:pt x="20" y="102"/>
                      </a:lnTo>
                      <a:lnTo>
                        <a:pt x="20" y="271"/>
                      </a:lnTo>
                      <a:cubicBezTo>
                        <a:pt x="0" y="405"/>
                        <a:pt x="0" y="606"/>
                        <a:pt x="0" y="760"/>
                      </a:cubicBezTo>
                      <a:lnTo>
                        <a:pt x="0" y="877"/>
                      </a:lnTo>
                      <a:lnTo>
                        <a:pt x="0" y="962"/>
                      </a:lnTo>
                      <a:cubicBezTo>
                        <a:pt x="0" y="946"/>
                        <a:pt x="20" y="909"/>
                        <a:pt x="20" y="877"/>
                      </a:cubicBezTo>
                      <a:lnTo>
                        <a:pt x="20" y="760"/>
                      </a:lnTo>
                      <a:cubicBezTo>
                        <a:pt x="20" y="606"/>
                        <a:pt x="36" y="421"/>
                        <a:pt x="36" y="271"/>
                      </a:cubicBezTo>
                      <a:lnTo>
                        <a:pt x="36" y="102"/>
                      </a:lnTo>
                      <a:lnTo>
                        <a:pt x="36" y="37"/>
                      </a:lnTo>
                      <a:cubicBezTo>
                        <a:pt x="36" y="1"/>
                        <a:pt x="36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5" name="Google Shape;6225;p71">
                  <a:extLst>
                    <a:ext uri="{FF2B5EF4-FFF2-40B4-BE49-F238E27FC236}">
                      <a16:creationId xmlns:a16="http://schemas.microsoft.com/office/drawing/2014/main" id="{6AD59133-16FE-3561-74F6-829646127A4E}"/>
                    </a:ext>
                  </a:extLst>
                </p:cNvPr>
                <p:cNvSpPr/>
                <p:nvPr/>
              </p:nvSpPr>
              <p:spPr>
                <a:xfrm>
                  <a:off x="3122011" y="1315258"/>
                  <a:ext cx="14899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70" extrusionOk="0">
                      <a:moveTo>
                        <a:pt x="16" y="0"/>
                      </a:moveTo>
                      <a:cubicBezTo>
                        <a:pt x="0" y="0"/>
                        <a:pt x="0" y="0"/>
                        <a:pt x="0" y="17"/>
                      </a:cubicBezTo>
                      <a:lnTo>
                        <a:pt x="0" y="37"/>
                      </a:lnTo>
                      <a:lnTo>
                        <a:pt x="33" y="37"/>
                      </a:lnTo>
                      <a:cubicBezTo>
                        <a:pt x="49" y="37"/>
                        <a:pt x="49" y="53"/>
                        <a:pt x="65" y="53"/>
                      </a:cubicBezTo>
                      <a:lnTo>
                        <a:pt x="101" y="53"/>
                      </a:lnTo>
                      <a:cubicBezTo>
                        <a:pt x="134" y="53"/>
                        <a:pt x="150" y="69"/>
                        <a:pt x="150" y="69"/>
                      </a:cubicBezTo>
                      <a:cubicBezTo>
                        <a:pt x="150" y="69"/>
                        <a:pt x="150" y="53"/>
                        <a:pt x="134" y="53"/>
                      </a:cubicBezTo>
                      <a:cubicBezTo>
                        <a:pt x="134" y="53"/>
                        <a:pt x="117" y="53"/>
                        <a:pt x="117" y="37"/>
                      </a:cubicBezTo>
                      <a:cubicBezTo>
                        <a:pt x="81" y="37"/>
                        <a:pt x="65" y="17"/>
                        <a:pt x="33" y="17"/>
                      </a:cubicBezTo>
                      <a:cubicBezTo>
                        <a:pt x="33" y="0"/>
                        <a:pt x="16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6" name="Google Shape;6226;p71">
                  <a:extLst>
                    <a:ext uri="{FF2B5EF4-FFF2-40B4-BE49-F238E27FC236}">
                      <a16:creationId xmlns:a16="http://schemas.microsoft.com/office/drawing/2014/main" id="{305C1850-0356-5EAC-845A-8A879E272231}"/>
                    </a:ext>
                  </a:extLst>
                </p:cNvPr>
                <p:cNvSpPr/>
                <p:nvPr/>
              </p:nvSpPr>
              <p:spPr>
                <a:xfrm>
                  <a:off x="3122011" y="1214939"/>
                  <a:ext cx="18176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02" extrusionOk="0">
                      <a:moveTo>
                        <a:pt x="16" y="1"/>
                      </a:moveTo>
                      <a:lnTo>
                        <a:pt x="0" y="17"/>
                      </a:lnTo>
                      <a:lnTo>
                        <a:pt x="16" y="37"/>
                      </a:lnTo>
                      <a:cubicBezTo>
                        <a:pt x="16" y="37"/>
                        <a:pt x="33" y="37"/>
                        <a:pt x="49" y="53"/>
                      </a:cubicBezTo>
                      <a:cubicBezTo>
                        <a:pt x="49" y="53"/>
                        <a:pt x="65" y="69"/>
                        <a:pt x="81" y="69"/>
                      </a:cubicBezTo>
                      <a:cubicBezTo>
                        <a:pt x="101" y="69"/>
                        <a:pt x="117" y="85"/>
                        <a:pt x="134" y="85"/>
                      </a:cubicBezTo>
                      <a:lnTo>
                        <a:pt x="166" y="85"/>
                      </a:lnTo>
                      <a:cubicBezTo>
                        <a:pt x="150" y="85"/>
                        <a:pt x="150" y="85"/>
                        <a:pt x="134" y="69"/>
                      </a:cubicBezTo>
                      <a:cubicBezTo>
                        <a:pt x="117" y="69"/>
                        <a:pt x="101" y="53"/>
                        <a:pt x="101" y="53"/>
                      </a:cubicBezTo>
                      <a:cubicBezTo>
                        <a:pt x="81" y="37"/>
                        <a:pt x="65" y="37"/>
                        <a:pt x="49" y="17"/>
                      </a:cubicBezTo>
                      <a:lnTo>
                        <a:pt x="33" y="17"/>
                      </a:lnTo>
                      <a:lnTo>
                        <a:pt x="16" y="1"/>
                      </a:lnTo>
                      <a:close/>
                      <a:moveTo>
                        <a:pt x="166" y="85"/>
                      </a:moveTo>
                      <a:cubicBezTo>
                        <a:pt x="166" y="102"/>
                        <a:pt x="182" y="102"/>
                        <a:pt x="182" y="102"/>
                      </a:cubicBezTo>
                      <a:lnTo>
                        <a:pt x="166" y="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7" name="Google Shape;6227;p71">
                  <a:extLst>
                    <a:ext uri="{FF2B5EF4-FFF2-40B4-BE49-F238E27FC236}">
                      <a16:creationId xmlns:a16="http://schemas.microsoft.com/office/drawing/2014/main" id="{C8D9DFE7-79FA-934A-731A-9B5EA9CBD593}"/>
                    </a:ext>
                  </a:extLst>
                </p:cNvPr>
                <p:cNvSpPr/>
                <p:nvPr/>
              </p:nvSpPr>
              <p:spPr>
                <a:xfrm>
                  <a:off x="3135222" y="1223382"/>
                  <a:ext cx="4966" cy="97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78" extrusionOk="0">
                      <a:moveTo>
                        <a:pt x="49" y="0"/>
                      </a:moveTo>
                      <a:lnTo>
                        <a:pt x="33" y="33"/>
                      </a:lnTo>
                      <a:cubicBezTo>
                        <a:pt x="33" y="33"/>
                        <a:pt x="33" y="69"/>
                        <a:pt x="17" y="101"/>
                      </a:cubicBezTo>
                      <a:lnTo>
                        <a:pt x="17" y="170"/>
                      </a:lnTo>
                      <a:lnTo>
                        <a:pt x="17" y="255"/>
                      </a:lnTo>
                      <a:cubicBezTo>
                        <a:pt x="17" y="303"/>
                        <a:pt x="33" y="336"/>
                        <a:pt x="33" y="372"/>
                      </a:cubicBezTo>
                      <a:lnTo>
                        <a:pt x="33" y="437"/>
                      </a:lnTo>
                      <a:lnTo>
                        <a:pt x="33" y="489"/>
                      </a:lnTo>
                      <a:lnTo>
                        <a:pt x="33" y="622"/>
                      </a:lnTo>
                      <a:cubicBezTo>
                        <a:pt x="17" y="659"/>
                        <a:pt x="17" y="691"/>
                        <a:pt x="17" y="740"/>
                      </a:cubicBezTo>
                      <a:cubicBezTo>
                        <a:pt x="17" y="776"/>
                        <a:pt x="1" y="808"/>
                        <a:pt x="1" y="841"/>
                      </a:cubicBezTo>
                      <a:lnTo>
                        <a:pt x="1" y="893"/>
                      </a:lnTo>
                      <a:lnTo>
                        <a:pt x="1" y="925"/>
                      </a:lnTo>
                      <a:cubicBezTo>
                        <a:pt x="1" y="942"/>
                        <a:pt x="17" y="962"/>
                        <a:pt x="17" y="978"/>
                      </a:cubicBezTo>
                      <a:lnTo>
                        <a:pt x="17" y="925"/>
                      </a:lnTo>
                      <a:lnTo>
                        <a:pt x="17" y="893"/>
                      </a:lnTo>
                      <a:lnTo>
                        <a:pt x="17" y="841"/>
                      </a:lnTo>
                      <a:cubicBezTo>
                        <a:pt x="17" y="808"/>
                        <a:pt x="17" y="776"/>
                        <a:pt x="33" y="740"/>
                      </a:cubicBezTo>
                      <a:cubicBezTo>
                        <a:pt x="33" y="691"/>
                        <a:pt x="33" y="659"/>
                        <a:pt x="49" y="622"/>
                      </a:cubicBezTo>
                      <a:lnTo>
                        <a:pt x="49" y="489"/>
                      </a:lnTo>
                      <a:lnTo>
                        <a:pt x="49" y="437"/>
                      </a:lnTo>
                      <a:lnTo>
                        <a:pt x="49" y="372"/>
                      </a:lnTo>
                      <a:lnTo>
                        <a:pt x="49" y="255"/>
                      </a:lnTo>
                      <a:lnTo>
                        <a:pt x="49" y="170"/>
                      </a:lnTo>
                      <a:lnTo>
                        <a:pt x="49" y="101"/>
                      </a:lnTo>
                      <a:lnTo>
                        <a:pt x="49" y="53"/>
                      </a:lnTo>
                      <a:lnTo>
                        <a:pt x="49" y="33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8" name="Google Shape;6228;p71">
                  <a:extLst>
                    <a:ext uri="{FF2B5EF4-FFF2-40B4-BE49-F238E27FC236}">
                      <a16:creationId xmlns:a16="http://schemas.microsoft.com/office/drawing/2014/main" id="{321A18FE-9382-A08B-A0E7-CA43FFB8BCE0}"/>
                    </a:ext>
                  </a:extLst>
                </p:cNvPr>
                <p:cNvSpPr/>
                <p:nvPr/>
              </p:nvSpPr>
              <p:spPr>
                <a:xfrm>
                  <a:off x="2977990" y="1281984"/>
                  <a:ext cx="3675" cy="113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44" extrusionOk="0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16" y="101"/>
                      </a:lnTo>
                      <a:cubicBezTo>
                        <a:pt x="16" y="150"/>
                        <a:pt x="0" y="202"/>
                        <a:pt x="0" y="287"/>
                      </a:cubicBezTo>
                      <a:cubicBezTo>
                        <a:pt x="0" y="372"/>
                        <a:pt x="0" y="453"/>
                        <a:pt x="16" y="554"/>
                      </a:cubicBezTo>
                      <a:lnTo>
                        <a:pt x="16" y="840"/>
                      </a:lnTo>
                      <a:lnTo>
                        <a:pt x="16" y="1143"/>
                      </a:lnTo>
                      <a:cubicBezTo>
                        <a:pt x="16" y="1143"/>
                        <a:pt x="16" y="1010"/>
                        <a:pt x="36" y="840"/>
                      </a:cubicBezTo>
                      <a:lnTo>
                        <a:pt x="36" y="554"/>
                      </a:lnTo>
                      <a:lnTo>
                        <a:pt x="36" y="287"/>
                      </a:lnTo>
                      <a:lnTo>
                        <a:pt x="36" y="101"/>
                      </a:lnTo>
                      <a:lnTo>
                        <a:pt x="36" y="1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29" name="Google Shape;6229;p71">
                  <a:extLst>
                    <a:ext uri="{FF2B5EF4-FFF2-40B4-BE49-F238E27FC236}">
                      <a16:creationId xmlns:a16="http://schemas.microsoft.com/office/drawing/2014/main" id="{C5715C86-C9DF-BF32-5D36-459AE4E7163B}"/>
                    </a:ext>
                  </a:extLst>
                </p:cNvPr>
                <p:cNvSpPr/>
                <p:nvPr/>
              </p:nvSpPr>
              <p:spPr>
                <a:xfrm>
                  <a:off x="2977990" y="1281984"/>
                  <a:ext cx="23739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69" extrusionOk="0">
                      <a:moveTo>
                        <a:pt x="0" y="0"/>
                      </a:moveTo>
                      <a:cubicBezTo>
                        <a:pt x="0" y="16"/>
                        <a:pt x="0" y="16"/>
                        <a:pt x="16" y="16"/>
                      </a:cubicBezTo>
                      <a:lnTo>
                        <a:pt x="36" y="16"/>
                      </a:lnTo>
                      <a:cubicBezTo>
                        <a:pt x="36" y="16"/>
                        <a:pt x="53" y="32"/>
                        <a:pt x="69" y="32"/>
                      </a:cubicBezTo>
                      <a:cubicBezTo>
                        <a:pt x="85" y="32"/>
                        <a:pt x="101" y="32"/>
                        <a:pt x="117" y="49"/>
                      </a:cubicBezTo>
                      <a:cubicBezTo>
                        <a:pt x="137" y="49"/>
                        <a:pt x="154" y="49"/>
                        <a:pt x="170" y="69"/>
                      </a:cubicBezTo>
                      <a:lnTo>
                        <a:pt x="238" y="69"/>
                      </a:lnTo>
                      <a:cubicBezTo>
                        <a:pt x="238" y="69"/>
                        <a:pt x="202" y="69"/>
                        <a:pt x="170" y="49"/>
                      </a:cubicBezTo>
                      <a:cubicBezTo>
                        <a:pt x="154" y="32"/>
                        <a:pt x="137" y="32"/>
                        <a:pt x="117" y="16"/>
                      </a:cubicBezTo>
                      <a:cubicBezTo>
                        <a:pt x="101" y="16"/>
                        <a:pt x="85" y="16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0" name="Google Shape;6230;p71">
                  <a:extLst>
                    <a:ext uri="{FF2B5EF4-FFF2-40B4-BE49-F238E27FC236}">
                      <a16:creationId xmlns:a16="http://schemas.microsoft.com/office/drawing/2014/main" id="{7B578904-201E-CCE3-C61F-EDC9F6414836}"/>
                    </a:ext>
                  </a:extLst>
                </p:cNvPr>
                <p:cNvSpPr/>
                <p:nvPr/>
              </p:nvSpPr>
              <p:spPr>
                <a:xfrm>
                  <a:off x="2998054" y="1288241"/>
                  <a:ext cx="3675" cy="94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948" extrusionOk="0">
                      <a:moveTo>
                        <a:pt x="33" y="0"/>
                      </a:moveTo>
                      <a:cubicBezTo>
                        <a:pt x="31" y="0"/>
                        <a:pt x="26" y="5"/>
                        <a:pt x="16" y="22"/>
                      </a:cubicBezTo>
                      <a:cubicBezTo>
                        <a:pt x="16" y="38"/>
                        <a:pt x="0" y="70"/>
                        <a:pt x="0" y="123"/>
                      </a:cubicBezTo>
                      <a:lnTo>
                        <a:pt x="0" y="289"/>
                      </a:lnTo>
                      <a:lnTo>
                        <a:pt x="0" y="830"/>
                      </a:lnTo>
                      <a:lnTo>
                        <a:pt x="0" y="947"/>
                      </a:lnTo>
                      <a:cubicBezTo>
                        <a:pt x="16" y="895"/>
                        <a:pt x="16" y="862"/>
                        <a:pt x="16" y="830"/>
                      </a:cubicBezTo>
                      <a:cubicBezTo>
                        <a:pt x="16" y="660"/>
                        <a:pt x="36" y="442"/>
                        <a:pt x="36" y="289"/>
                      </a:cubicBezTo>
                      <a:cubicBezTo>
                        <a:pt x="36" y="208"/>
                        <a:pt x="16" y="155"/>
                        <a:pt x="16" y="123"/>
                      </a:cubicBezTo>
                      <a:lnTo>
                        <a:pt x="16" y="70"/>
                      </a:lnTo>
                      <a:cubicBezTo>
                        <a:pt x="36" y="54"/>
                        <a:pt x="36" y="38"/>
                        <a:pt x="36" y="38"/>
                      </a:cubicBezTo>
                      <a:lnTo>
                        <a:pt x="36" y="6"/>
                      </a:lnTo>
                      <a:cubicBezTo>
                        <a:pt x="36" y="6"/>
                        <a:pt x="36" y="0"/>
                        <a:pt x="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1" name="Google Shape;6231;p71">
                  <a:extLst>
                    <a:ext uri="{FF2B5EF4-FFF2-40B4-BE49-F238E27FC236}">
                      <a16:creationId xmlns:a16="http://schemas.microsoft.com/office/drawing/2014/main" id="{FB0DB1B3-F1D5-617C-38FF-2291FD4B36C1}"/>
                    </a:ext>
                  </a:extLst>
                </p:cNvPr>
                <p:cNvSpPr/>
                <p:nvPr/>
              </p:nvSpPr>
              <p:spPr>
                <a:xfrm>
                  <a:off x="2977990" y="1393923"/>
                  <a:ext cx="20163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69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16" y="16"/>
                      </a:lnTo>
                      <a:cubicBezTo>
                        <a:pt x="16" y="16"/>
                        <a:pt x="36" y="33"/>
                        <a:pt x="53" y="33"/>
                      </a:cubicBezTo>
                      <a:cubicBezTo>
                        <a:pt x="69" y="33"/>
                        <a:pt x="85" y="33"/>
                        <a:pt x="101" y="53"/>
                      </a:cubicBezTo>
                      <a:lnTo>
                        <a:pt x="186" y="53"/>
                      </a:lnTo>
                      <a:cubicBezTo>
                        <a:pt x="170" y="53"/>
                        <a:pt x="170" y="33"/>
                        <a:pt x="154" y="33"/>
                      </a:cubicBezTo>
                      <a:cubicBezTo>
                        <a:pt x="137" y="33"/>
                        <a:pt x="117" y="16"/>
                        <a:pt x="101" y="16"/>
                      </a:cubicBezTo>
                      <a:lnTo>
                        <a:pt x="53" y="16"/>
                      </a:lnTo>
                      <a:cubicBezTo>
                        <a:pt x="36" y="0"/>
                        <a:pt x="16" y="0"/>
                        <a:pt x="16" y="0"/>
                      </a:cubicBezTo>
                      <a:close/>
                      <a:moveTo>
                        <a:pt x="186" y="53"/>
                      </a:moveTo>
                      <a:cubicBezTo>
                        <a:pt x="186" y="69"/>
                        <a:pt x="202" y="69"/>
                        <a:pt x="202" y="69"/>
                      </a:cubicBezTo>
                      <a:lnTo>
                        <a:pt x="186" y="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2" name="Google Shape;6232;p71">
                  <a:extLst>
                    <a:ext uri="{FF2B5EF4-FFF2-40B4-BE49-F238E27FC236}">
                      <a16:creationId xmlns:a16="http://schemas.microsoft.com/office/drawing/2014/main" id="{16A43BBC-5869-3AE8-E4DA-470961CF9883}"/>
                    </a:ext>
                  </a:extLst>
                </p:cNvPr>
                <p:cNvSpPr/>
                <p:nvPr/>
              </p:nvSpPr>
              <p:spPr>
                <a:xfrm>
                  <a:off x="3008086" y="1290327"/>
                  <a:ext cx="3675" cy="11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12" extrusionOk="0">
                      <a:moveTo>
                        <a:pt x="0" y="1"/>
                      </a:moveTo>
                      <a:lnTo>
                        <a:pt x="0" y="33"/>
                      </a:lnTo>
                      <a:lnTo>
                        <a:pt x="0" y="304"/>
                      </a:lnTo>
                      <a:lnTo>
                        <a:pt x="0" y="554"/>
                      </a:lnTo>
                      <a:lnTo>
                        <a:pt x="0" y="708"/>
                      </a:lnTo>
                      <a:lnTo>
                        <a:pt x="0" y="841"/>
                      </a:lnTo>
                      <a:lnTo>
                        <a:pt x="0" y="958"/>
                      </a:lnTo>
                      <a:cubicBezTo>
                        <a:pt x="0" y="926"/>
                        <a:pt x="0" y="874"/>
                        <a:pt x="16" y="841"/>
                      </a:cubicBezTo>
                      <a:lnTo>
                        <a:pt x="16" y="708"/>
                      </a:lnTo>
                      <a:cubicBezTo>
                        <a:pt x="16" y="655"/>
                        <a:pt x="36" y="607"/>
                        <a:pt x="16" y="554"/>
                      </a:cubicBezTo>
                      <a:lnTo>
                        <a:pt x="16" y="304"/>
                      </a:lnTo>
                      <a:lnTo>
                        <a:pt x="16" y="33"/>
                      </a:lnTo>
                      <a:cubicBezTo>
                        <a:pt x="16" y="1"/>
                        <a:pt x="0" y="1"/>
                        <a:pt x="0" y="1"/>
                      </a:cubicBezTo>
                      <a:close/>
                      <a:moveTo>
                        <a:pt x="0" y="1043"/>
                      </a:moveTo>
                      <a:cubicBezTo>
                        <a:pt x="0" y="1076"/>
                        <a:pt x="0" y="1096"/>
                        <a:pt x="16" y="1112"/>
                      </a:cubicBezTo>
                      <a:cubicBezTo>
                        <a:pt x="16" y="1096"/>
                        <a:pt x="0" y="1076"/>
                        <a:pt x="0" y="10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3" name="Google Shape;6233;p71">
                  <a:extLst>
                    <a:ext uri="{FF2B5EF4-FFF2-40B4-BE49-F238E27FC236}">
                      <a16:creationId xmlns:a16="http://schemas.microsoft.com/office/drawing/2014/main" id="{8C0E4818-0E3B-DE9A-AD92-616F0BE7039F}"/>
                    </a:ext>
                  </a:extLst>
                </p:cNvPr>
                <p:cNvSpPr/>
                <p:nvPr/>
              </p:nvSpPr>
              <p:spPr>
                <a:xfrm>
                  <a:off x="3009675" y="1402366"/>
                  <a:ext cx="16885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49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37" y="16"/>
                      </a:lnTo>
                      <a:cubicBezTo>
                        <a:pt x="69" y="32"/>
                        <a:pt x="101" y="32"/>
                        <a:pt x="138" y="32"/>
                      </a:cubicBezTo>
                      <a:cubicBezTo>
                        <a:pt x="101" y="16"/>
                        <a:pt x="69" y="0"/>
                        <a:pt x="53" y="0"/>
                      </a:cubicBezTo>
                      <a:close/>
                      <a:moveTo>
                        <a:pt x="138" y="32"/>
                      </a:moveTo>
                      <a:cubicBezTo>
                        <a:pt x="138" y="49"/>
                        <a:pt x="154" y="49"/>
                        <a:pt x="170" y="49"/>
                      </a:cubicBezTo>
                      <a:cubicBezTo>
                        <a:pt x="154" y="32"/>
                        <a:pt x="154" y="32"/>
                        <a:pt x="138" y="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4" name="Google Shape;6234;p71">
                  <a:extLst>
                    <a:ext uri="{FF2B5EF4-FFF2-40B4-BE49-F238E27FC236}">
                      <a16:creationId xmlns:a16="http://schemas.microsoft.com/office/drawing/2014/main" id="{8F710CAA-F8C8-830B-E781-BE9260851503}"/>
                    </a:ext>
                  </a:extLst>
                </p:cNvPr>
                <p:cNvSpPr/>
                <p:nvPr/>
              </p:nvSpPr>
              <p:spPr>
                <a:xfrm>
                  <a:off x="3008086" y="1289930"/>
                  <a:ext cx="18474" cy="8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90" extrusionOk="0">
                      <a:moveTo>
                        <a:pt x="21" y="1"/>
                      </a:moveTo>
                      <a:cubicBezTo>
                        <a:pt x="16" y="1"/>
                        <a:pt x="16" y="5"/>
                        <a:pt x="16" y="5"/>
                      </a:cubicBezTo>
                      <a:cubicBezTo>
                        <a:pt x="0" y="5"/>
                        <a:pt x="0" y="5"/>
                        <a:pt x="53" y="37"/>
                      </a:cubicBezTo>
                      <a:cubicBezTo>
                        <a:pt x="53" y="37"/>
                        <a:pt x="69" y="53"/>
                        <a:pt x="85" y="53"/>
                      </a:cubicBezTo>
                      <a:cubicBezTo>
                        <a:pt x="101" y="53"/>
                        <a:pt x="101" y="53"/>
                        <a:pt x="101" y="70"/>
                      </a:cubicBezTo>
                      <a:lnTo>
                        <a:pt x="137" y="70"/>
                      </a:lnTo>
                      <a:cubicBezTo>
                        <a:pt x="154" y="70"/>
                        <a:pt x="186" y="90"/>
                        <a:pt x="186" y="90"/>
                      </a:cubicBezTo>
                      <a:cubicBezTo>
                        <a:pt x="186" y="90"/>
                        <a:pt x="170" y="70"/>
                        <a:pt x="137" y="53"/>
                      </a:cubicBezTo>
                      <a:lnTo>
                        <a:pt x="117" y="53"/>
                      </a:lnTo>
                      <a:cubicBezTo>
                        <a:pt x="117" y="37"/>
                        <a:pt x="101" y="37"/>
                        <a:pt x="101" y="37"/>
                      </a:cubicBezTo>
                      <a:cubicBezTo>
                        <a:pt x="85" y="21"/>
                        <a:pt x="69" y="21"/>
                        <a:pt x="53" y="21"/>
                      </a:cubicBezTo>
                      <a:cubicBezTo>
                        <a:pt x="34" y="5"/>
                        <a:pt x="25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5" name="Google Shape;6235;p71">
                  <a:extLst>
                    <a:ext uri="{FF2B5EF4-FFF2-40B4-BE49-F238E27FC236}">
                      <a16:creationId xmlns:a16="http://schemas.microsoft.com/office/drawing/2014/main" id="{144BBB5D-474D-3994-C374-166B041F77EE}"/>
                    </a:ext>
                  </a:extLst>
                </p:cNvPr>
                <p:cNvSpPr/>
                <p:nvPr/>
              </p:nvSpPr>
              <p:spPr>
                <a:xfrm>
                  <a:off x="3024872" y="1298770"/>
                  <a:ext cx="4966" cy="108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92" extrusionOk="0">
                      <a:moveTo>
                        <a:pt x="33" y="1"/>
                      </a:moveTo>
                      <a:lnTo>
                        <a:pt x="17" y="33"/>
                      </a:lnTo>
                      <a:lnTo>
                        <a:pt x="17" y="65"/>
                      </a:lnTo>
                      <a:lnTo>
                        <a:pt x="17" y="118"/>
                      </a:lnTo>
                      <a:lnTo>
                        <a:pt x="17" y="183"/>
                      </a:lnTo>
                      <a:lnTo>
                        <a:pt x="17" y="284"/>
                      </a:lnTo>
                      <a:lnTo>
                        <a:pt x="17" y="405"/>
                      </a:lnTo>
                      <a:lnTo>
                        <a:pt x="17" y="538"/>
                      </a:lnTo>
                      <a:lnTo>
                        <a:pt x="17" y="809"/>
                      </a:lnTo>
                      <a:cubicBezTo>
                        <a:pt x="33" y="724"/>
                        <a:pt x="49" y="639"/>
                        <a:pt x="49" y="538"/>
                      </a:cubicBezTo>
                      <a:lnTo>
                        <a:pt x="49" y="405"/>
                      </a:lnTo>
                      <a:lnTo>
                        <a:pt x="49" y="284"/>
                      </a:lnTo>
                      <a:cubicBezTo>
                        <a:pt x="49" y="251"/>
                        <a:pt x="49" y="219"/>
                        <a:pt x="33" y="183"/>
                      </a:cubicBezTo>
                      <a:lnTo>
                        <a:pt x="33" y="118"/>
                      </a:lnTo>
                      <a:lnTo>
                        <a:pt x="33" y="65"/>
                      </a:lnTo>
                      <a:lnTo>
                        <a:pt x="33" y="33"/>
                      </a:lnTo>
                      <a:cubicBezTo>
                        <a:pt x="49" y="1"/>
                        <a:pt x="49" y="1"/>
                        <a:pt x="33" y="1"/>
                      </a:cubicBezTo>
                      <a:close/>
                      <a:moveTo>
                        <a:pt x="17" y="809"/>
                      </a:moveTo>
                      <a:cubicBezTo>
                        <a:pt x="17" y="841"/>
                        <a:pt x="1" y="890"/>
                        <a:pt x="17" y="926"/>
                      </a:cubicBezTo>
                      <a:lnTo>
                        <a:pt x="17" y="809"/>
                      </a:lnTo>
                      <a:close/>
                      <a:moveTo>
                        <a:pt x="17" y="1011"/>
                      </a:moveTo>
                      <a:cubicBezTo>
                        <a:pt x="17" y="1043"/>
                        <a:pt x="33" y="1059"/>
                        <a:pt x="33" y="1075"/>
                      </a:cubicBezTo>
                      <a:cubicBezTo>
                        <a:pt x="33" y="1059"/>
                        <a:pt x="33" y="1043"/>
                        <a:pt x="17" y="1011"/>
                      </a:cubicBezTo>
                      <a:close/>
                      <a:moveTo>
                        <a:pt x="33" y="1075"/>
                      </a:moveTo>
                      <a:cubicBezTo>
                        <a:pt x="33" y="1092"/>
                        <a:pt x="49" y="1092"/>
                        <a:pt x="49" y="1092"/>
                      </a:cubicBezTo>
                      <a:lnTo>
                        <a:pt x="33" y="107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6" name="Google Shape;6236;p71">
                  <a:extLst>
                    <a:ext uri="{FF2B5EF4-FFF2-40B4-BE49-F238E27FC236}">
                      <a16:creationId xmlns:a16="http://schemas.microsoft.com/office/drawing/2014/main" id="{60660783-287E-8705-9E2D-FB87C964386F}"/>
                    </a:ext>
                  </a:extLst>
                </p:cNvPr>
                <p:cNvSpPr/>
                <p:nvPr/>
              </p:nvSpPr>
              <p:spPr>
                <a:xfrm>
                  <a:off x="3038181" y="1300359"/>
                  <a:ext cx="3675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809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0" y="49"/>
                      </a:lnTo>
                      <a:lnTo>
                        <a:pt x="0" y="118"/>
                      </a:lnTo>
                      <a:cubicBezTo>
                        <a:pt x="0" y="150"/>
                        <a:pt x="0" y="203"/>
                        <a:pt x="16" y="288"/>
                      </a:cubicBezTo>
                      <a:lnTo>
                        <a:pt x="16" y="405"/>
                      </a:lnTo>
                      <a:lnTo>
                        <a:pt x="16" y="538"/>
                      </a:lnTo>
                      <a:lnTo>
                        <a:pt x="16" y="809"/>
                      </a:lnTo>
                      <a:cubicBezTo>
                        <a:pt x="36" y="724"/>
                        <a:pt x="36" y="623"/>
                        <a:pt x="36" y="538"/>
                      </a:cubicBezTo>
                      <a:lnTo>
                        <a:pt x="36" y="405"/>
                      </a:lnTo>
                      <a:lnTo>
                        <a:pt x="36" y="288"/>
                      </a:lnTo>
                      <a:cubicBezTo>
                        <a:pt x="36" y="203"/>
                        <a:pt x="16" y="150"/>
                        <a:pt x="16" y="102"/>
                      </a:cubicBezTo>
                      <a:lnTo>
                        <a:pt x="16" y="33"/>
                      </a:lnTo>
                      <a:cubicBezTo>
                        <a:pt x="16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7" name="Google Shape;6237;p71">
                  <a:extLst>
                    <a:ext uri="{FF2B5EF4-FFF2-40B4-BE49-F238E27FC236}">
                      <a16:creationId xmlns:a16="http://schemas.microsoft.com/office/drawing/2014/main" id="{C214AC6C-B778-A351-E591-5A127E9981B3}"/>
                    </a:ext>
                  </a:extLst>
                </p:cNvPr>
                <p:cNvSpPr/>
                <p:nvPr/>
              </p:nvSpPr>
              <p:spPr>
                <a:xfrm>
                  <a:off x="3039770" y="1408226"/>
                  <a:ext cx="16885" cy="4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43" extrusionOk="0">
                      <a:moveTo>
                        <a:pt x="16" y="1"/>
                      </a:moveTo>
                      <a:cubicBezTo>
                        <a:pt x="0" y="1"/>
                        <a:pt x="0" y="10"/>
                        <a:pt x="0" y="10"/>
                      </a:cubicBezTo>
                      <a:cubicBezTo>
                        <a:pt x="0" y="10"/>
                        <a:pt x="0" y="26"/>
                        <a:pt x="53" y="26"/>
                      </a:cubicBezTo>
                      <a:cubicBezTo>
                        <a:pt x="69" y="26"/>
                        <a:pt x="101" y="26"/>
                        <a:pt x="138" y="42"/>
                      </a:cubicBezTo>
                      <a:lnTo>
                        <a:pt x="170" y="42"/>
                      </a:lnTo>
                      <a:cubicBezTo>
                        <a:pt x="170" y="42"/>
                        <a:pt x="154" y="26"/>
                        <a:pt x="138" y="26"/>
                      </a:cubicBezTo>
                      <a:cubicBezTo>
                        <a:pt x="121" y="10"/>
                        <a:pt x="69" y="10"/>
                        <a:pt x="53" y="10"/>
                      </a:cubicBezTo>
                      <a:cubicBezTo>
                        <a:pt x="35" y="3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8" name="Google Shape;6238;p71">
                  <a:extLst>
                    <a:ext uri="{FF2B5EF4-FFF2-40B4-BE49-F238E27FC236}">
                      <a16:creationId xmlns:a16="http://schemas.microsoft.com/office/drawing/2014/main" id="{AEA7BB24-BB39-9EE1-97EB-FAECBBEA68E8}"/>
                    </a:ext>
                  </a:extLst>
                </p:cNvPr>
                <p:cNvSpPr/>
                <p:nvPr/>
              </p:nvSpPr>
              <p:spPr>
                <a:xfrm>
                  <a:off x="3038181" y="1300359"/>
                  <a:ext cx="1688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86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33"/>
                      </a:lnTo>
                      <a:lnTo>
                        <a:pt x="53" y="33"/>
                      </a:lnTo>
                      <a:lnTo>
                        <a:pt x="69" y="49"/>
                      </a:lnTo>
                      <a:lnTo>
                        <a:pt x="101" y="49"/>
                      </a:lnTo>
                      <a:cubicBezTo>
                        <a:pt x="117" y="66"/>
                        <a:pt x="117" y="66"/>
                        <a:pt x="137" y="66"/>
                      </a:cubicBezTo>
                      <a:cubicBezTo>
                        <a:pt x="137" y="86"/>
                        <a:pt x="154" y="86"/>
                        <a:pt x="170" y="86"/>
                      </a:cubicBezTo>
                      <a:cubicBezTo>
                        <a:pt x="154" y="66"/>
                        <a:pt x="154" y="66"/>
                        <a:pt x="137" y="49"/>
                      </a:cubicBezTo>
                      <a:cubicBezTo>
                        <a:pt x="137" y="49"/>
                        <a:pt x="117" y="49"/>
                        <a:pt x="101" y="33"/>
                      </a:cubicBezTo>
                      <a:cubicBezTo>
                        <a:pt x="101" y="33"/>
                        <a:pt x="85" y="33"/>
                        <a:pt x="85" y="17"/>
                      </a:cubicBezTo>
                      <a:lnTo>
                        <a:pt x="53" y="17"/>
                      </a:lnTo>
                      <a:cubicBezTo>
                        <a:pt x="16" y="1"/>
                        <a:pt x="16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39" name="Google Shape;6239;p71">
                  <a:extLst>
                    <a:ext uri="{FF2B5EF4-FFF2-40B4-BE49-F238E27FC236}">
                      <a16:creationId xmlns:a16="http://schemas.microsoft.com/office/drawing/2014/main" id="{22AD18B1-CB8D-D03B-A6E1-DBD99F587621}"/>
                    </a:ext>
                  </a:extLst>
                </p:cNvPr>
                <p:cNvSpPr/>
                <p:nvPr/>
              </p:nvSpPr>
              <p:spPr>
                <a:xfrm>
                  <a:off x="3053378" y="1308802"/>
                  <a:ext cx="4966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060" extrusionOk="0">
                      <a:moveTo>
                        <a:pt x="33" y="1"/>
                      </a:moveTo>
                      <a:lnTo>
                        <a:pt x="33" y="17"/>
                      </a:lnTo>
                      <a:cubicBezTo>
                        <a:pt x="33" y="33"/>
                        <a:pt x="17" y="49"/>
                        <a:pt x="17" y="49"/>
                      </a:cubicBezTo>
                      <a:lnTo>
                        <a:pt x="17" y="102"/>
                      </a:lnTo>
                      <a:cubicBezTo>
                        <a:pt x="17" y="150"/>
                        <a:pt x="1" y="203"/>
                        <a:pt x="17" y="284"/>
                      </a:cubicBezTo>
                      <a:lnTo>
                        <a:pt x="17" y="405"/>
                      </a:lnTo>
                      <a:lnTo>
                        <a:pt x="17" y="522"/>
                      </a:lnTo>
                      <a:cubicBezTo>
                        <a:pt x="33" y="623"/>
                        <a:pt x="17" y="708"/>
                        <a:pt x="33" y="789"/>
                      </a:cubicBezTo>
                      <a:cubicBezTo>
                        <a:pt x="33" y="708"/>
                        <a:pt x="49" y="623"/>
                        <a:pt x="49" y="522"/>
                      </a:cubicBezTo>
                      <a:lnTo>
                        <a:pt x="49" y="405"/>
                      </a:lnTo>
                      <a:cubicBezTo>
                        <a:pt x="33" y="352"/>
                        <a:pt x="33" y="320"/>
                        <a:pt x="33" y="267"/>
                      </a:cubicBezTo>
                      <a:lnTo>
                        <a:pt x="33" y="102"/>
                      </a:lnTo>
                      <a:lnTo>
                        <a:pt x="33" y="49"/>
                      </a:lnTo>
                      <a:cubicBezTo>
                        <a:pt x="49" y="49"/>
                        <a:pt x="49" y="33"/>
                        <a:pt x="49" y="33"/>
                      </a:cubicBezTo>
                      <a:cubicBezTo>
                        <a:pt x="49" y="1"/>
                        <a:pt x="49" y="1"/>
                        <a:pt x="33" y="1"/>
                      </a:cubicBezTo>
                      <a:close/>
                      <a:moveTo>
                        <a:pt x="33" y="991"/>
                      </a:moveTo>
                      <a:cubicBezTo>
                        <a:pt x="33" y="1027"/>
                        <a:pt x="49" y="1043"/>
                        <a:pt x="49" y="1059"/>
                      </a:cubicBezTo>
                      <a:cubicBezTo>
                        <a:pt x="49" y="1043"/>
                        <a:pt x="49" y="1027"/>
                        <a:pt x="33" y="99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0" name="Google Shape;6240;p71">
                  <a:extLst>
                    <a:ext uri="{FF2B5EF4-FFF2-40B4-BE49-F238E27FC236}">
                      <a16:creationId xmlns:a16="http://schemas.microsoft.com/office/drawing/2014/main" id="{89DBA24F-7BF4-D3AB-2DF0-8EECC6EABA99}"/>
                    </a:ext>
                  </a:extLst>
                </p:cNvPr>
                <p:cNvSpPr/>
                <p:nvPr/>
              </p:nvSpPr>
              <p:spPr>
                <a:xfrm>
                  <a:off x="3066588" y="1308802"/>
                  <a:ext cx="3377" cy="108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092" extrusionOk="0">
                      <a:moveTo>
                        <a:pt x="1" y="1"/>
                      </a:moveTo>
                      <a:lnTo>
                        <a:pt x="1" y="33"/>
                      </a:lnTo>
                      <a:lnTo>
                        <a:pt x="1" y="118"/>
                      </a:lnTo>
                      <a:lnTo>
                        <a:pt x="1" y="183"/>
                      </a:lnTo>
                      <a:lnTo>
                        <a:pt x="1" y="284"/>
                      </a:lnTo>
                      <a:cubicBezTo>
                        <a:pt x="1" y="320"/>
                        <a:pt x="1" y="368"/>
                        <a:pt x="17" y="405"/>
                      </a:cubicBezTo>
                      <a:lnTo>
                        <a:pt x="17" y="538"/>
                      </a:lnTo>
                      <a:lnTo>
                        <a:pt x="17" y="671"/>
                      </a:lnTo>
                      <a:lnTo>
                        <a:pt x="17" y="809"/>
                      </a:lnTo>
                      <a:lnTo>
                        <a:pt x="17" y="1092"/>
                      </a:lnTo>
                      <a:cubicBezTo>
                        <a:pt x="17" y="1092"/>
                        <a:pt x="17" y="974"/>
                        <a:pt x="33" y="809"/>
                      </a:cubicBezTo>
                      <a:lnTo>
                        <a:pt x="33" y="671"/>
                      </a:lnTo>
                      <a:lnTo>
                        <a:pt x="33" y="538"/>
                      </a:lnTo>
                      <a:lnTo>
                        <a:pt x="33" y="405"/>
                      </a:lnTo>
                      <a:lnTo>
                        <a:pt x="33" y="284"/>
                      </a:lnTo>
                      <a:cubicBezTo>
                        <a:pt x="17" y="251"/>
                        <a:pt x="17" y="219"/>
                        <a:pt x="17" y="183"/>
                      </a:cubicBezTo>
                      <a:lnTo>
                        <a:pt x="17" y="118"/>
                      </a:lnTo>
                      <a:lnTo>
                        <a:pt x="17" y="33"/>
                      </a:lnTo>
                      <a:cubicBezTo>
                        <a:pt x="17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1" name="Google Shape;6241;p71">
                  <a:extLst>
                    <a:ext uri="{FF2B5EF4-FFF2-40B4-BE49-F238E27FC236}">
                      <a16:creationId xmlns:a16="http://schemas.microsoft.com/office/drawing/2014/main" id="{4BF936E2-6FC9-7B83-66B7-925BD6E14C4C}"/>
                    </a:ext>
                  </a:extLst>
                </p:cNvPr>
                <p:cNvSpPr/>
                <p:nvPr/>
              </p:nvSpPr>
              <p:spPr>
                <a:xfrm>
                  <a:off x="3068277" y="1415576"/>
                  <a:ext cx="20064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70" extrusionOk="0">
                      <a:moveTo>
                        <a:pt x="16" y="0"/>
                      </a:moveTo>
                      <a:lnTo>
                        <a:pt x="16" y="17"/>
                      </a:lnTo>
                      <a:lnTo>
                        <a:pt x="0" y="17"/>
                      </a:lnTo>
                      <a:cubicBezTo>
                        <a:pt x="0" y="37"/>
                        <a:pt x="0" y="37"/>
                        <a:pt x="16" y="37"/>
                      </a:cubicBezTo>
                      <a:lnTo>
                        <a:pt x="154" y="37"/>
                      </a:lnTo>
                      <a:cubicBezTo>
                        <a:pt x="154" y="17"/>
                        <a:pt x="137" y="17"/>
                        <a:pt x="137" y="17"/>
                      </a:cubicBezTo>
                      <a:lnTo>
                        <a:pt x="101" y="17"/>
                      </a:lnTo>
                      <a:cubicBezTo>
                        <a:pt x="101" y="0"/>
                        <a:pt x="85" y="0"/>
                        <a:pt x="85" y="0"/>
                      </a:cubicBezTo>
                      <a:close/>
                      <a:moveTo>
                        <a:pt x="154" y="37"/>
                      </a:moveTo>
                      <a:lnTo>
                        <a:pt x="170" y="53"/>
                      </a:lnTo>
                      <a:lnTo>
                        <a:pt x="186" y="53"/>
                      </a:lnTo>
                      <a:lnTo>
                        <a:pt x="170" y="37"/>
                      </a:lnTo>
                      <a:close/>
                      <a:moveTo>
                        <a:pt x="186" y="53"/>
                      </a:moveTo>
                      <a:cubicBezTo>
                        <a:pt x="186" y="69"/>
                        <a:pt x="202" y="69"/>
                        <a:pt x="202" y="69"/>
                      </a:cubicBezTo>
                      <a:lnTo>
                        <a:pt x="186" y="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2" name="Google Shape;6242;p71">
                  <a:extLst>
                    <a:ext uri="{FF2B5EF4-FFF2-40B4-BE49-F238E27FC236}">
                      <a16:creationId xmlns:a16="http://schemas.microsoft.com/office/drawing/2014/main" id="{84349C80-4838-E11F-660D-6FFE5F558AE9}"/>
                    </a:ext>
                  </a:extLst>
                </p:cNvPr>
                <p:cNvSpPr/>
                <p:nvPr/>
              </p:nvSpPr>
              <p:spPr>
                <a:xfrm>
                  <a:off x="3066588" y="1308802"/>
                  <a:ext cx="20163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66" extrusionOk="0">
                      <a:moveTo>
                        <a:pt x="1" y="1"/>
                      </a:moveTo>
                      <a:lnTo>
                        <a:pt x="1" y="17"/>
                      </a:lnTo>
                      <a:cubicBezTo>
                        <a:pt x="1" y="17"/>
                        <a:pt x="17" y="33"/>
                        <a:pt x="53" y="33"/>
                      </a:cubicBezTo>
                      <a:cubicBezTo>
                        <a:pt x="70" y="49"/>
                        <a:pt x="118" y="49"/>
                        <a:pt x="154" y="65"/>
                      </a:cubicBezTo>
                      <a:lnTo>
                        <a:pt x="203" y="65"/>
                      </a:lnTo>
                      <a:cubicBezTo>
                        <a:pt x="203" y="65"/>
                        <a:pt x="187" y="65"/>
                        <a:pt x="154" y="49"/>
                      </a:cubicBezTo>
                      <a:cubicBezTo>
                        <a:pt x="118" y="33"/>
                        <a:pt x="86" y="17"/>
                        <a:pt x="53" y="17"/>
                      </a:cubicBezTo>
                      <a:cubicBezTo>
                        <a:pt x="17" y="17"/>
                        <a:pt x="17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3" name="Google Shape;6243;p71">
                  <a:extLst>
                    <a:ext uri="{FF2B5EF4-FFF2-40B4-BE49-F238E27FC236}">
                      <a16:creationId xmlns:a16="http://schemas.microsoft.com/office/drawing/2014/main" id="{2790E518-8585-D76C-7F48-4D70096466FE}"/>
                    </a:ext>
                  </a:extLst>
                </p:cNvPr>
                <p:cNvSpPr/>
                <p:nvPr/>
              </p:nvSpPr>
              <p:spPr>
                <a:xfrm>
                  <a:off x="3085063" y="1316847"/>
                  <a:ext cx="1689" cy="105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064" extrusionOk="0">
                      <a:moveTo>
                        <a:pt x="17" y="1"/>
                      </a:moveTo>
                      <a:cubicBezTo>
                        <a:pt x="1" y="1"/>
                        <a:pt x="1" y="1"/>
                        <a:pt x="1" y="37"/>
                      </a:cubicBezTo>
                      <a:lnTo>
                        <a:pt x="1" y="271"/>
                      </a:lnTo>
                      <a:cubicBezTo>
                        <a:pt x="1" y="574"/>
                        <a:pt x="17" y="1063"/>
                        <a:pt x="17" y="1063"/>
                      </a:cubicBezTo>
                      <a:lnTo>
                        <a:pt x="17" y="271"/>
                      </a:lnTo>
                      <a:lnTo>
                        <a:pt x="17" y="3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4" name="Google Shape;6244;p71">
                  <a:extLst>
                    <a:ext uri="{FF2B5EF4-FFF2-40B4-BE49-F238E27FC236}">
                      <a16:creationId xmlns:a16="http://schemas.microsoft.com/office/drawing/2014/main" id="{C237E7DE-279D-B8B3-B4D2-E2AAD04E478A}"/>
                    </a:ext>
                  </a:extLst>
                </p:cNvPr>
                <p:cNvSpPr/>
                <p:nvPr/>
              </p:nvSpPr>
              <p:spPr>
                <a:xfrm>
                  <a:off x="3091916" y="1318833"/>
                  <a:ext cx="6456" cy="90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10" extrusionOk="0">
                      <a:moveTo>
                        <a:pt x="33" y="1"/>
                      </a:moveTo>
                      <a:lnTo>
                        <a:pt x="33" y="17"/>
                      </a:lnTo>
                      <a:lnTo>
                        <a:pt x="33" y="102"/>
                      </a:lnTo>
                      <a:lnTo>
                        <a:pt x="33" y="183"/>
                      </a:lnTo>
                      <a:lnTo>
                        <a:pt x="33" y="267"/>
                      </a:lnTo>
                      <a:lnTo>
                        <a:pt x="33" y="336"/>
                      </a:lnTo>
                      <a:lnTo>
                        <a:pt x="33" y="405"/>
                      </a:lnTo>
                      <a:lnTo>
                        <a:pt x="33" y="522"/>
                      </a:lnTo>
                      <a:cubicBezTo>
                        <a:pt x="17" y="570"/>
                        <a:pt x="17" y="623"/>
                        <a:pt x="17" y="655"/>
                      </a:cubicBezTo>
                      <a:lnTo>
                        <a:pt x="17" y="789"/>
                      </a:lnTo>
                      <a:cubicBezTo>
                        <a:pt x="33" y="756"/>
                        <a:pt x="33" y="708"/>
                        <a:pt x="33" y="655"/>
                      </a:cubicBezTo>
                      <a:cubicBezTo>
                        <a:pt x="33" y="623"/>
                        <a:pt x="49" y="570"/>
                        <a:pt x="49" y="522"/>
                      </a:cubicBezTo>
                      <a:cubicBezTo>
                        <a:pt x="49" y="486"/>
                        <a:pt x="65" y="437"/>
                        <a:pt x="65" y="405"/>
                      </a:cubicBezTo>
                      <a:lnTo>
                        <a:pt x="65" y="336"/>
                      </a:lnTo>
                      <a:lnTo>
                        <a:pt x="65" y="267"/>
                      </a:lnTo>
                      <a:cubicBezTo>
                        <a:pt x="65" y="235"/>
                        <a:pt x="65" y="203"/>
                        <a:pt x="49" y="166"/>
                      </a:cubicBezTo>
                      <a:lnTo>
                        <a:pt x="49" y="102"/>
                      </a:lnTo>
                      <a:lnTo>
                        <a:pt x="49" y="49"/>
                      </a:lnTo>
                      <a:lnTo>
                        <a:pt x="49" y="17"/>
                      </a:lnTo>
                      <a:lnTo>
                        <a:pt x="49" y="1"/>
                      </a:lnTo>
                      <a:close/>
                      <a:moveTo>
                        <a:pt x="17" y="789"/>
                      </a:moveTo>
                      <a:cubicBezTo>
                        <a:pt x="0" y="825"/>
                        <a:pt x="0" y="873"/>
                        <a:pt x="17" y="910"/>
                      </a:cubicBezTo>
                      <a:lnTo>
                        <a:pt x="17" y="78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5" name="Google Shape;6245;p71">
                  <a:extLst>
                    <a:ext uri="{FF2B5EF4-FFF2-40B4-BE49-F238E27FC236}">
                      <a16:creationId xmlns:a16="http://schemas.microsoft.com/office/drawing/2014/main" id="{0DB2E6A3-46DF-03CE-0E8E-C35A836D8152}"/>
                    </a:ext>
                  </a:extLst>
                </p:cNvPr>
                <p:cNvSpPr/>
                <p:nvPr/>
              </p:nvSpPr>
              <p:spPr>
                <a:xfrm>
                  <a:off x="3095094" y="1424019"/>
                  <a:ext cx="18574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53" extrusionOk="0">
                      <a:moveTo>
                        <a:pt x="1" y="0"/>
                      </a:moveTo>
                      <a:lnTo>
                        <a:pt x="1" y="16"/>
                      </a:lnTo>
                      <a:lnTo>
                        <a:pt x="49" y="16"/>
                      </a:lnTo>
                      <a:cubicBezTo>
                        <a:pt x="69" y="33"/>
                        <a:pt x="85" y="33"/>
                        <a:pt x="102" y="33"/>
                      </a:cubicBezTo>
                      <a:lnTo>
                        <a:pt x="150" y="33"/>
                      </a:lnTo>
                      <a:lnTo>
                        <a:pt x="134" y="16"/>
                      </a:lnTo>
                      <a:lnTo>
                        <a:pt x="102" y="16"/>
                      </a:lnTo>
                      <a:cubicBezTo>
                        <a:pt x="102" y="0"/>
                        <a:pt x="85" y="0"/>
                        <a:pt x="85" y="0"/>
                      </a:cubicBezTo>
                      <a:close/>
                      <a:moveTo>
                        <a:pt x="150" y="33"/>
                      </a:moveTo>
                      <a:cubicBezTo>
                        <a:pt x="150" y="53"/>
                        <a:pt x="170" y="53"/>
                        <a:pt x="170" y="53"/>
                      </a:cubicBezTo>
                      <a:lnTo>
                        <a:pt x="186" y="53"/>
                      </a:lnTo>
                      <a:lnTo>
                        <a:pt x="170" y="3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6" name="Google Shape;6246;p71">
                  <a:extLst>
                    <a:ext uri="{FF2B5EF4-FFF2-40B4-BE49-F238E27FC236}">
                      <a16:creationId xmlns:a16="http://schemas.microsoft.com/office/drawing/2014/main" id="{9F0301F1-C996-6430-0EC1-31EFE5D09097}"/>
                    </a:ext>
                  </a:extLst>
                </p:cNvPr>
                <p:cNvSpPr/>
                <p:nvPr/>
              </p:nvSpPr>
              <p:spPr>
                <a:xfrm>
                  <a:off x="3096684" y="1316847"/>
                  <a:ext cx="15395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70" extrusionOk="0">
                      <a:moveTo>
                        <a:pt x="1" y="1"/>
                      </a:moveTo>
                      <a:lnTo>
                        <a:pt x="1" y="21"/>
                      </a:lnTo>
                      <a:cubicBezTo>
                        <a:pt x="1" y="21"/>
                        <a:pt x="17" y="37"/>
                        <a:pt x="33" y="37"/>
                      </a:cubicBezTo>
                      <a:cubicBezTo>
                        <a:pt x="53" y="37"/>
                        <a:pt x="69" y="53"/>
                        <a:pt x="69" y="53"/>
                      </a:cubicBezTo>
                      <a:lnTo>
                        <a:pt x="118" y="53"/>
                      </a:lnTo>
                      <a:cubicBezTo>
                        <a:pt x="102" y="37"/>
                        <a:pt x="102" y="37"/>
                        <a:pt x="86" y="37"/>
                      </a:cubicBezTo>
                      <a:cubicBezTo>
                        <a:pt x="69" y="21"/>
                        <a:pt x="53" y="21"/>
                        <a:pt x="33" y="21"/>
                      </a:cubicBezTo>
                      <a:cubicBezTo>
                        <a:pt x="17" y="21"/>
                        <a:pt x="1" y="1"/>
                        <a:pt x="1" y="1"/>
                      </a:cubicBezTo>
                      <a:close/>
                      <a:moveTo>
                        <a:pt x="118" y="53"/>
                      </a:moveTo>
                      <a:cubicBezTo>
                        <a:pt x="134" y="53"/>
                        <a:pt x="134" y="69"/>
                        <a:pt x="154" y="69"/>
                      </a:cubicBezTo>
                      <a:cubicBezTo>
                        <a:pt x="134" y="53"/>
                        <a:pt x="134" y="53"/>
                        <a:pt x="118" y="5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7" name="Google Shape;6247;p71">
                  <a:extLst>
                    <a:ext uri="{FF2B5EF4-FFF2-40B4-BE49-F238E27FC236}">
                      <a16:creationId xmlns:a16="http://schemas.microsoft.com/office/drawing/2014/main" id="{205FEEB8-7EEC-8C5A-4815-0A6BF0F11DF4}"/>
                    </a:ext>
                  </a:extLst>
                </p:cNvPr>
                <p:cNvSpPr/>
                <p:nvPr/>
              </p:nvSpPr>
              <p:spPr>
                <a:xfrm>
                  <a:off x="3109993" y="1324892"/>
                  <a:ext cx="5264" cy="10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51" extrusionOk="0">
                      <a:moveTo>
                        <a:pt x="34" y="0"/>
                      </a:moveTo>
                      <a:cubicBezTo>
                        <a:pt x="32" y="0"/>
                        <a:pt x="28" y="4"/>
                        <a:pt x="20" y="21"/>
                      </a:cubicBezTo>
                      <a:lnTo>
                        <a:pt x="20" y="57"/>
                      </a:lnTo>
                      <a:lnTo>
                        <a:pt x="20" y="105"/>
                      </a:lnTo>
                      <a:cubicBezTo>
                        <a:pt x="20" y="122"/>
                        <a:pt x="20" y="158"/>
                        <a:pt x="0" y="174"/>
                      </a:cubicBezTo>
                      <a:cubicBezTo>
                        <a:pt x="0" y="206"/>
                        <a:pt x="0" y="243"/>
                        <a:pt x="20" y="275"/>
                      </a:cubicBezTo>
                      <a:lnTo>
                        <a:pt x="20" y="392"/>
                      </a:lnTo>
                      <a:lnTo>
                        <a:pt x="20" y="509"/>
                      </a:lnTo>
                      <a:cubicBezTo>
                        <a:pt x="20" y="594"/>
                        <a:pt x="36" y="695"/>
                        <a:pt x="36" y="764"/>
                      </a:cubicBezTo>
                      <a:cubicBezTo>
                        <a:pt x="36" y="930"/>
                        <a:pt x="53" y="1051"/>
                        <a:pt x="53" y="1051"/>
                      </a:cubicBezTo>
                      <a:lnTo>
                        <a:pt x="53" y="764"/>
                      </a:lnTo>
                      <a:lnTo>
                        <a:pt x="53" y="509"/>
                      </a:lnTo>
                      <a:cubicBezTo>
                        <a:pt x="53" y="477"/>
                        <a:pt x="36" y="425"/>
                        <a:pt x="36" y="392"/>
                      </a:cubicBezTo>
                      <a:lnTo>
                        <a:pt x="36" y="275"/>
                      </a:lnTo>
                      <a:lnTo>
                        <a:pt x="36" y="105"/>
                      </a:lnTo>
                      <a:lnTo>
                        <a:pt x="36" y="57"/>
                      </a:lnTo>
                      <a:lnTo>
                        <a:pt x="36" y="21"/>
                      </a:lnTo>
                      <a:lnTo>
                        <a:pt x="36" y="4"/>
                      </a:lnTo>
                      <a:cubicBezTo>
                        <a:pt x="36" y="4"/>
                        <a:pt x="36" y="0"/>
                        <a:pt x="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8" name="Google Shape;6248;p71">
                  <a:extLst>
                    <a:ext uri="{FF2B5EF4-FFF2-40B4-BE49-F238E27FC236}">
                      <a16:creationId xmlns:a16="http://schemas.microsoft.com/office/drawing/2014/main" id="{A5C0D9E9-BE0B-0540-ADA5-2CA511E078C3}"/>
                    </a:ext>
                  </a:extLst>
                </p:cNvPr>
                <p:cNvSpPr/>
                <p:nvPr/>
              </p:nvSpPr>
              <p:spPr>
                <a:xfrm>
                  <a:off x="3122011" y="1326879"/>
                  <a:ext cx="1689" cy="103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047" extrusionOk="0">
                      <a:moveTo>
                        <a:pt x="16" y="1"/>
                      </a:moveTo>
                      <a:cubicBezTo>
                        <a:pt x="16" y="1"/>
                        <a:pt x="0" y="1"/>
                        <a:pt x="0" y="21"/>
                      </a:cubicBezTo>
                      <a:lnTo>
                        <a:pt x="0" y="102"/>
                      </a:lnTo>
                      <a:lnTo>
                        <a:pt x="0" y="271"/>
                      </a:lnTo>
                      <a:lnTo>
                        <a:pt x="0" y="1047"/>
                      </a:lnTo>
                      <a:cubicBezTo>
                        <a:pt x="0" y="1047"/>
                        <a:pt x="16" y="558"/>
                        <a:pt x="16" y="271"/>
                      </a:cubicBezTo>
                      <a:lnTo>
                        <a:pt x="16" y="102"/>
                      </a:lnTo>
                      <a:lnTo>
                        <a:pt x="16" y="21"/>
                      </a:ln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49" name="Google Shape;6249;p71">
                  <a:extLst>
                    <a:ext uri="{FF2B5EF4-FFF2-40B4-BE49-F238E27FC236}">
                      <a16:creationId xmlns:a16="http://schemas.microsoft.com/office/drawing/2014/main" id="{D794CA33-5E66-F892-75E0-63E8E5F40551}"/>
                    </a:ext>
                  </a:extLst>
                </p:cNvPr>
                <p:cNvSpPr/>
                <p:nvPr/>
              </p:nvSpPr>
              <p:spPr>
                <a:xfrm>
                  <a:off x="3123601" y="1326879"/>
                  <a:ext cx="16587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70" extrusionOk="0">
                      <a:moveTo>
                        <a:pt x="0" y="1"/>
                      </a:moveTo>
                      <a:lnTo>
                        <a:pt x="0" y="21"/>
                      </a:lnTo>
                      <a:lnTo>
                        <a:pt x="49" y="21"/>
                      </a:lnTo>
                      <a:cubicBezTo>
                        <a:pt x="65" y="37"/>
                        <a:pt x="101" y="37"/>
                        <a:pt x="134" y="53"/>
                      </a:cubicBezTo>
                      <a:lnTo>
                        <a:pt x="150" y="53"/>
                      </a:lnTo>
                      <a:lnTo>
                        <a:pt x="134" y="37"/>
                      </a:lnTo>
                      <a:cubicBezTo>
                        <a:pt x="118" y="21"/>
                        <a:pt x="85" y="21"/>
                        <a:pt x="49" y="1"/>
                      </a:cubicBezTo>
                      <a:close/>
                      <a:moveTo>
                        <a:pt x="150" y="53"/>
                      </a:moveTo>
                      <a:lnTo>
                        <a:pt x="166" y="69"/>
                      </a:lnTo>
                      <a:lnTo>
                        <a:pt x="166" y="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0" name="Google Shape;6250;p71">
                  <a:extLst>
                    <a:ext uri="{FF2B5EF4-FFF2-40B4-BE49-F238E27FC236}">
                      <a16:creationId xmlns:a16="http://schemas.microsoft.com/office/drawing/2014/main" id="{72C9B80D-779E-D1B8-6BC7-2EB80CC4F72E}"/>
                    </a:ext>
                  </a:extLst>
                </p:cNvPr>
                <p:cNvSpPr/>
                <p:nvPr/>
              </p:nvSpPr>
              <p:spPr>
                <a:xfrm>
                  <a:off x="3138400" y="1333732"/>
                  <a:ext cx="5364" cy="9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926" extrusionOk="0">
                      <a:moveTo>
                        <a:pt x="17" y="0"/>
                      </a:moveTo>
                      <a:lnTo>
                        <a:pt x="17" y="33"/>
                      </a:lnTo>
                      <a:lnTo>
                        <a:pt x="37" y="53"/>
                      </a:lnTo>
                      <a:lnTo>
                        <a:pt x="37" y="101"/>
                      </a:lnTo>
                      <a:lnTo>
                        <a:pt x="37" y="170"/>
                      </a:lnTo>
                      <a:cubicBezTo>
                        <a:pt x="17" y="202"/>
                        <a:pt x="17" y="218"/>
                        <a:pt x="17" y="255"/>
                      </a:cubicBezTo>
                      <a:lnTo>
                        <a:pt x="17" y="372"/>
                      </a:lnTo>
                      <a:cubicBezTo>
                        <a:pt x="17" y="404"/>
                        <a:pt x="1" y="457"/>
                        <a:pt x="17" y="489"/>
                      </a:cubicBezTo>
                      <a:lnTo>
                        <a:pt x="17" y="622"/>
                      </a:lnTo>
                      <a:lnTo>
                        <a:pt x="17" y="740"/>
                      </a:lnTo>
                      <a:lnTo>
                        <a:pt x="17" y="841"/>
                      </a:lnTo>
                      <a:lnTo>
                        <a:pt x="17" y="925"/>
                      </a:lnTo>
                      <a:cubicBezTo>
                        <a:pt x="17" y="909"/>
                        <a:pt x="17" y="877"/>
                        <a:pt x="37" y="841"/>
                      </a:cubicBezTo>
                      <a:lnTo>
                        <a:pt x="37" y="740"/>
                      </a:lnTo>
                      <a:lnTo>
                        <a:pt x="37" y="622"/>
                      </a:lnTo>
                      <a:lnTo>
                        <a:pt x="37" y="489"/>
                      </a:lnTo>
                      <a:lnTo>
                        <a:pt x="37" y="372"/>
                      </a:lnTo>
                      <a:cubicBezTo>
                        <a:pt x="37" y="336"/>
                        <a:pt x="53" y="303"/>
                        <a:pt x="53" y="271"/>
                      </a:cubicBezTo>
                      <a:lnTo>
                        <a:pt x="53" y="170"/>
                      </a:lnTo>
                      <a:lnTo>
                        <a:pt x="53" y="101"/>
                      </a:lnTo>
                      <a:lnTo>
                        <a:pt x="53" y="53"/>
                      </a:lnTo>
                      <a:lnTo>
                        <a:pt x="37" y="33"/>
                      </a:lnTo>
                      <a:cubicBezTo>
                        <a:pt x="37" y="0"/>
                        <a:pt x="3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1" name="Google Shape;6251;p71">
                  <a:extLst>
                    <a:ext uri="{FF2B5EF4-FFF2-40B4-BE49-F238E27FC236}">
                      <a16:creationId xmlns:a16="http://schemas.microsoft.com/office/drawing/2014/main" id="{53E08302-0684-B150-2B22-567623CBDD25}"/>
                    </a:ext>
                  </a:extLst>
                </p:cNvPr>
                <p:cNvSpPr/>
                <p:nvPr/>
              </p:nvSpPr>
              <p:spPr>
                <a:xfrm>
                  <a:off x="3120025" y="1427197"/>
                  <a:ext cx="18474" cy="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54" extrusionOk="0">
                      <a:moveTo>
                        <a:pt x="20" y="1"/>
                      </a:moveTo>
                      <a:cubicBezTo>
                        <a:pt x="0" y="1"/>
                        <a:pt x="36" y="21"/>
                        <a:pt x="36" y="21"/>
                      </a:cubicBezTo>
                      <a:lnTo>
                        <a:pt x="53" y="37"/>
                      </a:lnTo>
                      <a:lnTo>
                        <a:pt x="53" y="21"/>
                      </a:lnTo>
                      <a:cubicBezTo>
                        <a:pt x="53" y="29"/>
                        <a:pt x="53" y="29"/>
                        <a:pt x="55" y="29"/>
                      </a:cubicBezTo>
                      <a:cubicBezTo>
                        <a:pt x="57" y="29"/>
                        <a:pt x="61" y="29"/>
                        <a:pt x="69" y="37"/>
                      </a:cubicBezTo>
                      <a:lnTo>
                        <a:pt x="101" y="37"/>
                      </a:lnTo>
                      <a:cubicBezTo>
                        <a:pt x="121" y="37"/>
                        <a:pt x="137" y="53"/>
                        <a:pt x="154" y="53"/>
                      </a:cubicBezTo>
                      <a:lnTo>
                        <a:pt x="186" y="53"/>
                      </a:lnTo>
                      <a:cubicBezTo>
                        <a:pt x="170" y="53"/>
                        <a:pt x="170" y="37"/>
                        <a:pt x="154" y="37"/>
                      </a:cubicBezTo>
                      <a:cubicBezTo>
                        <a:pt x="137" y="21"/>
                        <a:pt x="121" y="21"/>
                        <a:pt x="121" y="21"/>
                      </a:cubicBezTo>
                      <a:cubicBezTo>
                        <a:pt x="101" y="1"/>
                        <a:pt x="101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2" name="Google Shape;6252;p71">
                  <a:extLst>
                    <a:ext uri="{FF2B5EF4-FFF2-40B4-BE49-F238E27FC236}">
                      <a16:creationId xmlns:a16="http://schemas.microsoft.com/office/drawing/2014/main" id="{4AB4EC1F-CC40-E9F2-979C-A4D768BC873D}"/>
                    </a:ext>
                  </a:extLst>
                </p:cNvPr>
                <p:cNvSpPr/>
                <p:nvPr/>
              </p:nvSpPr>
              <p:spPr>
                <a:xfrm>
                  <a:off x="2976302" y="1402068"/>
                  <a:ext cx="3377" cy="11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47" extrusionOk="0">
                      <a:moveTo>
                        <a:pt x="30" y="0"/>
                      </a:moveTo>
                      <a:cubicBezTo>
                        <a:pt x="27" y="0"/>
                        <a:pt x="24" y="3"/>
                        <a:pt x="17" y="3"/>
                      </a:cubicBezTo>
                      <a:lnTo>
                        <a:pt x="17" y="19"/>
                      </a:lnTo>
                      <a:lnTo>
                        <a:pt x="17" y="120"/>
                      </a:lnTo>
                      <a:cubicBezTo>
                        <a:pt x="1" y="153"/>
                        <a:pt x="1" y="221"/>
                        <a:pt x="1" y="290"/>
                      </a:cubicBezTo>
                      <a:lnTo>
                        <a:pt x="1" y="556"/>
                      </a:lnTo>
                      <a:cubicBezTo>
                        <a:pt x="1" y="657"/>
                        <a:pt x="17" y="758"/>
                        <a:pt x="17" y="843"/>
                      </a:cubicBezTo>
                      <a:cubicBezTo>
                        <a:pt x="17" y="1013"/>
                        <a:pt x="33" y="1146"/>
                        <a:pt x="33" y="1146"/>
                      </a:cubicBezTo>
                      <a:lnTo>
                        <a:pt x="33" y="843"/>
                      </a:lnTo>
                      <a:lnTo>
                        <a:pt x="33" y="556"/>
                      </a:lnTo>
                      <a:lnTo>
                        <a:pt x="33" y="290"/>
                      </a:lnTo>
                      <a:lnTo>
                        <a:pt x="33" y="120"/>
                      </a:lnTo>
                      <a:lnTo>
                        <a:pt x="33" y="35"/>
                      </a:lnTo>
                      <a:cubicBezTo>
                        <a:pt x="33" y="6"/>
                        <a:pt x="33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3" name="Google Shape;6253;p71">
                  <a:extLst>
                    <a:ext uri="{FF2B5EF4-FFF2-40B4-BE49-F238E27FC236}">
                      <a16:creationId xmlns:a16="http://schemas.microsoft.com/office/drawing/2014/main" id="{52AF8165-1ABB-34EB-2352-6627D7172C1E}"/>
                    </a:ext>
                  </a:extLst>
                </p:cNvPr>
                <p:cNvSpPr/>
                <p:nvPr/>
              </p:nvSpPr>
              <p:spPr>
                <a:xfrm>
                  <a:off x="2977990" y="1402366"/>
                  <a:ext cx="18474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49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16" y="16"/>
                      </a:lnTo>
                      <a:cubicBezTo>
                        <a:pt x="36" y="16"/>
                        <a:pt x="53" y="16"/>
                        <a:pt x="53" y="32"/>
                      </a:cubicBezTo>
                      <a:lnTo>
                        <a:pt x="101" y="32"/>
                      </a:lnTo>
                      <a:cubicBezTo>
                        <a:pt x="137" y="32"/>
                        <a:pt x="154" y="49"/>
                        <a:pt x="170" y="49"/>
                      </a:cubicBezTo>
                      <a:lnTo>
                        <a:pt x="186" y="49"/>
                      </a:lnTo>
                      <a:cubicBezTo>
                        <a:pt x="186" y="32"/>
                        <a:pt x="170" y="32"/>
                        <a:pt x="170" y="32"/>
                      </a:cubicBezTo>
                      <a:cubicBezTo>
                        <a:pt x="137" y="16"/>
                        <a:pt x="101" y="0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4" name="Google Shape;6254;p71">
                  <a:extLst>
                    <a:ext uri="{FF2B5EF4-FFF2-40B4-BE49-F238E27FC236}">
                      <a16:creationId xmlns:a16="http://schemas.microsoft.com/office/drawing/2014/main" id="{BDDF6566-5A5F-F9DC-7376-61D8B6EA4A96}"/>
                    </a:ext>
                  </a:extLst>
                </p:cNvPr>
                <p:cNvSpPr/>
                <p:nvPr/>
              </p:nvSpPr>
              <p:spPr>
                <a:xfrm>
                  <a:off x="2998054" y="1407133"/>
                  <a:ext cx="3675" cy="112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32" extrusionOk="0">
                      <a:moveTo>
                        <a:pt x="0" y="1"/>
                      </a:moveTo>
                      <a:lnTo>
                        <a:pt x="0" y="37"/>
                      </a:lnTo>
                      <a:lnTo>
                        <a:pt x="0" y="122"/>
                      </a:lnTo>
                      <a:lnTo>
                        <a:pt x="0" y="304"/>
                      </a:lnTo>
                      <a:cubicBezTo>
                        <a:pt x="0" y="372"/>
                        <a:pt x="0" y="473"/>
                        <a:pt x="16" y="558"/>
                      </a:cubicBezTo>
                      <a:lnTo>
                        <a:pt x="16" y="691"/>
                      </a:lnTo>
                      <a:lnTo>
                        <a:pt x="16" y="829"/>
                      </a:lnTo>
                      <a:lnTo>
                        <a:pt x="16" y="1132"/>
                      </a:lnTo>
                      <a:cubicBezTo>
                        <a:pt x="16" y="1132"/>
                        <a:pt x="16" y="994"/>
                        <a:pt x="36" y="829"/>
                      </a:cubicBezTo>
                      <a:lnTo>
                        <a:pt x="36" y="691"/>
                      </a:lnTo>
                      <a:lnTo>
                        <a:pt x="36" y="558"/>
                      </a:lnTo>
                      <a:lnTo>
                        <a:pt x="36" y="304"/>
                      </a:lnTo>
                      <a:cubicBezTo>
                        <a:pt x="16" y="223"/>
                        <a:pt x="16" y="170"/>
                        <a:pt x="16" y="122"/>
                      </a:cubicBezTo>
                      <a:lnTo>
                        <a:pt x="16" y="3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5" name="Google Shape;6255;p71">
                  <a:extLst>
                    <a:ext uri="{FF2B5EF4-FFF2-40B4-BE49-F238E27FC236}">
                      <a16:creationId xmlns:a16="http://schemas.microsoft.com/office/drawing/2014/main" id="{E800BB74-D589-96DC-3E55-2CE793D75100}"/>
                    </a:ext>
                  </a:extLst>
                </p:cNvPr>
                <p:cNvSpPr/>
                <p:nvPr/>
              </p:nvSpPr>
              <p:spPr>
                <a:xfrm>
                  <a:off x="2977990" y="1515894"/>
                  <a:ext cx="23739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53" extrusionOk="0">
                      <a:moveTo>
                        <a:pt x="0" y="0"/>
                      </a:moveTo>
                      <a:cubicBezTo>
                        <a:pt x="16" y="0"/>
                        <a:pt x="16" y="16"/>
                        <a:pt x="16" y="16"/>
                      </a:cubicBezTo>
                      <a:lnTo>
                        <a:pt x="53" y="16"/>
                      </a:lnTo>
                      <a:cubicBezTo>
                        <a:pt x="85" y="37"/>
                        <a:pt x="137" y="37"/>
                        <a:pt x="170" y="37"/>
                      </a:cubicBezTo>
                      <a:cubicBezTo>
                        <a:pt x="137" y="16"/>
                        <a:pt x="101" y="0"/>
                        <a:pt x="69" y="0"/>
                      </a:cubicBezTo>
                      <a:close/>
                      <a:moveTo>
                        <a:pt x="170" y="37"/>
                      </a:moveTo>
                      <a:cubicBezTo>
                        <a:pt x="202" y="53"/>
                        <a:pt x="238" y="53"/>
                        <a:pt x="238" y="53"/>
                      </a:cubicBezTo>
                      <a:cubicBezTo>
                        <a:pt x="238" y="53"/>
                        <a:pt x="202" y="37"/>
                        <a:pt x="170" y="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6" name="Google Shape;6256;p71">
                  <a:extLst>
                    <a:ext uri="{FF2B5EF4-FFF2-40B4-BE49-F238E27FC236}">
                      <a16:creationId xmlns:a16="http://schemas.microsoft.com/office/drawing/2014/main" id="{E53B07FC-A296-2CC1-A5DC-15530F60BB1F}"/>
                    </a:ext>
                  </a:extLst>
                </p:cNvPr>
                <p:cNvSpPr/>
                <p:nvPr/>
              </p:nvSpPr>
              <p:spPr>
                <a:xfrm>
                  <a:off x="3006397" y="1410709"/>
                  <a:ext cx="3377" cy="112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28" extrusionOk="0">
                      <a:moveTo>
                        <a:pt x="17" y="1"/>
                      </a:moveTo>
                      <a:cubicBezTo>
                        <a:pt x="17" y="1"/>
                        <a:pt x="1" y="1"/>
                        <a:pt x="1" y="33"/>
                      </a:cubicBezTo>
                      <a:lnTo>
                        <a:pt x="1" y="118"/>
                      </a:lnTo>
                      <a:lnTo>
                        <a:pt x="1" y="288"/>
                      </a:lnTo>
                      <a:lnTo>
                        <a:pt x="1" y="554"/>
                      </a:lnTo>
                      <a:lnTo>
                        <a:pt x="1" y="825"/>
                      </a:lnTo>
                      <a:cubicBezTo>
                        <a:pt x="17" y="873"/>
                        <a:pt x="17" y="910"/>
                        <a:pt x="17" y="942"/>
                      </a:cubicBezTo>
                      <a:lnTo>
                        <a:pt x="17" y="825"/>
                      </a:lnTo>
                      <a:lnTo>
                        <a:pt x="17" y="554"/>
                      </a:lnTo>
                      <a:lnTo>
                        <a:pt x="17" y="288"/>
                      </a:lnTo>
                      <a:lnTo>
                        <a:pt x="17" y="118"/>
                      </a:lnTo>
                      <a:lnTo>
                        <a:pt x="17" y="33"/>
                      </a:lnTo>
                      <a:lnTo>
                        <a:pt x="17" y="1"/>
                      </a:lnTo>
                      <a:close/>
                      <a:moveTo>
                        <a:pt x="17" y="942"/>
                      </a:moveTo>
                      <a:lnTo>
                        <a:pt x="17" y="1043"/>
                      </a:lnTo>
                      <a:cubicBezTo>
                        <a:pt x="33" y="1096"/>
                        <a:pt x="33" y="1128"/>
                        <a:pt x="33" y="1128"/>
                      </a:cubicBezTo>
                      <a:lnTo>
                        <a:pt x="33" y="1043"/>
                      </a:lnTo>
                      <a:cubicBezTo>
                        <a:pt x="33" y="1011"/>
                        <a:pt x="33" y="974"/>
                        <a:pt x="17" y="9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7" name="Google Shape;6257;p71">
                  <a:extLst>
                    <a:ext uri="{FF2B5EF4-FFF2-40B4-BE49-F238E27FC236}">
                      <a16:creationId xmlns:a16="http://schemas.microsoft.com/office/drawing/2014/main" id="{BF5E532D-5465-4CED-400C-E0B21B52B381}"/>
                    </a:ext>
                  </a:extLst>
                </p:cNvPr>
                <p:cNvSpPr/>
                <p:nvPr/>
              </p:nvSpPr>
              <p:spPr>
                <a:xfrm>
                  <a:off x="3008086" y="1410709"/>
                  <a:ext cx="20163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86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17"/>
                      </a:lnTo>
                      <a:cubicBezTo>
                        <a:pt x="36" y="17"/>
                        <a:pt x="53" y="17"/>
                        <a:pt x="53" y="33"/>
                      </a:cubicBezTo>
                      <a:cubicBezTo>
                        <a:pt x="69" y="33"/>
                        <a:pt x="85" y="33"/>
                        <a:pt x="117" y="49"/>
                      </a:cubicBezTo>
                      <a:lnTo>
                        <a:pt x="137" y="49"/>
                      </a:lnTo>
                      <a:cubicBezTo>
                        <a:pt x="154" y="49"/>
                        <a:pt x="154" y="66"/>
                        <a:pt x="170" y="66"/>
                      </a:cubicBezTo>
                      <a:cubicBezTo>
                        <a:pt x="170" y="66"/>
                        <a:pt x="186" y="66"/>
                        <a:pt x="186" y="86"/>
                      </a:cubicBezTo>
                      <a:lnTo>
                        <a:pt x="202" y="86"/>
                      </a:lnTo>
                      <a:lnTo>
                        <a:pt x="186" y="66"/>
                      </a:lnTo>
                      <a:lnTo>
                        <a:pt x="170" y="49"/>
                      </a:lnTo>
                      <a:cubicBezTo>
                        <a:pt x="170" y="49"/>
                        <a:pt x="154" y="49"/>
                        <a:pt x="154" y="33"/>
                      </a:cubicBezTo>
                      <a:cubicBezTo>
                        <a:pt x="137" y="33"/>
                        <a:pt x="137" y="33"/>
                        <a:pt x="117" y="17"/>
                      </a:cubicBezTo>
                      <a:cubicBezTo>
                        <a:pt x="101" y="17"/>
                        <a:pt x="85" y="1"/>
                        <a:pt x="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8" name="Google Shape;6258;p71">
                  <a:extLst>
                    <a:ext uri="{FF2B5EF4-FFF2-40B4-BE49-F238E27FC236}">
                      <a16:creationId xmlns:a16="http://schemas.microsoft.com/office/drawing/2014/main" id="{62A930D9-D01F-BF17-7B94-2F514DF5AB42}"/>
                    </a:ext>
                  </a:extLst>
                </p:cNvPr>
                <p:cNvSpPr/>
                <p:nvPr/>
              </p:nvSpPr>
              <p:spPr>
                <a:xfrm>
                  <a:off x="3026461" y="1417165"/>
                  <a:ext cx="3377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809" extrusionOk="0">
                      <a:moveTo>
                        <a:pt x="1" y="1"/>
                      </a:moveTo>
                      <a:lnTo>
                        <a:pt x="1" y="37"/>
                      </a:lnTo>
                      <a:lnTo>
                        <a:pt x="1" y="122"/>
                      </a:lnTo>
                      <a:lnTo>
                        <a:pt x="1" y="287"/>
                      </a:lnTo>
                      <a:cubicBezTo>
                        <a:pt x="17" y="441"/>
                        <a:pt x="17" y="643"/>
                        <a:pt x="33" y="808"/>
                      </a:cubicBezTo>
                      <a:lnTo>
                        <a:pt x="33" y="287"/>
                      </a:lnTo>
                      <a:cubicBezTo>
                        <a:pt x="33" y="223"/>
                        <a:pt x="33" y="154"/>
                        <a:pt x="17" y="122"/>
                      </a:cubicBezTo>
                      <a:lnTo>
                        <a:pt x="17" y="3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59" name="Google Shape;6259;p71">
                  <a:extLst>
                    <a:ext uri="{FF2B5EF4-FFF2-40B4-BE49-F238E27FC236}">
                      <a16:creationId xmlns:a16="http://schemas.microsoft.com/office/drawing/2014/main" id="{92C03AE7-F16B-28B3-AB3A-5EFDA1DBCA05}"/>
                    </a:ext>
                  </a:extLst>
                </p:cNvPr>
                <p:cNvSpPr/>
                <p:nvPr/>
              </p:nvSpPr>
              <p:spPr>
                <a:xfrm>
                  <a:off x="3009675" y="1519470"/>
                  <a:ext cx="18574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50" extrusionOk="0">
                      <a:moveTo>
                        <a:pt x="53" y="1"/>
                      </a:moveTo>
                      <a:cubicBezTo>
                        <a:pt x="37" y="1"/>
                        <a:pt x="20" y="17"/>
                        <a:pt x="0" y="17"/>
                      </a:cubicBezTo>
                      <a:lnTo>
                        <a:pt x="0" y="33"/>
                      </a:lnTo>
                      <a:lnTo>
                        <a:pt x="53" y="33"/>
                      </a:lnTo>
                      <a:cubicBezTo>
                        <a:pt x="85" y="33"/>
                        <a:pt x="121" y="33"/>
                        <a:pt x="154" y="49"/>
                      </a:cubicBezTo>
                      <a:lnTo>
                        <a:pt x="186" y="49"/>
                      </a:lnTo>
                      <a:lnTo>
                        <a:pt x="170" y="33"/>
                      </a:lnTo>
                      <a:lnTo>
                        <a:pt x="154" y="33"/>
                      </a:lnTo>
                      <a:cubicBezTo>
                        <a:pt x="121" y="17"/>
                        <a:pt x="85" y="17"/>
                        <a:pt x="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0" name="Google Shape;6260;p71">
                  <a:extLst>
                    <a:ext uri="{FF2B5EF4-FFF2-40B4-BE49-F238E27FC236}">
                      <a16:creationId xmlns:a16="http://schemas.microsoft.com/office/drawing/2014/main" id="{CD2B2E19-B091-AB36-6FFF-01512369FD91}"/>
                    </a:ext>
                  </a:extLst>
                </p:cNvPr>
                <p:cNvSpPr/>
                <p:nvPr/>
              </p:nvSpPr>
              <p:spPr>
                <a:xfrm>
                  <a:off x="3036493" y="1419152"/>
                  <a:ext cx="5364" cy="11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112" extrusionOk="0">
                      <a:moveTo>
                        <a:pt x="17" y="1"/>
                      </a:moveTo>
                      <a:lnTo>
                        <a:pt x="1" y="17"/>
                      </a:lnTo>
                      <a:lnTo>
                        <a:pt x="1" y="118"/>
                      </a:lnTo>
                      <a:lnTo>
                        <a:pt x="1" y="183"/>
                      </a:lnTo>
                      <a:cubicBezTo>
                        <a:pt x="17" y="219"/>
                        <a:pt x="17" y="251"/>
                        <a:pt x="17" y="284"/>
                      </a:cubicBezTo>
                      <a:lnTo>
                        <a:pt x="17" y="538"/>
                      </a:lnTo>
                      <a:cubicBezTo>
                        <a:pt x="17" y="639"/>
                        <a:pt x="33" y="724"/>
                        <a:pt x="33" y="809"/>
                      </a:cubicBezTo>
                      <a:lnTo>
                        <a:pt x="33" y="1112"/>
                      </a:lnTo>
                      <a:cubicBezTo>
                        <a:pt x="33" y="1112"/>
                        <a:pt x="33" y="974"/>
                        <a:pt x="53" y="809"/>
                      </a:cubicBezTo>
                      <a:lnTo>
                        <a:pt x="53" y="538"/>
                      </a:lnTo>
                      <a:lnTo>
                        <a:pt x="53" y="284"/>
                      </a:lnTo>
                      <a:cubicBezTo>
                        <a:pt x="53" y="251"/>
                        <a:pt x="33" y="203"/>
                        <a:pt x="33" y="183"/>
                      </a:cubicBezTo>
                      <a:lnTo>
                        <a:pt x="33" y="102"/>
                      </a:lnTo>
                      <a:cubicBezTo>
                        <a:pt x="17" y="65"/>
                        <a:pt x="17" y="49"/>
                        <a:pt x="17" y="33"/>
                      </a:cubicBez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1" name="Google Shape;6261;p71">
                  <a:extLst>
                    <a:ext uri="{FF2B5EF4-FFF2-40B4-BE49-F238E27FC236}">
                      <a16:creationId xmlns:a16="http://schemas.microsoft.com/office/drawing/2014/main" id="{EB774AE0-3ECA-6A81-4593-73B8E104AB5E}"/>
                    </a:ext>
                  </a:extLst>
                </p:cNvPr>
                <p:cNvSpPr/>
                <p:nvPr/>
              </p:nvSpPr>
              <p:spPr>
                <a:xfrm>
                  <a:off x="3039770" y="1525926"/>
                  <a:ext cx="16885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69" extrusionOk="0">
                      <a:moveTo>
                        <a:pt x="20" y="0"/>
                      </a:moveTo>
                      <a:lnTo>
                        <a:pt x="0" y="16"/>
                      </a:lnTo>
                      <a:lnTo>
                        <a:pt x="20" y="16"/>
                      </a:lnTo>
                      <a:cubicBezTo>
                        <a:pt x="20" y="16"/>
                        <a:pt x="37" y="37"/>
                        <a:pt x="53" y="37"/>
                      </a:cubicBezTo>
                      <a:lnTo>
                        <a:pt x="85" y="37"/>
                      </a:lnTo>
                      <a:cubicBezTo>
                        <a:pt x="101" y="37"/>
                        <a:pt x="121" y="37"/>
                        <a:pt x="138" y="53"/>
                      </a:cubicBezTo>
                      <a:lnTo>
                        <a:pt x="154" y="53"/>
                      </a:lnTo>
                      <a:cubicBezTo>
                        <a:pt x="154" y="37"/>
                        <a:pt x="138" y="37"/>
                        <a:pt x="138" y="37"/>
                      </a:cubicBezTo>
                      <a:cubicBezTo>
                        <a:pt x="121" y="37"/>
                        <a:pt x="101" y="16"/>
                        <a:pt x="101" y="16"/>
                      </a:cubicBezTo>
                      <a:cubicBezTo>
                        <a:pt x="85" y="16"/>
                        <a:pt x="69" y="0"/>
                        <a:pt x="53" y="0"/>
                      </a:cubicBezTo>
                      <a:close/>
                      <a:moveTo>
                        <a:pt x="154" y="53"/>
                      </a:moveTo>
                      <a:lnTo>
                        <a:pt x="170" y="69"/>
                      </a:lnTo>
                      <a:lnTo>
                        <a:pt x="170" y="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2" name="Google Shape;6262;p71">
                  <a:extLst>
                    <a:ext uri="{FF2B5EF4-FFF2-40B4-BE49-F238E27FC236}">
                      <a16:creationId xmlns:a16="http://schemas.microsoft.com/office/drawing/2014/main" id="{B8DEA5B8-C738-A0E5-F33F-55D44B4200B2}"/>
                    </a:ext>
                  </a:extLst>
                </p:cNvPr>
                <p:cNvSpPr/>
                <p:nvPr/>
              </p:nvSpPr>
              <p:spPr>
                <a:xfrm>
                  <a:off x="3038181" y="1419152"/>
                  <a:ext cx="13707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66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33"/>
                      </a:lnTo>
                      <a:lnTo>
                        <a:pt x="36" y="49"/>
                      </a:lnTo>
                      <a:lnTo>
                        <a:pt x="69" y="49"/>
                      </a:lnTo>
                      <a:cubicBezTo>
                        <a:pt x="85" y="65"/>
                        <a:pt x="85" y="65"/>
                        <a:pt x="101" y="65"/>
                      </a:cubicBezTo>
                      <a:lnTo>
                        <a:pt x="137" y="65"/>
                      </a:lnTo>
                      <a:cubicBezTo>
                        <a:pt x="137" y="65"/>
                        <a:pt x="117" y="49"/>
                        <a:pt x="101" y="49"/>
                      </a:cubicBezTo>
                      <a:cubicBezTo>
                        <a:pt x="101" y="49"/>
                        <a:pt x="85" y="49"/>
                        <a:pt x="69" y="33"/>
                      </a:cubicBezTo>
                      <a:lnTo>
                        <a:pt x="53" y="33"/>
                      </a:lnTo>
                      <a:lnTo>
                        <a:pt x="36" y="17"/>
                      </a:lnTo>
                      <a:cubicBezTo>
                        <a:pt x="16" y="17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3" name="Google Shape;6263;p71">
                  <a:extLst>
                    <a:ext uri="{FF2B5EF4-FFF2-40B4-BE49-F238E27FC236}">
                      <a16:creationId xmlns:a16="http://schemas.microsoft.com/office/drawing/2014/main" id="{67A218A2-CD08-7FC2-9EFA-E8D90F643F96}"/>
                    </a:ext>
                  </a:extLst>
                </p:cNvPr>
                <p:cNvSpPr/>
                <p:nvPr/>
              </p:nvSpPr>
              <p:spPr>
                <a:xfrm>
                  <a:off x="3053378" y="1425608"/>
                  <a:ext cx="6555" cy="11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1112" extrusionOk="0">
                      <a:moveTo>
                        <a:pt x="17" y="0"/>
                      </a:moveTo>
                      <a:cubicBezTo>
                        <a:pt x="17" y="0"/>
                        <a:pt x="17" y="17"/>
                        <a:pt x="1" y="37"/>
                      </a:cubicBezTo>
                      <a:lnTo>
                        <a:pt x="1" y="69"/>
                      </a:lnTo>
                      <a:lnTo>
                        <a:pt x="1" y="118"/>
                      </a:lnTo>
                      <a:cubicBezTo>
                        <a:pt x="1" y="138"/>
                        <a:pt x="1" y="170"/>
                        <a:pt x="17" y="186"/>
                      </a:cubicBezTo>
                      <a:lnTo>
                        <a:pt x="17" y="239"/>
                      </a:lnTo>
                      <a:lnTo>
                        <a:pt x="17" y="255"/>
                      </a:lnTo>
                      <a:lnTo>
                        <a:pt x="17" y="287"/>
                      </a:lnTo>
                      <a:cubicBezTo>
                        <a:pt x="33" y="441"/>
                        <a:pt x="33" y="643"/>
                        <a:pt x="49" y="808"/>
                      </a:cubicBezTo>
                      <a:lnTo>
                        <a:pt x="49" y="542"/>
                      </a:lnTo>
                      <a:lnTo>
                        <a:pt x="49" y="287"/>
                      </a:lnTo>
                      <a:lnTo>
                        <a:pt x="49" y="255"/>
                      </a:lnTo>
                      <a:lnTo>
                        <a:pt x="49" y="239"/>
                      </a:lnTo>
                      <a:cubicBezTo>
                        <a:pt x="49" y="219"/>
                        <a:pt x="49" y="202"/>
                        <a:pt x="33" y="186"/>
                      </a:cubicBezTo>
                      <a:lnTo>
                        <a:pt x="33" y="118"/>
                      </a:lnTo>
                      <a:cubicBezTo>
                        <a:pt x="17" y="101"/>
                        <a:pt x="17" y="85"/>
                        <a:pt x="17" y="69"/>
                      </a:cubicBezTo>
                      <a:lnTo>
                        <a:pt x="17" y="37"/>
                      </a:lnTo>
                      <a:lnTo>
                        <a:pt x="17" y="0"/>
                      </a:lnTo>
                      <a:close/>
                      <a:moveTo>
                        <a:pt x="49" y="808"/>
                      </a:moveTo>
                      <a:cubicBezTo>
                        <a:pt x="49" y="978"/>
                        <a:pt x="65" y="1111"/>
                        <a:pt x="65" y="1111"/>
                      </a:cubicBezTo>
                      <a:cubicBezTo>
                        <a:pt x="65" y="1111"/>
                        <a:pt x="65" y="978"/>
                        <a:pt x="49" y="80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4" name="Google Shape;6264;p71">
                  <a:extLst>
                    <a:ext uri="{FF2B5EF4-FFF2-40B4-BE49-F238E27FC236}">
                      <a16:creationId xmlns:a16="http://schemas.microsoft.com/office/drawing/2014/main" id="{93A6FA09-3D60-69AF-CBA3-2A581B797190}"/>
                    </a:ext>
                  </a:extLst>
                </p:cNvPr>
                <p:cNvSpPr/>
                <p:nvPr/>
              </p:nvSpPr>
              <p:spPr>
                <a:xfrm>
                  <a:off x="3064999" y="1425210"/>
                  <a:ext cx="4966" cy="95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66" extrusionOk="0">
                      <a:moveTo>
                        <a:pt x="19" y="0"/>
                      </a:moveTo>
                      <a:cubicBezTo>
                        <a:pt x="17" y="0"/>
                        <a:pt x="17" y="4"/>
                        <a:pt x="17" y="21"/>
                      </a:cubicBezTo>
                      <a:cubicBezTo>
                        <a:pt x="17" y="41"/>
                        <a:pt x="1" y="41"/>
                        <a:pt x="1" y="57"/>
                      </a:cubicBezTo>
                      <a:lnTo>
                        <a:pt x="1" y="105"/>
                      </a:lnTo>
                      <a:cubicBezTo>
                        <a:pt x="1" y="122"/>
                        <a:pt x="1" y="158"/>
                        <a:pt x="17" y="190"/>
                      </a:cubicBezTo>
                      <a:lnTo>
                        <a:pt x="17" y="275"/>
                      </a:lnTo>
                      <a:lnTo>
                        <a:pt x="17" y="525"/>
                      </a:lnTo>
                      <a:lnTo>
                        <a:pt x="17" y="663"/>
                      </a:lnTo>
                      <a:lnTo>
                        <a:pt x="17" y="796"/>
                      </a:lnTo>
                      <a:cubicBezTo>
                        <a:pt x="1" y="828"/>
                        <a:pt x="1" y="881"/>
                        <a:pt x="1" y="913"/>
                      </a:cubicBezTo>
                      <a:cubicBezTo>
                        <a:pt x="1" y="929"/>
                        <a:pt x="1" y="950"/>
                        <a:pt x="17" y="966"/>
                      </a:cubicBezTo>
                      <a:lnTo>
                        <a:pt x="17" y="913"/>
                      </a:lnTo>
                      <a:cubicBezTo>
                        <a:pt x="17" y="881"/>
                        <a:pt x="17" y="849"/>
                        <a:pt x="33" y="796"/>
                      </a:cubicBezTo>
                      <a:lnTo>
                        <a:pt x="33" y="663"/>
                      </a:lnTo>
                      <a:cubicBezTo>
                        <a:pt x="49" y="626"/>
                        <a:pt x="49" y="578"/>
                        <a:pt x="49" y="525"/>
                      </a:cubicBezTo>
                      <a:lnTo>
                        <a:pt x="49" y="275"/>
                      </a:lnTo>
                      <a:cubicBezTo>
                        <a:pt x="49" y="243"/>
                        <a:pt x="33" y="206"/>
                        <a:pt x="33" y="174"/>
                      </a:cubicBezTo>
                      <a:lnTo>
                        <a:pt x="33" y="105"/>
                      </a:lnTo>
                      <a:lnTo>
                        <a:pt x="33" y="57"/>
                      </a:lnTo>
                      <a:lnTo>
                        <a:pt x="33" y="21"/>
                      </a:lnTo>
                      <a:lnTo>
                        <a:pt x="33" y="4"/>
                      </a:lnTo>
                      <a:cubicBezTo>
                        <a:pt x="25" y="4"/>
                        <a:pt x="21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5" name="Google Shape;6265;p71">
                  <a:extLst>
                    <a:ext uri="{FF2B5EF4-FFF2-40B4-BE49-F238E27FC236}">
                      <a16:creationId xmlns:a16="http://schemas.microsoft.com/office/drawing/2014/main" id="{63B79C1C-B45A-8312-51B8-969C79B78583}"/>
                    </a:ext>
                  </a:extLst>
                </p:cNvPr>
                <p:cNvSpPr/>
                <p:nvPr/>
              </p:nvSpPr>
              <p:spPr>
                <a:xfrm>
                  <a:off x="3068277" y="1532680"/>
                  <a:ext cx="20064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70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17"/>
                      </a:lnTo>
                      <a:cubicBezTo>
                        <a:pt x="16" y="17"/>
                        <a:pt x="36" y="17"/>
                        <a:pt x="53" y="33"/>
                      </a:cubicBezTo>
                      <a:lnTo>
                        <a:pt x="101" y="33"/>
                      </a:lnTo>
                      <a:cubicBezTo>
                        <a:pt x="117" y="33"/>
                        <a:pt x="137" y="33"/>
                        <a:pt x="154" y="49"/>
                      </a:cubicBezTo>
                      <a:lnTo>
                        <a:pt x="186" y="49"/>
                      </a:lnTo>
                      <a:cubicBezTo>
                        <a:pt x="202" y="49"/>
                        <a:pt x="202" y="70"/>
                        <a:pt x="202" y="70"/>
                      </a:cubicBezTo>
                      <a:lnTo>
                        <a:pt x="202" y="49"/>
                      </a:lnTo>
                      <a:cubicBezTo>
                        <a:pt x="186" y="49"/>
                        <a:pt x="186" y="49"/>
                        <a:pt x="186" y="33"/>
                      </a:cubicBezTo>
                      <a:lnTo>
                        <a:pt x="154" y="33"/>
                      </a:lnTo>
                      <a:cubicBezTo>
                        <a:pt x="137" y="17"/>
                        <a:pt x="117" y="17"/>
                        <a:pt x="101" y="17"/>
                      </a:cubicBezTo>
                      <a:cubicBezTo>
                        <a:pt x="85" y="1"/>
                        <a:pt x="69" y="1"/>
                        <a:pt x="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6" name="Google Shape;6266;p71">
                  <a:extLst>
                    <a:ext uri="{FF2B5EF4-FFF2-40B4-BE49-F238E27FC236}">
                      <a16:creationId xmlns:a16="http://schemas.microsoft.com/office/drawing/2014/main" id="{F2E1E6DB-2332-883C-0813-EB17C4452D65}"/>
                    </a:ext>
                  </a:extLst>
                </p:cNvPr>
                <p:cNvSpPr/>
                <p:nvPr/>
              </p:nvSpPr>
              <p:spPr>
                <a:xfrm>
                  <a:off x="3066588" y="1425608"/>
                  <a:ext cx="18574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86" extrusionOk="0">
                      <a:moveTo>
                        <a:pt x="1" y="0"/>
                      </a:moveTo>
                      <a:lnTo>
                        <a:pt x="1" y="17"/>
                      </a:lnTo>
                      <a:lnTo>
                        <a:pt x="17" y="17"/>
                      </a:lnTo>
                      <a:cubicBezTo>
                        <a:pt x="17" y="37"/>
                        <a:pt x="33" y="37"/>
                        <a:pt x="53" y="37"/>
                      </a:cubicBezTo>
                      <a:cubicBezTo>
                        <a:pt x="70" y="53"/>
                        <a:pt x="102" y="53"/>
                        <a:pt x="134" y="69"/>
                      </a:cubicBezTo>
                      <a:cubicBezTo>
                        <a:pt x="171" y="69"/>
                        <a:pt x="187" y="85"/>
                        <a:pt x="187" y="85"/>
                      </a:cubicBezTo>
                      <a:cubicBezTo>
                        <a:pt x="187" y="85"/>
                        <a:pt x="171" y="69"/>
                        <a:pt x="134" y="53"/>
                      </a:cubicBezTo>
                      <a:cubicBezTo>
                        <a:pt x="118" y="37"/>
                        <a:pt x="86" y="17"/>
                        <a:pt x="53" y="17"/>
                      </a:cubicBezTo>
                      <a:cubicBezTo>
                        <a:pt x="53" y="0"/>
                        <a:pt x="33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7" name="Google Shape;6267;p71">
                  <a:extLst>
                    <a:ext uri="{FF2B5EF4-FFF2-40B4-BE49-F238E27FC236}">
                      <a16:creationId xmlns:a16="http://schemas.microsoft.com/office/drawing/2014/main" id="{C68E9430-8AEC-96F0-CA4F-3F517EAAE25D}"/>
                    </a:ext>
                  </a:extLst>
                </p:cNvPr>
                <p:cNvSpPr/>
                <p:nvPr/>
              </p:nvSpPr>
              <p:spPr>
                <a:xfrm>
                  <a:off x="3085063" y="1432461"/>
                  <a:ext cx="3278" cy="103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43" extrusionOk="0">
                      <a:moveTo>
                        <a:pt x="17" y="0"/>
                      </a:moveTo>
                      <a:cubicBezTo>
                        <a:pt x="1" y="0"/>
                        <a:pt x="1" y="0"/>
                        <a:pt x="1" y="32"/>
                      </a:cubicBezTo>
                      <a:lnTo>
                        <a:pt x="1" y="117"/>
                      </a:lnTo>
                      <a:lnTo>
                        <a:pt x="1" y="271"/>
                      </a:lnTo>
                      <a:cubicBezTo>
                        <a:pt x="1" y="420"/>
                        <a:pt x="17" y="606"/>
                        <a:pt x="17" y="755"/>
                      </a:cubicBezTo>
                      <a:cubicBezTo>
                        <a:pt x="33" y="925"/>
                        <a:pt x="33" y="1042"/>
                        <a:pt x="33" y="1042"/>
                      </a:cubicBezTo>
                      <a:lnTo>
                        <a:pt x="33" y="755"/>
                      </a:lnTo>
                      <a:lnTo>
                        <a:pt x="33" y="271"/>
                      </a:lnTo>
                      <a:cubicBezTo>
                        <a:pt x="33" y="202"/>
                        <a:pt x="33" y="150"/>
                        <a:pt x="17" y="117"/>
                      </a:cubicBezTo>
                      <a:lnTo>
                        <a:pt x="17" y="3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8" name="Google Shape;6268;p71">
                  <a:extLst>
                    <a:ext uri="{FF2B5EF4-FFF2-40B4-BE49-F238E27FC236}">
                      <a16:creationId xmlns:a16="http://schemas.microsoft.com/office/drawing/2014/main" id="{5AF25527-FDE2-04DD-05EA-51C9CF02B096}"/>
                    </a:ext>
                  </a:extLst>
                </p:cNvPr>
                <p:cNvSpPr/>
                <p:nvPr/>
              </p:nvSpPr>
              <p:spPr>
                <a:xfrm>
                  <a:off x="3091916" y="1432461"/>
                  <a:ext cx="6456" cy="108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1095" extrusionOk="0">
                      <a:moveTo>
                        <a:pt x="33" y="0"/>
                      </a:moveTo>
                      <a:lnTo>
                        <a:pt x="33" y="16"/>
                      </a:lnTo>
                      <a:lnTo>
                        <a:pt x="17" y="32"/>
                      </a:lnTo>
                      <a:lnTo>
                        <a:pt x="17" y="117"/>
                      </a:lnTo>
                      <a:cubicBezTo>
                        <a:pt x="0" y="150"/>
                        <a:pt x="17" y="218"/>
                        <a:pt x="17" y="287"/>
                      </a:cubicBezTo>
                      <a:cubicBezTo>
                        <a:pt x="17" y="372"/>
                        <a:pt x="33" y="452"/>
                        <a:pt x="33" y="537"/>
                      </a:cubicBezTo>
                      <a:lnTo>
                        <a:pt x="33" y="675"/>
                      </a:lnTo>
                      <a:cubicBezTo>
                        <a:pt x="49" y="723"/>
                        <a:pt x="49" y="755"/>
                        <a:pt x="49" y="808"/>
                      </a:cubicBezTo>
                      <a:lnTo>
                        <a:pt x="49" y="1095"/>
                      </a:lnTo>
                      <a:cubicBezTo>
                        <a:pt x="49" y="1095"/>
                        <a:pt x="49" y="978"/>
                        <a:pt x="65" y="808"/>
                      </a:cubicBezTo>
                      <a:lnTo>
                        <a:pt x="65" y="675"/>
                      </a:lnTo>
                      <a:lnTo>
                        <a:pt x="65" y="537"/>
                      </a:lnTo>
                      <a:cubicBezTo>
                        <a:pt x="49" y="452"/>
                        <a:pt x="49" y="351"/>
                        <a:pt x="49" y="287"/>
                      </a:cubicBezTo>
                      <a:cubicBezTo>
                        <a:pt x="33" y="202"/>
                        <a:pt x="33" y="150"/>
                        <a:pt x="33" y="117"/>
                      </a:cubicBezTo>
                      <a:lnTo>
                        <a:pt x="33" y="32"/>
                      </a:lnTo>
                      <a:cubicBezTo>
                        <a:pt x="49" y="32"/>
                        <a:pt x="49" y="16"/>
                        <a:pt x="49" y="16"/>
                      </a:cubicBez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69" name="Google Shape;6269;p71">
                  <a:extLst>
                    <a:ext uri="{FF2B5EF4-FFF2-40B4-BE49-F238E27FC236}">
                      <a16:creationId xmlns:a16="http://schemas.microsoft.com/office/drawing/2014/main" id="{3E483C4E-2AD4-734C-3D37-815C34A54B83}"/>
                    </a:ext>
                  </a:extLst>
                </p:cNvPr>
                <p:cNvSpPr/>
                <p:nvPr/>
              </p:nvSpPr>
              <p:spPr>
                <a:xfrm>
                  <a:off x="3096684" y="1537547"/>
                  <a:ext cx="15395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7" extrusionOk="0">
                      <a:moveTo>
                        <a:pt x="53" y="0"/>
                      </a:moveTo>
                      <a:cubicBezTo>
                        <a:pt x="17" y="0"/>
                        <a:pt x="17" y="0"/>
                        <a:pt x="1" y="21"/>
                      </a:cubicBezTo>
                      <a:lnTo>
                        <a:pt x="17" y="21"/>
                      </a:lnTo>
                      <a:cubicBezTo>
                        <a:pt x="33" y="37"/>
                        <a:pt x="33" y="37"/>
                        <a:pt x="53" y="37"/>
                      </a:cubicBezTo>
                      <a:lnTo>
                        <a:pt x="154" y="37"/>
                      </a:lnTo>
                      <a:cubicBezTo>
                        <a:pt x="134" y="37"/>
                        <a:pt x="134" y="21"/>
                        <a:pt x="118" y="21"/>
                      </a:cubicBezTo>
                      <a:cubicBezTo>
                        <a:pt x="102" y="21"/>
                        <a:pt x="69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0" name="Google Shape;6270;p71">
                  <a:extLst>
                    <a:ext uri="{FF2B5EF4-FFF2-40B4-BE49-F238E27FC236}">
                      <a16:creationId xmlns:a16="http://schemas.microsoft.com/office/drawing/2014/main" id="{DE0F4165-EAE2-FF72-DA6E-F71A07E74A52}"/>
                    </a:ext>
                  </a:extLst>
                </p:cNvPr>
                <p:cNvSpPr/>
                <p:nvPr/>
              </p:nvSpPr>
              <p:spPr>
                <a:xfrm>
                  <a:off x="3096684" y="1432859"/>
                  <a:ext cx="16985" cy="8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81" extrusionOk="0">
                      <a:moveTo>
                        <a:pt x="20" y="0"/>
                      </a:moveTo>
                      <a:cubicBezTo>
                        <a:pt x="13" y="0"/>
                        <a:pt x="9" y="4"/>
                        <a:pt x="1" y="12"/>
                      </a:cubicBezTo>
                      <a:cubicBezTo>
                        <a:pt x="1" y="28"/>
                        <a:pt x="17" y="28"/>
                        <a:pt x="33" y="28"/>
                      </a:cubicBezTo>
                      <a:cubicBezTo>
                        <a:pt x="69" y="45"/>
                        <a:pt x="102" y="45"/>
                        <a:pt x="118" y="65"/>
                      </a:cubicBezTo>
                      <a:lnTo>
                        <a:pt x="154" y="65"/>
                      </a:lnTo>
                      <a:lnTo>
                        <a:pt x="134" y="45"/>
                      </a:lnTo>
                      <a:cubicBezTo>
                        <a:pt x="102" y="28"/>
                        <a:pt x="69" y="12"/>
                        <a:pt x="53" y="12"/>
                      </a:cubicBezTo>
                      <a:cubicBezTo>
                        <a:pt x="35" y="4"/>
                        <a:pt x="26" y="0"/>
                        <a:pt x="20" y="0"/>
                      </a:cubicBezTo>
                      <a:close/>
                      <a:moveTo>
                        <a:pt x="154" y="65"/>
                      </a:moveTo>
                      <a:lnTo>
                        <a:pt x="170" y="81"/>
                      </a:lnTo>
                      <a:cubicBezTo>
                        <a:pt x="170" y="81"/>
                        <a:pt x="170" y="65"/>
                        <a:pt x="154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1" name="Google Shape;6271;p71">
                  <a:extLst>
                    <a:ext uri="{FF2B5EF4-FFF2-40B4-BE49-F238E27FC236}">
                      <a16:creationId xmlns:a16="http://schemas.microsoft.com/office/drawing/2014/main" id="{E9376FC2-94B8-7C37-912F-63C15EB82BE5}"/>
                    </a:ext>
                  </a:extLst>
                </p:cNvPr>
                <p:cNvSpPr/>
                <p:nvPr/>
              </p:nvSpPr>
              <p:spPr>
                <a:xfrm>
                  <a:off x="3111980" y="1440407"/>
                  <a:ext cx="3278" cy="10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31" extrusionOk="0">
                      <a:moveTo>
                        <a:pt x="14" y="1"/>
                      </a:moveTo>
                      <a:cubicBezTo>
                        <a:pt x="12" y="1"/>
                        <a:pt x="8" y="5"/>
                        <a:pt x="0" y="21"/>
                      </a:cubicBezTo>
                      <a:lnTo>
                        <a:pt x="0" y="106"/>
                      </a:lnTo>
                      <a:lnTo>
                        <a:pt x="0" y="255"/>
                      </a:lnTo>
                      <a:lnTo>
                        <a:pt x="0" y="510"/>
                      </a:lnTo>
                      <a:cubicBezTo>
                        <a:pt x="0" y="595"/>
                        <a:pt x="16" y="675"/>
                        <a:pt x="16" y="744"/>
                      </a:cubicBezTo>
                      <a:cubicBezTo>
                        <a:pt x="16" y="914"/>
                        <a:pt x="33" y="1031"/>
                        <a:pt x="33" y="1031"/>
                      </a:cubicBezTo>
                      <a:lnTo>
                        <a:pt x="33" y="744"/>
                      </a:lnTo>
                      <a:lnTo>
                        <a:pt x="33" y="510"/>
                      </a:lnTo>
                      <a:lnTo>
                        <a:pt x="33" y="255"/>
                      </a:lnTo>
                      <a:lnTo>
                        <a:pt x="33" y="106"/>
                      </a:lnTo>
                      <a:cubicBezTo>
                        <a:pt x="33" y="70"/>
                        <a:pt x="16" y="37"/>
                        <a:pt x="16" y="21"/>
                      </a:cubicBezTo>
                      <a:lnTo>
                        <a:pt x="16" y="5"/>
                      </a:lnTo>
                      <a:cubicBezTo>
                        <a:pt x="16" y="5"/>
                        <a:pt x="16" y="1"/>
                        <a:pt x="1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2" name="Google Shape;6272;p71">
                  <a:extLst>
                    <a:ext uri="{FF2B5EF4-FFF2-40B4-BE49-F238E27FC236}">
                      <a16:creationId xmlns:a16="http://schemas.microsoft.com/office/drawing/2014/main" id="{0076882D-4B03-0A74-2D0F-EC6D3DF96E21}"/>
                    </a:ext>
                  </a:extLst>
                </p:cNvPr>
                <p:cNvSpPr/>
                <p:nvPr/>
              </p:nvSpPr>
              <p:spPr>
                <a:xfrm>
                  <a:off x="3120025" y="1439215"/>
                  <a:ext cx="6853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060" extrusionOk="0">
                      <a:moveTo>
                        <a:pt x="36" y="1"/>
                      </a:moveTo>
                      <a:lnTo>
                        <a:pt x="36" y="33"/>
                      </a:lnTo>
                      <a:cubicBezTo>
                        <a:pt x="53" y="1"/>
                        <a:pt x="36" y="17"/>
                        <a:pt x="36" y="1"/>
                      </a:cubicBezTo>
                      <a:close/>
                      <a:moveTo>
                        <a:pt x="36" y="33"/>
                      </a:moveTo>
                      <a:cubicBezTo>
                        <a:pt x="20" y="33"/>
                        <a:pt x="20" y="49"/>
                        <a:pt x="20" y="65"/>
                      </a:cubicBezTo>
                      <a:lnTo>
                        <a:pt x="20" y="118"/>
                      </a:lnTo>
                      <a:cubicBezTo>
                        <a:pt x="0" y="150"/>
                        <a:pt x="0" y="203"/>
                        <a:pt x="0" y="283"/>
                      </a:cubicBezTo>
                      <a:cubicBezTo>
                        <a:pt x="0" y="320"/>
                        <a:pt x="0" y="368"/>
                        <a:pt x="20" y="405"/>
                      </a:cubicBezTo>
                      <a:lnTo>
                        <a:pt x="20" y="538"/>
                      </a:lnTo>
                      <a:cubicBezTo>
                        <a:pt x="36" y="570"/>
                        <a:pt x="36" y="623"/>
                        <a:pt x="36" y="671"/>
                      </a:cubicBezTo>
                      <a:cubicBezTo>
                        <a:pt x="36" y="708"/>
                        <a:pt x="53" y="756"/>
                        <a:pt x="53" y="788"/>
                      </a:cubicBezTo>
                      <a:lnTo>
                        <a:pt x="53" y="857"/>
                      </a:lnTo>
                      <a:cubicBezTo>
                        <a:pt x="53" y="841"/>
                        <a:pt x="69" y="809"/>
                        <a:pt x="69" y="788"/>
                      </a:cubicBezTo>
                      <a:cubicBezTo>
                        <a:pt x="69" y="756"/>
                        <a:pt x="53" y="708"/>
                        <a:pt x="53" y="671"/>
                      </a:cubicBezTo>
                      <a:lnTo>
                        <a:pt x="53" y="538"/>
                      </a:lnTo>
                      <a:cubicBezTo>
                        <a:pt x="36" y="485"/>
                        <a:pt x="36" y="437"/>
                        <a:pt x="36" y="405"/>
                      </a:cubicBezTo>
                      <a:lnTo>
                        <a:pt x="36" y="283"/>
                      </a:lnTo>
                      <a:lnTo>
                        <a:pt x="36" y="118"/>
                      </a:lnTo>
                      <a:lnTo>
                        <a:pt x="36" y="65"/>
                      </a:lnTo>
                      <a:lnTo>
                        <a:pt x="36" y="33"/>
                      </a:lnTo>
                      <a:close/>
                      <a:moveTo>
                        <a:pt x="53" y="958"/>
                      </a:moveTo>
                      <a:cubicBezTo>
                        <a:pt x="53" y="974"/>
                        <a:pt x="36" y="974"/>
                        <a:pt x="36" y="990"/>
                      </a:cubicBezTo>
                      <a:lnTo>
                        <a:pt x="36" y="1059"/>
                      </a:lnTo>
                      <a:cubicBezTo>
                        <a:pt x="36" y="1043"/>
                        <a:pt x="36" y="1027"/>
                        <a:pt x="53" y="990"/>
                      </a:cubicBezTo>
                      <a:lnTo>
                        <a:pt x="53" y="9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3" name="Google Shape;6273;p71">
                  <a:extLst>
                    <a:ext uri="{FF2B5EF4-FFF2-40B4-BE49-F238E27FC236}">
                      <a16:creationId xmlns:a16="http://schemas.microsoft.com/office/drawing/2014/main" id="{9062287F-EE50-B2B3-237C-17896386C20B}"/>
                    </a:ext>
                  </a:extLst>
                </p:cNvPr>
                <p:cNvSpPr/>
                <p:nvPr/>
              </p:nvSpPr>
              <p:spPr>
                <a:xfrm>
                  <a:off x="3122011" y="1542712"/>
                  <a:ext cx="16488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50" extrusionOk="0">
                      <a:moveTo>
                        <a:pt x="16" y="1"/>
                      </a:moveTo>
                      <a:cubicBezTo>
                        <a:pt x="16" y="17"/>
                        <a:pt x="16" y="17"/>
                        <a:pt x="0" y="17"/>
                      </a:cubicBezTo>
                      <a:lnTo>
                        <a:pt x="0" y="33"/>
                      </a:lnTo>
                      <a:lnTo>
                        <a:pt x="33" y="33"/>
                      </a:lnTo>
                      <a:cubicBezTo>
                        <a:pt x="33" y="17"/>
                        <a:pt x="33" y="17"/>
                        <a:pt x="49" y="17"/>
                      </a:cubicBezTo>
                      <a:cubicBezTo>
                        <a:pt x="81" y="17"/>
                        <a:pt x="101" y="33"/>
                        <a:pt x="134" y="33"/>
                      </a:cubicBezTo>
                      <a:cubicBezTo>
                        <a:pt x="150" y="33"/>
                        <a:pt x="150" y="49"/>
                        <a:pt x="166" y="49"/>
                      </a:cubicBezTo>
                      <a:cubicBezTo>
                        <a:pt x="166" y="33"/>
                        <a:pt x="150" y="33"/>
                        <a:pt x="134" y="17"/>
                      </a:cubicBezTo>
                      <a:cubicBezTo>
                        <a:pt x="117" y="17"/>
                        <a:pt x="81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4" name="Google Shape;6274;p71">
                  <a:extLst>
                    <a:ext uri="{FF2B5EF4-FFF2-40B4-BE49-F238E27FC236}">
                      <a16:creationId xmlns:a16="http://schemas.microsoft.com/office/drawing/2014/main" id="{0827624D-66AE-9471-6D61-74D17C30BC7B}"/>
                    </a:ext>
                  </a:extLst>
                </p:cNvPr>
                <p:cNvSpPr/>
                <p:nvPr/>
              </p:nvSpPr>
              <p:spPr>
                <a:xfrm>
                  <a:off x="3123601" y="1440805"/>
                  <a:ext cx="14899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4" extrusionOk="0">
                      <a:moveTo>
                        <a:pt x="0" y="1"/>
                      </a:moveTo>
                      <a:lnTo>
                        <a:pt x="0" y="17"/>
                      </a:lnTo>
                      <a:cubicBezTo>
                        <a:pt x="17" y="17"/>
                        <a:pt x="17" y="17"/>
                        <a:pt x="33" y="33"/>
                      </a:cubicBezTo>
                      <a:lnTo>
                        <a:pt x="150" y="33"/>
                      </a:lnTo>
                      <a:cubicBezTo>
                        <a:pt x="134" y="33"/>
                        <a:pt x="134" y="33"/>
                        <a:pt x="118" y="17"/>
                      </a:cubicBezTo>
                      <a:cubicBezTo>
                        <a:pt x="85" y="17"/>
                        <a:pt x="65" y="1"/>
                        <a:pt x="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5" name="Google Shape;6275;p71">
                  <a:extLst>
                    <a:ext uri="{FF2B5EF4-FFF2-40B4-BE49-F238E27FC236}">
                      <a16:creationId xmlns:a16="http://schemas.microsoft.com/office/drawing/2014/main" id="{BE0E94FB-98F4-F076-DF6B-55F493233E8E}"/>
                    </a:ext>
                  </a:extLst>
                </p:cNvPr>
                <p:cNvSpPr/>
                <p:nvPr/>
              </p:nvSpPr>
              <p:spPr>
                <a:xfrm>
                  <a:off x="3136811" y="1447261"/>
                  <a:ext cx="5364" cy="85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861" extrusionOk="0">
                      <a:moveTo>
                        <a:pt x="33" y="1"/>
                      </a:moveTo>
                      <a:cubicBezTo>
                        <a:pt x="17" y="1"/>
                        <a:pt x="17" y="1"/>
                        <a:pt x="17" y="21"/>
                      </a:cubicBezTo>
                      <a:lnTo>
                        <a:pt x="17" y="101"/>
                      </a:lnTo>
                      <a:lnTo>
                        <a:pt x="17" y="255"/>
                      </a:lnTo>
                      <a:lnTo>
                        <a:pt x="17" y="505"/>
                      </a:lnTo>
                      <a:cubicBezTo>
                        <a:pt x="17" y="542"/>
                        <a:pt x="17" y="590"/>
                        <a:pt x="1" y="627"/>
                      </a:cubicBezTo>
                      <a:lnTo>
                        <a:pt x="1" y="760"/>
                      </a:lnTo>
                      <a:cubicBezTo>
                        <a:pt x="1" y="792"/>
                        <a:pt x="1" y="829"/>
                        <a:pt x="17" y="861"/>
                      </a:cubicBezTo>
                      <a:lnTo>
                        <a:pt x="17" y="760"/>
                      </a:lnTo>
                      <a:cubicBezTo>
                        <a:pt x="17" y="707"/>
                        <a:pt x="17" y="675"/>
                        <a:pt x="33" y="627"/>
                      </a:cubicBezTo>
                      <a:lnTo>
                        <a:pt x="33" y="505"/>
                      </a:lnTo>
                      <a:lnTo>
                        <a:pt x="33" y="372"/>
                      </a:lnTo>
                      <a:lnTo>
                        <a:pt x="33" y="255"/>
                      </a:lnTo>
                      <a:cubicBezTo>
                        <a:pt x="53" y="186"/>
                        <a:pt x="53" y="138"/>
                        <a:pt x="33" y="101"/>
                      </a:cubicBezTo>
                      <a:lnTo>
                        <a:pt x="33" y="21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6" name="Google Shape;6276;p71">
                  <a:extLst>
                    <a:ext uri="{FF2B5EF4-FFF2-40B4-BE49-F238E27FC236}">
                      <a16:creationId xmlns:a16="http://schemas.microsoft.com/office/drawing/2014/main" id="{EA4744A4-FF16-54CB-F596-4CDCD216585E}"/>
                    </a:ext>
                  </a:extLst>
                </p:cNvPr>
                <p:cNvSpPr/>
                <p:nvPr/>
              </p:nvSpPr>
              <p:spPr>
                <a:xfrm>
                  <a:off x="2976302" y="1523940"/>
                  <a:ext cx="3377" cy="11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68" extrusionOk="0">
                      <a:moveTo>
                        <a:pt x="31" y="0"/>
                      </a:moveTo>
                      <a:cubicBezTo>
                        <a:pt x="29" y="0"/>
                        <a:pt x="25" y="4"/>
                        <a:pt x="17" y="20"/>
                      </a:cubicBezTo>
                      <a:cubicBezTo>
                        <a:pt x="17" y="36"/>
                        <a:pt x="1" y="73"/>
                        <a:pt x="1" y="121"/>
                      </a:cubicBezTo>
                      <a:cubicBezTo>
                        <a:pt x="1" y="158"/>
                        <a:pt x="17" y="222"/>
                        <a:pt x="1" y="307"/>
                      </a:cubicBezTo>
                      <a:lnTo>
                        <a:pt x="1" y="578"/>
                      </a:lnTo>
                      <a:cubicBezTo>
                        <a:pt x="1" y="626"/>
                        <a:pt x="1" y="663"/>
                        <a:pt x="17" y="711"/>
                      </a:cubicBezTo>
                      <a:lnTo>
                        <a:pt x="17" y="844"/>
                      </a:lnTo>
                      <a:cubicBezTo>
                        <a:pt x="33" y="1030"/>
                        <a:pt x="33" y="1168"/>
                        <a:pt x="33" y="1168"/>
                      </a:cubicBezTo>
                      <a:lnTo>
                        <a:pt x="33" y="844"/>
                      </a:lnTo>
                      <a:lnTo>
                        <a:pt x="33" y="711"/>
                      </a:lnTo>
                      <a:lnTo>
                        <a:pt x="33" y="578"/>
                      </a:lnTo>
                      <a:lnTo>
                        <a:pt x="33" y="307"/>
                      </a:lnTo>
                      <a:lnTo>
                        <a:pt x="33" y="190"/>
                      </a:lnTo>
                      <a:lnTo>
                        <a:pt x="33" y="121"/>
                      </a:lnTo>
                      <a:cubicBezTo>
                        <a:pt x="17" y="73"/>
                        <a:pt x="33" y="57"/>
                        <a:pt x="33" y="36"/>
                      </a:cubicBezTo>
                      <a:lnTo>
                        <a:pt x="33" y="4"/>
                      </a:lnTo>
                      <a:cubicBezTo>
                        <a:pt x="33" y="4"/>
                        <a:pt x="33" y="0"/>
                        <a:pt x="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7" name="Google Shape;6277;p71">
                  <a:extLst>
                    <a:ext uri="{FF2B5EF4-FFF2-40B4-BE49-F238E27FC236}">
                      <a16:creationId xmlns:a16="http://schemas.microsoft.com/office/drawing/2014/main" id="{29944205-6AE8-CE87-459F-CE836582B191}"/>
                    </a:ext>
                  </a:extLst>
                </p:cNvPr>
                <p:cNvSpPr/>
                <p:nvPr/>
              </p:nvSpPr>
              <p:spPr>
                <a:xfrm>
                  <a:off x="2979579" y="1636276"/>
                  <a:ext cx="20163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3" extrusionOk="0">
                      <a:moveTo>
                        <a:pt x="37" y="0"/>
                      </a:moveTo>
                      <a:lnTo>
                        <a:pt x="20" y="16"/>
                      </a:lnTo>
                      <a:lnTo>
                        <a:pt x="0" y="16"/>
                      </a:lnTo>
                      <a:lnTo>
                        <a:pt x="20" y="37"/>
                      </a:lnTo>
                      <a:lnTo>
                        <a:pt x="154" y="37"/>
                      </a:lnTo>
                      <a:cubicBezTo>
                        <a:pt x="154" y="53"/>
                        <a:pt x="170" y="53"/>
                        <a:pt x="170" y="53"/>
                      </a:cubicBezTo>
                      <a:lnTo>
                        <a:pt x="202" y="53"/>
                      </a:lnTo>
                      <a:cubicBezTo>
                        <a:pt x="202" y="37"/>
                        <a:pt x="186" y="37"/>
                        <a:pt x="186" y="37"/>
                      </a:cubicBezTo>
                      <a:cubicBezTo>
                        <a:pt x="170" y="37"/>
                        <a:pt x="170" y="16"/>
                        <a:pt x="154" y="16"/>
                      </a:cubicBezTo>
                      <a:lnTo>
                        <a:pt x="121" y="16"/>
                      </a:lnTo>
                      <a:cubicBezTo>
                        <a:pt x="121" y="16"/>
                        <a:pt x="101" y="16"/>
                        <a:pt x="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8" name="Google Shape;6278;p71">
                  <a:extLst>
                    <a:ext uri="{FF2B5EF4-FFF2-40B4-BE49-F238E27FC236}">
                      <a16:creationId xmlns:a16="http://schemas.microsoft.com/office/drawing/2014/main" id="{9B337BBC-F0E2-72FC-D605-C0EBCFDC6FE0}"/>
                    </a:ext>
                  </a:extLst>
                </p:cNvPr>
                <p:cNvSpPr/>
                <p:nvPr/>
              </p:nvSpPr>
              <p:spPr>
                <a:xfrm>
                  <a:off x="2977990" y="1522648"/>
                  <a:ext cx="20163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0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17"/>
                      </a:lnTo>
                      <a:cubicBezTo>
                        <a:pt x="36" y="17"/>
                        <a:pt x="36" y="33"/>
                        <a:pt x="53" y="33"/>
                      </a:cubicBezTo>
                      <a:lnTo>
                        <a:pt x="186" y="33"/>
                      </a:lnTo>
                      <a:cubicBezTo>
                        <a:pt x="170" y="33"/>
                        <a:pt x="170" y="33"/>
                        <a:pt x="170" y="17"/>
                      </a:cubicBezTo>
                      <a:cubicBezTo>
                        <a:pt x="137" y="17"/>
                        <a:pt x="85" y="1"/>
                        <a:pt x="53" y="1"/>
                      </a:cubicBezTo>
                      <a:close/>
                      <a:moveTo>
                        <a:pt x="186" y="33"/>
                      </a:moveTo>
                      <a:cubicBezTo>
                        <a:pt x="186" y="49"/>
                        <a:pt x="186" y="49"/>
                        <a:pt x="202" y="49"/>
                      </a:cubicBezTo>
                      <a:cubicBezTo>
                        <a:pt x="202" y="33"/>
                        <a:pt x="186" y="33"/>
                        <a:pt x="186" y="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79" name="Google Shape;6279;p71">
                  <a:extLst>
                    <a:ext uri="{FF2B5EF4-FFF2-40B4-BE49-F238E27FC236}">
                      <a16:creationId xmlns:a16="http://schemas.microsoft.com/office/drawing/2014/main" id="{23A16437-6B85-E514-C2BD-85F174C797C9}"/>
                    </a:ext>
                  </a:extLst>
                </p:cNvPr>
                <p:cNvSpPr/>
                <p:nvPr/>
              </p:nvSpPr>
              <p:spPr>
                <a:xfrm>
                  <a:off x="2998054" y="1529502"/>
                  <a:ext cx="5264" cy="102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027" extrusionOk="0">
                      <a:moveTo>
                        <a:pt x="16" y="1"/>
                      </a:moveTo>
                      <a:lnTo>
                        <a:pt x="16" y="17"/>
                      </a:lnTo>
                      <a:cubicBezTo>
                        <a:pt x="0" y="33"/>
                        <a:pt x="0" y="65"/>
                        <a:pt x="0" y="118"/>
                      </a:cubicBezTo>
                      <a:cubicBezTo>
                        <a:pt x="0" y="134"/>
                        <a:pt x="0" y="150"/>
                        <a:pt x="16" y="182"/>
                      </a:cubicBezTo>
                      <a:lnTo>
                        <a:pt x="16" y="283"/>
                      </a:lnTo>
                      <a:lnTo>
                        <a:pt x="16" y="554"/>
                      </a:lnTo>
                      <a:lnTo>
                        <a:pt x="16" y="687"/>
                      </a:lnTo>
                      <a:cubicBezTo>
                        <a:pt x="36" y="740"/>
                        <a:pt x="36" y="772"/>
                        <a:pt x="36" y="825"/>
                      </a:cubicBezTo>
                      <a:lnTo>
                        <a:pt x="36" y="942"/>
                      </a:lnTo>
                      <a:lnTo>
                        <a:pt x="36" y="990"/>
                      </a:lnTo>
                      <a:lnTo>
                        <a:pt x="36" y="1027"/>
                      </a:lnTo>
                      <a:cubicBezTo>
                        <a:pt x="36" y="1027"/>
                        <a:pt x="53" y="1011"/>
                        <a:pt x="53" y="990"/>
                      </a:cubicBezTo>
                      <a:lnTo>
                        <a:pt x="53" y="942"/>
                      </a:lnTo>
                      <a:lnTo>
                        <a:pt x="53" y="825"/>
                      </a:lnTo>
                      <a:lnTo>
                        <a:pt x="53" y="687"/>
                      </a:lnTo>
                      <a:cubicBezTo>
                        <a:pt x="53" y="639"/>
                        <a:pt x="36" y="586"/>
                        <a:pt x="36" y="554"/>
                      </a:cubicBezTo>
                      <a:cubicBezTo>
                        <a:pt x="53" y="453"/>
                        <a:pt x="53" y="368"/>
                        <a:pt x="53" y="283"/>
                      </a:cubicBezTo>
                      <a:cubicBezTo>
                        <a:pt x="53" y="251"/>
                        <a:pt x="53" y="219"/>
                        <a:pt x="36" y="182"/>
                      </a:cubicBezTo>
                      <a:lnTo>
                        <a:pt x="36" y="118"/>
                      </a:lnTo>
                      <a:lnTo>
                        <a:pt x="36" y="33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0" name="Google Shape;6280;p71">
                  <a:extLst>
                    <a:ext uri="{FF2B5EF4-FFF2-40B4-BE49-F238E27FC236}">
                      <a16:creationId xmlns:a16="http://schemas.microsoft.com/office/drawing/2014/main" id="{C3FD3407-4A8F-B725-5E08-C02D28A19C3F}"/>
                    </a:ext>
                  </a:extLst>
                </p:cNvPr>
                <p:cNvSpPr/>
                <p:nvPr/>
              </p:nvSpPr>
              <p:spPr>
                <a:xfrm>
                  <a:off x="3008086" y="1532680"/>
                  <a:ext cx="3675" cy="8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858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0" y="86"/>
                      </a:lnTo>
                      <a:lnTo>
                        <a:pt x="0" y="219"/>
                      </a:lnTo>
                      <a:lnTo>
                        <a:pt x="0" y="421"/>
                      </a:lnTo>
                      <a:lnTo>
                        <a:pt x="0" y="623"/>
                      </a:lnTo>
                      <a:cubicBezTo>
                        <a:pt x="0" y="655"/>
                        <a:pt x="16" y="692"/>
                        <a:pt x="16" y="724"/>
                      </a:cubicBezTo>
                      <a:lnTo>
                        <a:pt x="16" y="623"/>
                      </a:lnTo>
                      <a:lnTo>
                        <a:pt x="16" y="421"/>
                      </a:lnTo>
                      <a:cubicBezTo>
                        <a:pt x="16" y="352"/>
                        <a:pt x="36" y="272"/>
                        <a:pt x="36" y="219"/>
                      </a:cubicBezTo>
                      <a:cubicBezTo>
                        <a:pt x="36" y="150"/>
                        <a:pt x="36" y="118"/>
                        <a:pt x="16" y="86"/>
                      </a:cubicBezTo>
                      <a:lnTo>
                        <a:pt x="16" y="33"/>
                      </a:lnTo>
                      <a:lnTo>
                        <a:pt x="16" y="17"/>
                      </a:lnTo>
                      <a:lnTo>
                        <a:pt x="0" y="1"/>
                      </a:lnTo>
                      <a:close/>
                      <a:moveTo>
                        <a:pt x="16" y="793"/>
                      </a:moveTo>
                      <a:cubicBezTo>
                        <a:pt x="16" y="841"/>
                        <a:pt x="36" y="857"/>
                        <a:pt x="36" y="857"/>
                      </a:cubicBezTo>
                      <a:cubicBezTo>
                        <a:pt x="36" y="857"/>
                        <a:pt x="36" y="841"/>
                        <a:pt x="16" y="7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1" name="Google Shape;6281;p71">
                  <a:extLst>
                    <a:ext uri="{FF2B5EF4-FFF2-40B4-BE49-F238E27FC236}">
                      <a16:creationId xmlns:a16="http://schemas.microsoft.com/office/drawing/2014/main" id="{B64B87AD-645C-E464-FE49-86B4C8E6DAC2}"/>
                    </a:ext>
                  </a:extLst>
                </p:cNvPr>
                <p:cNvSpPr/>
                <p:nvPr/>
              </p:nvSpPr>
              <p:spPr>
                <a:xfrm>
                  <a:off x="3006397" y="1529502"/>
                  <a:ext cx="20163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0" extrusionOk="0">
                      <a:moveTo>
                        <a:pt x="17" y="1"/>
                      </a:moveTo>
                      <a:cubicBezTo>
                        <a:pt x="1" y="1"/>
                        <a:pt x="1" y="17"/>
                        <a:pt x="1" y="17"/>
                      </a:cubicBezTo>
                      <a:cubicBezTo>
                        <a:pt x="17" y="17"/>
                        <a:pt x="17" y="17"/>
                        <a:pt x="17" y="33"/>
                      </a:cubicBezTo>
                      <a:lnTo>
                        <a:pt x="53" y="33"/>
                      </a:lnTo>
                      <a:cubicBezTo>
                        <a:pt x="86" y="33"/>
                        <a:pt x="118" y="49"/>
                        <a:pt x="154" y="49"/>
                      </a:cubicBezTo>
                      <a:lnTo>
                        <a:pt x="203" y="49"/>
                      </a:lnTo>
                      <a:cubicBezTo>
                        <a:pt x="187" y="49"/>
                        <a:pt x="171" y="49"/>
                        <a:pt x="154" y="33"/>
                      </a:cubicBezTo>
                      <a:cubicBezTo>
                        <a:pt x="134" y="33"/>
                        <a:pt x="86" y="17"/>
                        <a:pt x="70" y="17"/>
                      </a:cubicBezTo>
                      <a:cubicBezTo>
                        <a:pt x="53" y="17"/>
                        <a:pt x="33" y="1"/>
                        <a:pt x="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2" name="Google Shape;6282;p71">
                  <a:extLst>
                    <a:ext uri="{FF2B5EF4-FFF2-40B4-BE49-F238E27FC236}">
                      <a16:creationId xmlns:a16="http://schemas.microsoft.com/office/drawing/2014/main" id="{9CD167CF-AC9F-6F2A-E0F7-C4DE60372EAF}"/>
                    </a:ext>
                  </a:extLst>
                </p:cNvPr>
                <p:cNvSpPr/>
                <p:nvPr/>
              </p:nvSpPr>
              <p:spPr>
                <a:xfrm>
                  <a:off x="3028149" y="1535958"/>
                  <a:ext cx="5264" cy="48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90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53"/>
                      </a:lnTo>
                      <a:cubicBezTo>
                        <a:pt x="0" y="53"/>
                        <a:pt x="16" y="69"/>
                        <a:pt x="16" y="85"/>
                      </a:cubicBezTo>
                      <a:lnTo>
                        <a:pt x="16" y="138"/>
                      </a:lnTo>
                      <a:lnTo>
                        <a:pt x="16" y="388"/>
                      </a:lnTo>
                      <a:lnTo>
                        <a:pt x="16" y="489"/>
                      </a:lnTo>
                      <a:cubicBezTo>
                        <a:pt x="16" y="457"/>
                        <a:pt x="16" y="420"/>
                        <a:pt x="36" y="388"/>
                      </a:cubicBezTo>
                      <a:cubicBezTo>
                        <a:pt x="36" y="303"/>
                        <a:pt x="53" y="202"/>
                        <a:pt x="53" y="117"/>
                      </a:cubicBezTo>
                      <a:cubicBezTo>
                        <a:pt x="36" y="85"/>
                        <a:pt x="36" y="53"/>
                        <a:pt x="36" y="37"/>
                      </a:cubicBezTo>
                      <a:lnTo>
                        <a:pt x="16" y="1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3" name="Google Shape;6283;p71">
                  <a:extLst>
                    <a:ext uri="{FF2B5EF4-FFF2-40B4-BE49-F238E27FC236}">
                      <a16:creationId xmlns:a16="http://schemas.microsoft.com/office/drawing/2014/main" id="{69109419-FA77-0EF2-4369-0EC6711206A7}"/>
                    </a:ext>
                  </a:extLst>
                </p:cNvPr>
                <p:cNvSpPr/>
                <p:nvPr/>
              </p:nvSpPr>
              <p:spPr>
                <a:xfrm>
                  <a:off x="3036493" y="1537547"/>
                  <a:ext cx="3377" cy="48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90" extrusionOk="0">
                      <a:moveTo>
                        <a:pt x="17" y="0"/>
                      </a:moveTo>
                      <a:lnTo>
                        <a:pt x="17" y="21"/>
                      </a:lnTo>
                      <a:lnTo>
                        <a:pt x="17" y="69"/>
                      </a:lnTo>
                      <a:cubicBezTo>
                        <a:pt x="1" y="85"/>
                        <a:pt x="1" y="101"/>
                        <a:pt x="1" y="154"/>
                      </a:cubicBezTo>
                      <a:lnTo>
                        <a:pt x="1" y="202"/>
                      </a:lnTo>
                      <a:lnTo>
                        <a:pt x="1" y="271"/>
                      </a:lnTo>
                      <a:lnTo>
                        <a:pt x="1" y="340"/>
                      </a:lnTo>
                      <a:lnTo>
                        <a:pt x="1" y="404"/>
                      </a:lnTo>
                      <a:lnTo>
                        <a:pt x="1" y="473"/>
                      </a:lnTo>
                      <a:lnTo>
                        <a:pt x="17" y="489"/>
                      </a:lnTo>
                      <a:lnTo>
                        <a:pt x="17" y="473"/>
                      </a:lnTo>
                      <a:lnTo>
                        <a:pt x="17" y="404"/>
                      </a:lnTo>
                      <a:lnTo>
                        <a:pt x="17" y="340"/>
                      </a:lnTo>
                      <a:lnTo>
                        <a:pt x="17" y="271"/>
                      </a:lnTo>
                      <a:lnTo>
                        <a:pt x="17" y="202"/>
                      </a:lnTo>
                      <a:lnTo>
                        <a:pt x="17" y="154"/>
                      </a:lnTo>
                      <a:cubicBezTo>
                        <a:pt x="33" y="122"/>
                        <a:pt x="33" y="85"/>
                        <a:pt x="33" y="69"/>
                      </a:cubicBezTo>
                      <a:lnTo>
                        <a:pt x="33" y="21"/>
                      </a:lnTo>
                      <a:cubicBezTo>
                        <a:pt x="33" y="0"/>
                        <a:pt x="33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4" name="Google Shape;6284;p71">
                  <a:extLst>
                    <a:ext uri="{FF2B5EF4-FFF2-40B4-BE49-F238E27FC236}">
                      <a16:creationId xmlns:a16="http://schemas.microsoft.com/office/drawing/2014/main" id="{63725AAF-3891-025F-9ED6-3547CA2CF62F}"/>
                    </a:ext>
                  </a:extLst>
                </p:cNvPr>
                <p:cNvSpPr/>
                <p:nvPr/>
              </p:nvSpPr>
              <p:spPr>
                <a:xfrm>
                  <a:off x="3038181" y="1535958"/>
                  <a:ext cx="20163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3" extrusionOk="0">
                      <a:moveTo>
                        <a:pt x="0" y="0"/>
                      </a:moveTo>
                      <a:cubicBezTo>
                        <a:pt x="0" y="16"/>
                        <a:pt x="0" y="16"/>
                        <a:pt x="53" y="37"/>
                      </a:cubicBezTo>
                      <a:lnTo>
                        <a:pt x="101" y="37"/>
                      </a:lnTo>
                      <a:cubicBezTo>
                        <a:pt x="117" y="37"/>
                        <a:pt x="137" y="53"/>
                        <a:pt x="137" y="53"/>
                      </a:cubicBezTo>
                      <a:lnTo>
                        <a:pt x="202" y="53"/>
                      </a:lnTo>
                      <a:cubicBezTo>
                        <a:pt x="202" y="53"/>
                        <a:pt x="170" y="37"/>
                        <a:pt x="154" y="37"/>
                      </a:cubicBezTo>
                      <a:cubicBezTo>
                        <a:pt x="137" y="37"/>
                        <a:pt x="117" y="16"/>
                        <a:pt x="101" y="16"/>
                      </a:cubicBezTo>
                      <a:cubicBezTo>
                        <a:pt x="85" y="16"/>
                        <a:pt x="69" y="16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5" name="Google Shape;6285;p71">
                  <a:extLst>
                    <a:ext uri="{FF2B5EF4-FFF2-40B4-BE49-F238E27FC236}">
                      <a16:creationId xmlns:a16="http://schemas.microsoft.com/office/drawing/2014/main" id="{9A4643A4-B7EA-25A8-0FF9-6B4EF6BB756F}"/>
                    </a:ext>
                  </a:extLst>
                </p:cNvPr>
                <p:cNvSpPr/>
                <p:nvPr/>
              </p:nvSpPr>
              <p:spPr>
                <a:xfrm>
                  <a:off x="3056556" y="1541123"/>
                  <a:ext cx="3377" cy="45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54" extrusionOk="0">
                      <a:moveTo>
                        <a:pt x="17" y="1"/>
                      </a:moveTo>
                      <a:cubicBezTo>
                        <a:pt x="17" y="1"/>
                        <a:pt x="1" y="1"/>
                        <a:pt x="1" y="17"/>
                      </a:cubicBezTo>
                      <a:lnTo>
                        <a:pt x="1" y="49"/>
                      </a:lnTo>
                      <a:lnTo>
                        <a:pt x="1" y="118"/>
                      </a:lnTo>
                      <a:lnTo>
                        <a:pt x="1" y="235"/>
                      </a:lnTo>
                      <a:cubicBezTo>
                        <a:pt x="1" y="267"/>
                        <a:pt x="1" y="320"/>
                        <a:pt x="17" y="352"/>
                      </a:cubicBezTo>
                      <a:lnTo>
                        <a:pt x="17" y="235"/>
                      </a:lnTo>
                      <a:lnTo>
                        <a:pt x="17" y="118"/>
                      </a:lnTo>
                      <a:lnTo>
                        <a:pt x="17" y="1"/>
                      </a:lnTo>
                      <a:close/>
                      <a:moveTo>
                        <a:pt x="17" y="352"/>
                      </a:moveTo>
                      <a:lnTo>
                        <a:pt x="17" y="405"/>
                      </a:lnTo>
                      <a:cubicBezTo>
                        <a:pt x="17" y="421"/>
                        <a:pt x="17" y="437"/>
                        <a:pt x="33" y="453"/>
                      </a:cubicBezTo>
                      <a:lnTo>
                        <a:pt x="33" y="437"/>
                      </a:lnTo>
                      <a:lnTo>
                        <a:pt x="33" y="405"/>
                      </a:lnTo>
                      <a:cubicBezTo>
                        <a:pt x="33" y="389"/>
                        <a:pt x="17" y="368"/>
                        <a:pt x="17" y="35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6" name="Google Shape;6286;p71">
                  <a:extLst>
                    <a:ext uri="{FF2B5EF4-FFF2-40B4-BE49-F238E27FC236}">
                      <a16:creationId xmlns:a16="http://schemas.microsoft.com/office/drawing/2014/main" id="{671639D5-AF53-C31A-888B-614A53F4CE15}"/>
                    </a:ext>
                  </a:extLst>
                </p:cNvPr>
                <p:cNvSpPr/>
                <p:nvPr/>
              </p:nvSpPr>
              <p:spPr>
                <a:xfrm>
                  <a:off x="3066588" y="1544400"/>
                  <a:ext cx="3377" cy="45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57" extrusionOk="0">
                      <a:moveTo>
                        <a:pt x="17" y="0"/>
                      </a:moveTo>
                      <a:lnTo>
                        <a:pt x="17" y="16"/>
                      </a:lnTo>
                      <a:cubicBezTo>
                        <a:pt x="1" y="32"/>
                        <a:pt x="1" y="53"/>
                        <a:pt x="1" y="117"/>
                      </a:cubicBezTo>
                      <a:lnTo>
                        <a:pt x="1" y="218"/>
                      </a:lnTo>
                      <a:cubicBezTo>
                        <a:pt x="1" y="255"/>
                        <a:pt x="17" y="303"/>
                        <a:pt x="17" y="335"/>
                      </a:cubicBezTo>
                      <a:lnTo>
                        <a:pt x="17" y="388"/>
                      </a:lnTo>
                      <a:lnTo>
                        <a:pt x="17" y="420"/>
                      </a:lnTo>
                      <a:cubicBezTo>
                        <a:pt x="33" y="436"/>
                        <a:pt x="33" y="457"/>
                        <a:pt x="33" y="457"/>
                      </a:cubicBezTo>
                      <a:lnTo>
                        <a:pt x="33" y="420"/>
                      </a:lnTo>
                      <a:lnTo>
                        <a:pt x="33" y="388"/>
                      </a:lnTo>
                      <a:lnTo>
                        <a:pt x="33" y="335"/>
                      </a:lnTo>
                      <a:lnTo>
                        <a:pt x="33" y="218"/>
                      </a:lnTo>
                      <a:lnTo>
                        <a:pt x="33" y="117"/>
                      </a:lnTo>
                      <a:lnTo>
                        <a:pt x="33" y="1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7" name="Google Shape;6287;p71">
                  <a:extLst>
                    <a:ext uri="{FF2B5EF4-FFF2-40B4-BE49-F238E27FC236}">
                      <a16:creationId xmlns:a16="http://schemas.microsoft.com/office/drawing/2014/main" id="{04545C03-D51A-2AAA-9C9B-F77F7C8F5A9D}"/>
                    </a:ext>
                  </a:extLst>
                </p:cNvPr>
                <p:cNvSpPr/>
                <p:nvPr/>
              </p:nvSpPr>
              <p:spPr>
                <a:xfrm>
                  <a:off x="3068277" y="1542712"/>
                  <a:ext cx="18474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70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16" y="17"/>
                      </a:lnTo>
                      <a:cubicBezTo>
                        <a:pt x="16" y="17"/>
                        <a:pt x="36" y="33"/>
                        <a:pt x="53" y="33"/>
                      </a:cubicBezTo>
                      <a:lnTo>
                        <a:pt x="69" y="33"/>
                      </a:lnTo>
                      <a:cubicBezTo>
                        <a:pt x="69" y="33"/>
                        <a:pt x="85" y="33"/>
                        <a:pt x="85" y="49"/>
                      </a:cubicBezTo>
                      <a:lnTo>
                        <a:pt x="137" y="49"/>
                      </a:lnTo>
                      <a:cubicBezTo>
                        <a:pt x="170" y="70"/>
                        <a:pt x="186" y="70"/>
                        <a:pt x="186" y="70"/>
                      </a:cubicBezTo>
                      <a:cubicBezTo>
                        <a:pt x="186" y="70"/>
                        <a:pt x="170" y="49"/>
                        <a:pt x="154" y="49"/>
                      </a:cubicBezTo>
                      <a:cubicBezTo>
                        <a:pt x="137" y="33"/>
                        <a:pt x="117" y="33"/>
                        <a:pt x="101" y="17"/>
                      </a:cubicBezTo>
                      <a:cubicBezTo>
                        <a:pt x="85" y="17"/>
                        <a:pt x="85" y="17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8" name="Google Shape;6288;p71">
                  <a:extLst>
                    <a:ext uri="{FF2B5EF4-FFF2-40B4-BE49-F238E27FC236}">
                      <a16:creationId xmlns:a16="http://schemas.microsoft.com/office/drawing/2014/main" id="{3B4ED1FF-DA6A-A7A5-323E-CA033D5DD0A4}"/>
                    </a:ext>
                  </a:extLst>
                </p:cNvPr>
                <p:cNvSpPr/>
                <p:nvPr/>
              </p:nvSpPr>
              <p:spPr>
                <a:xfrm>
                  <a:off x="3085063" y="1549565"/>
                  <a:ext cx="3278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36" extrusionOk="0">
                      <a:moveTo>
                        <a:pt x="17" y="1"/>
                      </a:moveTo>
                      <a:cubicBezTo>
                        <a:pt x="1" y="1"/>
                        <a:pt x="1" y="1"/>
                        <a:pt x="1" y="17"/>
                      </a:cubicBezTo>
                      <a:lnTo>
                        <a:pt x="1" y="33"/>
                      </a:lnTo>
                      <a:lnTo>
                        <a:pt x="1" y="102"/>
                      </a:lnTo>
                      <a:lnTo>
                        <a:pt x="1" y="203"/>
                      </a:lnTo>
                      <a:cubicBezTo>
                        <a:pt x="1" y="235"/>
                        <a:pt x="17" y="267"/>
                        <a:pt x="17" y="304"/>
                      </a:cubicBezTo>
                      <a:lnTo>
                        <a:pt x="17" y="336"/>
                      </a:lnTo>
                      <a:cubicBezTo>
                        <a:pt x="17" y="336"/>
                        <a:pt x="17" y="320"/>
                        <a:pt x="33" y="304"/>
                      </a:cubicBezTo>
                      <a:lnTo>
                        <a:pt x="33" y="203"/>
                      </a:lnTo>
                      <a:lnTo>
                        <a:pt x="33" y="102"/>
                      </a:lnTo>
                      <a:cubicBezTo>
                        <a:pt x="17" y="81"/>
                        <a:pt x="17" y="49"/>
                        <a:pt x="17" y="33"/>
                      </a:cubicBezTo>
                      <a:lnTo>
                        <a:pt x="17" y="1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89" name="Google Shape;6289;p71">
                  <a:extLst>
                    <a:ext uri="{FF2B5EF4-FFF2-40B4-BE49-F238E27FC236}">
                      <a16:creationId xmlns:a16="http://schemas.microsoft.com/office/drawing/2014/main" id="{44E6805C-42E7-F519-39A6-B9E52B8820C3}"/>
                    </a:ext>
                  </a:extLst>
                </p:cNvPr>
                <p:cNvSpPr/>
                <p:nvPr/>
              </p:nvSpPr>
              <p:spPr>
                <a:xfrm>
                  <a:off x="3095094" y="1549565"/>
                  <a:ext cx="1689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405" extrusionOk="0">
                      <a:moveTo>
                        <a:pt x="1" y="1"/>
                      </a:moveTo>
                      <a:lnTo>
                        <a:pt x="1" y="17"/>
                      </a:lnTo>
                      <a:lnTo>
                        <a:pt x="1" y="102"/>
                      </a:lnTo>
                      <a:lnTo>
                        <a:pt x="1" y="283"/>
                      </a:lnTo>
                      <a:lnTo>
                        <a:pt x="1" y="405"/>
                      </a:lnTo>
                      <a:cubicBezTo>
                        <a:pt x="1" y="405"/>
                        <a:pt x="17" y="352"/>
                        <a:pt x="17" y="283"/>
                      </a:cubicBezTo>
                      <a:lnTo>
                        <a:pt x="17" y="102"/>
                      </a:lnTo>
                      <a:lnTo>
                        <a:pt x="17" y="1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0" name="Google Shape;6290;p71">
                  <a:extLst>
                    <a:ext uri="{FF2B5EF4-FFF2-40B4-BE49-F238E27FC236}">
                      <a16:creationId xmlns:a16="http://schemas.microsoft.com/office/drawing/2014/main" id="{950B14DA-4384-0305-57BE-383B04C2783F}"/>
                    </a:ext>
                  </a:extLst>
                </p:cNvPr>
                <p:cNvSpPr/>
                <p:nvPr/>
              </p:nvSpPr>
              <p:spPr>
                <a:xfrm>
                  <a:off x="3095094" y="1547579"/>
                  <a:ext cx="20163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3" extrusionOk="0">
                      <a:moveTo>
                        <a:pt x="33" y="0"/>
                      </a:moveTo>
                      <a:lnTo>
                        <a:pt x="17" y="21"/>
                      </a:lnTo>
                      <a:lnTo>
                        <a:pt x="1" y="21"/>
                      </a:lnTo>
                      <a:lnTo>
                        <a:pt x="1" y="37"/>
                      </a:lnTo>
                      <a:lnTo>
                        <a:pt x="49" y="37"/>
                      </a:lnTo>
                      <a:cubicBezTo>
                        <a:pt x="69" y="37"/>
                        <a:pt x="118" y="37"/>
                        <a:pt x="134" y="53"/>
                      </a:cubicBezTo>
                      <a:lnTo>
                        <a:pt x="203" y="53"/>
                      </a:lnTo>
                      <a:cubicBezTo>
                        <a:pt x="203" y="53"/>
                        <a:pt x="170" y="37"/>
                        <a:pt x="150" y="37"/>
                      </a:cubicBezTo>
                      <a:cubicBezTo>
                        <a:pt x="134" y="21"/>
                        <a:pt x="118" y="21"/>
                        <a:pt x="102" y="21"/>
                      </a:cubicBezTo>
                      <a:cubicBezTo>
                        <a:pt x="85" y="21"/>
                        <a:pt x="69" y="0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1" name="Google Shape;6291;p71">
                  <a:extLst>
                    <a:ext uri="{FF2B5EF4-FFF2-40B4-BE49-F238E27FC236}">
                      <a16:creationId xmlns:a16="http://schemas.microsoft.com/office/drawing/2014/main" id="{7E013504-F76B-CAF5-E973-BBCC3C463AE5}"/>
                    </a:ext>
                  </a:extLst>
                </p:cNvPr>
                <p:cNvSpPr/>
                <p:nvPr/>
              </p:nvSpPr>
              <p:spPr>
                <a:xfrm>
                  <a:off x="3113569" y="1552744"/>
                  <a:ext cx="3278" cy="3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37" extrusionOk="0">
                      <a:moveTo>
                        <a:pt x="17" y="1"/>
                      </a:moveTo>
                      <a:cubicBezTo>
                        <a:pt x="0" y="1"/>
                        <a:pt x="0" y="1"/>
                        <a:pt x="0" y="17"/>
                      </a:cubicBezTo>
                      <a:lnTo>
                        <a:pt x="0" y="102"/>
                      </a:lnTo>
                      <a:lnTo>
                        <a:pt x="0" y="187"/>
                      </a:lnTo>
                      <a:cubicBezTo>
                        <a:pt x="17" y="219"/>
                        <a:pt x="17" y="235"/>
                        <a:pt x="17" y="272"/>
                      </a:cubicBezTo>
                      <a:cubicBezTo>
                        <a:pt x="17" y="304"/>
                        <a:pt x="17" y="320"/>
                        <a:pt x="33" y="336"/>
                      </a:cubicBezTo>
                      <a:lnTo>
                        <a:pt x="33" y="272"/>
                      </a:lnTo>
                      <a:lnTo>
                        <a:pt x="33" y="187"/>
                      </a:lnTo>
                      <a:lnTo>
                        <a:pt x="33" y="102"/>
                      </a:lnTo>
                      <a:cubicBezTo>
                        <a:pt x="17" y="49"/>
                        <a:pt x="17" y="33"/>
                        <a:pt x="17" y="17"/>
                      </a:cubicBez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2" name="Google Shape;6292;p71">
                  <a:extLst>
                    <a:ext uri="{FF2B5EF4-FFF2-40B4-BE49-F238E27FC236}">
                      <a16:creationId xmlns:a16="http://schemas.microsoft.com/office/drawing/2014/main" id="{EFABD3A3-AF88-E3F4-9816-943990AF9412}"/>
                    </a:ext>
                  </a:extLst>
                </p:cNvPr>
                <p:cNvSpPr/>
                <p:nvPr/>
              </p:nvSpPr>
              <p:spPr>
                <a:xfrm>
                  <a:off x="3120025" y="1552744"/>
                  <a:ext cx="5264" cy="31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321" extrusionOk="0">
                      <a:moveTo>
                        <a:pt x="36" y="1"/>
                      </a:moveTo>
                      <a:lnTo>
                        <a:pt x="36" y="17"/>
                      </a:lnTo>
                      <a:cubicBezTo>
                        <a:pt x="53" y="1"/>
                        <a:pt x="36" y="1"/>
                        <a:pt x="36" y="1"/>
                      </a:cubicBezTo>
                      <a:close/>
                      <a:moveTo>
                        <a:pt x="36" y="17"/>
                      </a:moveTo>
                      <a:cubicBezTo>
                        <a:pt x="36" y="17"/>
                        <a:pt x="20" y="17"/>
                        <a:pt x="20" y="33"/>
                      </a:cubicBezTo>
                      <a:cubicBezTo>
                        <a:pt x="20" y="49"/>
                        <a:pt x="20" y="70"/>
                        <a:pt x="0" y="86"/>
                      </a:cubicBezTo>
                      <a:cubicBezTo>
                        <a:pt x="0" y="118"/>
                        <a:pt x="20" y="150"/>
                        <a:pt x="20" y="171"/>
                      </a:cubicBezTo>
                      <a:lnTo>
                        <a:pt x="20" y="251"/>
                      </a:lnTo>
                      <a:cubicBezTo>
                        <a:pt x="36" y="288"/>
                        <a:pt x="36" y="304"/>
                        <a:pt x="36" y="320"/>
                      </a:cubicBezTo>
                      <a:lnTo>
                        <a:pt x="36" y="251"/>
                      </a:lnTo>
                      <a:lnTo>
                        <a:pt x="36" y="171"/>
                      </a:lnTo>
                      <a:lnTo>
                        <a:pt x="36" y="86"/>
                      </a:lnTo>
                      <a:lnTo>
                        <a:pt x="36" y="33"/>
                      </a:lnTo>
                      <a:lnTo>
                        <a:pt x="36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3" name="Google Shape;6293;p71">
                  <a:extLst>
                    <a:ext uri="{FF2B5EF4-FFF2-40B4-BE49-F238E27FC236}">
                      <a16:creationId xmlns:a16="http://schemas.microsoft.com/office/drawing/2014/main" id="{485AFB0F-7352-28D8-B270-914ABEC7EFF9}"/>
                    </a:ext>
                  </a:extLst>
                </p:cNvPr>
                <p:cNvSpPr/>
                <p:nvPr/>
              </p:nvSpPr>
              <p:spPr>
                <a:xfrm>
                  <a:off x="3122011" y="1552744"/>
                  <a:ext cx="20163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4" extrusionOk="0">
                      <a:moveTo>
                        <a:pt x="16" y="1"/>
                      </a:moveTo>
                      <a:cubicBezTo>
                        <a:pt x="0" y="1"/>
                        <a:pt x="0" y="1"/>
                        <a:pt x="0" y="17"/>
                      </a:cubicBezTo>
                      <a:lnTo>
                        <a:pt x="33" y="17"/>
                      </a:lnTo>
                      <a:cubicBezTo>
                        <a:pt x="33" y="33"/>
                        <a:pt x="49" y="33"/>
                        <a:pt x="49" y="33"/>
                      </a:cubicBezTo>
                      <a:lnTo>
                        <a:pt x="202" y="33"/>
                      </a:lnTo>
                      <a:cubicBezTo>
                        <a:pt x="202" y="33"/>
                        <a:pt x="182" y="33"/>
                        <a:pt x="150" y="17"/>
                      </a:cubicBezTo>
                      <a:cubicBezTo>
                        <a:pt x="117" y="17"/>
                        <a:pt x="81" y="1"/>
                        <a:pt x="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4" name="Google Shape;6294;p71">
                  <a:extLst>
                    <a:ext uri="{FF2B5EF4-FFF2-40B4-BE49-F238E27FC236}">
                      <a16:creationId xmlns:a16="http://schemas.microsoft.com/office/drawing/2014/main" id="{C0E030CE-EC04-9B32-2535-EE2F90AA3760}"/>
                    </a:ext>
                  </a:extLst>
                </p:cNvPr>
                <p:cNvSpPr/>
                <p:nvPr/>
              </p:nvSpPr>
              <p:spPr>
                <a:xfrm>
                  <a:off x="3140089" y="1556022"/>
                  <a:ext cx="3675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03" extrusionOk="0">
                      <a:moveTo>
                        <a:pt x="20" y="0"/>
                      </a:moveTo>
                      <a:lnTo>
                        <a:pt x="20" y="16"/>
                      </a:lnTo>
                      <a:cubicBezTo>
                        <a:pt x="20" y="16"/>
                        <a:pt x="0" y="16"/>
                        <a:pt x="0" y="37"/>
                      </a:cubicBezTo>
                      <a:lnTo>
                        <a:pt x="0" y="85"/>
                      </a:lnTo>
                      <a:lnTo>
                        <a:pt x="0" y="101"/>
                      </a:lnTo>
                      <a:lnTo>
                        <a:pt x="0" y="138"/>
                      </a:lnTo>
                      <a:cubicBezTo>
                        <a:pt x="0" y="170"/>
                        <a:pt x="0" y="186"/>
                        <a:pt x="20" y="202"/>
                      </a:cubicBezTo>
                      <a:cubicBezTo>
                        <a:pt x="36" y="186"/>
                        <a:pt x="36" y="170"/>
                        <a:pt x="36" y="138"/>
                      </a:cubicBezTo>
                      <a:lnTo>
                        <a:pt x="36" y="85"/>
                      </a:lnTo>
                      <a:lnTo>
                        <a:pt x="36" y="37"/>
                      </a:lnTo>
                      <a:lnTo>
                        <a:pt x="36" y="16"/>
                      </a:lnTo>
                      <a:cubicBezTo>
                        <a:pt x="36" y="8"/>
                        <a:pt x="32" y="8"/>
                        <a:pt x="28" y="8"/>
                      </a:cubicBezTo>
                      <a:cubicBezTo>
                        <a:pt x="24" y="8"/>
                        <a:pt x="20" y="8"/>
                        <a:pt x="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5" name="Google Shape;6295;p71">
                  <a:extLst>
                    <a:ext uri="{FF2B5EF4-FFF2-40B4-BE49-F238E27FC236}">
                      <a16:creationId xmlns:a16="http://schemas.microsoft.com/office/drawing/2014/main" id="{C881271D-43FA-914B-E6C8-26B1C9CE05C3}"/>
                    </a:ext>
                  </a:extLst>
                </p:cNvPr>
                <p:cNvSpPr/>
                <p:nvPr/>
              </p:nvSpPr>
              <p:spPr>
                <a:xfrm>
                  <a:off x="2979579" y="1644719"/>
                  <a:ext cx="23739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53" extrusionOk="0">
                      <a:moveTo>
                        <a:pt x="37" y="0"/>
                      </a:moveTo>
                      <a:cubicBezTo>
                        <a:pt x="20" y="16"/>
                        <a:pt x="20" y="16"/>
                        <a:pt x="0" y="16"/>
                      </a:cubicBezTo>
                      <a:lnTo>
                        <a:pt x="20" y="32"/>
                      </a:lnTo>
                      <a:lnTo>
                        <a:pt x="121" y="32"/>
                      </a:lnTo>
                      <a:cubicBezTo>
                        <a:pt x="138" y="32"/>
                        <a:pt x="154" y="32"/>
                        <a:pt x="170" y="53"/>
                      </a:cubicBezTo>
                      <a:lnTo>
                        <a:pt x="239" y="53"/>
                      </a:lnTo>
                      <a:lnTo>
                        <a:pt x="222" y="32"/>
                      </a:lnTo>
                      <a:lnTo>
                        <a:pt x="170" y="32"/>
                      </a:lnTo>
                      <a:cubicBezTo>
                        <a:pt x="154" y="16"/>
                        <a:pt x="138" y="16"/>
                        <a:pt x="121" y="16"/>
                      </a:cubicBezTo>
                      <a:cubicBezTo>
                        <a:pt x="101" y="16"/>
                        <a:pt x="101" y="0"/>
                        <a:pt x="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6" name="Google Shape;6296;p71">
                  <a:extLst>
                    <a:ext uri="{FF2B5EF4-FFF2-40B4-BE49-F238E27FC236}">
                      <a16:creationId xmlns:a16="http://schemas.microsoft.com/office/drawing/2014/main" id="{18BCA096-6593-B25B-9BB2-AF3678DE1138}"/>
                    </a:ext>
                  </a:extLst>
                </p:cNvPr>
                <p:cNvSpPr/>
                <p:nvPr/>
              </p:nvSpPr>
              <p:spPr>
                <a:xfrm>
                  <a:off x="2976302" y="1646308"/>
                  <a:ext cx="3377" cy="112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128" extrusionOk="0">
                      <a:moveTo>
                        <a:pt x="17" y="0"/>
                      </a:moveTo>
                      <a:lnTo>
                        <a:pt x="1" y="37"/>
                      </a:lnTo>
                      <a:lnTo>
                        <a:pt x="1" y="117"/>
                      </a:lnTo>
                      <a:lnTo>
                        <a:pt x="1" y="287"/>
                      </a:lnTo>
                      <a:cubicBezTo>
                        <a:pt x="1" y="372"/>
                        <a:pt x="1" y="473"/>
                        <a:pt x="17" y="558"/>
                      </a:cubicBezTo>
                      <a:lnTo>
                        <a:pt x="17" y="824"/>
                      </a:lnTo>
                      <a:lnTo>
                        <a:pt x="17" y="1127"/>
                      </a:lnTo>
                      <a:cubicBezTo>
                        <a:pt x="17" y="1127"/>
                        <a:pt x="33" y="994"/>
                        <a:pt x="33" y="824"/>
                      </a:cubicBezTo>
                      <a:lnTo>
                        <a:pt x="33" y="558"/>
                      </a:lnTo>
                      <a:lnTo>
                        <a:pt x="33" y="287"/>
                      </a:lnTo>
                      <a:lnTo>
                        <a:pt x="33" y="117"/>
                      </a:lnTo>
                      <a:cubicBezTo>
                        <a:pt x="33" y="85"/>
                        <a:pt x="17" y="53"/>
                        <a:pt x="17" y="37"/>
                      </a:cubicBez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7" name="Google Shape;6297;p71">
                  <a:extLst>
                    <a:ext uri="{FF2B5EF4-FFF2-40B4-BE49-F238E27FC236}">
                      <a16:creationId xmlns:a16="http://schemas.microsoft.com/office/drawing/2014/main" id="{1120BE8D-B5BE-4EBB-2D86-45F762CF17A0}"/>
                    </a:ext>
                  </a:extLst>
                </p:cNvPr>
                <p:cNvSpPr/>
                <p:nvPr/>
              </p:nvSpPr>
              <p:spPr>
                <a:xfrm>
                  <a:off x="2977990" y="1756658"/>
                  <a:ext cx="16885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53" extrusionOk="0">
                      <a:moveTo>
                        <a:pt x="53" y="0"/>
                      </a:moveTo>
                      <a:cubicBezTo>
                        <a:pt x="0" y="0"/>
                        <a:pt x="0" y="0"/>
                        <a:pt x="0" y="16"/>
                      </a:cubicBezTo>
                      <a:lnTo>
                        <a:pt x="53" y="36"/>
                      </a:lnTo>
                      <a:lnTo>
                        <a:pt x="137" y="36"/>
                      </a:lnTo>
                      <a:cubicBezTo>
                        <a:pt x="117" y="16"/>
                        <a:pt x="101" y="16"/>
                        <a:pt x="85" y="16"/>
                      </a:cubicBezTo>
                      <a:cubicBezTo>
                        <a:pt x="85" y="0"/>
                        <a:pt x="69" y="0"/>
                        <a:pt x="53" y="0"/>
                      </a:cubicBezTo>
                      <a:close/>
                      <a:moveTo>
                        <a:pt x="137" y="36"/>
                      </a:moveTo>
                      <a:cubicBezTo>
                        <a:pt x="154" y="53"/>
                        <a:pt x="170" y="53"/>
                        <a:pt x="170" y="53"/>
                      </a:cubicBezTo>
                      <a:cubicBezTo>
                        <a:pt x="170" y="53"/>
                        <a:pt x="154" y="36"/>
                        <a:pt x="137" y="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8" name="Google Shape;6298;p71">
                  <a:extLst>
                    <a:ext uri="{FF2B5EF4-FFF2-40B4-BE49-F238E27FC236}">
                      <a16:creationId xmlns:a16="http://schemas.microsoft.com/office/drawing/2014/main" id="{AC0FD2C5-0DE0-6AFC-36D2-4A85749DC0AC}"/>
                    </a:ext>
                  </a:extLst>
                </p:cNvPr>
                <p:cNvSpPr/>
                <p:nvPr/>
              </p:nvSpPr>
              <p:spPr>
                <a:xfrm>
                  <a:off x="2996365" y="1649288"/>
                  <a:ext cx="3377" cy="92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932" extrusionOk="0">
                      <a:moveTo>
                        <a:pt x="25" y="1"/>
                      </a:moveTo>
                      <a:cubicBezTo>
                        <a:pt x="21" y="1"/>
                        <a:pt x="17" y="5"/>
                        <a:pt x="17" y="23"/>
                      </a:cubicBezTo>
                      <a:lnTo>
                        <a:pt x="17" y="108"/>
                      </a:lnTo>
                      <a:lnTo>
                        <a:pt x="17" y="289"/>
                      </a:lnTo>
                      <a:cubicBezTo>
                        <a:pt x="17" y="358"/>
                        <a:pt x="17" y="459"/>
                        <a:pt x="1" y="544"/>
                      </a:cubicBezTo>
                      <a:cubicBezTo>
                        <a:pt x="17" y="645"/>
                        <a:pt x="1" y="730"/>
                        <a:pt x="1" y="814"/>
                      </a:cubicBezTo>
                      <a:lnTo>
                        <a:pt x="1" y="932"/>
                      </a:lnTo>
                      <a:cubicBezTo>
                        <a:pt x="1" y="895"/>
                        <a:pt x="1" y="863"/>
                        <a:pt x="17" y="814"/>
                      </a:cubicBezTo>
                      <a:lnTo>
                        <a:pt x="17" y="693"/>
                      </a:lnTo>
                      <a:cubicBezTo>
                        <a:pt x="33" y="645"/>
                        <a:pt x="33" y="592"/>
                        <a:pt x="33" y="544"/>
                      </a:cubicBezTo>
                      <a:lnTo>
                        <a:pt x="33" y="289"/>
                      </a:lnTo>
                      <a:lnTo>
                        <a:pt x="33" y="108"/>
                      </a:lnTo>
                      <a:lnTo>
                        <a:pt x="33" y="23"/>
                      </a:lnTo>
                      <a:lnTo>
                        <a:pt x="33" y="7"/>
                      </a:lnTo>
                      <a:cubicBezTo>
                        <a:pt x="33" y="7"/>
                        <a:pt x="29" y="1"/>
                        <a:pt x="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299" name="Google Shape;6299;p71">
                  <a:extLst>
                    <a:ext uri="{FF2B5EF4-FFF2-40B4-BE49-F238E27FC236}">
                      <a16:creationId xmlns:a16="http://schemas.microsoft.com/office/drawing/2014/main" id="{784C73EC-02E0-EA4B-B5FB-8DD88CCFC394}"/>
                    </a:ext>
                  </a:extLst>
                </p:cNvPr>
                <p:cNvSpPr/>
                <p:nvPr/>
              </p:nvSpPr>
              <p:spPr>
                <a:xfrm>
                  <a:off x="2971534" y="1782780"/>
                  <a:ext cx="33373" cy="22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226" extrusionOk="0">
                      <a:moveTo>
                        <a:pt x="331" y="1"/>
                      </a:moveTo>
                      <a:cubicBezTo>
                        <a:pt x="329" y="1"/>
                        <a:pt x="325" y="2"/>
                        <a:pt x="320" y="8"/>
                      </a:cubicBezTo>
                      <a:lnTo>
                        <a:pt x="336" y="8"/>
                      </a:lnTo>
                      <a:cubicBezTo>
                        <a:pt x="336" y="8"/>
                        <a:pt x="336" y="1"/>
                        <a:pt x="331" y="1"/>
                      </a:cubicBezTo>
                      <a:close/>
                      <a:moveTo>
                        <a:pt x="283" y="8"/>
                      </a:moveTo>
                      <a:cubicBezTo>
                        <a:pt x="267" y="24"/>
                        <a:pt x="251" y="24"/>
                        <a:pt x="235" y="40"/>
                      </a:cubicBezTo>
                      <a:cubicBezTo>
                        <a:pt x="219" y="40"/>
                        <a:pt x="202" y="56"/>
                        <a:pt x="202" y="56"/>
                      </a:cubicBezTo>
                      <a:cubicBezTo>
                        <a:pt x="182" y="76"/>
                        <a:pt x="166" y="93"/>
                        <a:pt x="150" y="93"/>
                      </a:cubicBezTo>
                      <a:cubicBezTo>
                        <a:pt x="134" y="109"/>
                        <a:pt x="101" y="141"/>
                        <a:pt x="81" y="157"/>
                      </a:cubicBezTo>
                      <a:cubicBezTo>
                        <a:pt x="118" y="141"/>
                        <a:pt x="134" y="125"/>
                        <a:pt x="166" y="109"/>
                      </a:cubicBezTo>
                      <a:cubicBezTo>
                        <a:pt x="182" y="109"/>
                        <a:pt x="202" y="93"/>
                        <a:pt x="202" y="76"/>
                      </a:cubicBezTo>
                      <a:cubicBezTo>
                        <a:pt x="219" y="76"/>
                        <a:pt x="235" y="76"/>
                        <a:pt x="251" y="56"/>
                      </a:cubicBezTo>
                      <a:cubicBezTo>
                        <a:pt x="267" y="40"/>
                        <a:pt x="283" y="40"/>
                        <a:pt x="303" y="24"/>
                      </a:cubicBezTo>
                      <a:lnTo>
                        <a:pt x="320" y="8"/>
                      </a:lnTo>
                      <a:close/>
                      <a:moveTo>
                        <a:pt x="81" y="157"/>
                      </a:moveTo>
                      <a:lnTo>
                        <a:pt x="81" y="157"/>
                      </a:lnTo>
                      <a:cubicBezTo>
                        <a:pt x="49" y="177"/>
                        <a:pt x="33" y="194"/>
                        <a:pt x="17" y="194"/>
                      </a:cubicBezTo>
                      <a:cubicBezTo>
                        <a:pt x="1" y="210"/>
                        <a:pt x="0" y="226"/>
                        <a:pt x="0" y="226"/>
                      </a:cubicBezTo>
                      <a:lnTo>
                        <a:pt x="0" y="226"/>
                      </a:lnTo>
                      <a:cubicBezTo>
                        <a:pt x="0" y="226"/>
                        <a:pt x="1" y="210"/>
                        <a:pt x="17" y="210"/>
                      </a:cubicBezTo>
                      <a:cubicBezTo>
                        <a:pt x="33" y="194"/>
                        <a:pt x="65" y="177"/>
                        <a:pt x="81" y="15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0" name="Google Shape;6300;p71">
                  <a:extLst>
                    <a:ext uri="{FF2B5EF4-FFF2-40B4-BE49-F238E27FC236}">
                      <a16:creationId xmlns:a16="http://schemas.microsoft.com/office/drawing/2014/main" id="{D3000405-FACA-CF5F-AD1A-8666478170A6}"/>
                    </a:ext>
                  </a:extLst>
                </p:cNvPr>
                <p:cNvSpPr/>
                <p:nvPr/>
              </p:nvSpPr>
              <p:spPr>
                <a:xfrm>
                  <a:off x="2974713" y="1790329"/>
                  <a:ext cx="35062" cy="26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268" extrusionOk="0">
                      <a:moveTo>
                        <a:pt x="336" y="0"/>
                      </a:moveTo>
                      <a:cubicBezTo>
                        <a:pt x="320" y="0"/>
                        <a:pt x="320" y="17"/>
                        <a:pt x="304" y="17"/>
                      </a:cubicBezTo>
                      <a:cubicBezTo>
                        <a:pt x="288" y="17"/>
                        <a:pt x="288" y="33"/>
                        <a:pt x="271" y="33"/>
                      </a:cubicBezTo>
                      <a:cubicBezTo>
                        <a:pt x="271" y="33"/>
                        <a:pt x="251" y="49"/>
                        <a:pt x="235" y="65"/>
                      </a:cubicBezTo>
                      <a:cubicBezTo>
                        <a:pt x="219" y="65"/>
                        <a:pt x="203" y="81"/>
                        <a:pt x="203" y="101"/>
                      </a:cubicBezTo>
                      <a:cubicBezTo>
                        <a:pt x="219" y="101"/>
                        <a:pt x="235" y="81"/>
                        <a:pt x="251" y="81"/>
                      </a:cubicBezTo>
                      <a:cubicBezTo>
                        <a:pt x="271" y="49"/>
                        <a:pt x="288" y="49"/>
                        <a:pt x="304" y="33"/>
                      </a:cubicBezTo>
                      <a:cubicBezTo>
                        <a:pt x="320" y="33"/>
                        <a:pt x="336" y="17"/>
                        <a:pt x="336" y="17"/>
                      </a:cubicBezTo>
                      <a:lnTo>
                        <a:pt x="352" y="0"/>
                      </a:lnTo>
                      <a:close/>
                      <a:moveTo>
                        <a:pt x="203" y="101"/>
                      </a:moveTo>
                      <a:cubicBezTo>
                        <a:pt x="187" y="101"/>
                        <a:pt x="170" y="118"/>
                        <a:pt x="150" y="134"/>
                      </a:cubicBezTo>
                      <a:cubicBezTo>
                        <a:pt x="118" y="150"/>
                        <a:pt x="102" y="182"/>
                        <a:pt x="69" y="202"/>
                      </a:cubicBezTo>
                      <a:cubicBezTo>
                        <a:pt x="49" y="219"/>
                        <a:pt x="49" y="235"/>
                        <a:pt x="33" y="235"/>
                      </a:cubicBezTo>
                      <a:lnTo>
                        <a:pt x="1" y="267"/>
                      </a:lnTo>
                      <a:cubicBezTo>
                        <a:pt x="17" y="267"/>
                        <a:pt x="33" y="251"/>
                        <a:pt x="33" y="251"/>
                      </a:cubicBezTo>
                      <a:cubicBezTo>
                        <a:pt x="49" y="235"/>
                        <a:pt x="69" y="235"/>
                        <a:pt x="86" y="219"/>
                      </a:cubicBezTo>
                      <a:cubicBezTo>
                        <a:pt x="102" y="202"/>
                        <a:pt x="134" y="166"/>
                        <a:pt x="170" y="150"/>
                      </a:cubicBezTo>
                      <a:cubicBezTo>
                        <a:pt x="187" y="134"/>
                        <a:pt x="203" y="118"/>
                        <a:pt x="203" y="10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1" name="Google Shape;6301;p71">
                  <a:extLst>
                    <a:ext uri="{FF2B5EF4-FFF2-40B4-BE49-F238E27FC236}">
                      <a16:creationId xmlns:a16="http://schemas.microsoft.com/office/drawing/2014/main" id="{072C66C7-9956-1CCA-5A8D-DFE52AE57E25}"/>
                    </a:ext>
                  </a:extLst>
                </p:cNvPr>
                <p:cNvSpPr/>
                <p:nvPr/>
              </p:nvSpPr>
              <p:spPr>
                <a:xfrm>
                  <a:off x="2993187" y="1801950"/>
                  <a:ext cx="18574" cy="1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34" extrusionOk="0">
                      <a:moveTo>
                        <a:pt x="150" y="1"/>
                      </a:moveTo>
                      <a:cubicBezTo>
                        <a:pt x="150" y="1"/>
                        <a:pt x="134" y="17"/>
                        <a:pt x="118" y="17"/>
                      </a:cubicBezTo>
                      <a:cubicBezTo>
                        <a:pt x="102" y="33"/>
                        <a:pt x="65" y="65"/>
                        <a:pt x="49" y="85"/>
                      </a:cubicBezTo>
                      <a:cubicBezTo>
                        <a:pt x="17" y="118"/>
                        <a:pt x="1" y="134"/>
                        <a:pt x="1" y="134"/>
                      </a:cubicBezTo>
                      <a:cubicBezTo>
                        <a:pt x="1" y="134"/>
                        <a:pt x="17" y="118"/>
                        <a:pt x="49" y="102"/>
                      </a:cubicBezTo>
                      <a:cubicBezTo>
                        <a:pt x="65" y="85"/>
                        <a:pt x="85" y="65"/>
                        <a:pt x="102" y="65"/>
                      </a:cubicBezTo>
                      <a:lnTo>
                        <a:pt x="118" y="49"/>
                      </a:lnTo>
                      <a:lnTo>
                        <a:pt x="134" y="33"/>
                      </a:lnTo>
                      <a:cubicBezTo>
                        <a:pt x="150" y="33"/>
                        <a:pt x="150" y="17"/>
                        <a:pt x="166" y="17"/>
                      </a:cubicBezTo>
                      <a:lnTo>
                        <a:pt x="1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2" name="Google Shape;6302;p71">
                  <a:extLst>
                    <a:ext uri="{FF2B5EF4-FFF2-40B4-BE49-F238E27FC236}">
                      <a16:creationId xmlns:a16="http://schemas.microsoft.com/office/drawing/2014/main" id="{B5FE1F15-5DC9-B903-0BE1-2B0F7F3D603A}"/>
                    </a:ext>
                  </a:extLst>
                </p:cNvPr>
                <p:cNvSpPr/>
                <p:nvPr/>
              </p:nvSpPr>
              <p:spPr>
                <a:xfrm>
                  <a:off x="2998054" y="1815160"/>
                  <a:ext cx="11720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86" extrusionOk="0">
                      <a:moveTo>
                        <a:pt x="117" y="1"/>
                      </a:moveTo>
                      <a:cubicBezTo>
                        <a:pt x="117" y="1"/>
                        <a:pt x="101" y="1"/>
                        <a:pt x="85" y="17"/>
                      </a:cubicBezTo>
                      <a:cubicBezTo>
                        <a:pt x="69" y="33"/>
                        <a:pt x="69" y="33"/>
                        <a:pt x="53" y="33"/>
                      </a:cubicBezTo>
                      <a:cubicBezTo>
                        <a:pt x="36" y="53"/>
                        <a:pt x="36" y="70"/>
                        <a:pt x="16" y="70"/>
                      </a:cubicBezTo>
                      <a:cubicBezTo>
                        <a:pt x="16" y="70"/>
                        <a:pt x="16" y="86"/>
                        <a:pt x="0" y="86"/>
                      </a:cubicBezTo>
                      <a:cubicBezTo>
                        <a:pt x="16" y="86"/>
                        <a:pt x="16" y="86"/>
                        <a:pt x="36" y="70"/>
                      </a:cubicBezTo>
                      <a:cubicBezTo>
                        <a:pt x="36" y="70"/>
                        <a:pt x="53" y="70"/>
                        <a:pt x="69" y="53"/>
                      </a:cubicBezTo>
                      <a:lnTo>
                        <a:pt x="85" y="33"/>
                      </a:lnTo>
                      <a:cubicBezTo>
                        <a:pt x="101" y="17"/>
                        <a:pt x="117" y="17"/>
                        <a:pt x="117" y="17"/>
                      </a:cubicBezTo>
                      <a:lnTo>
                        <a:pt x="1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3" name="Google Shape;6303;p71">
                  <a:extLst>
                    <a:ext uri="{FF2B5EF4-FFF2-40B4-BE49-F238E27FC236}">
                      <a16:creationId xmlns:a16="http://schemas.microsoft.com/office/drawing/2014/main" id="{B3D00CB1-B02B-690D-B7A2-3680C3D0B8AC}"/>
                    </a:ext>
                  </a:extLst>
                </p:cNvPr>
                <p:cNvSpPr/>
                <p:nvPr/>
              </p:nvSpPr>
              <p:spPr>
                <a:xfrm>
                  <a:off x="3004808" y="1824497"/>
                  <a:ext cx="4966" cy="2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25" extrusionOk="0">
                      <a:moveTo>
                        <a:pt x="44" y="1"/>
                      </a:moveTo>
                      <a:cubicBezTo>
                        <a:pt x="42" y="1"/>
                        <a:pt x="38" y="2"/>
                        <a:pt x="33" y="8"/>
                      </a:cubicBezTo>
                      <a:cubicBezTo>
                        <a:pt x="17" y="8"/>
                        <a:pt x="17" y="8"/>
                        <a:pt x="1" y="24"/>
                      </a:cubicBezTo>
                      <a:lnTo>
                        <a:pt x="33" y="24"/>
                      </a:lnTo>
                      <a:lnTo>
                        <a:pt x="49" y="8"/>
                      </a:lnTo>
                      <a:cubicBezTo>
                        <a:pt x="49" y="8"/>
                        <a:pt x="49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4" name="Google Shape;6304;p71">
                  <a:extLst>
                    <a:ext uri="{FF2B5EF4-FFF2-40B4-BE49-F238E27FC236}">
                      <a16:creationId xmlns:a16="http://schemas.microsoft.com/office/drawing/2014/main" id="{314CB685-8576-8611-D1A7-F6EA1AA74E71}"/>
                    </a:ext>
                  </a:extLst>
                </p:cNvPr>
                <p:cNvSpPr/>
                <p:nvPr/>
              </p:nvSpPr>
              <p:spPr>
                <a:xfrm>
                  <a:off x="3004808" y="1833635"/>
                  <a:ext cx="4966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50" extrusionOk="0">
                      <a:moveTo>
                        <a:pt x="49" y="1"/>
                      </a:moveTo>
                      <a:lnTo>
                        <a:pt x="33" y="17"/>
                      </a:lnTo>
                      <a:cubicBezTo>
                        <a:pt x="17" y="17"/>
                        <a:pt x="17" y="33"/>
                        <a:pt x="1" y="33"/>
                      </a:cubicBezTo>
                      <a:lnTo>
                        <a:pt x="1" y="49"/>
                      </a:lnTo>
                      <a:lnTo>
                        <a:pt x="17" y="33"/>
                      </a:lnTo>
                      <a:cubicBezTo>
                        <a:pt x="17" y="33"/>
                        <a:pt x="33" y="33"/>
                        <a:pt x="49" y="17"/>
                      </a:cubicBez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5" name="Google Shape;6305;p71">
                  <a:extLst>
                    <a:ext uri="{FF2B5EF4-FFF2-40B4-BE49-F238E27FC236}">
                      <a16:creationId xmlns:a16="http://schemas.microsoft.com/office/drawing/2014/main" id="{F6E98FA9-C7C9-729F-E0A2-F2620EAB41AA}"/>
                    </a:ext>
                  </a:extLst>
                </p:cNvPr>
                <p:cNvSpPr/>
                <p:nvPr/>
              </p:nvSpPr>
              <p:spPr>
                <a:xfrm>
                  <a:off x="2947895" y="1825788"/>
                  <a:ext cx="16885" cy="12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129" extrusionOk="0">
                      <a:moveTo>
                        <a:pt x="151" y="0"/>
                      </a:moveTo>
                      <a:cubicBezTo>
                        <a:pt x="147" y="0"/>
                        <a:pt x="139" y="8"/>
                        <a:pt x="117" y="27"/>
                      </a:cubicBezTo>
                      <a:cubicBezTo>
                        <a:pt x="101" y="27"/>
                        <a:pt x="85" y="47"/>
                        <a:pt x="85" y="64"/>
                      </a:cubicBezTo>
                      <a:cubicBezTo>
                        <a:pt x="69" y="64"/>
                        <a:pt x="53" y="80"/>
                        <a:pt x="36" y="80"/>
                      </a:cubicBezTo>
                      <a:lnTo>
                        <a:pt x="36" y="96"/>
                      </a:lnTo>
                      <a:lnTo>
                        <a:pt x="53" y="96"/>
                      </a:lnTo>
                      <a:cubicBezTo>
                        <a:pt x="69" y="80"/>
                        <a:pt x="101" y="64"/>
                        <a:pt x="117" y="47"/>
                      </a:cubicBezTo>
                      <a:cubicBezTo>
                        <a:pt x="170" y="11"/>
                        <a:pt x="154" y="11"/>
                        <a:pt x="154" y="11"/>
                      </a:cubicBezTo>
                      <a:cubicBezTo>
                        <a:pt x="154" y="4"/>
                        <a:pt x="154" y="0"/>
                        <a:pt x="151" y="0"/>
                      </a:cubicBezTo>
                      <a:close/>
                      <a:moveTo>
                        <a:pt x="16" y="112"/>
                      </a:moveTo>
                      <a:cubicBezTo>
                        <a:pt x="0" y="112"/>
                        <a:pt x="0" y="128"/>
                        <a:pt x="0" y="128"/>
                      </a:cubicBezTo>
                      <a:lnTo>
                        <a:pt x="16" y="1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6" name="Google Shape;6306;p71">
                  <a:extLst>
                    <a:ext uri="{FF2B5EF4-FFF2-40B4-BE49-F238E27FC236}">
                      <a16:creationId xmlns:a16="http://schemas.microsoft.com/office/drawing/2014/main" id="{02E1CB6A-04D3-382C-D0B1-8D79843A689A}"/>
                    </a:ext>
                  </a:extLst>
                </p:cNvPr>
                <p:cNvSpPr/>
                <p:nvPr/>
              </p:nvSpPr>
              <p:spPr>
                <a:xfrm>
                  <a:off x="2977990" y="1820822"/>
                  <a:ext cx="8443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62" extrusionOk="0">
                      <a:moveTo>
                        <a:pt x="69" y="0"/>
                      </a:moveTo>
                      <a:cubicBezTo>
                        <a:pt x="65" y="0"/>
                        <a:pt x="61" y="4"/>
                        <a:pt x="53" y="13"/>
                      </a:cubicBezTo>
                      <a:lnTo>
                        <a:pt x="36" y="29"/>
                      </a:lnTo>
                      <a:lnTo>
                        <a:pt x="16" y="45"/>
                      </a:lnTo>
                      <a:cubicBezTo>
                        <a:pt x="0" y="45"/>
                        <a:pt x="0" y="61"/>
                        <a:pt x="0" y="61"/>
                      </a:cubicBezTo>
                      <a:lnTo>
                        <a:pt x="16" y="61"/>
                      </a:lnTo>
                      <a:cubicBezTo>
                        <a:pt x="36" y="45"/>
                        <a:pt x="36" y="45"/>
                        <a:pt x="53" y="45"/>
                      </a:cubicBezTo>
                      <a:lnTo>
                        <a:pt x="69" y="29"/>
                      </a:lnTo>
                      <a:lnTo>
                        <a:pt x="85" y="13"/>
                      </a:lnTo>
                      <a:cubicBezTo>
                        <a:pt x="77" y="4"/>
                        <a:pt x="73" y="0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7" name="Google Shape;6307;p71">
                  <a:extLst>
                    <a:ext uri="{FF2B5EF4-FFF2-40B4-BE49-F238E27FC236}">
                      <a16:creationId xmlns:a16="http://schemas.microsoft.com/office/drawing/2014/main" id="{263D2160-1A79-BD58-F6F7-03D4D65B79D8}"/>
                    </a:ext>
                  </a:extLst>
                </p:cNvPr>
                <p:cNvSpPr/>
                <p:nvPr/>
              </p:nvSpPr>
              <p:spPr>
                <a:xfrm>
                  <a:off x="2984744" y="1828470"/>
                  <a:ext cx="11720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69" extrusionOk="0">
                      <a:moveTo>
                        <a:pt x="102" y="0"/>
                      </a:moveTo>
                      <a:lnTo>
                        <a:pt x="69" y="20"/>
                      </a:lnTo>
                      <a:cubicBezTo>
                        <a:pt x="49" y="37"/>
                        <a:pt x="1" y="69"/>
                        <a:pt x="1" y="69"/>
                      </a:cubicBezTo>
                      <a:cubicBezTo>
                        <a:pt x="1" y="69"/>
                        <a:pt x="49" y="53"/>
                        <a:pt x="86" y="20"/>
                      </a:cubicBezTo>
                      <a:cubicBezTo>
                        <a:pt x="118" y="0"/>
                        <a:pt x="102" y="0"/>
                        <a:pt x="1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8" name="Google Shape;6308;p71">
                  <a:extLst>
                    <a:ext uri="{FF2B5EF4-FFF2-40B4-BE49-F238E27FC236}">
                      <a16:creationId xmlns:a16="http://schemas.microsoft.com/office/drawing/2014/main" id="{2002E97E-561A-8CCC-B153-B46D1D0BD8DE}"/>
                    </a:ext>
                  </a:extLst>
                </p:cNvPr>
                <p:cNvSpPr/>
                <p:nvPr/>
              </p:nvSpPr>
              <p:spPr>
                <a:xfrm>
                  <a:off x="2988022" y="1842078"/>
                  <a:ext cx="13707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102" extrusionOk="0">
                      <a:moveTo>
                        <a:pt x="117" y="1"/>
                      </a:moveTo>
                      <a:lnTo>
                        <a:pt x="101" y="17"/>
                      </a:lnTo>
                      <a:cubicBezTo>
                        <a:pt x="85" y="17"/>
                        <a:pt x="69" y="33"/>
                        <a:pt x="69" y="33"/>
                      </a:cubicBezTo>
                      <a:cubicBezTo>
                        <a:pt x="53" y="49"/>
                        <a:pt x="36" y="49"/>
                        <a:pt x="36" y="65"/>
                      </a:cubicBezTo>
                      <a:cubicBezTo>
                        <a:pt x="53" y="65"/>
                        <a:pt x="69" y="65"/>
                        <a:pt x="69" y="49"/>
                      </a:cubicBezTo>
                      <a:cubicBezTo>
                        <a:pt x="85" y="49"/>
                        <a:pt x="101" y="33"/>
                        <a:pt x="101" y="33"/>
                      </a:cubicBezTo>
                      <a:cubicBezTo>
                        <a:pt x="117" y="17"/>
                        <a:pt x="137" y="17"/>
                        <a:pt x="137" y="17"/>
                      </a:cubicBezTo>
                      <a:lnTo>
                        <a:pt x="137" y="1"/>
                      </a:lnTo>
                      <a:close/>
                      <a:moveTo>
                        <a:pt x="36" y="65"/>
                      </a:moveTo>
                      <a:cubicBezTo>
                        <a:pt x="16" y="65"/>
                        <a:pt x="16" y="85"/>
                        <a:pt x="16" y="85"/>
                      </a:cubicBezTo>
                      <a:cubicBezTo>
                        <a:pt x="16" y="85"/>
                        <a:pt x="36" y="85"/>
                        <a:pt x="36" y="65"/>
                      </a:cubicBezTo>
                      <a:close/>
                      <a:moveTo>
                        <a:pt x="16" y="85"/>
                      </a:moveTo>
                      <a:cubicBezTo>
                        <a:pt x="0" y="85"/>
                        <a:pt x="0" y="102"/>
                        <a:pt x="0" y="102"/>
                      </a:cubicBezTo>
                      <a:lnTo>
                        <a:pt x="16" y="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09" name="Google Shape;6309;p71">
                  <a:extLst>
                    <a:ext uri="{FF2B5EF4-FFF2-40B4-BE49-F238E27FC236}">
                      <a16:creationId xmlns:a16="http://schemas.microsoft.com/office/drawing/2014/main" id="{E755CA60-1AF2-2BC8-0203-644DDE4CBE86}"/>
                    </a:ext>
                  </a:extLst>
                </p:cNvPr>
                <p:cNvSpPr/>
                <p:nvPr/>
              </p:nvSpPr>
              <p:spPr>
                <a:xfrm>
                  <a:off x="2939452" y="1810393"/>
                  <a:ext cx="22149" cy="16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167" extrusionOk="0">
                      <a:moveTo>
                        <a:pt x="202" y="0"/>
                      </a:moveTo>
                      <a:cubicBezTo>
                        <a:pt x="202" y="0"/>
                        <a:pt x="186" y="17"/>
                        <a:pt x="154" y="33"/>
                      </a:cubicBezTo>
                      <a:cubicBezTo>
                        <a:pt x="138" y="65"/>
                        <a:pt x="101" y="101"/>
                        <a:pt x="69" y="118"/>
                      </a:cubicBezTo>
                      <a:cubicBezTo>
                        <a:pt x="53" y="134"/>
                        <a:pt x="53" y="134"/>
                        <a:pt x="37" y="134"/>
                      </a:cubicBezTo>
                      <a:cubicBezTo>
                        <a:pt x="37" y="150"/>
                        <a:pt x="37" y="150"/>
                        <a:pt x="20" y="150"/>
                      </a:cubicBezTo>
                      <a:cubicBezTo>
                        <a:pt x="20" y="166"/>
                        <a:pt x="0" y="166"/>
                        <a:pt x="0" y="166"/>
                      </a:cubicBezTo>
                      <a:cubicBezTo>
                        <a:pt x="0" y="166"/>
                        <a:pt x="20" y="166"/>
                        <a:pt x="37" y="150"/>
                      </a:cubicBezTo>
                      <a:lnTo>
                        <a:pt x="53" y="150"/>
                      </a:lnTo>
                      <a:cubicBezTo>
                        <a:pt x="53" y="134"/>
                        <a:pt x="69" y="134"/>
                        <a:pt x="69" y="134"/>
                      </a:cubicBezTo>
                      <a:cubicBezTo>
                        <a:pt x="101" y="101"/>
                        <a:pt x="138" y="65"/>
                        <a:pt x="170" y="49"/>
                      </a:cubicBezTo>
                      <a:cubicBezTo>
                        <a:pt x="202" y="33"/>
                        <a:pt x="222" y="17"/>
                        <a:pt x="222" y="17"/>
                      </a:cubicBezTo>
                      <a:lnTo>
                        <a:pt x="2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0" name="Google Shape;6310;p71">
                  <a:extLst>
                    <a:ext uri="{FF2B5EF4-FFF2-40B4-BE49-F238E27FC236}">
                      <a16:creationId xmlns:a16="http://schemas.microsoft.com/office/drawing/2014/main" id="{D151794D-6A34-2254-B3D6-29086BC35FA7}"/>
                    </a:ext>
                  </a:extLst>
                </p:cNvPr>
                <p:cNvSpPr/>
                <p:nvPr/>
              </p:nvSpPr>
              <p:spPr>
                <a:xfrm>
                  <a:off x="2943028" y="1781887"/>
                  <a:ext cx="38637" cy="2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252" extrusionOk="0">
                      <a:moveTo>
                        <a:pt x="352" y="1"/>
                      </a:moveTo>
                      <a:cubicBezTo>
                        <a:pt x="336" y="17"/>
                        <a:pt x="304" y="17"/>
                        <a:pt x="267" y="33"/>
                      </a:cubicBezTo>
                      <a:cubicBezTo>
                        <a:pt x="235" y="65"/>
                        <a:pt x="203" y="85"/>
                        <a:pt x="166" y="118"/>
                      </a:cubicBezTo>
                      <a:cubicBezTo>
                        <a:pt x="134" y="134"/>
                        <a:pt x="102" y="166"/>
                        <a:pt x="85" y="203"/>
                      </a:cubicBezTo>
                      <a:cubicBezTo>
                        <a:pt x="150" y="150"/>
                        <a:pt x="219" y="102"/>
                        <a:pt x="287" y="65"/>
                      </a:cubicBezTo>
                      <a:cubicBezTo>
                        <a:pt x="320" y="49"/>
                        <a:pt x="336" y="33"/>
                        <a:pt x="352" y="17"/>
                      </a:cubicBezTo>
                      <a:cubicBezTo>
                        <a:pt x="368" y="17"/>
                        <a:pt x="388" y="17"/>
                        <a:pt x="388" y="1"/>
                      </a:cubicBezTo>
                      <a:close/>
                      <a:moveTo>
                        <a:pt x="85" y="203"/>
                      </a:moveTo>
                      <a:cubicBezTo>
                        <a:pt x="49" y="219"/>
                        <a:pt x="17" y="235"/>
                        <a:pt x="1" y="251"/>
                      </a:cubicBezTo>
                      <a:cubicBezTo>
                        <a:pt x="33" y="251"/>
                        <a:pt x="49" y="219"/>
                        <a:pt x="85" y="2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1" name="Google Shape;6311;p71">
                  <a:extLst>
                    <a:ext uri="{FF2B5EF4-FFF2-40B4-BE49-F238E27FC236}">
                      <a16:creationId xmlns:a16="http://schemas.microsoft.com/office/drawing/2014/main" id="{FDEF3B68-1DC7-6641-21A7-118122ED6576}"/>
                    </a:ext>
                  </a:extLst>
                </p:cNvPr>
                <p:cNvSpPr/>
                <p:nvPr/>
              </p:nvSpPr>
              <p:spPr>
                <a:xfrm>
                  <a:off x="2951470" y="1780297"/>
                  <a:ext cx="10131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66" extrusionOk="0">
                      <a:moveTo>
                        <a:pt x="65" y="0"/>
                      </a:moveTo>
                      <a:cubicBezTo>
                        <a:pt x="49" y="17"/>
                        <a:pt x="33" y="17"/>
                        <a:pt x="33" y="33"/>
                      </a:cubicBezTo>
                      <a:cubicBezTo>
                        <a:pt x="17" y="33"/>
                        <a:pt x="0" y="49"/>
                        <a:pt x="0" y="65"/>
                      </a:cubicBezTo>
                      <a:cubicBezTo>
                        <a:pt x="17" y="65"/>
                        <a:pt x="17" y="49"/>
                        <a:pt x="33" y="49"/>
                      </a:cubicBezTo>
                      <a:cubicBezTo>
                        <a:pt x="49" y="33"/>
                        <a:pt x="65" y="33"/>
                        <a:pt x="65" y="17"/>
                      </a:cubicBezTo>
                      <a:cubicBezTo>
                        <a:pt x="81" y="17"/>
                        <a:pt x="101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2" name="Google Shape;6312;p71">
                  <a:extLst>
                    <a:ext uri="{FF2B5EF4-FFF2-40B4-BE49-F238E27FC236}">
                      <a16:creationId xmlns:a16="http://schemas.microsoft.com/office/drawing/2014/main" id="{4D02AD34-85A3-5AA1-E443-2704F89BB690}"/>
                    </a:ext>
                  </a:extLst>
                </p:cNvPr>
                <p:cNvSpPr/>
                <p:nvPr/>
              </p:nvSpPr>
              <p:spPr>
                <a:xfrm>
                  <a:off x="3059834" y="1704810"/>
                  <a:ext cx="3675" cy="43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38" extrusionOk="0">
                      <a:moveTo>
                        <a:pt x="20" y="1"/>
                      </a:moveTo>
                      <a:cubicBezTo>
                        <a:pt x="0" y="1"/>
                        <a:pt x="0" y="1"/>
                        <a:pt x="0" y="17"/>
                      </a:cubicBezTo>
                      <a:lnTo>
                        <a:pt x="0" y="53"/>
                      </a:lnTo>
                      <a:lnTo>
                        <a:pt x="0" y="118"/>
                      </a:lnTo>
                      <a:lnTo>
                        <a:pt x="0" y="219"/>
                      </a:lnTo>
                      <a:lnTo>
                        <a:pt x="0" y="320"/>
                      </a:lnTo>
                      <a:lnTo>
                        <a:pt x="0" y="373"/>
                      </a:lnTo>
                      <a:lnTo>
                        <a:pt x="0" y="405"/>
                      </a:lnTo>
                      <a:lnTo>
                        <a:pt x="0" y="437"/>
                      </a:lnTo>
                      <a:cubicBezTo>
                        <a:pt x="0" y="437"/>
                        <a:pt x="0" y="421"/>
                        <a:pt x="20" y="405"/>
                      </a:cubicBezTo>
                      <a:lnTo>
                        <a:pt x="20" y="373"/>
                      </a:lnTo>
                      <a:lnTo>
                        <a:pt x="20" y="320"/>
                      </a:lnTo>
                      <a:cubicBezTo>
                        <a:pt x="20" y="288"/>
                        <a:pt x="20" y="255"/>
                        <a:pt x="37" y="219"/>
                      </a:cubicBezTo>
                      <a:lnTo>
                        <a:pt x="37" y="118"/>
                      </a:lnTo>
                      <a:cubicBezTo>
                        <a:pt x="20" y="53"/>
                        <a:pt x="20" y="33"/>
                        <a:pt x="20" y="17"/>
                      </a:cubicBez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3" name="Google Shape;6313;p71">
                  <a:extLst>
                    <a:ext uri="{FF2B5EF4-FFF2-40B4-BE49-F238E27FC236}">
                      <a16:creationId xmlns:a16="http://schemas.microsoft.com/office/drawing/2014/main" id="{6CDF6B1D-F92A-E7CC-4D81-0488DE022B87}"/>
                    </a:ext>
                  </a:extLst>
                </p:cNvPr>
                <p:cNvSpPr/>
                <p:nvPr/>
              </p:nvSpPr>
              <p:spPr>
                <a:xfrm>
                  <a:off x="3078209" y="1703221"/>
                  <a:ext cx="5364" cy="35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353" extrusionOk="0">
                      <a:moveTo>
                        <a:pt x="37" y="1"/>
                      </a:moveTo>
                      <a:lnTo>
                        <a:pt x="37" y="17"/>
                      </a:lnTo>
                      <a:lnTo>
                        <a:pt x="17" y="33"/>
                      </a:lnTo>
                      <a:cubicBezTo>
                        <a:pt x="17" y="49"/>
                        <a:pt x="1" y="69"/>
                        <a:pt x="1" y="102"/>
                      </a:cubicBezTo>
                      <a:lnTo>
                        <a:pt x="1" y="187"/>
                      </a:lnTo>
                      <a:lnTo>
                        <a:pt x="1" y="271"/>
                      </a:lnTo>
                      <a:cubicBezTo>
                        <a:pt x="1" y="304"/>
                        <a:pt x="17" y="336"/>
                        <a:pt x="17" y="352"/>
                      </a:cubicBezTo>
                      <a:lnTo>
                        <a:pt x="17" y="271"/>
                      </a:lnTo>
                      <a:lnTo>
                        <a:pt x="17" y="187"/>
                      </a:lnTo>
                      <a:cubicBezTo>
                        <a:pt x="17" y="150"/>
                        <a:pt x="37" y="134"/>
                        <a:pt x="37" y="102"/>
                      </a:cubicBezTo>
                      <a:cubicBezTo>
                        <a:pt x="37" y="49"/>
                        <a:pt x="37" y="33"/>
                        <a:pt x="54" y="17"/>
                      </a:cubicBezTo>
                      <a:cubicBezTo>
                        <a:pt x="54" y="1"/>
                        <a:pt x="54" y="1"/>
                        <a:pt x="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4" name="Google Shape;6314;p71">
                  <a:extLst>
                    <a:ext uri="{FF2B5EF4-FFF2-40B4-BE49-F238E27FC236}">
                      <a16:creationId xmlns:a16="http://schemas.microsoft.com/office/drawing/2014/main" id="{AF3AFDC6-1706-0171-FAAC-A06A8C015BB2}"/>
                    </a:ext>
                  </a:extLst>
                </p:cNvPr>
                <p:cNvSpPr/>
                <p:nvPr/>
              </p:nvSpPr>
              <p:spPr>
                <a:xfrm>
                  <a:off x="3103537" y="1704810"/>
                  <a:ext cx="3278" cy="55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559" extrusionOk="0">
                      <a:moveTo>
                        <a:pt x="17" y="1"/>
                      </a:moveTo>
                      <a:lnTo>
                        <a:pt x="17" y="17"/>
                      </a:lnTo>
                      <a:cubicBezTo>
                        <a:pt x="17" y="33"/>
                        <a:pt x="0" y="33"/>
                        <a:pt x="0" y="70"/>
                      </a:cubicBezTo>
                      <a:lnTo>
                        <a:pt x="0" y="154"/>
                      </a:lnTo>
                      <a:cubicBezTo>
                        <a:pt x="0" y="219"/>
                        <a:pt x="0" y="320"/>
                        <a:pt x="17" y="405"/>
                      </a:cubicBezTo>
                      <a:lnTo>
                        <a:pt x="17" y="506"/>
                      </a:lnTo>
                      <a:lnTo>
                        <a:pt x="17" y="558"/>
                      </a:lnTo>
                      <a:cubicBezTo>
                        <a:pt x="17" y="558"/>
                        <a:pt x="17" y="304"/>
                        <a:pt x="33" y="154"/>
                      </a:cubicBezTo>
                      <a:cubicBezTo>
                        <a:pt x="33" y="102"/>
                        <a:pt x="17" y="86"/>
                        <a:pt x="17" y="70"/>
                      </a:cubicBezTo>
                      <a:cubicBezTo>
                        <a:pt x="33" y="33"/>
                        <a:pt x="33" y="33"/>
                        <a:pt x="33" y="17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5" name="Google Shape;6315;p71">
                  <a:extLst>
                    <a:ext uri="{FF2B5EF4-FFF2-40B4-BE49-F238E27FC236}">
                      <a16:creationId xmlns:a16="http://schemas.microsoft.com/office/drawing/2014/main" id="{4F1D166C-C9B8-5279-544D-F34741B561F0}"/>
                    </a:ext>
                  </a:extLst>
                </p:cNvPr>
                <p:cNvSpPr/>
                <p:nvPr/>
              </p:nvSpPr>
              <p:spPr>
                <a:xfrm>
                  <a:off x="3125190" y="1704810"/>
                  <a:ext cx="3278" cy="3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37" extrusionOk="0">
                      <a:moveTo>
                        <a:pt x="17" y="1"/>
                      </a:moveTo>
                      <a:cubicBezTo>
                        <a:pt x="1" y="1"/>
                        <a:pt x="1" y="1"/>
                        <a:pt x="1" y="86"/>
                      </a:cubicBezTo>
                      <a:lnTo>
                        <a:pt x="1" y="171"/>
                      </a:lnTo>
                      <a:lnTo>
                        <a:pt x="1" y="255"/>
                      </a:lnTo>
                      <a:lnTo>
                        <a:pt x="1" y="336"/>
                      </a:lnTo>
                      <a:cubicBezTo>
                        <a:pt x="1" y="336"/>
                        <a:pt x="1" y="304"/>
                        <a:pt x="17" y="255"/>
                      </a:cubicBezTo>
                      <a:cubicBezTo>
                        <a:pt x="17" y="203"/>
                        <a:pt x="33" y="134"/>
                        <a:pt x="33" y="86"/>
                      </a:cubicBezTo>
                      <a:cubicBezTo>
                        <a:pt x="33" y="1"/>
                        <a:pt x="17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6" name="Google Shape;6316;p71">
                  <a:extLst>
                    <a:ext uri="{FF2B5EF4-FFF2-40B4-BE49-F238E27FC236}">
                      <a16:creationId xmlns:a16="http://schemas.microsoft.com/office/drawing/2014/main" id="{768EE537-E220-21BC-AE40-318CEE10C42E}"/>
                    </a:ext>
                  </a:extLst>
                </p:cNvPr>
                <p:cNvSpPr/>
                <p:nvPr/>
              </p:nvSpPr>
              <p:spPr>
                <a:xfrm>
                  <a:off x="3148432" y="1704810"/>
                  <a:ext cx="3774" cy="28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288" extrusionOk="0">
                      <a:moveTo>
                        <a:pt x="17" y="1"/>
                      </a:moveTo>
                      <a:lnTo>
                        <a:pt x="17" y="17"/>
                      </a:lnTo>
                      <a:lnTo>
                        <a:pt x="17" y="33"/>
                      </a:lnTo>
                      <a:cubicBezTo>
                        <a:pt x="17" y="53"/>
                        <a:pt x="1" y="86"/>
                        <a:pt x="17" y="102"/>
                      </a:cubicBezTo>
                      <a:lnTo>
                        <a:pt x="17" y="187"/>
                      </a:lnTo>
                      <a:cubicBezTo>
                        <a:pt x="17" y="219"/>
                        <a:pt x="17" y="255"/>
                        <a:pt x="37" y="288"/>
                      </a:cubicBezTo>
                      <a:lnTo>
                        <a:pt x="37" y="187"/>
                      </a:lnTo>
                      <a:lnTo>
                        <a:pt x="37" y="102"/>
                      </a:lnTo>
                      <a:lnTo>
                        <a:pt x="37" y="53"/>
                      </a:lnTo>
                      <a:lnTo>
                        <a:pt x="37" y="33"/>
                      </a:lnTo>
                      <a:lnTo>
                        <a:pt x="37" y="1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7" name="Google Shape;6317;p71">
                  <a:extLst>
                    <a:ext uri="{FF2B5EF4-FFF2-40B4-BE49-F238E27FC236}">
                      <a16:creationId xmlns:a16="http://schemas.microsoft.com/office/drawing/2014/main" id="{311E6EB0-7999-BD64-D5C0-D4C854DE095B}"/>
                    </a:ext>
                  </a:extLst>
                </p:cNvPr>
                <p:cNvSpPr/>
                <p:nvPr/>
              </p:nvSpPr>
              <p:spPr>
                <a:xfrm>
                  <a:off x="3008086" y="1609756"/>
                  <a:ext cx="90286" cy="9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" h="91" extrusionOk="0">
                      <a:moveTo>
                        <a:pt x="760" y="1"/>
                      </a:moveTo>
                      <a:cubicBezTo>
                        <a:pt x="723" y="1"/>
                        <a:pt x="691" y="17"/>
                        <a:pt x="659" y="17"/>
                      </a:cubicBezTo>
                      <a:lnTo>
                        <a:pt x="558" y="17"/>
                      </a:lnTo>
                      <a:cubicBezTo>
                        <a:pt x="521" y="33"/>
                        <a:pt x="473" y="33"/>
                        <a:pt x="440" y="33"/>
                      </a:cubicBezTo>
                      <a:cubicBezTo>
                        <a:pt x="404" y="33"/>
                        <a:pt x="372" y="49"/>
                        <a:pt x="339" y="49"/>
                      </a:cubicBezTo>
                      <a:lnTo>
                        <a:pt x="238" y="49"/>
                      </a:lnTo>
                      <a:cubicBezTo>
                        <a:pt x="226" y="54"/>
                        <a:pt x="215" y="56"/>
                        <a:pt x="204" y="56"/>
                      </a:cubicBezTo>
                      <a:cubicBezTo>
                        <a:pt x="182" y="56"/>
                        <a:pt x="164" y="49"/>
                        <a:pt x="154" y="49"/>
                      </a:cubicBezTo>
                      <a:lnTo>
                        <a:pt x="85" y="49"/>
                      </a:lnTo>
                      <a:cubicBezTo>
                        <a:pt x="53" y="49"/>
                        <a:pt x="36" y="49"/>
                        <a:pt x="16" y="65"/>
                      </a:cubicBezTo>
                      <a:lnTo>
                        <a:pt x="0" y="65"/>
                      </a:lnTo>
                      <a:cubicBezTo>
                        <a:pt x="0" y="81"/>
                        <a:pt x="16" y="81"/>
                        <a:pt x="16" y="81"/>
                      </a:cubicBezTo>
                      <a:lnTo>
                        <a:pt x="154" y="81"/>
                      </a:lnTo>
                      <a:cubicBezTo>
                        <a:pt x="164" y="81"/>
                        <a:pt x="182" y="90"/>
                        <a:pt x="204" y="90"/>
                      </a:cubicBezTo>
                      <a:cubicBezTo>
                        <a:pt x="215" y="90"/>
                        <a:pt x="226" y="88"/>
                        <a:pt x="238" y="81"/>
                      </a:cubicBezTo>
                      <a:lnTo>
                        <a:pt x="339" y="81"/>
                      </a:lnTo>
                      <a:cubicBezTo>
                        <a:pt x="372" y="81"/>
                        <a:pt x="404" y="65"/>
                        <a:pt x="440" y="65"/>
                      </a:cubicBezTo>
                      <a:cubicBezTo>
                        <a:pt x="489" y="65"/>
                        <a:pt x="521" y="49"/>
                        <a:pt x="558" y="49"/>
                      </a:cubicBezTo>
                      <a:cubicBezTo>
                        <a:pt x="590" y="33"/>
                        <a:pt x="622" y="33"/>
                        <a:pt x="659" y="33"/>
                      </a:cubicBezTo>
                      <a:cubicBezTo>
                        <a:pt x="691" y="33"/>
                        <a:pt x="723" y="17"/>
                        <a:pt x="760" y="17"/>
                      </a:cubicBezTo>
                      <a:lnTo>
                        <a:pt x="824" y="17"/>
                      </a:lnTo>
                      <a:cubicBezTo>
                        <a:pt x="877" y="1"/>
                        <a:pt x="909" y="1"/>
                        <a:pt x="9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8" name="Google Shape;6318;p71">
                  <a:extLst>
                    <a:ext uri="{FF2B5EF4-FFF2-40B4-BE49-F238E27FC236}">
                      <a16:creationId xmlns:a16="http://schemas.microsoft.com/office/drawing/2014/main" id="{AB192575-3721-BC9D-9B90-8FB13E35B9A3}"/>
                    </a:ext>
                  </a:extLst>
                </p:cNvPr>
                <p:cNvSpPr/>
                <p:nvPr/>
              </p:nvSpPr>
              <p:spPr>
                <a:xfrm>
                  <a:off x="3008086" y="1616212"/>
                  <a:ext cx="3675" cy="41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21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53"/>
                      </a:lnTo>
                      <a:lnTo>
                        <a:pt x="0" y="117"/>
                      </a:lnTo>
                      <a:cubicBezTo>
                        <a:pt x="0" y="170"/>
                        <a:pt x="0" y="255"/>
                        <a:pt x="16" y="319"/>
                      </a:cubicBezTo>
                      <a:cubicBezTo>
                        <a:pt x="16" y="372"/>
                        <a:pt x="36" y="420"/>
                        <a:pt x="36" y="420"/>
                      </a:cubicBezTo>
                      <a:lnTo>
                        <a:pt x="36" y="319"/>
                      </a:lnTo>
                      <a:lnTo>
                        <a:pt x="36" y="117"/>
                      </a:lnTo>
                      <a:lnTo>
                        <a:pt x="36" y="53"/>
                      </a:lnTo>
                      <a:cubicBezTo>
                        <a:pt x="16" y="37"/>
                        <a:pt x="16" y="16"/>
                        <a:pt x="16" y="16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19" name="Google Shape;6319;p71">
                  <a:extLst>
                    <a:ext uri="{FF2B5EF4-FFF2-40B4-BE49-F238E27FC236}">
                      <a16:creationId xmlns:a16="http://schemas.microsoft.com/office/drawing/2014/main" id="{FB0EC665-F6AF-420F-70D6-C83FF6303FC1}"/>
                    </a:ext>
                  </a:extLst>
                </p:cNvPr>
                <p:cNvSpPr/>
                <p:nvPr/>
              </p:nvSpPr>
              <p:spPr>
                <a:xfrm>
                  <a:off x="3028149" y="1589693"/>
                  <a:ext cx="8194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33" extrusionOk="0">
                      <a:moveTo>
                        <a:pt x="85" y="1"/>
                      </a:moveTo>
                      <a:cubicBezTo>
                        <a:pt x="53" y="1"/>
                        <a:pt x="36" y="1"/>
                        <a:pt x="36" y="17"/>
                      </a:cubicBezTo>
                      <a:lnTo>
                        <a:pt x="0" y="17"/>
                      </a:lnTo>
                      <a:lnTo>
                        <a:pt x="16" y="33"/>
                      </a:lnTo>
                      <a:lnTo>
                        <a:pt x="404" y="33"/>
                      </a:lnTo>
                      <a:cubicBezTo>
                        <a:pt x="473" y="17"/>
                        <a:pt x="541" y="17"/>
                        <a:pt x="606" y="17"/>
                      </a:cubicBezTo>
                      <a:cubicBezTo>
                        <a:pt x="723" y="1"/>
                        <a:pt x="824" y="1"/>
                        <a:pt x="82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0" name="Google Shape;6320;p71">
                  <a:extLst>
                    <a:ext uri="{FF2B5EF4-FFF2-40B4-BE49-F238E27FC236}">
                      <a16:creationId xmlns:a16="http://schemas.microsoft.com/office/drawing/2014/main" id="{5325DA58-907F-5EDF-BC69-23420F8737EF}"/>
                    </a:ext>
                  </a:extLst>
                </p:cNvPr>
                <p:cNvSpPr/>
                <p:nvPr/>
              </p:nvSpPr>
              <p:spPr>
                <a:xfrm>
                  <a:off x="3029739" y="1597738"/>
                  <a:ext cx="65455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" h="37" extrusionOk="0">
                      <a:moveTo>
                        <a:pt x="170" y="0"/>
                      </a:moveTo>
                      <a:cubicBezTo>
                        <a:pt x="121" y="21"/>
                        <a:pt x="85" y="21"/>
                        <a:pt x="69" y="21"/>
                      </a:cubicBezTo>
                      <a:lnTo>
                        <a:pt x="20" y="21"/>
                      </a:lnTo>
                      <a:lnTo>
                        <a:pt x="0" y="37"/>
                      </a:lnTo>
                      <a:lnTo>
                        <a:pt x="255" y="37"/>
                      </a:lnTo>
                      <a:cubicBezTo>
                        <a:pt x="271" y="37"/>
                        <a:pt x="303" y="21"/>
                        <a:pt x="323" y="21"/>
                      </a:cubicBezTo>
                      <a:lnTo>
                        <a:pt x="659" y="21"/>
                      </a:lnTo>
                      <a:cubicBezTo>
                        <a:pt x="659" y="21"/>
                        <a:pt x="643" y="0"/>
                        <a:pt x="6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1" name="Google Shape;6321;p71">
                  <a:extLst>
                    <a:ext uri="{FF2B5EF4-FFF2-40B4-BE49-F238E27FC236}">
                      <a16:creationId xmlns:a16="http://schemas.microsoft.com/office/drawing/2014/main" id="{88D49EC8-FF61-0BF6-396D-EE76838B239A}"/>
                    </a:ext>
                  </a:extLst>
                </p:cNvPr>
                <p:cNvSpPr/>
                <p:nvPr/>
              </p:nvSpPr>
              <p:spPr>
                <a:xfrm>
                  <a:off x="3029739" y="1606578"/>
                  <a:ext cx="22149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33" extrusionOk="0">
                      <a:moveTo>
                        <a:pt x="94" y="0"/>
                      </a:moveTo>
                      <a:cubicBezTo>
                        <a:pt x="85" y="0"/>
                        <a:pt x="77" y="4"/>
                        <a:pt x="69" y="12"/>
                      </a:cubicBezTo>
                      <a:lnTo>
                        <a:pt x="0" y="12"/>
                      </a:lnTo>
                      <a:cubicBezTo>
                        <a:pt x="0" y="33"/>
                        <a:pt x="0" y="33"/>
                        <a:pt x="69" y="33"/>
                      </a:cubicBezTo>
                      <a:lnTo>
                        <a:pt x="170" y="33"/>
                      </a:lnTo>
                      <a:cubicBezTo>
                        <a:pt x="202" y="12"/>
                        <a:pt x="222" y="12"/>
                        <a:pt x="222" y="12"/>
                      </a:cubicBezTo>
                      <a:lnTo>
                        <a:pt x="121" y="12"/>
                      </a:lnTo>
                      <a:cubicBezTo>
                        <a:pt x="111" y="4"/>
                        <a:pt x="102" y="0"/>
                        <a:pt x="9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2" name="Google Shape;6322;p71">
                  <a:extLst>
                    <a:ext uri="{FF2B5EF4-FFF2-40B4-BE49-F238E27FC236}">
                      <a16:creationId xmlns:a16="http://schemas.microsoft.com/office/drawing/2014/main" id="{8C78DDF5-567C-E2F4-7E01-94525E95E15D}"/>
                    </a:ext>
                  </a:extLst>
                </p:cNvPr>
                <p:cNvSpPr/>
                <p:nvPr/>
              </p:nvSpPr>
              <p:spPr>
                <a:xfrm>
                  <a:off x="3061821" y="1605485"/>
                  <a:ext cx="8145" cy="2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24" extrusionOk="0">
                      <a:moveTo>
                        <a:pt x="65" y="0"/>
                      </a:moveTo>
                      <a:cubicBezTo>
                        <a:pt x="54" y="0"/>
                        <a:pt x="43" y="7"/>
                        <a:pt x="33" y="7"/>
                      </a:cubicBezTo>
                      <a:cubicBezTo>
                        <a:pt x="0" y="7"/>
                        <a:pt x="0" y="7"/>
                        <a:pt x="0" y="23"/>
                      </a:cubicBezTo>
                      <a:lnTo>
                        <a:pt x="33" y="23"/>
                      </a:lnTo>
                      <a:cubicBezTo>
                        <a:pt x="49" y="23"/>
                        <a:pt x="65" y="7"/>
                        <a:pt x="81" y="7"/>
                      </a:cubicBezTo>
                      <a:cubicBezTo>
                        <a:pt x="76" y="2"/>
                        <a:pt x="70" y="0"/>
                        <a:pt x="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3" name="Google Shape;6323;p71">
                  <a:extLst>
                    <a:ext uri="{FF2B5EF4-FFF2-40B4-BE49-F238E27FC236}">
                      <a16:creationId xmlns:a16="http://schemas.microsoft.com/office/drawing/2014/main" id="{F0A95671-BA80-DF9D-1A33-3A68509F1534}"/>
                    </a:ext>
                  </a:extLst>
                </p:cNvPr>
                <p:cNvSpPr/>
                <p:nvPr/>
              </p:nvSpPr>
              <p:spPr>
                <a:xfrm>
                  <a:off x="3103537" y="1596149"/>
                  <a:ext cx="23341" cy="2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26" extrusionOk="0">
                      <a:moveTo>
                        <a:pt x="49" y="0"/>
                      </a:moveTo>
                      <a:cubicBezTo>
                        <a:pt x="17" y="0"/>
                        <a:pt x="0" y="0"/>
                        <a:pt x="0" y="16"/>
                      </a:cubicBezTo>
                      <a:cubicBezTo>
                        <a:pt x="0" y="16"/>
                        <a:pt x="0" y="25"/>
                        <a:pt x="15" y="25"/>
                      </a:cubicBezTo>
                      <a:cubicBezTo>
                        <a:pt x="22" y="25"/>
                        <a:pt x="33" y="23"/>
                        <a:pt x="49" y="16"/>
                      </a:cubicBezTo>
                      <a:lnTo>
                        <a:pt x="166" y="16"/>
                      </a:lnTo>
                      <a:cubicBezTo>
                        <a:pt x="202" y="0"/>
                        <a:pt x="235" y="0"/>
                        <a:pt x="2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4" name="Google Shape;6324;p71">
                  <a:extLst>
                    <a:ext uri="{FF2B5EF4-FFF2-40B4-BE49-F238E27FC236}">
                      <a16:creationId xmlns:a16="http://schemas.microsoft.com/office/drawing/2014/main" id="{3A0913CB-9FCA-0B4A-79AF-9268B3AA8DB5}"/>
                    </a:ext>
                  </a:extLst>
                </p:cNvPr>
                <p:cNvSpPr/>
                <p:nvPr/>
              </p:nvSpPr>
              <p:spPr>
                <a:xfrm>
                  <a:off x="3345890" y="1616212"/>
                  <a:ext cx="115217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37" extrusionOk="0">
                      <a:moveTo>
                        <a:pt x="118" y="0"/>
                      </a:moveTo>
                      <a:cubicBezTo>
                        <a:pt x="85" y="0"/>
                        <a:pt x="49" y="0"/>
                        <a:pt x="33" y="16"/>
                      </a:cubicBezTo>
                      <a:lnTo>
                        <a:pt x="0" y="16"/>
                      </a:lnTo>
                      <a:lnTo>
                        <a:pt x="33" y="37"/>
                      </a:lnTo>
                      <a:lnTo>
                        <a:pt x="857" y="37"/>
                      </a:lnTo>
                      <a:cubicBezTo>
                        <a:pt x="1027" y="37"/>
                        <a:pt x="1160" y="16"/>
                        <a:pt x="1160" y="16"/>
                      </a:cubicBezTo>
                      <a:lnTo>
                        <a:pt x="857" y="16"/>
                      </a:lnTo>
                      <a:cubicBezTo>
                        <a:pt x="691" y="16"/>
                        <a:pt x="473" y="0"/>
                        <a:pt x="3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5" name="Google Shape;6325;p71">
                  <a:extLst>
                    <a:ext uri="{FF2B5EF4-FFF2-40B4-BE49-F238E27FC236}">
                      <a16:creationId xmlns:a16="http://schemas.microsoft.com/office/drawing/2014/main" id="{900B46AE-44BF-5CB9-BCAC-FB6AC21F9272}"/>
                    </a:ext>
                  </a:extLst>
                </p:cNvPr>
                <p:cNvSpPr/>
                <p:nvPr/>
              </p:nvSpPr>
              <p:spPr>
                <a:xfrm>
                  <a:off x="3362775" y="1591282"/>
                  <a:ext cx="95153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8" h="34" extrusionOk="0">
                      <a:moveTo>
                        <a:pt x="16" y="1"/>
                      </a:moveTo>
                      <a:cubicBezTo>
                        <a:pt x="16" y="1"/>
                        <a:pt x="0" y="1"/>
                        <a:pt x="32" y="17"/>
                      </a:cubicBezTo>
                      <a:cubicBezTo>
                        <a:pt x="49" y="17"/>
                        <a:pt x="65" y="17"/>
                        <a:pt x="101" y="33"/>
                      </a:cubicBezTo>
                      <a:lnTo>
                        <a:pt x="352" y="33"/>
                      </a:lnTo>
                      <a:cubicBezTo>
                        <a:pt x="404" y="17"/>
                        <a:pt x="436" y="17"/>
                        <a:pt x="469" y="17"/>
                      </a:cubicBezTo>
                      <a:lnTo>
                        <a:pt x="707" y="17"/>
                      </a:lnTo>
                      <a:cubicBezTo>
                        <a:pt x="840" y="1"/>
                        <a:pt x="958" y="1"/>
                        <a:pt x="9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6" name="Google Shape;6326;p71">
                  <a:extLst>
                    <a:ext uri="{FF2B5EF4-FFF2-40B4-BE49-F238E27FC236}">
                      <a16:creationId xmlns:a16="http://schemas.microsoft.com/office/drawing/2014/main" id="{DC64E0DF-99A6-7B62-C773-D0B6EB4679EF}"/>
                    </a:ext>
                  </a:extLst>
                </p:cNvPr>
                <p:cNvSpPr/>
                <p:nvPr/>
              </p:nvSpPr>
              <p:spPr>
                <a:xfrm>
                  <a:off x="3738720" y="1586117"/>
                  <a:ext cx="5264" cy="26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271" extrusionOk="0">
                      <a:moveTo>
                        <a:pt x="33" y="0"/>
                      </a:moveTo>
                      <a:cubicBezTo>
                        <a:pt x="33" y="0"/>
                        <a:pt x="33" y="37"/>
                        <a:pt x="16" y="69"/>
                      </a:cubicBezTo>
                      <a:lnTo>
                        <a:pt x="16" y="138"/>
                      </a:lnTo>
                      <a:cubicBezTo>
                        <a:pt x="0" y="154"/>
                        <a:pt x="0" y="186"/>
                        <a:pt x="0" y="202"/>
                      </a:cubicBezTo>
                      <a:cubicBezTo>
                        <a:pt x="16" y="218"/>
                        <a:pt x="16" y="239"/>
                        <a:pt x="16" y="239"/>
                      </a:cubicBezTo>
                      <a:lnTo>
                        <a:pt x="16" y="255"/>
                      </a:lnTo>
                      <a:lnTo>
                        <a:pt x="33" y="271"/>
                      </a:lnTo>
                      <a:lnTo>
                        <a:pt x="33" y="255"/>
                      </a:lnTo>
                      <a:lnTo>
                        <a:pt x="53" y="255"/>
                      </a:lnTo>
                      <a:cubicBezTo>
                        <a:pt x="33" y="255"/>
                        <a:pt x="33" y="239"/>
                        <a:pt x="33" y="239"/>
                      </a:cubicBezTo>
                      <a:lnTo>
                        <a:pt x="33" y="202"/>
                      </a:lnTo>
                      <a:lnTo>
                        <a:pt x="33" y="69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7" name="Google Shape;6327;p71">
                  <a:extLst>
                    <a:ext uri="{FF2B5EF4-FFF2-40B4-BE49-F238E27FC236}">
                      <a16:creationId xmlns:a16="http://schemas.microsoft.com/office/drawing/2014/main" id="{857570A9-DFFC-F679-C5AC-BD3AB5CE8CBF}"/>
                    </a:ext>
                  </a:extLst>
                </p:cNvPr>
                <p:cNvSpPr/>
                <p:nvPr/>
              </p:nvSpPr>
              <p:spPr>
                <a:xfrm>
                  <a:off x="3688561" y="1586117"/>
                  <a:ext cx="57013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" h="37" extrusionOk="0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53" y="16"/>
                      </a:lnTo>
                      <a:cubicBezTo>
                        <a:pt x="69" y="37"/>
                        <a:pt x="101" y="37"/>
                        <a:pt x="154" y="37"/>
                      </a:cubicBezTo>
                      <a:cubicBezTo>
                        <a:pt x="186" y="37"/>
                        <a:pt x="235" y="37"/>
                        <a:pt x="271" y="16"/>
                      </a:cubicBezTo>
                      <a:lnTo>
                        <a:pt x="356" y="16"/>
                      </a:lnTo>
                      <a:cubicBezTo>
                        <a:pt x="372" y="16"/>
                        <a:pt x="388" y="37"/>
                        <a:pt x="420" y="37"/>
                      </a:cubicBezTo>
                      <a:lnTo>
                        <a:pt x="574" y="37"/>
                      </a:lnTo>
                      <a:cubicBezTo>
                        <a:pt x="574" y="37"/>
                        <a:pt x="558" y="37"/>
                        <a:pt x="521" y="16"/>
                      </a:cubicBezTo>
                      <a:lnTo>
                        <a:pt x="420" y="16"/>
                      </a:lnTo>
                      <a:cubicBezTo>
                        <a:pt x="388" y="0"/>
                        <a:pt x="372" y="0"/>
                        <a:pt x="3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8" name="Google Shape;6328;p71">
                  <a:extLst>
                    <a:ext uri="{FF2B5EF4-FFF2-40B4-BE49-F238E27FC236}">
                      <a16:creationId xmlns:a16="http://schemas.microsoft.com/office/drawing/2014/main" id="{A69932C5-6F35-5931-9421-AF6E1CAD16BC}"/>
                    </a:ext>
                  </a:extLst>
                </p:cNvPr>
                <p:cNvSpPr/>
                <p:nvPr/>
              </p:nvSpPr>
              <p:spPr>
                <a:xfrm>
                  <a:off x="3670087" y="1584528"/>
                  <a:ext cx="71911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" h="53" extrusionOk="0">
                      <a:moveTo>
                        <a:pt x="154" y="0"/>
                      </a:moveTo>
                      <a:cubicBezTo>
                        <a:pt x="118" y="16"/>
                        <a:pt x="102" y="16"/>
                        <a:pt x="69" y="16"/>
                      </a:cubicBezTo>
                      <a:cubicBezTo>
                        <a:pt x="53" y="16"/>
                        <a:pt x="17" y="16"/>
                        <a:pt x="1" y="32"/>
                      </a:cubicBezTo>
                      <a:lnTo>
                        <a:pt x="69" y="32"/>
                      </a:lnTo>
                      <a:cubicBezTo>
                        <a:pt x="102" y="32"/>
                        <a:pt x="118" y="16"/>
                        <a:pt x="154" y="16"/>
                      </a:cubicBezTo>
                      <a:lnTo>
                        <a:pt x="255" y="16"/>
                      </a:lnTo>
                      <a:cubicBezTo>
                        <a:pt x="287" y="32"/>
                        <a:pt x="320" y="32"/>
                        <a:pt x="340" y="32"/>
                      </a:cubicBezTo>
                      <a:lnTo>
                        <a:pt x="522" y="32"/>
                      </a:lnTo>
                      <a:cubicBezTo>
                        <a:pt x="574" y="53"/>
                        <a:pt x="623" y="53"/>
                        <a:pt x="659" y="53"/>
                      </a:cubicBezTo>
                      <a:lnTo>
                        <a:pt x="724" y="53"/>
                      </a:lnTo>
                      <a:cubicBezTo>
                        <a:pt x="724" y="53"/>
                        <a:pt x="724" y="32"/>
                        <a:pt x="707" y="32"/>
                      </a:cubicBezTo>
                      <a:cubicBezTo>
                        <a:pt x="707" y="32"/>
                        <a:pt x="691" y="32"/>
                        <a:pt x="659" y="16"/>
                      </a:cubicBezTo>
                      <a:lnTo>
                        <a:pt x="606" y="16"/>
                      </a:lnTo>
                      <a:cubicBezTo>
                        <a:pt x="590" y="16"/>
                        <a:pt x="558" y="16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29" name="Google Shape;6329;p71">
                  <a:extLst>
                    <a:ext uri="{FF2B5EF4-FFF2-40B4-BE49-F238E27FC236}">
                      <a16:creationId xmlns:a16="http://schemas.microsoft.com/office/drawing/2014/main" id="{0852D737-FE29-A866-1542-68B8BF4798D3}"/>
                    </a:ext>
                  </a:extLst>
                </p:cNvPr>
                <p:cNvSpPr/>
                <p:nvPr/>
              </p:nvSpPr>
              <p:spPr>
                <a:xfrm>
                  <a:off x="3765538" y="1616808"/>
                  <a:ext cx="4966" cy="93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940" extrusionOk="0">
                      <a:moveTo>
                        <a:pt x="18" y="0"/>
                      </a:moveTo>
                      <a:cubicBezTo>
                        <a:pt x="17" y="0"/>
                        <a:pt x="17" y="4"/>
                        <a:pt x="17" y="10"/>
                      </a:cubicBezTo>
                      <a:cubicBezTo>
                        <a:pt x="1" y="10"/>
                        <a:pt x="1" y="10"/>
                        <a:pt x="1" y="31"/>
                      </a:cubicBezTo>
                      <a:lnTo>
                        <a:pt x="17" y="47"/>
                      </a:lnTo>
                      <a:lnTo>
                        <a:pt x="17" y="63"/>
                      </a:lnTo>
                      <a:lnTo>
                        <a:pt x="17" y="95"/>
                      </a:lnTo>
                      <a:cubicBezTo>
                        <a:pt x="17" y="132"/>
                        <a:pt x="17" y="180"/>
                        <a:pt x="1" y="249"/>
                      </a:cubicBezTo>
                      <a:lnTo>
                        <a:pt x="1" y="350"/>
                      </a:lnTo>
                      <a:lnTo>
                        <a:pt x="1" y="467"/>
                      </a:lnTo>
                      <a:cubicBezTo>
                        <a:pt x="17" y="536"/>
                        <a:pt x="17" y="616"/>
                        <a:pt x="17" y="685"/>
                      </a:cubicBezTo>
                      <a:cubicBezTo>
                        <a:pt x="33" y="818"/>
                        <a:pt x="33" y="939"/>
                        <a:pt x="33" y="939"/>
                      </a:cubicBezTo>
                      <a:lnTo>
                        <a:pt x="33" y="685"/>
                      </a:lnTo>
                      <a:lnTo>
                        <a:pt x="33" y="467"/>
                      </a:lnTo>
                      <a:lnTo>
                        <a:pt x="33" y="350"/>
                      </a:lnTo>
                      <a:lnTo>
                        <a:pt x="33" y="249"/>
                      </a:lnTo>
                      <a:cubicBezTo>
                        <a:pt x="49" y="180"/>
                        <a:pt x="49" y="132"/>
                        <a:pt x="33" y="95"/>
                      </a:cubicBezTo>
                      <a:lnTo>
                        <a:pt x="33" y="47"/>
                      </a:lnTo>
                      <a:lnTo>
                        <a:pt x="33" y="31"/>
                      </a:lnTo>
                      <a:cubicBezTo>
                        <a:pt x="24" y="9"/>
                        <a:pt x="20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0" name="Google Shape;6330;p71">
                  <a:extLst>
                    <a:ext uri="{FF2B5EF4-FFF2-40B4-BE49-F238E27FC236}">
                      <a16:creationId xmlns:a16="http://schemas.microsoft.com/office/drawing/2014/main" id="{CF1BA9D8-4BFB-46AA-E0DD-5E3E74A2D4B7}"/>
                    </a:ext>
                  </a:extLst>
                </p:cNvPr>
                <p:cNvSpPr/>
                <p:nvPr/>
              </p:nvSpPr>
              <p:spPr>
                <a:xfrm>
                  <a:off x="3217066" y="1836416"/>
                  <a:ext cx="11720" cy="8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90" extrusionOk="0">
                      <a:moveTo>
                        <a:pt x="100" y="1"/>
                      </a:moveTo>
                      <a:cubicBezTo>
                        <a:pt x="94" y="1"/>
                        <a:pt x="86" y="5"/>
                        <a:pt x="69" y="21"/>
                      </a:cubicBezTo>
                      <a:lnTo>
                        <a:pt x="53" y="41"/>
                      </a:lnTo>
                      <a:lnTo>
                        <a:pt x="17" y="74"/>
                      </a:lnTo>
                      <a:lnTo>
                        <a:pt x="1" y="90"/>
                      </a:lnTo>
                      <a:lnTo>
                        <a:pt x="1" y="90"/>
                      </a:lnTo>
                      <a:lnTo>
                        <a:pt x="33" y="74"/>
                      </a:lnTo>
                      <a:lnTo>
                        <a:pt x="53" y="58"/>
                      </a:lnTo>
                      <a:cubicBezTo>
                        <a:pt x="69" y="41"/>
                        <a:pt x="86" y="41"/>
                        <a:pt x="86" y="41"/>
                      </a:cubicBezTo>
                      <a:lnTo>
                        <a:pt x="118" y="5"/>
                      </a:lnTo>
                      <a:cubicBezTo>
                        <a:pt x="110" y="5"/>
                        <a:pt x="106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1" name="Google Shape;6331;p71">
                  <a:extLst>
                    <a:ext uri="{FF2B5EF4-FFF2-40B4-BE49-F238E27FC236}">
                      <a16:creationId xmlns:a16="http://schemas.microsoft.com/office/drawing/2014/main" id="{F4EE7C21-93EE-537C-4BED-F6A2D454289D}"/>
                    </a:ext>
                  </a:extLst>
                </p:cNvPr>
                <p:cNvSpPr/>
                <p:nvPr/>
              </p:nvSpPr>
              <p:spPr>
                <a:xfrm>
                  <a:off x="3222330" y="1840488"/>
                  <a:ext cx="14899" cy="1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09" extrusionOk="0">
                      <a:moveTo>
                        <a:pt x="150" y="0"/>
                      </a:moveTo>
                      <a:cubicBezTo>
                        <a:pt x="134" y="0"/>
                        <a:pt x="117" y="17"/>
                        <a:pt x="81" y="17"/>
                      </a:cubicBezTo>
                      <a:lnTo>
                        <a:pt x="49" y="49"/>
                      </a:lnTo>
                      <a:cubicBezTo>
                        <a:pt x="33" y="65"/>
                        <a:pt x="16" y="65"/>
                        <a:pt x="16" y="81"/>
                      </a:cubicBezTo>
                      <a:cubicBezTo>
                        <a:pt x="0" y="81"/>
                        <a:pt x="0" y="101"/>
                        <a:pt x="0" y="101"/>
                      </a:cubicBezTo>
                      <a:cubicBezTo>
                        <a:pt x="0" y="101"/>
                        <a:pt x="0" y="109"/>
                        <a:pt x="5" y="109"/>
                      </a:cubicBezTo>
                      <a:cubicBezTo>
                        <a:pt x="7" y="109"/>
                        <a:pt x="11" y="107"/>
                        <a:pt x="16" y="101"/>
                      </a:cubicBezTo>
                      <a:cubicBezTo>
                        <a:pt x="33" y="81"/>
                        <a:pt x="33" y="81"/>
                        <a:pt x="49" y="65"/>
                      </a:cubicBezTo>
                      <a:cubicBezTo>
                        <a:pt x="65" y="49"/>
                        <a:pt x="81" y="49"/>
                        <a:pt x="101" y="33"/>
                      </a:cubicBezTo>
                      <a:cubicBezTo>
                        <a:pt x="117" y="17"/>
                        <a:pt x="134" y="17"/>
                        <a:pt x="1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2" name="Google Shape;6332;p71">
                  <a:extLst>
                    <a:ext uri="{FF2B5EF4-FFF2-40B4-BE49-F238E27FC236}">
                      <a16:creationId xmlns:a16="http://schemas.microsoft.com/office/drawing/2014/main" id="{E830B4F5-953E-BAB1-F5CE-3A8C619A7DB1}"/>
                    </a:ext>
                  </a:extLst>
                </p:cNvPr>
                <p:cNvSpPr/>
                <p:nvPr/>
              </p:nvSpPr>
              <p:spPr>
                <a:xfrm>
                  <a:off x="3245572" y="1834529"/>
                  <a:ext cx="11720" cy="7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77" extrusionOk="0">
                      <a:moveTo>
                        <a:pt x="108" y="1"/>
                      </a:moveTo>
                      <a:cubicBezTo>
                        <a:pt x="103" y="1"/>
                        <a:pt x="96" y="2"/>
                        <a:pt x="85" y="8"/>
                      </a:cubicBezTo>
                      <a:cubicBezTo>
                        <a:pt x="85" y="24"/>
                        <a:pt x="69" y="24"/>
                        <a:pt x="49" y="24"/>
                      </a:cubicBezTo>
                      <a:cubicBezTo>
                        <a:pt x="49" y="40"/>
                        <a:pt x="33" y="40"/>
                        <a:pt x="33" y="40"/>
                      </a:cubicBezTo>
                      <a:lnTo>
                        <a:pt x="1" y="77"/>
                      </a:lnTo>
                      <a:cubicBezTo>
                        <a:pt x="1" y="77"/>
                        <a:pt x="17" y="60"/>
                        <a:pt x="33" y="60"/>
                      </a:cubicBezTo>
                      <a:cubicBezTo>
                        <a:pt x="49" y="60"/>
                        <a:pt x="49" y="40"/>
                        <a:pt x="69" y="40"/>
                      </a:cubicBezTo>
                      <a:cubicBezTo>
                        <a:pt x="69" y="40"/>
                        <a:pt x="85" y="24"/>
                        <a:pt x="102" y="24"/>
                      </a:cubicBezTo>
                      <a:lnTo>
                        <a:pt x="118" y="8"/>
                      </a:lnTo>
                      <a:cubicBezTo>
                        <a:pt x="118" y="8"/>
                        <a:pt x="118" y="1"/>
                        <a:pt x="1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3" name="Google Shape;6333;p71">
                  <a:extLst>
                    <a:ext uri="{FF2B5EF4-FFF2-40B4-BE49-F238E27FC236}">
                      <a16:creationId xmlns:a16="http://schemas.microsoft.com/office/drawing/2014/main" id="{E3CE04B5-FE8E-649D-0037-25ACBE06EA80}"/>
                    </a:ext>
                  </a:extLst>
                </p:cNvPr>
                <p:cNvSpPr/>
                <p:nvPr/>
              </p:nvSpPr>
              <p:spPr>
                <a:xfrm>
                  <a:off x="3252425" y="1833635"/>
                  <a:ext cx="18077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" h="118" extrusionOk="0">
                      <a:moveTo>
                        <a:pt x="166" y="1"/>
                      </a:moveTo>
                      <a:lnTo>
                        <a:pt x="150" y="17"/>
                      </a:lnTo>
                      <a:cubicBezTo>
                        <a:pt x="150" y="17"/>
                        <a:pt x="134" y="17"/>
                        <a:pt x="117" y="33"/>
                      </a:cubicBezTo>
                      <a:cubicBezTo>
                        <a:pt x="101" y="33"/>
                        <a:pt x="65" y="69"/>
                        <a:pt x="33" y="86"/>
                      </a:cubicBezTo>
                      <a:lnTo>
                        <a:pt x="0" y="118"/>
                      </a:lnTo>
                      <a:cubicBezTo>
                        <a:pt x="16" y="118"/>
                        <a:pt x="33" y="102"/>
                        <a:pt x="49" y="102"/>
                      </a:cubicBezTo>
                      <a:cubicBezTo>
                        <a:pt x="65" y="86"/>
                        <a:pt x="101" y="69"/>
                        <a:pt x="134" y="49"/>
                      </a:cubicBezTo>
                      <a:cubicBezTo>
                        <a:pt x="150" y="33"/>
                        <a:pt x="150" y="33"/>
                        <a:pt x="166" y="33"/>
                      </a:cubicBezTo>
                      <a:lnTo>
                        <a:pt x="166" y="17"/>
                      </a:lnTo>
                      <a:lnTo>
                        <a:pt x="182" y="17"/>
                      </a:lnTo>
                      <a:cubicBezTo>
                        <a:pt x="182" y="17"/>
                        <a:pt x="182" y="1"/>
                        <a:pt x="1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4" name="Google Shape;6334;p71">
                  <a:extLst>
                    <a:ext uri="{FF2B5EF4-FFF2-40B4-BE49-F238E27FC236}">
                      <a16:creationId xmlns:a16="http://schemas.microsoft.com/office/drawing/2014/main" id="{C83933F7-02CC-5B36-79D3-9DA6D2624344}"/>
                    </a:ext>
                  </a:extLst>
                </p:cNvPr>
                <p:cNvSpPr/>
                <p:nvPr/>
              </p:nvSpPr>
              <p:spPr>
                <a:xfrm>
                  <a:off x="3267225" y="1833635"/>
                  <a:ext cx="16985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18" extrusionOk="0">
                      <a:moveTo>
                        <a:pt x="170" y="1"/>
                      </a:moveTo>
                      <a:cubicBezTo>
                        <a:pt x="170" y="1"/>
                        <a:pt x="154" y="1"/>
                        <a:pt x="118" y="17"/>
                      </a:cubicBezTo>
                      <a:cubicBezTo>
                        <a:pt x="102" y="33"/>
                        <a:pt x="86" y="49"/>
                        <a:pt x="69" y="49"/>
                      </a:cubicBezTo>
                      <a:lnTo>
                        <a:pt x="33" y="86"/>
                      </a:lnTo>
                      <a:lnTo>
                        <a:pt x="1" y="118"/>
                      </a:lnTo>
                      <a:cubicBezTo>
                        <a:pt x="1" y="118"/>
                        <a:pt x="17" y="102"/>
                        <a:pt x="33" y="102"/>
                      </a:cubicBezTo>
                      <a:cubicBezTo>
                        <a:pt x="53" y="86"/>
                        <a:pt x="69" y="86"/>
                        <a:pt x="86" y="69"/>
                      </a:cubicBezTo>
                      <a:cubicBezTo>
                        <a:pt x="102" y="49"/>
                        <a:pt x="118" y="49"/>
                        <a:pt x="118" y="33"/>
                      </a:cubicBezTo>
                      <a:cubicBezTo>
                        <a:pt x="154" y="17"/>
                        <a:pt x="170" y="17"/>
                        <a:pt x="170" y="17"/>
                      </a:cubicBezTo>
                      <a:lnTo>
                        <a:pt x="1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5" name="Google Shape;6335;p71">
                  <a:extLst>
                    <a:ext uri="{FF2B5EF4-FFF2-40B4-BE49-F238E27FC236}">
                      <a16:creationId xmlns:a16="http://schemas.microsoft.com/office/drawing/2014/main" id="{9C148636-E2B8-DA18-2952-6971C46659B3}"/>
                    </a:ext>
                  </a:extLst>
                </p:cNvPr>
                <p:cNvSpPr/>
                <p:nvPr/>
              </p:nvSpPr>
              <p:spPr>
                <a:xfrm>
                  <a:off x="3254014" y="1835224"/>
                  <a:ext cx="44994" cy="3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" h="337" extrusionOk="0">
                      <a:moveTo>
                        <a:pt x="437" y="1"/>
                      </a:moveTo>
                      <a:cubicBezTo>
                        <a:pt x="437" y="17"/>
                        <a:pt x="437" y="17"/>
                        <a:pt x="420" y="17"/>
                      </a:cubicBezTo>
                      <a:lnTo>
                        <a:pt x="404" y="17"/>
                      </a:lnTo>
                      <a:cubicBezTo>
                        <a:pt x="388" y="33"/>
                        <a:pt x="352" y="33"/>
                        <a:pt x="320" y="70"/>
                      </a:cubicBezTo>
                      <a:cubicBezTo>
                        <a:pt x="303" y="70"/>
                        <a:pt x="287" y="86"/>
                        <a:pt x="267" y="102"/>
                      </a:cubicBezTo>
                      <a:cubicBezTo>
                        <a:pt x="251" y="102"/>
                        <a:pt x="235" y="118"/>
                        <a:pt x="219" y="134"/>
                      </a:cubicBezTo>
                      <a:cubicBezTo>
                        <a:pt x="186" y="171"/>
                        <a:pt x="150" y="203"/>
                        <a:pt x="118" y="235"/>
                      </a:cubicBezTo>
                      <a:cubicBezTo>
                        <a:pt x="150" y="203"/>
                        <a:pt x="186" y="187"/>
                        <a:pt x="235" y="154"/>
                      </a:cubicBezTo>
                      <a:cubicBezTo>
                        <a:pt x="251" y="134"/>
                        <a:pt x="267" y="118"/>
                        <a:pt x="287" y="118"/>
                      </a:cubicBezTo>
                      <a:cubicBezTo>
                        <a:pt x="303" y="102"/>
                        <a:pt x="320" y="86"/>
                        <a:pt x="336" y="86"/>
                      </a:cubicBezTo>
                      <a:cubicBezTo>
                        <a:pt x="368" y="53"/>
                        <a:pt x="388" y="53"/>
                        <a:pt x="404" y="33"/>
                      </a:cubicBezTo>
                      <a:cubicBezTo>
                        <a:pt x="420" y="33"/>
                        <a:pt x="420" y="33"/>
                        <a:pt x="437" y="17"/>
                      </a:cubicBezTo>
                      <a:lnTo>
                        <a:pt x="453" y="17"/>
                      </a:lnTo>
                      <a:cubicBezTo>
                        <a:pt x="453" y="1"/>
                        <a:pt x="453" y="1"/>
                        <a:pt x="437" y="1"/>
                      </a:cubicBezTo>
                      <a:close/>
                      <a:moveTo>
                        <a:pt x="118" y="235"/>
                      </a:moveTo>
                      <a:cubicBezTo>
                        <a:pt x="86" y="260"/>
                        <a:pt x="58" y="283"/>
                        <a:pt x="38" y="301"/>
                      </a:cubicBezTo>
                      <a:lnTo>
                        <a:pt x="38" y="301"/>
                      </a:lnTo>
                      <a:cubicBezTo>
                        <a:pt x="67" y="286"/>
                        <a:pt x="87" y="270"/>
                        <a:pt x="118" y="235"/>
                      </a:cubicBezTo>
                      <a:close/>
                      <a:moveTo>
                        <a:pt x="38" y="301"/>
                      </a:moveTo>
                      <a:cubicBezTo>
                        <a:pt x="36" y="302"/>
                        <a:pt x="34" y="303"/>
                        <a:pt x="33" y="304"/>
                      </a:cubicBezTo>
                      <a:lnTo>
                        <a:pt x="0" y="336"/>
                      </a:lnTo>
                      <a:cubicBezTo>
                        <a:pt x="0" y="336"/>
                        <a:pt x="14" y="322"/>
                        <a:pt x="38" y="30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6" name="Google Shape;6336;p71">
                  <a:extLst>
                    <a:ext uri="{FF2B5EF4-FFF2-40B4-BE49-F238E27FC236}">
                      <a16:creationId xmlns:a16="http://schemas.microsoft.com/office/drawing/2014/main" id="{642B22F4-2709-05C9-C01B-54C895B2F80C}"/>
                    </a:ext>
                  </a:extLst>
                </p:cNvPr>
                <p:cNvSpPr/>
                <p:nvPr/>
              </p:nvSpPr>
              <p:spPr>
                <a:xfrm>
                  <a:off x="3230375" y="1876941"/>
                  <a:ext cx="10131" cy="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61" extrusionOk="0">
                      <a:moveTo>
                        <a:pt x="101" y="1"/>
                      </a:moveTo>
                      <a:cubicBezTo>
                        <a:pt x="101" y="1"/>
                        <a:pt x="85" y="1"/>
                        <a:pt x="69" y="17"/>
                      </a:cubicBezTo>
                      <a:cubicBezTo>
                        <a:pt x="69" y="17"/>
                        <a:pt x="53" y="17"/>
                        <a:pt x="36" y="37"/>
                      </a:cubicBezTo>
                      <a:cubicBezTo>
                        <a:pt x="0" y="54"/>
                        <a:pt x="20" y="54"/>
                        <a:pt x="20" y="54"/>
                      </a:cubicBezTo>
                      <a:cubicBezTo>
                        <a:pt x="20" y="54"/>
                        <a:pt x="20" y="61"/>
                        <a:pt x="25" y="61"/>
                      </a:cubicBezTo>
                      <a:cubicBezTo>
                        <a:pt x="27" y="61"/>
                        <a:pt x="31" y="59"/>
                        <a:pt x="36" y="54"/>
                      </a:cubicBezTo>
                      <a:cubicBezTo>
                        <a:pt x="53" y="37"/>
                        <a:pt x="69" y="37"/>
                        <a:pt x="85" y="17"/>
                      </a:cubicBezTo>
                      <a:cubicBezTo>
                        <a:pt x="85" y="1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7" name="Google Shape;6337;p71">
                  <a:extLst>
                    <a:ext uri="{FF2B5EF4-FFF2-40B4-BE49-F238E27FC236}">
                      <a16:creationId xmlns:a16="http://schemas.microsoft.com/office/drawing/2014/main" id="{7D60B09A-E914-48E1-4F1A-2C8C59E4AAE4}"/>
                    </a:ext>
                  </a:extLst>
                </p:cNvPr>
                <p:cNvSpPr/>
                <p:nvPr/>
              </p:nvSpPr>
              <p:spPr>
                <a:xfrm>
                  <a:off x="3297320" y="1833635"/>
                  <a:ext cx="21752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135" extrusionOk="0">
                      <a:moveTo>
                        <a:pt x="219" y="1"/>
                      </a:moveTo>
                      <a:cubicBezTo>
                        <a:pt x="203" y="1"/>
                        <a:pt x="186" y="1"/>
                        <a:pt x="154" y="17"/>
                      </a:cubicBezTo>
                      <a:cubicBezTo>
                        <a:pt x="134" y="33"/>
                        <a:pt x="118" y="49"/>
                        <a:pt x="102" y="49"/>
                      </a:cubicBezTo>
                      <a:cubicBezTo>
                        <a:pt x="85" y="69"/>
                        <a:pt x="53" y="86"/>
                        <a:pt x="33" y="102"/>
                      </a:cubicBezTo>
                      <a:cubicBezTo>
                        <a:pt x="33" y="102"/>
                        <a:pt x="17" y="102"/>
                        <a:pt x="17" y="118"/>
                      </a:cubicBezTo>
                      <a:cubicBezTo>
                        <a:pt x="33" y="118"/>
                        <a:pt x="33" y="102"/>
                        <a:pt x="53" y="102"/>
                      </a:cubicBezTo>
                      <a:cubicBezTo>
                        <a:pt x="69" y="102"/>
                        <a:pt x="85" y="86"/>
                        <a:pt x="102" y="69"/>
                      </a:cubicBezTo>
                      <a:cubicBezTo>
                        <a:pt x="134" y="69"/>
                        <a:pt x="154" y="49"/>
                        <a:pt x="170" y="49"/>
                      </a:cubicBezTo>
                      <a:cubicBezTo>
                        <a:pt x="203" y="17"/>
                        <a:pt x="219" y="17"/>
                        <a:pt x="219" y="1"/>
                      </a:cubicBezTo>
                      <a:close/>
                      <a:moveTo>
                        <a:pt x="17" y="118"/>
                      </a:moveTo>
                      <a:cubicBezTo>
                        <a:pt x="17" y="118"/>
                        <a:pt x="1" y="118"/>
                        <a:pt x="1" y="134"/>
                      </a:cubicBezTo>
                      <a:lnTo>
                        <a:pt x="17" y="1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8" name="Google Shape;6338;p71">
                  <a:extLst>
                    <a:ext uri="{FF2B5EF4-FFF2-40B4-BE49-F238E27FC236}">
                      <a16:creationId xmlns:a16="http://schemas.microsoft.com/office/drawing/2014/main" id="{2326C332-8CC9-860D-6E58-916312B01587}"/>
                    </a:ext>
                  </a:extLst>
                </p:cNvPr>
                <p:cNvSpPr/>
                <p:nvPr/>
              </p:nvSpPr>
              <p:spPr>
                <a:xfrm>
                  <a:off x="3320562" y="1834827"/>
                  <a:ext cx="10131" cy="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74" extrusionOk="0">
                      <a:moveTo>
                        <a:pt x="82" y="1"/>
                      </a:moveTo>
                      <a:cubicBezTo>
                        <a:pt x="78" y="1"/>
                        <a:pt x="70" y="5"/>
                        <a:pt x="53" y="21"/>
                      </a:cubicBezTo>
                      <a:lnTo>
                        <a:pt x="37" y="21"/>
                      </a:lnTo>
                      <a:cubicBezTo>
                        <a:pt x="37" y="37"/>
                        <a:pt x="37" y="37"/>
                        <a:pt x="21" y="37"/>
                      </a:cubicBezTo>
                      <a:cubicBezTo>
                        <a:pt x="1" y="57"/>
                        <a:pt x="1" y="74"/>
                        <a:pt x="1" y="74"/>
                      </a:cubicBezTo>
                      <a:cubicBezTo>
                        <a:pt x="1" y="74"/>
                        <a:pt x="21" y="57"/>
                        <a:pt x="37" y="57"/>
                      </a:cubicBezTo>
                      <a:cubicBezTo>
                        <a:pt x="37" y="57"/>
                        <a:pt x="53" y="57"/>
                        <a:pt x="53" y="37"/>
                      </a:cubicBezTo>
                      <a:lnTo>
                        <a:pt x="70" y="37"/>
                      </a:lnTo>
                      <a:cubicBezTo>
                        <a:pt x="102" y="5"/>
                        <a:pt x="86" y="5"/>
                        <a:pt x="86" y="5"/>
                      </a:cubicBezTo>
                      <a:cubicBezTo>
                        <a:pt x="86" y="5"/>
                        <a:pt x="86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39" name="Google Shape;6339;p71">
                  <a:extLst>
                    <a:ext uri="{FF2B5EF4-FFF2-40B4-BE49-F238E27FC236}">
                      <a16:creationId xmlns:a16="http://schemas.microsoft.com/office/drawing/2014/main" id="{4A2871E5-B0C2-FD78-9BAC-2342A6954855}"/>
                    </a:ext>
                  </a:extLst>
                </p:cNvPr>
                <p:cNvSpPr/>
                <p:nvPr/>
              </p:nvSpPr>
              <p:spPr>
                <a:xfrm>
                  <a:off x="3339037" y="1833635"/>
                  <a:ext cx="1380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86" extrusionOk="0">
                      <a:moveTo>
                        <a:pt x="118" y="1"/>
                      </a:moveTo>
                      <a:cubicBezTo>
                        <a:pt x="118" y="1"/>
                        <a:pt x="102" y="1"/>
                        <a:pt x="86" y="17"/>
                      </a:cubicBezTo>
                      <a:cubicBezTo>
                        <a:pt x="69" y="17"/>
                        <a:pt x="69" y="17"/>
                        <a:pt x="53" y="33"/>
                      </a:cubicBezTo>
                      <a:cubicBezTo>
                        <a:pt x="37" y="33"/>
                        <a:pt x="37" y="49"/>
                        <a:pt x="17" y="49"/>
                      </a:cubicBezTo>
                      <a:cubicBezTo>
                        <a:pt x="17" y="69"/>
                        <a:pt x="1" y="69"/>
                        <a:pt x="1" y="86"/>
                      </a:cubicBezTo>
                      <a:cubicBezTo>
                        <a:pt x="17" y="86"/>
                        <a:pt x="17" y="69"/>
                        <a:pt x="37" y="69"/>
                      </a:cubicBezTo>
                      <a:cubicBezTo>
                        <a:pt x="37" y="69"/>
                        <a:pt x="53" y="49"/>
                        <a:pt x="69" y="49"/>
                      </a:cubicBezTo>
                      <a:cubicBezTo>
                        <a:pt x="69" y="33"/>
                        <a:pt x="86" y="33"/>
                        <a:pt x="86" y="33"/>
                      </a:cubicBezTo>
                      <a:cubicBezTo>
                        <a:pt x="138" y="17"/>
                        <a:pt x="118" y="1"/>
                        <a:pt x="1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0" name="Google Shape;6340;p71">
                  <a:extLst>
                    <a:ext uri="{FF2B5EF4-FFF2-40B4-BE49-F238E27FC236}">
                      <a16:creationId xmlns:a16="http://schemas.microsoft.com/office/drawing/2014/main" id="{9270B703-18B5-C4DB-E6C5-653AF3BD38C2}"/>
                    </a:ext>
                  </a:extLst>
                </p:cNvPr>
                <p:cNvSpPr/>
                <p:nvPr/>
              </p:nvSpPr>
              <p:spPr>
                <a:xfrm>
                  <a:off x="3352743" y="1833635"/>
                  <a:ext cx="14899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86" extrusionOk="0">
                      <a:moveTo>
                        <a:pt x="117" y="1"/>
                      </a:moveTo>
                      <a:cubicBezTo>
                        <a:pt x="117" y="1"/>
                        <a:pt x="101" y="17"/>
                        <a:pt x="81" y="17"/>
                      </a:cubicBezTo>
                      <a:cubicBezTo>
                        <a:pt x="65" y="17"/>
                        <a:pt x="49" y="33"/>
                        <a:pt x="32" y="49"/>
                      </a:cubicBezTo>
                      <a:cubicBezTo>
                        <a:pt x="16" y="49"/>
                        <a:pt x="16" y="69"/>
                        <a:pt x="0" y="86"/>
                      </a:cubicBezTo>
                      <a:cubicBezTo>
                        <a:pt x="16" y="86"/>
                        <a:pt x="32" y="69"/>
                        <a:pt x="49" y="69"/>
                      </a:cubicBezTo>
                      <a:cubicBezTo>
                        <a:pt x="65" y="49"/>
                        <a:pt x="81" y="49"/>
                        <a:pt x="101" y="33"/>
                      </a:cubicBezTo>
                      <a:cubicBezTo>
                        <a:pt x="101" y="33"/>
                        <a:pt x="117" y="17"/>
                        <a:pt x="133" y="17"/>
                      </a:cubicBez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1" name="Google Shape;6341;p71">
                  <a:extLst>
                    <a:ext uri="{FF2B5EF4-FFF2-40B4-BE49-F238E27FC236}">
                      <a16:creationId xmlns:a16="http://schemas.microsoft.com/office/drawing/2014/main" id="{1DB7E9F6-A3FF-F52B-2B9A-72CD849B232F}"/>
                    </a:ext>
                  </a:extLst>
                </p:cNvPr>
                <p:cNvSpPr/>
                <p:nvPr/>
              </p:nvSpPr>
              <p:spPr>
                <a:xfrm>
                  <a:off x="3364364" y="1832046"/>
                  <a:ext cx="23341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51" extrusionOk="0">
                      <a:moveTo>
                        <a:pt x="235" y="1"/>
                      </a:moveTo>
                      <a:cubicBezTo>
                        <a:pt x="218" y="1"/>
                        <a:pt x="218" y="1"/>
                        <a:pt x="202" y="17"/>
                      </a:cubicBezTo>
                      <a:cubicBezTo>
                        <a:pt x="202" y="17"/>
                        <a:pt x="186" y="17"/>
                        <a:pt x="166" y="33"/>
                      </a:cubicBezTo>
                      <a:cubicBezTo>
                        <a:pt x="134" y="49"/>
                        <a:pt x="101" y="85"/>
                        <a:pt x="65" y="118"/>
                      </a:cubicBezTo>
                      <a:cubicBezTo>
                        <a:pt x="101" y="102"/>
                        <a:pt x="150" y="65"/>
                        <a:pt x="186" y="49"/>
                      </a:cubicBezTo>
                      <a:cubicBezTo>
                        <a:pt x="202" y="49"/>
                        <a:pt x="218" y="33"/>
                        <a:pt x="218" y="33"/>
                      </a:cubicBezTo>
                      <a:lnTo>
                        <a:pt x="235" y="17"/>
                      </a:lnTo>
                      <a:lnTo>
                        <a:pt x="235" y="1"/>
                      </a:lnTo>
                      <a:close/>
                      <a:moveTo>
                        <a:pt x="65" y="118"/>
                      </a:moveTo>
                      <a:cubicBezTo>
                        <a:pt x="49" y="118"/>
                        <a:pt x="33" y="134"/>
                        <a:pt x="16" y="134"/>
                      </a:cubicBezTo>
                      <a:lnTo>
                        <a:pt x="0" y="150"/>
                      </a:lnTo>
                      <a:lnTo>
                        <a:pt x="16" y="150"/>
                      </a:lnTo>
                      <a:cubicBezTo>
                        <a:pt x="33" y="134"/>
                        <a:pt x="49" y="134"/>
                        <a:pt x="65" y="1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2" name="Google Shape;6342;p71">
                  <a:extLst>
                    <a:ext uri="{FF2B5EF4-FFF2-40B4-BE49-F238E27FC236}">
                      <a16:creationId xmlns:a16="http://schemas.microsoft.com/office/drawing/2014/main" id="{97E745BA-B6F0-698E-2AB0-0CF89510FB8F}"/>
                    </a:ext>
                  </a:extLst>
                </p:cNvPr>
                <p:cNvSpPr/>
                <p:nvPr/>
              </p:nvSpPr>
              <p:spPr>
                <a:xfrm>
                  <a:off x="3347479" y="1853699"/>
                  <a:ext cx="8542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50" extrusionOk="0">
                      <a:moveTo>
                        <a:pt x="69" y="1"/>
                      </a:moveTo>
                      <a:cubicBezTo>
                        <a:pt x="53" y="17"/>
                        <a:pt x="33" y="17"/>
                        <a:pt x="17" y="17"/>
                      </a:cubicBezTo>
                      <a:cubicBezTo>
                        <a:pt x="1" y="33"/>
                        <a:pt x="1" y="33"/>
                        <a:pt x="1" y="49"/>
                      </a:cubicBezTo>
                      <a:lnTo>
                        <a:pt x="33" y="33"/>
                      </a:lnTo>
                      <a:cubicBezTo>
                        <a:pt x="33" y="33"/>
                        <a:pt x="53" y="17"/>
                        <a:pt x="69" y="17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3" name="Google Shape;6343;p71">
                  <a:extLst>
                    <a:ext uri="{FF2B5EF4-FFF2-40B4-BE49-F238E27FC236}">
                      <a16:creationId xmlns:a16="http://schemas.microsoft.com/office/drawing/2014/main" id="{9535A70E-DF2A-4DFC-7306-1BA11A34640A}"/>
                    </a:ext>
                  </a:extLst>
                </p:cNvPr>
                <p:cNvSpPr/>
                <p:nvPr/>
              </p:nvSpPr>
              <p:spPr>
                <a:xfrm>
                  <a:off x="3389196" y="1832046"/>
                  <a:ext cx="16985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18" extrusionOk="0">
                      <a:moveTo>
                        <a:pt x="170" y="1"/>
                      </a:moveTo>
                      <a:cubicBezTo>
                        <a:pt x="154" y="1"/>
                        <a:pt x="138" y="1"/>
                        <a:pt x="118" y="17"/>
                      </a:cubicBezTo>
                      <a:cubicBezTo>
                        <a:pt x="102" y="33"/>
                        <a:pt x="86" y="33"/>
                        <a:pt x="69" y="49"/>
                      </a:cubicBezTo>
                      <a:lnTo>
                        <a:pt x="37" y="85"/>
                      </a:lnTo>
                      <a:cubicBezTo>
                        <a:pt x="37" y="85"/>
                        <a:pt x="17" y="102"/>
                        <a:pt x="1" y="102"/>
                      </a:cubicBezTo>
                      <a:lnTo>
                        <a:pt x="1" y="118"/>
                      </a:lnTo>
                      <a:lnTo>
                        <a:pt x="17" y="102"/>
                      </a:lnTo>
                      <a:cubicBezTo>
                        <a:pt x="17" y="102"/>
                        <a:pt x="37" y="102"/>
                        <a:pt x="53" y="85"/>
                      </a:cubicBezTo>
                      <a:cubicBezTo>
                        <a:pt x="53" y="85"/>
                        <a:pt x="69" y="65"/>
                        <a:pt x="86" y="65"/>
                      </a:cubicBezTo>
                      <a:cubicBezTo>
                        <a:pt x="102" y="49"/>
                        <a:pt x="118" y="49"/>
                        <a:pt x="118" y="33"/>
                      </a:cubicBezTo>
                      <a:lnTo>
                        <a:pt x="154" y="33"/>
                      </a:lnTo>
                      <a:cubicBezTo>
                        <a:pt x="154" y="17"/>
                        <a:pt x="170" y="17"/>
                        <a:pt x="170" y="17"/>
                      </a:cubicBezTo>
                      <a:lnTo>
                        <a:pt x="1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4" name="Google Shape;6344;p71">
                  <a:extLst>
                    <a:ext uri="{FF2B5EF4-FFF2-40B4-BE49-F238E27FC236}">
                      <a16:creationId xmlns:a16="http://schemas.microsoft.com/office/drawing/2014/main" id="{0979108D-2096-EE2B-7BFA-B21FE2D4B401}"/>
                    </a:ext>
                  </a:extLst>
                </p:cNvPr>
                <p:cNvSpPr/>
                <p:nvPr/>
              </p:nvSpPr>
              <p:spPr>
                <a:xfrm>
                  <a:off x="3407670" y="1832046"/>
                  <a:ext cx="15395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02" extrusionOk="0">
                      <a:moveTo>
                        <a:pt x="154" y="1"/>
                      </a:moveTo>
                      <a:cubicBezTo>
                        <a:pt x="154" y="1"/>
                        <a:pt x="134" y="17"/>
                        <a:pt x="118" y="33"/>
                      </a:cubicBezTo>
                      <a:cubicBezTo>
                        <a:pt x="102" y="33"/>
                        <a:pt x="85" y="33"/>
                        <a:pt x="69" y="49"/>
                      </a:cubicBezTo>
                      <a:cubicBezTo>
                        <a:pt x="69" y="49"/>
                        <a:pt x="53" y="65"/>
                        <a:pt x="33" y="65"/>
                      </a:cubicBezTo>
                      <a:cubicBezTo>
                        <a:pt x="17" y="85"/>
                        <a:pt x="1" y="102"/>
                        <a:pt x="1" y="102"/>
                      </a:cubicBezTo>
                      <a:cubicBezTo>
                        <a:pt x="1" y="102"/>
                        <a:pt x="17" y="102"/>
                        <a:pt x="53" y="85"/>
                      </a:cubicBezTo>
                      <a:cubicBezTo>
                        <a:pt x="53" y="85"/>
                        <a:pt x="69" y="65"/>
                        <a:pt x="85" y="65"/>
                      </a:cubicBezTo>
                      <a:cubicBezTo>
                        <a:pt x="102" y="65"/>
                        <a:pt x="118" y="49"/>
                        <a:pt x="118" y="49"/>
                      </a:cubicBezTo>
                      <a:cubicBezTo>
                        <a:pt x="154" y="33"/>
                        <a:pt x="154" y="17"/>
                        <a:pt x="154" y="17"/>
                      </a:cubicBez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5" name="Google Shape;6345;p71">
                  <a:extLst>
                    <a:ext uri="{FF2B5EF4-FFF2-40B4-BE49-F238E27FC236}">
                      <a16:creationId xmlns:a16="http://schemas.microsoft.com/office/drawing/2014/main" id="{ED0A4E44-F86E-C242-371B-CB14B646877A}"/>
                    </a:ext>
                  </a:extLst>
                </p:cNvPr>
                <p:cNvSpPr/>
                <p:nvPr/>
              </p:nvSpPr>
              <p:spPr>
                <a:xfrm>
                  <a:off x="3454651" y="1832046"/>
                  <a:ext cx="14899" cy="1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34" extrusionOk="0">
                      <a:moveTo>
                        <a:pt x="150" y="1"/>
                      </a:moveTo>
                      <a:cubicBezTo>
                        <a:pt x="150" y="1"/>
                        <a:pt x="134" y="17"/>
                        <a:pt x="101" y="33"/>
                      </a:cubicBezTo>
                      <a:cubicBezTo>
                        <a:pt x="101" y="33"/>
                        <a:pt x="85" y="49"/>
                        <a:pt x="65" y="49"/>
                      </a:cubicBezTo>
                      <a:cubicBezTo>
                        <a:pt x="49" y="65"/>
                        <a:pt x="49" y="85"/>
                        <a:pt x="33" y="102"/>
                      </a:cubicBezTo>
                      <a:lnTo>
                        <a:pt x="16" y="118"/>
                      </a:lnTo>
                      <a:lnTo>
                        <a:pt x="0" y="134"/>
                      </a:lnTo>
                      <a:cubicBezTo>
                        <a:pt x="0" y="134"/>
                        <a:pt x="16" y="118"/>
                        <a:pt x="49" y="102"/>
                      </a:cubicBezTo>
                      <a:cubicBezTo>
                        <a:pt x="49" y="85"/>
                        <a:pt x="65" y="85"/>
                        <a:pt x="85" y="65"/>
                      </a:cubicBezTo>
                      <a:cubicBezTo>
                        <a:pt x="101" y="65"/>
                        <a:pt x="101" y="49"/>
                        <a:pt x="117" y="49"/>
                      </a:cubicBezTo>
                      <a:lnTo>
                        <a:pt x="150" y="17"/>
                      </a:ln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6" name="Google Shape;6346;p71">
                  <a:extLst>
                    <a:ext uri="{FF2B5EF4-FFF2-40B4-BE49-F238E27FC236}">
                      <a16:creationId xmlns:a16="http://schemas.microsoft.com/office/drawing/2014/main" id="{451F7AA0-73DF-3E1A-45CC-6F637B577B49}"/>
                    </a:ext>
                  </a:extLst>
                </p:cNvPr>
                <p:cNvSpPr/>
                <p:nvPr/>
              </p:nvSpPr>
              <p:spPr>
                <a:xfrm>
                  <a:off x="3437766" y="1850520"/>
                  <a:ext cx="11720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02" extrusionOk="0">
                      <a:moveTo>
                        <a:pt x="118" y="0"/>
                      </a:moveTo>
                      <a:cubicBezTo>
                        <a:pt x="118" y="0"/>
                        <a:pt x="102" y="17"/>
                        <a:pt x="85" y="33"/>
                      </a:cubicBezTo>
                      <a:cubicBezTo>
                        <a:pt x="69" y="33"/>
                        <a:pt x="53" y="49"/>
                        <a:pt x="33" y="65"/>
                      </a:cubicBezTo>
                      <a:cubicBezTo>
                        <a:pt x="1" y="81"/>
                        <a:pt x="1" y="81"/>
                        <a:pt x="1" y="101"/>
                      </a:cubicBezTo>
                      <a:lnTo>
                        <a:pt x="33" y="81"/>
                      </a:lnTo>
                      <a:cubicBezTo>
                        <a:pt x="53" y="65"/>
                        <a:pt x="85" y="49"/>
                        <a:pt x="102" y="33"/>
                      </a:cubicBezTo>
                      <a:cubicBezTo>
                        <a:pt x="118" y="17"/>
                        <a:pt x="118" y="0"/>
                        <a:pt x="1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7" name="Google Shape;6347;p71">
                  <a:extLst>
                    <a:ext uri="{FF2B5EF4-FFF2-40B4-BE49-F238E27FC236}">
                      <a16:creationId xmlns:a16="http://schemas.microsoft.com/office/drawing/2014/main" id="{C5976DA4-A8FA-8DD4-5AE4-FF149DF08229}"/>
                    </a:ext>
                  </a:extLst>
                </p:cNvPr>
                <p:cNvSpPr/>
                <p:nvPr/>
              </p:nvSpPr>
              <p:spPr>
                <a:xfrm>
                  <a:off x="3467861" y="1833635"/>
                  <a:ext cx="20163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51" extrusionOk="0">
                      <a:moveTo>
                        <a:pt x="186" y="1"/>
                      </a:moveTo>
                      <a:lnTo>
                        <a:pt x="134" y="33"/>
                      </a:lnTo>
                      <a:cubicBezTo>
                        <a:pt x="118" y="49"/>
                        <a:pt x="102" y="49"/>
                        <a:pt x="85" y="69"/>
                      </a:cubicBezTo>
                      <a:cubicBezTo>
                        <a:pt x="69" y="86"/>
                        <a:pt x="69" y="102"/>
                        <a:pt x="53" y="102"/>
                      </a:cubicBezTo>
                      <a:cubicBezTo>
                        <a:pt x="17" y="134"/>
                        <a:pt x="1" y="150"/>
                        <a:pt x="1" y="150"/>
                      </a:cubicBezTo>
                      <a:cubicBezTo>
                        <a:pt x="1" y="150"/>
                        <a:pt x="17" y="134"/>
                        <a:pt x="53" y="118"/>
                      </a:cubicBezTo>
                      <a:cubicBezTo>
                        <a:pt x="69" y="102"/>
                        <a:pt x="85" y="102"/>
                        <a:pt x="102" y="86"/>
                      </a:cubicBezTo>
                      <a:cubicBezTo>
                        <a:pt x="118" y="69"/>
                        <a:pt x="134" y="69"/>
                        <a:pt x="154" y="49"/>
                      </a:cubicBezTo>
                      <a:cubicBezTo>
                        <a:pt x="203" y="17"/>
                        <a:pt x="186" y="17"/>
                        <a:pt x="1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8" name="Google Shape;6348;p71">
                  <a:extLst>
                    <a:ext uri="{FF2B5EF4-FFF2-40B4-BE49-F238E27FC236}">
                      <a16:creationId xmlns:a16="http://schemas.microsoft.com/office/drawing/2014/main" id="{ABA17D59-703D-2A3F-453F-63C52D4FE1B7}"/>
                    </a:ext>
                  </a:extLst>
                </p:cNvPr>
                <p:cNvSpPr/>
                <p:nvPr/>
              </p:nvSpPr>
              <p:spPr>
                <a:xfrm>
                  <a:off x="3489514" y="1836913"/>
                  <a:ext cx="11720" cy="8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85" extrusionOk="0">
                      <a:moveTo>
                        <a:pt x="118" y="0"/>
                      </a:moveTo>
                      <a:cubicBezTo>
                        <a:pt x="102" y="0"/>
                        <a:pt x="85" y="16"/>
                        <a:pt x="69" y="16"/>
                      </a:cubicBezTo>
                      <a:cubicBezTo>
                        <a:pt x="53" y="36"/>
                        <a:pt x="53" y="36"/>
                        <a:pt x="37" y="53"/>
                      </a:cubicBezTo>
                      <a:cubicBezTo>
                        <a:pt x="53" y="53"/>
                        <a:pt x="69" y="36"/>
                        <a:pt x="85" y="36"/>
                      </a:cubicBezTo>
                      <a:lnTo>
                        <a:pt x="118" y="0"/>
                      </a:lnTo>
                      <a:close/>
                      <a:moveTo>
                        <a:pt x="37" y="53"/>
                      </a:moveTo>
                      <a:cubicBezTo>
                        <a:pt x="17" y="53"/>
                        <a:pt x="1" y="69"/>
                        <a:pt x="1" y="69"/>
                      </a:cubicBezTo>
                      <a:lnTo>
                        <a:pt x="1" y="85"/>
                      </a:lnTo>
                      <a:cubicBezTo>
                        <a:pt x="17" y="85"/>
                        <a:pt x="17" y="69"/>
                        <a:pt x="37" y="5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49" name="Google Shape;6349;p71">
                  <a:extLst>
                    <a:ext uri="{FF2B5EF4-FFF2-40B4-BE49-F238E27FC236}">
                      <a16:creationId xmlns:a16="http://schemas.microsoft.com/office/drawing/2014/main" id="{80CBB3D2-7FEA-9F04-9067-22294229758B}"/>
                    </a:ext>
                  </a:extLst>
                </p:cNvPr>
                <p:cNvSpPr/>
                <p:nvPr/>
              </p:nvSpPr>
              <p:spPr>
                <a:xfrm>
                  <a:off x="3484746" y="1832940"/>
                  <a:ext cx="30195" cy="27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79" extrusionOk="0">
                      <a:moveTo>
                        <a:pt x="298" y="1"/>
                      </a:moveTo>
                      <a:cubicBezTo>
                        <a:pt x="296" y="1"/>
                        <a:pt x="292" y="2"/>
                        <a:pt x="287" y="8"/>
                      </a:cubicBezTo>
                      <a:cubicBezTo>
                        <a:pt x="287" y="8"/>
                        <a:pt x="267" y="40"/>
                        <a:pt x="218" y="76"/>
                      </a:cubicBezTo>
                      <a:cubicBezTo>
                        <a:pt x="202" y="93"/>
                        <a:pt x="166" y="125"/>
                        <a:pt x="133" y="141"/>
                      </a:cubicBezTo>
                      <a:cubicBezTo>
                        <a:pt x="117" y="177"/>
                        <a:pt x="85" y="194"/>
                        <a:pt x="65" y="226"/>
                      </a:cubicBezTo>
                      <a:cubicBezTo>
                        <a:pt x="85" y="226"/>
                        <a:pt x="101" y="210"/>
                        <a:pt x="117" y="194"/>
                      </a:cubicBezTo>
                      <a:lnTo>
                        <a:pt x="150" y="157"/>
                      </a:lnTo>
                      <a:cubicBezTo>
                        <a:pt x="186" y="141"/>
                        <a:pt x="202" y="109"/>
                        <a:pt x="234" y="93"/>
                      </a:cubicBezTo>
                      <a:cubicBezTo>
                        <a:pt x="267" y="40"/>
                        <a:pt x="287" y="24"/>
                        <a:pt x="303" y="8"/>
                      </a:cubicBezTo>
                      <a:cubicBezTo>
                        <a:pt x="303" y="8"/>
                        <a:pt x="303" y="1"/>
                        <a:pt x="298" y="1"/>
                      </a:cubicBezTo>
                      <a:close/>
                      <a:moveTo>
                        <a:pt x="65" y="226"/>
                      </a:moveTo>
                      <a:cubicBezTo>
                        <a:pt x="49" y="226"/>
                        <a:pt x="33" y="242"/>
                        <a:pt x="33" y="242"/>
                      </a:cubicBezTo>
                      <a:cubicBezTo>
                        <a:pt x="16" y="258"/>
                        <a:pt x="0" y="278"/>
                        <a:pt x="0" y="278"/>
                      </a:cubicBezTo>
                      <a:cubicBezTo>
                        <a:pt x="16" y="278"/>
                        <a:pt x="16" y="258"/>
                        <a:pt x="33" y="258"/>
                      </a:cubicBezTo>
                      <a:cubicBezTo>
                        <a:pt x="49" y="242"/>
                        <a:pt x="49" y="242"/>
                        <a:pt x="65" y="22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0" name="Google Shape;6350;p71">
                  <a:extLst>
                    <a:ext uri="{FF2B5EF4-FFF2-40B4-BE49-F238E27FC236}">
                      <a16:creationId xmlns:a16="http://schemas.microsoft.com/office/drawing/2014/main" id="{6D333D88-C0F8-4B75-3EB0-295BB777AE3E}"/>
                    </a:ext>
                  </a:extLst>
                </p:cNvPr>
                <p:cNvSpPr/>
                <p:nvPr/>
              </p:nvSpPr>
              <p:spPr>
                <a:xfrm>
                  <a:off x="3516431" y="1833635"/>
                  <a:ext cx="16885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135" extrusionOk="0">
                      <a:moveTo>
                        <a:pt x="150" y="1"/>
                      </a:moveTo>
                      <a:cubicBezTo>
                        <a:pt x="150" y="1"/>
                        <a:pt x="134" y="1"/>
                        <a:pt x="117" y="17"/>
                      </a:cubicBezTo>
                      <a:cubicBezTo>
                        <a:pt x="117" y="17"/>
                        <a:pt x="101" y="17"/>
                        <a:pt x="101" y="33"/>
                      </a:cubicBezTo>
                      <a:cubicBezTo>
                        <a:pt x="85" y="33"/>
                        <a:pt x="85" y="49"/>
                        <a:pt x="69" y="49"/>
                      </a:cubicBezTo>
                      <a:cubicBezTo>
                        <a:pt x="69" y="69"/>
                        <a:pt x="49" y="86"/>
                        <a:pt x="33" y="102"/>
                      </a:cubicBezTo>
                      <a:cubicBezTo>
                        <a:pt x="16" y="102"/>
                        <a:pt x="16" y="118"/>
                        <a:pt x="0" y="134"/>
                      </a:cubicBezTo>
                      <a:cubicBezTo>
                        <a:pt x="0" y="134"/>
                        <a:pt x="16" y="118"/>
                        <a:pt x="49" y="102"/>
                      </a:cubicBezTo>
                      <a:cubicBezTo>
                        <a:pt x="49" y="86"/>
                        <a:pt x="69" y="86"/>
                        <a:pt x="85" y="69"/>
                      </a:cubicBezTo>
                      <a:lnTo>
                        <a:pt x="101" y="49"/>
                      </a:lnTo>
                      <a:cubicBezTo>
                        <a:pt x="117" y="33"/>
                        <a:pt x="117" y="33"/>
                        <a:pt x="134" y="33"/>
                      </a:cubicBezTo>
                      <a:cubicBezTo>
                        <a:pt x="134" y="17"/>
                        <a:pt x="150" y="17"/>
                        <a:pt x="150" y="17"/>
                      </a:cubicBezTo>
                      <a:cubicBezTo>
                        <a:pt x="170" y="17"/>
                        <a:pt x="170" y="17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1" name="Google Shape;6351;p71">
                  <a:extLst>
                    <a:ext uri="{FF2B5EF4-FFF2-40B4-BE49-F238E27FC236}">
                      <a16:creationId xmlns:a16="http://schemas.microsoft.com/office/drawing/2014/main" id="{27E5E765-DA0D-BA4E-9547-484F11B4ADD7}"/>
                    </a:ext>
                  </a:extLst>
                </p:cNvPr>
                <p:cNvSpPr/>
                <p:nvPr/>
              </p:nvSpPr>
              <p:spPr>
                <a:xfrm>
                  <a:off x="3528052" y="1835025"/>
                  <a:ext cx="21752" cy="15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157" extrusionOk="0">
                      <a:moveTo>
                        <a:pt x="199" y="0"/>
                      </a:moveTo>
                      <a:cubicBezTo>
                        <a:pt x="195" y="0"/>
                        <a:pt x="183" y="6"/>
                        <a:pt x="154" y="35"/>
                      </a:cubicBezTo>
                      <a:cubicBezTo>
                        <a:pt x="134" y="35"/>
                        <a:pt x="118" y="55"/>
                        <a:pt x="101" y="72"/>
                      </a:cubicBezTo>
                      <a:cubicBezTo>
                        <a:pt x="85" y="88"/>
                        <a:pt x="69" y="104"/>
                        <a:pt x="53" y="104"/>
                      </a:cubicBezTo>
                      <a:lnTo>
                        <a:pt x="0" y="156"/>
                      </a:lnTo>
                      <a:cubicBezTo>
                        <a:pt x="0" y="156"/>
                        <a:pt x="33" y="136"/>
                        <a:pt x="69" y="120"/>
                      </a:cubicBezTo>
                      <a:cubicBezTo>
                        <a:pt x="85" y="104"/>
                        <a:pt x="101" y="88"/>
                        <a:pt x="118" y="88"/>
                      </a:cubicBezTo>
                      <a:lnTo>
                        <a:pt x="154" y="55"/>
                      </a:lnTo>
                      <a:cubicBezTo>
                        <a:pt x="219" y="3"/>
                        <a:pt x="219" y="3"/>
                        <a:pt x="202" y="3"/>
                      </a:cubicBezTo>
                      <a:cubicBezTo>
                        <a:pt x="202" y="3"/>
                        <a:pt x="202" y="0"/>
                        <a:pt x="1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2" name="Google Shape;6352;p71">
                  <a:extLst>
                    <a:ext uri="{FF2B5EF4-FFF2-40B4-BE49-F238E27FC236}">
                      <a16:creationId xmlns:a16="http://schemas.microsoft.com/office/drawing/2014/main" id="{7A63EE50-0B08-7E92-830A-759599AA4379}"/>
                    </a:ext>
                  </a:extLst>
                </p:cNvPr>
                <p:cNvSpPr/>
                <p:nvPr/>
              </p:nvSpPr>
              <p:spPr>
                <a:xfrm>
                  <a:off x="3563312" y="1833635"/>
                  <a:ext cx="3377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809" extrusionOk="0">
                      <a:moveTo>
                        <a:pt x="17" y="1"/>
                      </a:moveTo>
                      <a:lnTo>
                        <a:pt x="17" y="17"/>
                      </a:lnTo>
                      <a:cubicBezTo>
                        <a:pt x="1" y="33"/>
                        <a:pt x="1" y="49"/>
                        <a:pt x="1" y="86"/>
                      </a:cubicBezTo>
                      <a:lnTo>
                        <a:pt x="1" y="203"/>
                      </a:lnTo>
                      <a:lnTo>
                        <a:pt x="1" y="304"/>
                      </a:lnTo>
                      <a:cubicBezTo>
                        <a:pt x="1" y="336"/>
                        <a:pt x="17" y="372"/>
                        <a:pt x="17" y="405"/>
                      </a:cubicBezTo>
                      <a:lnTo>
                        <a:pt x="17" y="591"/>
                      </a:lnTo>
                      <a:cubicBezTo>
                        <a:pt x="33" y="708"/>
                        <a:pt x="33" y="809"/>
                        <a:pt x="33" y="809"/>
                      </a:cubicBezTo>
                      <a:lnTo>
                        <a:pt x="33" y="591"/>
                      </a:lnTo>
                      <a:lnTo>
                        <a:pt x="33" y="389"/>
                      </a:lnTo>
                      <a:lnTo>
                        <a:pt x="33" y="304"/>
                      </a:lnTo>
                      <a:lnTo>
                        <a:pt x="33" y="203"/>
                      </a:lnTo>
                      <a:lnTo>
                        <a:pt x="33" y="86"/>
                      </a:lnTo>
                      <a:lnTo>
                        <a:pt x="33" y="17"/>
                      </a:lnTo>
                      <a:cubicBezTo>
                        <a:pt x="33" y="1"/>
                        <a:pt x="33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3" name="Google Shape;6353;p71">
                  <a:extLst>
                    <a:ext uri="{FF2B5EF4-FFF2-40B4-BE49-F238E27FC236}">
                      <a16:creationId xmlns:a16="http://schemas.microsoft.com/office/drawing/2014/main" id="{CCB21EFD-F1C4-5F6A-E5C0-5B3E3889CCC2}"/>
                    </a:ext>
                  </a:extLst>
                </p:cNvPr>
                <p:cNvSpPr/>
                <p:nvPr/>
              </p:nvSpPr>
              <p:spPr>
                <a:xfrm>
                  <a:off x="3207034" y="1836913"/>
                  <a:ext cx="3377" cy="4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04" extrusionOk="0">
                      <a:moveTo>
                        <a:pt x="17" y="0"/>
                      </a:moveTo>
                      <a:lnTo>
                        <a:pt x="17" y="16"/>
                      </a:lnTo>
                      <a:lnTo>
                        <a:pt x="17" y="53"/>
                      </a:lnTo>
                      <a:cubicBezTo>
                        <a:pt x="1" y="69"/>
                        <a:pt x="1" y="85"/>
                        <a:pt x="1" y="117"/>
                      </a:cubicBezTo>
                      <a:lnTo>
                        <a:pt x="1" y="218"/>
                      </a:lnTo>
                      <a:cubicBezTo>
                        <a:pt x="17" y="255"/>
                        <a:pt x="17" y="287"/>
                        <a:pt x="17" y="319"/>
                      </a:cubicBezTo>
                      <a:lnTo>
                        <a:pt x="17" y="372"/>
                      </a:lnTo>
                      <a:cubicBezTo>
                        <a:pt x="17" y="372"/>
                        <a:pt x="17" y="388"/>
                        <a:pt x="33" y="404"/>
                      </a:cubicBezTo>
                      <a:lnTo>
                        <a:pt x="33" y="372"/>
                      </a:lnTo>
                      <a:lnTo>
                        <a:pt x="33" y="319"/>
                      </a:lnTo>
                      <a:lnTo>
                        <a:pt x="33" y="218"/>
                      </a:lnTo>
                      <a:lnTo>
                        <a:pt x="33" y="117"/>
                      </a:lnTo>
                      <a:lnTo>
                        <a:pt x="33" y="53"/>
                      </a:lnTo>
                      <a:lnTo>
                        <a:pt x="33" y="1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4" name="Google Shape;6354;p71">
                  <a:extLst>
                    <a:ext uri="{FF2B5EF4-FFF2-40B4-BE49-F238E27FC236}">
                      <a16:creationId xmlns:a16="http://schemas.microsoft.com/office/drawing/2014/main" id="{31AD5B48-B04B-2B90-686C-E7F6E9E63764}"/>
                    </a:ext>
                  </a:extLst>
                </p:cNvPr>
                <p:cNvSpPr/>
                <p:nvPr/>
              </p:nvSpPr>
              <p:spPr>
                <a:xfrm>
                  <a:off x="3197002" y="1833635"/>
                  <a:ext cx="100418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" h="34" extrusionOk="0">
                      <a:moveTo>
                        <a:pt x="102" y="1"/>
                      </a:moveTo>
                      <a:cubicBezTo>
                        <a:pt x="69" y="17"/>
                        <a:pt x="33" y="17"/>
                        <a:pt x="17" y="17"/>
                      </a:cubicBezTo>
                      <a:cubicBezTo>
                        <a:pt x="1" y="17"/>
                        <a:pt x="1" y="17"/>
                        <a:pt x="1" y="33"/>
                      </a:cubicBezTo>
                      <a:lnTo>
                        <a:pt x="255" y="33"/>
                      </a:lnTo>
                      <a:cubicBezTo>
                        <a:pt x="405" y="33"/>
                        <a:pt x="591" y="33"/>
                        <a:pt x="740" y="17"/>
                      </a:cubicBezTo>
                      <a:cubicBezTo>
                        <a:pt x="894" y="17"/>
                        <a:pt x="1011" y="1"/>
                        <a:pt x="101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5" name="Google Shape;6355;p71">
                  <a:extLst>
                    <a:ext uri="{FF2B5EF4-FFF2-40B4-BE49-F238E27FC236}">
                      <a16:creationId xmlns:a16="http://schemas.microsoft.com/office/drawing/2014/main" id="{205C5034-BEE4-3153-76F4-43756C969F0E}"/>
                    </a:ext>
                  </a:extLst>
                </p:cNvPr>
                <p:cNvSpPr/>
                <p:nvPr/>
              </p:nvSpPr>
              <p:spPr>
                <a:xfrm>
                  <a:off x="3197002" y="1806817"/>
                  <a:ext cx="113628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" h="37" extrusionOk="0">
                      <a:moveTo>
                        <a:pt x="304" y="0"/>
                      </a:moveTo>
                      <a:cubicBezTo>
                        <a:pt x="154" y="0"/>
                        <a:pt x="69" y="16"/>
                        <a:pt x="33" y="16"/>
                      </a:cubicBezTo>
                      <a:lnTo>
                        <a:pt x="1" y="16"/>
                      </a:lnTo>
                      <a:lnTo>
                        <a:pt x="1" y="36"/>
                      </a:lnTo>
                      <a:lnTo>
                        <a:pt x="841" y="36"/>
                      </a:lnTo>
                      <a:cubicBezTo>
                        <a:pt x="1011" y="16"/>
                        <a:pt x="1144" y="16"/>
                        <a:pt x="1144" y="16"/>
                      </a:cubicBezTo>
                      <a:lnTo>
                        <a:pt x="841" y="16"/>
                      </a:lnTo>
                      <a:cubicBezTo>
                        <a:pt x="675" y="0"/>
                        <a:pt x="457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6" name="Google Shape;6356;p71">
                  <a:extLst>
                    <a:ext uri="{FF2B5EF4-FFF2-40B4-BE49-F238E27FC236}">
                      <a16:creationId xmlns:a16="http://schemas.microsoft.com/office/drawing/2014/main" id="{E8F96086-A153-AC4D-A425-78FA1ADE10E9}"/>
                    </a:ext>
                  </a:extLst>
                </p:cNvPr>
                <p:cNvSpPr/>
                <p:nvPr/>
              </p:nvSpPr>
              <p:spPr>
                <a:xfrm>
                  <a:off x="3489514" y="1808406"/>
                  <a:ext cx="83930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37" extrusionOk="0">
                      <a:moveTo>
                        <a:pt x="441" y="0"/>
                      </a:moveTo>
                      <a:cubicBezTo>
                        <a:pt x="372" y="0"/>
                        <a:pt x="287" y="0"/>
                        <a:pt x="239" y="20"/>
                      </a:cubicBezTo>
                      <a:lnTo>
                        <a:pt x="1" y="20"/>
                      </a:lnTo>
                      <a:cubicBezTo>
                        <a:pt x="1" y="20"/>
                        <a:pt x="102" y="20"/>
                        <a:pt x="239" y="37"/>
                      </a:cubicBezTo>
                      <a:lnTo>
                        <a:pt x="760" y="37"/>
                      </a:lnTo>
                      <a:cubicBezTo>
                        <a:pt x="792" y="37"/>
                        <a:pt x="825" y="37"/>
                        <a:pt x="825" y="20"/>
                      </a:cubicBezTo>
                      <a:lnTo>
                        <a:pt x="845" y="20"/>
                      </a:lnTo>
                      <a:lnTo>
                        <a:pt x="8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7" name="Google Shape;6357;p71">
                  <a:extLst>
                    <a:ext uri="{FF2B5EF4-FFF2-40B4-BE49-F238E27FC236}">
                      <a16:creationId xmlns:a16="http://schemas.microsoft.com/office/drawing/2014/main" id="{47447207-F000-C699-F638-BA94EB5D4E81}"/>
                    </a:ext>
                  </a:extLst>
                </p:cNvPr>
                <p:cNvSpPr/>
                <p:nvPr/>
              </p:nvSpPr>
              <p:spPr>
                <a:xfrm>
                  <a:off x="3489514" y="1832046"/>
                  <a:ext cx="85618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2" h="33" extrusionOk="0">
                      <a:moveTo>
                        <a:pt x="643" y="1"/>
                      </a:moveTo>
                      <a:cubicBezTo>
                        <a:pt x="574" y="1"/>
                        <a:pt x="506" y="1"/>
                        <a:pt x="441" y="17"/>
                      </a:cubicBezTo>
                      <a:lnTo>
                        <a:pt x="1" y="17"/>
                      </a:lnTo>
                      <a:cubicBezTo>
                        <a:pt x="1" y="17"/>
                        <a:pt x="102" y="17"/>
                        <a:pt x="239" y="33"/>
                      </a:cubicBezTo>
                      <a:lnTo>
                        <a:pt x="776" y="33"/>
                      </a:lnTo>
                      <a:cubicBezTo>
                        <a:pt x="809" y="33"/>
                        <a:pt x="825" y="17"/>
                        <a:pt x="845" y="17"/>
                      </a:cubicBezTo>
                      <a:lnTo>
                        <a:pt x="861" y="17"/>
                      </a:lnTo>
                      <a:cubicBezTo>
                        <a:pt x="861" y="1"/>
                        <a:pt x="861" y="1"/>
                        <a:pt x="8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8" name="Google Shape;6358;p71">
                  <a:extLst>
                    <a:ext uri="{FF2B5EF4-FFF2-40B4-BE49-F238E27FC236}">
                      <a16:creationId xmlns:a16="http://schemas.microsoft.com/office/drawing/2014/main" id="{628DCFA3-DA56-AADF-1CA4-6F85851A770D}"/>
                    </a:ext>
                  </a:extLst>
                </p:cNvPr>
                <p:cNvSpPr/>
                <p:nvPr/>
              </p:nvSpPr>
              <p:spPr>
                <a:xfrm>
                  <a:off x="3533217" y="1825192"/>
                  <a:ext cx="40227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34" extrusionOk="0">
                      <a:moveTo>
                        <a:pt x="304" y="1"/>
                      </a:moveTo>
                      <a:cubicBezTo>
                        <a:pt x="284" y="1"/>
                        <a:pt x="251" y="1"/>
                        <a:pt x="219" y="17"/>
                      </a:cubicBezTo>
                      <a:lnTo>
                        <a:pt x="1" y="17"/>
                      </a:lnTo>
                      <a:cubicBezTo>
                        <a:pt x="1" y="17"/>
                        <a:pt x="49" y="33"/>
                        <a:pt x="118" y="33"/>
                      </a:cubicBezTo>
                      <a:lnTo>
                        <a:pt x="405" y="33"/>
                      </a:lnTo>
                      <a:lnTo>
                        <a:pt x="405" y="17"/>
                      </a:lnTo>
                      <a:cubicBezTo>
                        <a:pt x="385" y="17"/>
                        <a:pt x="369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59" name="Google Shape;6359;p71">
                  <a:extLst>
                    <a:ext uri="{FF2B5EF4-FFF2-40B4-BE49-F238E27FC236}">
                      <a16:creationId xmlns:a16="http://schemas.microsoft.com/office/drawing/2014/main" id="{9DEB2642-38A6-72C7-D183-7854B454FD1B}"/>
                    </a:ext>
                  </a:extLst>
                </p:cNvPr>
                <p:cNvSpPr/>
                <p:nvPr/>
              </p:nvSpPr>
              <p:spPr>
                <a:xfrm>
                  <a:off x="3549705" y="1820425"/>
                  <a:ext cx="25427" cy="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" h="29" extrusionOk="0">
                      <a:moveTo>
                        <a:pt x="69" y="0"/>
                      </a:moveTo>
                      <a:cubicBezTo>
                        <a:pt x="37" y="17"/>
                        <a:pt x="1" y="17"/>
                        <a:pt x="1" y="17"/>
                      </a:cubicBezTo>
                      <a:lnTo>
                        <a:pt x="118" y="17"/>
                      </a:lnTo>
                      <a:cubicBezTo>
                        <a:pt x="136" y="25"/>
                        <a:pt x="149" y="29"/>
                        <a:pt x="160" y="29"/>
                      </a:cubicBezTo>
                      <a:cubicBezTo>
                        <a:pt x="170" y="29"/>
                        <a:pt x="178" y="25"/>
                        <a:pt x="186" y="17"/>
                      </a:cubicBezTo>
                      <a:lnTo>
                        <a:pt x="255" y="17"/>
                      </a:lnTo>
                      <a:cubicBezTo>
                        <a:pt x="255" y="0"/>
                        <a:pt x="255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0" name="Google Shape;6360;p71">
                  <a:extLst>
                    <a:ext uri="{FF2B5EF4-FFF2-40B4-BE49-F238E27FC236}">
                      <a16:creationId xmlns:a16="http://schemas.microsoft.com/office/drawing/2014/main" id="{7AD08D15-81CC-FD25-09D2-A83F79B43912}"/>
                    </a:ext>
                  </a:extLst>
                </p:cNvPr>
                <p:cNvSpPr/>
                <p:nvPr/>
              </p:nvSpPr>
              <p:spPr>
                <a:xfrm>
                  <a:off x="3565001" y="1813571"/>
                  <a:ext cx="10131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34" extrusionOk="0">
                      <a:moveTo>
                        <a:pt x="65" y="1"/>
                      </a:moveTo>
                      <a:cubicBezTo>
                        <a:pt x="49" y="1"/>
                        <a:pt x="16" y="17"/>
                        <a:pt x="0" y="17"/>
                      </a:cubicBezTo>
                      <a:cubicBezTo>
                        <a:pt x="16" y="33"/>
                        <a:pt x="49" y="33"/>
                        <a:pt x="65" y="33"/>
                      </a:cubicBezTo>
                      <a:cubicBezTo>
                        <a:pt x="101" y="33"/>
                        <a:pt x="101" y="17"/>
                        <a:pt x="101" y="17"/>
                      </a:cubicBezTo>
                      <a:cubicBezTo>
                        <a:pt x="101" y="17"/>
                        <a:pt x="101" y="1"/>
                        <a:pt x="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1" name="Google Shape;6361;p71">
                  <a:extLst>
                    <a:ext uri="{FF2B5EF4-FFF2-40B4-BE49-F238E27FC236}">
                      <a16:creationId xmlns:a16="http://schemas.microsoft.com/office/drawing/2014/main" id="{C329F299-AC26-9608-6773-3B63525E0C2C}"/>
                    </a:ext>
                  </a:extLst>
                </p:cNvPr>
                <p:cNvSpPr/>
                <p:nvPr/>
              </p:nvSpPr>
              <p:spPr>
                <a:xfrm>
                  <a:off x="3195413" y="1826881"/>
                  <a:ext cx="48669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" h="37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7" y="36"/>
                      </a:lnTo>
                      <a:lnTo>
                        <a:pt x="118" y="36"/>
                      </a:lnTo>
                      <a:cubicBezTo>
                        <a:pt x="170" y="36"/>
                        <a:pt x="203" y="36"/>
                        <a:pt x="235" y="16"/>
                      </a:cubicBezTo>
                      <a:lnTo>
                        <a:pt x="489" y="16"/>
                      </a:lnTo>
                      <a:lnTo>
                        <a:pt x="4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2" name="Google Shape;6362;p71">
                  <a:extLst>
                    <a:ext uri="{FF2B5EF4-FFF2-40B4-BE49-F238E27FC236}">
                      <a16:creationId xmlns:a16="http://schemas.microsoft.com/office/drawing/2014/main" id="{BB15F106-DD01-7518-32A2-2141D0A6C32C}"/>
                    </a:ext>
                  </a:extLst>
                </p:cNvPr>
                <p:cNvSpPr/>
                <p:nvPr/>
              </p:nvSpPr>
              <p:spPr>
                <a:xfrm>
                  <a:off x="3197002" y="1820425"/>
                  <a:ext cx="1172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33" extrusionOk="0">
                      <a:moveTo>
                        <a:pt x="53" y="0"/>
                      </a:moveTo>
                      <a:cubicBezTo>
                        <a:pt x="33" y="0"/>
                        <a:pt x="17" y="17"/>
                        <a:pt x="17" y="17"/>
                      </a:cubicBezTo>
                      <a:lnTo>
                        <a:pt x="1" y="17"/>
                      </a:lnTo>
                      <a:lnTo>
                        <a:pt x="17" y="33"/>
                      </a:lnTo>
                      <a:lnTo>
                        <a:pt x="53" y="33"/>
                      </a:lnTo>
                      <a:cubicBezTo>
                        <a:pt x="69" y="33"/>
                        <a:pt x="102" y="33"/>
                        <a:pt x="118" y="17"/>
                      </a:cubicBezTo>
                      <a:cubicBezTo>
                        <a:pt x="102" y="0"/>
                        <a:pt x="69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3" name="Google Shape;6363;p71">
                  <a:extLst>
                    <a:ext uri="{FF2B5EF4-FFF2-40B4-BE49-F238E27FC236}">
                      <a16:creationId xmlns:a16="http://schemas.microsoft.com/office/drawing/2014/main" id="{792B695D-18C1-5F7C-BFBD-548E04244F2D}"/>
                    </a:ext>
                  </a:extLst>
                </p:cNvPr>
                <p:cNvSpPr/>
                <p:nvPr/>
              </p:nvSpPr>
              <p:spPr>
                <a:xfrm>
                  <a:off x="3198591" y="1816849"/>
                  <a:ext cx="10131" cy="1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7" extrusionOk="0">
                      <a:moveTo>
                        <a:pt x="1" y="0"/>
                      </a:moveTo>
                      <a:lnTo>
                        <a:pt x="1" y="16"/>
                      </a:lnTo>
                      <a:lnTo>
                        <a:pt x="102" y="16"/>
                      </a:lnTo>
                      <a:cubicBezTo>
                        <a:pt x="102" y="16"/>
                        <a:pt x="86" y="16"/>
                        <a:pt x="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4" name="Google Shape;6364;p71">
                  <a:extLst>
                    <a:ext uri="{FF2B5EF4-FFF2-40B4-BE49-F238E27FC236}">
                      <a16:creationId xmlns:a16="http://schemas.microsoft.com/office/drawing/2014/main" id="{0BA14427-1BDF-02FF-CDEC-11DBC844816E}"/>
                    </a:ext>
                  </a:extLst>
                </p:cNvPr>
                <p:cNvSpPr/>
                <p:nvPr/>
              </p:nvSpPr>
              <p:spPr>
                <a:xfrm>
                  <a:off x="3300499" y="1876941"/>
                  <a:ext cx="3774" cy="65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60" extrusionOk="0">
                      <a:moveTo>
                        <a:pt x="21" y="1"/>
                      </a:moveTo>
                      <a:lnTo>
                        <a:pt x="21" y="17"/>
                      </a:lnTo>
                      <a:cubicBezTo>
                        <a:pt x="1" y="17"/>
                        <a:pt x="1" y="37"/>
                        <a:pt x="1" y="70"/>
                      </a:cubicBezTo>
                      <a:lnTo>
                        <a:pt x="1" y="171"/>
                      </a:lnTo>
                      <a:lnTo>
                        <a:pt x="1" y="239"/>
                      </a:lnTo>
                      <a:lnTo>
                        <a:pt x="1" y="320"/>
                      </a:lnTo>
                      <a:lnTo>
                        <a:pt x="1" y="474"/>
                      </a:lnTo>
                      <a:cubicBezTo>
                        <a:pt x="1" y="575"/>
                        <a:pt x="21" y="659"/>
                        <a:pt x="21" y="659"/>
                      </a:cubicBezTo>
                      <a:lnTo>
                        <a:pt x="21" y="474"/>
                      </a:lnTo>
                      <a:cubicBezTo>
                        <a:pt x="21" y="421"/>
                        <a:pt x="37" y="373"/>
                        <a:pt x="37" y="320"/>
                      </a:cubicBezTo>
                      <a:lnTo>
                        <a:pt x="37" y="239"/>
                      </a:lnTo>
                      <a:lnTo>
                        <a:pt x="37" y="171"/>
                      </a:lnTo>
                      <a:lnTo>
                        <a:pt x="37" y="70"/>
                      </a:lnTo>
                      <a:lnTo>
                        <a:pt x="37" y="1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5" name="Google Shape;6365;p71">
                  <a:extLst>
                    <a:ext uri="{FF2B5EF4-FFF2-40B4-BE49-F238E27FC236}">
                      <a16:creationId xmlns:a16="http://schemas.microsoft.com/office/drawing/2014/main" id="{5D140E93-AB05-FC10-ED10-4628B606FFC9}"/>
                    </a:ext>
                  </a:extLst>
                </p:cNvPr>
                <p:cNvSpPr/>
                <p:nvPr/>
              </p:nvSpPr>
              <p:spPr>
                <a:xfrm>
                  <a:off x="3300499" y="1873762"/>
                  <a:ext cx="77176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" h="50" extrusionOk="0">
                      <a:moveTo>
                        <a:pt x="239" y="1"/>
                      </a:moveTo>
                      <a:cubicBezTo>
                        <a:pt x="171" y="17"/>
                        <a:pt x="122" y="17"/>
                        <a:pt x="86" y="17"/>
                      </a:cubicBezTo>
                      <a:cubicBezTo>
                        <a:pt x="53" y="33"/>
                        <a:pt x="37" y="33"/>
                        <a:pt x="21" y="33"/>
                      </a:cubicBezTo>
                      <a:cubicBezTo>
                        <a:pt x="1" y="33"/>
                        <a:pt x="1" y="33"/>
                        <a:pt x="1" y="17"/>
                      </a:cubicBezTo>
                      <a:lnTo>
                        <a:pt x="1" y="33"/>
                      </a:lnTo>
                      <a:lnTo>
                        <a:pt x="21" y="49"/>
                      </a:lnTo>
                      <a:lnTo>
                        <a:pt x="239" y="49"/>
                      </a:lnTo>
                      <a:cubicBezTo>
                        <a:pt x="272" y="33"/>
                        <a:pt x="304" y="33"/>
                        <a:pt x="340" y="33"/>
                      </a:cubicBezTo>
                      <a:lnTo>
                        <a:pt x="457" y="33"/>
                      </a:lnTo>
                      <a:cubicBezTo>
                        <a:pt x="490" y="17"/>
                        <a:pt x="526" y="17"/>
                        <a:pt x="558" y="17"/>
                      </a:cubicBezTo>
                      <a:lnTo>
                        <a:pt x="777" y="17"/>
                      </a:lnTo>
                      <a:cubicBezTo>
                        <a:pt x="744" y="1"/>
                        <a:pt x="708" y="1"/>
                        <a:pt x="6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6" name="Google Shape;6366;p71">
                  <a:extLst>
                    <a:ext uri="{FF2B5EF4-FFF2-40B4-BE49-F238E27FC236}">
                      <a16:creationId xmlns:a16="http://schemas.microsoft.com/office/drawing/2014/main" id="{7FF317F9-18AF-252C-3C9F-56FAB8263B09}"/>
                    </a:ext>
                  </a:extLst>
                </p:cNvPr>
                <p:cNvSpPr/>
                <p:nvPr/>
              </p:nvSpPr>
              <p:spPr>
                <a:xfrm>
                  <a:off x="3410849" y="1873762"/>
                  <a:ext cx="58701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" h="33" extrusionOk="0">
                      <a:moveTo>
                        <a:pt x="239" y="1"/>
                      </a:moveTo>
                      <a:cubicBezTo>
                        <a:pt x="203" y="1"/>
                        <a:pt x="187" y="17"/>
                        <a:pt x="171" y="17"/>
                      </a:cubicBezTo>
                      <a:lnTo>
                        <a:pt x="53" y="17"/>
                      </a:lnTo>
                      <a:cubicBezTo>
                        <a:pt x="21" y="33"/>
                        <a:pt x="1" y="33"/>
                        <a:pt x="1" y="33"/>
                      </a:cubicBezTo>
                      <a:lnTo>
                        <a:pt x="591" y="33"/>
                      </a:lnTo>
                      <a:lnTo>
                        <a:pt x="591" y="17"/>
                      </a:lnTo>
                      <a:cubicBezTo>
                        <a:pt x="575" y="17"/>
                        <a:pt x="558" y="1"/>
                        <a:pt x="5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7" name="Google Shape;6367;p71">
                  <a:extLst>
                    <a:ext uri="{FF2B5EF4-FFF2-40B4-BE49-F238E27FC236}">
                      <a16:creationId xmlns:a16="http://schemas.microsoft.com/office/drawing/2014/main" id="{6E5AD7B6-4200-6C1E-72B9-B4B172B51BF0}"/>
                    </a:ext>
                  </a:extLst>
                </p:cNvPr>
                <p:cNvSpPr/>
                <p:nvPr/>
              </p:nvSpPr>
              <p:spPr>
                <a:xfrm>
                  <a:off x="3467861" y="1876941"/>
                  <a:ext cx="3278" cy="47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474" extrusionOk="0">
                      <a:moveTo>
                        <a:pt x="1" y="1"/>
                      </a:moveTo>
                      <a:lnTo>
                        <a:pt x="1" y="37"/>
                      </a:lnTo>
                      <a:lnTo>
                        <a:pt x="1" y="118"/>
                      </a:lnTo>
                      <a:lnTo>
                        <a:pt x="1" y="219"/>
                      </a:lnTo>
                      <a:cubicBezTo>
                        <a:pt x="1" y="272"/>
                        <a:pt x="17" y="304"/>
                        <a:pt x="17" y="340"/>
                      </a:cubicBezTo>
                      <a:lnTo>
                        <a:pt x="17" y="474"/>
                      </a:lnTo>
                      <a:cubicBezTo>
                        <a:pt x="17" y="474"/>
                        <a:pt x="17" y="421"/>
                        <a:pt x="33" y="340"/>
                      </a:cubicBezTo>
                      <a:lnTo>
                        <a:pt x="33" y="219"/>
                      </a:lnTo>
                      <a:lnTo>
                        <a:pt x="33" y="118"/>
                      </a:lnTo>
                      <a:lnTo>
                        <a:pt x="33" y="3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8" name="Google Shape;6368;p71">
                  <a:extLst>
                    <a:ext uri="{FF2B5EF4-FFF2-40B4-BE49-F238E27FC236}">
                      <a16:creationId xmlns:a16="http://schemas.microsoft.com/office/drawing/2014/main" id="{A8579710-380A-0DEF-F14E-115AE137CD48}"/>
                    </a:ext>
                  </a:extLst>
                </p:cNvPr>
                <p:cNvSpPr/>
                <p:nvPr/>
              </p:nvSpPr>
              <p:spPr>
                <a:xfrm>
                  <a:off x="3382839" y="1876941"/>
                  <a:ext cx="3278" cy="60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607" extrusionOk="0">
                      <a:moveTo>
                        <a:pt x="16" y="1"/>
                      </a:moveTo>
                      <a:lnTo>
                        <a:pt x="16" y="17"/>
                      </a:lnTo>
                      <a:lnTo>
                        <a:pt x="0" y="17"/>
                      </a:lnTo>
                      <a:lnTo>
                        <a:pt x="0" y="70"/>
                      </a:lnTo>
                      <a:lnTo>
                        <a:pt x="0" y="171"/>
                      </a:lnTo>
                      <a:lnTo>
                        <a:pt x="0" y="320"/>
                      </a:lnTo>
                      <a:lnTo>
                        <a:pt x="0" y="405"/>
                      </a:lnTo>
                      <a:lnTo>
                        <a:pt x="0" y="490"/>
                      </a:lnTo>
                      <a:lnTo>
                        <a:pt x="0" y="607"/>
                      </a:lnTo>
                      <a:cubicBezTo>
                        <a:pt x="0" y="575"/>
                        <a:pt x="0" y="542"/>
                        <a:pt x="16" y="490"/>
                      </a:cubicBezTo>
                      <a:lnTo>
                        <a:pt x="16" y="405"/>
                      </a:lnTo>
                      <a:cubicBezTo>
                        <a:pt x="32" y="389"/>
                        <a:pt x="32" y="356"/>
                        <a:pt x="32" y="320"/>
                      </a:cubicBezTo>
                      <a:lnTo>
                        <a:pt x="32" y="171"/>
                      </a:lnTo>
                      <a:lnTo>
                        <a:pt x="32" y="118"/>
                      </a:lnTo>
                      <a:lnTo>
                        <a:pt x="32" y="70"/>
                      </a:lnTo>
                      <a:lnTo>
                        <a:pt x="32" y="17"/>
                      </a:ln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69" name="Google Shape;6369;p71">
                  <a:extLst>
                    <a:ext uri="{FF2B5EF4-FFF2-40B4-BE49-F238E27FC236}">
                      <a16:creationId xmlns:a16="http://schemas.microsoft.com/office/drawing/2014/main" id="{DD850F4B-AF76-7544-87AC-F3A2B331CBE0}"/>
                    </a:ext>
                  </a:extLst>
                </p:cNvPr>
                <p:cNvSpPr/>
                <p:nvPr/>
              </p:nvSpPr>
              <p:spPr>
                <a:xfrm>
                  <a:off x="3384428" y="1878629"/>
                  <a:ext cx="3278" cy="32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24" extrusionOk="0">
                      <a:moveTo>
                        <a:pt x="16" y="0"/>
                      </a:moveTo>
                      <a:cubicBezTo>
                        <a:pt x="0" y="0"/>
                        <a:pt x="0" y="20"/>
                        <a:pt x="0" y="69"/>
                      </a:cubicBezTo>
                      <a:cubicBezTo>
                        <a:pt x="0" y="121"/>
                        <a:pt x="16" y="170"/>
                        <a:pt x="16" y="222"/>
                      </a:cubicBezTo>
                      <a:lnTo>
                        <a:pt x="16" y="323"/>
                      </a:lnTo>
                      <a:cubicBezTo>
                        <a:pt x="16" y="323"/>
                        <a:pt x="16" y="271"/>
                        <a:pt x="33" y="222"/>
                      </a:cubicBezTo>
                      <a:lnTo>
                        <a:pt x="33" y="69"/>
                      </a:lnTo>
                      <a:cubicBezTo>
                        <a:pt x="33" y="20"/>
                        <a:pt x="3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0" name="Google Shape;6370;p71">
                  <a:extLst>
                    <a:ext uri="{FF2B5EF4-FFF2-40B4-BE49-F238E27FC236}">
                      <a16:creationId xmlns:a16="http://schemas.microsoft.com/office/drawing/2014/main" id="{333CA29A-95FC-2A61-F0E0-95A3BE01BA00}"/>
                    </a:ext>
                  </a:extLst>
                </p:cNvPr>
                <p:cNvSpPr/>
                <p:nvPr/>
              </p:nvSpPr>
              <p:spPr>
                <a:xfrm>
                  <a:off x="3302584" y="1903858"/>
                  <a:ext cx="11720" cy="11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18" extrusionOk="0">
                      <a:moveTo>
                        <a:pt x="117" y="1"/>
                      </a:moveTo>
                      <a:lnTo>
                        <a:pt x="117" y="1"/>
                      </a:lnTo>
                      <a:cubicBezTo>
                        <a:pt x="81" y="17"/>
                        <a:pt x="49" y="49"/>
                        <a:pt x="32" y="69"/>
                      </a:cubicBezTo>
                      <a:cubicBezTo>
                        <a:pt x="16" y="85"/>
                        <a:pt x="0" y="102"/>
                        <a:pt x="0" y="118"/>
                      </a:cubicBezTo>
                      <a:lnTo>
                        <a:pt x="16" y="118"/>
                      </a:lnTo>
                      <a:lnTo>
                        <a:pt x="16" y="102"/>
                      </a:lnTo>
                      <a:cubicBezTo>
                        <a:pt x="32" y="102"/>
                        <a:pt x="32" y="85"/>
                        <a:pt x="49" y="85"/>
                      </a:cubicBezTo>
                      <a:cubicBezTo>
                        <a:pt x="65" y="69"/>
                        <a:pt x="101" y="33"/>
                        <a:pt x="1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1" name="Google Shape;6371;p71">
                  <a:extLst>
                    <a:ext uri="{FF2B5EF4-FFF2-40B4-BE49-F238E27FC236}">
                      <a16:creationId xmlns:a16="http://schemas.microsoft.com/office/drawing/2014/main" id="{C790740A-E255-FD09-D890-1188281A4EE3}"/>
                    </a:ext>
                  </a:extLst>
                </p:cNvPr>
                <p:cNvSpPr/>
                <p:nvPr/>
              </p:nvSpPr>
              <p:spPr>
                <a:xfrm>
                  <a:off x="3322648" y="1876941"/>
                  <a:ext cx="11720" cy="15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155" extrusionOk="0">
                      <a:moveTo>
                        <a:pt x="117" y="1"/>
                      </a:moveTo>
                      <a:lnTo>
                        <a:pt x="101" y="17"/>
                      </a:lnTo>
                      <a:cubicBezTo>
                        <a:pt x="101" y="17"/>
                        <a:pt x="81" y="17"/>
                        <a:pt x="81" y="37"/>
                      </a:cubicBezTo>
                      <a:cubicBezTo>
                        <a:pt x="65" y="54"/>
                        <a:pt x="65" y="54"/>
                        <a:pt x="49" y="70"/>
                      </a:cubicBezTo>
                      <a:cubicBezTo>
                        <a:pt x="49" y="86"/>
                        <a:pt x="32" y="102"/>
                        <a:pt x="32" y="102"/>
                      </a:cubicBezTo>
                      <a:cubicBezTo>
                        <a:pt x="16" y="138"/>
                        <a:pt x="0" y="155"/>
                        <a:pt x="0" y="155"/>
                      </a:cubicBezTo>
                      <a:cubicBezTo>
                        <a:pt x="0" y="155"/>
                        <a:pt x="16" y="138"/>
                        <a:pt x="32" y="118"/>
                      </a:cubicBezTo>
                      <a:cubicBezTo>
                        <a:pt x="49" y="102"/>
                        <a:pt x="65" y="86"/>
                        <a:pt x="65" y="86"/>
                      </a:cubicBezTo>
                      <a:cubicBezTo>
                        <a:pt x="81" y="70"/>
                        <a:pt x="81" y="54"/>
                        <a:pt x="101" y="54"/>
                      </a:cubicBezTo>
                      <a:cubicBezTo>
                        <a:pt x="101" y="37"/>
                        <a:pt x="117" y="37"/>
                        <a:pt x="117" y="17"/>
                      </a:cubicBezTo>
                      <a:lnTo>
                        <a:pt x="1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2" name="Google Shape;6372;p71">
                  <a:extLst>
                    <a:ext uri="{FF2B5EF4-FFF2-40B4-BE49-F238E27FC236}">
                      <a16:creationId xmlns:a16="http://schemas.microsoft.com/office/drawing/2014/main" id="{26096D77-DBB7-5CB1-13E7-32CDEA61A33E}"/>
                    </a:ext>
                  </a:extLst>
                </p:cNvPr>
                <p:cNvSpPr/>
                <p:nvPr/>
              </p:nvSpPr>
              <p:spPr>
                <a:xfrm>
                  <a:off x="3352743" y="1873762"/>
                  <a:ext cx="8045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86" extrusionOk="0">
                      <a:moveTo>
                        <a:pt x="81" y="1"/>
                      </a:moveTo>
                      <a:lnTo>
                        <a:pt x="65" y="17"/>
                      </a:lnTo>
                      <a:lnTo>
                        <a:pt x="49" y="33"/>
                      </a:lnTo>
                      <a:cubicBezTo>
                        <a:pt x="32" y="33"/>
                        <a:pt x="32" y="33"/>
                        <a:pt x="16" y="49"/>
                      </a:cubicBezTo>
                      <a:cubicBezTo>
                        <a:pt x="16" y="69"/>
                        <a:pt x="0" y="69"/>
                        <a:pt x="0" y="86"/>
                      </a:cubicBezTo>
                      <a:cubicBezTo>
                        <a:pt x="16" y="86"/>
                        <a:pt x="16" y="69"/>
                        <a:pt x="32" y="69"/>
                      </a:cubicBezTo>
                      <a:cubicBezTo>
                        <a:pt x="49" y="69"/>
                        <a:pt x="49" y="49"/>
                        <a:pt x="65" y="49"/>
                      </a:cubicBezTo>
                      <a:cubicBezTo>
                        <a:pt x="81" y="33"/>
                        <a:pt x="81" y="33"/>
                        <a:pt x="81" y="17"/>
                      </a:cubicBezTo>
                      <a:lnTo>
                        <a:pt x="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3" name="Google Shape;6373;p71">
                  <a:extLst>
                    <a:ext uri="{FF2B5EF4-FFF2-40B4-BE49-F238E27FC236}">
                      <a16:creationId xmlns:a16="http://schemas.microsoft.com/office/drawing/2014/main" id="{A3B76B8F-FAB9-9211-48D8-D801298319AF}"/>
                    </a:ext>
                  </a:extLst>
                </p:cNvPr>
                <p:cNvSpPr/>
                <p:nvPr/>
              </p:nvSpPr>
              <p:spPr>
                <a:xfrm>
                  <a:off x="3302584" y="1892237"/>
                  <a:ext cx="41816" cy="39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" h="401" extrusionOk="0">
                      <a:moveTo>
                        <a:pt x="420" y="1"/>
                      </a:moveTo>
                      <a:cubicBezTo>
                        <a:pt x="420" y="1"/>
                        <a:pt x="404" y="1"/>
                        <a:pt x="368" y="17"/>
                      </a:cubicBezTo>
                      <a:cubicBezTo>
                        <a:pt x="368" y="33"/>
                        <a:pt x="352" y="33"/>
                        <a:pt x="335" y="49"/>
                      </a:cubicBezTo>
                      <a:cubicBezTo>
                        <a:pt x="352" y="49"/>
                        <a:pt x="368" y="33"/>
                        <a:pt x="368" y="33"/>
                      </a:cubicBezTo>
                      <a:cubicBezTo>
                        <a:pt x="404" y="17"/>
                        <a:pt x="420" y="1"/>
                        <a:pt x="420" y="1"/>
                      </a:cubicBezTo>
                      <a:close/>
                      <a:moveTo>
                        <a:pt x="335" y="49"/>
                      </a:moveTo>
                      <a:cubicBezTo>
                        <a:pt x="319" y="65"/>
                        <a:pt x="303" y="85"/>
                        <a:pt x="283" y="85"/>
                      </a:cubicBezTo>
                      <a:cubicBezTo>
                        <a:pt x="267" y="101"/>
                        <a:pt x="251" y="118"/>
                        <a:pt x="234" y="134"/>
                      </a:cubicBezTo>
                      <a:cubicBezTo>
                        <a:pt x="218" y="150"/>
                        <a:pt x="202" y="166"/>
                        <a:pt x="182" y="186"/>
                      </a:cubicBezTo>
                      <a:cubicBezTo>
                        <a:pt x="150" y="219"/>
                        <a:pt x="117" y="251"/>
                        <a:pt x="101" y="287"/>
                      </a:cubicBezTo>
                      <a:cubicBezTo>
                        <a:pt x="32" y="336"/>
                        <a:pt x="16" y="368"/>
                        <a:pt x="0" y="388"/>
                      </a:cubicBezTo>
                      <a:cubicBezTo>
                        <a:pt x="0" y="396"/>
                        <a:pt x="0" y="400"/>
                        <a:pt x="2" y="400"/>
                      </a:cubicBezTo>
                      <a:cubicBezTo>
                        <a:pt x="4" y="400"/>
                        <a:pt x="8" y="396"/>
                        <a:pt x="16" y="388"/>
                      </a:cubicBezTo>
                      <a:cubicBezTo>
                        <a:pt x="16" y="388"/>
                        <a:pt x="32" y="368"/>
                        <a:pt x="49" y="368"/>
                      </a:cubicBezTo>
                      <a:cubicBezTo>
                        <a:pt x="65" y="352"/>
                        <a:pt x="81" y="336"/>
                        <a:pt x="117" y="303"/>
                      </a:cubicBezTo>
                      <a:cubicBezTo>
                        <a:pt x="133" y="267"/>
                        <a:pt x="166" y="235"/>
                        <a:pt x="202" y="202"/>
                      </a:cubicBezTo>
                      <a:cubicBezTo>
                        <a:pt x="218" y="186"/>
                        <a:pt x="234" y="166"/>
                        <a:pt x="251" y="150"/>
                      </a:cubicBezTo>
                      <a:cubicBezTo>
                        <a:pt x="267" y="134"/>
                        <a:pt x="283" y="118"/>
                        <a:pt x="303" y="101"/>
                      </a:cubicBezTo>
                      <a:cubicBezTo>
                        <a:pt x="319" y="85"/>
                        <a:pt x="319" y="65"/>
                        <a:pt x="335" y="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4" name="Google Shape;6374;p71">
                  <a:extLst>
                    <a:ext uri="{FF2B5EF4-FFF2-40B4-BE49-F238E27FC236}">
                      <a16:creationId xmlns:a16="http://schemas.microsoft.com/office/drawing/2014/main" id="{360A4FD2-3FEF-1DA1-8ED8-BA56B38116A0}"/>
                    </a:ext>
                  </a:extLst>
                </p:cNvPr>
                <p:cNvSpPr/>
                <p:nvPr/>
              </p:nvSpPr>
              <p:spPr>
                <a:xfrm>
                  <a:off x="3369132" y="1908725"/>
                  <a:ext cx="6953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69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20"/>
                      </a:cubicBezTo>
                      <a:lnTo>
                        <a:pt x="1" y="53"/>
                      </a:lnTo>
                      <a:cubicBezTo>
                        <a:pt x="1" y="53"/>
                        <a:pt x="1" y="69"/>
                        <a:pt x="17" y="69"/>
                      </a:cubicBezTo>
                      <a:lnTo>
                        <a:pt x="53" y="69"/>
                      </a:lnTo>
                      <a:lnTo>
                        <a:pt x="69" y="53"/>
                      </a:lnTo>
                      <a:lnTo>
                        <a:pt x="69" y="20"/>
                      </a:lnTo>
                      <a:cubicBezTo>
                        <a:pt x="53" y="0"/>
                        <a:pt x="37" y="0"/>
                        <a:pt x="17" y="0"/>
                      </a:cubicBezTo>
                      <a:cubicBezTo>
                        <a:pt x="37" y="0"/>
                        <a:pt x="53" y="20"/>
                        <a:pt x="53" y="20"/>
                      </a:cubicBezTo>
                      <a:lnTo>
                        <a:pt x="53" y="36"/>
                      </a:lnTo>
                      <a:cubicBezTo>
                        <a:pt x="53" y="53"/>
                        <a:pt x="53" y="53"/>
                        <a:pt x="37" y="53"/>
                      </a:cubicBezTo>
                      <a:lnTo>
                        <a:pt x="17" y="53"/>
                      </a:lnTo>
                      <a:lnTo>
                        <a:pt x="17" y="2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5" name="Google Shape;6375;p71">
                  <a:extLst>
                    <a:ext uri="{FF2B5EF4-FFF2-40B4-BE49-F238E27FC236}">
                      <a16:creationId xmlns:a16="http://schemas.microsoft.com/office/drawing/2014/main" id="{9B30CB9C-32E5-2D29-823A-7E1B78EB8A70}"/>
                    </a:ext>
                  </a:extLst>
                </p:cNvPr>
                <p:cNvSpPr/>
                <p:nvPr/>
              </p:nvSpPr>
              <p:spPr>
                <a:xfrm>
                  <a:off x="3390785" y="1908725"/>
                  <a:ext cx="8542" cy="8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81" extrusionOk="0">
                      <a:moveTo>
                        <a:pt x="37" y="0"/>
                      </a:moveTo>
                      <a:cubicBezTo>
                        <a:pt x="37" y="0"/>
                        <a:pt x="21" y="0"/>
                        <a:pt x="21" y="20"/>
                      </a:cubicBezTo>
                      <a:lnTo>
                        <a:pt x="1" y="36"/>
                      </a:lnTo>
                      <a:lnTo>
                        <a:pt x="21" y="53"/>
                      </a:lnTo>
                      <a:lnTo>
                        <a:pt x="37" y="69"/>
                      </a:lnTo>
                      <a:lnTo>
                        <a:pt x="21" y="69"/>
                      </a:lnTo>
                      <a:cubicBezTo>
                        <a:pt x="29" y="77"/>
                        <a:pt x="37" y="81"/>
                        <a:pt x="43" y="81"/>
                      </a:cubicBezTo>
                      <a:cubicBezTo>
                        <a:pt x="49" y="81"/>
                        <a:pt x="53" y="77"/>
                        <a:pt x="53" y="69"/>
                      </a:cubicBezTo>
                      <a:cubicBezTo>
                        <a:pt x="70" y="69"/>
                        <a:pt x="70" y="69"/>
                        <a:pt x="86" y="53"/>
                      </a:cubicBezTo>
                      <a:lnTo>
                        <a:pt x="86" y="36"/>
                      </a:lnTo>
                      <a:cubicBezTo>
                        <a:pt x="86" y="36"/>
                        <a:pt x="86" y="20"/>
                        <a:pt x="70" y="20"/>
                      </a:cubicBezTo>
                      <a:lnTo>
                        <a:pt x="70" y="53"/>
                      </a:lnTo>
                      <a:lnTo>
                        <a:pt x="37" y="53"/>
                      </a:lnTo>
                      <a:lnTo>
                        <a:pt x="37" y="36"/>
                      </a:lnTo>
                      <a:lnTo>
                        <a:pt x="37" y="20"/>
                      </a:lnTo>
                      <a:lnTo>
                        <a:pt x="70" y="20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6" name="Google Shape;6376;p71">
                  <a:extLst>
                    <a:ext uri="{FF2B5EF4-FFF2-40B4-BE49-F238E27FC236}">
                      <a16:creationId xmlns:a16="http://schemas.microsoft.com/office/drawing/2014/main" id="{586196B7-6751-4ADC-F358-F5B6D49B11EC}"/>
                    </a:ext>
                  </a:extLst>
                </p:cNvPr>
                <p:cNvSpPr/>
                <p:nvPr/>
              </p:nvSpPr>
              <p:spPr>
                <a:xfrm>
                  <a:off x="3412934" y="1876941"/>
                  <a:ext cx="20163" cy="2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72" extrusionOk="0">
                      <a:moveTo>
                        <a:pt x="202" y="1"/>
                      </a:moveTo>
                      <a:cubicBezTo>
                        <a:pt x="182" y="1"/>
                        <a:pt x="182" y="1"/>
                        <a:pt x="166" y="17"/>
                      </a:cubicBezTo>
                      <a:lnTo>
                        <a:pt x="150" y="37"/>
                      </a:lnTo>
                      <a:lnTo>
                        <a:pt x="133" y="54"/>
                      </a:lnTo>
                      <a:cubicBezTo>
                        <a:pt x="117" y="70"/>
                        <a:pt x="117" y="86"/>
                        <a:pt x="101" y="86"/>
                      </a:cubicBezTo>
                      <a:cubicBezTo>
                        <a:pt x="101" y="102"/>
                        <a:pt x="81" y="118"/>
                        <a:pt x="81" y="138"/>
                      </a:cubicBezTo>
                      <a:cubicBezTo>
                        <a:pt x="65" y="155"/>
                        <a:pt x="49" y="187"/>
                        <a:pt x="32" y="203"/>
                      </a:cubicBezTo>
                      <a:cubicBezTo>
                        <a:pt x="16" y="239"/>
                        <a:pt x="0" y="255"/>
                        <a:pt x="0" y="272"/>
                      </a:cubicBezTo>
                      <a:cubicBezTo>
                        <a:pt x="16" y="272"/>
                        <a:pt x="32" y="239"/>
                        <a:pt x="49" y="219"/>
                      </a:cubicBezTo>
                      <a:cubicBezTo>
                        <a:pt x="49" y="187"/>
                        <a:pt x="81" y="171"/>
                        <a:pt x="101" y="138"/>
                      </a:cubicBezTo>
                      <a:cubicBezTo>
                        <a:pt x="101" y="138"/>
                        <a:pt x="117" y="118"/>
                        <a:pt x="117" y="102"/>
                      </a:cubicBezTo>
                      <a:cubicBezTo>
                        <a:pt x="133" y="86"/>
                        <a:pt x="133" y="86"/>
                        <a:pt x="150" y="70"/>
                      </a:cubicBezTo>
                      <a:cubicBezTo>
                        <a:pt x="166" y="54"/>
                        <a:pt x="182" y="37"/>
                        <a:pt x="182" y="17"/>
                      </a:cubicBezTo>
                      <a:cubicBezTo>
                        <a:pt x="202" y="17"/>
                        <a:pt x="202" y="17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7" name="Google Shape;6377;p71">
                  <a:extLst>
                    <a:ext uri="{FF2B5EF4-FFF2-40B4-BE49-F238E27FC236}">
                      <a16:creationId xmlns:a16="http://schemas.microsoft.com/office/drawing/2014/main" id="{8E315664-3E8B-0EC0-8A79-DF90D4CDF93D}"/>
                    </a:ext>
                  </a:extLst>
                </p:cNvPr>
                <p:cNvSpPr/>
                <p:nvPr/>
              </p:nvSpPr>
              <p:spPr>
                <a:xfrm>
                  <a:off x="3387607" y="1915479"/>
                  <a:ext cx="20163" cy="25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56" extrusionOk="0">
                      <a:moveTo>
                        <a:pt x="203" y="1"/>
                      </a:moveTo>
                      <a:lnTo>
                        <a:pt x="203" y="1"/>
                      </a:lnTo>
                      <a:cubicBezTo>
                        <a:pt x="202" y="1"/>
                        <a:pt x="186" y="33"/>
                        <a:pt x="154" y="69"/>
                      </a:cubicBezTo>
                      <a:cubicBezTo>
                        <a:pt x="134" y="86"/>
                        <a:pt x="118" y="102"/>
                        <a:pt x="102" y="134"/>
                      </a:cubicBezTo>
                      <a:cubicBezTo>
                        <a:pt x="85" y="134"/>
                        <a:pt x="85" y="154"/>
                        <a:pt x="69" y="154"/>
                      </a:cubicBezTo>
                      <a:cubicBezTo>
                        <a:pt x="69" y="170"/>
                        <a:pt x="53" y="170"/>
                        <a:pt x="53" y="187"/>
                      </a:cubicBezTo>
                      <a:cubicBezTo>
                        <a:pt x="33" y="203"/>
                        <a:pt x="17" y="203"/>
                        <a:pt x="17" y="219"/>
                      </a:cubicBezTo>
                      <a:cubicBezTo>
                        <a:pt x="1" y="219"/>
                        <a:pt x="1" y="235"/>
                        <a:pt x="1" y="235"/>
                      </a:cubicBezTo>
                      <a:lnTo>
                        <a:pt x="1" y="255"/>
                      </a:lnTo>
                      <a:cubicBezTo>
                        <a:pt x="17" y="235"/>
                        <a:pt x="17" y="235"/>
                        <a:pt x="33" y="235"/>
                      </a:cubicBezTo>
                      <a:cubicBezTo>
                        <a:pt x="33" y="219"/>
                        <a:pt x="53" y="219"/>
                        <a:pt x="69" y="203"/>
                      </a:cubicBezTo>
                      <a:cubicBezTo>
                        <a:pt x="69" y="187"/>
                        <a:pt x="85" y="187"/>
                        <a:pt x="85" y="170"/>
                      </a:cubicBezTo>
                      <a:cubicBezTo>
                        <a:pt x="102" y="170"/>
                        <a:pt x="102" y="154"/>
                        <a:pt x="118" y="134"/>
                      </a:cubicBezTo>
                      <a:cubicBezTo>
                        <a:pt x="134" y="118"/>
                        <a:pt x="154" y="102"/>
                        <a:pt x="154" y="86"/>
                      </a:cubicBezTo>
                      <a:cubicBezTo>
                        <a:pt x="186" y="34"/>
                        <a:pt x="202" y="1"/>
                        <a:pt x="2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8" name="Google Shape;6378;p71">
                  <a:extLst>
                    <a:ext uri="{FF2B5EF4-FFF2-40B4-BE49-F238E27FC236}">
                      <a16:creationId xmlns:a16="http://schemas.microsoft.com/office/drawing/2014/main" id="{61F9E2F8-088C-1D98-D66A-C09237A5B45E}"/>
                    </a:ext>
                  </a:extLst>
                </p:cNvPr>
                <p:cNvSpPr/>
                <p:nvPr/>
              </p:nvSpPr>
              <p:spPr>
                <a:xfrm>
                  <a:off x="3430912" y="1876941"/>
                  <a:ext cx="22249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304" extrusionOk="0">
                      <a:moveTo>
                        <a:pt x="203" y="1"/>
                      </a:moveTo>
                      <a:cubicBezTo>
                        <a:pt x="203" y="1"/>
                        <a:pt x="187" y="1"/>
                        <a:pt x="187" y="17"/>
                      </a:cubicBezTo>
                      <a:cubicBezTo>
                        <a:pt x="171" y="17"/>
                        <a:pt x="154" y="37"/>
                        <a:pt x="138" y="54"/>
                      </a:cubicBezTo>
                      <a:cubicBezTo>
                        <a:pt x="138" y="70"/>
                        <a:pt x="122" y="86"/>
                        <a:pt x="102" y="86"/>
                      </a:cubicBezTo>
                      <a:cubicBezTo>
                        <a:pt x="102" y="102"/>
                        <a:pt x="86" y="118"/>
                        <a:pt x="86" y="138"/>
                      </a:cubicBezTo>
                      <a:cubicBezTo>
                        <a:pt x="70" y="155"/>
                        <a:pt x="53" y="187"/>
                        <a:pt x="37" y="219"/>
                      </a:cubicBezTo>
                      <a:cubicBezTo>
                        <a:pt x="37" y="239"/>
                        <a:pt x="21" y="255"/>
                        <a:pt x="21" y="271"/>
                      </a:cubicBezTo>
                      <a:lnTo>
                        <a:pt x="21" y="271"/>
                      </a:lnTo>
                      <a:cubicBezTo>
                        <a:pt x="30" y="258"/>
                        <a:pt x="41" y="240"/>
                        <a:pt x="53" y="219"/>
                      </a:cubicBezTo>
                      <a:cubicBezTo>
                        <a:pt x="70" y="187"/>
                        <a:pt x="86" y="171"/>
                        <a:pt x="102" y="138"/>
                      </a:cubicBezTo>
                      <a:cubicBezTo>
                        <a:pt x="122" y="138"/>
                        <a:pt x="122" y="118"/>
                        <a:pt x="138" y="102"/>
                      </a:cubicBezTo>
                      <a:cubicBezTo>
                        <a:pt x="138" y="86"/>
                        <a:pt x="154" y="86"/>
                        <a:pt x="154" y="70"/>
                      </a:cubicBezTo>
                      <a:cubicBezTo>
                        <a:pt x="171" y="54"/>
                        <a:pt x="187" y="37"/>
                        <a:pt x="187" y="37"/>
                      </a:cubicBezTo>
                      <a:cubicBezTo>
                        <a:pt x="203" y="17"/>
                        <a:pt x="203" y="17"/>
                        <a:pt x="223" y="17"/>
                      </a:cubicBezTo>
                      <a:lnTo>
                        <a:pt x="223" y="1"/>
                      </a:lnTo>
                      <a:close/>
                      <a:moveTo>
                        <a:pt x="21" y="271"/>
                      </a:moveTo>
                      <a:lnTo>
                        <a:pt x="21" y="271"/>
                      </a:lnTo>
                      <a:cubicBezTo>
                        <a:pt x="21" y="272"/>
                        <a:pt x="21" y="272"/>
                        <a:pt x="21" y="272"/>
                      </a:cubicBezTo>
                      <a:lnTo>
                        <a:pt x="21" y="272"/>
                      </a:lnTo>
                      <a:cubicBezTo>
                        <a:pt x="21" y="272"/>
                        <a:pt x="21" y="272"/>
                        <a:pt x="21" y="272"/>
                      </a:cubicBezTo>
                      <a:cubicBezTo>
                        <a:pt x="21" y="272"/>
                        <a:pt x="21" y="272"/>
                        <a:pt x="21" y="271"/>
                      </a:cubicBezTo>
                      <a:close/>
                      <a:moveTo>
                        <a:pt x="21" y="272"/>
                      </a:moveTo>
                      <a:lnTo>
                        <a:pt x="21" y="272"/>
                      </a:lnTo>
                      <a:cubicBezTo>
                        <a:pt x="1" y="288"/>
                        <a:pt x="1" y="304"/>
                        <a:pt x="1" y="304"/>
                      </a:cubicBezTo>
                      <a:cubicBezTo>
                        <a:pt x="1" y="304"/>
                        <a:pt x="8" y="292"/>
                        <a:pt x="21" y="2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79" name="Google Shape;6379;p71">
                  <a:extLst>
                    <a:ext uri="{FF2B5EF4-FFF2-40B4-BE49-F238E27FC236}">
                      <a16:creationId xmlns:a16="http://schemas.microsoft.com/office/drawing/2014/main" id="{89009E80-98DD-50DF-D8DC-07571BE286D0}"/>
                    </a:ext>
                  </a:extLst>
                </p:cNvPr>
                <p:cNvSpPr/>
                <p:nvPr/>
              </p:nvSpPr>
              <p:spPr>
                <a:xfrm>
                  <a:off x="3402903" y="1910711"/>
                  <a:ext cx="24931" cy="31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320" extrusionOk="0">
                      <a:moveTo>
                        <a:pt x="250" y="1"/>
                      </a:moveTo>
                      <a:lnTo>
                        <a:pt x="218" y="33"/>
                      </a:lnTo>
                      <a:lnTo>
                        <a:pt x="182" y="65"/>
                      </a:lnTo>
                      <a:cubicBezTo>
                        <a:pt x="166" y="81"/>
                        <a:pt x="150" y="117"/>
                        <a:pt x="117" y="150"/>
                      </a:cubicBezTo>
                      <a:cubicBezTo>
                        <a:pt x="117" y="166"/>
                        <a:pt x="101" y="182"/>
                        <a:pt x="101" y="182"/>
                      </a:cubicBezTo>
                      <a:cubicBezTo>
                        <a:pt x="81" y="202"/>
                        <a:pt x="65" y="218"/>
                        <a:pt x="65" y="235"/>
                      </a:cubicBezTo>
                      <a:lnTo>
                        <a:pt x="16" y="283"/>
                      </a:lnTo>
                      <a:lnTo>
                        <a:pt x="0" y="303"/>
                      </a:lnTo>
                      <a:lnTo>
                        <a:pt x="0" y="319"/>
                      </a:lnTo>
                      <a:lnTo>
                        <a:pt x="16" y="319"/>
                      </a:lnTo>
                      <a:cubicBezTo>
                        <a:pt x="16" y="303"/>
                        <a:pt x="16" y="303"/>
                        <a:pt x="32" y="283"/>
                      </a:cubicBezTo>
                      <a:cubicBezTo>
                        <a:pt x="49" y="283"/>
                        <a:pt x="65" y="267"/>
                        <a:pt x="81" y="251"/>
                      </a:cubicBezTo>
                      <a:cubicBezTo>
                        <a:pt x="101" y="235"/>
                        <a:pt x="101" y="218"/>
                        <a:pt x="117" y="202"/>
                      </a:cubicBezTo>
                      <a:cubicBezTo>
                        <a:pt x="117" y="182"/>
                        <a:pt x="133" y="182"/>
                        <a:pt x="150" y="166"/>
                      </a:cubicBezTo>
                      <a:cubicBezTo>
                        <a:pt x="166" y="134"/>
                        <a:pt x="182" y="101"/>
                        <a:pt x="202" y="65"/>
                      </a:cubicBezTo>
                      <a:cubicBezTo>
                        <a:pt x="218" y="65"/>
                        <a:pt x="218" y="49"/>
                        <a:pt x="234" y="33"/>
                      </a:cubicBezTo>
                      <a:cubicBezTo>
                        <a:pt x="234" y="17"/>
                        <a:pt x="234" y="16"/>
                        <a:pt x="2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0" name="Google Shape;6380;p71">
                  <a:extLst>
                    <a:ext uri="{FF2B5EF4-FFF2-40B4-BE49-F238E27FC236}">
                      <a16:creationId xmlns:a16="http://schemas.microsoft.com/office/drawing/2014/main" id="{10F8C769-5C58-0B1A-E6AA-1C9B5FFBAC95}"/>
                    </a:ext>
                  </a:extLst>
                </p:cNvPr>
                <p:cNvSpPr/>
                <p:nvPr/>
              </p:nvSpPr>
              <p:spPr>
                <a:xfrm>
                  <a:off x="3205444" y="1292016"/>
                  <a:ext cx="4966" cy="13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346" extrusionOk="0">
                      <a:moveTo>
                        <a:pt x="49" y="0"/>
                      </a:moveTo>
                      <a:cubicBezTo>
                        <a:pt x="49" y="0"/>
                        <a:pt x="33" y="0"/>
                        <a:pt x="33" y="32"/>
                      </a:cubicBezTo>
                      <a:cubicBezTo>
                        <a:pt x="33" y="49"/>
                        <a:pt x="33" y="69"/>
                        <a:pt x="17" y="85"/>
                      </a:cubicBezTo>
                      <a:lnTo>
                        <a:pt x="17" y="150"/>
                      </a:lnTo>
                      <a:lnTo>
                        <a:pt x="17" y="388"/>
                      </a:lnTo>
                      <a:lnTo>
                        <a:pt x="17" y="537"/>
                      </a:lnTo>
                      <a:lnTo>
                        <a:pt x="17" y="622"/>
                      </a:lnTo>
                      <a:lnTo>
                        <a:pt x="17" y="723"/>
                      </a:lnTo>
                      <a:cubicBezTo>
                        <a:pt x="17" y="776"/>
                        <a:pt x="1" y="840"/>
                        <a:pt x="1" y="909"/>
                      </a:cubicBezTo>
                      <a:lnTo>
                        <a:pt x="1" y="1079"/>
                      </a:lnTo>
                      <a:lnTo>
                        <a:pt x="1" y="1228"/>
                      </a:lnTo>
                      <a:cubicBezTo>
                        <a:pt x="17" y="1281"/>
                        <a:pt x="17" y="1313"/>
                        <a:pt x="17" y="1345"/>
                      </a:cubicBezTo>
                      <a:lnTo>
                        <a:pt x="17" y="1228"/>
                      </a:lnTo>
                      <a:lnTo>
                        <a:pt x="17" y="1079"/>
                      </a:lnTo>
                      <a:lnTo>
                        <a:pt x="17" y="909"/>
                      </a:lnTo>
                      <a:cubicBezTo>
                        <a:pt x="33" y="840"/>
                        <a:pt x="33" y="776"/>
                        <a:pt x="33" y="723"/>
                      </a:cubicBezTo>
                      <a:cubicBezTo>
                        <a:pt x="33" y="691"/>
                        <a:pt x="49" y="655"/>
                        <a:pt x="49" y="638"/>
                      </a:cubicBezTo>
                      <a:lnTo>
                        <a:pt x="49" y="537"/>
                      </a:lnTo>
                      <a:lnTo>
                        <a:pt x="49" y="388"/>
                      </a:lnTo>
                      <a:cubicBezTo>
                        <a:pt x="33" y="287"/>
                        <a:pt x="33" y="202"/>
                        <a:pt x="49" y="150"/>
                      </a:cubicBezTo>
                      <a:lnTo>
                        <a:pt x="49" y="85"/>
                      </a:lnTo>
                      <a:lnTo>
                        <a:pt x="49" y="32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1" name="Google Shape;6381;p71">
                  <a:extLst>
                    <a:ext uri="{FF2B5EF4-FFF2-40B4-BE49-F238E27FC236}">
                      <a16:creationId xmlns:a16="http://schemas.microsoft.com/office/drawing/2014/main" id="{5B2857F1-5B0A-6B16-D233-8779C3D8A914}"/>
                    </a:ext>
                  </a:extLst>
                </p:cNvPr>
                <p:cNvSpPr/>
                <p:nvPr/>
              </p:nvSpPr>
              <p:spPr>
                <a:xfrm>
                  <a:off x="3205444" y="1429183"/>
                  <a:ext cx="28606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102" extrusionOk="0">
                      <a:moveTo>
                        <a:pt x="219" y="1"/>
                      </a:moveTo>
                      <a:cubicBezTo>
                        <a:pt x="203" y="1"/>
                        <a:pt x="170" y="17"/>
                        <a:pt x="134" y="17"/>
                      </a:cubicBezTo>
                      <a:cubicBezTo>
                        <a:pt x="118" y="17"/>
                        <a:pt x="85" y="33"/>
                        <a:pt x="69" y="33"/>
                      </a:cubicBezTo>
                      <a:cubicBezTo>
                        <a:pt x="33" y="49"/>
                        <a:pt x="33" y="49"/>
                        <a:pt x="17" y="65"/>
                      </a:cubicBezTo>
                      <a:lnTo>
                        <a:pt x="1" y="82"/>
                      </a:lnTo>
                      <a:lnTo>
                        <a:pt x="1" y="102"/>
                      </a:lnTo>
                      <a:lnTo>
                        <a:pt x="17" y="102"/>
                      </a:lnTo>
                      <a:cubicBezTo>
                        <a:pt x="17" y="102"/>
                        <a:pt x="17" y="82"/>
                        <a:pt x="33" y="82"/>
                      </a:cubicBezTo>
                      <a:cubicBezTo>
                        <a:pt x="33" y="82"/>
                        <a:pt x="49" y="65"/>
                        <a:pt x="69" y="65"/>
                      </a:cubicBezTo>
                      <a:cubicBezTo>
                        <a:pt x="102" y="49"/>
                        <a:pt x="118" y="49"/>
                        <a:pt x="150" y="33"/>
                      </a:cubicBezTo>
                      <a:cubicBezTo>
                        <a:pt x="170" y="33"/>
                        <a:pt x="203" y="33"/>
                        <a:pt x="219" y="17"/>
                      </a:cubicBezTo>
                      <a:lnTo>
                        <a:pt x="287" y="17"/>
                      </a:lnTo>
                      <a:cubicBezTo>
                        <a:pt x="271" y="1"/>
                        <a:pt x="251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2" name="Google Shape;6382;p71">
                  <a:extLst>
                    <a:ext uri="{FF2B5EF4-FFF2-40B4-BE49-F238E27FC236}">
                      <a16:creationId xmlns:a16="http://schemas.microsoft.com/office/drawing/2014/main" id="{38F86F41-A668-B107-0347-D078EFA3E6AE}"/>
                    </a:ext>
                  </a:extLst>
                </p:cNvPr>
                <p:cNvSpPr/>
                <p:nvPr/>
              </p:nvSpPr>
              <p:spPr>
                <a:xfrm>
                  <a:off x="3205444" y="1288738"/>
                  <a:ext cx="27016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66" extrusionOk="0">
                      <a:moveTo>
                        <a:pt x="134" y="1"/>
                      </a:moveTo>
                      <a:cubicBezTo>
                        <a:pt x="118" y="1"/>
                        <a:pt x="102" y="17"/>
                        <a:pt x="102" y="17"/>
                      </a:cubicBezTo>
                      <a:lnTo>
                        <a:pt x="69" y="17"/>
                      </a:lnTo>
                      <a:cubicBezTo>
                        <a:pt x="49" y="33"/>
                        <a:pt x="33" y="33"/>
                        <a:pt x="17" y="33"/>
                      </a:cubicBezTo>
                      <a:cubicBezTo>
                        <a:pt x="17" y="49"/>
                        <a:pt x="17" y="49"/>
                        <a:pt x="1" y="49"/>
                      </a:cubicBezTo>
                      <a:lnTo>
                        <a:pt x="1" y="65"/>
                      </a:lnTo>
                      <a:lnTo>
                        <a:pt x="17" y="65"/>
                      </a:lnTo>
                      <a:lnTo>
                        <a:pt x="33" y="49"/>
                      </a:lnTo>
                      <a:cubicBezTo>
                        <a:pt x="33" y="49"/>
                        <a:pt x="49" y="49"/>
                        <a:pt x="69" y="33"/>
                      </a:cubicBezTo>
                      <a:lnTo>
                        <a:pt x="102" y="33"/>
                      </a:lnTo>
                      <a:cubicBezTo>
                        <a:pt x="118" y="33"/>
                        <a:pt x="118" y="33"/>
                        <a:pt x="134" y="17"/>
                      </a:cubicBezTo>
                      <a:lnTo>
                        <a:pt x="203" y="17"/>
                      </a:lnTo>
                      <a:cubicBezTo>
                        <a:pt x="235" y="1"/>
                        <a:pt x="271" y="1"/>
                        <a:pt x="2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3" name="Google Shape;6383;p71">
                  <a:extLst>
                    <a:ext uri="{FF2B5EF4-FFF2-40B4-BE49-F238E27FC236}">
                      <a16:creationId xmlns:a16="http://schemas.microsoft.com/office/drawing/2014/main" id="{F7CF686D-BD33-F52A-3C27-0394B1B8B54E}"/>
                    </a:ext>
                  </a:extLst>
                </p:cNvPr>
                <p:cNvSpPr/>
                <p:nvPr/>
              </p:nvSpPr>
              <p:spPr>
                <a:xfrm>
                  <a:off x="3227097" y="1286751"/>
                  <a:ext cx="5364" cy="12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213" extrusionOk="0">
                      <a:moveTo>
                        <a:pt x="53" y="1"/>
                      </a:moveTo>
                      <a:lnTo>
                        <a:pt x="33" y="37"/>
                      </a:lnTo>
                      <a:cubicBezTo>
                        <a:pt x="33" y="53"/>
                        <a:pt x="17" y="69"/>
                        <a:pt x="17" y="85"/>
                      </a:cubicBezTo>
                      <a:cubicBezTo>
                        <a:pt x="17" y="102"/>
                        <a:pt x="17" y="122"/>
                        <a:pt x="1" y="154"/>
                      </a:cubicBezTo>
                      <a:lnTo>
                        <a:pt x="1" y="372"/>
                      </a:lnTo>
                      <a:cubicBezTo>
                        <a:pt x="1" y="425"/>
                        <a:pt x="1" y="489"/>
                        <a:pt x="17" y="542"/>
                      </a:cubicBezTo>
                      <a:lnTo>
                        <a:pt x="17" y="708"/>
                      </a:lnTo>
                      <a:cubicBezTo>
                        <a:pt x="33" y="829"/>
                        <a:pt x="17" y="962"/>
                        <a:pt x="17" y="1063"/>
                      </a:cubicBezTo>
                      <a:cubicBezTo>
                        <a:pt x="17" y="1112"/>
                        <a:pt x="17" y="1164"/>
                        <a:pt x="33" y="1213"/>
                      </a:cubicBezTo>
                      <a:lnTo>
                        <a:pt x="33" y="1063"/>
                      </a:lnTo>
                      <a:cubicBezTo>
                        <a:pt x="33" y="962"/>
                        <a:pt x="53" y="829"/>
                        <a:pt x="53" y="708"/>
                      </a:cubicBezTo>
                      <a:cubicBezTo>
                        <a:pt x="53" y="659"/>
                        <a:pt x="53" y="590"/>
                        <a:pt x="33" y="542"/>
                      </a:cubicBezTo>
                      <a:lnTo>
                        <a:pt x="33" y="372"/>
                      </a:lnTo>
                      <a:lnTo>
                        <a:pt x="33" y="154"/>
                      </a:lnTo>
                      <a:lnTo>
                        <a:pt x="33" y="85"/>
                      </a:lnTo>
                      <a:cubicBezTo>
                        <a:pt x="33" y="69"/>
                        <a:pt x="53" y="53"/>
                        <a:pt x="53" y="53"/>
                      </a:cubicBezTo>
                      <a:lnTo>
                        <a:pt x="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4" name="Google Shape;6384;p71">
                  <a:extLst>
                    <a:ext uri="{FF2B5EF4-FFF2-40B4-BE49-F238E27FC236}">
                      <a16:creationId xmlns:a16="http://schemas.microsoft.com/office/drawing/2014/main" id="{54575E55-69FA-27D4-013A-D864AFF85869}"/>
                    </a:ext>
                  </a:extLst>
                </p:cNvPr>
                <p:cNvSpPr/>
                <p:nvPr/>
              </p:nvSpPr>
              <p:spPr>
                <a:xfrm>
                  <a:off x="3207034" y="1439215"/>
                  <a:ext cx="21752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50" extrusionOk="0">
                      <a:moveTo>
                        <a:pt x="219" y="1"/>
                      </a:moveTo>
                      <a:cubicBezTo>
                        <a:pt x="203" y="1"/>
                        <a:pt x="187" y="1"/>
                        <a:pt x="170" y="17"/>
                      </a:cubicBezTo>
                      <a:cubicBezTo>
                        <a:pt x="203" y="17"/>
                        <a:pt x="203" y="17"/>
                        <a:pt x="219" y="1"/>
                      </a:cubicBezTo>
                      <a:close/>
                      <a:moveTo>
                        <a:pt x="53" y="17"/>
                      </a:moveTo>
                      <a:cubicBezTo>
                        <a:pt x="33" y="17"/>
                        <a:pt x="17" y="33"/>
                        <a:pt x="17" y="33"/>
                      </a:cubicBezTo>
                      <a:lnTo>
                        <a:pt x="1" y="33"/>
                      </a:lnTo>
                      <a:lnTo>
                        <a:pt x="1" y="49"/>
                      </a:lnTo>
                      <a:lnTo>
                        <a:pt x="69" y="49"/>
                      </a:lnTo>
                      <a:cubicBezTo>
                        <a:pt x="102" y="49"/>
                        <a:pt x="134" y="33"/>
                        <a:pt x="170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5" name="Google Shape;6385;p71">
                  <a:extLst>
                    <a:ext uri="{FF2B5EF4-FFF2-40B4-BE49-F238E27FC236}">
                      <a16:creationId xmlns:a16="http://schemas.microsoft.com/office/drawing/2014/main" id="{23038675-BF6A-59E8-BBC4-2EA51EB0417F}"/>
                    </a:ext>
                  </a:extLst>
                </p:cNvPr>
                <p:cNvSpPr/>
                <p:nvPr/>
              </p:nvSpPr>
              <p:spPr>
                <a:xfrm>
                  <a:off x="3232362" y="1439215"/>
                  <a:ext cx="3278" cy="70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708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0" y="82"/>
                      </a:lnTo>
                      <a:lnTo>
                        <a:pt x="0" y="182"/>
                      </a:lnTo>
                      <a:cubicBezTo>
                        <a:pt x="0" y="384"/>
                        <a:pt x="16" y="708"/>
                        <a:pt x="16" y="708"/>
                      </a:cubicBezTo>
                      <a:cubicBezTo>
                        <a:pt x="16" y="708"/>
                        <a:pt x="33" y="384"/>
                        <a:pt x="16" y="182"/>
                      </a:cubicBezTo>
                      <a:lnTo>
                        <a:pt x="16" y="82"/>
                      </a:lnTo>
                      <a:lnTo>
                        <a:pt x="16" y="17"/>
                      </a:lnTo>
                      <a:cubicBezTo>
                        <a:pt x="16" y="1"/>
                        <a:pt x="16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6" name="Google Shape;6386;p71">
                  <a:extLst>
                    <a:ext uri="{FF2B5EF4-FFF2-40B4-BE49-F238E27FC236}">
                      <a16:creationId xmlns:a16="http://schemas.microsoft.com/office/drawing/2014/main" id="{C93E3B17-CEAA-CA49-4A76-A4E454CF50FE}"/>
                    </a:ext>
                  </a:extLst>
                </p:cNvPr>
                <p:cNvSpPr/>
                <p:nvPr/>
              </p:nvSpPr>
              <p:spPr>
                <a:xfrm>
                  <a:off x="3203855" y="1445671"/>
                  <a:ext cx="3278" cy="63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643" extrusionOk="0">
                      <a:moveTo>
                        <a:pt x="17" y="0"/>
                      </a:moveTo>
                      <a:cubicBezTo>
                        <a:pt x="0" y="37"/>
                        <a:pt x="0" y="69"/>
                        <a:pt x="0" y="170"/>
                      </a:cubicBezTo>
                      <a:cubicBezTo>
                        <a:pt x="17" y="218"/>
                        <a:pt x="17" y="271"/>
                        <a:pt x="17" y="340"/>
                      </a:cubicBezTo>
                      <a:lnTo>
                        <a:pt x="17" y="505"/>
                      </a:lnTo>
                      <a:lnTo>
                        <a:pt x="17" y="574"/>
                      </a:lnTo>
                      <a:lnTo>
                        <a:pt x="17" y="606"/>
                      </a:lnTo>
                      <a:cubicBezTo>
                        <a:pt x="17" y="622"/>
                        <a:pt x="33" y="622"/>
                        <a:pt x="33" y="643"/>
                      </a:cubicBezTo>
                      <a:lnTo>
                        <a:pt x="33" y="606"/>
                      </a:lnTo>
                      <a:lnTo>
                        <a:pt x="33" y="574"/>
                      </a:lnTo>
                      <a:lnTo>
                        <a:pt x="33" y="505"/>
                      </a:lnTo>
                      <a:lnTo>
                        <a:pt x="33" y="340"/>
                      </a:lnTo>
                      <a:lnTo>
                        <a:pt x="33" y="255"/>
                      </a:lnTo>
                      <a:lnTo>
                        <a:pt x="33" y="170"/>
                      </a:lnTo>
                      <a:lnTo>
                        <a:pt x="33" y="17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7" name="Google Shape;6387;p71">
                  <a:extLst>
                    <a:ext uri="{FF2B5EF4-FFF2-40B4-BE49-F238E27FC236}">
                      <a16:creationId xmlns:a16="http://schemas.microsoft.com/office/drawing/2014/main" id="{ABD95CF6-BC12-0A8B-1387-94DAEBED1AB0}"/>
                    </a:ext>
                  </a:extLst>
                </p:cNvPr>
                <p:cNvSpPr/>
                <p:nvPr/>
              </p:nvSpPr>
              <p:spPr>
                <a:xfrm>
                  <a:off x="3208623" y="1509438"/>
                  <a:ext cx="23838" cy="6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" h="66" extrusionOk="0">
                      <a:moveTo>
                        <a:pt x="171" y="1"/>
                      </a:moveTo>
                      <a:cubicBezTo>
                        <a:pt x="154" y="17"/>
                        <a:pt x="154" y="17"/>
                        <a:pt x="138" y="17"/>
                      </a:cubicBezTo>
                      <a:cubicBezTo>
                        <a:pt x="118" y="17"/>
                        <a:pt x="86" y="33"/>
                        <a:pt x="70" y="33"/>
                      </a:cubicBezTo>
                      <a:cubicBezTo>
                        <a:pt x="53" y="33"/>
                        <a:pt x="37" y="49"/>
                        <a:pt x="37" y="49"/>
                      </a:cubicBezTo>
                      <a:lnTo>
                        <a:pt x="1" y="49"/>
                      </a:lnTo>
                      <a:lnTo>
                        <a:pt x="1" y="65"/>
                      </a:lnTo>
                      <a:lnTo>
                        <a:pt x="37" y="65"/>
                      </a:lnTo>
                      <a:cubicBezTo>
                        <a:pt x="37" y="65"/>
                        <a:pt x="53" y="65"/>
                        <a:pt x="70" y="49"/>
                      </a:cubicBezTo>
                      <a:cubicBezTo>
                        <a:pt x="102" y="49"/>
                        <a:pt x="118" y="49"/>
                        <a:pt x="138" y="33"/>
                      </a:cubicBezTo>
                      <a:cubicBezTo>
                        <a:pt x="154" y="33"/>
                        <a:pt x="171" y="33"/>
                        <a:pt x="171" y="17"/>
                      </a:cubicBezTo>
                      <a:lnTo>
                        <a:pt x="203" y="17"/>
                      </a:lnTo>
                      <a:cubicBezTo>
                        <a:pt x="219" y="17"/>
                        <a:pt x="219" y="17"/>
                        <a:pt x="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8" name="Google Shape;6388;p71">
                  <a:extLst>
                    <a:ext uri="{FF2B5EF4-FFF2-40B4-BE49-F238E27FC236}">
                      <a16:creationId xmlns:a16="http://schemas.microsoft.com/office/drawing/2014/main" id="{DCB322B8-303F-4B7E-E1F1-8F5DD69ECA9D}"/>
                    </a:ext>
                  </a:extLst>
                </p:cNvPr>
                <p:cNvSpPr/>
                <p:nvPr/>
              </p:nvSpPr>
              <p:spPr>
                <a:xfrm>
                  <a:off x="3203855" y="1514305"/>
                  <a:ext cx="28606" cy="8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85" extrusionOk="0">
                      <a:moveTo>
                        <a:pt x="267" y="0"/>
                      </a:moveTo>
                      <a:cubicBezTo>
                        <a:pt x="251" y="0"/>
                        <a:pt x="235" y="16"/>
                        <a:pt x="219" y="16"/>
                      </a:cubicBezTo>
                      <a:cubicBezTo>
                        <a:pt x="166" y="16"/>
                        <a:pt x="118" y="32"/>
                        <a:pt x="65" y="53"/>
                      </a:cubicBezTo>
                      <a:cubicBezTo>
                        <a:pt x="49" y="53"/>
                        <a:pt x="33" y="53"/>
                        <a:pt x="33" y="69"/>
                      </a:cubicBezTo>
                      <a:lnTo>
                        <a:pt x="17" y="69"/>
                      </a:lnTo>
                      <a:lnTo>
                        <a:pt x="0" y="85"/>
                      </a:lnTo>
                      <a:lnTo>
                        <a:pt x="33" y="85"/>
                      </a:lnTo>
                      <a:cubicBezTo>
                        <a:pt x="49" y="85"/>
                        <a:pt x="65" y="69"/>
                        <a:pt x="85" y="69"/>
                      </a:cubicBezTo>
                      <a:cubicBezTo>
                        <a:pt x="118" y="53"/>
                        <a:pt x="166" y="32"/>
                        <a:pt x="219" y="32"/>
                      </a:cubicBezTo>
                      <a:cubicBezTo>
                        <a:pt x="235" y="16"/>
                        <a:pt x="251" y="16"/>
                        <a:pt x="267" y="16"/>
                      </a:cubicBezTo>
                      <a:lnTo>
                        <a:pt x="287" y="16"/>
                      </a:lnTo>
                      <a:lnTo>
                        <a:pt x="26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89" name="Google Shape;6389;p71">
                  <a:extLst>
                    <a:ext uri="{FF2B5EF4-FFF2-40B4-BE49-F238E27FC236}">
                      <a16:creationId xmlns:a16="http://schemas.microsoft.com/office/drawing/2014/main" id="{D9E3BB72-56C0-068E-83D4-D8F33201A58D}"/>
                    </a:ext>
                  </a:extLst>
                </p:cNvPr>
                <p:cNvSpPr/>
                <p:nvPr/>
              </p:nvSpPr>
              <p:spPr>
                <a:xfrm>
                  <a:off x="3228687" y="1515894"/>
                  <a:ext cx="5364" cy="67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675" extrusionOk="0">
                      <a:moveTo>
                        <a:pt x="53" y="0"/>
                      </a:moveTo>
                      <a:cubicBezTo>
                        <a:pt x="37" y="0"/>
                        <a:pt x="37" y="0"/>
                        <a:pt x="37" y="16"/>
                      </a:cubicBezTo>
                      <a:cubicBezTo>
                        <a:pt x="37" y="16"/>
                        <a:pt x="37" y="37"/>
                        <a:pt x="17" y="37"/>
                      </a:cubicBezTo>
                      <a:lnTo>
                        <a:pt x="17" y="69"/>
                      </a:lnTo>
                      <a:cubicBezTo>
                        <a:pt x="17" y="101"/>
                        <a:pt x="1" y="138"/>
                        <a:pt x="17" y="186"/>
                      </a:cubicBezTo>
                      <a:cubicBezTo>
                        <a:pt x="17" y="239"/>
                        <a:pt x="17" y="303"/>
                        <a:pt x="37" y="356"/>
                      </a:cubicBezTo>
                      <a:lnTo>
                        <a:pt x="37" y="457"/>
                      </a:lnTo>
                      <a:lnTo>
                        <a:pt x="37" y="542"/>
                      </a:lnTo>
                      <a:cubicBezTo>
                        <a:pt x="53" y="590"/>
                        <a:pt x="53" y="643"/>
                        <a:pt x="53" y="675"/>
                      </a:cubicBezTo>
                      <a:lnTo>
                        <a:pt x="53" y="542"/>
                      </a:lnTo>
                      <a:lnTo>
                        <a:pt x="53" y="457"/>
                      </a:lnTo>
                      <a:lnTo>
                        <a:pt x="53" y="356"/>
                      </a:lnTo>
                      <a:cubicBezTo>
                        <a:pt x="53" y="303"/>
                        <a:pt x="37" y="239"/>
                        <a:pt x="37" y="186"/>
                      </a:cubicBezTo>
                      <a:lnTo>
                        <a:pt x="37" y="69"/>
                      </a:lnTo>
                      <a:lnTo>
                        <a:pt x="37" y="37"/>
                      </a:lnTo>
                      <a:cubicBezTo>
                        <a:pt x="37" y="37"/>
                        <a:pt x="53" y="37"/>
                        <a:pt x="53" y="16"/>
                      </a:cubicBez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0" name="Google Shape;6390;p71">
                  <a:extLst>
                    <a:ext uri="{FF2B5EF4-FFF2-40B4-BE49-F238E27FC236}">
                      <a16:creationId xmlns:a16="http://schemas.microsoft.com/office/drawing/2014/main" id="{C32A8264-D40C-AC03-2F33-789E07AF4A7E}"/>
                    </a:ext>
                  </a:extLst>
                </p:cNvPr>
                <p:cNvSpPr/>
                <p:nvPr/>
              </p:nvSpPr>
              <p:spPr>
                <a:xfrm>
                  <a:off x="3203855" y="1522648"/>
                  <a:ext cx="6555" cy="63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640" extrusionOk="0">
                      <a:moveTo>
                        <a:pt x="17" y="1"/>
                      </a:moveTo>
                      <a:cubicBezTo>
                        <a:pt x="0" y="17"/>
                        <a:pt x="0" y="33"/>
                        <a:pt x="0" y="49"/>
                      </a:cubicBezTo>
                      <a:lnTo>
                        <a:pt x="0" y="150"/>
                      </a:lnTo>
                      <a:cubicBezTo>
                        <a:pt x="0" y="203"/>
                        <a:pt x="17" y="251"/>
                        <a:pt x="17" y="304"/>
                      </a:cubicBezTo>
                      <a:cubicBezTo>
                        <a:pt x="17" y="336"/>
                        <a:pt x="33" y="352"/>
                        <a:pt x="33" y="389"/>
                      </a:cubicBezTo>
                      <a:lnTo>
                        <a:pt x="33" y="474"/>
                      </a:lnTo>
                      <a:cubicBezTo>
                        <a:pt x="33" y="490"/>
                        <a:pt x="49" y="506"/>
                        <a:pt x="49" y="538"/>
                      </a:cubicBezTo>
                      <a:lnTo>
                        <a:pt x="49" y="453"/>
                      </a:lnTo>
                      <a:lnTo>
                        <a:pt x="49" y="389"/>
                      </a:lnTo>
                      <a:lnTo>
                        <a:pt x="49" y="304"/>
                      </a:lnTo>
                      <a:cubicBezTo>
                        <a:pt x="33" y="251"/>
                        <a:pt x="33" y="203"/>
                        <a:pt x="33" y="150"/>
                      </a:cubicBezTo>
                      <a:cubicBezTo>
                        <a:pt x="33" y="102"/>
                        <a:pt x="17" y="86"/>
                        <a:pt x="17" y="49"/>
                      </a:cubicBezTo>
                      <a:lnTo>
                        <a:pt x="17" y="1"/>
                      </a:lnTo>
                      <a:close/>
                      <a:moveTo>
                        <a:pt x="49" y="554"/>
                      </a:moveTo>
                      <a:lnTo>
                        <a:pt x="49" y="591"/>
                      </a:lnTo>
                      <a:cubicBezTo>
                        <a:pt x="65" y="623"/>
                        <a:pt x="65" y="639"/>
                        <a:pt x="65" y="639"/>
                      </a:cubicBezTo>
                      <a:lnTo>
                        <a:pt x="65" y="591"/>
                      </a:lnTo>
                      <a:cubicBezTo>
                        <a:pt x="65" y="575"/>
                        <a:pt x="49" y="575"/>
                        <a:pt x="49" y="55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1" name="Google Shape;6391;p71">
                  <a:extLst>
                    <a:ext uri="{FF2B5EF4-FFF2-40B4-BE49-F238E27FC236}">
                      <a16:creationId xmlns:a16="http://schemas.microsoft.com/office/drawing/2014/main" id="{AFA6A087-6138-4A50-0ED2-1FDE394134A5}"/>
                    </a:ext>
                  </a:extLst>
                </p:cNvPr>
                <p:cNvSpPr/>
                <p:nvPr/>
              </p:nvSpPr>
              <p:spPr>
                <a:xfrm>
                  <a:off x="3240407" y="1499406"/>
                  <a:ext cx="55423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" h="151" extrusionOk="0">
                      <a:moveTo>
                        <a:pt x="489" y="1"/>
                      </a:moveTo>
                      <a:cubicBezTo>
                        <a:pt x="473" y="1"/>
                        <a:pt x="457" y="17"/>
                        <a:pt x="440" y="17"/>
                      </a:cubicBezTo>
                      <a:cubicBezTo>
                        <a:pt x="404" y="17"/>
                        <a:pt x="388" y="17"/>
                        <a:pt x="356" y="33"/>
                      </a:cubicBezTo>
                      <a:cubicBezTo>
                        <a:pt x="339" y="33"/>
                        <a:pt x="303" y="33"/>
                        <a:pt x="287" y="49"/>
                      </a:cubicBezTo>
                      <a:cubicBezTo>
                        <a:pt x="238" y="49"/>
                        <a:pt x="186" y="65"/>
                        <a:pt x="154" y="81"/>
                      </a:cubicBezTo>
                      <a:cubicBezTo>
                        <a:pt x="101" y="102"/>
                        <a:pt x="69" y="102"/>
                        <a:pt x="53" y="118"/>
                      </a:cubicBezTo>
                      <a:cubicBezTo>
                        <a:pt x="36" y="118"/>
                        <a:pt x="20" y="134"/>
                        <a:pt x="20" y="134"/>
                      </a:cubicBezTo>
                      <a:lnTo>
                        <a:pt x="0" y="150"/>
                      </a:lnTo>
                      <a:lnTo>
                        <a:pt x="20" y="150"/>
                      </a:lnTo>
                      <a:cubicBezTo>
                        <a:pt x="20" y="150"/>
                        <a:pt x="36" y="150"/>
                        <a:pt x="69" y="134"/>
                      </a:cubicBezTo>
                      <a:cubicBezTo>
                        <a:pt x="85" y="134"/>
                        <a:pt x="121" y="118"/>
                        <a:pt x="154" y="118"/>
                      </a:cubicBezTo>
                      <a:cubicBezTo>
                        <a:pt x="186" y="102"/>
                        <a:pt x="238" y="81"/>
                        <a:pt x="287" y="65"/>
                      </a:cubicBezTo>
                      <a:cubicBezTo>
                        <a:pt x="323" y="65"/>
                        <a:pt x="339" y="49"/>
                        <a:pt x="372" y="49"/>
                      </a:cubicBezTo>
                      <a:cubicBezTo>
                        <a:pt x="388" y="33"/>
                        <a:pt x="404" y="33"/>
                        <a:pt x="440" y="33"/>
                      </a:cubicBezTo>
                      <a:cubicBezTo>
                        <a:pt x="457" y="17"/>
                        <a:pt x="473" y="17"/>
                        <a:pt x="505" y="17"/>
                      </a:cubicBezTo>
                      <a:lnTo>
                        <a:pt x="525" y="17"/>
                      </a:lnTo>
                      <a:cubicBezTo>
                        <a:pt x="541" y="1"/>
                        <a:pt x="541" y="1"/>
                        <a:pt x="5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2" name="Google Shape;6392;p71">
                  <a:extLst>
                    <a:ext uri="{FF2B5EF4-FFF2-40B4-BE49-F238E27FC236}">
                      <a16:creationId xmlns:a16="http://schemas.microsoft.com/office/drawing/2014/main" id="{2873960B-0313-77E2-F183-56693C4495FD}"/>
                    </a:ext>
                  </a:extLst>
                </p:cNvPr>
                <p:cNvSpPr/>
                <p:nvPr/>
              </p:nvSpPr>
              <p:spPr>
                <a:xfrm>
                  <a:off x="3237129" y="1514305"/>
                  <a:ext cx="5364" cy="78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792" extrusionOk="0">
                      <a:moveTo>
                        <a:pt x="17" y="0"/>
                      </a:moveTo>
                      <a:cubicBezTo>
                        <a:pt x="1" y="0"/>
                        <a:pt x="1" y="0"/>
                        <a:pt x="1" y="32"/>
                      </a:cubicBezTo>
                      <a:cubicBezTo>
                        <a:pt x="1" y="32"/>
                        <a:pt x="17" y="53"/>
                        <a:pt x="17" y="85"/>
                      </a:cubicBezTo>
                      <a:lnTo>
                        <a:pt x="17" y="202"/>
                      </a:lnTo>
                      <a:cubicBezTo>
                        <a:pt x="17" y="271"/>
                        <a:pt x="1" y="335"/>
                        <a:pt x="1" y="388"/>
                      </a:cubicBezTo>
                      <a:lnTo>
                        <a:pt x="1" y="489"/>
                      </a:lnTo>
                      <a:lnTo>
                        <a:pt x="1" y="590"/>
                      </a:lnTo>
                      <a:lnTo>
                        <a:pt x="1" y="638"/>
                      </a:lnTo>
                      <a:cubicBezTo>
                        <a:pt x="1" y="638"/>
                        <a:pt x="1" y="659"/>
                        <a:pt x="17" y="675"/>
                      </a:cubicBezTo>
                      <a:lnTo>
                        <a:pt x="17" y="638"/>
                      </a:lnTo>
                      <a:lnTo>
                        <a:pt x="17" y="590"/>
                      </a:lnTo>
                      <a:lnTo>
                        <a:pt x="17" y="489"/>
                      </a:lnTo>
                      <a:cubicBezTo>
                        <a:pt x="17" y="457"/>
                        <a:pt x="33" y="436"/>
                        <a:pt x="33" y="404"/>
                      </a:cubicBezTo>
                      <a:lnTo>
                        <a:pt x="33" y="202"/>
                      </a:lnTo>
                      <a:cubicBezTo>
                        <a:pt x="53" y="154"/>
                        <a:pt x="33" y="117"/>
                        <a:pt x="33" y="85"/>
                      </a:cubicBezTo>
                      <a:cubicBezTo>
                        <a:pt x="33" y="53"/>
                        <a:pt x="33" y="32"/>
                        <a:pt x="17" y="16"/>
                      </a:cubicBezTo>
                      <a:lnTo>
                        <a:pt x="17" y="0"/>
                      </a:lnTo>
                      <a:close/>
                      <a:moveTo>
                        <a:pt x="17" y="707"/>
                      </a:moveTo>
                      <a:lnTo>
                        <a:pt x="17" y="739"/>
                      </a:lnTo>
                      <a:cubicBezTo>
                        <a:pt x="33" y="760"/>
                        <a:pt x="33" y="776"/>
                        <a:pt x="33" y="792"/>
                      </a:cubicBezTo>
                      <a:lnTo>
                        <a:pt x="33" y="739"/>
                      </a:lnTo>
                      <a:cubicBezTo>
                        <a:pt x="33" y="723"/>
                        <a:pt x="17" y="723"/>
                        <a:pt x="17" y="70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3" name="Google Shape;6393;p71">
                  <a:extLst>
                    <a:ext uri="{FF2B5EF4-FFF2-40B4-BE49-F238E27FC236}">
                      <a16:creationId xmlns:a16="http://schemas.microsoft.com/office/drawing/2014/main" id="{A3BBE859-1D07-1972-73BB-36C1001144DC}"/>
                    </a:ext>
                  </a:extLst>
                </p:cNvPr>
                <p:cNvSpPr/>
                <p:nvPr/>
              </p:nvSpPr>
              <p:spPr>
                <a:xfrm>
                  <a:off x="3297320" y="1499406"/>
                  <a:ext cx="8542" cy="90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910" extrusionOk="0">
                      <a:moveTo>
                        <a:pt x="33" y="1"/>
                      </a:moveTo>
                      <a:lnTo>
                        <a:pt x="33" y="33"/>
                      </a:lnTo>
                      <a:cubicBezTo>
                        <a:pt x="33" y="33"/>
                        <a:pt x="33" y="49"/>
                        <a:pt x="53" y="49"/>
                      </a:cubicBezTo>
                      <a:lnTo>
                        <a:pt x="53" y="102"/>
                      </a:lnTo>
                      <a:lnTo>
                        <a:pt x="53" y="166"/>
                      </a:lnTo>
                      <a:lnTo>
                        <a:pt x="53" y="251"/>
                      </a:lnTo>
                      <a:cubicBezTo>
                        <a:pt x="53" y="283"/>
                        <a:pt x="53" y="320"/>
                        <a:pt x="33" y="352"/>
                      </a:cubicBezTo>
                      <a:lnTo>
                        <a:pt x="33" y="469"/>
                      </a:lnTo>
                      <a:cubicBezTo>
                        <a:pt x="17" y="554"/>
                        <a:pt x="1" y="623"/>
                        <a:pt x="1" y="708"/>
                      </a:cubicBezTo>
                      <a:lnTo>
                        <a:pt x="1" y="756"/>
                      </a:lnTo>
                      <a:cubicBezTo>
                        <a:pt x="1" y="772"/>
                        <a:pt x="1" y="788"/>
                        <a:pt x="17" y="809"/>
                      </a:cubicBezTo>
                      <a:lnTo>
                        <a:pt x="17" y="756"/>
                      </a:lnTo>
                      <a:lnTo>
                        <a:pt x="17" y="708"/>
                      </a:lnTo>
                      <a:cubicBezTo>
                        <a:pt x="17" y="623"/>
                        <a:pt x="33" y="554"/>
                        <a:pt x="53" y="469"/>
                      </a:cubicBezTo>
                      <a:cubicBezTo>
                        <a:pt x="53" y="437"/>
                        <a:pt x="69" y="384"/>
                        <a:pt x="69" y="352"/>
                      </a:cubicBezTo>
                      <a:cubicBezTo>
                        <a:pt x="69" y="320"/>
                        <a:pt x="85" y="283"/>
                        <a:pt x="85" y="251"/>
                      </a:cubicBezTo>
                      <a:lnTo>
                        <a:pt x="85" y="150"/>
                      </a:lnTo>
                      <a:cubicBezTo>
                        <a:pt x="85" y="134"/>
                        <a:pt x="85" y="118"/>
                        <a:pt x="69" y="102"/>
                      </a:cubicBezTo>
                      <a:lnTo>
                        <a:pt x="69" y="49"/>
                      </a:lnTo>
                      <a:cubicBezTo>
                        <a:pt x="53" y="33"/>
                        <a:pt x="53" y="33"/>
                        <a:pt x="53" y="17"/>
                      </a:cubicBezTo>
                      <a:lnTo>
                        <a:pt x="33" y="1"/>
                      </a:lnTo>
                      <a:close/>
                      <a:moveTo>
                        <a:pt x="17" y="841"/>
                      </a:moveTo>
                      <a:lnTo>
                        <a:pt x="17" y="889"/>
                      </a:lnTo>
                      <a:lnTo>
                        <a:pt x="33" y="910"/>
                      </a:lnTo>
                      <a:lnTo>
                        <a:pt x="33" y="889"/>
                      </a:lnTo>
                      <a:cubicBezTo>
                        <a:pt x="17" y="873"/>
                        <a:pt x="17" y="857"/>
                        <a:pt x="17" y="8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4" name="Google Shape;6394;p71">
                  <a:extLst>
                    <a:ext uri="{FF2B5EF4-FFF2-40B4-BE49-F238E27FC236}">
                      <a16:creationId xmlns:a16="http://schemas.microsoft.com/office/drawing/2014/main" id="{82200D7F-F9A6-D4CA-B37D-1528D73DE8AA}"/>
                    </a:ext>
                  </a:extLst>
                </p:cNvPr>
                <p:cNvSpPr/>
                <p:nvPr/>
              </p:nvSpPr>
              <p:spPr>
                <a:xfrm>
                  <a:off x="3305763" y="1499406"/>
                  <a:ext cx="3278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809" extrusionOk="0">
                      <a:moveTo>
                        <a:pt x="33" y="1"/>
                      </a:moveTo>
                      <a:cubicBezTo>
                        <a:pt x="17" y="17"/>
                        <a:pt x="17" y="49"/>
                        <a:pt x="17" y="81"/>
                      </a:cubicBezTo>
                      <a:lnTo>
                        <a:pt x="17" y="235"/>
                      </a:lnTo>
                      <a:lnTo>
                        <a:pt x="17" y="336"/>
                      </a:lnTo>
                      <a:cubicBezTo>
                        <a:pt x="17" y="384"/>
                        <a:pt x="0" y="421"/>
                        <a:pt x="0" y="469"/>
                      </a:cubicBezTo>
                      <a:cubicBezTo>
                        <a:pt x="17" y="506"/>
                        <a:pt x="17" y="538"/>
                        <a:pt x="17" y="586"/>
                      </a:cubicBezTo>
                      <a:lnTo>
                        <a:pt x="17" y="708"/>
                      </a:lnTo>
                      <a:cubicBezTo>
                        <a:pt x="17" y="740"/>
                        <a:pt x="17" y="772"/>
                        <a:pt x="33" y="809"/>
                      </a:cubicBezTo>
                      <a:lnTo>
                        <a:pt x="33" y="708"/>
                      </a:lnTo>
                      <a:lnTo>
                        <a:pt x="33" y="586"/>
                      </a:lnTo>
                      <a:lnTo>
                        <a:pt x="33" y="469"/>
                      </a:lnTo>
                      <a:lnTo>
                        <a:pt x="33" y="336"/>
                      </a:lnTo>
                      <a:lnTo>
                        <a:pt x="33" y="235"/>
                      </a:lnTo>
                      <a:lnTo>
                        <a:pt x="33" y="81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5" name="Google Shape;6395;p71">
                  <a:extLst>
                    <a:ext uri="{FF2B5EF4-FFF2-40B4-BE49-F238E27FC236}">
                      <a16:creationId xmlns:a16="http://schemas.microsoft.com/office/drawing/2014/main" id="{5BFCC825-7350-5B66-EC03-A8F54BE48EE4}"/>
                    </a:ext>
                  </a:extLst>
                </p:cNvPr>
                <p:cNvSpPr/>
                <p:nvPr/>
              </p:nvSpPr>
              <p:spPr>
                <a:xfrm>
                  <a:off x="3307352" y="1482521"/>
                  <a:ext cx="63469" cy="16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171" extrusionOk="0">
                      <a:moveTo>
                        <a:pt x="639" y="1"/>
                      </a:moveTo>
                      <a:cubicBezTo>
                        <a:pt x="623" y="1"/>
                        <a:pt x="590" y="1"/>
                        <a:pt x="574" y="17"/>
                      </a:cubicBezTo>
                      <a:cubicBezTo>
                        <a:pt x="590" y="17"/>
                        <a:pt x="623" y="1"/>
                        <a:pt x="639" y="1"/>
                      </a:cubicBezTo>
                      <a:close/>
                      <a:moveTo>
                        <a:pt x="506" y="17"/>
                      </a:moveTo>
                      <a:cubicBezTo>
                        <a:pt x="457" y="33"/>
                        <a:pt x="388" y="49"/>
                        <a:pt x="336" y="49"/>
                      </a:cubicBezTo>
                      <a:cubicBezTo>
                        <a:pt x="271" y="70"/>
                        <a:pt x="219" y="86"/>
                        <a:pt x="170" y="102"/>
                      </a:cubicBezTo>
                      <a:cubicBezTo>
                        <a:pt x="85" y="134"/>
                        <a:pt x="33" y="134"/>
                        <a:pt x="17" y="150"/>
                      </a:cubicBezTo>
                      <a:cubicBezTo>
                        <a:pt x="1" y="150"/>
                        <a:pt x="1" y="150"/>
                        <a:pt x="1" y="171"/>
                      </a:cubicBezTo>
                      <a:lnTo>
                        <a:pt x="186" y="118"/>
                      </a:lnTo>
                      <a:cubicBezTo>
                        <a:pt x="235" y="102"/>
                        <a:pt x="287" y="102"/>
                        <a:pt x="336" y="86"/>
                      </a:cubicBezTo>
                      <a:cubicBezTo>
                        <a:pt x="388" y="70"/>
                        <a:pt x="457" y="49"/>
                        <a:pt x="506" y="33"/>
                      </a:cubicBezTo>
                      <a:cubicBezTo>
                        <a:pt x="522" y="33"/>
                        <a:pt x="558" y="17"/>
                        <a:pt x="574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6" name="Google Shape;6396;p71">
                  <a:extLst>
                    <a:ext uri="{FF2B5EF4-FFF2-40B4-BE49-F238E27FC236}">
                      <a16:creationId xmlns:a16="http://schemas.microsoft.com/office/drawing/2014/main" id="{AC362B61-9DA3-59E8-6A6C-621A331ED92A}"/>
                    </a:ext>
                  </a:extLst>
                </p:cNvPr>
                <p:cNvSpPr/>
                <p:nvPr/>
              </p:nvSpPr>
              <p:spPr>
                <a:xfrm>
                  <a:off x="3372807" y="1484210"/>
                  <a:ext cx="4867" cy="88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893" extrusionOk="0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0" y="117"/>
                      </a:lnTo>
                      <a:cubicBezTo>
                        <a:pt x="0" y="154"/>
                        <a:pt x="16" y="202"/>
                        <a:pt x="16" y="271"/>
                      </a:cubicBezTo>
                      <a:lnTo>
                        <a:pt x="16" y="521"/>
                      </a:lnTo>
                      <a:lnTo>
                        <a:pt x="16" y="659"/>
                      </a:lnTo>
                      <a:cubicBezTo>
                        <a:pt x="32" y="691"/>
                        <a:pt x="32" y="739"/>
                        <a:pt x="32" y="776"/>
                      </a:cubicBezTo>
                      <a:cubicBezTo>
                        <a:pt x="32" y="824"/>
                        <a:pt x="32" y="861"/>
                        <a:pt x="49" y="893"/>
                      </a:cubicBezTo>
                      <a:lnTo>
                        <a:pt x="49" y="776"/>
                      </a:lnTo>
                      <a:cubicBezTo>
                        <a:pt x="49" y="739"/>
                        <a:pt x="32" y="691"/>
                        <a:pt x="32" y="659"/>
                      </a:cubicBezTo>
                      <a:lnTo>
                        <a:pt x="32" y="521"/>
                      </a:lnTo>
                      <a:lnTo>
                        <a:pt x="32" y="271"/>
                      </a:lnTo>
                      <a:lnTo>
                        <a:pt x="32" y="101"/>
                      </a:lnTo>
                      <a:cubicBezTo>
                        <a:pt x="32" y="69"/>
                        <a:pt x="16" y="53"/>
                        <a:pt x="16" y="32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7" name="Google Shape;6397;p71">
                  <a:extLst>
                    <a:ext uri="{FF2B5EF4-FFF2-40B4-BE49-F238E27FC236}">
                      <a16:creationId xmlns:a16="http://schemas.microsoft.com/office/drawing/2014/main" id="{C6CF7E1D-6248-594A-BDF0-12BF1C8A8987}"/>
                    </a:ext>
                  </a:extLst>
                </p:cNvPr>
                <p:cNvSpPr/>
                <p:nvPr/>
              </p:nvSpPr>
              <p:spPr>
                <a:xfrm>
                  <a:off x="3382839" y="1474178"/>
                  <a:ext cx="34962" cy="8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85" extrusionOk="0">
                      <a:moveTo>
                        <a:pt x="352" y="0"/>
                      </a:moveTo>
                      <a:cubicBezTo>
                        <a:pt x="351" y="0"/>
                        <a:pt x="319" y="16"/>
                        <a:pt x="251" y="16"/>
                      </a:cubicBezTo>
                      <a:cubicBezTo>
                        <a:pt x="234" y="16"/>
                        <a:pt x="202" y="16"/>
                        <a:pt x="166" y="32"/>
                      </a:cubicBezTo>
                      <a:cubicBezTo>
                        <a:pt x="133" y="32"/>
                        <a:pt x="117" y="32"/>
                        <a:pt x="81" y="53"/>
                      </a:cubicBezTo>
                      <a:lnTo>
                        <a:pt x="32" y="53"/>
                      </a:lnTo>
                      <a:lnTo>
                        <a:pt x="16" y="69"/>
                      </a:lnTo>
                      <a:cubicBezTo>
                        <a:pt x="0" y="69"/>
                        <a:pt x="0" y="69"/>
                        <a:pt x="0" y="85"/>
                      </a:cubicBezTo>
                      <a:lnTo>
                        <a:pt x="32" y="85"/>
                      </a:lnTo>
                      <a:cubicBezTo>
                        <a:pt x="49" y="85"/>
                        <a:pt x="65" y="69"/>
                        <a:pt x="101" y="69"/>
                      </a:cubicBezTo>
                      <a:cubicBezTo>
                        <a:pt x="117" y="69"/>
                        <a:pt x="150" y="69"/>
                        <a:pt x="182" y="53"/>
                      </a:cubicBezTo>
                      <a:cubicBezTo>
                        <a:pt x="202" y="53"/>
                        <a:pt x="234" y="32"/>
                        <a:pt x="267" y="32"/>
                      </a:cubicBezTo>
                      <a:cubicBezTo>
                        <a:pt x="319" y="16"/>
                        <a:pt x="351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8" name="Google Shape;6398;p71">
                  <a:extLst>
                    <a:ext uri="{FF2B5EF4-FFF2-40B4-BE49-F238E27FC236}">
                      <a16:creationId xmlns:a16="http://schemas.microsoft.com/office/drawing/2014/main" id="{583DB95C-CC58-788E-3E33-D20D1B2BB776}"/>
                    </a:ext>
                  </a:extLst>
                </p:cNvPr>
                <p:cNvSpPr/>
                <p:nvPr/>
              </p:nvSpPr>
              <p:spPr>
                <a:xfrm>
                  <a:off x="3412934" y="1475767"/>
                  <a:ext cx="3278" cy="107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079" extrusionOk="0">
                      <a:moveTo>
                        <a:pt x="16" y="0"/>
                      </a:moveTo>
                      <a:lnTo>
                        <a:pt x="16" y="37"/>
                      </a:lnTo>
                      <a:lnTo>
                        <a:pt x="16" y="117"/>
                      </a:lnTo>
                      <a:lnTo>
                        <a:pt x="16" y="303"/>
                      </a:lnTo>
                      <a:cubicBezTo>
                        <a:pt x="16" y="473"/>
                        <a:pt x="16" y="691"/>
                        <a:pt x="0" y="861"/>
                      </a:cubicBezTo>
                      <a:lnTo>
                        <a:pt x="0" y="994"/>
                      </a:lnTo>
                      <a:cubicBezTo>
                        <a:pt x="16" y="1026"/>
                        <a:pt x="16" y="1063"/>
                        <a:pt x="16" y="1079"/>
                      </a:cubicBezTo>
                      <a:lnTo>
                        <a:pt x="16" y="861"/>
                      </a:lnTo>
                      <a:cubicBezTo>
                        <a:pt x="16" y="776"/>
                        <a:pt x="32" y="675"/>
                        <a:pt x="32" y="574"/>
                      </a:cubicBezTo>
                      <a:lnTo>
                        <a:pt x="32" y="303"/>
                      </a:lnTo>
                      <a:lnTo>
                        <a:pt x="32" y="117"/>
                      </a:lnTo>
                      <a:lnTo>
                        <a:pt x="32" y="37"/>
                      </a:lnTo>
                      <a:cubicBezTo>
                        <a:pt x="32" y="0"/>
                        <a:pt x="32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399" name="Google Shape;6399;p71">
                  <a:extLst>
                    <a:ext uri="{FF2B5EF4-FFF2-40B4-BE49-F238E27FC236}">
                      <a16:creationId xmlns:a16="http://schemas.microsoft.com/office/drawing/2014/main" id="{477685AD-4375-EF60-A7F6-79DB7F4C7FB1}"/>
                    </a:ext>
                  </a:extLst>
                </p:cNvPr>
                <p:cNvSpPr/>
                <p:nvPr/>
              </p:nvSpPr>
              <p:spPr>
                <a:xfrm>
                  <a:off x="3380753" y="1482521"/>
                  <a:ext cx="3774" cy="112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129" extrusionOk="0">
                      <a:moveTo>
                        <a:pt x="21" y="1"/>
                      </a:moveTo>
                      <a:lnTo>
                        <a:pt x="21" y="33"/>
                      </a:lnTo>
                      <a:lnTo>
                        <a:pt x="21" y="118"/>
                      </a:lnTo>
                      <a:cubicBezTo>
                        <a:pt x="21" y="150"/>
                        <a:pt x="1" y="219"/>
                        <a:pt x="1" y="288"/>
                      </a:cubicBezTo>
                      <a:cubicBezTo>
                        <a:pt x="1" y="373"/>
                        <a:pt x="21" y="453"/>
                        <a:pt x="21" y="554"/>
                      </a:cubicBezTo>
                      <a:lnTo>
                        <a:pt x="21" y="825"/>
                      </a:lnTo>
                      <a:cubicBezTo>
                        <a:pt x="21" y="995"/>
                        <a:pt x="37" y="1128"/>
                        <a:pt x="37" y="1128"/>
                      </a:cubicBezTo>
                      <a:lnTo>
                        <a:pt x="37" y="825"/>
                      </a:lnTo>
                      <a:lnTo>
                        <a:pt x="37" y="554"/>
                      </a:lnTo>
                      <a:lnTo>
                        <a:pt x="37" y="288"/>
                      </a:lnTo>
                      <a:lnTo>
                        <a:pt x="37" y="118"/>
                      </a:lnTo>
                      <a:lnTo>
                        <a:pt x="37" y="33"/>
                      </a:lnTo>
                      <a:lnTo>
                        <a:pt x="2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0" name="Google Shape;6400;p71">
                  <a:extLst>
                    <a:ext uri="{FF2B5EF4-FFF2-40B4-BE49-F238E27FC236}">
                      <a16:creationId xmlns:a16="http://schemas.microsoft.com/office/drawing/2014/main" id="{7D44E6BB-4112-BFFB-3E71-ADA9AA02D998}"/>
                    </a:ext>
                  </a:extLst>
                </p:cNvPr>
                <p:cNvSpPr/>
                <p:nvPr/>
              </p:nvSpPr>
              <p:spPr>
                <a:xfrm>
                  <a:off x="3235540" y="1437229"/>
                  <a:ext cx="3278" cy="68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692" extrusionOk="0">
                      <a:moveTo>
                        <a:pt x="33" y="1"/>
                      </a:moveTo>
                      <a:cubicBezTo>
                        <a:pt x="17" y="1"/>
                        <a:pt x="17" y="1"/>
                        <a:pt x="17" y="21"/>
                      </a:cubicBezTo>
                      <a:lnTo>
                        <a:pt x="17" y="69"/>
                      </a:lnTo>
                      <a:lnTo>
                        <a:pt x="17" y="170"/>
                      </a:lnTo>
                      <a:cubicBezTo>
                        <a:pt x="1" y="372"/>
                        <a:pt x="17" y="691"/>
                        <a:pt x="17" y="691"/>
                      </a:cubicBezTo>
                      <a:cubicBezTo>
                        <a:pt x="17" y="691"/>
                        <a:pt x="33" y="372"/>
                        <a:pt x="33" y="170"/>
                      </a:cubicBezTo>
                      <a:lnTo>
                        <a:pt x="33" y="69"/>
                      </a:lnTo>
                      <a:lnTo>
                        <a:pt x="33" y="21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1" name="Google Shape;6401;p71">
                  <a:extLst>
                    <a:ext uri="{FF2B5EF4-FFF2-40B4-BE49-F238E27FC236}">
                      <a16:creationId xmlns:a16="http://schemas.microsoft.com/office/drawing/2014/main" id="{4C340C07-B49C-1258-255A-262D1A1A2E09}"/>
                    </a:ext>
                  </a:extLst>
                </p:cNvPr>
                <p:cNvSpPr/>
                <p:nvPr/>
              </p:nvSpPr>
              <p:spPr>
                <a:xfrm>
                  <a:off x="3238718" y="1490964"/>
                  <a:ext cx="60290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151" extrusionOk="0">
                      <a:moveTo>
                        <a:pt x="558" y="1"/>
                      </a:moveTo>
                      <a:cubicBezTo>
                        <a:pt x="522" y="17"/>
                        <a:pt x="506" y="17"/>
                        <a:pt x="474" y="17"/>
                      </a:cubicBezTo>
                      <a:cubicBezTo>
                        <a:pt x="389" y="33"/>
                        <a:pt x="255" y="65"/>
                        <a:pt x="171" y="102"/>
                      </a:cubicBezTo>
                      <a:cubicBezTo>
                        <a:pt x="138" y="102"/>
                        <a:pt x="102" y="118"/>
                        <a:pt x="70" y="118"/>
                      </a:cubicBezTo>
                      <a:cubicBezTo>
                        <a:pt x="53" y="118"/>
                        <a:pt x="37" y="134"/>
                        <a:pt x="17" y="134"/>
                      </a:cubicBezTo>
                      <a:cubicBezTo>
                        <a:pt x="1" y="134"/>
                        <a:pt x="1" y="134"/>
                        <a:pt x="1" y="150"/>
                      </a:cubicBezTo>
                      <a:lnTo>
                        <a:pt x="17" y="150"/>
                      </a:lnTo>
                      <a:cubicBezTo>
                        <a:pt x="37" y="150"/>
                        <a:pt x="53" y="150"/>
                        <a:pt x="70" y="134"/>
                      </a:cubicBezTo>
                      <a:cubicBezTo>
                        <a:pt x="102" y="134"/>
                        <a:pt x="138" y="134"/>
                        <a:pt x="187" y="118"/>
                      </a:cubicBezTo>
                      <a:cubicBezTo>
                        <a:pt x="272" y="102"/>
                        <a:pt x="389" y="65"/>
                        <a:pt x="490" y="33"/>
                      </a:cubicBezTo>
                      <a:cubicBezTo>
                        <a:pt x="506" y="33"/>
                        <a:pt x="522" y="17"/>
                        <a:pt x="558" y="17"/>
                      </a:cubicBezTo>
                      <a:cubicBezTo>
                        <a:pt x="574" y="17"/>
                        <a:pt x="591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2" name="Google Shape;6402;p71">
                  <a:extLst>
                    <a:ext uri="{FF2B5EF4-FFF2-40B4-BE49-F238E27FC236}">
                      <a16:creationId xmlns:a16="http://schemas.microsoft.com/office/drawing/2014/main" id="{5CADB183-5EED-A35B-F3AD-86F0193D2BB8}"/>
                    </a:ext>
                  </a:extLst>
                </p:cNvPr>
                <p:cNvSpPr/>
                <p:nvPr/>
              </p:nvSpPr>
              <p:spPr>
                <a:xfrm>
                  <a:off x="3297320" y="1422429"/>
                  <a:ext cx="5364" cy="5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522" extrusionOk="0">
                      <a:moveTo>
                        <a:pt x="33" y="0"/>
                      </a:moveTo>
                      <a:lnTo>
                        <a:pt x="17" y="16"/>
                      </a:lnTo>
                      <a:cubicBezTo>
                        <a:pt x="17" y="32"/>
                        <a:pt x="17" y="49"/>
                        <a:pt x="1" y="69"/>
                      </a:cubicBezTo>
                      <a:lnTo>
                        <a:pt x="1" y="186"/>
                      </a:lnTo>
                      <a:lnTo>
                        <a:pt x="1" y="351"/>
                      </a:lnTo>
                      <a:lnTo>
                        <a:pt x="1" y="436"/>
                      </a:lnTo>
                      <a:cubicBezTo>
                        <a:pt x="17" y="473"/>
                        <a:pt x="17" y="489"/>
                        <a:pt x="17" y="521"/>
                      </a:cubicBezTo>
                      <a:cubicBezTo>
                        <a:pt x="33" y="489"/>
                        <a:pt x="33" y="473"/>
                        <a:pt x="33" y="436"/>
                      </a:cubicBezTo>
                      <a:lnTo>
                        <a:pt x="33" y="351"/>
                      </a:lnTo>
                      <a:cubicBezTo>
                        <a:pt x="33" y="287"/>
                        <a:pt x="17" y="234"/>
                        <a:pt x="17" y="186"/>
                      </a:cubicBezTo>
                      <a:cubicBezTo>
                        <a:pt x="17" y="133"/>
                        <a:pt x="17" y="101"/>
                        <a:pt x="33" y="69"/>
                      </a:cubicBezTo>
                      <a:lnTo>
                        <a:pt x="33" y="16"/>
                      </a:lnTo>
                      <a:cubicBezTo>
                        <a:pt x="53" y="0"/>
                        <a:pt x="33" y="0"/>
                        <a:pt x="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3" name="Google Shape;6403;p71">
                  <a:extLst>
                    <a:ext uri="{FF2B5EF4-FFF2-40B4-BE49-F238E27FC236}">
                      <a16:creationId xmlns:a16="http://schemas.microsoft.com/office/drawing/2014/main" id="{ABA8AC61-81EC-25C4-8741-35304EEACFA8}"/>
                    </a:ext>
                  </a:extLst>
                </p:cNvPr>
                <p:cNvSpPr/>
                <p:nvPr/>
              </p:nvSpPr>
              <p:spPr>
                <a:xfrm>
                  <a:off x="3237129" y="1422429"/>
                  <a:ext cx="60290" cy="17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177" extrusionOk="0">
                      <a:moveTo>
                        <a:pt x="538" y="0"/>
                      </a:moveTo>
                      <a:cubicBezTo>
                        <a:pt x="522" y="0"/>
                        <a:pt x="506" y="16"/>
                        <a:pt x="473" y="16"/>
                      </a:cubicBezTo>
                      <a:cubicBezTo>
                        <a:pt x="421" y="16"/>
                        <a:pt x="372" y="32"/>
                        <a:pt x="320" y="49"/>
                      </a:cubicBezTo>
                      <a:cubicBezTo>
                        <a:pt x="255" y="69"/>
                        <a:pt x="203" y="85"/>
                        <a:pt x="170" y="101"/>
                      </a:cubicBezTo>
                      <a:cubicBezTo>
                        <a:pt x="69" y="133"/>
                        <a:pt x="33" y="150"/>
                        <a:pt x="17" y="170"/>
                      </a:cubicBezTo>
                      <a:cubicBezTo>
                        <a:pt x="33" y="170"/>
                        <a:pt x="86" y="150"/>
                        <a:pt x="170" y="133"/>
                      </a:cubicBezTo>
                      <a:cubicBezTo>
                        <a:pt x="219" y="117"/>
                        <a:pt x="271" y="101"/>
                        <a:pt x="320" y="69"/>
                      </a:cubicBezTo>
                      <a:cubicBezTo>
                        <a:pt x="372" y="49"/>
                        <a:pt x="421" y="32"/>
                        <a:pt x="473" y="32"/>
                      </a:cubicBezTo>
                      <a:cubicBezTo>
                        <a:pt x="506" y="16"/>
                        <a:pt x="522" y="16"/>
                        <a:pt x="538" y="16"/>
                      </a:cubicBezTo>
                      <a:cubicBezTo>
                        <a:pt x="574" y="16"/>
                        <a:pt x="590" y="0"/>
                        <a:pt x="607" y="0"/>
                      </a:cubicBezTo>
                      <a:close/>
                      <a:moveTo>
                        <a:pt x="1" y="170"/>
                      </a:moveTo>
                      <a:cubicBezTo>
                        <a:pt x="1" y="170"/>
                        <a:pt x="1" y="177"/>
                        <a:pt x="5" y="177"/>
                      </a:cubicBezTo>
                      <a:cubicBezTo>
                        <a:pt x="8" y="177"/>
                        <a:pt x="11" y="175"/>
                        <a:pt x="17" y="1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4" name="Google Shape;6404;p71">
                  <a:extLst>
                    <a:ext uri="{FF2B5EF4-FFF2-40B4-BE49-F238E27FC236}">
                      <a16:creationId xmlns:a16="http://schemas.microsoft.com/office/drawing/2014/main" id="{DF299A7A-B83B-F7FC-FDD4-A585F75AC7D0}"/>
                    </a:ext>
                  </a:extLst>
                </p:cNvPr>
                <p:cNvSpPr/>
                <p:nvPr/>
              </p:nvSpPr>
              <p:spPr>
                <a:xfrm>
                  <a:off x="3305763" y="1419152"/>
                  <a:ext cx="4867" cy="71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724" extrusionOk="0">
                      <a:moveTo>
                        <a:pt x="33" y="1"/>
                      </a:moveTo>
                      <a:cubicBezTo>
                        <a:pt x="33" y="1"/>
                        <a:pt x="17" y="1"/>
                        <a:pt x="17" y="17"/>
                      </a:cubicBezTo>
                      <a:cubicBezTo>
                        <a:pt x="17" y="33"/>
                        <a:pt x="17" y="49"/>
                        <a:pt x="0" y="65"/>
                      </a:cubicBezTo>
                      <a:lnTo>
                        <a:pt x="0" y="118"/>
                      </a:lnTo>
                      <a:lnTo>
                        <a:pt x="0" y="183"/>
                      </a:lnTo>
                      <a:lnTo>
                        <a:pt x="0" y="267"/>
                      </a:lnTo>
                      <a:lnTo>
                        <a:pt x="0" y="352"/>
                      </a:lnTo>
                      <a:cubicBezTo>
                        <a:pt x="0" y="384"/>
                        <a:pt x="0" y="421"/>
                        <a:pt x="17" y="453"/>
                      </a:cubicBezTo>
                      <a:lnTo>
                        <a:pt x="17" y="538"/>
                      </a:lnTo>
                      <a:cubicBezTo>
                        <a:pt x="33" y="639"/>
                        <a:pt x="49" y="724"/>
                        <a:pt x="49" y="724"/>
                      </a:cubicBezTo>
                      <a:lnTo>
                        <a:pt x="49" y="671"/>
                      </a:lnTo>
                      <a:cubicBezTo>
                        <a:pt x="49" y="639"/>
                        <a:pt x="33" y="586"/>
                        <a:pt x="33" y="538"/>
                      </a:cubicBezTo>
                      <a:lnTo>
                        <a:pt x="33" y="437"/>
                      </a:lnTo>
                      <a:cubicBezTo>
                        <a:pt x="33" y="421"/>
                        <a:pt x="17" y="384"/>
                        <a:pt x="17" y="352"/>
                      </a:cubicBezTo>
                      <a:lnTo>
                        <a:pt x="17" y="267"/>
                      </a:lnTo>
                      <a:lnTo>
                        <a:pt x="17" y="183"/>
                      </a:lnTo>
                      <a:lnTo>
                        <a:pt x="17" y="118"/>
                      </a:lnTo>
                      <a:lnTo>
                        <a:pt x="17" y="65"/>
                      </a:lnTo>
                      <a:cubicBezTo>
                        <a:pt x="33" y="49"/>
                        <a:pt x="33" y="33"/>
                        <a:pt x="33" y="17"/>
                      </a:cubicBez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5" name="Google Shape;6405;p71">
                  <a:extLst>
                    <a:ext uri="{FF2B5EF4-FFF2-40B4-BE49-F238E27FC236}">
                      <a16:creationId xmlns:a16="http://schemas.microsoft.com/office/drawing/2014/main" id="{B37D44B6-51F5-C72D-0361-84EDF4F38563}"/>
                    </a:ext>
                  </a:extLst>
                </p:cNvPr>
                <p:cNvSpPr/>
                <p:nvPr/>
              </p:nvSpPr>
              <p:spPr>
                <a:xfrm>
                  <a:off x="3314205" y="1399088"/>
                  <a:ext cx="61879" cy="18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183" extrusionOk="0">
                      <a:moveTo>
                        <a:pt x="622" y="1"/>
                      </a:moveTo>
                      <a:lnTo>
                        <a:pt x="622" y="1"/>
                      </a:lnTo>
                      <a:cubicBezTo>
                        <a:pt x="622" y="1"/>
                        <a:pt x="538" y="17"/>
                        <a:pt x="453" y="49"/>
                      </a:cubicBezTo>
                      <a:cubicBezTo>
                        <a:pt x="404" y="65"/>
                        <a:pt x="336" y="82"/>
                        <a:pt x="287" y="102"/>
                      </a:cubicBezTo>
                      <a:cubicBezTo>
                        <a:pt x="235" y="118"/>
                        <a:pt x="186" y="134"/>
                        <a:pt x="150" y="134"/>
                      </a:cubicBezTo>
                      <a:cubicBezTo>
                        <a:pt x="101" y="150"/>
                        <a:pt x="65" y="150"/>
                        <a:pt x="49" y="166"/>
                      </a:cubicBezTo>
                      <a:cubicBezTo>
                        <a:pt x="16" y="166"/>
                        <a:pt x="0" y="166"/>
                        <a:pt x="0" y="183"/>
                      </a:cubicBezTo>
                      <a:lnTo>
                        <a:pt x="49" y="183"/>
                      </a:lnTo>
                      <a:cubicBezTo>
                        <a:pt x="65" y="183"/>
                        <a:pt x="101" y="166"/>
                        <a:pt x="150" y="166"/>
                      </a:cubicBezTo>
                      <a:cubicBezTo>
                        <a:pt x="202" y="150"/>
                        <a:pt x="251" y="134"/>
                        <a:pt x="303" y="118"/>
                      </a:cubicBezTo>
                      <a:cubicBezTo>
                        <a:pt x="352" y="102"/>
                        <a:pt x="404" y="82"/>
                        <a:pt x="453" y="65"/>
                      </a:cubicBezTo>
                      <a:cubicBezTo>
                        <a:pt x="538" y="33"/>
                        <a:pt x="622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6" name="Google Shape;6406;p71">
                  <a:extLst>
                    <a:ext uri="{FF2B5EF4-FFF2-40B4-BE49-F238E27FC236}">
                      <a16:creationId xmlns:a16="http://schemas.microsoft.com/office/drawing/2014/main" id="{17EE290E-5A28-F708-7686-74FD9811D1F8}"/>
                    </a:ext>
                  </a:extLst>
                </p:cNvPr>
                <p:cNvSpPr/>
                <p:nvPr/>
              </p:nvSpPr>
              <p:spPr>
                <a:xfrm>
                  <a:off x="3370721" y="1402366"/>
                  <a:ext cx="3774" cy="63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39" extrusionOk="0">
                      <a:moveTo>
                        <a:pt x="21" y="0"/>
                      </a:moveTo>
                      <a:lnTo>
                        <a:pt x="21" y="16"/>
                      </a:lnTo>
                      <a:cubicBezTo>
                        <a:pt x="21" y="32"/>
                        <a:pt x="1" y="85"/>
                        <a:pt x="1" y="186"/>
                      </a:cubicBezTo>
                      <a:lnTo>
                        <a:pt x="1" y="335"/>
                      </a:lnTo>
                      <a:lnTo>
                        <a:pt x="1" y="436"/>
                      </a:lnTo>
                      <a:cubicBezTo>
                        <a:pt x="1" y="453"/>
                        <a:pt x="1" y="489"/>
                        <a:pt x="21" y="521"/>
                      </a:cubicBezTo>
                      <a:lnTo>
                        <a:pt x="21" y="590"/>
                      </a:lnTo>
                      <a:lnTo>
                        <a:pt x="21" y="622"/>
                      </a:lnTo>
                      <a:lnTo>
                        <a:pt x="37" y="638"/>
                      </a:lnTo>
                      <a:lnTo>
                        <a:pt x="37" y="622"/>
                      </a:lnTo>
                      <a:lnTo>
                        <a:pt x="37" y="590"/>
                      </a:lnTo>
                      <a:cubicBezTo>
                        <a:pt x="21" y="574"/>
                        <a:pt x="21" y="537"/>
                        <a:pt x="21" y="505"/>
                      </a:cubicBezTo>
                      <a:lnTo>
                        <a:pt x="21" y="436"/>
                      </a:lnTo>
                      <a:lnTo>
                        <a:pt x="21" y="335"/>
                      </a:lnTo>
                      <a:cubicBezTo>
                        <a:pt x="21" y="319"/>
                        <a:pt x="21" y="287"/>
                        <a:pt x="37" y="251"/>
                      </a:cubicBezTo>
                      <a:lnTo>
                        <a:pt x="37" y="186"/>
                      </a:lnTo>
                      <a:lnTo>
                        <a:pt x="37" y="16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7" name="Google Shape;6407;p71">
                  <a:extLst>
                    <a:ext uri="{FF2B5EF4-FFF2-40B4-BE49-F238E27FC236}">
                      <a16:creationId xmlns:a16="http://schemas.microsoft.com/office/drawing/2014/main" id="{FA5693A2-66D5-9C32-F465-5BB3F31FBEDC}"/>
                    </a:ext>
                  </a:extLst>
                </p:cNvPr>
                <p:cNvSpPr/>
                <p:nvPr/>
              </p:nvSpPr>
              <p:spPr>
                <a:xfrm>
                  <a:off x="3312616" y="1472589"/>
                  <a:ext cx="60290" cy="14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150" extrusionOk="0">
                      <a:moveTo>
                        <a:pt x="606" y="0"/>
                      </a:moveTo>
                      <a:lnTo>
                        <a:pt x="606" y="0"/>
                      </a:lnTo>
                      <a:cubicBezTo>
                        <a:pt x="605" y="0"/>
                        <a:pt x="537" y="16"/>
                        <a:pt x="436" y="32"/>
                      </a:cubicBezTo>
                      <a:cubicBezTo>
                        <a:pt x="352" y="48"/>
                        <a:pt x="234" y="69"/>
                        <a:pt x="150" y="85"/>
                      </a:cubicBezTo>
                      <a:cubicBezTo>
                        <a:pt x="65" y="101"/>
                        <a:pt x="32" y="117"/>
                        <a:pt x="16" y="133"/>
                      </a:cubicBezTo>
                      <a:cubicBezTo>
                        <a:pt x="0" y="133"/>
                        <a:pt x="0" y="133"/>
                        <a:pt x="0" y="149"/>
                      </a:cubicBezTo>
                      <a:lnTo>
                        <a:pt x="16" y="149"/>
                      </a:lnTo>
                      <a:cubicBezTo>
                        <a:pt x="32" y="133"/>
                        <a:pt x="65" y="133"/>
                        <a:pt x="150" y="117"/>
                      </a:cubicBezTo>
                      <a:cubicBezTo>
                        <a:pt x="234" y="101"/>
                        <a:pt x="352" y="69"/>
                        <a:pt x="453" y="32"/>
                      </a:cubicBezTo>
                      <a:cubicBezTo>
                        <a:pt x="537" y="16"/>
                        <a:pt x="605" y="0"/>
                        <a:pt x="6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8" name="Google Shape;6408;p71">
                  <a:extLst>
                    <a:ext uri="{FF2B5EF4-FFF2-40B4-BE49-F238E27FC236}">
                      <a16:creationId xmlns:a16="http://schemas.microsoft.com/office/drawing/2014/main" id="{DCD6B57D-62E4-F678-3D22-7722CAF3FAD5}"/>
                    </a:ext>
                  </a:extLst>
                </p:cNvPr>
                <p:cNvSpPr/>
                <p:nvPr/>
              </p:nvSpPr>
              <p:spPr>
                <a:xfrm>
                  <a:off x="3379164" y="1399088"/>
                  <a:ext cx="5364" cy="70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708" extrusionOk="0">
                      <a:moveTo>
                        <a:pt x="53" y="1"/>
                      </a:moveTo>
                      <a:cubicBezTo>
                        <a:pt x="37" y="1"/>
                        <a:pt x="37" y="1"/>
                        <a:pt x="37" y="17"/>
                      </a:cubicBezTo>
                      <a:cubicBezTo>
                        <a:pt x="17" y="17"/>
                        <a:pt x="17" y="49"/>
                        <a:pt x="17" y="65"/>
                      </a:cubicBezTo>
                      <a:cubicBezTo>
                        <a:pt x="17" y="102"/>
                        <a:pt x="1" y="134"/>
                        <a:pt x="17" y="203"/>
                      </a:cubicBezTo>
                      <a:lnTo>
                        <a:pt x="17" y="284"/>
                      </a:lnTo>
                      <a:lnTo>
                        <a:pt x="17" y="368"/>
                      </a:lnTo>
                      <a:lnTo>
                        <a:pt x="17" y="554"/>
                      </a:lnTo>
                      <a:lnTo>
                        <a:pt x="17" y="639"/>
                      </a:lnTo>
                      <a:cubicBezTo>
                        <a:pt x="17" y="671"/>
                        <a:pt x="37" y="687"/>
                        <a:pt x="37" y="708"/>
                      </a:cubicBezTo>
                      <a:lnTo>
                        <a:pt x="37" y="639"/>
                      </a:lnTo>
                      <a:lnTo>
                        <a:pt x="37" y="554"/>
                      </a:lnTo>
                      <a:lnTo>
                        <a:pt x="37" y="368"/>
                      </a:lnTo>
                      <a:lnTo>
                        <a:pt x="37" y="284"/>
                      </a:lnTo>
                      <a:lnTo>
                        <a:pt x="37" y="203"/>
                      </a:lnTo>
                      <a:lnTo>
                        <a:pt x="37" y="65"/>
                      </a:lnTo>
                      <a:cubicBezTo>
                        <a:pt x="37" y="49"/>
                        <a:pt x="37" y="33"/>
                        <a:pt x="53" y="17"/>
                      </a:cubicBezTo>
                      <a:lnTo>
                        <a:pt x="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09" name="Google Shape;6409;p71">
                  <a:extLst>
                    <a:ext uri="{FF2B5EF4-FFF2-40B4-BE49-F238E27FC236}">
                      <a16:creationId xmlns:a16="http://schemas.microsoft.com/office/drawing/2014/main" id="{6A1CA5F4-73ED-670B-982A-D09DA2CA4290}"/>
                    </a:ext>
                  </a:extLst>
                </p:cNvPr>
                <p:cNvSpPr/>
                <p:nvPr/>
              </p:nvSpPr>
              <p:spPr>
                <a:xfrm>
                  <a:off x="3382839" y="1390645"/>
                  <a:ext cx="34962" cy="9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97" extrusionOk="0">
                      <a:moveTo>
                        <a:pt x="352" y="1"/>
                      </a:moveTo>
                      <a:cubicBezTo>
                        <a:pt x="352" y="1"/>
                        <a:pt x="303" y="1"/>
                        <a:pt x="251" y="17"/>
                      </a:cubicBezTo>
                      <a:cubicBezTo>
                        <a:pt x="218" y="17"/>
                        <a:pt x="202" y="17"/>
                        <a:pt x="166" y="33"/>
                      </a:cubicBezTo>
                      <a:cubicBezTo>
                        <a:pt x="133" y="33"/>
                        <a:pt x="117" y="33"/>
                        <a:pt x="81" y="49"/>
                      </a:cubicBezTo>
                      <a:lnTo>
                        <a:pt x="0" y="86"/>
                      </a:lnTo>
                      <a:cubicBezTo>
                        <a:pt x="0" y="92"/>
                        <a:pt x="0" y="96"/>
                        <a:pt x="7" y="96"/>
                      </a:cubicBezTo>
                      <a:cubicBezTo>
                        <a:pt x="16" y="96"/>
                        <a:pt x="41" y="87"/>
                        <a:pt x="101" y="66"/>
                      </a:cubicBezTo>
                      <a:cubicBezTo>
                        <a:pt x="117" y="66"/>
                        <a:pt x="150" y="49"/>
                        <a:pt x="166" y="49"/>
                      </a:cubicBezTo>
                      <a:cubicBezTo>
                        <a:pt x="202" y="33"/>
                        <a:pt x="234" y="33"/>
                        <a:pt x="251" y="33"/>
                      </a:cubicBezTo>
                      <a:cubicBezTo>
                        <a:pt x="303" y="17"/>
                        <a:pt x="352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0" name="Google Shape;6410;p71">
                  <a:extLst>
                    <a:ext uri="{FF2B5EF4-FFF2-40B4-BE49-F238E27FC236}">
                      <a16:creationId xmlns:a16="http://schemas.microsoft.com/office/drawing/2014/main" id="{9226C3D2-DDE9-09BD-FAC1-9D1CB23C0F25}"/>
                    </a:ext>
                  </a:extLst>
                </p:cNvPr>
                <p:cNvSpPr/>
                <p:nvPr/>
              </p:nvSpPr>
              <p:spPr>
                <a:xfrm>
                  <a:off x="3412934" y="1390645"/>
                  <a:ext cx="4867" cy="7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725" extrusionOk="0">
                      <a:moveTo>
                        <a:pt x="32" y="1"/>
                      </a:moveTo>
                      <a:lnTo>
                        <a:pt x="16" y="17"/>
                      </a:lnTo>
                      <a:lnTo>
                        <a:pt x="16" y="49"/>
                      </a:lnTo>
                      <a:lnTo>
                        <a:pt x="16" y="86"/>
                      </a:lnTo>
                      <a:cubicBezTo>
                        <a:pt x="0" y="102"/>
                        <a:pt x="0" y="150"/>
                        <a:pt x="16" y="203"/>
                      </a:cubicBezTo>
                      <a:lnTo>
                        <a:pt x="16" y="268"/>
                      </a:lnTo>
                      <a:cubicBezTo>
                        <a:pt x="16" y="304"/>
                        <a:pt x="32" y="336"/>
                        <a:pt x="32" y="369"/>
                      </a:cubicBezTo>
                      <a:lnTo>
                        <a:pt x="32" y="453"/>
                      </a:lnTo>
                      <a:lnTo>
                        <a:pt x="32" y="538"/>
                      </a:lnTo>
                      <a:cubicBezTo>
                        <a:pt x="49" y="639"/>
                        <a:pt x="49" y="724"/>
                        <a:pt x="49" y="724"/>
                      </a:cubicBezTo>
                      <a:lnTo>
                        <a:pt x="49" y="538"/>
                      </a:lnTo>
                      <a:lnTo>
                        <a:pt x="49" y="453"/>
                      </a:lnTo>
                      <a:lnTo>
                        <a:pt x="49" y="352"/>
                      </a:lnTo>
                      <a:lnTo>
                        <a:pt x="49" y="268"/>
                      </a:lnTo>
                      <a:cubicBezTo>
                        <a:pt x="32" y="251"/>
                        <a:pt x="32" y="219"/>
                        <a:pt x="32" y="187"/>
                      </a:cubicBezTo>
                      <a:lnTo>
                        <a:pt x="32" y="134"/>
                      </a:lnTo>
                      <a:lnTo>
                        <a:pt x="32" y="86"/>
                      </a:lnTo>
                      <a:lnTo>
                        <a:pt x="32" y="49"/>
                      </a:lnTo>
                      <a:lnTo>
                        <a:pt x="32" y="33"/>
                      </a:lnTo>
                      <a:lnTo>
                        <a:pt x="3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1" name="Google Shape;6411;p71">
                  <a:extLst>
                    <a:ext uri="{FF2B5EF4-FFF2-40B4-BE49-F238E27FC236}">
                      <a16:creationId xmlns:a16="http://schemas.microsoft.com/office/drawing/2014/main" id="{074E1B77-C6DC-07D2-2C13-5E7FAF220877}"/>
                    </a:ext>
                  </a:extLst>
                </p:cNvPr>
                <p:cNvSpPr/>
                <p:nvPr/>
              </p:nvSpPr>
              <p:spPr>
                <a:xfrm>
                  <a:off x="3380753" y="1464146"/>
                  <a:ext cx="37048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86" extrusionOk="0">
                      <a:moveTo>
                        <a:pt x="373" y="0"/>
                      </a:moveTo>
                      <a:cubicBezTo>
                        <a:pt x="373" y="0"/>
                        <a:pt x="324" y="0"/>
                        <a:pt x="272" y="16"/>
                      </a:cubicBezTo>
                      <a:cubicBezTo>
                        <a:pt x="223" y="16"/>
                        <a:pt x="154" y="32"/>
                        <a:pt x="102" y="53"/>
                      </a:cubicBezTo>
                      <a:lnTo>
                        <a:pt x="53" y="53"/>
                      </a:lnTo>
                      <a:cubicBezTo>
                        <a:pt x="37" y="69"/>
                        <a:pt x="21" y="69"/>
                        <a:pt x="21" y="69"/>
                      </a:cubicBezTo>
                      <a:lnTo>
                        <a:pt x="1" y="69"/>
                      </a:lnTo>
                      <a:lnTo>
                        <a:pt x="21" y="85"/>
                      </a:lnTo>
                      <a:cubicBezTo>
                        <a:pt x="37" y="85"/>
                        <a:pt x="53" y="85"/>
                        <a:pt x="102" y="69"/>
                      </a:cubicBezTo>
                      <a:cubicBezTo>
                        <a:pt x="154" y="69"/>
                        <a:pt x="223" y="53"/>
                        <a:pt x="272" y="32"/>
                      </a:cubicBezTo>
                      <a:cubicBezTo>
                        <a:pt x="340" y="16"/>
                        <a:pt x="373" y="0"/>
                        <a:pt x="3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2" name="Google Shape;6412;p71">
                  <a:extLst>
                    <a:ext uri="{FF2B5EF4-FFF2-40B4-BE49-F238E27FC236}">
                      <a16:creationId xmlns:a16="http://schemas.microsoft.com/office/drawing/2014/main" id="{644543B7-64EA-697F-6F6A-30F36BC152F2}"/>
                    </a:ext>
                  </a:extLst>
                </p:cNvPr>
                <p:cNvSpPr/>
                <p:nvPr/>
              </p:nvSpPr>
              <p:spPr>
                <a:xfrm>
                  <a:off x="3233951" y="1281686"/>
                  <a:ext cx="6555" cy="147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1486" extrusionOk="0">
                      <a:moveTo>
                        <a:pt x="61" y="1"/>
                      </a:moveTo>
                      <a:cubicBezTo>
                        <a:pt x="59" y="1"/>
                        <a:pt x="55" y="3"/>
                        <a:pt x="49" y="3"/>
                      </a:cubicBezTo>
                      <a:lnTo>
                        <a:pt x="49" y="35"/>
                      </a:lnTo>
                      <a:cubicBezTo>
                        <a:pt x="59" y="6"/>
                        <a:pt x="62" y="1"/>
                        <a:pt x="61" y="1"/>
                      </a:cubicBezTo>
                      <a:close/>
                      <a:moveTo>
                        <a:pt x="49" y="35"/>
                      </a:moveTo>
                      <a:cubicBezTo>
                        <a:pt x="33" y="52"/>
                        <a:pt x="33" y="88"/>
                        <a:pt x="17" y="153"/>
                      </a:cubicBezTo>
                      <a:cubicBezTo>
                        <a:pt x="17" y="205"/>
                        <a:pt x="17" y="290"/>
                        <a:pt x="0" y="391"/>
                      </a:cubicBezTo>
                      <a:cubicBezTo>
                        <a:pt x="0" y="439"/>
                        <a:pt x="0" y="492"/>
                        <a:pt x="17" y="557"/>
                      </a:cubicBezTo>
                      <a:lnTo>
                        <a:pt x="17" y="742"/>
                      </a:lnTo>
                      <a:cubicBezTo>
                        <a:pt x="33" y="860"/>
                        <a:pt x="33" y="997"/>
                        <a:pt x="49" y="1114"/>
                      </a:cubicBezTo>
                      <a:lnTo>
                        <a:pt x="49" y="1264"/>
                      </a:lnTo>
                      <a:cubicBezTo>
                        <a:pt x="65" y="1316"/>
                        <a:pt x="65" y="1348"/>
                        <a:pt x="65" y="1401"/>
                      </a:cubicBezTo>
                      <a:lnTo>
                        <a:pt x="65" y="1264"/>
                      </a:lnTo>
                      <a:lnTo>
                        <a:pt x="65" y="1098"/>
                      </a:lnTo>
                      <a:cubicBezTo>
                        <a:pt x="65" y="997"/>
                        <a:pt x="49" y="860"/>
                        <a:pt x="49" y="742"/>
                      </a:cubicBezTo>
                      <a:cubicBezTo>
                        <a:pt x="49" y="678"/>
                        <a:pt x="33" y="609"/>
                        <a:pt x="33" y="557"/>
                      </a:cubicBezTo>
                      <a:lnTo>
                        <a:pt x="33" y="391"/>
                      </a:lnTo>
                      <a:cubicBezTo>
                        <a:pt x="33" y="290"/>
                        <a:pt x="33" y="205"/>
                        <a:pt x="49" y="153"/>
                      </a:cubicBezTo>
                      <a:lnTo>
                        <a:pt x="49" y="88"/>
                      </a:lnTo>
                      <a:lnTo>
                        <a:pt x="49" y="35"/>
                      </a:lnTo>
                      <a:close/>
                      <a:moveTo>
                        <a:pt x="65" y="1401"/>
                      </a:moveTo>
                      <a:cubicBezTo>
                        <a:pt x="65" y="1433"/>
                        <a:pt x="49" y="1449"/>
                        <a:pt x="49" y="1486"/>
                      </a:cubicBezTo>
                      <a:cubicBezTo>
                        <a:pt x="65" y="1449"/>
                        <a:pt x="65" y="1433"/>
                        <a:pt x="65" y="140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3" name="Google Shape;6413;p71">
                  <a:extLst>
                    <a:ext uri="{FF2B5EF4-FFF2-40B4-BE49-F238E27FC236}">
                      <a16:creationId xmlns:a16="http://schemas.microsoft.com/office/drawing/2014/main" id="{74D8EE86-28D1-A7FE-61DF-5F3C8AD2DD15}"/>
                    </a:ext>
                  </a:extLst>
                </p:cNvPr>
                <p:cNvSpPr/>
                <p:nvPr/>
              </p:nvSpPr>
              <p:spPr>
                <a:xfrm>
                  <a:off x="3240407" y="1413987"/>
                  <a:ext cx="52245" cy="1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134" extrusionOk="0">
                      <a:moveTo>
                        <a:pt x="404" y="0"/>
                      </a:moveTo>
                      <a:cubicBezTo>
                        <a:pt x="372" y="0"/>
                        <a:pt x="323" y="16"/>
                        <a:pt x="271" y="16"/>
                      </a:cubicBezTo>
                      <a:cubicBezTo>
                        <a:pt x="238" y="33"/>
                        <a:pt x="222" y="33"/>
                        <a:pt x="202" y="33"/>
                      </a:cubicBezTo>
                      <a:cubicBezTo>
                        <a:pt x="170" y="53"/>
                        <a:pt x="154" y="53"/>
                        <a:pt x="137" y="53"/>
                      </a:cubicBezTo>
                      <a:cubicBezTo>
                        <a:pt x="101" y="69"/>
                        <a:pt x="69" y="85"/>
                        <a:pt x="53" y="85"/>
                      </a:cubicBezTo>
                      <a:cubicBezTo>
                        <a:pt x="36" y="101"/>
                        <a:pt x="20" y="101"/>
                        <a:pt x="20" y="117"/>
                      </a:cubicBezTo>
                      <a:lnTo>
                        <a:pt x="0" y="134"/>
                      </a:lnTo>
                      <a:lnTo>
                        <a:pt x="20" y="134"/>
                      </a:lnTo>
                      <a:cubicBezTo>
                        <a:pt x="36" y="117"/>
                        <a:pt x="36" y="117"/>
                        <a:pt x="53" y="117"/>
                      </a:cubicBezTo>
                      <a:cubicBezTo>
                        <a:pt x="85" y="101"/>
                        <a:pt x="101" y="85"/>
                        <a:pt x="154" y="85"/>
                      </a:cubicBezTo>
                      <a:cubicBezTo>
                        <a:pt x="222" y="53"/>
                        <a:pt x="323" y="33"/>
                        <a:pt x="404" y="16"/>
                      </a:cubicBezTo>
                      <a:cubicBezTo>
                        <a:pt x="457" y="16"/>
                        <a:pt x="489" y="0"/>
                        <a:pt x="5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4" name="Google Shape;6414;p71">
                  <a:extLst>
                    <a:ext uri="{FF2B5EF4-FFF2-40B4-BE49-F238E27FC236}">
                      <a16:creationId xmlns:a16="http://schemas.microsoft.com/office/drawing/2014/main" id="{1AF84D08-B13E-4112-E426-0BEB45D6140D}"/>
                    </a:ext>
                  </a:extLst>
                </p:cNvPr>
                <p:cNvSpPr/>
                <p:nvPr/>
              </p:nvSpPr>
              <p:spPr>
                <a:xfrm>
                  <a:off x="3238718" y="1261920"/>
                  <a:ext cx="60290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203" extrusionOk="0">
                      <a:moveTo>
                        <a:pt x="607" y="0"/>
                      </a:moveTo>
                      <a:lnTo>
                        <a:pt x="607" y="0"/>
                      </a:lnTo>
                      <a:cubicBezTo>
                        <a:pt x="606" y="0"/>
                        <a:pt x="542" y="16"/>
                        <a:pt x="441" y="32"/>
                      </a:cubicBezTo>
                      <a:cubicBezTo>
                        <a:pt x="389" y="32"/>
                        <a:pt x="340" y="49"/>
                        <a:pt x="288" y="69"/>
                      </a:cubicBezTo>
                      <a:cubicBezTo>
                        <a:pt x="272" y="69"/>
                        <a:pt x="239" y="69"/>
                        <a:pt x="219" y="85"/>
                      </a:cubicBezTo>
                      <a:cubicBezTo>
                        <a:pt x="187" y="85"/>
                        <a:pt x="171" y="101"/>
                        <a:pt x="154" y="101"/>
                      </a:cubicBezTo>
                      <a:cubicBezTo>
                        <a:pt x="102" y="117"/>
                        <a:pt x="86" y="133"/>
                        <a:pt x="53" y="150"/>
                      </a:cubicBezTo>
                      <a:cubicBezTo>
                        <a:pt x="37" y="170"/>
                        <a:pt x="37" y="186"/>
                        <a:pt x="17" y="186"/>
                      </a:cubicBezTo>
                      <a:cubicBezTo>
                        <a:pt x="1" y="202"/>
                        <a:pt x="17" y="202"/>
                        <a:pt x="17" y="202"/>
                      </a:cubicBezTo>
                      <a:lnTo>
                        <a:pt x="37" y="202"/>
                      </a:lnTo>
                      <a:cubicBezTo>
                        <a:pt x="37" y="186"/>
                        <a:pt x="53" y="186"/>
                        <a:pt x="70" y="170"/>
                      </a:cubicBezTo>
                      <a:cubicBezTo>
                        <a:pt x="86" y="170"/>
                        <a:pt x="118" y="150"/>
                        <a:pt x="154" y="133"/>
                      </a:cubicBezTo>
                      <a:cubicBezTo>
                        <a:pt x="171" y="117"/>
                        <a:pt x="203" y="117"/>
                        <a:pt x="219" y="101"/>
                      </a:cubicBezTo>
                      <a:cubicBezTo>
                        <a:pt x="255" y="101"/>
                        <a:pt x="272" y="85"/>
                        <a:pt x="288" y="85"/>
                      </a:cubicBezTo>
                      <a:cubicBezTo>
                        <a:pt x="340" y="69"/>
                        <a:pt x="389" y="49"/>
                        <a:pt x="441" y="49"/>
                      </a:cubicBezTo>
                      <a:cubicBezTo>
                        <a:pt x="542" y="16"/>
                        <a:pt x="606" y="0"/>
                        <a:pt x="6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5" name="Google Shape;6415;p71">
                  <a:extLst>
                    <a:ext uri="{FF2B5EF4-FFF2-40B4-BE49-F238E27FC236}">
                      <a16:creationId xmlns:a16="http://schemas.microsoft.com/office/drawing/2014/main" id="{417CAB87-091D-D885-08B7-FD58DDE73B89}"/>
                    </a:ext>
                  </a:extLst>
                </p:cNvPr>
                <p:cNvSpPr/>
                <p:nvPr/>
              </p:nvSpPr>
              <p:spPr>
                <a:xfrm>
                  <a:off x="3294142" y="1261622"/>
                  <a:ext cx="4867" cy="149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502" extrusionOk="0">
                      <a:moveTo>
                        <a:pt x="32" y="1"/>
                      </a:moveTo>
                      <a:cubicBezTo>
                        <a:pt x="30" y="1"/>
                        <a:pt x="26" y="6"/>
                        <a:pt x="16" y="35"/>
                      </a:cubicBezTo>
                      <a:lnTo>
                        <a:pt x="16" y="153"/>
                      </a:lnTo>
                      <a:cubicBezTo>
                        <a:pt x="16" y="205"/>
                        <a:pt x="16" y="290"/>
                        <a:pt x="33" y="391"/>
                      </a:cubicBezTo>
                      <a:lnTo>
                        <a:pt x="33" y="557"/>
                      </a:lnTo>
                      <a:lnTo>
                        <a:pt x="33" y="742"/>
                      </a:lnTo>
                      <a:cubicBezTo>
                        <a:pt x="33" y="811"/>
                        <a:pt x="16" y="880"/>
                        <a:pt x="16" y="944"/>
                      </a:cubicBezTo>
                      <a:cubicBezTo>
                        <a:pt x="16" y="997"/>
                        <a:pt x="0" y="1062"/>
                        <a:pt x="0" y="1114"/>
                      </a:cubicBezTo>
                      <a:lnTo>
                        <a:pt x="0" y="1284"/>
                      </a:lnTo>
                      <a:cubicBezTo>
                        <a:pt x="0" y="1231"/>
                        <a:pt x="16" y="1183"/>
                        <a:pt x="16" y="1130"/>
                      </a:cubicBezTo>
                      <a:cubicBezTo>
                        <a:pt x="16" y="1062"/>
                        <a:pt x="33" y="997"/>
                        <a:pt x="33" y="944"/>
                      </a:cubicBezTo>
                      <a:cubicBezTo>
                        <a:pt x="33" y="880"/>
                        <a:pt x="49" y="811"/>
                        <a:pt x="49" y="759"/>
                      </a:cubicBezTo>
                      <a:lnTo>
                        <a:pt x="49" y="557"/>
                      </a:lnTo>
                      <a:lnTo>
                        <a:pt x="49" y="391"/>
                      </a:lnTo>
                      <a:lnTo>
                        <a:pt x="49" y="153"/>
                      </a:lnTo>
                      <a:cubicBezTo>
                        <a:pt x="49" y="104"/>
                        <a:pt x="33" y="52"/>
                        <a:pt x="33" y="35"/>
                      </a:cubicBezTo>
                      <a:lnTo>
                        <a:pt x="33" y="3"/>
                      </a:lnTo>
                      <a:cubicBezTo>
                        <a:pt x="33" y="3"/>
                        <a:pt x="33" y="1"/>
                        <a:pt x="32" y="1"/>
                      </a:cubicBezTo>
                      <a:close/>
                      <a:moveTo>
                        <a:pt x="0" y="1284"/>
                      </a:moveTo>
                      <a:lnTo>
                        <a:pt x="0" y="1417"/>
                      </a:lnTo>
                      <a:cubicBezTo>
                        <a:pt x="16" y="1449"/>
                        <a:pt x="16" y="1486"/>
                        <a:pt x="16" y="1502"/>
                      </a:cubicBezTo>
                      <a:lnTo>
                        <a:pt x="16" y="1417"/>
                      </a:lnTo>
                      <a:cubicBezTo>
                        <a:pt x="0" y="1385"/>
                        <a:pt x="0" y="1332"/>
                        <a:pt x="0" y="12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6" name="Google Shape;6416;p71">
                  <a:extLst>
                    <a:ext uri="{FF2B5EF4-FFF2-40B4-BE49-F238E27FC236}">
                      <a16:creationId xmlns:a16="http://schemas.microsoft.com/office/drawing/2014/main" id="{D4E54BEB-AE10-EC4B-BEBB-F9B69C810B8E}"/>
                    </a:ext>
                  </a:extLst>
                </p:cNvPr>
                <p:cNvSpPr/>
                <p:nvPr/>
              </p:nvSpPr>
              <p:spPr>
                <a:xfrm>
                  <a:off x="3307352" y="1258642"/>
                  <a:ext cx="3278" cy="15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516" extrusionOk="0">
                      <a:moveTo>
                        <a:pt x="1" y="1"/>
                      </a:moveTo>
                      <a:lnTo>
                        <a:pt x="1" y="49"/>
                      </a:lnTo>
                      <a:lnTo>
                        <a:pt x="1" y="166"/>
                      </a:lnTo>
                      <a:lnTo>
                        <a:pt x="1" y="405"/>
                      </a:lnTo>
                      <a:cubicBezTo>
                        <a:pt x="1" y="607"/>
                        <a:pt x="17" y="890"/>
                        <a:pt x="17" y="1112"/>
                      </a:cubicBezTo>
                      <a:cubicBezTo>
                        <a:pt x="33" y="1330"/>
                        <a:pt x="33" y="1516"/>
                        <a:pt x="33" y="1516"/>
                      </a:cubicBezTo>
                      <a:lnTo>
                        <a:pt x="33" y="1112"/>
                      </a:lnTo>
                      <a:cubicBezTo>
                        <a:pt x="33" y="890"/>
                        <a:pt x="33" y="607"/>
                        <a:pt x="17" y="405"/>
                      </a:cubicBezTo>
                      <a:lnTo>
                        <a:pt x="17" y="166"/>
                      </a:lnTo>
                      <a:lnTo>
                        <a:pt x="17" y="4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7" name="Google Shape;6417;p71">
                  <a:extLst>
                    <a:ext uri="{FF2B5EF4-FFF2-40B4-BE49-F238E27FC236}">
                      <a16:creationId xmlns:a16="http://schemas.microsoft.com/office/drawing/2014/main" id="{E605FF41-BA10-6391-A3BF-0479430BE1D0}"/>
                    </a:ext>
                  </a:extLst>
                </p:cNvPr>
                <p:cNvSpPr/>
                <p:nvPr/>
              </p:nvSpPr>
              <p:spPr>
                <a:xfrm>
                  <a:off x="3308941" y="1390645"/>
                  <a:ext cx="71911" cy="2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" h="216" extrusionOk="0">
                      <a:moveTo>
                        <a:pt x="724" y="1"/>
                      </a:moveTo>
                      <a:cubicBezTo>
                        <a:pt x="724" y="1"/>
                        <a:pt x="708" y="1"/>
                        <a:pt x="675" y="17"/>
                      </a:cubicBezTo>
                      <a:cubicBezTo>
                        <a:pt x="708" y="17"/>
                        <a:pt x="724" y="1"/>
                        <a:pt x="724" y="1"/>
                      </a:cubicBezTo>
                      <a:close/>
                      <a:moveTo>
                        <a:pt x="675" y="17"/>
                      </a:moveTo>
                      <a:cubicBezTo>
                        <a:pt x="623" y="17"/>
                        <a:pt x="574" y="33"/>
                        <a:pt x="522" y="49"/>
                      </a:cubicBezTo>
                      <a:cubicBezTo>
                        <a:pt x="591" y="49"/>
                        <a:pt x="643" y="33"/>
                        <a:pt x="675" y="17"/>
                      </a:cubicBezTo>
                      <a:close/>
                      <a:moveTo>
                        <a:pt x="522" y="49"/>
                      </a:moveTo>
                      <a:cubicBezTo>
                        <a:pt x="473" y="49"/>
                        <a:pt x="405" y="66"/>
                        <a:pt x="340" y="66"/>
                      </a:cubicBezTo>
                      <a:cubicBezTo>
                        <a:pt x="288" y="86"/>
                        <a:pt x="219" y="102"/>
                        <a:pt x="170" y="118"/>
                      </a:cubicBezTo>
                      <a:cubicBezTo>
                        <a:pt x="118" y="134"/>
                        <a:pt x="86" y="150"/>
                        <a:pt x="53" y="167"/>
                      </a:cubicBezTo>
                      <a:lnTo>
                        <a:pt x="37" y="187"/>
                      </a:lnTo>
                      <a:cubicBezTo>
                        <a:pt x="17" y="187"/>
                        <a:pt x="17" y="187"/>
                        <a:pt x="1" y="203"/>
                      </a:cubicBezTo>
                      <a:cubicBezTo>
                        <a:pt x="1" y="211"/>
                        <a:pt x="1" y="215"/>
                        <a:pt x="3" y="215"/>
                      </a:cubicBezTo>
                      <a:cubicBezTo>
                        <a:pt x="5" y="215"/>
                        <a:pt x="9" y="211"/>
                        <a:pt x="17" y="203"/>
                      </a:cubicBezTo>
                      <a:lnTo>
                        <a:pt x="37" y="203"/>
                      </a:lnTo>
                      <a:cubicBezTo>
                        <a:pt x="53" y="187"/>
                        <a:pt x="53" y="187"/>
                        <a:pt x="69" y="187"/>
                      </a:cubicBezTo>
                      <a:cubicBezTo>
                        <a:pt x="86" y="167"/>
                        <a:pt x="138" y="150"/>
                        <a:pt x="187" y="134"/>
                      </a:cubicBezTo>
                      <a:cubicBezTo>
                        <a:pt x="239" y="134"/>
                        <a:pt x="288" y="118"/>
                        <a:pt x="356" y="102"/>
                      </a:cubicBezTo>
                      <a:cubicBezTo>
                        <a:pt x="405" y="86"/>
                        <a:pt x="473" y="66"/>
                        <a:pt x="522" y="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8" name="Google Shape;6418;p71">
                  <a:extLst>
                    <a:ext uri="{FF2B5EF4-FFF2-40B4-BE49-F238E27FC236}">
                      <a16:creationId xmlns:a16="http://schemas.microsoft.com/office/drawing/2014/main" id="{7B787F0F-1A93-E7C5-C3ED-56EA3E42730C}"/>
                    </a:ext>
                  </a:extLst>
                </p:cNvPr>
                <p:cNvSpPr/>
                <p:nvPr/>
              </p:nvSpPr>
              <p:spPr>
                <a:xfrm>
                  <a:off x="3305763" y="1238579"/>
                  <a:ext cx="68733" cy="21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" h="215" extrusionOk="0">
                      <a:moveTo>
                        <a:pt x="623" y="1"/>
                      </a:moveTo>
                      <a:cubicBezTo>
                        <a:pt x="623" y="1"/>
                        <a:pt x="606" y="1"/>
                        <a:pt x="606" y="17"/>
                      </a:cubicBezTo>
                      <a:lnTo>
                        <a:pt x="623" y="17"/>
                      </a:lnTo>
                      <a:cubicBezTo>
                        <a:pt x="655" y="1"/>
                        <a:pt x="691" y="1"/>
                        <a:pt x="691" y="1"/>
                      </a:cubicBezTo>
                      <a:close/>
                      <a:moveTo>
                        <a:pt x="574" y="17"/>
                      </a:moveTo>
                      <a:cubicBezTo>
                        <a:pt x="554" y="17"/>
                        <a:pt x="522" y="33"/>
                        <a:pt x="505" y="33"/>
                      </a:cubicBezTo>
                      <a:cubicBezTo>
                        <a:pt x="473" y="49"/>
                        <a:pt x="437" y="49"/>
                        <a:pt x="421" y="66"/>
                      </a:cubicBezTo>
                      <a:cubicBezTo>
                        <a:pt x="388" y="82"/>
                        <a:pt x="372" y="82"/>
                        <a:pt x="336" y="102"/>
                      </a:cubicBezTo>
                      <a:cubicBezTo>
                        <a:pt x="303" y="102"/>
                        <a:pt x="287" y="118"/>
                        <a:pt x="251" y="118"/>
                      </a:cubicBezTo>
                      <a:cubicBezTo>
                        <a:pt x="219" y="118"/>
                        <a:pt x="202" y="134"/>
                        <a:pt x="170" y="134"/>
                      </a:cubicBezTo>
                      <a:cubicBezTo>
                        <a:pt x="134" y="150"/>
                        <a:pt x="101" y="150"/>
                        <a:pt x="69" y="167"/>
                      </a:cubicBezTo>
                      <a:cubicBezTo>
                        <a:pt x="49" y="167"/>
                        <a:pt x="49" y="183"/>
                        <a:pt x="33" y="183"/>
                      </a:cubicBezTo>
                      <a:cubicBezTo>
                        <a:pt x="33" y="183"/>
                        <a:pt x="17" y="183"/>
                        <a:pt x="17" y="203"/>
                      </a:cubicBezTo>
                      <a:lnTo>
                        <a:pt x="0" y="203"/>
                      </a:lnTo>
                      <a:cubicBezTo>
                        <a:pt x="9" y="211"/>
                        <a:pt x="9" y="215"/>
                        <a:pt x="11" y="215"/>
                      </a:cubicBezTo>
                      <a:cubicBezTo>
                        <a:pt x="13" y="215"/>
                        <a:pt x="17" y="211"/>
                        <a:pt x="33" y="203"/>
                      </a:cubicBezTo>
                      <a:lnTo>
                        <a:pt x="49" y="203"/>
                      </a:lnTo>
                      <a:cubicBezTo>
                        <a:pt x="49" y="203"/>
                        <a:pt x="69" y="203"/>
                        <a:pt x="85" y="183"/>
                      </a:cubicBezTo>
                      <a:cubicBezTo>
                        <a:pt x="101" y="183"/>
                        <a:pt x="134" y="167"/>
                        <a:pt x="186" y="167"/>
                      </a:cubicBezTo>
                      <a:cubicBezTo>
                        <a:pt x="202" y="150"/>
                        <a:pt x="235" y="150"/>
                        <a:pt x="251" y="134"/>
                      </a:cubicBezTo>
                      <a:cubicBezTo>
                        <a:pt x="287" y="134"/>
                        <a:pt x="320" y="134"/>
                        <a:pt x="336" y="118"/>
                      </a:cubicBezTo>
                      <a:cubicBezTo>
                        <a:pt x="372" y="102"/>
                        <a:pt x="404" y="102"/>
                        <a:pt x="421" y="82"/>
                      </a:cubicBezTo>
                      <a:cubicBezTo>
                        <a:pt x="453" y="66"/>
                        <a:pt x="473" y="66"/>
                        <a:pt x="505" y="49"/>
                      </a:cubicBezTo>
                      <a:cubicBezTo>
                        <a:pt x="522" y="49"/>
                        <a:pt x="554" y="33"/>
                        <a:pt x="574" y="33"/>
                      </a:cubicBezTo>
                      <a:cubicBezTo>
                        <a:pt x="590" y="17"/>
                        <a:pt x="590" y="17"/>
                        <a:pt x="606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19" name="Google Shape;6419;p71">
                  <a:extLst>
                    <a:ext uri="{FF2B5EF4-FFF2-40B4-BE49-F238E27FC236}">
                      <a16:creationId xmlns:a16="http://schemas.microsoft.com/office/drawing/2014/main" id="{123642F0-8551-BC7E-AA7B-7B940962EA74}"/>
                    </a:ext>
                  </a:extLst>
                </p:cNvPr>
                <p:cNvSpPr/>
                <p:nvPr/>
              </p:nvSpPr>
              <p:spPr>
                <a:xfrm>
                  <a:off x="3370721" y="1238281"/>
                  <a:ext cx="8542" cy="140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1418" extrusionOk="0">
                      <a:moveTo>
                        <a:pt x="9" y="0"/>
                      </a:moveTo>
                      <a:cubicBezTo>
                        <a:pt x="5" y="0"/>
                        <a:pt x="1" y="4"/>
                        <a:pt x="1" y="4"/>
                      </a:cubicBezTo>
                      <a:lnTo>
                        <a:pt x="1" y="36"/>
                      </a:lnTo>
                      <a:lnTo>
                        <a:pt x="1" y="153"/>
                      </a:lnTo>
                      <a:lnTo>
                        <a:pt x="1" y="388"/>
                      </a:lnTo>
                      <a:cubicBezTo>
                        <a:pt x="21" y="610"/>
                        <a:pt x="53" y="893"/>
                        <a:pt x="70" y="1115"/>
                      </a:cubicBezTo>
                      <a:lnTo>
                        <a:pt x="70" y="1280"/>
                      </a:lnTo>
                      <a:cubicBezTo>
                        <a:pt x="86" y="1333"/>
                        <a:pt x="86" y="1365"/>
                        <a:pt x="86" y="1418"/>
                      </a:cubicBezTo>
                      <a:lnTo>
                        <a:pt x="86" y="1280"/>
                      </a:lnTo>
                      <a:lnTo>
                        <a:pt x="86" y="1115"/>
                      </a:lnTo>
                      <a:cubicBezTo>
                        <a:pt x="70" y="893"/>
                        <a:pt x="53" y="610"/>
                        <a:pt x="37" y="388"/>
                      </a:cubicBezTo>
                      <a:cubicBezTo>
                        <a:pt x="37" y="287"/>
                        <a:pt x="21" y="206"/>
                        <a:pt x="21" y="153"/>
                      </a:cubicBezTo>
                      <a:lnTo>
                        <a:pt x="21" y="36"/>
                      </a:lnTo>
                      <a:cubicBezTo>
                        <a:pt x="21" y="7"/>
                        <a:pt x="15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0" name="Google Shape;6420;p71">
                  <a:extLst>
                    <a:ext uri="{FF2B5EF4-FFF2-40B4-BE49-F238E27FC236}">
                      <a16:creationId xmlns:a16="http://schemas.microsoft.com/office/drawing/2014/main" id="{69545654-5D1C-9E3B-8646-8473EF2928F4}"/>
                    </a:ext>
                  </a:extLst>
                </p:cNvPr>
                <p:cNvSpPr/>
                <p:nvPr/>
              </p:nvSpPr>
              <p:spPr>
                <a:xfrm>
                  <a:off x="3380753" y="1236592"/>
                  <a:ext cx="5364" cy="148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500" extrusionOk="0">
                      <a:moveTo>
                        <a:pt x="37" y="1"/>
                      </a:moveTo>
                      <a:cubicBezTo>
                        <a:pt x="21" y="37"/>
                        <a:pt x="21" y="69"/>
                        <a:pt x="21" y="138"/>
                      </a:cubicBezTo>
                      <a:lnTo>
                        <a:pt x="21" y="388"/>
                      </a:lnTo>
                      <a:lnTo>
                        <a:pt x="21" y="760"/>
                      </a:lnTo>
                      <a:lnTo>
                        <a:pt x="21" y="962"/>
                      </a:lnTo>
                      <a:cubicBezTo>
                        <a:pt x="21" y="1031"/>
                        <a:pt x="1" y="1095"/>
                        <a:pt x="1" y="1148"/>
                      </a:cubicBezTo>
                      <a:lnTo>
                        <a:pt x="1" y="1233"/>
                      </a:lnTo>
                      <a:lnTo>
                        <a:pt x="1" y="1314"/>
                      </a:lnTo>
                      <a:cubicBezTo>
                        <a:pt x="1" y="1350"/>
                        <a:pt x="21" y="1366"/>
                        <a:pt x="21" y="1398"/>
                      </a:cubicBezTo>
                      <a:lnTo>
                        <a:pt x="21" y="1314"/>
                      </a:lnTo>
                      <a:lnTo>
                        <a:pt x="21" y="1233"/>
                      </a:lnTo>
                      <a:lnTo>
                        <a:pt x="21" y="1148"/>
                      </a:lnTo>
                      <a:cubicBezTo>
                        <a:pt x="21" y="1095"/>
                        <a:pt x="21" y="1031"/>
                        <a:pt x="37" y="962"/>
                      </a:cubicBezTo>
                      <a:lnTo>
                        <a:pt x="37" y="760"/>
                      </a:lnTo>
                      <a:lnTo>
                        <a:pt x="37" y="388"/>
                      </a:lnTo>
                      <a:cubicBezTo>
                        <a:pt x="53" y="271"/>
                        <a:pt x="53" y="187"/>
                        <a:pt x="53" y="138"/>
                      </a:cubicBezTo>
                      <a:cubicBezTo>
                        <a:pt x="37" y="69"/>
                        <a:pt x="37" y="37"/>
                        <a:pt x="37" y="1"/>
                      </a:cubicBezTo>
                      <a:close/>
                      <a:moveTo>
                        <a:pt x="21" y="1451"/>
                      </a:moveTo>
                      <a:lnTo>
                        <a:pt x="21" y="1483"/>
                      </a:lnTo>
                      <a:lnTo>
                        <a:pt x="37" y="1499"/>
                      </a:lnTo>
                      <a:lnTo>
                        <a:pt x="37" y="1483"/>
                      </a:lnTo>
                      <a:cubicBezTo>
                        <a:pt x="37" y="1483"/>
                        <a:pt x="21" y="1467"/>
                        <a:pt x="21" y="145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1" name="Google Shape;6421;p71">
                  <a:extLst>
                    <a:ext uri="{FF2B5EF4-FFF2-40B4-BE49-F238E27FC236}">
                      <a16:creationId xmlns:a16="http://schemas.microsoft.com/office/drawing/2014/main" id="{E35979A0-EF0B-DD1D-079F-CF8F7865CBFB}"/>
                    </a:ext>
                  </a:extLst>
                </p:cNvPr>
                <p:cNvSpPr/>
                <p:nvPr/>
              </p:nvSpPr>
              <p:spPr>
                <a:xfrm>
                  <a:off x="3380753" y="1224971"/>
                  <a:ext cx="2860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86" extrusionOk="0">
                      <a:moveTo>
                        <a:pt x="255" y="1"/>
                      </a:moveTo>
                      <a:cubicBezTo>
                        <a:pt x="223" y="1"/>
                        <a:pt x="203" y="17"/>
                        <a:pt x="171" y="17"/>
                      </a:cubicBezTo>
                      <a:cubicBezTo>
                        <a:pt x="138" y="37"/>
                        <a:pt x="122" y="37"/>
                        <a:pt x="86" y="53"/>
                      </a:cubicBezTo>
                      <a:cubicBezTo>
                        <a:pt x="70" y="53"/>
                        <a:pt x="53" y="53"/>
                        <a:pt x="37" y="69"/>
                      </a:cubicBezTo>
                      <a:lnTo>
                        <a:pt x="21" y="69"/>
                      </a:lnTo>
                      <a:lnTo>
                        <a:pt x="1" y="85"/>
                      </a:lnTo>
                      <a:lnTo>
                        <a:pt x="21" y="85"/>
                      </a:lnTo>
                      <a:cubicBezTo>
                        <a:pt x="37" y="85"/>
                        <a:pt x="53" y="85"/>
                        <a:pt x="102" y="69"/>
                      </a:cubicBezTo>
                      <a:cubicBezTo>
                        <a:pt x="122" y="69"/>
                        <a:pt x="154" y="53"/>
                        <a:pt x="171" y="37"/>
                      </a:cubicBezTo>
                      <a:cubicBezTo>
                        <a:pt x="203" y="37"/>
                        <a:pt x="239" y="17"/>
                        <a:pt x="255" y="17"/>
                      </a:cubicBezTo>
                      <a:cubicBezTo>
                        <a:pt x="272" y="17"/>
                        <a:pt x="272" y="1"/>
                        <a:pt x="2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2" name="Google Shape;6422;p71">
                  <a:extLst>
                    <a:ext uri="{FF2B5EF4-FFF2-40B4-BE49-F238E27FC236}">
                      <a16:creationId xmlns:a16="http://schemas.microsoft.com/office/drawing/2014/main" id="{2471F7A3-BF1E-4504-070C-D9C583B1B0A1}"/>
                    </a:ext>
                  </a:extLst>
                </p:cNvPr>
                <p:cNvSpPr/>
                <p:nvPr/>
              </p:nvSpPr>
              <p:spPr>
                <a:xfrm>
                  <a:off x="3410849" y="1224971"/>
                  <a:ext cx="3774" cy="148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500" extrusionOk="0">
                      <a:moveTo>
                        <a:pt x="37" y="1"/>
                      </a:moveTo>
                      <a:cubicBezTo>
                        <a:pt x="37" y="1"/>
                        <a:pt x="37" y="17"/>
                        <a:pt x="21" y="17"/>
                      </a:cubicBezTo>
                      <a:lnTo>
                        <a:pt x="21" y="138"/>
                      </a:lnTo>
                      <a:lnTo>
                        <a:pt x="21" y="372"/>
                      </a:lnTo>
                      <a:cubicBezTo>
                        <a:pt x="1" y="590"/>
                        <a:pt x="1" y="877"/>
                        <a:pt x="1" y="1095"/>
                      </a:cubicBezTo>
                      <a:lnTo>
                        <a:pt x="1" y="1499"/>
                      </a:lnTo>
                      <a:cubicBezTo>
                        <a:pt x="1" y="1499"/>
                        <a:pt x="1" y="1330"/>
                        <a:pt x="21" y="1095"/>
                      </a:cubicBezTo>
                      <a:cubicBezTo>
                        <a:pt x="21" y="877"/>
                        <a:pt x="37" y="590"/>
                        <a:pt x="37" y="372"/>
                      </a:cubicBezTo>
                      <a:lnTo>
                        <a:pt x="37" y="138"/>
                      </a:lnTo>
                      <a:lnTo>
                        <a:pt x="37" y="1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3" name="Google Shape;6423;p71">
                  <a:extLst>
                    <a:ext uri="{FF2B5EF4-FFF2-40B4-BE49-F238E27FC236}">
                      <a16:creationId xmlns:a16="http://schemas.microsoft.com/office/drawing/2014/main" id="{4A396D85-6214-25FC-E630-B5B4C1235374}"/>
                    </a:ext>
                  </a:extLst>
                </p:cNvPr>
                <p:cNvSpPr/>
                <p:nvPr/>
              </p:nvSpPr>
              <p:spPr>
                <a:xfrm>
                  <a:off x="3384428" y="1380614"/>
                  <a:ext cx="2860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86" extrusionOk="0">
                      <a:moveTo>
                        <a:pt x="287" y="1"/>
                      </a:moveTo>
                      <a:lnTo>
                        <a:pt x="287" y="1"/>
                      </a:lnTo>
                      <a:cubicBezTo>
                        <a:pt x="287" y="1"/>
                        <a:pt x="272" y="8"/>
                        <a:pt x="252" y="17"/>
                      </a:cubicBezTo>
                      <a:lnTo>
                        <a:pt x="267" y="17"/>
                      </a:lnTo>
                      <a:lnTo>
                        <a:pt x="287" y="1"/>
                      </a:lnTo>
                      <a:close/>
                      <a:moveTo>
                        <a:pt x="218" y="17"/>
                      </a:moveTo>
                      <a:cubicBezTo>
                        <a:pt x="166" y="17"/>
                        <a:pt x="117" y="33"/>
                        <a:pt x="65" y="49"/>
                      </a:cubicBezTo>
                      <a:lnTo>
                        <a:pt x="33" y="49"/>
                      </a:lnTo>
                      <a:lnTo>
                        <a:pt x="16" y="66"/>
                      </a:lnTo>
                      <a:lnTo>
                        <a:pt x="0" y="66"/>
                      </a:lnTo>
                      <a:cubicBezTo>
                        <a:pt x="0" y="86"/>
                        <a:pt x="0" y="86"/>
                        <a:pt x="16" y="86"/>
                      </a:cubicBezTo>
                      <a:lnTo>
                        <a:pt x="33" y="86"/>
                      </a:lnTo>
                      <a:cubicBezTo>
                        <a:pt x="49" y="86"/>
                        <a:pt x="65" y="66"/>
                        <a:pt x="85" y="66"/>
                      </a:cubicBezTo>
                      <a:cubicBezTo>
                        <a:pt x="117" y="66"/>
                        <a:pt x="166" y="49"/>
                        <a:pt x="218" y="33"/>
                      </a:cubicBezTo>
                      <a:cubicBezTo>
                        <a:pt x="230" y="28"/>
                        <a:pt x="241" y="22"/>
                        <a:pt x="252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4" name="Google Shape;6424;p71">
                  <a:extLst>
                    <a:ext uri="{FF2B5EF4-FFF2-40B4-BE49-F238E27FC236}">
                      <a16:creationId xmlns:a16="http://schemas.microsoft.com/office/drawing/2014/main" id="{236E791A-99EE-BB07-192D-40D0ED31A92C}"/>
                    </a:ext>
                  </a:extLst>
                </p:cNvPr>
                <p:cNvSpPr/>
                <p:nvPr/>
              </p:nvSpPr>
              <p:spPr>
                <a:xfrm>
                  <a:off x="3178527" y="1238579"/>
                  <a:ext cx="3774" cy="45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454" extrusionOk="0">
                      <a:moveTo>
                        <a:pt x="17" y="1"/>
                      </a:moveTo>
                      <a:lnTo>
                        <a:pt x="17" y="17"/>
                      </a:lnTo>
                      <a:cubicBezTo>
                        <a:pt x="1" y="33"/>
                        <a:pt x="1" y="49"/>
                        <a:pt x="1" y="66"/>
                      </a:cubicBezTo>
                      <a:lnTo>
                        <a:pt x="1" y="167"/>
                      </a:lnTo>
                      <a:cubicBezTo>
                        <a:pt x="1" y="251"/>
                        <a:pt x="1" y="368"/>
                        <a:pt x="17" y="453"/>
                      </a:cubicBezTo>
                      <a:cubicBezTo>
                        <a:pt x="37" y="368"/>
                        <a:pt x="37" y="251"/>
                        <a:pt x="37" y="167"/>
                      </a:cubicBezTo>
                      <a:lnTo>
                        <a:pt x="37" y="66"/>
                      </a:lnTo>
                      <a:lnTo>
                        <a:pt x="37" y="17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5" name="Google Shape;6425;p71">
                  <a:extLst>
                    <a:ext uri="{FF2B5EF4-FFF2-40B4-BE49-F238E27FC236}">
                      <a16:creationId xmlns:a16="http://schemas.microsoft.com/office/drawing/2014/main" id="{242C9806-FE24-3055-9545-3449EFDA5239}"/>
                    </a:ext>
                  </a:extLst>
                </p:cNvPr>
                <p:cNvSpPr/>
                <p:nvPr/>
              </p:nvSpPr>
              <p:spPr>
                <a:xfrm>
                  <a:off x="3464683" y="1126044"/>
                  <a:ext cx="6456" cy="99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97" extrusionOk="0">
                      <a:moveTo>
                        <a:pt x="53" y="0"/>
                      </a:moveTo>
                      <a:cubicBezTo>
                        <a:pt x="49" y="0"/>
                        <a:pt x="49" y="7"/>
                        <a:pt x="49" y="39"/>
                      </a:cubicBezTo>
                      <a:cubicBezTo>
                        <a:pt x="49" y="55"/>
                        <a:pt x="33" y="88"/>
                        <a:pt x="33" y="140"/>
                      </a:cubicBezTo>
                      <a:cubicBezTo>
                        <a:pt x="33" y="156"/>
                        <a:pt x="16" y="189"/>
                        <a:pt x="16" y="225"/>
                      </a:cubicBezTo>
                      <a:lnTo>
                        <a:pt x="16" y="342"/>
                      </a:lnTo>
                      <a:cubicBezTo>
                        <a:pt x="0" y="391"/>
                        <a:pt x="0" y="443"/>
                        <a:pt x="0" y="492"/>
                      </a:cubicBezTo>
                      <a:lnTo>
                        <a:pt x="0" y="661"/>
                      </a:lnTo>
                      <a:cubicBezTo>
                        <a:pt x="0" y="778"/>
                        <a:pt x="0" y="896"/>
                        <a:pt x="16" y="997"/>
                      </a:cubicBezTo>
                      <a:cubicBezTo>
                        <a:pt x="16" y="896"/>
                        <a:pt x="16" y="778"/>
                        <a:pt x="33" y="661"/>
                      </a:cubicBezTo>
                      <a:lnTo>
                        <a:pt x="33" y="492"/>
                      </a:lnTo>
                      <a:lnTo>
                        <a:pt x="33" y="358"/>
                      </a:lnTo>
                      <a:cubicBezTo>
                        <a:pt x="33" y="306"/>
                        <a:pt x="49" y="257"/>
                        <a:pt x="49" y="225"/>
                      </a:cubicBezTo>
                      <a:lnTo>
                        <a:pt x="49" y="140"/>
                      </a:lnTo>
                      <a:cubicBezTo>
                        <a:pt x="65" y="88"/>
                        <a:pt x="65" y="55"/>
                        <a:pt x="65" y="39"/>
                      </a:cubicBezTo>
                      <a:lnTo>
                        <a:pt x="65" y="3"/>
                      </a:lnTo>
                      <a:cubicBezTo>
                        <a:pt x="59" y="3"/>
                        <a:pt x="55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6" name="Google Shape;6426;p71">
                  <a:extLst>
                    <a:ext uri="{FF2B5EF4-FFF2-40B4-BE49-F238E27FC236}">
                      <a16:creationId xmlns:a16="http://schemas.microsoft.com/office/drawing/2014/main" id="{4435C2CA-3FA4-CA63-E888-D678F0DD9E91}"/>
                    </a:ext>
                  </a:extLst>
                </p:cNvPr>
                <p:cNvSpPr/>
                <p:nvPr/>
              </p:nvSpPr>
              <p:spPr>
                <a:xfrm>
                  <a:off x="3463094" y="1467324"/>
                  <a:ext cx="6456" cy="118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1197" extrusionOk="0">
                      <a:moveTo>
                        <a:pt x="49" y="0"/>
                      </a:moveTo>
                      <a:lnTo>
                        <a:pt x="49" y="154"/>
                      </a:lnTo>
                      <a:cubicBezTo>
                        <a:pt x="49" y="202"/>
                        <a:pt x="32" y="271"/>
                        <a:pt x="32" y="324"/>
                      </a:cubicBezTo>
                      <a:lnTo>
                        <a:pt x="32" y="505"/>
                      </a:lnTo>
                      <a:cubicBezTo>
                        <a:pt x="32" y="526"/>
                        <a:pt x="32" y="558"/>
                        <a:pt x="16" y="590"/>
                      </a:cubicBezTo>
                      <a:lnTo>
                        <a:pt x="16" y="675"/>
                      </a:lnTo>
                      <a:cubicBezTo>
                        <a:pt x="16" y="728"/>
                        <a:pt x="16" y="776"/>
                        <a:pt x="0" y="829"/>
                      </a:cubicBezTo>
                      <a:cubicBezTo>
                        <a:pt x="0" y="930"/>
                        <a:pt x="0" y="994"/>
                        <a:pt x="16" y="1063"/>
                      </a:cubicBezTo>
                      <a:lnTo>
                        <a:pt x="16" y="1132"/>
                      </a:lnTo>
                      <a:cubicBezTo>
                        <a:pt x="16" y="1148"/>
                        <a:pt x="32" y="1148"/>
                        <a:pt x="32" y="1164"/>
                      </a:cubicBezTo>
                      <a:lnTo>
                        <a:pt x="32" y="1180"/>
                      </a:lnTo>
                      <a:lnTo>
                        <a:pt x="32" y="1196"/>
                      </a:lnTo>
                      <a:lnTo>
                        <a:pt x="49" y="1196"/>
                      </a:lnTo>
                      <a:lnTo>
                        <a:pt x="49" y="1180"/>
                      </a:lnTo>
                      <a:lnTo>
                        <a:pt x="49" y="1164"/>
                      </a:lnTo>
                      <a:cubicBezTo>
                        <a:pt x="49" y="1148"/>
                        <a:pt x="32" y="1132"/>
                        <a:pt x="32" y="1111"/>
                      </a:cubicBezTo>
                      <a:lnTo>
                        <a:pt x="32" y="1063"/>
                      </a:lnTo>
                      <a:lnTo>
                        <a:pt x="32" y="829"/>
                      </a:lnTo>
                      <a:cubicBezTo>
                        <a:pt x="32" y="776"/>
                        <a:pt x="32" y="728"/>
                        <a:pt x="49" y="675"/>
                      </a:cubicBezTo>
                      <a:lnTo>
                        <a:pt x="49" y="590"/>
                      </a:lnTo>
                      <a:lnTo>
                        <a:pt x="49" y="505"/>
                      </a:lnTo>
                      <a:cubicBezTo>
                        <a:pt x="49" y="441"/>
                        <a:pt x="65" y="388"/>
                        <a:pt x="65" y="324"/>
                      </a:cubicBezTo>
                      <a:lnTo>
                        <a:pt x="65" y="154"/>
                      </a:lnTo>
                      <a:cubicBezTo>
                        <a:pt x="49" y="101"/>
                        <a:pt x="49" y="53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7" name="Google Shape;6427;p71">
                  <a:extLst>
                    <a:ext uri="{FF2B5EF4-FFF2-40B4-BE49-F238E27FC236}">
                      <a16:creationId xmlns:a16="http://schemas.microsoft.com/office/drawing/2014/main" id="{4D546F90-97A0-03C2-DB0A-997C0531A078}"/>
                    </a:ext>
                  </a:extLst>
                </p:cNvPr>
                <p:cNvSpPr/>
                <p:nvPr/>
              </p:nvSpPr>
              <p:spPr>
                <a:xfrm>
                  <a:off x="3176938" y="1487388"/>
                  <a:ext cx="5364" cy="100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011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" y="2"/>
                        <a:pt x="17" y="123"/>
                        <a:pt x="17" y="271"/>
                      </a:cubicBezTo>
                      <a:lnTo>
                        <a:pt x="17" y="505"/>
                      </a:lnTo>
                      <a:lnTo>
                        <a:pt x="17" y="643"/>
                      </a:lnTo>
                      <a:lnTo>
                        <a:pt x="17" y="744"/>
                      </a:lnTo>
                      <a:lnTo>
                        <a:pt x="17" y="845"/>
                      </a:lnTo>
                      <a:lnTo>
                        <a:pt x="17" y="909"/>
                      </a:lnTo>
                      <a:cubicBezTo>
                        <a:pt x="17" y="930"/>
                        <a:pt x="33" y="946"/>
                        <a:pt x="33" y="962"/>
                      </a:cubicBezTo>
                      <a:lnTo>
                        <a:pt x="33" y="978"/>
                      </a:lnTo>
                      <a:lnTo>
                        <a:pt x="53" y="1010"/>
                      </a:lnTo>
                      <a:lnTo>
                        <a:pt x="53" y="978"/>
                      </a:lnTo>
                      <a:lnTo>
                        <a:pt x="53" y="962"/>
                      </a:lnTo>
                      <a:lnTo>
                        <a:pt x="53" y="909"/>
                      </a:lnTo>
                      <a:lnTo>
                        <a:pt x="53" y="744"/>
                      </a:lnTo>
                      <a:lnTo>
                        <a:pt x="53" y="643"/>
                      </a:lnTo>
                      <a:lnTo>
                        <a:pt x="53" y="505"/>
                      </a:lnTo>
                      <a:cubicBezTo>
                        <a:pt x="33" y="425"/>
                        <a:pt x="33" y="340"/>
                        <a:pt x="33" y="271"/>
                      </a:cubicBezTo>
                      <a:cubicBezTo>
                        <a:pt x="17" y="123"/>
                        <a:pt x="1" y="2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8" name="Google Shape;6428;p71">
                  <a:extLst>
                    <a:ext uri="{FF2B5EF4-FFF2-40B4-BE49-F238E27FC236}">
                      <a16:creationId xmlns:a16="http://schemas.microsoft.com/office/drawing/2014/main" id="{BEB50E05-69A2-27B9-B1C5-C95D3AA8F032}"/>
                    </a:ext>
                  </a:extLst>
                </p:cNvPr>
                <p:cNvSpPr/>
                <p:nvPr/>
              </p:nvSpPr>
              <p:spPr>
                <a:xfrm>
                  <a:off x="3655287" y="1221495"/>
                  <a:ext cx="4867" cy="145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466" extrusionOk="0">
                      <a:moveTo>
                        <a:pt x="31" y="1"/>
                      </a:moveTo>
                      <a:cubicBezTo>
                        <a:pt x="30" y="1"/>
                        <a:pt x="26" y="6"/>
                        <a:pt x="16" y="36"/>
                      </a:cubicBezTo>
                      <a:lnTo>
                        <a:pt x="16" y="153"/>
                      </a:lnTo>
                      <a:lnTo>
                        <a:pt x="16" y="375"/>
                      </a:lnTo>
                      <a:cubicBezTo>
                        <a:pt x="0" y="476"/>
                        <a:pt x="0" y="593"/>
                        <a:pt x="0" y="726"/>
                      </a:cubicBezTo>
                      <a:lnTo>
                        <a:pt x="0" y="896"/>
                      </a:lnTo>
                      <a:cubicBezTo>
                        <a:pt x="16" y="961"/>
                        <a:pt x="16" y="1013"/>
                        <a:pt x="16" y="1082"/>
                      </a:cubicBezTo>
                      <a:lnTo>
                        <a:pt x="16" y="1466"/>
                      </a:lnTo>
                      <a:cubicBezTo>
                        <a:pt x="16" y="1466"/>
                        <a:pt x="16" y="1300"/>
                        <a:pt x="32" y="1082"/>
                      </a:cubicBezTo>
                      <a:lnTo>
                        <a:pt x="32" y="726"/>
                      </a:lnTo>
                      <a:lnTo>
                        <a:pt x="32" y="375"/>
                      </a:lnTo>
                      <a:cubicBezTo>
                        <a:pt x="32" y="274"/>
                        <a:pt x="49" y="205"/>
                        <a:pt x="49" y="153"/>
                      </a:cubicBezTo>
                      <a:cubicBezTo>
                        <a:pt x="49" y="88"/>
                        <a:pt x="32" y="52"/>
                        <a:pt x="32" y="36"/>
                      </a:cubicBezTo>
                      <a:lnTo>
                        <a:pt x="32" y="3"/>
                      </a:lnTo>
                      <a:cubicBezTo>
                        <a:pt x="32" y="3"/>
                        <a:pt x="32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29" name="Google Shape;6429;p71">
                  <a:extLst>
                    <a:ext uri="{FF2B5EF4-FFF2-40B4-BE49-F238E27FC236}">
                      <a16:creationId xmlns:a16="http://schemas.microsoft.com/office/drawing/2014/main" id="{9DFE4AF9-C837-3E8D-58EE-D38122DCDDE5}"/>
                    </a:ext>
                  </a:extLst>
                </p:cNvPr>
                <p:cNvSpPr/>
                <p:nvPr/>
              </p:nvSpPr>
              <p:spPr>
                <a:xfrm>
                  <a:off x="3656877" y="1457292"/>
                  <a:ext cx="4867" cy="13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334" extrusionOk="0">
                      <a:moveTo>
                        <a:pt x="16" y="0"/>
                      </a:moveTo>
                      <a:cubicBezTo>
                        <a:pt x="16" y="0"/>
                        <a:pt x="0" y="154"/>
                        <a:pt x="0" y="356"/>
                      </a:cubicBezTo>
                      <a:lnTo>
                        <a:pt x="0" y="675"/>
                      </a:lnTo>
                      <a:lnTo>
                        <a:pt x="0" y="978"/>
                      </a:lnTo>
                      <a:cubicBezTo>
                        <a:pt x="0" y="1079"/>
                        <a:pt x="16" y="1148"/>
                        <a:pt x="16" y="1196"/>
                      </a:cubicBezTo>
                      <a:lnTo>
                        <a:pt x="16" y="1297"/>
                      </a:lnTo>
                      <a:lnTo>
                        <a:pt x="33" y="1313"/>
                      </a:lnTo>
                      <a:lnTo>
                        <a:pt x="33" y="1297"/>
                      </a:lnTo>
                      <a:cubicBezTo>
                        <a:pt x="33" y="1281"/>
                        <a:pt x="33" y="1249"/>
                        <a:pt x="49" y="1196"/>
                      </a:cubicBezTo>
                      <a:cubicBezTo>
                        <a:pt x="49" y="1148"/>
                        <a:pt x="33" y="1079"/>
                        <a:pt x="33" y="978"/>
                      </a:cubicBezTo>
                      <a:lnTo>
                        <a:pt x="33" y="845"/>
                      </a:lnTo>
                      <a:lnTo>
                        <a:pt x="33" y="675"/>
                      </a:lnTo>
                      <a:cubicBezTo>
                        <a:pt x="33" y="558"/>
                        <a:pt x="33" y="457"/>
                        <a:pt x="16" y="356"/>
                      </a:cubicBezTo>
                      <a:lnTo>
                        <a:pt x="16" y="0"/>
                      </a:lnTo>
                      <a:close/>
                      <a:moveTo>
                        <a:pt x="33" y="1313"/>
                      </a:moveTo>
                      <a:lnTo>
                        <a:pt x="33" y="1334"/>
                      </a:lnTo>
                      <a:lnTo>
                        <a:pt x="49" y="1334"/>
                      </a:lnTo>
                      <a:lnTo>
                        <a:pt x="49" y="13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0" name="Google Shape;6430;p71">
                  <a:extLst>
                    <a:ext uri="{FF2B5EF4-FFF2-40B4-BE49-F238E27FC236}">
                      <a16:creationId xmlns:a16="http://schemas.microsoft.com/office/drawing/2014/main" id="{D464AD39-1319-70C4-40A6-0F9CE75D5EC8}"/>
                    </a:ext>
                  </a:extLst>
                </p:cNvPr>
                <p:cNvSpPr/>
                <p:nvPr/>
              </p:nvSpPr>
              <p:spPr>
                <a:xfrm>
                  <a:off x="3257193" y="1261920"/>
                  <a:ext cx="38637" cy="75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756" extrusionOk="0">
                      <a:moveTo>
                        <a:pt x="388" y="0"/>
                      </a:moveTo>
                      <a:lnTo>
                        <a:pt x="372" y="16"/>
                      </a:lnTo>
                      <a:cubicBezTo>
                        <a:pt x="372" y="32"/>
                        <a:pt x="356" y="49"/>
                        <a:pt x="336" y="85"/>
                      </a:cubicBezTo>
                      <a:cubicBezTo>
                        <a:pt x="320" y="101"/>
                        <a:pt x="304" y="150"/>
                        <a:pt x="288" y="202"/>
                      </a:cubicBezTo>
                      <a:cubicBezTo>
                        <a:pt x="255" y="251"/>
                        <a:pt x="219" y="303"/>
                        <a:pt x="187" y="372"/>
                      </a:cubicBezTo>
                      <a:cubicBezTo>
                        <a:pt x="154" y="436"/>
                        <a:pt x="134" y="489"/>
                        <a:pt x="102" y="554"/>
                      </a:cubicBezTo>
                      <a:cubicBezTo>
                        <a:pt x="134" y="505"/>
                        <a:pt x="170" y="436"/>
                        <a:pt x="203" y="388"/>
                      </a:cubicBezTo>
                      <a:cubicBezTo>
                        <a:pt x="235" y="319"/>
                        <a:pt x="271" y="251"/>
                        <a:pt x="304" y="202"/>
                      </a:cubicBezTo>
                      <a:cubicBezTo>
                        <a:pt x="320" y="150"/>
                        <a:pt x="336" y="117"/>
                        <a:pt x="356" y="85"/>
                      </a:cubicBezTo>
                      <a:cubicBezTo>
                        <a:pt x="372" y="69"/>
                        <a:pt x="372" y="32"/>
                        <a:pt x="388" y="32"/>
                      </a:cubicBezTo>
                      <a:lnTo>
                        <a:pt x="388" y="0"/>
                      </a:lnTo>
                      <a:close/>
                      <a:moveTo>
                        <a:pt x="102" y="554"/>
                      </a:moveTo>
                      <a:cubicBezTo>
                        <a:pt x="33" y="655"/>
                        <a:pt x="1" y="756"/>
                        <a:pt x="1" y="756"/>
                      </a:cubicBezTo>
                      <a:cubicBezTo>
                        <a:pt x="1" y="756"/>
                        <a:pt x="53" y="675"/>
                        <a:pt x="102" y="55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1" name="Google Shape;6431;p71">
                  <a:extLst>
                    <a:ext uri="{FF2B5EF4-FFF2-40B4-BE49-F238E27FC236}">
                      <a16:creationId xmlns:a16="http://schemas.microsoft.com/office/drawing/2014/main" id="{85F363E6-0AF6-C04E-A0ED-9F05550D70EA}"/>
                    </a:ext>
                  </a:extLst>
                </p:cNvPr>
                <p:cNvSpPr/>
                <p:nvPr/>
              </p:nvSpPr>
              <p:spPr>
                <a:xfrm>
                  <a:off x="3238718" y="1348929"/>
                  <a:ext cx="10131" cy="1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35" extrusionOk="0">
                      <a:moveTo>
                        <a:pt x="102" y="1"/>
                      </a:moveTo>
                      <a:cubicBezTo>
                        <a:pt x="102" y="1"/>
                        <a:pt x="86" y="17"/>
                        <a:pt x="70" y="33"/>
                      </a:cubicBezTo>
                      <a:cubicBezTo>
                        <a:pt x="70" y="33"/>
                        <a:pt x="53" y="49"/>
                        <a:pt x="53" y="65"/>
                      </a:cubicBezTo>
                      <a:cubicBezTo>
                        <a:pt x="70" y="65"/>
                        <a:pt x="70" y="49"/>
                        <a:pt x="86" y="33"/>
                      </a:cubicBezTo>
                      <a:cubicBezTo>
                        <a:pt x="86" y="17"/>
                        <a:pt x="102" y="1"/>
                        <a:pt x="102" y="1"/>
                      </a:cubicBezTo>
                      <a:close/>
                      <a:moveTo>
                        <a:pt x="53" y="65"/>
                      </a:moveTo>
                      <a:cubicBezTo>
                        <a:pt x="37" y="65"/>
                        <a:pt x="37" y="82"/>
                        <a:pt x="17" y="102"/>
                      </a:cubicBezTo>
                      <a:cubicBezTo>
                        <a:pt x="17" y="118"/>
                        <a:pt x="1" y="134"/>
                        <a:pt x="1" y="134"/>
                      </a:cubicBezTo>
                      <a:lnTo>
                        <a:pt x="17" y="134"/>
                      </a:lnTo>
                      <a:cubicBezTo>
                        <a:pt x="17" y="134"/>
                        <a:pt x="37" y="118"/>
                        <a:pt x="37" y="102"/>
                      </a:cubicBezTo>
                      <a:cubicBezTo>
                        <a:pt x="53" y="102"/>
                        <a:pt x="53" y="82"/>
                        <a:pt x="53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2" name="Google Shape;6432;p71">
                  <a:extLst>
                    <a:ext uri="{FF2B5EF4-FFF2-40B4-BE49-F238E27FC236}">
                      <a16:creationId xmlns:a16="http://schemas.microsoft.com/office/drawing/2014/main" id="{6E9EC758-12DE-3276-B0AE-D09DAA6877F7}"/>
                    </a:ext>
                  </a:extLst>
                </p:cNvPr>
                <p:cNvSpPr/>
                <p:nvPr/>
              </p:nvSpPr>
              <p:spPr>
                <a:xfrm>
                  <a:off x="3257193" y="1300359"/>
                  <a:ext cx="38637" cy="8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809" extrusionOk="0">
                      <a:moveTo>
                        <a:pt x="388" y="1"/>
                      </a:moveTo>
                      <a:lnTo>
                        <a:pt x="372" y="17"/>
                      </a:lnTo>
                      <a:cubicBezTo>
                        <a:pt x="372" y="33"/>
                        <a:pt x="356" y="49"/>
                        <a:pt x="336" y="86"/>
                      </a:cubicBezTo>
                      <a:cubicBezTo>
                        <a:pt x="320" y="118"/>
                        <a:pt x="304" y="150"/>
                        <a:pt x="271" y="203"/>
                      </a:cubicBezTo>
                      <a:cubicBezTo>
                        <a:pt x="235" y="268"/>
                        <a:pt x="219" y="336"/>
                        <a:pt x="187" y="405"/>
                      </a:cubicBezTo>
                      <a:cubicBezTo>
                        <a:pt x="154" y="470"/>
                        <a:pt x="118" y="538"/>
                        <a:pt x="102" y="591"/>
                      </a:cubicBezTo>
                      <a:cubicBezTo>
                        <a:pt x="53" y="685"/>
                        <a:pt x="23" y="756"/>
                        <a:pt x="9" y="788"/>
                      </a:cubicBezTo>
                      <a:lnTo>
                        <a:pt x="9" y="788"/>
                      </a:lnTo>
                      <a:cubicBezTo>
                        <a:pt x="14" y="780"/>
                        <a:pt x="21" y="770"/>
                        <a:pt x="33" y="756"/>
                      </a:cubicBezTo>
                      <a:cubicBezTo>
                        <a:pt x="33" y="740"/>
                        <a:pt x="53" y="708"/>
                        <a:pt x="69" y="692"/>
                      </a:cubicBezTo>
                      <a:cubicBezTo>
                        <a:pt x="69" y="655"/>
                        <a:pt x="86" y="623"/>
                        <a:pt x="102" y="607"/>
                      </a:cubicBezTo>
                      <a:cubicBezTo>
                        <a:pt x="134" y="538"/>
                        <a:pt x="170" y="470"/>
                        <a:pt x="203" y="405"/>
                      </a:cubicBezTo>
                      <a:cubicBezTo>
                        <a:pt x="219" y="336"/>
                        <a:pt x="255" y="268"/>
                        <a:pt x="288" y="219"/>
                      </a:cubicBezTo>
                      <a:cubicBezTo>
                        <a:pt x="320" y="150"/>
                        <a:pt x="336" y="118"/>
                        <a:pt x="356" y="86"/>
                      </a:cubicBezTo>
                      <a:cubicBezTo>
                        <a:pt x="372" y="66"/>
                        <a:pt x="372" y="33"/>
                        <a:pt x="388" y="33"/>
                      </a:cubicBezTo>
                      <a:lnTo>
                        <a:pt x="388" y="1"/>
                      </a:lnTo>
                      <a:close/>
                      <a:moveTo>
                        <a:pt x="9" y="788"/>
                      </a:moveTo>
                      <a:cubicBezTo>
                        <a:pt x="1" y="802"/>
                        <a:pt x="1" y="809"/>
                        <a:pt x="1" y="809"/>
                      </a:cubicBezTo>
                      <a:cubicBezTo>
                        <a:pt x="1" y="809"/>
                        <a:pt x="3" y="802"/>
                        <a:pt x="9" y="78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3" name="Google Shape;6433;p71">
                  <a:extLst>
                    <a:ext uri="{FF2B5EF4-FFF2-40B4-BE49-F238E27FC236}">
                      <a16:creationId xmlns:a16="http://schemas.microsoft.com/office/drawing/2014/main" id="{9AA39B37-45D3-567F-CFF2-302DE4EA2C9F}"/>
                    </a:ext>
                  </a:extLst>
                </p:cNvPr>
                <p:cNvSpPr/>
                <p:nvPr/>
              </p:nvSpPr>
              <p:spPr>
                <a:xfrm>
                  <a:off x="3314205" y="1246326"/>
                  <a:ext cx="53437" cy="10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1067" extrusionOk="0">
                      <a:moveTo>
                        <a:pt x="536" y="0"/>
                      </a:moveTo>
                      <a:cubicBezTo>
                        <a:pt x="534" y="0"/>
                        <a:pt x="530" y="5"/>
                        <a:pt x="521" y="24"/>
                      </a:cubicBezTo>
                      <a:cubicBezTo>
                        <a:pt x="505" y="40"/>
                        <a:pt x="489" y="72"/>
                        <a:pt x="469" y="105"/>
                      </a:cubicBezTo>
                      <a:cubicBezTo>
                        <a:pt x="437" y="141"/>
                        <a:pt x="420" y="206"/>
                        <a:pt x="388" y="274"/>
                      </a:cubicBezTo>
                      <a:cubicBezTo>
                        <a:pt x="368" y="327"/>
                        <a:pt x="352" y="359"/>
                        <a:pt x="336" y="408"/>
                      </a:cubicBezTo>
                      <a:cubicBezTo>
                        <a:pt x="319" y="444"/>
                        <a:pt x="303" y="492"/>
                        <a:pt x="267" y="545"/>
                      </a:cubicBezTo>
                      <a:cubicBezTo>
                        <a:pt x="251" y="577"/>
                        <a:pt x="218" y="630"/>
                        <a:pt x="202" y="662"/>
                      </a:cubicBezTo>
                      <a:cubicBezTo>
                        <a:pt x="166" y="711"/>
                        <a:pt x="150" y="747"/>
                        <a:pt x="134" y="795"/>
                      </a:cubicBezTo>
                      <a:cubicBezTo>
                        <a:pt x="166" y="763"/>
                        <a:pt x="186" y="711"/>
                        <a:pt x="218" y="678"/>
                      </a:cubicBezTo>
                      <a:cubicBezTo>
                        <a:pt x="235" y="630"/>
                        <a:pt x="267" y="593"/>
                        <a:pt x="287" y="545"/>
                      </a:cubicBezTo>
                      <a:cubicBezTo>
                        <a:pt x="319" y="492"/>
                        <a:pt x="336" y="460"/>
                        <a:pt x="352" y="408"/>
                      </a:cubicBezTo>
                      <a:cubicBezTo>
                        <a:pt x="368" y="375"/>
                        <a:pt x="388" y="327"/>
                        <a:pt x="404" y="290"/>
                      </a:cubicBezTo>
                      <a:cubicBezTo>
                        <a:pt x="437" y="206"/>
                        <a:pt x="453" y="157"/>
                        <a:pt x="489" y="105"/>
                      </a:cubicBezTo>
                      <a:cubicBezTo>
                        <a:pt x="505" y="72"/>
                        <a:pt x="521" y="40"/>
                        <a:pt x="521" y="40"/>
                      </a:cubicBezTo>
                      <a:lnTo>
                        <a:pt x="538" y="4"/>
                      </a:lnTo>
                      <a:cubicBezTo>
                        <a:pt x="538" y="4"/>
                        <a:pt x="538" y="0"/>
                        <a:pt x="536" y="0"/>
                      </a:cubicBezTo>
                      <a:close/>
                      <a:moveTo>
                        <a:pt x="134" y="795"/>
                      </a:moveTo>
                      <a:cubicBezTo>
                        <a:pt x="101" y="832"/>
                        <a:pt x="85" y="864"/>
                        <a:pt x="65" y="896"/>
                      </a:cubicBezTo>
                      <a:cubicBezTo>
                        <a:pt x="49" y="933"/>
                        <a:pt x="33" y="965"/>
                        <a:pt x="16" y="997"/>
                      </a:cubicBezTo>
                      <a:cubicBezTo>
                        <a:pt x="33" y="965"/>
                        <a:pt x="49" y="949"/>
                        <a:pt x="65" y="913"/>
                      </a:cubicBezTo>
                      <a:cubicBezTo>
                        <a:pt x="85" y="880"/>
                        <a:pt x="117" y="832"/>
                        <a:pt x="134" y="795"/>
                      </a:cubicBezTo>
                      <a:close/>
                      <a:moveTo>
                        <a:pt x="16" y="997"/>
                      </a:moveTo>
                      <a:cubicBezTo>
                        <a:pt x="16" y="1014"/>
                        <a:pt x="0" y="1050"/>
                        <a:pt x="0" y="1066"/>
                      </a:cubicBezTo>
                      <a:cubicBezTo>
                        <a:pt x="0" y="1050"/>
                        <a:pt x="16" y="1034"/>
                        <a:pt x="16" y="9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4" name="Google Shape;6434;p71">
                  <a:extLst>
                    <a:ext uri="{FF2B5EF4-FFF2-40B4-BE49-F238E27FC236}">
                      <a16:creationId xmlns:a16="http://schemas.microsoft.com/office/drawing/2014/main" id="{5986D142-C2EC-CC0D-C52F-2A590C5DAEB4}"/>
                    </a:ext>
                  </a:extLst>
                </p:cNvPr>
                <p:cNvSpPr/>
                <p:nvPr/>
              </p:nvSpPr>
              <p:spPr>
                <a:xfrm>
                  <a:off x="3307352" y="1308901"/>
                  <a:ext cx="43405" cy="7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" h="740" extrusionOk="0">
                      <a:moveTo>
                        <a:pt x="437" y="0"/>
                      </a:moveTo>
                      <a:cubicBezTo>
                        <a:pt x="421" y="16"/>
                        <a:pt x="405" y="48"/>
                        <a:pt x="388" y="64"/>
                      </a:cubicBezTo>
                      <a:cubicBezTo>
                        <a:pt x="372" y="101"/>
                        <a:pt x="356" y="117"/>
                        <a:pt x="336" y="149"/>
                      </a:cubicBezTo>
                      <a:cubicBezTo>
                        <a:pt x="304" y="218"/>
                        <a:pt x="271" y="266"/>
                        <a:pt x="219" y="335"/>
                      </a:cubicBezTo>
                      <a:cubicBezTo>
                        <a:pt x="186" y="404"/>
                        <a:pt x="134" y="468"/>
                        <a:pt x="118" y="521"/>
                      </a:cubicBezTo>
                      <a:cubicBezTo>
                        <a:pt x="85" y="569"/>
                        <a:pt x="69" y="622"/>
                        <a:pt x="53" y="654"/>
                      </a:cubicBezTo>
                      <a:cubicBezTo>
                        <a:pt x="33" y="670"/>
                        <a:pt x="17" y="707"/>
                        <a:pt x="17" y="707"/>
                      </a:cubicBezTo>
                      <a:cubicBezTo>
                        <a:pt x="1" y="739"/>
                        <a:pt x="17" y="739"/>
                        <a:pt x="17" y="739"/>
                      </a:cubicBezTo>
                      <a:lnTo>
                        <a:pt x="33" y="723"/>
                      </a:lnTo>
                      <a:cubicBezTo>
                        <a:pt x="33" y="707"/>
                        <a:pt x="53" y="687"/>
                        <a:pt x="69" y="654"/>
                      </a:cubicBezTo>
                      <a:cubicBezTo>
                        <a:pt x="69" y="622"/>
                        <a:pt x="102" y="586"/>
                        <a:pt x="134" y="537"/>
                      </a:cubicBezTo>
                      <a:cubicBezTo>
                        <a:pt x="154" y="505"/>
                        <a:pt x="170" y="468"/>
                        <a:pt x="186" y="452"/>
                      </a:cubicBezTo>
                      <a:cubicBezTo>
                        <a:pt x="203" y="420"/>
                        <a:pt x="219" y="384"/>
                        <a:pt x="235" y="351"/>
                      </a:cubicBezTo>
                      <a:cubicBezTo>
                        <a:pt x="271" y="283"/>
                        <a:pt x="320" y="218"/>
                        <a:pt x="356" y="149"/>
                      </a:cubicBezTo>
                      <a:cubicBezTo>
                        <a:pt x="372" y="133"/>
                        <a:pt x="388" y="101"/>
                        <a:pt x="405" y="64"/>
                      </a:cubicBezTo>
                      <a:cubicBezTo>
                        <a:pt x="405" y="48"/>
                        <a:pt x="421" y="16"/>
                        <a:pt x="4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5" name="Google Shape;6435;p71">
                  <a:extLst>
                    <a:ext uri="{FF2B5EF4-FFF2-40B4-BE49-F238E27FC236}">
                      <a16:creationId xmlns:a16="http://schemas.microsoft.com/office/drawing/2014/main" id="{5444A1E4-63DB-4BA7-A5F5-7C92E891FDC6}"/>
                    </a:ext>
                  </a:extLst>
                </p:cNvPr>
                <p:cNvSpPr/>
                <p:nvPr/>
              </p:nvSpPr>
              <p:spPr>
                <a:xfrm>
                  <a:off x="3265635" y="1430773"/>
                  <a:ext cx="30195" cy="5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522" extrusionOk="0">
                      <a:moveTo>
                        <a:pt x="303" y="1"/>
                      </a:moveTo>
                      <a:cubicBezTo>
                        <a:pt x="287" y="1"/>
                        <a:pt x="287" y="1"/>
                        <a:pt x="287" y="17"/>
                      </a:cubicBezTo>
                      <a:cubicBezTo>
                        <a:pt x="287" y="17"/>
                        <a:pt x="271" y="33"/>
                        <a:pt x="271" y="49"/>
                      </a:cubicBezTo>
                      <a:cubicBezTo>
                        <a:pt x="271" y="66"/>
                        <a:pt x="251" y="86"/>
                        <a:pt x="251" y="102"/>
                      </a:cubicBezTo>
                      <a:cubicBezTo>
                        <a:pt x="251" y="102"/>
                        <a:pt x="235" y="118"/>
                        <a:pt x="235" y="134"/>
                      </a:cubicBezTo>
                      <a:cubicBezTo>
                        <a:pt x="219" y="167"/>
                        <a:pt x="203" y="187"/>
                        <a:pt x="203" y="203"/>
                      </a:cubicBezTo>
                      <a:cubicBezTo>
                        <a:pt x="186" y="219"/>
                        <a:pt x="170" y="235"/>
                        <a:pt x="150" y="267"/>
                      </a:cubicBezTo>
                      <a:cubicBezTo>
                        <a:pt x="134" y="304"/>
                        <a:pt x="102" y="352"/>
                        <a:pt x="85" y="389"/>
                      </a:cubicBezTo>
                      <a:cubicBezTo>
                        <a:pt x="69" y="421"/>
                        <a:pt x="33" y="453"/>
                        <a:pt x="17" y="490"/>
                      </a:cubicBezTo>
                      <a:cubicBezTo>
                        <a:pt x="17" y="506"/>
                        <a:pt x="1" y="522"/>
                        <a:pt x="1" y="522"/>
                      </a:cubicBezTo>
                      <a:cubicBezTo>
                        <a:pt x="1" y="522"/>
                        <a:pt x="17" y="522"/>
                        <a:pt x="33" y="490"/>
                      </a:cubicBezTo>
                      <a:cubicBezTo>
                        <a:pt x="49" y="469"/>
                        <a:pt x="69" y="437"/>
                        <a:pt x="102" y="389"/>
                      </a:cubicBezTo>
                      <a:cubicBezTo>
                        <a:pt x="118" y="352"/>
                        <a:pt x="150" y="320"/>
                        <a:pt x="170" y="267"/>
                      </a:cubicBezTo>
                      <a:cubicBezTo>
                        <a:pt x="186" y="251"/>
                        <a:pt x="203" y="235"/>
                        <a:pt x="219" y="219"/>
                      </a:cubicBezTo>
                      <a:cubicBezTo>
                        <a:pt x="235" y="187"/>
                        <a:pt x="235" y="167"/>
                        <a:pt x="251" y="150"/>
                      </a:cubicBezTo>
                      <a:cubicBezTo>
                        <a:pt x="251" y="134"/>
                        <a:pt x="271" y="118"/>
                        <a:pt x="271" y="102"/>
                      </a:cubicBezTo>
                      <a:cubicBezTo>
                        <a:pt x="271" y="86"/>
                        <a:pt x="287" y="66"/>
                        <a:pt x="287" y="66"/>
                      </a:cubicBezTo>
                      <a:cubicBezTo>
                        <a:pt x="287" y="33"/>
                        <a:pt x="303" y="33"/>
                        <a:pt x="303" y="17"/>
                      </a:cubicBezTo>
                      <a:lnTo>
                        <a:pt x="3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6" name="Google Shape;6436;p71">
                  <a:extLst>
                    <a:ext uri="{FF2B5EF4-FFF2-40B4-BE49-F238E27FC236}">
                      <a16:creationId xmlns:a16="http://schemas.microsoft.com/office/drawing/2014/main" id="{3BD8AF41-B898-A83C-809C-F759FFD8DCAB}"/>
                    </a:ext>
                  </a:extLst>
                </p:cNvPr>
                <p:cNvSpPr/>
                <p:nvPr/>
              </p:nvSpPr>
              <p:spPr>
                <a:xfrm>
                  <a:off x="3245572" y="1515894"/>
                  <a:ext cx="37048" cy="50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506" extrusionOk="0">
                      <a:moveTo>
                        <a:pt x="372" y="0"/>
                      </a:moveTo>
                      <a:lnTo>
                        <a:pt x="352" y="37"/>
                      </a:lnTo>
                      <a:cubicBezTo>
                        <a:pt x="372" y="16"/>
                        <a:pt x="372" y="0"/>
                        <a:pt x="372" y="0"/>
                      </a:cubicBezTo>
                      <a:close/>
                      <a:moveTo>
                        <a:pt x="352" y="37"/>
                      </a:moveTo>
                      <a:lnTo>
                        <a:pt x="352" y="37"/>
                      </a:lnTo>
                      <a:cubicBezTo>
                        <a:pt x="336" y="53"/>
                        <a:pt x="320" y="53"/>
                        <a:pt x="320" y="69"/>
                      </a:cubicBezTo>
                      <a:cubicBezTo>
                        <a:pt x="304" y="85"/>
                        <a:pt x="287" y="101"/>
                        <a:pt x="271" y="138"/>
                      </a:cubicBezTo>
                      <a:cubicBezTo>
                        <a:pt x="251" y="170"/>
                        <a:pt x="219" y="202"/>
                        <a:pt x="186" y="255"/>
                      </a:cubicBezTo>
                      <a:cubicBezTo>
                        <a:pt x="150" y="303"/>
                        <a:pt x="118" y="340"/>
                        <a:pt x="102" y="372"/>
                      </a:cubicBezTo>
                      <a:cubicBezTo>
                        <a:pt x="49" y="441"/>
                        <a:pt x="17" y="473"/>
                        <a:pt x="17" y="489"/>
                      </a:cubicBezTo>
                      <a:lnTo>
                        <a:pt x="1" y="505"/>
                      </a:lnTo>
                      <a:lnTo>
                        <a:pt x="17" y="505"/>
                      </a:lnTo>
                      <a:cubicBezTo>
                        <a:pt x="33" y="489"/>
                        <a:pt x="33" y="489"/>
                        <a:pt x="49" y="457"/>
                      </a:cubicBezTo>
                      <a:lnTo>
                        <a:pt x="118" y="388"/>
                      </a:lnTo>
                      <a:cubicBezTo>
                        <a:pt x="134" y="356"/>
                        <a:pt x="170" y="303"/>
                        <a:pt x="203" y="271"/>
                      </a:cubicBezTo>
                      <a:cubicBezTo>
                        <a:pt x="235" y="218"/>
                        <a:pt x="251" y="170"/>
                        <a:pt x="287" y="138"/>
                      </a:cubicBezTo>
                      <a:cubicBezTo>
                        <a:pt x="304" y="117"/>
                        <a:pt x="304" y="101"/>
                        <a:pt x="320" y="85"/>
                      </a:cubicBezTo>
                      <a:cubicBezTo>
                        <a:pt x="336" y="69"/>
                        <a:pt x="336" y="53"/>
                        <a:pt x="352" y="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7" name="Google Shape;6437;p71">
                  <a:extLst>
                    <a:ext uri="{FF2B5EF4-FFF2-40B4-BE49-F238E27FC236}">
                      <a16:creationId xmlns:a16="http://schemas.microsoft.com/office/drawing/2014/main" id="{0828F537-67B5-2862-7AA0-D05FB110BE79}"/>
                    </a:ext>
                  </a:extLst>
                </p:cNvPr>
                <p:cNvSpPr/>
                <p:nvPr/>
              </p:nvSpPr>
              <p:spPr>
                <a:xfrm>
                  <a:off x="3310530" y="1435640"/>
                  <a:ext cx="30195" cy="41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422" extrusionOk="0">
                      <a:moveTo>
                        <a:pt x="304" y="0"/>
                      </a:moveTo>
                      <a:lnTo>
                        <a:pt x="304" y="0"/>
                      </a:lnTo>
                      <a:cubicBezTo>
                        <a:pt x="272" y="53"/>
                        <a:pt x="239" y="85"/>
                        <a:pt x="203" y="138"/>
                      </a:cubicBezTo>
                      <a:cubicBezTo>
                        <a:pt x="171" y="186"/>
                        <a:pt x="138" y="239"/>
                        <a:pt x="122" y="271"/>
                      </a:cubicBezTo>
                      <a:cubicBezTo>
                        <a:pt x="1" y="420"/>
                        <a:pt x="21" y="420"/>
                        <a:pt x="21" y="420"/>
                      </a:cubicBezTo>
                      <a:cubicBezTo>
                        <a:pt x="21" y="420"/>
                        <a:pt x="21" y="421"/>
                        <a:pt x="22" y="421"/>
                      </a:cubicBezTo>
                      <a:cubicBezTo>
                        <a:pt x="25" y="421"/>
                        <a:pt x="44" y="408"/>
                        <a:pt x="138" y="271"/>
                      </a:cubicBezTo>
                      <a:cubicBezTo>
                        <a:pt x="154" y="239"/>
                        <a:pt x="187" y="186"/>
                        <a:pt x="223" y="154"/>
                      </a:cubicBezTo>
                      <a:cubicBezTo>
                        <a:pt x="255" y="101"/>
                        <a:pt x="288" y="53"/>
                        <a:pt x="3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8" name="Google Shape;6438;p71">
                  <a:extLst>
                    <a:ext uri="{FF2B5EF4-FFF2-40B4-BE49-F238E27FC236}">
                      <a16:creationId xmlns:a16="http://schemas.microsoft.com/office/drawing/2014/main" id="{EA968322-B78A-7D3E-B2CD-EA4E62FE4D3B}"/>
                    </a:ext>
                  </a:extLst>
                </p:cNvPr>
                <p:cNvSpPr/>
                <p:nvPr/>
              </p:nvSpPr>
              <p:spPr>
                <a:xfrm>
                  <a:off x="3489514" y="1224971"/>
                  <a:ext cx="144121" cy="47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" h="474" extrusionOk="0">
                      <a:moveTo>
                        <a:pt x="1" y="1"/>
                      </a:moveTo>
                      <a:lnTo>
                        <a:pt x="1" y="17"/>
                      </a:lnTo>
                      <a:lnTo>
                        <a:pt x="37" y="17"/>
                      </a:lnTo>
                      <a:cubicBezTo>
                        <a:pt x="53" y="37"/>
                        <a:pt x="102" y="37"/>
                        <a:pt x="154" y="69"/>
                      </a:cubicBezTo>
                      <a:cubicBezTo>
                        <a:pt x="186" y="69"/>
                        <a:pt x="219" y="85"/>
                        <a:pt x="255" y="102"/>
                      </a:cubicBezTo>
                      <a:cubicBezTo>
                        <a:pt x="271" y="102"/>
                        <a:pt x="304" y="118"/>
                        <a:pt x="320" y="118"/>
                      </a:cubicBezTo>
                      <a:cubicBezTo>
                        <a:pt x="356" y="118"/>
                        <a:pt x="372" y="138"/>
                        <a:pt x="405" y="138"/>
                      </a:cubicBezTo>
                      <a:cubicBezTo>
                        <a:pt x="457" y="154"/>
                        <a:pt x="522" y="170"/>
                        <a:pt x="574" y="186"/>
                      </a:cubicBezTo>
                      <a:cubicBezTo>
                        <a:pt x="643" y="203"/>
                        <a:pt x="708" y="239"/>
                        <a:pt x="776" y="255"/>
                      </a:cubicBezTo>
                      <a:cubicBezTo>
                        <a:pt x="910" y="287"/>
                        <a:pt x="1027" y="340"/>
                        <a:pt x="1164" y="372"/>
                      </a:cubicBezTo>
                      <a:cubicBezTo>
                        <a:pt x="1213" y="388"/>
                        <a:pt x="1265" y="404"/>
                        <a:pt x="1314" y="421"/>
                      </a:cubicBezTo>
                      <a:cubicBezTo>
                        <a:pt x="1366" y="441"/>
                        <a:pt x="1415" y="457"/>
                        <a:pt x="1451" y="473"/>
                      </a:cubicBezTo>
                      <a:cubicBezTo>
                        <a:pt x="1415" y="457"/>
                        <a:pt x="1382" y="441"/>
                        <a:pt x="1330" y="421"/>
                      </a:cubicBezTo>
                      <a:cubicBezTo>
                        <a:pt x="1281" y="404"/>
                        <a:pt x="1213" y="372"/>
                        <a:pt x="1164" y="356"/>
                      </a:cubicBezTo>
                      <a:cubicBezTo>
                        <a:pt x="1047" y="320"/>
                        <a:pt x="910" y="271"/>
                        <a:pt x="776" y="219"/>
                      </a:cubicBezTo>
                      <a:cubicBezTo>
                        <a:pt x="708" y="203"/>
                        <a:pt x="659" y="186"/>
                        <a:pt x="590" y="170"/>
                      </a:cubicBezTo>
                      <a:cubicBezTo>
                        <a:pt x="522" y="138"/>
                        <a:pt x="473" y="118"/>
                        <a:pt x="405" y="118"/>
                      </a:cubicBezTo>
                      <a:cubicBezTo>
                        <a:pt x="356" y="102"/>
                        <a:pt x="304" y="85"/>
                        <a:pt x="271" y="69"/>
                      </a:cubicBezTo>
                      <a:cubicBezTo>
                        <a:pt x="219" y="53"/>
                        <a:pt x="186" y="53"/>
                        <a:pt x="154" y="37"/>
                      </a:cubicBezTo>
                      <a:cubicBezTo>
                        <a:pt x="102" y="17"/>
                        <a:pt x="69" y="17"/>
                        <a:pt x="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39" name="Google Shape;6439;p71">
                  <a:extLst>
                    <a:ext uri="{FF2B5EF4-FFF2-40B4-BE49-F238E27FC236}">
                      <a16:creationId xmlns:a16="http://schemas.microsoft.com/office/drawing/2014/main" id="{BCA35EF7-F486-3B10-B8FE-13E71F6C2EFF}"/>
                    </a:ext>
                  </a:extLst>
                </p:cNvPr>
                <p:cNvSpPr/>
                <p:nvPr/>
              </p:nvSpPr>
              <p:spPr>
                <a:xfrm>
                  <a:off x="3639991" y="1283573"/>
                  <a:ext cx="6953" cy="163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1649" extrusionOk="0">
                      <a:moveTo>
                        <a:pt x="69" y="0"/>
                      </a:moveTo>
                      <a:cubicBezTo>
                        <a:pt x="53" y="16"/>
                        <a:pt x="53" y="33"/>
                        <a:pt x="53" y="53"/>
                      </a:cubicBezTo>
                      <a:cubicBezTo>
                        <a:pt x="37" y="85"/>
                        <a:pt x="37" y="117"/>
                        <a:pt x="37" y="154"/>
                      </a:cubicBezTo>
                      <a:cubicBezTo>
                        <a:pt x="17" y="218"/>
                        <a:pt x="17" y="336"/>
                        <a:pt x="17" y="473"/>
                      </a:cubicBezTo>
                      <a:cubicBezTo>
                        <a:pt x="17" y="538"/>
                        <a:pt x="37" y="622"/>
                        <a:pt x="37" y="691"/>
                      </a:cubicBezTo>
                      <a:lnTo>
                        <a:pt x="37" y="942"/>
                      </a:lnTo>
                      <a:cubicBezTo>
                        <a:pt x="37" y="1111"/>
                        <a:pt x="17" y="1281"/>
                        <a:pt x="17" y="1447"/>
                      </a:cubicBezTo>
                      <a:cubicBezTo>
                        <a:pt x="1" y="1515"/>
                        <a:pt x="17" y="1584"/>
                        <a:pt x="17" y="1649"/>
                      </a:cubicBezTo>
                      <a:cubicBezTo>
                        <a:pt x="17" y="1584"/>
                        <a:pt x="17" y="1515"/>
                        <a:pt x="37" y="1447"/>
                      </a:cubicBezTo>
                      <a:lnTo>
                        <a:pt x="37" y="1196"/>
                      </a:lnTo>
                      <a:cubicBezTo>
                        <a:pt x="53" y="1111"/>
                        <a:pt x="53" y="1026"/>
                        <a:pt x="53" y="942"/>
                      </a:cubicBezTo>
                      <a:cubicBezTo>
                        <a:pt x="69" y="861"/>
                        <a:pt x="69" y="776"/>
                        <a:pt x="53" y="691"/>
                      </a:cubicBezTo>
                      <a:lnTo>
                        <a:pt x="53" y="473"/>
                      </a:lnTo>
                      <a:lnTo>
                        <a:pt x="53" y="154"/>
                      </a:lnTo>
                      <a:cubicBezTo>
                        <a:pt x="53" y="117"/>
                        <a:pt x="69" y="85"/>
                        <a:pt x="69" y="53"/>
                      </a:cubicBez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0" name="Google Shape;6440;p71">
                  <a:extLst>
                    <a:ext uri="{FF2B5EF4-FFF2-40B4-BE49-F238E27FC236}">
                      <a16:creationId xmlns:a16="http://schemas.microsoft.com/office/drawing/2014/main" id="{1E7CC0E3-90F3-AEC3-3D5E-4EBA225D3C13}"/>
                    </a:ext>
                  </a:extLst>
                </p:cNvPr>
                <p:cNvSpPr/>
                <p:nvPr/>
              </p:nvSpPr>
              <p:spPr>
                <a:xfrm>
                  <a:off x="3483157" y="1231825"/>
                  <a:ext cx="4867" cy="18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835" extrusionOk="0">
                      <a:moveTo>
                        <a:pt x="16" y="0"/>
                      </a:moveTo>
                      <a:cubicBezTo>
                        <a:pt x="0" y="0"/>
                        <a:pt x="0" y="16"/>
                        <a:pt x="0" y="49"/>
                      </a:cubicBezTo>
                      <a:cubicBezTo>
                        <a:pt x="0" y="85"/>
                        <a:pt x="0" y="134"/>
                        <a:pt x="16" y="218"/>
                      </a:cubicBezTo>
                      <a:lnTo>
                        <a:pt x="16" y="352"/>
                      </a:lnTo>
                      <a:cubicBezTo>
                        <a:pt x="16" y="388"/>
                        <a:pt x="32" y="420"/>
                        <a:pt x="32" y="453"/>
                      </a:cubicBezTo>
                      <a:lnTo>
                        <a:pt x="32" y="505"/>
                      </a:lnTo>
                      <a:lnTo>
                        <a:pt x="32" y="554"/>
                      </a:lnTo>
                      <a:cubicBezTo>
                        <a:pt x="16" y="707"/>
                        <a:pt x="16" y="893"/>
                        <a:pt x="16" y="1059"/>
                      </a:cubicBezTo>
                      <a:lnTo>
                        <a:pt x="16" y="1600"/>
                      </a:lnTo>
                      <a:cubicBezTo>
                        <a:pt x="32" y="1261"/>
                        <a:pt x="49" y="857"/>
                        <a:pt x="49" y="554"/>
                      </a:cubicBezTo>
                      <a:lnTo>
                        <a:pt x="49" y="505"/>
                      </a:lnTo>
                      <a:lnTo>
                        <a:pt x="49" y="453"/>
                      </a:lnTo>
                      <a:lnTo>
                        <a:pt x="49" y="352"/>
                      </a:lnTo>
                      <a:cubicBezTo>
                        <a:pt x="49" y="303"/>
                        <a:pt x="32" y="251"/>
                        <a:pt x="32" y="218"/>
                      </a:cubicBezTo>
                      <a:cubicBezTo>
                        <a:pt x="32" y="134"/>
                        <a:pt x="16" y="85"/>
                        <a:pt x="16" y="49"/>
                      </a:cubicBezTo>
                      <a:lnTo>
                        <a:pt x="16" y="16"/>
                      </a:lnTo>
                      <a:lnTo>
                        <a:pt x="16" y="0"/>
                      </a:lnTo>
                      <a:close/>
                      <a:moveTo>
                        <a:pt x="16" y="1600"/>
                      </a:moveTo>
                      <a:cubicBezTo>
                        <a:pt x="0" y="1685"/>
                        <a:pt x="16" y="1749"/>
                        <a:pt x="16" y="1834"/>
                      </a:cubicBezTo>
                      <a:lnTo>
                        <a:pt x="16" y="16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1" name="Google Shape;6441;p71">
                  <a:extLst>
                    <a:ext uri="{FF2B5EF4-FFF2-40B4-BE49-F238E27FC236}">
                      <a16:creationId xmlns:a16="http://schemas.microsoft.com/office/drawing/2014/main" id="{D245D382-1475-68D7-7297-51797E9E7B00}"/>
                    </a:ext>
                  </a:extLst>
                </p:cNvPr>
                <p:cNvSpPr/>
                <p:nvPr/>
              </p:nvSpPr>
              <p:spPr>
                <a:xfrm>
                  <a:off x="3483157" y="1449247"/>
                  <a:ext cx="148491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5" h="405" extrusionOk="0">
                      <a:moveTo>
                        <a:pt x="0" y="1"/>
                      </a:moveTo>
                      <a:lnTo>
                        <a:pt x="0" y="17"/>
                      </a:lnTo>
                      <a:cubicBezTo>
                        <a:pt x="16" y="17"/>
                        <a:pt x="16" y="17"/>
                        <a:pt x="32" y="49"/>
                      </a:cubicBezTo>
                      <a:cubicBezTo>
                        <a:pt x="49" y="49"/>
                        <a:pt x="81" y="81"/>
                        <a:pt x="149" y="102"/>
                      </a:cubicBezTo>
                      <a:cubicBezTo>
                        <a:pt x="182" y="102"/>
                        <a:pt x="218" y="118"/>
                        <a:pt x="267" y="118"/>
                      </a:cubicBezTo>
                      <a:cubicBezTo>
                        <a:pt x="303" y="134"/>
                        <a:pt x="351" y="134"/>
                        <a:pt x="404" y="150"/>
                      </a:cubicBezTo>
                      <a:cubicBezTo>
                        <a:pt x="469" y="166"/>
                        <a:pt x="521" y="182"/>
                        <a:pt x="586" y="203"/>
                      </a:cubicBezTo>
                      <a:cubicBezTo>
                        <a:pt x="654" y="219"/>
                        <a:pt x="723" y="235"/>
                        <a:pt x="788" y="267"/>
                      </a:cubicBezTo>
                      <a:cubicBezTo>
                        <a:pt x="856" y="283"/>
                        <a:pt x="925" y="304"/>
                        <a:pt x="974" y="320"/>
                      </a:cubicBezTo>
                      <a:cubicBezTo>
                        <a:pt x="990" y="320"/>
                        <a:pt x="1010" y="336"/>
                        <a:pt x="1026" y="336"/>
                      </a:cubicBezTo>
                      <a:lnTo>
                        <a:pt x="1075" y="336"/>
                      </a:lnTo>
                      <a:cubicBezTo>
                        <a:pt x="1111" y="352"/>
                        <a:pt x="1143" y="352"/>
                        <a:pt x="1176" y="352"/>
                      </a:cubicBezTo>
                      <a:cubicBezTo>
                        <a:pt x="1143" y="336"/>
                        <a:pt x="1127" y="336"/>
                        <a:pt x="1091" y="320"/>
                      </a:cubicBezTo>
                      <a:lnTo>
                        <a:pt x="1042" y="320"/>
                      </a:lnTo>
                      <a:cubicBezTo>
                        <a:pt x="1026" y="304"/>
                        <a:pt x="1010" y="304"/>
                        <a:pt x="990" y="304"/>
                      </a:cubicBezTo>
                      <a:cubicBezTo>
                        <a:pt x="925" y="283"/>
                        <a:pt x="856" y="251"/>
                        <a:pt x="788" y="235"/>
                      </a:cubicBezTo>
                      <a:cubicBezTo>
                        <a:pt x="723" y="219"/>
                        <a:pt x="654" y="203"/>
                        <a:pt x="586" y="182"/>
                      </a:cubicBezTo>
                      <a:cubicBezTo>
                        <a:pt x="537" y="150"/>
                        <a:pt x="469" y="134"/>
                        <a:pt x="420" y="134"/>
                      </a:cubicBezTo>
                      <a:cubicBezTo>
                        <a:pt x="351" y="102"/>
                        <a:pt x="303" y="102"/>
                        <a:pt x="267" y="102"/>
                      </a:cubicBezTo>
                      <a:cubicBezTo>
                        <a:pt x="218" y="81"/>
                        <a:pt x="182" y="81"/>
                        <a:pt x="149" y="65"/>
                      </a:cubicBezTo>
                      <a:cubicBezTo>
                        <a:pt x="101" y="65"/>
                        <a:pt x="65" y="49"/>
                        <a:pt x="49" y="33"/>
                      </a:cubicBezTo>
                      <a:cubicBezTo>
                        <a:pt x="16" y="17"/>
                        <a:pt x="16" y="1"/>
                        <a:pt x="16" y="1"/>
                      </a:cubicBezTo>
                      <a:close/>
                      <a:moveTo>
                        <a:pt x="1176" y="352"/>
                      </a:moveTo>
                      <a:cubicBezTo>
                        <a:pt x="1212" y="368"/>
                        <a:pt x="1244" y="368"/>
                        <a:pt x="1277" y="368"/>
                      </a:cubicBezTo>
                      <a:cubicBezTo>
                        <a:pt x="1244" y="352"/>
                        <a:pt x="1212" y="352"/>
                        <a:pt x="1176" y="352"/>
                      </a:cubicBezTo>
                      <a:close/>
                      <a:moveTo>
                        <a:pt x="1277" y="368"/>
                      </a:moveTo>
                      <a:cubicBezTo>
                        <a:pt x="1293" y="384"/>
                        <a:pt x="1329" y="384"/>
                        <a:pt x="1361" y="384"/>
                      </a:cubicBezTo>
                      <a:cubicBezTo>
                        <a:pt x="1378" y="384"/>
                        <a:pt x="1414" y="384"/>
                        <a:pt x="1430" y="405"/>
                      </a:cubicBezTo>
                      <a:lnTo>
                        <a:pt x="1495" y="405"/>
                      </a:lnTo>
                      <a:cubicBezTo>
                        <a:pt x="1479" y="384"/>
                        <a:pt x="1446" y="384"/>
                        <a:pt x="1430" y="384"/>
                      </a:cubicBezTo>
                      <a:cubicBezTo>
                        <a:pt x="1414" y="384"/>
                        <a:pt x="1378" y="384"/>
                        <a:pt x="1361" y="36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2" name="Google Shape;6442;p71">
                  <a:extLst>
                    <a:ext uri="{FF2B5EF4-FFF2-40B4-BE49-F238E27FC236}">
                      <a16:creationId xmlns:a16="http://schemas.microsoft.com/office/drawing/2014/main" id="{17835C3B-540F-8D98-9F62-D3BABA0DD16D}"/>
                    </a:ext>
                  </a:extLst>
                </p:cNvPr>
                <p:cNvSpPr/>
                <p:nvPr/>
              </p:nvSpPr>
              <p:spPr>
                <a:xfrm>
                  <a:off x="3656877" y="1439215"/>
                  <a:ext cx="102007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" h="203" extrusionOk="0">
                      <a:moveTo>
                        <a:pt x="1026" y="1"/>
                      </a:moveTo>
                      <a:cubicBezTo>
                        <a:pt x="1010" y="1"/>
                        <a:pt x="994" y="1"/>
                        <a:pt x="958" y="17"/>
                      </a:cubicBezTo>
                      <a:cubicBezTo>
                        <a:pt x="994" y="17"/>
                        <a:pt x="1010" y="1"/>
                        <a:pt x="1026" y="1"/>
                      </a:cubicBezTo>
                      <a:close/>
                      <a:moveTo>
                        <a:pt x="958" y="17"/>
                      </a:moveTo>
                      <a:cubicBezTo>
                        <a:pt x="941" y="17"/>
                        <a:pt x="909" y="17"/>
                        <a:pt x="877" y="33"/>
                      </a:cubicBezTo>
                      <a:cubicBezTo>
                        <a:pt x="909" y="33"/>
                        <a:pt x="941" y="17"/>
                        <a:pt x="958" y="17"/>
                      </a:cubicBezTo>
                      <a:close/>
                      <a:moveTo>
                        <a:pt x="877" y="33"/>
                      </a:moveTo>
                      <a:cubicBezTo>
                        <a:pt x="840" y="33"/>
                        <a:pt x="808" y="33"/>
                        <a:pt x="756" y="49"/>
                      </a:cubicBezTo>
                      <a:cubicBezTo>
                        <a:pt x="723" y="65"/>
                        <a:pt x="691" y="65"/>
                        <a:pt x="638" y="65"/>
                      </a:cubicBezTo>
                      <a:cubicBezTo>
                        <a:pt x="606" y="82"/>
                        <a:pt x="554" y="82"/>
                        <a:pt x="521" y="82"/>
                      </a:cubicBezTo>
                      <a:cubicBezTo>
                        <a:pt x="473" y="102"/>
                        <a:pt x="420" y="102"/>
                        <a:pt x="388" y="102"/>
                      </a:cubicBezTo>
                      <a:cubicBezTo>
                        <a:pt x="352" y="102"/>
                        <a:pt x="303" y="102"/>
                        <a:pt x="271" y="118"/>
                      </a:cubicBezTo>
                      <a:cubicBezTo>
                        <a:pt x="202" y="118"/>
                        <a:pt x="150" y="134"/>
                        <a:pt x="101" y="134"/>
                      </a:cubicBezTo>
                      <a:cubicBezTo>
                        <a:pt x="69" y="150"/>
                        <a:pt x="49" y="166"/>
                        <a:pt x="33" y="166"/>
                      </a:cubicBezTo>
                      <a:cubicBezTo>
                        <a:pt x="16" y="166"/>
                        <a:pt x="16" y="182"/>
                        <a:pt x="16" y="182"/>
                      </a:cubicBezTo>
                      <a:lnTo>
                        <a:pt x="0" y="182"/>
                      </a:lnTo>
                      <a:lnTo>
                        <a:pt x="16" y="203"/>
                      </a:lnTo>
                      <a:cubicBezTo>
                        <a:pt x="33" y="203"/>
                        <a:pt x="33" y="203"/>
                        <a:pt x="33" y="182"/>
                      </a:cubicBezTo>
                      <a:lnTo>
                        <a:pt x="117" y="182"/>
                      </a:lnTo>
                      <a:cubicBezTo>
                        <a:pt x="150" y="166"/>
                        <a:pt x="202" y="166"/>
                        <a:pt x="271" y="150"/>
                      </a:cubicBezTo>
                      <a:cubicBezTo>
                        <a:pt x="319" y="150"/>
                        <a:pt x="352" y="150"/>
                        <a:pt x="388" y="134"/>
                      </a:cubicBezTo>
                      <a:lnTo>
                        <a:pt x="521" y="134"/>
                      </a:lnTo>
                      <a:cubicBezTo>
                        <a:pt x="554" y="118"/>
                        <a:pt x="606" y="118"/>
                        <a:pt x="655" y="102"/>
                      </a:cubicBezTo>
                      <a:cubicBezTo>
                        <a:pt x="691" y="102"/>
                        <a:pt x="723" y="82"/>
                        <a:pt x="776" y="65"/>
                      </a:cubicBezTo>
                      <a:cubicBezTo>
                        <a:pt x="808" y="65"/>
                        <a:pt x="840" y="49"/>
                        <a:pt x="877" y="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3" name="Google Shape;6443;p71">
                  <a:extLst>
                    <a:ext uri="{FF2B5EF4-FFF2-40B4-BE49-F238E27FC236}">
                      <a16:creationId xmlns:a16="http://schemas.microsoft.com/office/drawing/2014/main" id="{040C8D79-C4EC-1C1D-A3A3-91D90B87E5A9}"/>
                    </a:ext>
                  </a:extLst>
                </p:cNvPr>
                <p:cNvSpPr/>
                <p:nvPr/>
              </p:nvSpPr>
              <p:spPr>
                <a:xfrm>
                  <a:off x="3818975" y="1429183"/>
                  <a:ext cx="5264" cy="70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708" extrusionOk="0">
                      <a:moveTo>
                        <a:pt x="16" y="1"/>
                      </a:moveTo>
                      <a:lnTo>
                        <a:pt x="16" y="17"/>
                      </a:lnTo>
                      <a:cubicBezTo>
                        <a:pt x="0" y="33"/>
                        <a:pt x="0" y="49"/>
                        <a:pt x="0" y="65"/>
                      </a:cubicBezTo>
                      <a:lnTo>
                        <a:pt x="0" y="183"/>
                      </a:lnTo>
                      <a:lnTo>
                        <a:pt x="0" y="251"/>
                      </a:lnTo>
                      <a:lnTo>
                        <a:pt x="0" y="336"/>
                      </a:lnTo>
                      <a:cubicBezTo>
                        <a:pt x="0" y="368"/>
                        <a:pt x="0" y="405"/>
                        <a:pt x="16" y="437"/>
                      </a:cubicBezTo>
                      <a:lnTo>
                        <a:pt x="16" y="522"/>
                      </a:lnTo>
                      <a:lnTo>
                        <a:pt x="16" y="708"/>
                      </a:lnTo>
                      <a:cubicBezTo>
                        <a:pt x="16" y="708"/>
                        <a:pt x="16" y="623"/>
                        <a:pt x="33" y="522"/>
                      </a:cubicBezTo>
                      <a:lnTo>
                        <a:pt x="33" y="437"/>
                      </a:lnTo>
                      <a:lnTo>
                        <a:pt x="33" y="336"/>
                      </a:lnTo>
                      <a:lnTo>
                        <a:pt x="33" y="251"/>
                      </a:lnTo>
                      <a:cubicBezTo>
                        <a:pt x="53" y="235"/>
                        <a:pt x="53" y="203"/>
                        <a:pt x="53" y="183"/>
                      </a:cubicBezTo>
                      <a:cubicBezTo>
                        <a:pt x="33" y="134"/>
                        <a:pt x="33" y="102"/>
                        <a:pt x="33" y="65"/>
                      </a:cubicBezTo>
                      <a:lnTo>
                        <a:pt x="33" y="1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4" name="Google Shape;6444;p71">
                  <a:extLst>
                    <a:ext uri="{FF2B5EF4-FFF2-40B4-BE49-F238E27FC236}">
                      <a16:creationId xmlns:a16="http://schemas.microsoft.com/office/drawing/2014/main" id="{0B4EC81D-44E9-66A3-8900-4A27F9606729}"/>
                    </a:ext>
                  </a:extLst>
                </p:cNvPr>
                <p:cNvSpPr/>
                <p:nvPr/>
              </p:nvSpPr>
              <p:spPr>
                <a:xfrm>
                  <a:off x="3820564" y="1427197"/>
                  <a:ext cx="83930" cy="25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256" extrusionOk="0">
                      <a:moveTo>
                        <a:pt x="0" y="1"/>
                      </a:moveTo>
                      <a:lnTo>
                        <a:pt x="0" y="21"/>
                      </a:lnTo>
                      <a:lnTo>
                        <a:pt x="17" y="21"/>
                      </a:lnTo>
                      <a:cubicBezTo>
                        <a:pt x="37" y="37"/>
                        <a:pt x="53" y="37"/>
                        <a:pt x="85" y="53"/>
                      </a:cubicBezTo>
                      <a:cubicBezTo>
                        <a:pt x="118" y="69"/>
                        <a:pt x="154" y="69"/>
                        <a:pt x="219" y="85"/>
                      </a:cubicBezTo>
                      <a:cubicBezTo>
                        <a:pt x="255" y="102"/>
                        <a:pt x="287" y="102"/>
                        <a:pt x="320" y="122"/>
                      </a:cubicBezTo>
                      <a:cubicBezTo>
                        <a:pt x="340" y="122"/>
                        <a:pt x="372" y="138"/>
                        <a:pt x="421" y="138"/>
                      </a:cubicBezTo>
                      <a:cubicBezTo>
                        <a:pt x="457" y="154"/>
                        <a:pt x="489" y="154"/>
                        <a:pt x="522" y="170"/>
                      </a:cubicBezTo>
                      <a:cubicBezTo>
                        <a:pt x="558" y="170"/>
                        <a:pt x="590" y="186"/>
                        <a:pt x="622" y="203"/>
                      </a:cubicBezTo>
                      <a:cubicBezTo>
                        <a:pt x="675" y="223"/>
                        <a:pt x="744" y="223"/>
                        <a:pt x="776" y="239"/>
                      </a:cubicBezTo>
                      <a:cubicBezTo>
                        <a:pt x="744" y="223"/>
                        <a:pt x="691" y="203"/>
                        <a:pt x="622" y="170"/>
                      </a:cubicBezTo>
                      <a:cubicBezTo>
                        <a:pt x="590" y="170"/>
                        <a:pt x="558" y="154"/>
                        <a:pt x="522" y="138"/>
                      </a:cubicBezTo>
                      <a:cubicBezTo>
                        <a:pt x="489" y="138"/>
                        <a:pt x="457" y="122"/>
                        <a:pt x="421" y="102"/>
                      </a:cubicBezTo>
                      <a:cubicBezTo>
                        <a:pt x="388" y="102"/>
                        <a:pt x="356" y="85"/>
                        <a:pt x="320" y="69"/>
                      </a:cubicBezTo>
                      <a:cubicBezTo>
                        <a:pt x="287" y="69"/>
                        <a:pt x="255" y="53"/>
                        <a:pt x="239" y="53"/>
                      </a:cubicBezTo>
                      <a:cubicBezTo>
                        <a:pt x="170" y="37"/>
                        <a:pt x="138" y="21"/>
                        <a:pt x="101" y="21"/>
                      </a:cubicBezTo>
                      <a:cubicBezTo>
                        <a:pt x="69" y="1"/>
                        <a:pt x="53" y="1"/>
                        <a:pt x="37" y="1"/>
                      </a:cubicBezTo>
                      <a:close/>
                      <a:moveTo>
                        <a:pt x="776" y="239"/>
                      </a:moveTo>
                      <a:lnTo>
                        <a:pt x="776" y="239"/>
                      </a:lnTo>
                      <a:cubicBezTo>
                        <a:pt x="808" y="255"/>
                        <a:pt x="845" y="255"/>
                        <a:pt x="845" y="255"/>
                      </a:cubicBezTo>
                      <a:cubicBezTo>
                        <a:pt x="845" y="255"/>
                        <a:pt x="824" y="255"/>
                        <a:pt x="776" y="23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5" name="Google Shape;6445;p71">
                  <a:extLst>
                    <a:ext uri="{FF2B5EF4-FFF2-40B4-BE49-F238E27FC236}">
                      <a16:creationId xmlns:a16="http://schemas.microsoft.com/office/drawing/2014/main" id="{2AA2C561-7943-95AD-BB84-94F8941998AF}"/>
                    </a:ext>
                  </a:extLst>
                </p:cNvPr>
                <p:cNvSpPr/>
                <p:nvPr/>
              </p:nvSpPr>
              <p:spPr>
                <a:xfrm>
                  <a:off x="3656877" y="1452525"/>
                  <a:ext cx="112039" cy="16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" h="170" extrusionOk="0">
                      <a:moveTo>
                        <a:pt x="1010" y="0"/>
                      </a:moveTo>
                      <a:cubicBezTo>
                        <a:pt x="978" y="0"/>
                        <a:pt x="941" y="0"/>
                        <a:pt x="893" y="16"/>
                      </a:cubicBezTo>
                      <a:cubicBezTo>
                        <a:pt x="840" y="16"/>
                        <a:pt x="792" y="16"/>
                        <a:pt x="739" y="32"/>
                      </a:cubicBezTo>
                      <a:cubicBezTo>
                        <a:pt x="707" y="32"/>
                        <a:pt x="655" y="48"/>
                        <a:pt x="606" y="48"/>
                      </a:cubicBezTo>
                      <a:cubicBezTo>
                        <a:pt x="574" y="48"/>
                        <a:pt x="554" y="69"/>
                        <a:pt x="521" y="69"/>
                      </a:cubicBezTo>
                      <a:lnTo>
                        <a:pt x="453" y="69"/>
                      </a:lnTo>
                      <a:cubicBezTo>
                        <a:pt x="404" y="85"/>
                        <a:pt x="372" y="85"/>
                        <a:pt x="319" y="85"/>
                      </a:cubicBezTo>
                      <a:cubicBezTo>
                        <a:pt x="235" y="101"/>
                        <a:pt x="186" y="101"/>
                        <a:pt x="134" y="117"/>
                      </a:cubicBezTo>
                      <a:cubicBezTo>
                        <a:pt x="117" y="117"/>
                        <a:pt x="101" y="117"/>
                        <a:pt x="85" y="133"/>
                      </a:cubicBezTo>
                      <a:lnTo>
                        <a:pt x="49" y="133"/>
                      </a:lnTo>
                      <a:cubicBezTo>
                        <a:pt x="0" y="149"/>
                        <a:pt x="16" y="149"/>
                        <a:pt x="16" y="149"/>
                      </a:cubicBezTo>
                      <a:cubicBezTo>
                        <a:pt x="16" y="170"/>
                        <a:pt x="16" y="170"/>
                        <a:pt x="49" y="170"/>
                      </a:cubicBezTo>
                      <a:cubicBezTo>
                        <a:pt x="49" y="149"/>
                        <a:pt x="69" y="149"/>
                        <a:pt x="85" y="149"/>
                      </a:cubicBezTo>
                      <a:lnTo>
                        <a:pt x="134" y="149"/>
                      </a:lnTo>
                      <a:cubicBezTo>
                        <a:pt x="186" y="133"/>
                        <a:pt x="235" y="133"/>
                        <a:pt x="319" y="117"/>
                      </a:cubicBezTo>
                      <a:cubicBezTo>
                        <a:pt x="372" y="117"/>
                        <a:pt x="420" y="117"/>
                        <a:pt x="453" y="101"/>
                      </a:cubicBezTo>
                      <a:lnTo>
                        <a:pt x="537" y="101"/>
                      </a:lnTo>
                      <a:cubicBezTo>
                        <a:pt x="554" y="101"/>
                        <a:pt x="574" y="85"/>
                        <a:pt x="606" y="85"/>
                      </a:cubicBezTo>
                      <a:cubicBezTo>
                        <a:pt x="655" y="69"/>
                        <a:pt x="707" y="69"/>
                        <a:pt x="756" y="48"/>
                      </a:cubicBezTo>
                      <a:cubicBezTo>
                        <a:pt x="808" y="48"/>
                        <a:pt x="840" y="32"/>
                        <a:pt x="893" y="32"/>
                      </a:cubicBezTo>
                      <a:cubicBezTo>
                        <a:pt x="941" y="16"/>
                        <a:pt x="978" y="16"/>
                        <a:pt x="1010" y="16"/>
                      </a:cubicBezTo>
                      <a:cubicBezTo>
                        <a:pt x="1059" y="0"/>
                        <a:pt x="1095" y="0"/>
                        <a:pt x="11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6" name="Google Shape;6446;p71">
                  <a:extLst>
                    <a:ext uri="{FF2B5EF4-FFF2-40B4-BE49-F238E27FC236}">
                      <a16:creationId xmlns:a16="http://schemas.microsoft.com/office/drawing/2014/main" id="{7493F644-AE68-B742-953B-8BB1694787AB}"/>
                    </a:ext>
                  </a:extLst>
                </p:cNvPr>
                <p:cNvSpPr/>
                <p:nvPr/>
              </p:nvSpPr>
              <p:spPr>
                <a:xfrm>
                  <a:off x="3656877" y="1467324"/>
                  <a:ext cx="83532" cy="13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1" h="138" extrusionOk="0">
                      <a:moveTo>
                        <a:pt x="776" y="0"/>
                      </a:moveTo>
                      <a:cubicBezTo>
                        <a:pt x="739" y="0"/>
                        <a:pt x="707" y="21"/>
                        <a:pt x="675" y="21"/>
                      </a:cubicBezTo>
                      <a:cubicBezTo>
                        <a:pt x="638" y="21"/>
                        <a:pt x="606" y="21"/>
                        <a:pt x="574" y="37"/>
                      </a:cubicBezTo>
                      <a:cubicBezTo>
                        <a:pt x="521" y="37"/>
                        <a:pt x="489" y="37"/>
                        <a:pt x="453" y="53"/>
                      </a:cubicBezTo>
                      <a:lnTo>
                        <a:pt x="335" y="53"/>
                      </a:lnTo>
                      <a:cubicBezTo>
                        <a:pt x="319" y="69"/>
                        <a:pt x="303" y="69"/>
                        <a:pt x="287" y="69"/>
                      </a:cubicBezTo>
                      <a:lnTo>
                        <a:pt x="235" y="69"/>
                      </a:lnTo>
                      <a:cubicBezTo>
                        <a:pt x="170" y="85"/>
                        <a:pt x="134" y="101"/>
                        <a:pt x="101" y="122"/>
                      </a:cubicBezTo>
                      <a:lnTo>
                        <a:pt x="33" y="122"/>
                      </a:lnTo>
                      <a:cubicBezTo>
                        <a:pt x="0" y="122"/>
                        <a:pt x="0" y="122"/>
                        <a:pt x="0" y="138"/>
                      </a:cubicBezTo>
                      <a:lnTo>
                        <a:pt x="101" y="138"/>
                      </a:lnTo>
                      <a:cubicBezTo>
                        <a:pt x="134" y="138"/>
                        <a:pt x="186" y="122"/>
                        <a:pt x="251" y="101"/>
                      </a:cubicBezTo>
                      <a:lnTo>
                        <a:pt x="287" y="101"/>
                      </a:lnTo>
                      <a:cubicBezTo>
                        <a:pt x="303" y="101"/>
                        <a:pt x="319" y="85"/>
                        <a:pt x="335" y="85"/>
                      </a:cubicBezTo>
                      <a:cubicBezTo>
                        <a:pt x="388" y="85"/>
                        <a:pt x="420" y="85"/>
                        <a:pt x="453" y="69"/>
                      </a:cubicBezTo>
                      <a:cubicBezTo>
                        <a:pt x="489" y="69"/>
                        <a:pt x="537" y="53"/>
                        <a:pt x="574" y="53"/>
                      </a:cubicBezTo>
                      <a:cubicBezTo>
                        <a:pt x="606" y="37"/>
                        <a:pt x="638" y="37"/>
                        <a:pt x="675" y="37"/>
                      </a:cubicBezTo>
                      <a:cubicBezTo>
                        <a:pt x="707" y="37"/>
                        <a:pt x="739" y="21"/>
                        <a:pt x="776" y="21"/>
                      </a:cubicBezTo>
                      <a:cubicBezTo>
                        <a:pt x="808" y="21"/>
                        <a:pt x="824" y="21"/>
                        <a:pt x="8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7" name="Google Shape;6447;p71">
                  <a:extLst>
                    <a:ext uri="{FF2B5EF4-FFF2-40B4-BE49-F238E27FC236}">
                      <a16:creationId xmlns:a16="http://schemas.microsoft.com/office/drawing/2014/main" id="{B833DA45-D75B-0CA9-7ED3-F90090D58496}"/>
                    </a:ext>
                  </a:extLst>
                </p:cNvPr>
                <p:cNvSpPr/>
                <p:nvPr/>
              </p:nvSpPr>
              <p:spPr>
                <a:xfrm>
                  <a:off x="3656877" y="1485799"/>
                  <a:ext cx="50258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86" extrusionOk="0">
                      <a:moveTo>
                        <a:pt x="473" y="0"/>
                      </a:moveTo>
                      <a:cubicBezTo>
                        <a:pt x="436" y="16"/>
                        <a:pt x="404" y="16"/>
                        <a:pt x="372" y="16"/>
                      </a:cubicBezTo>
                      <a:cubicBezTo>
                        <a:pt x="303" y="37"/>
                        <a:pt x="202" y="37"/>
                        <a:pt x="134" y="53"/>
                      </a:cubicBezTo>
                      <a:lnTo>
                        <a:pt x="49" y="53"/>
                      </a:lnTo>
                      <a:cubicBezTo>
                        <a:pt x="33" y="69"/>
                        <a:pt x="33" y="69"/>
                        <a:pt x="16" y="69"/>
                      </a:cubicBezTo>
                      <a:lnTo>
                        <a:pt x="0" y="69"/>
                      </a:lnTo>
                      <a:cubicBezTo>
                        <a:pt x="0" y="69"/>
                        <a:pt x="0" y="85"/>
                        <a:pt x="16" y="85"/>
                      </a:cubicBezTo>
                      <a:lnTo>
                        <a:pt x="134" y="85"/>
                      </a:lnTo>
                      <a:cubicBezTo>
                        <a:pt x="150" y="85"/>
                        <a:pt x="170" y="85"/>
                        <a:pt x="202" y="69"/>
                      </a:cubicBezTo>
                      <a:lnTo>
                        <a:pt x="251" y="69"/>
                      </a:lnTo>
                      <a:cubicBezTo>
                        <a:pt x="303" y="53"/>
                        <a:pt x="335" y="53"/>
                        <a:pt x="372" y="37"/>
                      </a:cubicBezTo>
                      <a:cubicBezTo>
                        <a:pt x="404" y="37"/>
                        <a:pt x="436" y="16"/>
                        <a:pt x="473" y="16"/>
                      </a:cubicBezTo>
                      <a:cubicBezTo>
                        <a:pt x="489" y="0"/>
                        <a:pt x="505" y="0"/>
                        <a:pt x="50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8" name="Google Shape;6448;p71">
                  <a:extLst>
                    <a:ext uri="{FF2B5EF4-FFF2-40B4-BE49-F238E27FC236}">
                      <a16:creationId xmlns:a16="http://schemas.microsoft.com/office/drawing/2014/main" id="{1A9B2972-05CA-39DA-BABA-89A4DCAC1555}"/>
                    </a:ext>
                  </a:extLst>
                </p:cNvPr>
                <p:cNvSpPr/>
                <p:nvPr/>
              </p:nvSpPr>
              <p:spPr>
                <a:xfrm>
                  <a:off x="3658466" y="1502585"/>
                  <a:ext cx="28606" cy="4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46" extrusionOk="0">
                      <a:moveTo>
                        <a:pt x="69" y="1"/>
                      </a:moveTo>
                      <a:cubicBezTo>
                        <a:pt x="33" y="17"/>
                        <a:pt x="17" y="17"/>
                        <a:pt x="0" y="17"/>
                      </a:cubicBezTo>
                      <a:lnTo>
                        <a:pt x="0" y="33"/>
                      </a:lnTo>
                      <a:cubicBezTo>
                        <a:pt x="8" y="41"/>
                        <a:pt x="17" y="45"/>
                        <a:pt x="29" y="45"/>
                      </a:cubicBezTo>
                      <a:cubicBezTo>
                        <a:pt x="42" y="45"/>
                        <a:pt x="59" y="41"/>
                        <a:pt x="85" y="33"/>
                      </a:cubicBezTo>
                      <a:cubicBezTo>
                        <a:pt x="118" y="33"/>
                        <a:pt x="186" y="17"/>
                        <a:pt x="235" y="17"/>
                      </a:cubicBezTo>
                      <a:cubicBezTo>
                        <a:pt x="255" y="1"/>
                        <a:pt x="271" y="1"/>
                        <a:pt x="2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49" name="Google Shape;6449;p71">
                  <a:extLst>
                    <a:ext uri="{FF2B5EF4-FFF2-40B4-BE49-F238E27FC236}">
                      <a16:creationId xmlns:a16="http://schemas.microsoft.com/office/drawing/2014/main" id="{88136776-0932-B86E-77B3-41F4100CA163}"/>
                    </a:ext>
                  </a:extLst>
                </p:cNvPr>
                <p:cNvSpPr/>
                <p:nvPr/>
              </p:nvSpPr>
              <p:spPr>
                <a:xfrm>
                  <a:off x="3658466" y="1514305"/>
                  <a:ext cx="18574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33" extrusionOk="0">
                      <a:moveTo>
                        <a:pt x="69" y="0"/>
                      </a:moveTo>
                      <a:cubicBezTo>
                        <a:pt x="53" y="16"/>
                        <a:pt x="33" y="16"/>
                        <a:pt x="33" y="16"/>
                      </a:cubicBezTo>
                      <a:lnTo>
                        <a:pt x="17" y="16"/>
                      </a:lnTo>
                      <a:cubicBezTo>
                        <a:pt x="0" y="16"/>
                        <a:pt x="0" y="32"/>
                        <a:pt x="0" y="32"/>
                      </a:cubicBezTo>
                      <a:lnTo>
                        <a:pt x="69" y="32"/>
                      </a:lnTo>
                      <a:cubicBezTo>
                        <a:pt x="85" y="32"/>
                        <a:pt x="118" y="32"/>
                        <a:pt x="134" y="16"/>
                      </a:cubicBezTo>
                      <a:cubicBezTo>
                        <a:pt x="154" y="16"/>
                        <a:pt x="170" y="16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0" name="Google Shape;6450;p71">
                  <a:extLst>
                    <a:ext uri="{FF2B5EF4-FFF2-40B4-BE49-F238E27FC236}">
                      <a16:creationId xmlns:a16="http://schemas.microsoft.com/office/drawing/2014/main" id="{7EE3C672-A8E8-ACCF-EDB4-E0E68C7EDFA2}"/>
                    </a:ext>
                  </a:extLst>
                </p:cNvPr>
                <p:cNvSpPr/>
                <p:nvPr/>
              </p:nvSpPr>
              <p:spPr>
                <a:xfrm>
                  <a:off x="3658466" y="1531091"/>
                  <a:ext cx="20163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34" extrusionOk="0">
                      <a:moveTo>
                        <a:pt x="53" y="1"/>
                      </a:moveTo>
                      <a:cubicBezTo>
                        <a:pt x="33" y="17"/>
                        <a:pt x="33" y="17"/>
                        <a:pt x="17" y="17"/>
                      </a:cubicBez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101" y="33"/>
                      </a:lnTo>
                      <a:cubicBezTo>
                        <a:pt x="118" y="33"/>
                        <a:pt x="134" y="17"/>
                        <a:pt x="154" y="17"/>
                      </a:cubicBezTo>
                      <a:cubicBezTo>
                        <a:pt x="186" y="1"/>
                        <a:pt x="202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1" name="Google Shape;6451;p71">
                  <a:extLst>
                    <a:ext uri="{FF2B5EF4-FFF2-40B4-BE49-F238E27FC236}">
                      <a16:creationId xmlns:a16="http://schemas.microsoft.com/office/drawing/2014/main" id="{CA3670C8-A749-02CC-BC9E-A3750EF7B2CE}"/>
                    </a:ext>
                  </a:extLst>
                </p:cNvPr>
                <p:cNvSpPr/>
                <p:nvPr/>
              </p:nvSpPr>
              <p:spPr>
                <a:xfrm>
                  <a:off x="3660055" y="1544400"/>
                  <a:ext cx="854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" extrusionOk="0">
                      <a:moveTo>
                        <a:pt x="17" y="0"/>
                      </a:moveTo>
                      <a:lnTo>
                        <a:pt x="1" y="16"/>
                      </a:lnTo>
                      <a:cubicBezTo>
                        <a:pt x="1" y="32"/>
                        <a:pt x="1" y="32"/>
                        <a:pt x="17" y="32"/>
                      </a:cubicBezTo>
                      <a:cubicBezTo>
                        <a:pt x="37" y="32"/>
                        <a:pt x="69" y="32"/>
                        <a:pt x="85" y="16"/>
                      </a:cubicBezTo>
                      <a:cubicBezTo>
                        <a:pt x="69" y="0"/>
                        <a:pt x="37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2" name="Google Shape;6452;p71">
                  <a:extLst>
                    <a:ext uri="{FF2B5EF4-FFF2-40B4-BE49-F238E27FC236}">
                      <a16:creationId xmlns:a16="http://schemas.microsoft.com/office/drawing/2014/main" id="{EB420E6D-D063-ABBC-E792-EB5584CBE886}"/>
                    </a:ext>
                  </a:extLst>
                </p:cNvPr>
                <p:cNvSpPr/>
                <p:nvPr/>
              </p:nvSpPr>
              <p:spPr>
                <a:xfrm>
                  <a:off x="3658466" y="1557611"/>
                  <a:ext cx="5264" cy="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21" extrusionOk="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33" y="2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3" name="Google Shape;6453;p71">
                  <a:extLst>
                    <a:ext uri="{FF2B5EF4-FFF2-40B4-BE49-F238E27FC236}">
                      <a16:creationId xmlns:a16="http://schemas.microsoft.com/office/drawing/2014/main" id="{4749BE54-0A3D-A2D3-4E37-74A6507CA325}"/>
                    </a:ext>
                  </a:extLst>
                </p:cNvPr>
                <p:cNvSpPr/>
                <p:nvPr/>
              </p:nvSpPr>
              <p:spPr>
                <a:xfrm>
                  <a:off x="3792058" y="1447261"/>
                  <a:ext cx="8542" cy="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21" extrusionOk="0">
                      <a:moveTo>
                        <a:pt x="53" y="1"/>
                      </a:moveTo>
                      <a:cubicBezTo>
                        <a:pt x="53" y="1"/>
                        <a:pt x="21" y="1"/>
                        <a:pt x="1" y="21"/>
                      </a:cubicBezTo>
                      <a:lnTo>
                        <a:pt x="69" y="21"/>
                      </a:lnTo>
                      <a:cubicBezTo>
                        <a:pt x="85" y="21"/>
                        <a:pt x="85" y="2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4" name="Google Shape;6454;p71">
                  <a:extLst>
                    <a:ext uri="{FF2B5EF4-FFF2-40B4-BE49-F238E27FC236}">
                      <a16:creationId xmlns:a16="http://schemas.microsoft.com/office/drawing/2014/main" id="{7A046F0C-2D88-6580-E663-0BCF4E5D0B32}"/>
                    </a:ext>
                  </a:extLst>
                </p:cNvPr>
                <p:cNvSpPr/>
                <p:nvPr/>
              </p:nvSpPr>
              <p:spPr>
                <a:xfrm>
                  <a:off x="3751931" y="1464146"/>
                  <a:ext cx="23739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53" extrusionOk="0">
                      <a:moveTo>
                        <a:pt x="239" y="0"/>
                      </a:moveTo>
                      <a:cubicBezTo>
                        <a:pt x="223" y="0"/>
                        <a:pt x="203" y="0"/>
                        <a:pt x="186" y="16"/>
                      </a:cubicBezTo>
                      <a:lnTo>
                        <a:pt x="122" y="16"/>
                      </a:lnTo>
                      <a:cubicBezTo>
                        <a:pt x="102" y="16"/>
                        <a:pt x="85" y="32"/>
                        <a:pt x="69" y="32"/>
                      </a:cubicBezTo>
                      <a:lnTo>
                        <a:pt x="186" y="32"/>
                      </a:lnTo>
                      <a:cubicBezTo>
                        <a:pt x="203" y="16"/>
                        <a:pt x="203" y="16"/>
                        <a:pt x="223" y="16"/>
                      </a:cubicBezTo>
                      <a:lnTo>
                        <a:pt x="239" y="16"/>
                      </a:lnTo>
                      <a:lnTo>
                        <a:pt x="239" y="0"/>
                      </a:lnTo>
                      <a:close/>
                      <a:moveTo>
                        <a:pt x="69" y="32"/>
                      </a:moveTo>
                      <a:cubicBezTo>
                        <a:pt x="37" y="32"/>
                        <a:pt x="1" y="53"/>
                        <a:pt x="1" y="53"/>
                      </a:cubicBezTo>
                      <a:cubicBezTo>
                        <a:pt x="1" y="53"/>
                        <a:pt x="37" y="53"/>
                        <a:pt x="69" y="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5" name="Google Shape;6455;p71">
                  <a:extLst>
                    <a:ext uri="{FF2B5EF4-FFF2-40B4-BE49-F238E27FC236}">
                      <a16:creationId xmlns:a16="http://schemas.microsoft.com/office/drawing/2014/main" id="{51ABA4D6-289B-CD75-211A-558D760F9983}"/>
                    </a:ext>
                  </a:extLst>
                </p:cNvPr>
                <p:cNvSpPr/>
                <p:nvPr/>
              </p:nvSpPr>
              <p:spPr>
                <a:xfrm>
                  <a:off x="3707036" y="1484210"/>
                  <a:ext cx="21752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" h="33" extrusionOk="0">
                      <a:moveTo>
                        <a:pt x="150" y="0"/>
                      </a:moveTo>
                      <a:cubicBezTo>
                        <a:pt x="150" y="0"/>
                        <a:pt x="133" y="0"/>
                        <a:pt x="101" y="16"/>
                      </a:cubicBezTo>
                      <a:lnTo>
                        <a:pt x="69" y="16"/>
                      </a:lnTo>
                      <a:cubicBezTo>
                        <a:pt x="32" y="32"/>
                        <a:pt x="0" y="32"/>
                        <a:pt x="0" y="32"/>
                      </a:cubicBezTo>
                      <a:lnTo>
                        <a:pt x="69" y="32"/>
                      </a:lnTo>
                      <a:cubicBezTo>
                        <a:pt x="85" y="32"/>
                        <a:pt x="101" y="32"/>
                        <a:pt x="117" y="16"/>
                      </a:cubicBezTo>
                      <a:lnTo>
                        <a:pt x="150" y="16"/>
                      </a:lnTo>
                      <a:cubicBezTo>
                        <a:pt x="218" y="16"/>
                        <a:pt x="218" y="16"/>
                        <a:pt x="2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6" name="Google Shape;6456;p71">
                  <a:extLst>
                    <a:ext uri="{FF2B5EF4-FFF2-40B4-BE49-F238E27FC236}">
                      <a16:creationId xmlns:a16="http://schemas.microsoft.com/office/drawing/2014/main" id="{CFBEE824-3239-1CFA-F64A-151D233884CA}"/>
                    </a:ext>
                  </a:extLst>
                </p:cNvPr>
                <p:cNvSpPr/>
                <p:nvPr/>
              </p:nvSpPr>
              <p:spPr>
                <a:xfrm>
                  <a:off x="3693726" y="1497420"/>
                  <a:ext cx="20163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53" extrusionOk="0">
                      <a:moveTo>
                        <a:pt x="150" y="0"/>
                      </a:moveTo>
                      <a:cubicBezTo>
                        <a:pt x="134" y="0"/>
                        <a:pt x="118" y="21"/>
                        <a:pt x="102" y="21"/>
                      </a:cubicBezTo>
                      <a:cubicBezTo>
                        <a:pt x="82" y="21"/>
                        <a:pt x="65" y="21"/>
                        <a:pt x="49" y="37"/>
                      </a:cubicBezTo>
                      <a:lnTo>
                        <a:pt x="150" y="37"/>
                      </a:lnTo>
                      <a:cubicBezTo>
                        <a:pt x="166" y="21"/>
                        <a:pt x="183" y="21"/>
                        <a:pt x="183" y="21"/>
                      </a:cubicBezTo>
                      <a:lnTo>
                        <a:pt x="203" y="21"/>
                      </a:lnTo>
                      <a:cubicBezTo>
                        <a:pt x="203" y="21"/>
                        <a:pt x="203" y="0"/>
                        <a:pt x="183" y="0"/>
                      </a:cubicBezTo>
                      <a:close/>
                      <a:moveTo>
                        <a:pt x="49" y="37"/>
                      </a:moveTo>
                      <a:cubicBezTo>
                        <a:pt x="17" y="37"/>
                        <a:pt x="1" y="53"/>
                        <a:pt x="1" y="53"/>
                      </a:cubicBezTo>
                      <a:cubicBezTo>
                        <a:pt x="1" y="53"/>
                        <a:pt x="17" y="53"/>
                        <a:pt x="49" y="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7" name="Google Shape;6457;p71">
                  <a:extLst>
                    <a:ext uri="{FF2B5EF4-FFF2-40B4-BE49-F238E27FC236}">
                      <a16:creationId xmlns:a16="http://schemas.microsoft.com/office/drawing/2014/main" id="{C1B4501A-F23D-0071-A41E-E35BF0BA9BD7}"/>
                    </a:ext>
                  </a:extLst>
                </p:cNvPr>
                <p:cNvSpPr/>
                <p:nvPr/>
              </p:nvSpPr>
              <p:spPr>
                <a:xfrm>
                  <a:off x="3685383" y="1514305"/>
                  <a:ext cx="8443" cy="1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17" extrusionOk="0">
                      <a:moveTo>
                        <a:pt x="32" y="0"/>
                      </a:moveTo>
                      <a:cubicBezTo>
                        <a:pt x="16" y="16"/>
                        <a:pt x="0" y="16"/>
                        <a:pt x="0" y="16"/>
                      </a:cubicBezTo>
                      <a:lnTo>
                        <a:pt x="65" y="16"/>
                      </a:lnTo>
                      <a:cubicBezTo>
                        <a:pt x="85" y="16"/>
                        <a:pt x="85" y="16"/>
                        <a:pt x="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8" name="Google Shape;6458;p71">
                  <a:extLst>
                    <a:ext uri="{FF2B5EF4-FFF2-40B4-BE49-F238E27FC236}">
                      <a16:creationId xmlns:a16="http://schemas.microsoft.com/office/drawing/2014/main" id="{5EE30E2C-C701-BB48-2C54-27A0141B707D}"/>
                    </a:ext>
                  </a:extLst>
                </p:cNvPr>
                <p:cNvSpPr/>
                <p:nvPr/>
              </p:nvSpPr>
              <p:spPr>
                <a:xfrm>
                  <a:off x="3681708" y="1529502"/>
                  <a:ext cx="6953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33" extrusionOk="0">
                      <a:moveTo>
                        <a:pt x="37" y="1"/>
                      </a:moveTo>
                      <a:cubicBezTo>
                        <a:pt x="21" y="1"/>
                        <a:pt x="21" y="17"/>
                        <a:pt x="21" y="17"/>
                      </a:cubicBezTo>
                      <a:lnTo>
                        <a:pt x="53" y="17"/>
                      </a:lnTo>
                      <a:cubicBezTo>
                        <a:pt x="69" y="17"/>
                        <a:pt x="69" y="17"/>
                        <a:pt x="69" y="1"/>
                      </a:cubicBezTo>
                      <a:close/>
                      <a:moveTo>
                        <a:pt x="21" y="17"/>
                      </a:moveTo>
                      <a:cubicBezTo>
                        <a:pt x="1" y="17"/>
                        <a:pt x="1" y="33"/>
                        <a:pt x="1" y="33"/>
                      </a:cubicBezTo>
                      <a:lnTo>
                        <a:pt x="21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59" name="Google Shape;6459;p71">
                  <a:extLst>
                    <a:ext uri="{FF2B5EF4-FFF2-40B4-BE49-F238E27FC236}">
                      <a16:creationId xmlns:a16="http://schemas.microsoft.com/office/drawing/2014/main" id="{F047B3A4-2AFF-B4EC-BCDC-B562BCA2CC4F}"/>
                    </a:ext>
                  </a:extLst>
                </p:cNvPr>
                <p:cNvSpPr/>
                <p:nvPr/>
              </p:nvSpPr>
              <p:spPr>
                <a:xfrm>
                  <a:off x="3671676" y="1544400"/>
                  <a:ext cx="28606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53" extrusionOk="0">
                      <a:moveTo>
                        <a:pt x="203" y="0"/>
                      </a:moveTo>
                      <a:cubicBezTo>
                        <a:pt x="170" y="0"/>
                        <a:pt x="154" y="0"/>
                        <a:pt x="122" y="16"/>
                      </a:cubicBezTo>
                      <a:cubicBezTo>
                        <a:pt x="102" y="16"/>
                        <a:pt x="69" y="32"/>
                        <a:pt x="53" y="32"/>
                      </a:cubicBezTo>
                      <a:cubicBezTo>
                        <a:pt x="37" y="32"/>
                        <a:pt x="21" y="32"/>
                        <a:pt x="1" y="53"/>
                      </a:cubicBezTo>
                      <a:lnTo>
                        <a:pt x="53" y="53"/>
                      </a:lnTo>
                      <a:cubicBezTo>
                        <a:pt x="69" y="53"/>
                        <a:pt x="102" y="32"/>
                        <a:pt x="122" y="32"/>
                      </a:cubicBezTo>
                      <a:cubicBezTo>
                        <a:pt x="154" y="32"/>
                        <a:pt x="186" y="16"/>
                        <a:pt x="203" y="16"/>
                      </a:cubicBezTo>
                      <a:lnTo>
                        <a:pt x="255" y="16"/>
                      </a:lnTo>
                      <a:cubicBezTo>
                        <a:pt x="271" y="0"/>
                        <a:pt x="271" y="0"/>
                        <a:pt x="2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0" name="Google Shape;6460;p71">
                  <a:extLst>
                    <a:ext uri="{FF2B5EF4-FFF2-40B4-BE49-F238E27FC236}">
                      <a16:creationId xmlns:a16="http://schemas.microsoft.com/office/drawing/2014/main" id="{2481601C-7EBD-28EE-0661-6F73E87B4FF3}"/>
                    </a:ext>
                  </a:extLst>
                </p:cNvPr>
                <p:cNvSpPr/>
                <p:nvPr/>
              </p:nvSpPr>
              <p:spPr>
                <a:xfrm>
                  <a:off x="3673663" y="1557611"/>
                  <a:ext cx="8145" cy="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21" extrusionOk="0">
                      <a:moveTo>
                        <a:pt x="49" y="0"/>
                      </a:moveTo>
                      <a:cubicBezTo>
                        <a:pt x="33" y="0"/>
                        <a:pt x="17" y="0"/>
                        <a:pt x="1" y="21"/>
                      </a:cubicBezTo>
                      <a:lnTo>
                        <a:pt x="82" y="21"/>
                      </a:lnTo>
                      <a:cubicBezTo>
                        <a:pt x="82" y="0"/>
                        <a:pt x="82" y="0"/>
                        <a:pt x="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1" name="Google Shape;6461;p71">
                  <a:extLst>
                    <a:ext uri="{FF2B5EF4-FFF2-40B4-BE49-F238E27FC236}">
                      <a16:creationId xmlns:a16="http://schemas.microsoft.com/office/drawing/2014/main" id="{393C8FFF-EEE6-6E52-7696-03FAFDE6BD80}"/>
                    </a:ext>
                  </a:extLst>
                </p:cNvPr>
                <p:cNvSpPr/>
                <p:nvPr/>
              </p:nvSpPr>
              <p:spPr>
                <a:xfrm>
                  <a:off x="3767227" y="1646308"/>
                  <a:ext cx="26917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69" extrusionOk="0">
                      <a:moveTo>
                        <a:pt x="271" y="0"/>
                      </a:moveTo>
                      <a:cubicBezTo>
                        <a:pt x="271" y="0"/>
                        <a:pt x="234" y="0"/>
                        <a:pt x="202" y="16"/>
                      </a:cubicBezTo>
                      <a:lnTo>
                        <a:pt x="133" y="16"/>
                      </a:lnTo>
                      <a:cubicBezTo>
                        <a:pt x="117" y="37"/>
                        <a:pt x="101" y="37"/>
                        <a:pt x="101" y="37"/>
                      </a:cubicBezTo>
                      <a:lnTo>
                        <a:pt x="69" y="37"/>
                      </a:lnTo>
                      <a:cubicBezTo>
                        <a:pt x="49" y="37"/>
                        <a:pt x="32" y="53"/>
                        <a:pt x="16" y="53"/>
                      </a:cubicBezTo>
                      <a:lnTo>
                        <a:pt x="0" y="53"/>
                      </a:lnTo>
                      <a:lnTo>
                        <a:pt x="0" y="69"/>
                      </a:lnTo>
                      <a:lnTo>
                        <a:pt x="69" y="69"/>
                      </a:lnTo>
                      <a:cubicBezTo>
                        <a:pt x="101" y="69"/>
                        <a:pt x="117" y="53"/>
                        <a:pt x="133" y="53"/>
                      </a:cubicBezTo>
                      <a:cubicBezTo>
                        <a:pt x="170" y="53"/>
                        <a:pt x="186" y="37"/>
                        <a:pt x="202" y="37"/>
                      </a:cubicBezTo>
                      <a:cubicBezTo>
                        <a:pt x="251" y="16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2" name="Google Shape;6462;p71">
                  <a:extLst>
                    <a:ext uri="{FF2B5EF4-FFF2-40B4-BE49-F238E27FC236}">
                      <a16:creationId xmlns:a16="http://schemas.microsoft.com/office/drawing/2014/main" id="{5C0E2763-9A71-7A3E-1112-B54AABA4418E}"/>
                    </a:ext>
                  </a:extLst>
                </p:cNvPr>
                <p:cNvSpPr/>
                <p:nvPr/>
              </p:nvSpPr>
              <p:spPr>
                <a:xfrm>
                  <a:off x="3767227" y="1659915"/>
                  <a:ext cx="14899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50" extrusionOk="0">
                      <a:moveTo>
                        <a:pt x="150" y="1"/>
                      </a:moveTo>
                      <a:cubicBezTo>
                        <a:pt x="149" y="1"/>
                        <a:pt x="133" y="17"/>
                        <a:pt x="101" y="17"/>
                      </a:cubicBezTo>
                      <a:cubicBezTo>
                        <a:pt x="85" y="17"/>
                        <a:pt x="69" y="17"/>
                        <a:pt x="32" y="33"/>
                      </a:cubicBezTo>
                      <a:lnTo>
                        <a:pt x="16" y="33"/>
                      </a:lnTo>
                      <a:lnTo>
                        <a:pt x="0" y="49"/>
                      </a:lnTo>
                      <a:lnTo>
                        <a:pt x="85" y="49"/>
                      </a:lnTo>
                      <a:cubicBezTo>
                        <a:pt x="85" y="33"/>
                        <a:pt x="101" y="33"/>
                        <a:pt x="117" y="33"/>
                      </a:cubicBezTo>
                      <a:cubicBezTo>
                        <a:pt x="117" y="17"/>
                        <a:pt x="133" y="17"/>
                        <a:pt x="133" y="17"/>
                      </a:cubicBez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3" name="Google Shape;6463;p71">
                  <a:extLst>
                    <a:ext uri="{FF2B5EF4-FFF2-40B4-BE49-F238E27FC236}">
                      <a16:creationId xmlns:a16="http://schemas.microsoft.com/office/drawing/2014/main" id="{50ADE5C5-BCAC-65D8-F319-BA94A735D2F0}"/>
                    </a:ext>
                  </a:extLst>
                </p:cNvPr>
                <p:cNvSpPr/>
                <p:nvPr/>
              </p:nvSpPr>
              <p:spPr>
                <a:xfrm>
                  <a:off x="3767227" y="1671536"/>
                  <a:ext cx="10131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50" extrusionOk="0">
                      <a:moveTo>
                        <a:pt x="69" y="1"/>
                      </a:moveTo>
                      <a:cubicBezTo>
                        <a:pt x="49" y="17"/>
                        <a:pt x="32" y="17"/>
                        <a:pt x="16" y="17"/>
                      </a:cubicBezTo>
                      <a:cubicBezTo>
                        <a:pt x="8" y="25"/>
                        <a:pt x="4" y="25"/>
                        <a:pt x="2" y="25"/>
                      </a:cubicBezTo>
                      <a:cubicBezTo>
                        <a:pt x="0" y="25"/>
                        <a:pt x="0" y="25"/>
                        <a:pt x="0" y="33"/>
                      </a:cubicBezTo>
                      <a:lnTo>
                        <a:pt x="0" y="49"/>
                      </a:lnTo>
                      <a:lnTo>
                        <a:pt x="32" y="49"/>
                      </a:lnTo>
                      <a:cubicBezTo>
                        <a:pt x="49" y="33"/>
                        <a:pt x="69" y="33"/>
                        <a:pt x="69" y="17"/>
                      </a:cubicBezTo>
                      <a:cubicBezTo>
                        <a:pt x="85" y="17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4" name="Google Shape;6464;p71">
                  <a:extLst>
                    <a:ext uri="{FF2B5EF4-FFF2-40B4-BE49-F238E27FC236}">
                      <a16:creationId xmlns:a16="http://schemas.microsoft.com/office/drawing/2014/main" id="{C0C0457B-3E9B-122B-98ED-C893DB44A6FC}"/>
                    </a:ext>
                  </a:extLst>
                </p:cNvPr>
                <p:cNvSpPr/>
                <p:nvPr/>
              </p:nvSpPr>
              <p:spPr>
                <a:xfrm>
                  <a:off x="3768816" y="1681568"/>
                  <a:ext cx="13310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50" extrusionOk="0">
                      <a:moveTo>
                        <a:pt x="101" y="1"/>
                      </a:moveTo>
                      <a:cubicBezTo>
                        <a:pt x="85" y="1"/>
                        <a:pt x="85" y="17"/>
                        <a:pt x="69" y="17"/>
                      </a:cubicBezTo>
                      <a:lnTo>
                        <a:pt x="33" y="17"/>
                      </a:lnTo>
                      <a:cubicBezTo>
                        <a:pt x="16" y="17"/>
                        <a:pt x="16" y="33"/>
                        <a:pt x="16" y="33"/>
                      </a:cubicBezTo>
                      <a:lnTo>
                        <a:pt x="0" y="33"/>
                      </a:lnTo>
                      <a:lnTo>
                        <a:pt x="16" y="49"/>
                      </a:lnTo>
                      <a:lnTo>
                        <a:pt x="53" y="49"/>
                      </a:lnTo>
                      <a:cubicBezTo>
                        <a:pt x="69" y="33"/>
                        <a:pt x="85" y="33"/>
                        <a:pt x="101" y="17"/>
                      </a:cubicBezTo>
                      <a:cubicBezTo>
                        <a:pt x="117" y="17"/>
                        <a:pt x="13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5" name="Google Shape;6465;p71">
                  <a:extLst>
                    <a:ext uri="{FF2B5EF4-FFF2-40B4-BE49-F238E27FC236}">
                      <a16:creationId xmlns:a16="http://schemas.microsoft.com/office/drawing/2014/main" id="{5F804ED2-7DD3-0AF4-6CDA-723F4EFBC766}"/>
                    </a:ext>
                  </a:extLst>
                </p:cNvPr>
                <p:cNvSpPr/>
                <p:nvPr/>
              </p:nvSpPr>
              <p:spPr>
                <a:xfrm>
                  <a:off x="3770405" y="1688024"/>
                  <a:ext cx="25328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86" extrusionOk="0">
                      <a:moveTo>
                        <a:pt x="239" y="0"/>
                      </a:moveTo>
                      <a:cubicBezTo>
                        <a:pt x="219" y="21"/>
                        <a:pt x="202" y="21"/>
                        <a:pt x="186" y="21"/>
                      </a:cubicBezTo>
                      <a:cubicBezTo>
                        <a:pt x="138" y="37"/>
                        <a:pt x="101" y="53"/>
                        <a:pt x="69" y="53"/>
                      </a:cubicBezTo>
                      <a:cubicBezTo>
                        <a:pt x="53" y="53"/>
                        <a:pt x="37" y="69"/>
                        <a:pt x="17" y="69"/>
                      </a:cubicBezTo>
                      <a:lnTo>
                        <a:pt x="0" y="69"/>
                      </a:lnTo>
                      <a:lnTo>
                        <a:pt x="0" y="85"/>
                      </a:lnTo>
                      <a:lnTo>
                        <a:pt x="69" y="85"/>
                      </a:lnTo>
                      <a:cubicBezTo>
                        <a:pt x="101" y="69"/>
                        <a:pt x="154" y="53"/>
                        <a:pt x="186" y="37"/>
                      </a:cubicBezTo>
                      <a:cubicBezTo>
                        <a:pt x="202" y="21"/>
                        <a:pt x="219" y="21"/>
                        <a:pt x="239" y="21"/>
                      </a:cubicBezTo>
                      <a:cubicBezTo>
                        <a:pt x="239" y="0"/>
                        <a:pt x="255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6" name="Google Shape;6466;p71">
                  <a:extLst>
                    <a:ext uri="{FF2B5EF4-FFF2-40B4-BE49-F238E27FC236}">
                      <a16:creationId xmlns:a16="http://schemas.microsoft.com/office/drawing/2014/main" id="{8A67AA32-A74B-D2DC-C02E-5A0960330E59}"/>
                    </a:ext>
                  </a:extLst>
                </p:cNvPr>
                <p:cNvSpPr/>
                <p:nvPr/>
              </p:nvSpPr>
              <p:spPr>
                <a:xfrm>
                  <a:off x="3767227" y="1700043"/>
                  <a:ext cx="26917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82" extrusionOk="0">
                      <a:moveTo>
                        <a:pt x="271" y="1"/>
                      </a:moveTo>
                      <a:cubicBezTo>
                        <a:pt x="270" y="1"/>
                        <a:pt x="234" y="17"/>
                        <a:pt x="202" y="17"/>
                      </a:cubicBezTo>
                      <a:cubicBezTo>
                        <a:pt x="186" y="17"/>
                        <a:pt x="150" y="17"/>
                        <a:pt x="133" y="33"/>
                      </a:cubicBezTo>
                      <a:cubicBezTo>
                        <a:pt x="117" y="33"/>
                        <a:pt x="85" y="33"/>
                        <a:pt x="69" y="49"/>
                      </a:cubicBezTo>
                      <a:cubicBezTo>
                        <a:pt x="32" y="49"/>
                        <a:pt x="16" y="65"/>
                        <a:pt x="16" y="65"/>
                      </a:cubicBezTo>
                      <a:cubicBezTo>
                        <a:pt x="0" y="81"/>
                        <a:pt x="16" y="81"/>
                        <a:pt x="16" y="81"/>
                      </a:cubicBezTo>
                      <a:cubicBezTo>
                        <a:pt x="32" y="81"/>
                        <a:pt x="49" y="81"/>
                        <a:pt x="85" y="65"/>
                      </a:cubicBezTo>
                      <a:cubicBezTo>
                        <a:pt x="101" y="65"/>
                        <a:pt x="117" y="49"/>
                        <a:pt x="133" y="49"/>
                      </a:cubicBezTo>
                      <a:cubicBezTo>
                        <a:pt x="150" y="49"/>
                        <a:pt x="186" y="33"/>
                        <a:pt x="202" y="33"/>
                      </a:cubicBezTo>
                      <a:cubicBezTo>
                        <a:pt x="234" y="17"/>
                        <a:pt x="270" y="1"/>
                        <a:pt x="2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7" name="Google Shape;6467;p71">
                  <a:extLst>
                    <a:ext uri="{FF2B5EF4-FFF2-40B4-BE49-F238E27FC236}">
                      <a16:creationId xmlns:a16="http://schemas.microsoft.com/office/drawing/2014/main" id="{97EBFAA8-5887-7A9A-FC73-3A688AB55BB0}"/>
                    </a:ext>
                  </a:extLst>
                </p:cNvPr>
                <p:cNvSpPr/>
                <p:nvPr/>
              </p:nvSpPr>
              <p:spPr>
                <a:xfrm>
                  <a:off x="3771994" y="1714842"/>
                  <a:ext cx="6953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34" extrusionOk="0">
                      <a:moveTo>
                        <a:pt x="69" y="1"/>
                      </a:moveTo>
                      <a:lnTo>
                        <a:pt x="53" y="17"/>
                      </a:lnTo>
                      <a:lnTo>
                        <a:pt x="69" y="17"/>
                      </a:lnTo>
                      <a:lnTo>
                        <a:pt x="69" y="1"/>
                      </a:lnTo>
                      <a:close/>
                      <a:moveTo>
                        <a:pt x="1" y="17"/>
                      </a:moveTo>
                      <a:lnTo>
                        <a:pt x="1" y="33"/>
                      </a:lnTo>
                      <a:lnTo>
                        <a:pt x="37" y="33"/>
                      </a:lnTo>
                      <a:lnTo>
                        <a:pt x="53" y="1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8" name="Google Shape;6468;p71">
                  <a:extLst>
                    <a:ext uri="{FF2B5EF4-FFF2-40B4-BE49-F238E27FC236}">
                      <a16:creationId xmlns:a16="http://schemas.microsoft.com/office/drawing/2014/main" id="{6FC3878B-A2FA-E13D-E22F-CD6A8A4D0375}"/>
                    </a:ext>
                  </a:extLst>
                </p:cNvPr>
                <p:cNvSpPr/>
                <p:nvPr/>
              </p:nvSpPr>
              <p:spPr>
                <a:xfrm>
                  <a:off x="3770405" y="1724874"/>
                  <a:ext cx="20163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70" extrusionOk="0">
                      <a:moveTo>
                        <a:pt x="202" y="1"/>
                      </a:moveTo>
                      <a:cubicBezTo>
                        <a:pt x="202" y="1"/>
                        <a:pt x="186" y="17"/>
                        <a:pt x="154" y="17"/>
                      </a:cubicBezTo>
                      <a:cubicBezTo>
                        <a:pt x="118" y="17"/>
                        <a:pt x="85" y="33"/>
                        <a:pt x="53" y="53"/>
                      </a:cubicBezTo>
                      <a:lnTo>
                        <a:pt x="17" y="53"/>
                      </a:lnTo>
                      <a:lnTo>
                        <a:pt x="0" y="70"/>
                      </a:lnTo>
                      <a:lnTo>
                        <a:pt x="69" y="70"/>
                      </a:lnTo>
                      <a:cubicBezTo>
                        <a:pt x="85" y="70"/>
                        <a:pt x="118" y="53"/>
                        <a:pt x="154" y="33"/>
                      </a:cubicBezTo>
                      <a:cubicBezTo>
                        <a:pt x="186" y="17"/>
                        <a:pt x="202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69" name="Google Shape;6469;p71">
                  <a:extLst>
                    <a:ext uri="{FF2B5EF4-FFF2-40B4-BE49-F238E27FC236}">
                      <a16:creationId xmlns:a16="http://schemas.microsoft.com/office/drawing/2014/main" id="{AADBFB5D-C428-80BB-568D-E66EE16FB031}"/>
                    </a:ext>
                  </a:extLst>
                </p:cNvPr>
                <p:cNvSpPr/>
                <p:nvPr/>
              </p:nvSpPr>
              <p:spPr>
                <a:xfrm>
                  <a:off x="3770405" y="1740170"/>
                  <a:ext cx="10131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33" extrusionOk="0">
                      <a:moveTo>
                        <a:pt x="69" y="0"/>
                      </a:moveTo>
                      <a:cubicBezTo>
                        <a:pt x="53" y="0"/>
                        <a:pt x="37" y="0"/>
                        <a:pt x="17" y="17"/>
                      </a:cubicBez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37" y="33"/>
                      </a:lnTo>
                      <a:cubicBezTo>
                        <a:pt x="37" y="33"/>
                        <a:pt x="53" y="33"/>
                        <a:pt x="53" y="17"/>
                      </a:cubicBezTo>
                      <a:lnTo>
                        <a:pt x="85" y="17"/>
                      </a:lnTo>
                      <a:cubicBezTo>
                        <a:pt x="85" y="0"/>
                        <a:pt x="85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0" name="Google Shape;6470;p71">
                  <a:extLst>
                    <a:ext uri="{FF2B5EF4-FFF2-40B4-BE49-F238E27FC236}">
                      <a16:creationId xmlns:a16="http://schemas.microsoft.com/office/drawing/2014/main" id="{FA35F1AB-0B96-073C-DA65-B23F8730C3C3}"/>
                    </a:ext>
                  </a:extLst>
                </p:cNvPr>
                <p:cNvSpPr/>
                <p:nvPr/>
              </p:nvSpPr>
              <p:spPr>
                <a:xfrm>
                  <a:off x="3770405" y="1744938"/>
                  <a:ext cx="25328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86" extrusionOk="0">
                      <a:moveTo>
                        <a:pt x="255" y="1"/>
                      </a:moveTo>
                      <a:cubicBezTo>
                        <a:pt x="255" y="1"/>
                        <a:pt x="248" y="1"/>
                        <a:pt x="243" y="6"/>
                      </a:cubicBezTo>
                      <a:lnTo>
                        <a:pt x="243" y="6"/>
                      </a:lnTo>
                      <a:cubicBezTo>
                        <a:pt x="250" y="3"/>
                        <a:pt x="255" y="1"/>
                        <a:pt x="255" y="1"/>
                      </a:cubicBezTo>
                      <a:close/>
                      <a:moveTo>
                        <a:pt x="243" y="6"/>
                      </a:moveTo>
                      <a:cubicBezTo>
                        <a:pt x="230" y="10"/>
                        <a:pt x="207" y="17"/>
                        <a:pt x="186" y="17"/>
                      </a:cubicBezTo>
                      <a:cubicBezTo>
                        <a:pt x="138" y="33"/>
                        <a:pt x="101" y="33"/>
                        <a:pt x="69" y="53"/>
                      </a:cubicBezTo>
                      <a:lnTo>
                        <a:pt x="0" y="53"/>
                      </a:lnTo>
                      <a:lnTo>
                        <a:pt x="0" y="70"/>
                      </a:lnTo>
                      <a:cubicBezTo>
                        <a:pt x="17" y="70"/>
                        <a:pt x="17" y="86"/>
                        <a:pt x="37" y="86"/>
                      </a:cubicBezTo>
                      <a:cubicBezTo>
                        <a:pt x="37" y="86"/>
                        <a:pt x="53" y="86"/>
                        <a:pt x="69" y="70"/>
                      </a:cubicBezTo>
                      <a:cubicBezTo>
                        <a:pt x="101" y="70"/>
                        <a:pt x="154" y="53"/>
                        <a:pt x="186" y="33"/>
                      </a:cubicBezTo>
                      <a:cubicBezTo>
                        <a:pt x="202" y="17"/>
                        <a:pt x="219" y="17"/>
                        <a:pt x="239" y="17"/>
                      </a:cubicBezTo>
                      <a:cubicBezTo>
                        <a:pt x="239" y="12"/>
                        <a:pt x="241" y="8"/>
                        <a:pt x="243" y="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1" name="Google Shape;6471;p71">
                  <a:extLst>
                    <a:ext uri="{FF2B5EF4-FFF2-40B4-BE49-F238E27FC236}">
                      <a16:creationId xmlns:a16="http://schemas.microsoft.com/office/drawing/2014/main" id="{59A83EE2-B4BF-0CE9-DAB2-743A756E720A}"/>
                    </a:ext>
                  </a:extLst>
                </p:cNvPr>
                <p:cNvSpPr/>
                <p:nvPr/>
              </p:nvSpPr>
              <p:spPr>
                <a:xfrm>
                  <a:off x="3770405" y="1756658"/>
                  <a:ext cx="37048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102" extrusionOk="0">
                      <a:moveTo>
                        <a:pt x="372" y="0"/>
                      </a:moveTo>
                      <a:cubicBezTo>
                        <a:pt x="372" y="0"/>
                        <a:pt x="319" y="16"/>
                        <a:pt x="271" y="16"/>
                      </a:cubicBezTo>
                      <a:cubicBezTo>
                        <a:pt x="239" y="16"/>
                        <a:pt x="202" y="36"/>
                        <a:pt x="170" y="36"/>
                      </a:cubicBezTo>
                      <a:lnTo>
                        <a:pt x="154" y="36"/>
                      </a:lnTo>
                      <a:cubicBezTo>
                        <a:pt x="138" y="36"/>
                        <a:pt x="138" y="53"/>
                        <a:pt x="118" y="53"/>
                      </a:cubicBezTo>
                      <a:lnTo>
                        <a:pt x="85" y="53"/>
                      </a:lnTo>
                      <a:cubicBezTo>
                        <a:pt x="53" y="69"/>
                        <a:pt x="37" y="69"/>
                        <a:pt x="17" y="85"/>
                      </a:cubicBezTo>
                      <a:lnTo>
                        <a:pt x="0" y="85"/>
                      </a:lnTo>
                      <a:lnTo>
                        <a:pt x="0" y="101"/>
                      </a:lnTo>
                      <a:lnTo>
                        <a:pt x="37" y="101"/>
                      </a:lnTo>
                      <a:cubicBezTo>
                        <a:pt x="53" y="101"/>
                        <a:pt x="69" y="85"/>
                        <a:pt x="85" y="85"/>
                      </a:cubicBezTo>
                      <a:cubicBezTo>
                        <a:pt x="101" y="85"/>
                        <a:pt x="118" y="69"/>
                        <a:pt x="138" y="69"/>
                      </a:cubicBezTo>
                      <a:lnTo>
                        <a:pt x="154" y="69"/>
                      </a:lnTo>
                      <a:lnTo>
                        <a:pt x="170" y="53"/>
                      </a:lnTo>
                      <a:cubicBezTo>
                        <a:pt x="202" y="53"/>
                        <a:pt x="239" y="36"/>
                        <a:pt x="271" y="36"/>
                      </a:cubicBezTo>
                      <a:cubicBezTo>
                        <a:pt x="319" y="16"/>
                        <a:pt x="372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2" name="Google Shape;6472;p71">
                  <a:extLst>
                    <a:ext uri="{FF2B5EF4-FFF2-40B4-BE49-F238E27FC236}">
                      <a16:creationId xmlns:a16="http://schemas.microsoft.com/office/drawing/2014/main" id="{85B194FF-C9C4-033B-ED0F-96D6EA1275F1}"/>
                    </a:ext>
                  </a:extLst>
                </p:cNvPr>
                <p:cNvSpPr/>
                <p:nvPr/>
              </p:nvSpPr>
              <p:spPr>
                <a:xfrm>
                  <a:off x="3770405" y="1768279"/>
                  <a:ext cx="2860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86" extrusionOk="0">
                      <a:moveTo>
                        <a:pt x="287" y="0"/>
                      </a:moveTo>
                      <a:cubicBezTo>
                        <a:pt x="271" y="0"/>
                        <a:pt x="255" y="20"/>
                        <a:pt x="239" y="20"/>
                      </a:cubicBezTo>
                      <a:cubicBezTo>
                        <a:pt x="202" y="20"/>
                        <a:pt x="186" y="37"/>
                        <a:pt x="154" y="37"/>
                      </a:cubicBezTo>
                      <a:cubicBezTo>
                        <a:pt x="138" y="37"/>
                        <a:pt x="138" y="37"/>
                        <a:pt x="118" y="53"/>
                      </a:cubicBezTo>
                      <a:lnTo>
                        <a:pt x="85" y="53"/>
                      </a:lnTo>
                      <a:cubicBezTo>
                        <a:pt x="53" y="69"/>
                        <a:pt x="17" y="69"/>
                        <a:pt x="17" y="69"/>
                      </a:cubicBezTo>
                      <a:lnTo>
                        <a:pt x="0" y="85"/>
                      </a:lnTo>
                      <a:lnTo>
                        <a:pt x="85" y="85"/>
                      </a:lnTo>
                      <a:cubicBezTo>
                        <a:pt x="101" y="85"/>
                        <a:pt x="118" y="69"/>
                        <a:pt x="118" y="69"/>
                      </a:cubicBezTo>
                      <a:cubicBezTo>
                        <a:pt x="138" y="69"/>
                        <a:pt x="154" y="69"/>
                        <a:pt x="170" y="53"/>
                      </a:cubicBezTo>
                      <a:cubicBezTo>
                        <a:pt x="186" y="53"/>
                        <a:pt x="219" y="37"/>
                        <a:pt x="239" y="37"/>
                      </a:cubicBezTo>
                      <a:cubicBezTo>
                        <a:pt x="255" y="20"/>
                        <a:pt x="271" y="20"/>
                        <a:pt x="2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3" name="Google Shape;6473;p71">
                  <a:extLst>
                    <a:ext uri="{FF2B5EF4-FFF2-40B4-BE49-F238E27FC236}">
                      <a16:creationId xmlns:a16="http://schemas.microsoft.com/office/drawing/2014/main" id="{42C111EF-1236-FB18-4249-519F0C35557E}"/>
                    </a:ext>
                  </a:extLst>
                </p:cNvPr>
                <p:cNvSpPr/>
                <p:nvPr/>
              </p:nvSpPr>
              <p:spPr>
                <a:xfrm>
                  <a:off x="3771994" y="1780297"/>
                  <a:ext cx="33771" cy="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82" extrusionOk="0">
                      <a:moveTo>
                        <a:pt x="223" y="0"/>
                      </a:moveTo>
                      <a:cubicBezTo>
                        <a:pt x="203" y="0"/>
                        <a:pt x="203" y="0"/>
                        <a:pt x="186" y="17"/>
                      </a:cubicBezTo>
                      <a:cubicBezTo>
                        <a:pt x="154" y="17"/>
                        <a:pt x="122" y="33"/>
                        <a:pt x="102" y="33"/>
                      </a:cubicBezTo>
                      <a:cubicBezTo>
                        <a:pt x="53" y="49"/>
                        <a:pt x="21" y="65"/>
                        <a:pt x="1" y="65"/>
                      </a:cubicBezTo>
                      <a:lnTo>
                        <a:pt x="1" y="81"/>
                      </a:lnTo>
                      <a:cubicBezTo>
                        <a:pt x="21" y="81"/>
                        <a:pt x="53" y="81"/>
                        <a:pt x="102" y="65"/>
                      </a:cubicBezTo>
                      <a:cubicBezTo>
                        <a:pt x="138" y="49"/>
                        <a:pt x="170" y="49"/>
                        <a:pt x="203" y="33"/>
                      </a:cubicBezTo>
                      <a:lnTo>
                        <a:pt x="223" y="33"/>
                      </a:lnTo>
                      <a:cubicBezTo>
                        <a:pt x="239" y="17"/>
                        <a:pt x="239" y="17"/>
                        <a:pt x="255" y="17"/>
                      </a:cubicBezTo>
                      <a:lnTo>
                        <a:pt x="304" y="17"/>
                      </a:lnTo>
                      <a:cubicBezTo>
                        <a:pt x="304" y="0"/>
                        <a:pt x="324" y="0"/>
                        <a:pt x="3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4" name="Google Shape;6474;p71">
                  <a:extLst>
                    <a:ext uri="{FF2B5EF4-FFF2-40B4-BE49-F238E27FC236}">
                      <a16:creationId xmlns:a16="http://schemas.microsoft.com/office/drawing/2014/main" id="{1CBE0E4B-D115-DB36-6FD2-4883140B0847}"/>
                    </a:ext>
                  </a:extLst>
                </p:cNvPr>
                <p:cNvSpPr/>
                <p:nvPr/>
              </p:nvSpPr>
              <p:spPr>
                <a:xfrm>
                  <a:off x="3767227" y="1825192"/>
                  <a:ext cx="4867" cy="117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183" extrusionOk="0">
                      <a:moveTo>
                        <a:pt x="49" y="1"/>
                      </a:moveTo>
                      <a:cubicBezTo>
                        <a:pt x="49" y="1"/>
                        <a:pt x="32" y="134"/>
                        <a:pt x="32" y="320"/>
                      </a:cubicBezTo>
                      <a:cubicBezTo>
                        <a:pt x="32" y="405"/>
                        <a:pt x="16" y="506"/>
                        <a:pt x="16" y="607"/>
                      </a:cubicBezTo>
                      <a:lnTo>
                        <a:pt x="16" y="740"/>
                      </a:lnTo>
                      <a:cubicBezTo>
                        <a:pt x="0" y="793"/>
                        <a:pt x="0" y="841"/>
                        <a:pt x="0" y="877"/>
                      </a:cubicBezTo>
                      <a:lnTo>
                        <a:pt x="0" y="1063"/>
                      </a:lnTo>
                      <a:lnTo>
                        <a:pt x="0" y="1128"/>
                      </a:lnTo>
                      <a:cubicBezTo>
                        <a:pt x="0" y="1128"/>
                        <a:pt x="16" y="1144"/>
                        <a:pt x="16" y="1164"/>
                      </a:cubicBezTo>
                      <a:lnTo>
                        <a:pt x="16" y="1180"/>
                      </a:lnTo>
                      <a:cubicBezTo>
                        <a:pt x="22" y="1180"/>
                        <a:pt x="26" y="1183"/>
                        <a:pt x="29" y="1183"/>
                      </a:cubicBezTo>
                      <a:cubicBezTo>
                        <a:pt x="32" y="1183"/>
                        <a:pt x="32" y="1177"/>
                        <a:pt x="32" y="1144"/>
                      </a:cubicBezTo>
                      <a:lnTo>
                        <a:pt x="32" y="1112"/>
                      </a:lnTo>
                      <a:lnTo>
                        <a:pt x="32" y="1063"/>
                      </a:lnTo>
                      <a:lnTo>
                        <a:pt x="32" y="877"/>
                      </a:lnTo>
                      <a:lnTo>
                        <a:pt x="32" y="740"/>
                      </a:lnTo>
                      <a:cubicBezTo>
                        <a:pt x="49" y="708"/>
                        <a:pt x="49" y="659"/>
                        <a:pt x="49" y="607"/>
                      </a:cubicBezTo>
                      <a:lnTo>
                        <a:pt x="49" y="320"/>
                      </a:ln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5" name="Google Shape;6475;p71">
                  <a:extLst>
                    <a:ext uri="{FF2B5EF4-FFF2-40B4-BE49-F238E27FC236}">
                      <a16:creationId xmlns:a16="http://schemas.microsoft.com/office/drawing/2014/main" id="{DFFE8BCA-9BFB-3470-EBE6-B777F3838A9C}"/>
                    </a:ext>
                  </a:extLst>
                </p:cNvPr>
                <p:cNvSpPr/>
                <p:nvPr/>
              </p:nvSpPr>
              <p:spPr>
                <a:xfrm>
                  <a:off x="3817386" y="1785065"/>
                  <a:ext cx="4867" cy="137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383" extrusionOk="0">
                      <a:moveTo>
                        <a:pt x="32" y="1"/>
                      </a:moveTo>
                      <a:lnTo>
                        <a:pt x="32" y="33"/>
                      </a:lnTo>
                      <a:cubicBezTo>
                        <a:pt x="16" y="53"/>
                        <a:pt x="16" y="102"/>
                        <a:pt x="16" y="154"/>
                      </a:cubicBezTo>
                      <a:lnTo>
                        <a:pt x="16" y="389"/>
                      </a:lnTo>
                      <a:cubicBezTo>
                        <a:pt x="0" y="490"/>
                        <a:pt x="0" y="607"/>
                        <a:pt x="0" y="724"/>
                      </a:cubicBezTo>
                      <a:lnTo>
                        <a:pt x="0" y="910"/>
                      </a:lnTo>
                      <a:lnTo>
                        <a:pt x="0" y="1096"/>
                      </a:lnTo>
                      <a:lnTo>
                        <a:pt x="0" y="1245"/>
                      </a:lnTo>
                      <a:lnTo>
                        <a:pt x="0" y="1382"/>
                      </a:lnTo>
                      <a:cubicBezTo>
                        <a:pt x="0" y="1346"/>
                        <a:pt x="16" y="1298"/>
                        <a:pt x="16" y="1245"/>
                      </a:cubicBezTo>
                      <a:lnTo>
                        <a:pt x="16" y="1096"/>
                      </a:lnTo>
                      <a:cubicBezTo>
                        <a:pt x="16" y="1043"/>
                        <a:pt x="16" y="979"/>
                        <a:pt x="32" y="910"/>
                      </a:cubicBezTo>
                      <a:lnTo>
                        <a:pt x="32" y="724"/>
                      </a:lnTo>
                      <a:lnTo>
                        <a:pt x="32" y="389"/>
                      </a:lnTo>
                      <a:cubicBezTo>
                        <a:pt x="49" y="288"/>
                        <a:pt x="49" y="203"/>
                        <a:pt x="49" y="154"/>
                      </a:cubicBezTo>
                      <a:lnTo>
                        <a:pt x="49" y="33"/>
                      </a:lnTo>
                      <a:cubicBezTo>
                        <a:pt x="49" y="17"/>
                        <a:pt x="32" y="1"/>
                        <a:pt x="3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6" name="Google Shape;6476;p71">
                  <a:extLst>
                    <a:ext uri="{FF2B5EF4-FFF2-40B4-BE49-F238E27FC236}">
                      <a16:creationId xmlns:a16="http://schemas.microsoft.com/office/drawing/2014/main" id="{ADCCD567-96B4-5C03-1998-C276CA538659}"/>
                    </a:ext>
                  </a:extLst>
                </p:cNvPr>
                <p:cNvSpPr/>
                <p:nvPr/>
              </p:nvSpPr>
              <p:spPr>
                <a:xfrm>
                  <a:off x="3817386" y="1855288"/>
                  <a:ext cx="4867" cy="89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898" extrusionOk="0">
                      <a:moveTo>
                        <a:pt x="16" y="1"/>
                      </a:moveTo>
                      <a:lnTo>
                        <a:pt x="16" y="235"/>
                      </a:lnTo>
                      <a:lnTo>
                        <a:pt x="16" y="288"/>
                      </a:lnTo>
                      <a:lnTo>
                        <a:pt x="16" y="356"/>
                      </a:lnTo>
                      <a:lnTo>
                        <a:pt x="16" y="457"/>
                      </a:lnTo>
                      <a:lnTo>
                        <a:pt x="16" y="574"/>
                      </a:lnTo>
                      <a:cubicBezTo>
                        <a:pt x="16" y="607"/>
                        <a:pt x="16" y="639"/>
                        <a:pt x="0" y="659"/>
                      </a:cubicBezTo>
                      <a:lnTo>
                        <a:pt x="0" y="809"/>
                      </a:lnTo>
                      <a:cubicBezTo>
                        <a:pt x="16" y="825"/>
                        <a:pt x="16" y="841"/>
                        <a:pt x="16" y="861"/>
                      </a:cubicBezTo>
                      <a:lnTo>
                        <a:pt x="16" y="877"/>
                      </a:lnTo>
                      <a:cubicBezTo>
                        <a:pt x="24" y="894"/>
                        <a:pt x="28" y="898"/>
                        <a:pt x="30" y="898"/>
                      </a:cubicBezTo>
                      <a:cubicBezTo>
                        <a:pt x="32" y="898"/>
                        <a:pt x="32" y="894"/>
                        <a:pt x="32" y="894"/>
                      </a:cubicBezTo>
                      <a:cubicBezTo>
                        <a:pt x="49" y="894"/>
                        <a:pt x="49" y="894"/>
                        <a:pt x="49" y="877"/>
                      </a:cubicBezTo>
                      <a:cubicBezTo>
                        <a:pt x="32" y="861"/>
                        <a:pt x="32" y="861"/>
                        <a:pt x="32" y="841"/>
                      </a:cubicBezTo>
                      <a:lnTo>
                        <a:pt x="32" y="809"/>
                      </a:lnTo>
                      <a:lnTo>
                        <a:pt x="32" y="776"/>
                      </a:lnTo>
                      <a:lnTo>
                        <a:pt x="32" y="740"/>
                      </a:lnTo>
                      <a:lnTo>
                        <a:pt x="32" y="675"/>
                      </a:lnTo>
                      <a:cubicBezTo>
                        <a:pt x="49" y="639"/>
                        <a:pt x="49" y="607"/>
                        <a:pt x="49" y="574"/>
                      </a:cubicBezTo>
                      <a:cubicBezTo>
                        <a:pt x="49" y="538"/>
                        <a:pt x="49" y="490"/>
                        <a:pt x="32" y="457"/>
                      </a:cubicBezTo>
                      <a:lnTo>
                        <a:pt x="32" y="356"/>
                      </a:lnTo>
                      <a:lnTo>
                        <a:pt x="32" y="288"/>
                      </a:lnTo>
                      <a:lnTo>
                        <a:pt x="32" y="235"/>
                      </a:lnTo>
                      <a:cubicBezTo>
                        <a:pt x="16" y="102"/>
                        <a:pt x="16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7" name="Google Shape;6477;p71">
                  <a:extLst>
                    <a:ext uri="{FF2B5EF4-FFF2-40B4-BE49-F238E27FC236}">
                      <a16:creationId xmlns:a16="http://schemas.microsoft.com/office/drawing/2014/main" id="{9219F83F-CDA6-7AE9-5E47-1B62762C36B3}"/>
                    </a:ext>
                  </a:extLst>
                </p:cNvPr>
                <p:cNvSpPr/>
                <p:nvPr/>
              </p:nvSpPr>
              <p:spPr>
                <a:xfrm>
                  <a:off x="3771696" y="1800361"/>
                  <a:ext cx="28904" cy="7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76" extrusionOk="0">
                      <a:moveTo>
                        <a:pt x="226" y="0"/>
                      </a:moveTo>
                      <a:cubicBezTo>
                        <a:pt x="206" y="0"/>
                        <a:pt x="173" y="17"/>
                        <a:pt x="157" y="17"/>
                      </a:cubicBezTo>
                      <a:cubicBezTo>
                        <a:pt x="125" y="17"/>
                        <a:pt x="105" y="33"/>
                        <a:pt x="72" y="33"/>
                      </a:cubicBezTo>
                      <a:cubicBezTo>
                        <a:pt x="40" y="49"/>
                        <a:pt x="4" y="65"/>
                        <a:pt x="4" y="65"/>
                      </a:cubicBezTo>
                      <a:cubicBezTo>
                        <a:pt x="4" y="72"/>
                        <a:pt x="1" y="76"/>
                        <a:pt x="5" y="76"/>
                      </a:cubicBezTo>
                      <a:cubicBezTo>
                        <a:pt x="10" y="76"/>
                        <a:pt x="29" y="68"/>
                        <a:pt x="88" y="49"/>
                      </a:cubicBezTo>
                      <a:cubicBezTo>
                        <a:pt x="105" y="49"/>
                        <a:pt x="125" y="49"/>
                        <a:pt x="157" y="33"/>
                      </a:cubicBezTo>
                      <a:cubicBezTo>
                        <a:pt x="189" y="33"/>
                        <a:pt x="206" y="17"/>
                        <a:pt x="242" y="17"/>
                      </a:cubicBezTo>
                      <a:cubicBezTo>
                        <a:pt x="258" y="17"/>
                        <a:pt x="274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8" name="Google Shape;6478;p71">
                  <a:extLst>
                    <a:ext uri="{FF2B5EF4-FFF2-40B4-BE49-F238E27FC236}">
                      <a16:creationId xmlns:a16="http://schemas.microsoft.com/office/drawing/2014/main" id="{72EC3988-940C-83E0-A703-87CBD299EACE}"/>
                    </a:ext>
                  </a:extLst>
                </p:cNvPr>
                <p:cNvSpPr/>
                <p:nvPr/>
              </p:nvSpPr>
              <p:spPr>
                <a:xfrm>
                  <a:off x="3771994" y="1813571"/>
                  <a:ext cx="16985" cy="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50" extrusionOk="0">
                      <a:moveTo>
                        <a:pt x="154" y="1"/>
                      </a:moveTo>
                      <a:cubicBezTo>
                        <a:pt x="138" y="1"/>
                        <a:pt x="122" y="17"/>
                        <a:pt x="102" y="17"/>
                      </a:cubicBezTo>
                      <a:lnTo>
                        <a:pt x="53" y="17"/>
                      </a:lnTo>
                      <a:cubicBezTo>
                        <a:pt x="37" y="17"/>
                        <a:pt x="21" y="33"/>
                        <a:pt x="21" y="33"/>
                      </a:cubicBezTo>
                      <a:lnTo>
                        <a:pt x="1" y="33"/>
                      </a:lnTo>
                      <a:lnTo>
                        <a:pt x="1" y="49"/>
                      </a:lnTo>
                      <a:lnTo>
                        <a:pt x="53" y="49"/>
                      </a:lnTo>
                      <a:cubicBezTo>
                        <a:pt x="69" y="49"/>
                        <a:pt x="69" y="33"/>
                        <a:pt x="85" y="33"/>
                      </a:cubicBezTo>
                      <a:lnTo>
                        <a:pt x="102" y="33"/>
                      </a:lnTo>
                      <a:cubicBezTo>
                        <a:pt x="122" y="33"/>
                        <a:pt x="138" y="33"/>
                        <a:pt x="154" y="17"/>
                      </a:cubicBezTo>
                      <a:lnTo>
                        <a:pt x="170" y="17"/>
                      </a:ln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79" name="Google Shape;6479;p71">
                  <a:extLst>
                    <a:ext uri="{FF2B5EF4-FFF2-40B4-BE49-F238E27FC236}">
                      <a16:creationId xmlns:a16="http://schemas.microsoft.com/office/drawing/2014/main" id="{E26FA5E2-7B61-1715-B68D-3AF147DA6FA7}"/>
                    </a:ext>
                  </a:extLst>
                </p:cNvPr>
                <p:cNvSpPr/>
                <p:nvPr/>
              </p:nvSpPr>
              <p:spPr>
                <a:xfrm>
                  <a:off x="3770405" y="1825192"/>
                  <a:ext cx="33771" cy="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61" extrusionOk="0">
                      <a:moveTo>
                        <a:pt x="340" y="1"/>
                      </a:moveTo>
                      <a:cubicBezTo>
                        <a:pt x="271" y="1"/>
                        <a:pt x="186" y="17"/>
                        <a:pt x="118" y="17"/>
                      </a:cubicBezTo>
                      <a:lnTo>
                        <a:pt x="0" y="53"/>
                      </a:lnTo>
                      <a:cubicBezTo>
                        <a:pt x="0" y="53"/>
                        <a:pt x="0" y="61"/>
                        <a:pt x="35" y="61"/>
                      </a:cubicBezTo>
                      <a:cubicBezTo>
                        <a:pt x="52" y="61"/>
                        <a:pt x="79" y="59"/>
                        <a:pt x="118" y="53"/>
                      </a:cubicBezTo>
                      <a:cubicBezTo>
                        <a:pt x="186" y="33"/>
                        <a:pt x="271" y="17"/>
                        <a:pt x="3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0" name="Google Shape;6480;p71">
                  <a:extLst>
                    <a:ext uri="{FF2B5EF4-FFF2-40B4-BE49-F238E27FC236}">
                      <a16:creationId xmlns:a16="http://schemas.microsoft.com/office/drawing/2014/main" id="{680E26BA-A5AC-75C7-AD0C-EC56E60BCFCE}"/>
                    </a:ext>
                  </a:extLst>
                </p:cNvPr>
                <p:cNvSpPr/>
                <p:nvPr/>
              </p:nvSpPr>
              <p:spPr>
                <a:xfrm>
                  <a:off x="3770405" y="1837807"/>
                  <a:ext cx="20163" cy="4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44" extrusionOk="0">
                      <a:moveTo>
                        <a:pt x="170" y="0"/>
                      </a:moveTo>
                      <a:cubicBezTo>
                        <a:pt x="165" y="0"/>
                        <a:pt x="159" y="2"/>
                        <a:pt x="154" y="7"/>
                      </a:cubicBezTo>
                      <a:lnTo>
                        <a:pt x="53" y="7"/>
                      </a:lnTo>
                      <a:cubicBezTo>
                        <a:pt x="17" y="27"/>
                        <a:pt x="0" y="27"/>
                        <a:pt x="0" y="44"/>
                      </a:cubicBezTo>
                      <a:lnTo>
                        <a:pt x="53" y="44"/>
                      </a:lnTo>
                      <a:cubicBezTo>
                        <a:pt x="69" y="44"/>
                        <a:pt x="85" y="27"/>
                        <a:pt x="101" y="27"/>
                      </a:cubicBezTo>
                      <a:cubicBezTo>
                        <a:pt x="118" y="27"/>
                        <a:pt x="154" y="27"/>
                        <a:pt x="170" y="7"/>
                      </a:cubicBezTo>
                      <a:lnTo>
                        <a:pt x="202" y="7"/>
                      </a:lnTo>
                      <a:cubicBezTo>
                        <a:pt x="192" y="7"/>
                        <a:pt x="181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1" name="Google Shape;6481;p71">
                  <a:extLst>
                    <a:ext uri="{FF2B5EF4-FFF2-40B4-BE49-F238E27FC236}">
                      <a16:creationId xmlns:a16="http://schemas.microsoft.com/office/drawing/2014/main" id="{264A8540-C030-B683-380B-D90E20313330}"/>
                    </a:ext>
                  </a:extLst>
                </p:cNvPr>
                <p:cNvSpPr/>
                <p:nvPr/>
              </p:nvSpPr>
              <p:spPr>
                <a:xfrm>
                  <a:off x="3798911" y="1835224"/>
                  <a:ext cx="8542" cy="2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0" extrusionOk="0">
                      <a:moveTo>
                        <a:pt x="53" y="1"/>
                      </a:moveTo>
                      <a:cubicBezTo>
                        <a:pt x="33" y="1"/>
                        <a:pt x="16" y="1"/>
                        <a:pt x="0" y="17"/>
                      </a:cubicBezTo>
                      <a:cubicBezTo>
                        <a:pt x="8" y="25"/>
                        <a:pt x="16" y="29"/>
                        <a:pt x="25" y="29"/>
                      </a:cubicBezTo>
                      <a:cubicBezTo>
                        <a:pt x="34" y="29"/>
                        <a:pt x="43" y="25"/>
                        <a:pt x="53" y="17"/>
                      </a:cubicBezTo>
                      <a:lnTo>
                        <a:pt x="85" y="17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2" name="Google Shape;6482;p71">
                  <a:extLst>
                    <a:ext uri="{FF2B5EF4-FFF2-40B4-BE49-F238E27FC236}">
                      <a16:creationId xmlns:a16="http://schemas.microsoft.com/office/drawing/2014/main" id="{D949DF40-C107-D9C7-7385-2EC95B208165}"/>
                    </a:ext>
                  </a:extLst>
                </p:cNvPr>
                <p:cNvSpPr/>
                <p:nvPr/>
              </p:nvSpPr>
              <p:spPr>
                <a:xfrm>
                  <a:off x="3771994" y="1850520"/>
                  <a:ext cx="13707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33" extrusionOk="0">
                      <a:moveTo>
                        <a:pt x="69" y="0"/>
                      </a:moveTo>
                      <a:cubicBezTo>
                        <a:pt x="53" y="0"/>
                        <a:pt x="37" y="0"/>
                        <a:pt x="37" y="17"/>
                      </a:cubicBezTo>
                      <a:cubicBezTo>
                        <a:pt x="1" y="17"/>
                        <a:pt x="1" y="17"/>
                        <a:pt x="1" y="33"/>
                      </a:cubicBezTo>
                      <a:lnTo>
                        <a:pt x="37" y="33"/>
                      </a:lnTo>
                      <a:cubicBezTo>
                        <a:pt x="53" y="33"/>
                        <a:pt x="53" y="33"/>
                        <a:pt x="69" y="17"/>
                      </a:cubicBezTo>
                      <a:lnTo>
                        <a:pt x="102" y="17"/>
                      </a:lnTo>
                      <a:cubicBezTo>
                        <a:pt x="122" y="0"/>
                        <a:pt x="138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3" name="Google Shape;6483;p71">
                  <a:extLst>
                    <a:ext uri="{FF2B5EF4-FFF2-40B4-BE49-F238E27FC236}">
                      <a16:creationId xmlns:a16="http://schemas.microsoft.com/office/drawing/2014/main" id="{E960ED47-2381-77ED-3066-933F27C4BA04}"/>
                    </a:ext>
                  </a:extLst>
                </p:cNvPr>
                <p:cNvSpPr/>
                <p:nvPr/>
              </p:nvSpPr>
              <p:spPr>
                <a:xfrm>
                  <a:off x="3770405" y="1860552"/>
                  <a:ext cx="13707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9" extrusionOk="0">
                      <a:moveTo>
                        <a:pt x="101" y="0"/>
                      </a:moveTo>
                      <a:cubicBezTo>
                        <a:pt x="85" y="17"/>
                        <a:pt x="85" y="17"/>
                        <a:pt x="69" y="17"/>
                      </a:cubicBezTo>
                      <a:cubicBezTo>
                        <a:pt x="53" y="17"/>
                        <a:pt x="53" y="17"/>
                        <a:pt x="37" y="33"/>
                      </a:cubicBezTo>
                      <a:lnTo>
                        <a:pt x="0" y="33"/>
                      </a:lnTo>
                      <a:lnTo>
                        <a:pt x="0" y="49"/>
                      </a:lnTo>
                      <a:lnTo>
                        <a:pt x="53" y="49"/>
                      </a:lnTo>
                      <a:lnTo>
                        <a:pt x="69" y="33"/>
                      </a:lnTo>
                      <a:cubicBezTo>
                        <a:pt x="85" y="33"/>
                        <a:pt x="101" y="17"/>
                        <a:pt x="101" y="17"/>
                      </a:cubicBezTo>
                      <a:cubicBezTo>
                        <a:pt x="118" y="17"/>
                        <a:pt x="118" y="17"/>
                        <a:pt x="1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4" name="Google Shape;6484;p71">
                  <a:extLst>
                    <a:ext uri="{FF2B5EF4-FFF2-40B4-BE49-F238E27FC236}">
                      <a16:creationId xmlns:a16="http://schemas.microsoft.com/office/drawing/2014/main" id="{D9E68739-9DDD-49E6-3091-D0C1A89DDBA5}"/>
                    </a:ext>
                  </a:extLst>
                </p:cNvPr>
                <p:cNvSpPr/>
                <p:nvPr/>
              </p:nvSpPr>
              <p:spPr>
                <a:xfrm>
                  <a:off x="3804076" y="1853699"/>
                  <a:ext cx="10131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34" extrusionOk="0">
                      <a:moveTo>
                        <a:pt x="65" y="1"/>
                      </a:moveTo>
                      <a:cubicBezTo>
                        <a:pt x="49" y="17"/>
                        <a:pt x="49" y="17"/>
                        <a:pt x="33" y="17"/>
                      </a:cubicBezTo>
                      <a:cubicBezTo>
                        <a:pt x="17" y="17"/>
                        <a:pt x="17" y="17"/>
                        <a:pt x="1" y="33"/>
                      </a:cubicBezTo>
                      <a:cubicBezTo>
                        <a:pt x="33" y="33"/>
                        <a:pt x="49" y="33"/>
                        <a:pt x="65" y="17"/>
                      </a:cubicBezTo>
                      <a:lnTo>
                        <a:pt x="102" y="17"/>
                      </a:lnTo>
                      <a:lnTo>
                        <a:pt x="1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5" name="Google Shape;6485;p71">
                  <a:extLst>
                    <a:ext uri="{FF2B5EF4-FFF2-40B4-BE49-F238E27FC236}">
                      <a16:creationId xmlns:a16="http://schemas.microsoft.com/office/drawing/2014/main" id="{1995B7F6-254F-1DDD-25B6-0AD47EB02AC0}"/>
                    </a:ext>
                  </a:extLst>
                </p:cNvPr>
                <p:cNvSpPr/>
                <p:nvPr/>
              </p:nvSpPr>
              <p:spPr>
                <a:xfrm>
                  <a:off x="3770405" y="1872173"/>
                  <a:ext cx="1172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" h="33" extrusionOk="0">
                      <a:moveTo>
                        <a:pt x="37" y="1"/>
                      </a:moveTo>
                      <a:cubicBezTo>
                        <a:pt x="37" y="17"/>
                        <a:pt x="17" y="17"/>
                        <a:pt x="17" y="17"/>
                      </a:cubicBez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37" y="33"/>
                      </a:lnTo>
                      <a:cubicBezTo>
                        <a:pt x="53" y="33"/>
                        <a:pt x="53" y="33"/>
                        <a:pt x="69" y="17"/>
                      </a:cubicBezTo>
                      <a:lnTo>
                        <a:pt x="101" y="17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6" name="Google Shape;6486;p71">
                  <a:extLst>
                    <a:ext uri="{FF2B5EF4-FFF2-40B4-BE49-F238E27FC236}">
                      <a16:creationId xmlns:a16="http://schemas.microsoft.com/office/drawing/2014/main" id="{EF6D79AD-93B1-4E9A-51E4-B3D7C7470710}"/>
                    </a:ext>
                  </a:extLst>
                </p:cNvPr>
                <p:cNvSpPr/>
                <p:nvPr/>
              </p:nvSpPr>
              <p:spPr>
                <a:xfrm>
                  <a:off x="3770405" y="1880616"/>
                  <a:ext cx="27016" cy="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65" extrusionOk="0">
                      <a:moveTo>
                        <a:pt x="219" y="0"/>
                      </a:moveTo>
                      <a:cubicBezTo>
                        <a:pt x="186" y="0"/>
                        <a:pt x="170" y="0"/>
                        <a:pt x="154" y="17"/>
                      </a:cubicBezTo>
                      <a:cubicBezTo>
                        <a:pt x="118" y="17"/>
                        <a:pt x="101" y="17"/>
                        <a:pt x="85" y="33"/>
                      </a:cubicBezTo>
                      <a:cubicBezTo>
                        <a:pt x="53" y="33"/>
                        <a:pt x="53" y="33"/>
                        <a:pt x="37" y="49"/>
                      </a:cubicBezTo>
                      <a:lnTo>
                        <a:pt x="17" y="49"/>
                      </a:lnTo>
                      <a:cubicBezTo>
                        <a:pt x="0" y="65"/>
                        <a:pt x="17" y="65"/>
                        <a:pt x="17" y="65"/>
                      </a:cubicBezTo>
                      <a:lnTo>
                        <a:pt x="37" y="65"/>
                      </a:lnTo>
                      <a:cubicBezTo>
                        <a:pt x="53" y="65"/>
                        <a:pt x="69" y="49"/>
                        <a:pt x="85" y="49"/>
                      </a:cubicBezTo>
                      <a:cubicBezTo>
                        <a:pt x="101" y="49"/>
                        <a:pt x="118" y="33"/>
                        <a:pt x="154" y="33"/>
                      </a:cubicBezTo>
                      <a:cubicBezTo>
                        <a:pt x="170" y="33"/>
                        <a:pt x="170" y="33"/>
                        <a:pt x="186" y="17"/>
                      </a:cubicBezTo>
                      <a:lnTo>
                        <a:pt x="255" y="17"/>
                      </a:lnTo>
                      <a:cubicBezTo>
                        <a:pt x="255" y="0"/>
                        <a:pt x="271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7" name="Google Shape;6487;p71">
                  <a:extLst>
                    <a:ext uri="{FF2B5EF4-FFF2-40B4-BE49-F238E27FC236}">
                      <a16:creationId xmlns:a16="http://schemas.microsoft.com/office/drawing/2014/main" id="{0FF00C90-698B-8735-EC13-5E33906776DF}"/>
                    </a:ext>
                  </a:extLst>
                </p:cNvPr>
                <p:cNvSpPr/>
                <p:nvPr/>
              </p:nvSpPr>
              <p:spPr>
                <a:xfrm>
                  <a:off x="3771994" y="1895415"/>
                  <a:ext cx="16985" cy="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54" extrusionOk="0">
                      <a:moveTo>
                        <a:pt x="122" y="1"/>
                      </a:moveTo>
                      <a:cubicBezTo>
                        <a:pt x="102" y="1"/>
                        <a:pt x="69" y="17"/>
                        <a:pt x="37" y="17"/>
                      </a:cubicBezTo>
                      <a:cubicBezTo>
                        <a:pt x="21" y="33"/>
                        <a:pt x="1" y="33"/>
                        <a:pt x="1" y="33"/>
                      </a:cubicBezTo>
                      <a:lnTo>
                        <a:pt x="1" y="53"/>
                      </a:lnTo>
                      <a:lnTo>
                        <a:pt x="53" y="53"/>
                      </a:lnTo>
                      <a:cubicBezTo>
                        <a:pt x="53" y="33"/>
                        <a:pt x="69" y="33"/>
                        <a:pt x="85" y="33"/>
                      </a:cubicBezTo>
                      <a:cubicBezTo>
                        <a:pt x="102" y="33"/>
                        <a:pt x="122" y="17"/>
                        <a:pt x="122" y="17"/>
                      </a:cubicBezTo>
                      <a:lnTo>
                        <a:pt x="170" y="17"/>
                      </a:lnTo>
                      <a:lnTo>
                        <a:pt x="1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8" name="Google Shape;6488;p71">
                  <a:extLst>
                    <a:ext uri="{FF2B5EF4-FFF2-40B4-BE49-F238E27FC236}">
                      <a16:creationId xmlns:a16="http://schemas.microsoft.com/office/drawing/2014/main" id="{29CFBC3D-5112-1B26-3762-ABD2602B55C2}"/>
                    </a:ext>
                  </a:extLst>
                </p:cNvPr>
                <p:cNvSpPr/>
                <p:nvPr/>
              </p:nvSpPr>
              <p:spPr>
                <a:xfrm>
                  <a:off x="3770405" y="1908725"/>
                  <a:ext cx="16985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37" extrusionOk="0">
                      <a:moveTo>
                        <a:pt x="138" y="0"/>
                      </a:moveTo>
                      <a:cubicBezTo>
                        <a:pt x="118" y="0"/>
                        <a:pt x="101" y="20"/>
                        <a:pt x="85" y="20"/>
                      </a:cubicBezTo>
                      <a:lnTo>
                        <a:pt x="17" y="20"/>
                      </a:lnTo>
                      <a:cubicBezTo>
                        <a:pt x="0" y="20"/>
                        <a:pt x="0" y="20"/>
                        <a:pt x="0" y="36"/>
                      </a:cubicBezTo>
                      <a:lnTo>
                        <a:pt x="85" y="36"/>
                      </a:lnTo>
                      <a:cubicBezTo>
                        <a:pt x="101" y="36"/>
                        <a:pt x="118" y="20"/>
                        <a:pt x="138" y="20"/>
                      </a:cubicBezTo>
                      <a:lnTo>
                        <a:pt x="170" y="20"/>
                      </a:lnTo>
                      <a:cubicBezTo>
                        <a:pt x="154" y="20"/>
                        <a:pt x="154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89" name="Google Shape;6489;p71">
                  <a:extLst>
                    <a:ext uri="{FF2B5EF4-FFF2-40B4-BE49-F238E27FC236}">
                      <a16:creationId xmlns:a16="http://schemas.microsoft.com/office/drawing/2014/main" id="{46028574-787F-8B42-5F50-3488A76C4B00}"/>
                    </a:ext>
                  </a:extLst>
                </p:cNvPr>
                <p:cNvSpPr/>
                <p:nvPr/>
              </p:nvSpPr>
              <p:spPr>
                <a:xfrm>
                  <a:off x="3768816" y="1922332"/>
                  <a:ext cx="20163" cy="3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40" extrusionOk="0">
                      <a:moveTo>
                        <a:pt x="154" y="0"/>
                      </a:moveTo>
                      <a:cubicBezTo>
                        <a:pt x="134" y="0"/>
                        <a:pt x="117" y="17"/>
                        <a:pt x="101" y="17"/>
                      </a:cubicBezTo>
                      <a:lnTo>
                        <a:pt x="53" y="17"/>
                      </a:lnTo>
                      <a:cubicBezTo>
                        <a:pt x="0" y="17"/>
                        <a:pt x="0" y="33"/>
                        <a:pt x="0" y="33"/>
                      </a:cubicBezTo>
                      <a:cubicBezTo>
                        <a:pt x="0" y="33"/>
                        <a:pt x="0" y="40"/>
                        <a:pt x="16" y="40"/>
                      </a:cubicBezTo>
                      <a:cubicBezTo>
                        <a:pt x="24" y="40"/>
                        <a:pt x="35" y="38"/>
                        <a:pt x="53" y="33"/>
                      </a:cubicBezTo>
                      <a:cubicBezTo>
                        <a:pt x="85" y="33"/>
                        <a:pt x="134" y="33"/>
                        <a:pt x="170" y="17"/>
                      </a:cubicBezTo>
                      <a:lnTo>
                        <a:pt x="202" y="17"/>
                      </a:lnTo>
                      <a:cubicBezTo>
                        <a:pt x="186" y="17"/>
                        <a:pt x="170" y="0"/>
                        <a:pt x="1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0" name="Google Shape;6490;p71">
                  <a:extLst>
                    <a:ext uri="{FF2B5EF4-FFF2-40B4-BE49-F238E27FC236}">
                      <a16:creationId xmlns:a16="http://schemas.microsoft.com/office/drawing/2014/main" id="{2B490029-D727-521D-3FDA-B0A540290C50}"/>
                    </a:ext>
                  </a:extLst>
                </p:cNvPr>
                <p:cNvSpPr/>
                <p:nvPr/>
              </p:nvSpPr>
              <p:spPr>
                <a:xfrm>
                  <a:off x="3795634" y="1922332"/>
                  <a:ext cx="11820" cy="3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33" extrusionOk="0">
                      <a:moveTo>
                        <a:pt x="86" y="0"/>
                      </a:moveTo>
                      <a:cubicBezTo>
                        <a:pt x="66" y="17"/>
                        <a:pt x="66" y="17"/>
                        <a:pt x="49" y="17"/>
                      </a:cubicBezTo>
                      <a:lnTo>
                        <a:pt x="17" y="17"/>
                      </a:lnTo>
                      <a:cubicBezTo>
                        <a:pt x="17" y="17"/>
                        <a:pt x="17" y="33"/>
                        <a:pt x="1" y="33"/>
                      </a:cubicBezTo>
                      <a:lnTo>
                        <a:pt x="86" y="33"/>
                      </a:lnTo>
                      <a:lnTo>
                        <a:pt x="118" y="17"/>
                      </a:lnTo>
                      <a:cubicBezTo>
                        <a:pt x="118" y="17"/>
                        <a:pt x="118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1" name="Google Shape;6491;p71">
                  <a:extLst>
                    <a:ext uri="{FF2B5EF4-FFF2-40B4-BE49-F238E27FC236}">
                      <a16:creationId xmlns:a16="http://schemas.microsoft.com/office/drawing/2014/main" id="{4DC9E642-33ED-B12F-28FC-3264F27D10A0}"/>
                    </a:ext>
                  </a:extLst>
                </p:cNvPr>
                <p:cNvSpPr/>
                <p:nvPr/>
              </p:nvSpPr>
              <p:spPr>
                <a:xfrm>
                  <a:off x="3770405" y="1933953"/>
                  <a:ext cx="18574" cy="2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24" extrusionOk="0">
                      <a:moveTo>
                        <a:pt x="69" y="1"/>
                      </a:moveTo>
                      <a:lnTo>
                        <a:pt x="0" y="17"/>
                      </a:lnTo>
                      <a:cubicBezTo>
                        <a:pt x="0" y="17"/>
                        <a:pt x="0" y="24"/>
                        <a:pt x="21" y="24"/>
                      </a:cubicBezTo>
                      <a:cubicBezTo>
                        <a:pt x="31" y="24"/>
                        <a:pt x="46" y="22"/>
                        <a:pt x="69" y="17"/>
                      </a:cubicBezTo>
                      <a:lnTo>
                        <a:pt x="118" y="17"/>
                      </a:lnTo>
                      <a:cubicBezTo>
                        <a:pt x="138" y="17"/>
                        <a:pt x="170" y="1"/>
                        <a:pt x="1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2" name="Google Shape;6492;p71">
                  <a:extLst>
                    <a:ext uri="{FF2B5EF4-FFF2-40B4-BE49-F238E27FC236}">
                      <a16:creationId xmlns:a16="http://schemas.microsoft.com/office/drawing/2014/main" id="{2EE42726-874A-4C06-827E-D713D273FC96}"/>
                    </a:ext>
                  </a:extLst>
                </p:cNvPr>
                <p:cNvSpPr/>
                <p:nvPr/>
              </p:nvSpPr>
              <p:spPr>
                <a:xfrm>
                  <a:off x="3817386" y="1686435"/>
                  <a:ext cx="6853" cy="98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994" extrusionOk="0">
                      <a:moveTo>
                        <a:pt x="32" y="0"/>
                      </a:moveTo>
                      <a:lnTo>
                        <a:pt x="32" y="255"/>
                      </a:lnTo>
                      <a:lnTo>
                        <a:pt x="32" y="505"/>
                      </a:lnTo>
                      <a:lnTo>
                        <a:pt x="32" y="558"/>
                      </a:lnTo>
                      <a:lnTo>
                        <a:pt x="32" y="590"/>
                      </a:lnTo>
                      <a:lnTo>
                        <a:pt x="32" y="622"/>
                      </a:lnTo>
                      <a:cubicBezTo>
                        <a:pt x="32" y="659"/>
                        <a:pt x="16" y="691"/>
                        <a:pt x="16" y="723"/>
                      </a:cubicBezTo>
                      <a:cubicBezTo>
                        <a:pt x="16" y="792"/>
                        <a:pt x="0" y="844"/>
                        <a:pt x="16" y="893"/>
                      </a:cubicBezTo>
                      <a:lnTo>
                        <a:pt x="16" y="962"/>
                      </a:lnTo>
                      <a:cubicBezTo>
                        <a:pt x="16" y="978"/>
                        <a:pt x="32" y="978"/>
                        <a:pt x="32" y="978"/>
                      </a:cubicBezTo>
                      <a:lnTo>
                        <a:pt x="32" y="994"/>
                      </a:lnTo>
                      <a:lnTo>
                        <a:pt x="49" y="978"/>
                      </a:lnTo>
                      <a:lnTo>
                        <a:pt x="32" y="962"/>
                      </a:lnTo>
                      <a:lnTo>
                        <a:pt x="32" y="893"/>
                      </a:lnTo>
                      <a:cubicBezTo>
                        <a:pt x="32" y="861"/>
                        <a:pt x="49" y="808"/>
                        <a:pt x="49" y="743"/>
                      </a:cubicBezTo>
                      <a:cubicBezTo>
                        <a:pt x="49" y="707"/>
                        <a:pt x="69" y="659"/>
                        <a:pt x="69" y="622"/>
                      </a:cubicBezTo>
                      <a:lnTo>
                        <a:pt x="69" y="590"/>
                      </a:lnTo>
                      <a:lnTo>
                        <a:pt x="69" y="558"/>
                      </a:lnTo>
                      <a:lnTo>
                        <a:pt x="69" y="505"/>
                      </a:lnTo>
                      <a:cubicBezTo>
                        <a:pt x="69" y="420"/>
                        <a:pt x="49" y="339"/>
                        <a:pt x="49" y="255"/>
                      </a:cubicBezTo>
                      <a:cubicBezTo>
                        <a:pt x="49" y="117"/>
                        <a:pt x="32" y="0"/>
                        <a:pt x="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3" name="Google Shape;6493;p71">
                  <a:extLst>
                    <a:ext uri="{FF2B5EF4-FFF2-40B4-BE49-F238E27FC236}">
                      <a16:creationId xmlns:a16="http://schemas.microsoft.com/office/drawing/2014/main" id="{066A4EA0-3C17-BA03-7D43-014097D8F2C7}"/>
                    </a:ext>
                  </a:extLst>
                </p:cNvPr>
                <p:cNvSpPr/>
                <p:nvPr/>
              </p:nvSpPr>
              <p:spPr>
                <a:xfrm>
                  <a:off x="3875888" y="1442493"/>
                  <a:ext cx="1788" cy="1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34" extrusionOk="0">
                      <a:moveTo>
                        <a:pt x="17" y="0"/>
                      </a:moveTo>
                      <a:cubicBezTo>
                        <a:pt x="17" y="0"/>
                        <a:pt x="1" y="0"/>
                        <a:pt x="1" y="32"/>
                      </a:cubicBezTo>
                      <a:lnTo>
                        <a:pt x="1" y="101"/>
                      </a:lnTo>
                      <a:lnTo>
                        <a:pt x="1" y="133"/>
                      </a:lnTo>
                      <a:cubicBezTo>
                        <a:pt x="1" y="133"/>
                        <a:pt x="17" y="117"/>
                        <a:pt x="17" y="101"/>
                      </a:cubicBezTo>
                      <a:lnTo>
                        <a:pt x="17" y="69"/>
                      </a:lnTo>
                      <a:lnTo>
                        <a:pt x="17" y="3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4" name="Google Shape;6494;p71">
                  <a:extLst>
                    <a:ext uri="{FF2B5EF4-FFF2-40B4-BE49-F238E27FC236}">
                      <a16:creationId xmlns:a16="http://schemas.microsoft.com/office/drawing/2014/main" id="{62131563-54CF-8942-5EC7-BD61F744E41A}"/>
                    </a:ext>
                  </a:extLst>
                </p:cNvPr>
                <p:cNvSpPr/>
                <p:nvPr/>
              </p:nvSpPr>
              <p:spPr>
                <a:xfrm>
                  <a:off x="4032822" y="1816849"/>
                  <a:ext cx="97140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69" extrusionOk="0">
                      <a:moveTo>
                        <a:pt x="0" y="0"/>
                      </a:moveTo>
                      <a:cubicBezTo>
                        <a:pt x="0" y="0"/>
                        <a:pt x="122" y="16"/>
                        <a:pt x="271" y="16"/>
                      </a:cubicBezTo>
                      <a:cubicBezTo>
                        <a:pt x="340" y="36"/>
                        <a:pt x="425" y="36"/>
                        <a:pt x="489" y="36"/>
                      </a:cubicBezTo>
                      <a:cubicBezTo>
                        <a:pt x="542" y="53"/>
                        <a:pt x="574" y="53"/>
                        <a:pt x="606" y="53"/>
                      </a:cubicBezTo>
                      <a:lnTo>
                        <a:pt x="728" y="53"/>
                      </a:lnTo>
                      <a:cubicBezTo>
                        <a:pt x="792" y="53"/>
                        <a:pt x="845" y="53"/>
                        <a:pt x="877" y="69"/>
                      </a:cubicBezTo>
                      <a:lnTo>
                        <a:pt x="978" y="69"/>
                      </a:lnTo>
                      <a:cubicBezTo>
                        <a:pt x="978" y="69"/>
                        <a:pt x="978" y="53"/>
                        <a:pt x="946" y="53"/>
                      </a:cubicBezTo>
                      <a:cubicBezTo>
                        <a:pt x="946" y="36"/>
                        <a:pt x="929" y="36"/>
                        <a:pt x="929" y="36"/>
                      </a:cubicBezTo>
                      <a:lnTo>
                        <a:pt x="877" y="36"/>
                      </a:lnTo>
                      <a:cubicBezTo>
                        <a:pt x="845" y="16"/>
                        <a:pt x="792" y="16"/>
                        <a:pt x="728" y="16"/>
                      </a:cubicBezTo>
                      <a:lnTo>
                        <a:pt x="505" y="16"/>
                      </a:lnTo>
                      <a:cubicBezTo>
                        <a:pt x="425" y="0"/>
                        <a:pt x="340" y="0"/>
                        <a:pt x="2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5" name="Google Shape;6495;p71">
                  <a:extLst>
                    <a:ext uri="{FF2B5EF4-FFF2-40B4-BE49-F238E27FC236}">
                      <a16:creationId xmlns:a16="http://schemas.microsoft.com/office/drawing/2014/main" id="{3621BD54-0447-99BD-8F9A-6AC87AD5FAA4}"/>
                    </a:ext>
                  </a:extLst>
                </p:cNvPr>
                <p:cNvSpPr/>
                <p:nvPr/>
              </p:nvSpPr>
              <p:spPr>
                <a:xfrm>
                  <a:off x="3818975" y="1783476"/>
                  <a:ext cx="105582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3" h="151" extrusionOk="0">
                      <a:moveTo>
                        <a:pt x="33" y="1"/>
                      </a:moveTo>
                      <a:cubicBezTo>
                        <a:pt x="33" y="17"/>
                        <a:pt x="16" y="17"/>
                        <a:pt x="16" y="17"/>
                      </a:cubicBezTo>
                      <a:lnTo>
                        <a:pt x="0" y="17"/>
                      </a:lnTo>
                      <a:lnTo>
                        <a:pt x="0" y="33"/>
                      </a:lnTo>
                      <a:lnTo>
                        <a:pt x="202" y="33"/>
                      </a:lnTo>
                      <a:cubicBezTo>
                        <a:pt x="218" y="33"/>
                        <a:pt x="255" y="33"/>
                        <a:pt x="271" y="49"/>
                      </a:cubicBezTo>
                      <a:cubicBezTo>
                        <a:pt x="303" y="49"/>
                        <a:pt x="356" y="49"/>
                        <a:pt x="388" y="69"/>
                      </a:cubicBezTo>
                      <a:cubicBezTo>
                        <a:pt x="437" y="69"/>
                        <a:pt x="473" y="69"/>
                        <a:pt x="521" y="86"/>
                      </a:cubicBezTo>
                      <a:cubicBezTo>
                        <a:pt x="606" y="86"/>
                        <a:pt x="691" y="102"/>
                        <a:pt x="776" y="118"/>
                      </a:cubicBezTo>
                      <a:cubicBezTo>
                        <a:pt x="941" y="134"/>
                        <a:pt x="1063" y="150"/>
                        <a:pt x="1063" y="150"/>
                      </a:cubicBezTo>
                      <a:cubicBezTo>
                        <a:pt x="1063" y="150"/>
                        <a:pt x="941" y="118"/>
                        <a:pt x="776" y="102"/>
                      </a:cubicBezTo>
                      <a:cubicBezTo>
                        <a:pt x="691" y="86"/>
                        <a:pt x="606" y="69"/>
                        <a:pt x="521" y="49"/>
                      </a:cubicBezTo>
                      <a:cubicBezTo>
                        <a:pt x="473" y="33"/>
                        <a:pt x="437" y="33"/>
                        <a:pt x="388" y="33"/>
                      </a:cubicBezTo>
                      <a:cubicBezTo>
                        <a:pt x="356" y="17"/>
                        <a:pt x="319" y="17"/>
                        <a:pt x="271" y="17"/>
                      </a:cubicBezTo>
                      <a:cubicBezTo>
                        <a:pt x="255" y="1"/>
                        <a:pt x="218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6" name="Google Shape;6496;p71">
                  <a:extLst>
                    <a:ext uri="{FF2B5EF4-FFF2-40B4-BE49-F238E27FC236}">
                      <a16:creationId xmlns:a16="http://schemas.microsoft.com/office/drawing/2014/main" id="{76AC6347-1AE7-E696-35E6-2D36A2F4C1B6}"/>
                    </a:ext>
                  </a:extLst>
                </p:cNvPr>
                <p:cNvSpPr/>
                <p:nvPr/>
              </p:nvSpPr>
              <p:spPr>
                <a:xfrm>
                  <a:off x="4111487" y="1823206"/>
                  <a:ext cx="3675" cy="9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946" extrusionOk="0">
                      <a:moveTo>
                        <a:pt x="19" y="1"/>
                      </a:moveTo>
                      <a:cubicBezTo>
                        <a:pt x="16" y="1"/>
                        <a:pt x="16" y="5"/>
                        <a:pt x="16" y="21"/>
                      </a:cubicBezTo>
                      <a:lnTo>
                        <a:pt x="16" y="90"/>
                      </a:lnTo>
                      <a:cubicBezTo>
                        <a:pt x="16" y="122"/>
                        <a:pt x="0" y="174"/>
                        <a:pt x="0" y="239"/>
                      </a:cubicBezTo>
                      <a:cubicBezTo>
                        <a:pt x="0" y="376"/>
                        <a:pt x="16" y="542"/>
                        <a:pt x="16" y="696"/>
                      </a:cubicBezTo>
                      <a:lnTo>
                        <a:pt x="16" y="946"/>
                      </a:lnTo>
                      <a:cubicBezTo>
                        <a:pt x="16" y="946"/>
                        <a:pt x="37" y="845"/>
                        <a:pt x="37" y="696"/>
                      </a:cubicBezTo>
                      <a:lnTo>
                        <a:pt x="37" y="239"/>
                      </a:lnTo>
                      <a:lnTo>
                        <a:pt x="37" y="90"/>
                      </a:lnTo>
                      <a:lnTo>
                        <a:pt x="37" y="21"/>
                      </a:lnTo>
                      <a:lnTo>
                        <a:pt x="37" y="5"/>
                      </a:lnTo>
                      <a:cubicBezTo>
                        <a:pt x="26" y="5"/>
                        <a:pt x="21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7" name="Google Shape;6497;p71">
                  <a:extLst>
                    <a:ext uri="{FF2B5EF4-FFF2-40B4-BE49-F238E27FC236}">
                      <a16:creationId xmlns:a16="http://schemas.microsoft.com/office/drawing/2014/main" id="{214BAC28-AB94-28FD-B2C1-FDF975C6BDCF}"/>
                    </a:ext>
                  </a:extLst>
                </p:cNvPr>
                <p:cNvSpPr/>
                <p:nvPr/>
              </p:nvSpPr>
              <p:spPr>
                <a:xfrm>
                  <a:off x="4111487" y="1892237"/>
                  <a:ext cx="3675" cy="4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53" extrusionOk="0">
                      <a:moveTo>
                        <a:pt x="16" y="1"/>
                      </a:moveTo>
                      <a:cubicBezTo>
                        <a:pt x="16" y="1"/>
                        <a:pt x="16" y="49"/>
                        <a:pt x="0" y="118"/>
                      </a:cubicBezTo>
                      <a:lnTo>
                        <a:pt x="0" y="235"/>
                      </a:lnTo>
                      <a:lnTo>
                        <a:pt x="0" y="336"/>
                      </a:lnTo>
                      <a:lnTo>
                        <a:pt x="0" y="404"/>
                      </a:lnTo>
                      <a:lnTo>
                        <a:pt x="0" y="437"/>
                      </a:lnTo>
                      <a:lnTo>
                        <a:pt x="16" y="453"/>
                      </a:lnTo>
                      <a:lnTo>
                        <a:pt x="37" y="437"/>
                      </a:lnTo>
                      <a:lnTo>
                        <a:pt x="37" y="404"/>
                      </a:lnTo>
                      <a:lnTo>
                        <a:pt x="37" y="336"/>
                      </a:lnTo>
                      <a:lnTo>
                        <a:pt x="37" y="235"/>
                      </a:lnTo>
                      <a:cubicBezTo>
                        <a:pt x="37" y="202"/>
                        <a:pt x="37" y="150"/>
                        <a:pt x="16" y="118"/>
                      </a:cubicBez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8" name="Google Shape;6498;p71">
                  <a:extLst>
                    <a:ext uri="{FF2B5EF4-FFF2-40B4-BE49-F238E27FC236}">
                      <a16:creationId xmlns:a16="http://schemas.microsoft.com/office/drawing/2014/main" id="{124AB20B-C83C-B995-1A62-E0592F96B0BD}"/>
                    </a:ext>
                  </a:extLst>
                </p:cNvPr>
                <p:cNvSpPr/>
                <p:nvPr/>
              </p:nvSpPr>
              <p:spPr>
                <a:xfrm>
                  <a:off x="4126684" y="1710075"/>
                  <a:ext cx="4966" cy="113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144" extrusionOk="0">
                      <a:moveTo>
                        <a:pt x="49" y="0"/>
                      </a:moveTo>
                      <a:cubicBezTo>
                        <a:pt x="49" y="33"/>
                        <a:pt x="49" y="65"/>
                        <a:pt x="33" y="101"/>
                      </a:cubicBezTo>
                      <a:lnTo>
                        <a:pt x="33" y="235"/>
                      </a:lnTo>
                      <a:cubicBezTo>
                        <a:pt x="33" y="320"/>
                        <a:pt x="17" y="437"/>
                        <a:pt x="17" y="538"/>
                      </a:cubicBezTo>
                      <a:lnTo>
                        <a:pt x="17" y="671"/>
                      </a:lnTo>
                      <a:cubicBezTo>
                        <a:pt x="17" y="724"/>
                        <a:pt x="1" y="772"/>
                        <a:pt x="1" y="825"/>
                      </a:cubicBezTo>
                      <a:lnTo>
                        <a:pt x="1" y="926"/>
                      </a:lnTo>
                      <a:lnTo>
                        <a:pt x="1" y="1010"/>
                      </a:lnTo>
                      <a:lnTo>
                        <a:pt x="1" y="1111"/>
                      </a:lnTo>
                      <a:lnTo>
                        <a:pt x="1" y="1128"/>
                      </a:lnTo>
                      <a:lnTo>
                        <a:pt x="17" y="1144"/>
                      </a:lnTo>
                      <a:lnTo>
                        <a:pt x="17" y="1128"/>
                      </a:lnTo>
                      <a:lnTo>
                        <a:pt x="17" y="1111"/>
                      </a:lnTo>
                      <a:cubicBezTo>
                        <a:pt x="17" y="1091"/>
                        <a:pt x="33" y="1059"/>
                        <a:pt x="33" y="1010"/>
                      </a:cubicBezTo>
                      <a:lnTo>
                        <a:pt x="33" y="926"/>
                      </a:lnTo>
                      <a:lnTo>
                        <a:pt x="33" y="825"/>
                      </a:lnTo>
                      <a:cubicBezTo>
                        <a:pt x="33" y="772"/>
                        <a:pt x="33" y="724"/>
                        <a:pt x="49" y="687"/>
                      </a:cubicBezTo>
                      <a:lnTo>
                        <a:pt x="49" y="538"/>
                      </a:lnTo>
                      <a:lnTo>
                        <a:pt x="49" y="235"/>
                      </a:lnTo>
                      <a:lnTo>
                        <a:pt x="49" y="101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499" name="Google Shape;6499;p71">
                  <a:extLst>
                    <a:ext uri="{FF2B5EF4-FFF2-40B4-BE49-F238E27FC236}">
                      <a16:creationId xmlns:a16="http://schemas.microsoft.com/office/drawing/2014/main" id="{E268DF5C-19E1-4FB1-A4A7-27AE5E6B2A8E}"/>
                    </a:ext>
                  </a:extLst>
                </p:cNvPr>
                <p:cNvSpPr/>
                <p:nvPr/>
              </p:nvSpPr>
              <p:spPr>
                <a:xfrm>
                  <a:off x="3912440" y="1830456"/>
                  <a:ext cx="3675" cy="4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05" extrusionOk="0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0" y="49"/>
                      </a:lnTo>
                      <a:lnTo>
                        <a:pt x="0" y="65"/>
                      </a:lnTo>
                      <a:lnTo>
                        <a:pt x="0" y="81"/>
                      </a:lnTo>
                      <a:lnTo>
                        <a:pt x="0" y="118"/>
                      </a:lnTo>
                      <a:lnTo>
                        <a:pt x="0" y="320"/>
                      </a:lnTo>
                      <a:cubicBezTo>
                        <a:pt x="0" y="352"/>
                        <a:pt x="21" y="384"/>
                        <a:pt x="21" y="404"/>
                      </a:cubicBezTo>
                      <a:lnTo>
                        <a:pt x="21" y="320"/>
                      </a:lnTo>
                      <a:cubicBezTo>
                        <a:pt x="37" y="251"/>
                        <a:pt x="37" y="166"/>
                        <a:pt x="37" y="118"/>
                      </a:cubicBezTo>
                      <a:lnTo>
                        <a:pt x="37" y="81"/>
                      </a:lnTo>
                      <a:lnTo>
                        <a:pt x="37" y="65"/>
                      </a:lnTo>
                      <a:cubicBezTo>
                        <a:pt x="37" y="49"/>
                        <a:pt x="37" y="49"/>
                        <a:pt x="21" y="33"/>
                      </a:cubicBezTo>
                      <a:lnTo>
                        <a:pt x="21" y="17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0" name="Google Shape;6500;p71">
                  <a:extLst>
                    <a:ext uri="{FF2B5EF4-FFF2-40B4-BE49-F238E27FC236}">
                      <a16:creationId xmlns:a16="http://schemas.microsoft.com/office/drawing/2014/main" id="{6EE5E746-9876-39A7-7F31-80A65F3E4A02}"/>
                    </a:ext>
                  </a:extLst>
                </p:cNvPr>
                <p:cNvSpPr/>
                <p:nvPr/>
              </p:nvSpPr>
              <p:spPr>
                <a:xfrm>
                  <a:off x="3912440" y="1830456"/>
                  <a:ext cx="28606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" h="49" extrusionOk="0">
                      <a:moveTo>
                        <a:pt x="37" y="0"/>
                      </a:moveTo>
                      <a:cubicBezTo>
                        <a:pt x="21" y="0"/>
                        <a:pt x="21" y="17"/>
                        <a:pt x="21" y="17"/>
                      </a:cubicBezTo>
                      <a:lnTo>
                        <a:pt x="0" y="17"/>
                      </a:lnTo>
                      <a:lnTo>
                        <a:pt x="21" y="33"/>
                      </a:lnTo>
                      <a:lnTo>
                        <a:pt x="138" y="33"/>
                      </a:lnTo>
                      <a:cubicBezTo>
                        <a:pt x="170" y="49"/>
                        <a:pt x="186" y="49"/>
                        <a:pt x="202" y="49"/>
                      </a:cubicBezTo>
                      <a:cubicBezTo>
                        <a:pt x="255" y="49"/>
                        <a:pt x="287" y="33"/>
                        <a:pt x="287" y="33"/>
                      </a:cubicBezTo>
                      <a:lnTo>
                        <a:pt x="202" y="33"/>
                      </a:lnTo>
                      <a:cubicBezTo>
                        <a:pt x="186" y="17"/>
                        <a:pt x="170" y="17"/>
                        <a:pt x="138" y="17"/>
                      </a:cubicBezTo>
                      <a:cubicBezTo>
                        <a:pt x="122" y="0"/>
                        <a:pt x="101" y="0"/>
                        <a:pt x="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1" name="Google Shape;6501;p71">
                  <a:extLst>
                    <a:ext uri="{FF2B5EF4-FFF2-40B4-BE49-F238E27FC236}">
                      <a16:creationId xmlns:a16="http://schemas.microsoft.com/office/drawing/2014/main" id="{073E9ADC-14FA-2373-2506-CF01FB8CB270}"/>
                    </a:ext>
                  </a:extLst>
                </p:cNvPr>
                <p:cNvSpPr/>
                <p:nvPr/>
              </p:nvSpPr>
              <p:spPr>
                <a:xfrm>
                  <a:off x="4027955" y="1845256"/>
                  <a:ext cx="3377" cy="47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74" extrusionOk="0">
                      <a:moveTo>
                        <a:pt x="17" y="1"/>
                      </a:moveTo>
                      <a:lnTo>
                        <a:pt x="17" y="17"/>
                      </a:lnTo>
                      <a:cubicBezTo>
                        <a:pt x="17" y="33"/>
                        <a:pt x="1" y="70"/>
                        <a:pt x="1" y="134"/>
                      </a:cubicBezTo>
                      <a:lnTo>
                        <a:pt x="1" y="235"/>
                      </a:lnTo>
                      <a:cubicBezTo>
                        <a:pt x="17" y="272"/>
                        <a:pt x="17" y="320"/>
                        <a:pt x="17" y="356"/>
                      </a:cubicBezTo>
                      <a:lnTo>
                        <a:pt x="17" y="474"/>
                      </a:lnTo>
                      <a:cubicBezTo>
                        <a:pt x="17" y="474"/>
                        <a:pt x="17" y="421"/>
                        <a:pt x="33" y="356"/>
                      </a:cubicBezTo>
                      <a:lnTo>
                        <a:pt x="33" y="235"/>
                      </a:lnTo>
                      <a:lnTo>
                        <a:pt x="33" y="134"/>
                      </a:lnTo>
                      <a:lnTo>
                        <a:pt x="33" y="1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2" name="Google Shape;6502;p71">
                  <a:extLst>
                    <a:ext uri="{FF2B5EF4-FFF2-40B4-BE49-F238E27FC236}">
                      <a16:creationId xmlns:a16="http://schemas.microsoft.com/office/drawing/2014/main" id="{8C5DFDC4-47F1-EBFE-5768-E4792549C7EC}"/>
                    </a:ext>
                  </a:extLst>
                </p:cNvPr>
                <p:cNvSpPr/>
                <p:nvPr/>
              </p:nvSpPr>
              <p:spPr>
                <a:xfrm>
                  <a:off x="3976206" y="1836913"/>
                  <a:ext cx="3377" cy="53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542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" y="53"/>
                      </a:lnTo>
                      <a:lnTo>
                        <a:pt x="1" y="137"/>
                      </a:lnTo>
                      <a:cubicBezTo>
                        <a:pt x="1" y="218"/>
                        <a:pt x="1" y="303"/>
                        <a:pt x="17" y="388"/>
                      </a:cubicBezTo>
                      <a:lnTo>
                        <a:pt x="17" y="541"/>
                      </a:lnTo>
                      <a:cubicBezTo>
                        <a:pt x="17" y="541"/>
                        <a:pt x="17" y="473"/>
                        <a:pt x="33" y="388"/>
                      </a:cubicBezTo>
                      <a:lnTo>
                        <a:pt x="33" y="137"/>
                      </a:lnTo>
                      <a:lnTo>
                        <a:pt x="33" y="53"/>
                      </a:lnTo>
                      <a:lnTo>
                        <a:pt x="33" y="1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3" name="Google Shape;6503;p71">
                  <a:extLst>
                    <a:ext uri="{FF2B5EF4-FFF2-40B4-BE49-F238E27FC236}">
                      <a16:creationId xmlns:a16="http://schemas.microsoft.com/office/drawing/2014/main" id="{14982C67-C2BF-000C-594E-AD0D305F03FA}"/>
                    </a:ext>
                  </a:extLst>
                </p:cNvPr>
                <p:cNvSpPr/>
                <p:nvPr/>
              </p:nvSpPr>
              <p:spPr>
                <a:xfrm>
                  <a:off x="3910851" y="1900679"/>
                  <a:ext cx="3675" cy="36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369" extrusionOk="0">
                      <a:moveTo>
                        <a:pt x="0" y="0"/>
                      </a:moveTo>
                      <a:lnTo>
                        <a:pt x="0" y="81"/>
                      </a:lnTo>
                      <a:lnTo>
                        <a:pt x="0" y="166"/>
                      </a:lnTo>
                      <a:lnTo>
                        <a:pt x="0" y="267"/>
                      </a:lnTo>
                      <a:cubicBezTo>
                        <a:pt x="13" y="359"/>
                        <a:pt x="16" y="369"/>
                        <a:pt x="16" y="369"/>
                      </a:cubicBezTo>
                      <a:cubicBezTo>
                        <a:pt x="16" y="369"/>
                        <a:pt x="16" y="368"/>
                        <a:pt x="16" y="368"/>
                      </a:cubicBezTo>
                      <a:lnTo>
                        <a:pt x="37" y="368"/>
                      </a:lnTo>
                      <a:lnTo>
                        <a:pt x="37" y="267"/>
                      </a:lnTo>
                      <a:lnTo>
                        <a:pt x="37" y="166"/>
                      </a:lnTo>
                      <a:cubicBezTo>
                        <a:pt x="16" y="134"/>
                        <a:pt x="16" y="101"/>
                        <a:pt x="16" y="81"/>
                      </a:cubicBezTo>
                      <a:lnTo>
                        <a:pt x="16" y="33"/>
                      </a:lnTo>
                      <a:cubicBezTo>
                        <a:pt x="16" y="16"/>
                        <a:pt x="0" y="16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4" name="Google Shape;6504;p71">
                  <a:extLst>
                    <a:ext uri="{FF2B5EF4-FFF2-40B4-BE49-F238E27FC236}">
                      <a16:creationId xmlns:a16="http://schemas.microsoft.com/office/drawing/2014/main" id="{4A5B3102-21D4-F256-D4C6-C630DB407589}"/>
                    </a:ext>
                  </a:extLst>
                </p:cNvPr>
                <p:cNvSpPr/>
                <p:nvPr/>
              </p:nvSpPr>
              <p:spPr>
                <a:xfrm>
                  <a:off x="4031233" y="1888661"/>
                  <a:ext cx="3675" cy="46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473" extrusionOk="0">
                      <a:moveTo>
                        <a:pt x="37" y="0"/>
                      </a:moveTo>
                      <a:cubicBezTo>
                        <a:pt x="37" y="20"/>
                        <a:pt x="16" y="53"/>
                        <a:pt x="16" y="101"/>
                      </a:cubicBezTo>
                      <a:cubicBezTo>
                        <a:pt x="16" y="137"/>
                        <a:pt x="0" y="186"/>
                        <a:pt x="0" y="222"/>
                      </a:cubicBezTo>
                      <a:lnTo>
                        <a:pt x="0" y="287"/>
                      </a:lnTo>
                      <a:lnTo>
                        <a:pt x="0" y="339"/>
                      </a:lnTo>
                      <a:lnTo>
                        <a:pt x="0" y="388"/>
                      </a:lnTo>
                      <a:lnTo>
                        <a:pt x="0" y="424"/>
                      </a:lnTo>
                      <a:cubicBezTo>
                        <a:pt x="0" y="440"/>
                        <a:pt x="16" y="457"/>
                        <a:pt x="16" y="457"/>
                      </a:cubicBezTo>
                      <a:lnTo>
                        <a:pt x="16" y="473"/>
                      </a:lnTo>
                      <a:lnTo>
                        <a:pt x="37" y="473"/>
                      </a:lnTo>
                      <a:lnTo>
                        <a:pt x="37" y="457"/>
                      </a:lnTo>
                      <a:lnTo>
                        <a:pt x="37" y="424"/>
                      </a:lnTo>
                      <a:lnTo>
                        <a:pt x="37" y="339"/>
                      </a:lnTo>
                      <a:lnTo>
                        <a:pt x="37" y="287"/>
                      </a:lnTo>
                      <a:lnTo>
                        <a:pt x="37" y="222"/>
                      </a:lnTo>
                      <a:lnTo>
                        <a:pt x="37" y="101"/>
                      </a:lnTo>
                      <a:lnTo>
                        <a:pt x="37" y="5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5" name="Google Shape;6505;p71">
                  <a:extLst>
                    <a:ext uri="{FF2B5EF4-FFF2-40B4-BE49-F238E27FC236}">
                      <a16:creationId xmlns:a16="http://schemas.microsoft.com/office/drawing/2014/main" id="{6A6388DB-0709-F25E-26EA-DE6500D0335A}"/>
                    </a:ext>
                  </a:extLst>
                </p:cNvPr>
                <p:cNvSpPr/>
                <p:nvPr/>
              </p:nvSpPr>
              <p:spPr>
                <a:xfrm>
                  <a:off x="4081392" y="1452525"/>
                  <a:ext cx="3675" cy="83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841" extrusionOk="0">
                      <a:moveTo>
                        <a:pt x="37" y="0"/>
                      </a:moveTo>
                      <a:cubicBezTo>
                        <a:pt x="37" y="0"/>
                        <a:pt x="37" y="32"/>
                        <a:pt x="16" y="69"/>
                      </a:cubicBezTo>
                      <a:lnTo>
                        <a:pt x="16" y="234"/>
                      </a:lnTo>
                      <a:cubicBezTo>
                        <a:pt x="0" y="287"/>
                        <a:pt x="0" y="351"/>
                        <a:pt x="0" y="420"/>
                      </a:cubicBezTo>
                      <a:lnTo>
                        <a:pt x="0" y="521"/>
                      </a:lnTo>
                      <a:lnTo>
                        <a:pt x="0" y="622"/>
                      </a:lnTo>
                      <a:lnTo>
                        <a:pt x="0" y="755"/>
                      </a:lnTo>
                      <a:cubicBezTo>
                        <a:pt x="16" y="792"/>
                        <a:pt x="16" y="808"/>
                        <a:pt x="16" y="808"/>
                      </a:cubicBezTo>
                      <a:lnTo>
                        <a:pt x="37" y="840"/>
                      </a:lnTo>
                      <a:lnTo>
                        <a:pt x="37" y="808"/>
                      </a:lnTo>
                      <a:lnTo>
                        <a:pt x="37" y="755"/>
                      </a:lnTo>
                      <a:lnTo>
                        <a:pt x="37" y="622"/>
                      </a:lnTo>
                      <a:lnTo>
                        <a:pt x="37" y="521"/>
                      </a:lnTo>
                      <a:lnTo>
                        <a:pt x="37" y="436"/>
                      </a:lnTo>
                      <a:lnTo>
                        <a:pt x="37" y="234"/>
                      </a:lnTo>
                      <a:lnTo>
                        <a:pt x="37" y="69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6" name="Google Shape;6506;p71">
                  <a:extLst>
                    <a:ext uri="{FF2B5EF4-FFF2-40B4-BE49-F238E27FC236}">
                      <a16:creationId xmlns:a16="http://schemas.microsoft.com/office/drawing/2014/main" id="{63CC78E2-6902-AACF-6A03-9EE67DBEADCC}"/>
                    </a:ext>
                  </a:extLst>
                </p:cNvPr>
                <p:cNvSpPr/>
                <p:nvPr/>
              </p:nvSpPr>
              <p:spPr>
                <a:xfrm>
                  <a:off x="3940946" y="1290327"/>
                  <a:ext cx="60290" cy="24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248" extrusionOk="0">
                      <a:moveTo>
                        <a:pt x="606" y="1"/>
                      </a:moveTo>
                      <a:cubicBezTo>
                        <a:pt x="606" y="1"/>
                        <a:pt x="542" y="17"/>
                        <a:pt x="441" y="49"/>
                      </a:cubicBezTo>
                      <a:cubicBezTo>
                        <a:pt x="388" y="66"/>
                        <a:pt x="340" y="86"/>
                        <a:pt x="287" y="102"/>
                      </a:cubicBezTo>
                      <a:cubicBezTo>
                        <a:pt x="271" y="102"/>
                        <a:pt x="239" y="118"/>
                        <a:pt x="218" y="118"/>
                      </a:cubicBezTo>
                      <a:cubicBezTo>
                        <a:pt x="186" y="134"/>
                        <a:pt x="170" y="134"/>
                        <a:pt x="154" y="150"/>
                      </a:cubicBezTo>
                      <a:cubicBezTo>
                        <a:pt x="101" y="167"/>
                        <a:pt x="69" y="187"/>
                        <a:pt x="53" y="187"/>
                      </a:cubicBezTo>
                      <a:cubicBezTo>
                        <a:pt x="37" y="203"/>
                        <a:pt x="16" y="219"/>
                        <a:pt x="16" y="219"/>
                      </a:cubicBezTo>
                      <a:lnTo>
                        <a:pt x="0" y="235"/>
                      </a:lnTo>
                      <a:cubicBezTo>
                        <a:pt x="0" y="243"/>
                        <a:pt x="0" y="247"/>
                        <a:pt x="2" y="247"/>
                      </a:cubicBezTo>
                      <a:cubicBezTo>
                        <a:pt x="4" y="247"/>
                        <a:pt x="8" y="243"/>
                        <a:pt x="16" y="235"/>
                      </a:cubicBezTo>
                      <a:cubicBezTo>
                        <a:pt x="37" y="235"/>
                        <a:pt x="53" y="235"/>
                        <a:pt x="69" y="219"/>
                      </a:cubicBezTo>
                      <a:cubicBezTo>
                        <a:pt x="85" y="203"/>
                        <a:pt x="117" y="203"/>
                        <a:pt x="170" y="187"/>
                      </a:cubicBezTo>
                      <a:cubicBezTo>
                        <a:pt x="186" y="167"/>
                        <a:pt x="202" y="167"/>
                        <a:pt x="239" y="150"/>
                      </a:cubicBezTo>
                      <a:cubicBezTo>
                        <a:pt x="255" y="150"/>
                        <a:pt x="287" y="134"/>
                        <a:pt x="303" y="134"/>
                      </a:cubicBezTo>
                      <a:cubicBezTo>
                        <a:pt x="356" y="102"/>
                        <a:pt x="404" y="86"/>
                        <a:pt x="457" y="66"/>
                      </a:cubicBezTo>
                      <a:cubicBezTo>
                        <a:pt x="542" y="33"/>
                        <a:pt x="606" y="1"/>
                        <a:pt x="6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7" name="Google Shape;6507;p71">
                  <a:extLst>
                    <a:ext uri="{FF2B5EF4-FFF2-40B4-BE49-F238E27FC236}">
                      <a16:creationId xmlns:a16="http://schemas.microsoft.com/office/drawing/2014/main" id="{BBBDE311-ED4D-3D67-3150-74F259F00A31}"/>
                    </a:ext>
                  </a:extLst>
                </p:cNvPr>
                <p:cNvSpPr/>
                <p:nvPr/>
              </p:nvSpPr>
              <p:spPr>
                <a:xfrm>
                  <a:off x="3940946" y="1312079"/>
                  <a:ext cx="6853" cy="50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506" extrusionOk="0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16" y="49"/>
                      </a:lnTo>
                      <a:lnTo>
                        <a:pt x="0" y="69"/>
                      </a:lnTo>
                      <a:cubicBezTo>
                        <a:pt x="16" y="69"/>
                        <a:pt x="16" y="85"/>
                        <a:pt x="16" y="85"/>
                      </a:cubicBezTo>
                      <a:lnTo>
                        <a:pt x="16" y="133"/>
                      </a:lnTo>
                      <a:cubicBezTo>
                        <a:pt x="16" y="202"/>
                        <a:pt x="37" y="287"/>
                        <a:pt x="37" y="372"/>
                      </a:cubicBezTo>
                      <a:cubicBezTo>
                        <a:pt x="53" y="436"/>
                        <a:pt x="69" y="505"/>
                        <a:pt x="69" y="505"/>
                      </a:cubicBezTo>
                      <a:cubicBezTo>
                        <a:pt x="69" y="505"/>
                        <a:pt x="69" y="436"/>
                        <a:pt x="53" y="372"/>
                      </a:cubicBezTo>
                      <a:lnTo>
                        <a:pt x="53" y="133"/>
                      </a:lnTo>
                      <a:lnTo>
                        <a:pt x="53" y="85"/>
                      </a:lnTo>
                      <a:lnTo>
                        <a:pt x="37" y="69"/>
                      </a:lnTo>
                      <a:lnTo>
                        <a:pt x="37" y="49"/>
                      </a:lnTo>
                      <a:lnTo>
                        <a:pt x="37" y="16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8" name="Google Shape;6508;p71">
                  <a:extLst>
                    <a:ext uri="{FF2B5EF4-FFF2-40B4-BE49-F238E27FC236}">
                      <a16:creationId xmlns:a16="http://schemas.microsoft.com/office/drawing/2014/main" id="{149C197D-A04E-5982-0D8A-33033A435A20}"/>
                    </a:ext>
                  </a:extLst>
                </p:cNvPr>
                <p:cNvSpPr/>
                <p:nvPr/>
              </p:nvSpPr>
              <p:spPr>
                <a:xfrm>
                  <a:off x="3987828" y="1278706"/>
                  <a:ext cx="100418" cy="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" h="151" extrusionOk="0">
                      <a:moveTo>
                        <a:pt x="894" y="1"/>
                      </a:moveTo>
                      <a:cubicBezTo>
                        <a:pt x="857" y="1"/>
                        <a:pt x="809" y="1"/>
                        <a:pt x="740" y="17"/>
                      </a:cubicBezTo>
                      <a:cubicBezTo>
                        <a:pt x="607" y="33"/>
                        <a:pt x="421" y="65"/>
                        <a:pt x="272" y="102"/>
                      </a:cubicBezTo>
                      <a:cubicBezTo>
                        <a:pt x="118" y="134"/>
                        <a:pt x="1" y="150"/>
                        <a:pt x="1" y="150"/>
                      </a:cubicBezTo>
                      <a:cubicBezTo>
                        <a:pt x="1" y="150"/>
                        <a:pt x="118" y="134"/>
                        <a:pt x="272" y="118"/>
                      </a:cubicBezTo>
                      <a:cubicBezTo>
                        <a:pt x="421" y="102"/>
                        <a:pt x="607" y="65"/>
                        <a:pt x="740" y="49"/>
                      </a:cubicBezTo>
                      <a:cubicBezTo>
                        <a:pt x="809" y="33"/>
                        <a:pt x="857" y="33"/>
                        <a:pt x="894" y="33"/>
                      </a:cubicBezTo>
                      <a:lnTo>
                        <a:pt x="979" y="33"/>
                      </a:lnTo>
                      <a:cubicBezTo>
                        <a:pt x="1011" y="33"/>
                        <a:pt x="995" y="33"/>
                        <a:pt x="995" y="17"/>
                      </a:cubicBezTo>
                      <a:cubicBezTo>
                        <a:pt x="1011" y="17"/>
                        <a:pt x="1011" y="17"/>
                        <a:pt x="9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09" name="Google Shape;6509;p71">
                  <a:extLst>
                    <a:ext uri="{FF2B5EF4-FFF2-40B4-BE49-F238E27FC236}">
                      <a16:creationId xmlns:a16="http://schemas.microsoft.com/office/drawing/2014/main" id="{38833A45-B8F5-7C30-5EA7-3CB893B025DA}"/>
                    </a:ext>
                  </a:extLst>
                </p:cNvPr>
                <p:cNvSpPr/>
                <p:nvPr/>
              </p:nvSpPr>
              <p:spPr>
                <a:xfrm>
                  <a:off x="4081392" y="1281984"/>
                  <a:ext cx="5264" cy="83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41" extrusionOk="0">
                      <a:moveTo>
                        <a:pt x="37" y="0"/>
                      </a:moveTo>
                      <a:lnTo>
                        <a:pt x="16" y="16"/>
                      </a:lnTo>
                      <a:lnTo>
                        <a:pt x="16" y="85"/>
                      </a:lnTo>
                      <a:cubicBezTo>
                        <a:pt x="16" y="101"/>
                        <a:pt x="0" y="150"/>
                        <a:pt x="0" y="202"/>
                      </a:cubicBezTo>
                      <a:lnTo>
                        <a:pt x="0" y="404"/>
                      </a:lnTo>
                      <a:lnTo>
                        <a:pt x="0" y="606"/>
                      </a:lnTo>
                      <a:cubicBezTo>
                        <a:pt x="0" y="739"/>
                        <a:pt x="16" y="840"/>
                        <a:pt x="16" y="840"/>
                      </a:cubicBezTo>
                      <a:lnTo>
                        <a:pt x="16" y="606"/>
                      </a:lnTo>
                      <a:cubicBezTo>
                        <a:pt x="16" y="554"/>
                        <a:pt x="16" y="473"/>
                        <a:pt x="37" y="404"/>
                      </a:cubicBezTo>
                      <a:lnTo>
                        <a:pt x="37" y="218"/>
                      </a:lnTo>
                      <a:cubicBezTo>
                        <a:pt x="37" y="150"/>
                        <a:pt x="53" y="117"/>
                        <a:pt x="53" y="85"/>
                      </a:cubicBezTo>
                      <a:lnTo>
                        <a:pt x="53" y="16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0" name="Google Shape;6510;p71">
                  <a:extLst>
                    <a:ext uri="{FF2B5EF4-FFF2-40B4-BE49-F238E27FC236}">
                      <a16:creationId xmlns:a16="http://schemas.microsoft.com/office/drawing/2014/main" id="{AA3675ED-3EB4-4194-68DE-27F5BB635511}"/>
                    </a:ext>
                  </a:extLst>
                </p:cNvPr>
                <p:cNvSpPr/>
                <p:nvPr/>
              </p:nvSpPr>
              <p:spPr>
                <a:xfrm>
                  <a:off x="4082981" y="1278706"/>
                  <a:ext cx="35360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0" y="33"/>
                      </a:lnTo>
                      <a:cubicBezTo>
                        <a:pt x="21" y="33"/>
                        <a:pt x="53" y="49"/>
                        <a:pt x="85" y="82"/>
                      </a:cubicBezTo>
                      <a:cubicBezTo>
                        <a:pt x="101" y="82"/>
                        <a:pt x="122" y="102"/>
                        <a:pt x="138" y="102"/>
                      </a:cubicBezTo>
                      <a:cubicBezTo>
                        <a:pt x="154" y="102"/>
                        <a:pt x="170" y="118"/>
                        <a:pt x="186" y="118"/>
                      </a:cubicBezTo>
                      <a:cubicBezTo>
                        <a:pt x="223" y="134"/>
                        <a:pt x="255" y="150"/>
                        <a:pt x="271" y="166"/>
                      </a:cubicBezTo>
                      <a:cubicBezTo>
                        <a:pt x="287" y="183"/>
                        <a:pt x="303" y="183"/>
                        <a:pt x="324" y="183"/>
                      </a:cubicBezTo>
                      <a:cubicBezTo>
                        <a:pt x="324" y="166"/>
                        <a:pt x="303" y="166"/>
                        <a:pt x="287" y="150"/>
                      </a:cubicBezTo>
                      <a:cubicBezTo>
                        <a:pt x="255" y="134"/>
                        <a:pt x="223" y="118"/>
                        <a:pt x="202" y="102"/>
                      </a:cubicBezTo>
                      <a:cubicBezTo>
                        <a:pt x="170" y="82"/>
                        <a:pt x="138" y="49"/>
                        <a:pt x="101" y="49"/>
                      </a:cubicBezTo>
                      <a:cubicBezTo>
                        <a:pt x="53" y="17"/>
                        <a:pt x="37" y="17"/>
                        <a:pt x="21" y="1"/>
                      </a:cubicBezTo>
                      <a:close/>
                      <a:moveTo>
                        <a:pt x="324" y="183"/>
                      </a:moveTo>
                      <a:cubicBezTo>
                        <a:pt x="340" y="203"/>
                        <a:pt x="356" y="203"/>
                        <a:pt x="356" y="203"/>
                      </a:cubicBezTo>
                      <a:cubicBezTo>
                        <a:pt x="356" y="203"/>
                        <a:pt x="340" y="183"/>
                        <a:pt x="324" y="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1" name="Google Shape;6511;p71">
                  <a:extLst>
                    <a:ext uri="{FF2B5EF4-FFF2-40B4-BE49-F238E27FC236}">
                      <a16:creationId xmlns:a16="http://schemas.microsoft.com/office/drawing/2014/main" id="{CCE6C022-EBA2-5A74-8F29-6DBDBF24CF27}"/>
                    </a:ext>
                  </a:extLst>
                </p:cNvPr>
                <p:cNvSpPr/>
                <p:nvPr/>
              </p:nvSpPr>
              <p:spPr>
                <a:xfrm>
                  <a:off x="4173267" y="1338897"/>
                  <a:ext cx="3675" cy="11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12" extrusionOk="0">
                      <a:moveTo>
                        <a:pt x="20" y="1"/>
                      </a:moveTo>
                      <a:lnTo>
                        <a:pt x="20" y="33"/>
                      </a:lnTo>
                      <a:cubicBezTo>
                        <a:pt x="20" y="49"/>
                        <a:pt x="20" y="82"/>
                        <a:pt x="0" y="118"/>
                      </a:cubicBezTo>
                      <a:lnTo>
                        <a:pt x="0" y="284"/>
                      </a:lnTo>
                      <a:cubicBezTo>
                        <a:pt x="0" y="437"/>
                        <a:pt x="0" y="655"/>
                        <a:pt x="20" y="825"/>
                      </a:cubicBezTo>
                      <a:lnTo>
                        <a:pt x="20" y="1112"/>
                      </a:lnTo>
                      <a:cubicBezTo>
                        <a:pt x="20" y="1112"/>
                        <a:pt x="20" y="974"/>
                        <a:pt x="37" y="825"/>
                      </a:cubicBezTo>
                      <a:lnTo>
                        <a:pt x="37" y="284"/>
                      </a:lnTo>
                      <a:lnTo>
                        <a:pt x="37" y="118"/>
                      </a:lnTo>
                      <a:lnTo>
                        <a:pt x="37" y="33"/>
                      </a:lnTo>
                      <a:cubicBezTo>
                        <a:pt x="37" y="1"/>
                        <a:pt x="37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2" name="Google Shape;6512;p71">
                  <a:extLst>
                    <a:ext uri="{FF2B5EF4-FFF2-40B4-BE49-F238E27FC236}">
                      <a16:creationId xmlns:a16="http://schemas.microsoft.com/office/drawing/2014/main" id="{8F3565E8-6F49-08C3-C8F6-E9D846CC26EE}"/>
                    </a:ext>
                  </a:extLst>
                </p:cNvPr>
                <p:cNvSpPr/>
                <p:nvPr/>
              </p:nvSpPr>
              <p:spPr>
                <a:xfrm>
                  <a:off x="4141583" y="1320423"/>
                  <a:ext cx="35360" cy="2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 extrusionOk="0">
                      <a:moveTo>
                        <a:pt x="0" y="1"/>
                      </a:moveTo>
                      <a:lnTo>
                        <a:pt x="36" y="17"/>
                      </a:lnTo>
                      <a:cubicBezTo>
                        <a:pt x="53" y="17"/>
                        <a:pt x="69" y="33"/>
                        <a:pt x="101" y="49"/>
                      </a:cubicBezTo>
                      <a:cubicBezTo>
                        <a:pt x="154" y="66"/>
                        <a:pt x="218" y="102"/>
                        <a:pt x="271" y="134"/>
                      </a:cubicBezTo>
                      <a:cubicBezTo>
                        <a:pt x="287" y="150"/>
                        <a:pt x="287" y="150"/>
                        <a:pt x="303" y="150"/>
                      </a:cubicBezTo>
                      <a:cubicBezTo>
                        <a:pt x="303" y="167"/>
                        <a:pt x="303" y="167"/>
                        <a:pt x="319" y="167"/>
                      </a:cubicBezTo>
                      <a:lnTo>
                        <a:pt x="319" y="187"/>
                      </a:lnTo>
                      <a:lnTo>
                        <a:pt x="339" y="203"/>
                      </a:lnTo>
                      <a:lnTo>
                        <a:pt x="356" y="203"/>
                      </a:lnTo>
                      <a:lnTo>
                        <a:pt x="356" y="187"/>
                      </a:lnTo>
                      <a:cubicBezTo>
                        <a:pt x="339" y="167"/>
                        <a:pt x="339" y="167"/>
                        <a:pt x="339" y="150"/>
                      </a:cubicBezTo>
                      <a:cubicBezTo>
                        <a:pt x="319" y="150"/>
                        <a:pt x="319" y="134"/>
                        <a:pt x="287" y="118"/>
                      </a:cubicBezTo>
                      <a:cubicBezTo>
                        <a:pt x="238" y="66"/>
                        <a:pt x="170" y="49"/>
                        <a:pt x="101" y="33"/>
                      </a:cubicBezTo>
                      <a:cubicBezTo>
                        <a:pt x="69" y="17"/>
                        <a:pt x="53" y="17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3" name="Google Shape;6513;p71">
                  <a:extLst>
                    <a:ext uri="{FF2B5EF4-FFF2-40B4-BE49-F238E27FC236}">
                      <a16:creationId xmlns:a16="http://schemas.microsoft.com/office/drawing/2014/main" id="{5CD50E6A-B062-1C96-1738-F51CCC56C368}"/>
                    </a:ext>
                  </a:extLst>
                </p:cNvPr>
                <p:cNvSpPr/>
                <p:nvPr/>
              </p:nvSpPr>
              <p:spPr>
                <a:xfrm>
                  <a:off x="3944522" y="1430773"/>
                  <a:ext cx="4966" cy="43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438" extrusionOk="0">
                      <a:moveTo>
                        <a:pt x="1" y="1"/>
                      </a:moveTo>
                      <a:lnTo>
                        <a:pt x="1" y="33"/>
                      </a:lnTo>
                      <a:lnTo>
                        <a:pt x="1" y="86"/>
                      </a:lnTo>
                      <a:lnTo>
                        <a:pt x="1" y="320"/>
                      </a:lnTo>
                      <a:cubicBezTo>
                        <a:pt x="1" y="352"/>
                        <a:pt x="1" y="368"/>
                        <a:pt x="17" y="389"/>
                      </a:cubicBezTo>
                      <a:lnTo>
                        <a:pt x="17" y="421"/>
                      </a:lnTo>
                      <a:cubicBezTo>
                        <a:pt x="17" y="437"/>
                        <a:pt x="17" y="437"/>
                        <a:pt x="33" y="437"/>
                      </a:cubicBezTo>
                      <a:lnTo>
                        <a:pt x="33" y="421"/>
                      </a:lnTo>
                      <a:lnTo>
                        <a:pt x="33" y="389"/>
                      </a:lnTo>
                      <a:cubicBezTo>
                        <a:pt x="33" y="368"/>
                        <a:pt x="49" y="336"/>
                        <a:pt x="33" y="320"/>
                      </a:cubicBezTo>
                      <a:cubicBezTo>
                        <a:pt x="33" y="251"/>
                        <a:pt x="33" y="167"/>
                        <a:pt x="17" y="86"/>
                      </a:cubicBezTo>
                      <a:lnTo>
                        <a:pt x="17" y="33"/>
                      </a:lnTo>
                      <a:cubicBezTo>
                        <a:pt x="17" y="33"/>
                        <a:pt x="17" y="17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4" name="Google Shape;6514;p71">
                  <a:extLst>
                    <a:ext uri="{FF2B5EF4-FFF2-40B4-BE49-F238E27FC236}">
                      <a16:creationId xmlns:a16="http://schemas.microsoft.com/office/drawing/2014/main" id="{3D828345-61E6-7DFA-AA17-77ABB86671BA}"/>
                    </a:ext>
                  </a:extLst>
                </p:cNvPr>
                <p:cNvSpPr/>
                <p:nvPr/>
              </p:nvSpPr>
              <p:spPr>
                <a:xfrm>
                  <a:off x="3957732" y="1358961"/>
                  <a:ext cx="113727" cy="2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" h="252" extrusionOk="0">
                      <a:moveTo>
                        <a:pt x="1144" y="1"/>
                      </a:moveTo>
                      <a:cubicBezTo>
                        <a:pt x="1144" y="1"/>
                        <a:pt x="1112" y="17"/>
                        <a:pt x="1059" y="17"/>
                      </a:cubicBezTo>
                      <a:cubicBezTo>
                        <a:pt x="1027" y="33"/>
                        <a:pt x="995" y="33"/>
                        <a:pt x="958" y="49"/>
                      </a:cubicBezTo>
                      <a:cubicBezTo>
                        <a:pt x="995" y="49"/>
                        <a:pt x="1027" y="33"/>
                        <a:pt x="1059" y="33"/>
                      </a:cubicBezTo>
                      <a:cubicBezTo>
                        <a:pt x="1112" y="17"/>
                        <a:pt x="1144" y="1"/>
                        <a:pt x="1144" y="1"/>
                      </a:cubicBezTo>
                      <a:close/>
                      <a:moveTo>
                        <a:pt x="958" y="49"/>
                      </a:moveTo>
                      <a:cubicBezTo>
                        <a:pt x="926" y="49"/>
                        <a:pt x="878" y="65"/>
                        <a:pt x="841" y="65"/>
                      </a:cubicBezTo>
                      <a:cubicBezTo>
                        <a:pt x="793" y="82"/>
                        <a:pt x="740" y="82"/>
                        <a:pt x="708" y="102"/>
                      </a:cubicBezTo>
                      <a:cubicBezTo>
                        <a:pt x="655" y="118"/>
                        <a:pt x="607" y="118"/>
                        <a:pt x="554" y="134"/>
                      </a:cubicBezTo>
                      <a:cubicBezTo>
                        <a:pt x="522" y="134"/>
                        <a:pt x="474" y="150"/>
                        <a:pt x="421" y="166"/>
                      </a:cubicBezTo>
                      <a:cubicBezTo>
                        <a:pt x="373" y="166"/>
                        <a:pt x="336" y="183"/>
                        <a:pt x="304" y="183"/>
                      </a:cubicBezTo>
                      <a:lnTo>
                        <a:pt x="288" y="183"/>
                      </a:lnTo>
                      <a:cubicBezTo>
                        <a:pt x="251" y="183"/>
                        <a:pt x="219" y="203"/>
                        <a:pt x="187" y="203"/>
                      </a:cubicBezTo>
                      <a:lnTo>
                        <a:pt x="118" y="203"/>
                      </a:lnTo>
                      <a:cubicBezTo>
                        <a:pt x="70" y="219"/>
                        <a:pt x="49" y="219"/>
                        <a:pt x="33" y="235"/>
                      </a:cubicBezTo>
                      <a:cubicBezTo>
                        <a:pt x="17" y="235"/>
                        <a:pt x="1" y="251"/>
                        <a:pt x="1" y="251"/>
                      </a:cubicBezTo>
                      <a:lnTo>
                        <a:pt x="33" y="251"/>
                      </a:lnTo>
                      <a:cubicBezTo>
                        <a:pt x="49" y="235"/>
                        <a:pt x="70" y="235"/>
                        <a:pt x="118" y="235"/>
                      </a:cubicBezTo>
                      <a:cubicBezTo>
                        <a:pt x="134" y="235"/>
                        <a:pt x="171" y="219"/>
                        <a:pt x="187" y="219"/>
                      </a:cubicBezTo>
                      <a:lnTo>
                        <a:pt x="304" y="219"/>
                      </a:lnTo>
                      <a:cubicBezTo>
                        <a:pt x="336" y="203"/>
                        <a:pt x="389" y="203"/>
                        <a:pt x="421" y="183"/>
                      </a:cubicBezTo>
                      <a:cubicBezTo>
                        <a:pt x="474" y="183"/>
                        <a:pt x="522" y="166"/>
                        <a:pt x="575" y="150"/>
                      </a:cubicBezTo>
                      <a:cubicBezTo>
                        <a:pt x="655" y="134"/>
                        <a:pt x="756" y="102"/>
                        <a:pt x="841" y="82"/>
                      </a:cubicBezTo>
                      <a:cubicBezTo>
                        <a:pt x="878" y="82"/>
                        <a:pt x="926" y="65"/>
                        <a:pt x="958" y="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5" name="Google Shape;6515;p71">
                  <a:extLst>
                    <a:ext uri="{FF2B5EF4-FFF2-40B4-BE49-F238E27FC236}">
                      <a16:creationId xmlns:a16="http://schemas.microsoft.com/office/drawing/2014/main" id="{3ECD8696-0DF9-B1AE-BEE2-B3B5392B4412}"/>
                    </a:ext>
                  </a:extLst>
                </p:cNvPr>
                <p:cNvSpPr/>
                <p:nvPr/>
              </p:nvSpPr>
              <p:spPr>
                <a:xfrm>
                  <a:off x="4064904" y="1358961"/>
                  <a:ext cx="4966" cy="118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193" extrusionOk="0">
                      <a:moveTo>
                        <a:pt x="33" y="1"/>
                      </a:moveTo>
                      <a:cubicBezTo>
                        <a:pt x="33" y="1"/>
                        <a:pt x="17" y="17"/>
                        <a:pt x="17" y="49"/>
                      </a:cubicBezTo>
                      <a:cubicBezTo>
                        <a:pt x="17" y="65"/>
                        <a:pt x="1" y="102"/>
                        <a:pt x="17" y="166"/>
                      </a:cubicBezTo>
                      <a:lnTo>
                        <a:pt x="17" y="267"/>
                      </a:lnTo>
                      <a:lnTo>
                        <a:pt x="17" y="421"/>
                      </a:lnTo>
                      <a:cubicBezTo>
                        <a:pt x="17" y="639"/>
                        <a:pt x="17" y="942"/>
                        <a:pt x="33" y="1192"/>
                      </a:cubicBezTo>
                      <a:cubicBezTo>
                        <a:pt x="49" y="942"/>
                        <a:pt x="49" y="639"/>
                        <a:pt x="49" y="421"/>
                      </a:cubicBezTo>
                      <a:lnTo>
                        <a:pt x="49" y="267"/>
                      </a:lnTo>
                      <a:cubicBezTo>
                        <a:pt x="49" y="235"/>
                        <a:pt x="33" y="203"/>
                        <a:pt x="33" y="166"/>
                      </a:cubicBezTo>
                      <a:lnTo>
                        <a:pt x="33" y="49"/>
                      </a:lnTo>
                      <a:lnTo>
                        <a:pt x="33" y="17"/>
                      </a:lnTo>
                      <a:lnTo>
                        <a:pt x="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6" name="Google Shape;6516;p71">
                  <a:extLst>
                    <a:ext uri="{FF2B5EF4-FFF2-40B4-BE49-F238E27FC236}">
                      <a16:creationId xmlns:a16="http://schemas.microsoft.com/office/drawing/2014/main" id="{9E91291D-06F9-D69E-AFFE-67CC97851D40}"/>
                    </a:ext>
                  </a:extLst>
                </p:cNvPr>
                <p:cNvSpPr/>
                <p:nvPr/>
              </p:nvSpPr>
              <p:spPr>
                <a:xfrm>
                  <a:off x="3956143" y="1382302"/>
                  <a:ext cx="4966" cy="87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877" extrusionOk="0">
                      <a:moveTo>
                        <a:pt x="1" y="0"/>
                      </a:moveTo>
                      <a:lnTo>
                        <a:pt x="1" y="16"/>
                      </a:lnTo>
                      <a:lnTo>
                        <a:pt x="1" y="85"/>
                      </a:lnTo>
                      <a:lnTo>
                        <a:pt x="1" y="234"/>
                      </a:lnTo>
                      <a:lnTo>
                        <a:pt x="1" y="453"/>
                      </a:lnTo>
                      <a:cubicBezTo>
                        <a:pt x="1" y="505"/>
                        <a:pt x="17" y="537"/>
                        <a:pt x="17" y="574"/>
                      </a:cubicBezTo>
                      <a:lnTo>
                        <a:pt x="17" y="691"/>
                      </a:lnTo>
                      <a:cubicBezTo>
                        <a:pt x="17" y="723"/>
                        <a:pt x="33" y="755"/>
                        <a:pt x="33" y="792"/>
                      </a:cubicBezTo>
                      <a:lnTo>
                        <a:pt x="33" y="691"/>
                      </a:lnTo>
                      <a:lnTo>
                        <a:pt x="33" y="574"/>
                      </a:lnTo>
                      <a:lnTo>
                        <a:pt x="33" y="453"/>
                      </a:lnTo>
                      <a:lnTo>
                        <a:pt x="33" y="335"/>
                      </a:lnTo>
                      <a:lnTo>
                        <a:pt x="33" y="234"/>
                      </a:lnTo>
                      <a:lnTo>
                        <a:pt x="33" y="85"/>
                      </a:lnTo>
                      <a:cubicBezTo>
                        <a:pt x="17" y="32"/>
                        <a:pt x="17" y="16"/>
                        <a:pt x="17" y="0"/>
                      </a:cubicBezTo>
                      <a:close/>
                      <a:moveTo>
                        <a:pt x="33" y="792"/>
                      </a:moveTo>
                      <a:lnTo>
                        <a:pt x="33" y="840"/>
                      </a:lnTo>
                      <a:lnTo>
                        <a:pt x="33" y="877"/>
                      </a:lnTo>
                      <a:cubicBezTo>
                        <a:pt x="33" y="856"/>
                        <a:pt x="33" y="840"/>
                        <a:pt x="49" y="840"/>
                      </a:cubicBezTo>
                      <a:cubicBezTo>
                        <a:pt x="33" y="824"/>
                        <a:pt x="33" y="808"/>
                        <a:pt x="33" y="79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7" name="Google Shape;6517;p71">
                  <a:extLst>
                    <a:ext uri="{FF2B5EF4-FFF2-40B4-BE49-F238E27FC236}">
                      <a16:creationId xmlns:a16="http://schemas.microsoft.com/office/drawing/2014/main" id="{0F72974A-919A-DA51-2D42-49C0E4E964BB}"/>
                    </a:ext>
                  </a:extLst>
                </p:cNvPr>
                <p:cNvSpPr/>
                <p:nvPr/>
              </p:nvSpPr>
              <p:spPr>
                <a:xfrm>
                  <a:off x="3994681" y="1358067"/>
                  <a:ext cx="73500" cy="17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176" extrusionOk="0">
                      <a:moveTo>
                        <a:pt x="684" y="1"/>
                      </a:moveTo>
                      <a:cubicBezTo>
                        <a:pt x="675" y="1"/>
                        <a:pt x="666" y="3"/>
                        <a:pt x="655" y="10"/>
                      </a:cubicBezTo>
                      <a:cubicBezTo>
                        <a:pt x="623" y="10"/>
                        <a:pt x="570" y="10"/>
                        <a:pt x="522" y="26"/>
                      </a:cubicBezTo>
                      <a:cubicBezTo>
                        <a:pt x="485" y="42"/>
                        <a:pt x="469" y="42"/>
                        <a:pt x="437" y="58"/>
                      </a:cubicBezTo>
                      <a:cubicBezTo>
                        <a:pt x="405" y="58"/>
                        <a:pt x="368" y="74"/>
                        <a:pt x="336" y="74"/>
                      </a:cubicBezTo>
                      <a:cubicBezTo>
                        <a:pt x="304" y="91"/>
                        <a:pt x="267" y="91"/>
                        <a:pt x="235" y="111"/>
                      </a:cubicBezTo>
                      <a:cubicBezTo>
                        <a:pt x="203" y="111"/>
                        <a:pt x="182" y="127"/>
                        <a:pt x="150" y="127"/>
                      </a:cubicBezTo>
                      <a:cubicBezTo>
                        <a:pt x="118" y="143"/>
                        <a:pt x="81" y="143"/>
                        <a:pt x="65" y="159"/>
                      </a:cubicBezTo>
                      <a:cubicBezTo>
                        <a:pt x="102" y="159"/>
                        <a:pt x="118" y="159"/>
                        <a:pt x="150" y="143"/>
                      </a:cubicBezTo>
                      <a:cubicBezTo>
                        <a:pt x="182" y="143"/>
                        <a:pt x="219" y="127"/>
                        <a:pt x="251" y="127"/>
                      </a:cubicBezTo>
                      <a:cubicBezTo>
                        <a:pt x="283" y="127"/>
                        <a:pt x="320" y="111"/>
                        <a:pt x="352" y="111"/>
                      </a:cubicBezTo>
                      <a:cubicBezTo>
                        <a:pt x="384" y="91"/>
                        <a:pt x="405" y="91"/>
                        <a:pt x="437" y="91"/>
                      </a:cubicBezTo>
                      <a:cubicBezTo>
                        <a:pt x="469" y="74"/>
                        <a:pt x="506" y="74"/>
                        <a:pt x="538" y="58"/>
                      </a:cubicBezTo>
                      <a:cubicBezTo>
                        <a:pt x="586" y="42"/>
                        <a:pt x="623" y="42"/>
                        <a:pt x="655" y="26"/>
                      </a:cubicBezTo>
                      <a:lnTo>
                        <a:pt x="740" y="26"/>
                      </a:lnTo>
                      <a:lnTo>
                        <a:pt x="740" y="10"/>
                      </a:lnTo>
                      <a:lnTo>
                        <a:pt x="724" y="10"/>
                      </a:lnTo>
                      <a:cubicBezTo>
                        <a:pt x="713" y="10"/>
                        <a:pt x="700" y="1"/>
                        <a:pt x="684" y="1"/>
                      </a:cubicBezTo>
                      <a:close/>
                      <a:moveTo>
                        <a:pt x="65" y="159"/>
                      </a:moveTo>
                      <a:cubicBezTo>
                        <a:pt x="33" y="159"/>
                        <a:pt x="17" y="159"/>
                        <a:pt x="1" y="175"/>
                      </a:cubicBezTo>
                      <a:cubicBezTo>
                        <a:pt x="17" y="175"/>
                        <a:pt x="33" y="175"/>
                        <a:pt x="65" y="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8" name="Google Shape;6518;p71">
                  <a:extLst>
                    <a:ext uri="{FF2B5EF4-FFF2-40B4-BE49-F238E27FC236}">
                      <a16:creationId xmlns:a16="http://schemas.microsoft.com/office/drawing/2014/main" id="{76EAD17F-DFE9-C890-8A03-4C154050A965}"/>
                    </a:ext>
                  </a:extLst>
                </p:cNvPr>
                <p:cNvSpPr/>
                <p:nvPr/>
              </p:nvSpPr>
              <p:spPr>
                <a:xfrm>
                  <a:off x="3956143" y="1415576"/>
                  <a:ext cx="108860" cy="23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39" extrusionOk="0">
                      <a:moveTo>
                        <a:pt x="1027" y="0"/>
                      </a:moveTo>
                      <a:cubicBezTo>
                        <a:pt x="995" y="17"/>
                        <a:pt x="974" y="17"/>
                        <a:pt x="926" y="17"/>
                      </a:cubicBezTo>
                      <a:cubicBezTo>
                        <a:pt x="894" y="17"/>
                        <a:pt x="857" y="37"/>
                        <a:pt x="809" y="37"/>
                      </a:cubicBezTo>
                      <a:cubicBezTo>
                        <a:pt x="772" y="53"/>
                        <a:pt x="724" y="53"/>
                        <a:pt x="692" y="69"/>
                      </a:cubicBezTo>
                      <a:cubicBezTo>
                        <a:pt x="655" y="69"/>
                        <a:pt x="639" y="69"/>
                        <a:pt x="623" y="85"/>
                      </a:cubicBezTo>
                      <a:lnTo>
                        <a:pt x="554" y="85"/>
                      </a:lnTo>
                      <a:cubicBezTo>
                        <a:pt x="506" y="101"/>
                        <a:pt x="453" y="101"/>
                        <a:pt x="421" y="118"/>
                      </a:cubicBezTo>
                      <a:cubicBezTo>
                        <a:pt x="368" y="118"/>
                        <a:pt x="320" y="138"/>
                        <a:pt x="288" y="138"/>
                      </a:cubicBezTo>
                      <a:cubicBezTo>
                        <a:pt x="251" y="138"/>
                        <a:pt x="219" y="154"/>
                        <a:pt x="187" y="154"/>
                      </a:cubicBezTo>
                      <a:cubicBezTo>
                        <a:pt x="166" y="170"/>
                        <a:pt x="134" y="170"/>
                        <a:pt x="118" y="186"/>
                      </a:cubicBezTo>
                      <a:cubicBezTo>
                        <a:pt x="86" y="202"/>
                        <a:pt x="49" y="202"/>
                        <a:pt x="33" y="219"/>
                      </a:cubicBezTo>
                      <a:cubicBezTo>
                        <a:pt x="1" y="219"/>
                        <a:pt x="17" y="219"/>
                        <a:pt x="17" y="239"/>
                      </a:cubicBezTo>
                      <a:lnTo>
                        <a:pt x="49" y="239"/>
                      </a:lnTo>
                      <a:cubicBezTo>
                        <a:pt x="65" y="219"/>
                        <a:pt x="86" y="219"/>
                        <a:pt x="118" y="202"/>
                      </a:cubicBezTo>
                      <a:cubicBezTo>
                        <a:pt x="150" y="202"/>
                        <a:pt x="166" y="202"/>
                        <a:pt x="203" y="186"/>
                      </a:cubicBezTo>
                      <a:cubicBezTo>
                        <a:pt x="219" y="186"/>
                        <a:pt x="251" y="170"/>
                        <a:pt x="304" y="170"/>
                      </a:cubicBezTo>
                      <a:cubicBezTo>
                        <a:pt x="336" y="154"/>
                        <a:pt x="368" y="154"/>
                        <a:pt x="421" y="138"/>
                      </a:cubicBezTo>
                      <a:cubicBezTo>
                        <a:pt x="453" y="138"/>
                        <a:pt x="506" y="118"/>
                        <a:pt x="554" y="118"/>
                      </a:cubicBezTo>
                      <a:cubicBezTo>
                        <a:pt x="570" y="118"/>
                        <a:pt x="607" y="101"/>
                        <a:pt x="623" y="101"/>
                      </a:cubicBezTo>
                      <a:cubicBezTo>
                        <a:pt x="639" y="101"/>
                        <a:pt x="671" y="101"/>
                        <a:pt x="692" y="85"/>
                      </a:cubicBezTo>
                      <a:cubicBezTo>
                        <a:pt x="740" y="85"/>
                        <a:pt x="772" y="69"/>
                        <a:pt x="825" y="53"/>
                      </a:cubicBezTo>
                      <a:cubicBezTo>
                        <a:pt x="857" y="53"/>
                        <a:pt x="894" y="37"/>
                        <a:pt x="942" y="37"/>
                      </a:cubicBezTo>
                      <a:cubicBezTo>
                        <a:pt x="974" y="17"/>
                        <a:pt x="995" y="17"/>
                        <a:pt x="1027" y="17"/>
                      </a:cubicBezTo>
                      <a:cubicBezTo>
                        <a:pt x="1059" y="17"/>
                        <a:pt x="1075" y="17"/>
                        <a:pt x="1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19" name="Google Shape;6519;p71">
                  <a:extLst>
                    <a:ext uri="{FF2B5EF4-FFF2-40B4-BE49-F238E27FC236}">
                      <a16:creationId xmlns:a16="http://schemas.microsoft.com/office/drawing/2014/main" id="{9376E7C4-3253-0976-68DC-BD71DDD6D911}"/>
                    </a:ext>
                  </a:extLst>
                </p:cNvPr>
                <p:cNvSpPr/>
                <p:nvPr/>
              </p:nvSpPr>
              <p:spPr>
                <a:xfrm>
                  <a:off x="3986238" y="1477356"/>
                  <a:ext cx="78765" cy="13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138" extrusionOk="0">
                      <a:moveTo>
                        <a:pt x="793" y="0"/>
                      </a:moveTo>
                      <a:cubicBezTo>
                        <a:pt x="792" y="1"/>
                        <a:pt x="691" y="21"/>
                        <a:pt x="570" y="37"/>
                      </a:cubicBezTo>
                      <a:cubicBezTo>
                        <a:pt x="506" y="37"/>
                        <a:pt x="437" y="37"/>
                        <a:pt x="368" y="53"/>
                      </a:cubicBezTo>
                      <a:cubicBezTo>
                        <a:pt x="304" y="69"/>
                        <a:pt x="251" y="69"/>
                        <a:pt x="187" y="85"/>
                      </a:cubicBezTo>
                      <a:cubicBezTo>
                        <a:pt x="134" y="85"/>
                        <a:pt x="102" y="101"/>
                        <a:pt x="65" y="101"/>
                      </a:cubicBezTo>
                      <a:cubicBezTo>
                        <a:pt x="33" y="122"/>
                        <a:pt x="17" y="122"/>
                        <a:pt x="1" y="122"/>
                      </a:cubicBezTo>
                      <a:lnTo>
                        <a:pt x="1" y="138"/>
                      </a:lnTo>
                      <a:lnTo>
                        <a:pt x="65" y="138"/>
                      </a:lnTo>
                      <a:cubicBezTo>
                        <a:pt x="102" y="138"/>
                        <a:pt x="134" y="122"/>
                        <a:pt x="203" y="122"/>
                      </a:cubicBezTo>
                      <a:cubicBezTo>
                        <a:pt x="251" y="101"/>
                        <a:pt x="320" y="85"/>
                        <a:pt x="389" y="85"/>
                      </a:cubicBezTo>
                      <a:cubicBezTo>
                        <a:pt x="437" y="69"/>
                        <a:pt x="506" y="53"/>
                        <a:pt x="570" y="53"/>
                      </a:cubicBezTo>
                      <a:cubicBezTo>
                        <a:pt x="691" y="21"/>
                        <a:pt x="792" y="1"/>
                        <a:pt x="7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0" name="Google Shape;6520;p71">
                  <a:extLst>
                    <a:ext uri="{FF2B5EF4-FFF2-40B4-BE49-F238E27FC236}">
                      <a16:creationId xmlns:a16="http://schemas.microsoft.com/office/drawing/2014/main" id="{E89C4FF4-C887-CFA2-5065-6E0BBE739238}"/>
                    </a:ext>
                  </a:extLst>
                </p:cNvPr>
                <p:cNvSpPr/>
                <p:nvPr/>
              </p:nvSpPr>
              <p:spPr>
                <a:xfrm>
                  <a:off x="3972631" y="1380614"/>
                  <a:ext cx="3675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060" extrusionOk="0">
                      <a:moveTo>
                        <a:pt x="21" y="1"/>
                      </a:moveTo>
                      <a:lnTo>
                        <a:pt x="21" y="33"/>
                      </a:lnTo>
                      <a:cubicBezTo>
                        <a:pt x="21" y="33"/>
                        <a:pt x="0" y="66"/>
                        <a:pt x="0" y="102"/>
                      </a:cubicBezTo>
                      <a:lnTo>
                        <a:pt x="0" y="268"/>
                      </a:lnTo>
                      <a:cubicBezTo>
                        <a:pt x="0" y="571"/>
                        <a:pt x="21" y="1059"/>
                        <a:pt x="21" y="1059"/>
                      </a:cubicBezTo>
                      <a:cubicBezTo>
                        <a:pt x="21" y="1059"/>
                        <a:pt x="37" y="571"/>
                        <a:pt x="37" y="268"/>
                      </a:cubicBezTo>
                      <a:lnTo>
                        <a:pt x="37" y="102"/>
                      </a:lnTo>
                      <a:lnTo>
                        <a:pt x="37" y="33"/>
                      </a:lnTo>
                      <a:cubicBezTo>
                        <a:pt x="37" y="1"/>
                        <a:pt x="21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1" name="Google Shape;6521;p71">
                  <a:extLst>
                    <a:ext uri="{FF2B5EF4-FFF2-40B4-BE49-F238E27FC236}">
                      <a16:creationId xmlns:a16="http://schemas.microsoft.com/office/drawing/2014/main" id="{1E794EE6-3F1F-1EA0-A740-7CE1357BCE9B}"/>
                    </a:ext>
                  </a:extLst>
                </p:cNvPr>
                <p:cNvSpPr/>
                <p:nvPr/>
              </p:nvSpPr>
              <p:spPr>
                <a:xfrm>
                  <a:off x="3992694" y="1377038"/>
                  <a:ext cx="5264" cy="117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181" extrusionOk="0">
                      <a:moveTo>
                        <a:pt x="21" y="1"/>
                      </a:moveTo>
                      <a:lnTo>
                        <a:pt x="0" y="37"/>
                      </a:lnTo>
                      <a:lnTo>
                        <a:pt x="0" y="122"/>
                      </a:lnTo>
                      <a:lnTo>
                        <a:pt x="0" y="304"/>
                      </a:lnTo>
                      <a:cubicBezTo>
                        <a:pt x="21" y="473"/>
                        <a:pt x="21" y="691"/>
                        <a:pt x="37" y="877"/>
                      </a:cubicBezTo>
                      <a:cubicBezTo>
                        <a:pt x="37" y="1047"/>
                        <a:pt x="53" y="1180"/>
                        <a:pt x="53" y="1180"/>
                      </a:cubicBezTo>
                      <a:lnTo>
                        <a:pt x="53" y="877"/>
                      </a:lnTo>
                      <a:cubicBezTo>
                        <a:pt x="53" y="691"/>
                        <a:pt x="37" y="473"/>
                        <a:pt x="37" y="304"/>
                      </a:cubicBezTo>
                      <a:lnTo>
                        <a:pt x="37" y="122"/>
                      </a:lnTo>
                      <a:cubicBezTo>
                        <a:pt x="37" y="85"/>
                        <a:pt x="37" y="53"/>
                        <a:pt x="21" y="37"/>
                      </a:cubicBezTo>
                      <a:lnTo>
                        <a:pt x="2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2" name="Google Shape;6522;p71">
                  <a:extLst>
                    <a:ext uri="{FF2B5EF4-FFF2-40B4-BE49-F238E27FC236}">
                      <a16:creationId xmlns:a16="http://schemas.microsoft.com/office/drawing/2014/main" id="{EF33AD22-1878-C9FF-3E96-69CCB83B180D}"/>
                    </a:ext>
                  </a:extLst>
                </p:cNvPr>
                <p:cNvSpPr/>
                <p:nvPr/>
              </p:nvSpPr>
              <p:spPr>
                <a:xfrm>
                  <a:off x="4011169" y="1372270"/>
                  <a:ext cx="3675" cy="132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330" extrusionOk="0">
                      <a:moveTo>
                        <a:pt x="16" y="0"/>
                      </a:moveTo>
                      <a:cubicBezTo>
                        <a:pt x="16" y="0"/>
                        <a:pt x="0" y="0"/>
                        <a:pt x="0" y="32"/>
                      </a:cubicBezTo>
                      <a:lnTo>
                        <a:pt x="0" y="133"/>
                      </a:lnTo>
                      <a:lnTo>
                        <a:pt x="0" y="335"/>
                      </a:lnTo>
                      <a:cubicBezTo>
                        <a:pt x="0" y="521"/>
                        <a:pt x="0" y="776"/>
                        <a:pt x="16" y="978"/>
                      </a:cubicBezTo>
                      <a:lnTo>
                        <a:pt x="16" y="1329"/>
                      </a:lnTo>
                      <a:cubicBezTo>
                        <a:pt x="16" y="1329"/>
                        <a:pt x="37" y="1180"/>
                        <a:pt x="37" y="978"/>
                      </a:cubicBezTo>
                      <a:lnTo>
                        <a:pt x="37" y="335"/>
                      </a:lnTo>
                      <a:lnTo>
                        <a:pt x="37" y="133"/>
                      </a:lnTo>
                      <a:cubicBezTo>
                        <a:pt x="37" y="85"/>
                        <a:pt x="16" y="49"/>
                        <a:pt x="16" y="32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3" name="Google Shape;6523;p71">
                  <a:extLst>
                    <a:ext uri="{FF2B5EF4-FFF2-40B4-BE49-F238E27FC236}">
                      <a16:creationId xmlns:a16="http://schemas.microsoft.com/office/drawing/2014/main" id="{3CF27165-4398-2D4E-1FB0-5DF85A158B71}"/>
                    </a:ext>
                  </a:extLst>
                </p:cNvPr>
                <p:cNvSpPr/>
                <p:nvPr/>
              </p:nvSpPr>
              <p:spPr>
                <a:xfrm>
                  <a:off x="4029643" y="1368993"/>
                  <a:ext cx="3278" cy="135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363" extrusionOk="0">
                      <a:moveTo>
                        <a:pt x="16" y="1"/>
                      </a:moveTo>
                      <a:lnTo>
                        <a:pt x="16" y="33"/>
                      </a:lnTo>
                      <a:cubicBezTo>
                        <a:pt x="16" y="49"/>
                        <a:pt x="0" y="82"/>
                        <a:pt x="0" y="134"/>
                      </a:cubicBezTo>
                      <a:lnTo>
                        <a:pt x="0" y="352"/>
                      </a:lnTo>
                      <a:cubicBezTo>
                        <a:pt x="0" y="538"/>
                        <a:pt x="16" y="789"/>
                        <a:pt x="16" y="990"/>
                      </a:cubicBezTo>
                      <a:cubicBezTo>
                        <a:pt x="16" y="1192"/>
                        <a:pt x="32" y="1362"/>
                        <a:pt x="32" y="1362"/>
                      </a:cubicBezTo>
                      <a:lnTo>
                        <a:pt x="32" y="990"/>
                      </a:lnTo>
                      <a:lnTo>
                        <a:pt x="32" y="352"/>
                      </a:lnTo>
                      <a:lnTo>
                        <a:pt x="32" y="134"/>
                      </a:lnTo>
                      <a:lnTo>
                        <a:pt x="32" y="33"/>
                      </a:ln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4" name="Google Shape;6524;p71">
                  <a:extLst>
                    <a:ext uri="{FF2B5EF4-FFF2-40B4-BE49-F238E27FC236}">
                      <a16:creationId xmlns:a16="http://schemas.microsoft.com/office/drawing/2014/main" id="{DC09FB6F-6F1F-8FD4-F9F2-C8F94E18636F}"/>
                    </a:ext>
                  </a:extLst>
                </p:cNvPr>
                <p:cNvSpPr/>
                <p:nvPr/>
              </p:nvSpPr>
              <p:spPr>
                <a:xfrm>
                  <a:off x="4048018" y="1363828"/>
                  <a:ext cx="4966" cy="143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447" extrusionOk="0">
                      <a:moveTo>
                        <a:pt x="17" y="0"/>
                      </a:moveTo>
                      <a:lnTo>
                        <a:pt x="1" y="33"/>
                      </a:lnTo>
                      <a:lnTo>
                        <a:pt x="1" y="134"/>
                      </a:lnTo>
                      <a:lnTo>
                        <a:pt x="1" y="235"/>
                      </a:lnTo>
                      <a:cubicBezTo>
                        <a:pt x="1" y="271"/>
                        <a:pt x="17" y="319"/>
                        <a:pt x="17" y="372"/>
                      </a:cubicBezTo>
                      <a:lnTo>
                        <a:pt x="17" y="521"/>
                      </a:lnTo>
                      <a:lnTo>
                        <a:pt x="17" y="707"/>
                      </a:lnTo>
                      <a:lnTo>
                        <a:pt x="17" y="1063"/>
                      </a:lnTo>
                      <a:cubicBezTo>
                        <a:pt x="33" y="1281"/>
                        <a:pt x="33" y="1446"/>
                        <a:pt x="33" y="1446"/>
                      </a:cubicBezTo>
                      <a:lnTo>
                        <a:pt x="33" y="1063"/>
                      </a:lnTo>
                      <a:cubicBezTo>
                        <a:pt x="33" y="941"/>
                        <a:pt x="49" y="824"/>
                        <a:pt x="49" y="707"/>
                      </a:cubicBezTo>
                      <a:lnTo>
                        <a:pt x="49" y="521"/>
                      </a:lnTo>
                      <a:lnTo>
                        <a:pt x="49" y="372"/>
                      </a:lnTo>
                      <a:cubicBezTo>
                        <a:pt x="49" y="319"/>
                        <a:pt x="33" y="271"/>
                        <a:pt x="33" y="235"/>
                      </a:cubicBezTo>
                      <a:cubicBezTo>
                        <a:pt x="33" y="202"/>
                        <a:pt x="33" y="170"/>
                        <a:pt x="17" y="134"/>
                      </a:cubicBezTo>
                      <a:lnTo>
                        <a:pt x="17" y="33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5" name="Google Shape;6525;p71">
                  <a:extLst>
                    <a:ext uri="{FF2B5EF4-FFF2-40B4-BE49-F238E27FC236}">
                      <a16:creationId xmlns:a16="http://schemas.microsoft.com/office/drawing/2014/main" id="{F6A441DD-40CD-542A-BB3C-A2E59527B7B3}"/>
                    </a:ext>
                  </a:extLst>
                </p:cNvPr>
                <p:cNvSpPr/>
                <p:nvPr/>
              </p:nvSpPr>
              <p:spPr>
                <a:xfrm>
                  <a:off x="4096588" y="1365417"/>
                  <a:ext cx="4966" cy="140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1415" extrusionOk="0">
                      <a:moveTo>
                        <a:pt x="33" y="0"/>
                      </a:moveTo>
                      <a:lnTo>
                        <a:pt x="33" y="37"/>
                      </a:lnTo>
                      <a:cubicBezTo>
                        <a:pt x="17" y="53"/>
                        <a:pt x="17" y="69"/>
                        <a:pt x="17" y="85"/>
                      </a:cubicBezTo>
                      <a:lnTo>
                        <a:pt x="17" y="170"/>
                      </a:lnTo>
                      <a:lnTo>
                        <a:pt x="17" y="441"/>
                      </a:lnTo>
                      <a:cubicBezTo>
                        <a:pt x="17" y="489"/>
                        <a:pt x="17" y="558"/>
                        <a:pt x="1" y="623"/>
                      </a:cubicBezTo>
                      <a:lnTo>
                        <a:pt x="1" y="825"/>
                      </a:lnTo>
                      <a:lnTo>
                        <a:pt x="1" y="1047"/>
                      </a:lnTo>
                      <a:lnTo>
                        <a:pt x="1" y="1249"/>
                      </a:lnTo>
                      <a:cubicBezTo>
                        <a:pt x="1" y="1313"/>
                        <a:pt x="17" y="1366"/>
                        <a:pt x="17" y="1414"/>
                      </a:cubicBezTo>
                      <a:lnTo>
                        <a:pt x="17" y="1249"/>
                      </a:lnTo>
                      <a:lnTo>
                        <a:pt x="17" y="1047"/>
                      </a:lnTo>
                      <a:cubicBezTo>
                        <a:pt x="17" y="978"/>
                        <a:pt x="33" y="893"/>
                        <a:pt x="33" y="825"/>
                      </a:cubicBezTo>
                      <a:lnTo>
                        <a:pt x="33" y="623"/>
                      </a:lnTo>
                      <a:cubicBezTo>
                        <a:pt x="33" y="558"/>
                        <a:pt x="49" y="489"/>
                        <a:pt x="49" y="441"/>
                      </a:cubicBezTo>
                      <a:lnTo>
                        <a:pt x="49" y="170"/>
                      </a:lnTo>
                      <a:lnTo>
                        <a:pt x="49" y="85"/>
                      </a:lnTo>
                      <a:lnTo>
                        <a:pt x="49" y="37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6" name="Google Shape;6526;p71">
                  <a:extLst>
                    <a:ext uri="{FF2B5EF4-FFF2-40B4-BE49-F238E27FC236}">
                      <a16:creationId xmlns:a16="http://schemas.microsoft.com/office/drawing/2014/main" id="{0C06C119-714D-B280-75A6-5C556FE7A5A0}"/>
                    </a:ext>
                  </a:extLst>
                </p:cNvPr>
                <p:cNvSpPr/>
                <p:nvPr/>
              </p:nvSpPr>
              <p:spPr>
                <a:xfrm>
                  <a:off x="4101455" y="1365417"/>
                  <a:ext cx="67044" cy="3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" h="356" extrusionOk="0">
                      <a:moveTo>
                        <a:pt x="0" y="0"/>
                      </a:moveTo>
                      <a:cubicBezTo>
                        <a:pt x="0" y="17"/>
                        <a:pt x="16" y="17"/>
                        <a:pt x="53" y="37"/>
                      </a:cubicBezTo>
                      <a:cubicBezTo>
                        <a:pt x="69" y="37"/>
                        <a:pt x="101" y="53"/>
                        <a:pt x="154" y="85"/>
                      </a:cubicBezTo>
                      <a:cubicBezTo>
                        <a:pt x="186" y="101"/>
                        <a:pt x="202" y="118"/>
                        <a:pt x="238" y="138"/>
                      </a:cubicBezTo>
                      <a:cubicBezTo>
                        <a:pt x="255" y="154"/>
                        <a:pt x="287" y="170"/>
                        <a:pt x="319" y="170"/>
                      </a:cubicBezTo>
                      <a:cubicBezTo>
                        <a:pt x="372" y="202"/>
                        <a:pt x="440" y="239"/>
                        <a:pt x="489" y="255"/>
                      </a:cubicBezTo>
                      <a:cubicBezTo>
                        <a:pt x="440" y="219"/>
                        <a:pt x="388" y="186"/>
                        <a:pt x="319" y="154"/>
                      </a:cubicBezTo>
                      <a:cubicBezTo>
                        <a:pt x="303" y="138"/>
                        <a:pt x="271" y="118"/>
                        <a:pt x="255" y="101"/>
                      </a:cubicBezTo>
                      <a:cubicBezTo>
                        <a:pt x="218" y="85"/>
                        <a:pt x="202" y="69"/>
                        <a:pt x="170" y="53"/>
                      </a:cubicBezTo>
                      <a:cubicBezTo>
                        <a:pt x="117" y="37"/>
                        <a:pt x="85" y="17"/>
                        <a:pt x="53" y="0"/>
                      </a:cubicBezTo>
                      <a:close/>
                      <a:moveTo>
                        <a:pt x="489" y="255"/>
                      </a:moveTo>
                      <a:cubicBezTo>
                        <a:pt x="505" y="271"/>
                        <a:pt x="541" y="287"/>
                        <a:pt x="558" y="303"/>
                      </a:cubicBezTo>
                      <a:cubicBezTo>
                        <a:pt x="590" y="303"/>
                        <a:pt x="606" y="320"/>
                        <a:pt x="622" y="340"/>
                      </a:cubicBezTo>
                      <a:cubicBezTo>
                        <a:pt x="659" y="356"/>
                        <a:pt x="675" y="356"/>
                        <a:pt x="675" y="356"/>
                      </a:cubicBezTo>
                      <a:cubicBezTo>
                        <a:pt x="675" y="356"/>
                        <a:pt x="659" y="340"/>
                        <a:pt x="622" y="320"/>
                      </a:cubicBezTo>
                      <a:cubicBezTo>
                        <a:pt x="606" y="320"/>
                        <a:pt x="590" y="303"/>
                        <a:pt x="558" y="287"/>
                      </a:cubicBezTo>
                      <a:cubicBezTo>
                        <a:pt x="541" y="271"/>
                        <a:pt x="521" y="255"/>
                        <a:pt x="489" y="2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7" name="Google Shape;6527;p71">
                  <a:extLst>
                    <a:ext uri="{FF2B5EF4-FFF2-40B4-BE49-F238E27FC236}">
                      <a16:creationId xmlns:a16="http://schemas.microsoft.com/office/drawing/2014/main" id="{3496089D-FFAA-BFC2-C785-E1D902B65AFC}"/>
                    </a:ext>
                  </a:extLst>
                </p:cNvPr>
                <p:cNvSpPr/>
                <p:nvPr/>
              </p:nvSpPr>
              <p:spPr>
                <a:xfrm>
                  <a:off x="4161646" y="1398790"/>
                  <a:ext cx="3675" cy="211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125" extrusionOk="0">
                      <a:moveTo>
                        <a:pt x="15" y="1"/>
                      </a:moveTo>
                      <a:cubicBezTo>
                        <a:pt x="14" y="1"/>
                        <a:pt x="10" y="9"/>
                        <a:pt x="0" y="52"/>
                      </a:cubicBezTo>
                      <a:lnTo>
                        <a:pt x="0" y="222"/>
                      </a:lnTo>
                      <a:lnTo>
                        <a:pt x="0" y="557"/>
                      </a:lnTo>
                      <a:cubicBezTo>
                        <a:pt x="16" y="711"/>
                        <a:pt x="16" y="876"/>
                        <a:pt x="16" y="1062"/>
                      </a:cubicBezTo>
                      <a:lnTo>
                        <a:pt x="16" y="1583"/>
                      </a:lnTo>
                      <a:cubicBezTo>
                        <a:pt x="16" y="1668"/>
                        <a:pt x="36" y="1737"/>
                        <a:pt x="36" y="1801"/>
                      </a:cubicBezTo>
                      <a:lnTo>
                        <a:pt x="36" y="1583"/>
                      </a:lnTo>
                      <a:lnTo>
                        <a:pt x="36" y="1062"/>
                      </a:lnTo>
                      <a:lnTo>
                        <a:pt x="36" y="557"/>
                      </a:lnTo>
                      <a:lnTo>
                        <a:pt x="36" y="222"/>
                      </a:lnTo>
                      <a:cubicBezTo>
                        <a:pt x="36" y="137"/>
                        <a:pt x="36" y="85"/>
                        <a:pt x="16" y="52"/>
                      </a:cubicBezTo>
                      <a:lnTo>
                        <a:pt x="16" y="4"/>
                      </a:lnTo>
                      <a:cubicBezTo>
                        <a:pt x="16" y="4"/>
                        <a:pt x="16" y="1"/>
                        <a:pt x="15" y="1"/>
                      </a:cubicBezTo>
                      <a:close/>
                      <a:moveTo>
                        <a:pt x="36" y="1902"/>
                      </a:moveTo>
                      <a:cubicBezTo>
                        <a:pt x="36" y="1939"/>
                        <a:pt x="16" y="1971"/>
                        <a:pt x="16" y="1987"/>
                      </a:cubicBezTo>
                      <a:lnTo>
                        <a:pt x="16" y="2125"/>
                      </a:lnTo>
                      <a:cubicBezTo>
                        <a:pt x="16" y="2088"/>
                        <a:pt x="16" y="2040"/>
                        <a:pt x="36" y="1987"/>
                      </a:cubicBezTo>
                      <a:lnTo>
                        <a:pt x="36" y="190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8" name="Google Shape;6528;p71">
                  <a:extLst>
                    <a:ext uri="{FF2B5EF4-FFF2-40B4-BE49-F238E27FC236}">
                      <a16:creationId xmlns:a16="http://schemas.microsoft.com/office/drawing/2014/main" id="{86BCDA8B-E560-5490-C364-C3EC23E55424}"/>
                    </a:ext>
                  </a:extLst>
                </p:cNvPr>
                <p:cNvSpPr/>
                <p:nvPr/>
              </p:nvSpPr>
              <p:spPr>
                <a:xfrm>
                  <a:off x="4159958" y="1607770"/>
                  <a:ext cx="5364" cy="108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096" extrusionOk="0">
                      <a:moveTo>
                        <a:pt x="33" y="0"/>
                      </a:moveTo>
                      <a:lnTo>
                        <a:pt x="33" y="37"/>
                      </a:lnTo>
                      <a:cubicBezTo>
                        <a:pt x="33" y="53"/>
                        <a:pt x="33" y="85"/>
                        <a:pt x="17" y="138"/>
                      </a:cubicBezTo>
                      <a:lnTo>
                        <a:pt x="17" y="324"/>
                      </a:lnTo>
                      <a:lnTo>
                        <a:pt x="17" y="606"/>
                      </a:lnTo>
                      <a:lnTo>
                        <a:pt x="17" y="760"/>
                      </a:lnTo>
                      <a:lnTo>
                        <a:pt x="17" y="909"/>
                      </a:lnTo>
                      <a:cubicBezTo>
                        <a:pt x="33" y="861"/>
                        <a:pt x="33" y="808"/>
                        <a:pt x="33" y="760"/>
                      </a:cubicBezTo>
                      <a:cubicBezTo>
                        <a:pt x="33" y="707"/>
                        <a:pt x="53" y="659"/>
                        <a:pt x="53" y="606"/>
                      </a:cubicBezTo>
                      <a:lnTo>
                        <a:pt x="53" y="324"/>
                      </a:lnTo>
                      <a:lnTo>
                        <a:pt x="53" y="138"/>
                      </a:lnTo>
                      <a:lnTo>
                        <a:pt x="53" y="37"/>
                      </a:lnTo>
                      <a:cubicBezTo>
                        <a:pt x="53" y="0"/>
                        <a:pt x="33" y="0"/>
                        <a:pt x="33" y="0"/>
                      </a:cubicBezTo>
                      <a:close/>
                      <a:moveTo>
                        <a:pt x="17" y="909"/>
                      </a:moveTo>
                      <a:cubicBezTo>
                        <a:pt x="17" y="930"/>
                        <a:pt x="1" y="962"/>
                        <a:pt x="1" y="978"/>
                      </a:cubicBezTo>
                      <a:lnTo>
                        <a:pt x="1" y="1047"/>
                      </a:lnTo>
                      <a:cubicBezTo>
                        <a:pt x="17" y="1063"/>
                        <a:pt x="17" y="1079"/>
                        <a:pt x="17" y="1095"/>
                      </a:cubicBezTo>
                      <a:lnTo>
                        <a:pt x="17" y="1047"/>
                      </a:lnTo>
                      <a:lnTo>
                        <a:pt x="17" y="978"/>
                      </a:lnTo>
                      <a:lnTo>
                        <a:pt x="17" y="9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29" name="Google Shape;6529;p71">
                  <a:extLst>
                    <a:ext uri="{FF2B5EF4-FFF2-40B4-BE49-F238E27FC236}">
                      <a16:creationId xmlns:a16="http://schemas.microsoft.com/office/drawing/2014/main" id="{3B9F0BD9-CC9C-3058-5914-4E388EE8EEB8}"/>
                    </a:ext>
                  </a:extLst>
                </p:cNvPr>
                <p:cNvSpPr/>
                <p:nvPr/>
              </p:nvSpPr>
              <p:spPr>
                <a:xfrm>
                  <a:off x="4131551" y="1721696"/>
                  <a:ext cx="33771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86" extrusionOk="0">
                      <a:moveTo>
                        <a:pt x="36" y="1"/>
                      </a:moveTo>
                      <a:cubicBezTo>
                        <a:pt x="16" y="1"/>
                        <a:pt x="16" y="17"/>
                        <a:pt x="0" y="17"/>
                      </a:cubicBezTo>
                      <a:lnTo>
                        <a:pt x="0" y="33"/>
                      </a:lnTo>
                      <a:lnTo>
                        <a:pt x="85" y="33"/>
                      </a:lnTo>
                      <a:cubicBezTo>
                        <a:pt x="137" y="33"/>
                        <a:pt x="202" y="49"/>
                        <a:pt x="255" y="65"/>
                      </a:cubicBezTo>
                      <a:cubicBezTo>
                        <a:pt x="271" y="65"/>
                        <a:pt x="303" y="65"/>
                        <a:pt x="319" y="85"/>
                      </a:cubicBezTo>
                      <a:lnTo>
                        <a:pt x="339" y="85"/>
                      </a:lnTo>
                      <a:lnTo>
                        <a:pt x="319" y="65"/>
                      </a:lnTo>
                      <a:cubicBezTo>
                        <a:pt x="303" y="65"/>
                        <a:pt x="271" y="49"/>
                        <a:pt x="255" y="49"/>
                      </a:cubicBezTo>
                      <a:cubicBezTo>
                        <a:pt x="202" y="33"/>
                        <a:pt x="137" y="17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0" name="Google Shape;6530;p71">
                  <a:extLst>
                    <a:ext uri="{FF2B5EF4-FFF2-40B4-BE49-F238E27FC236}">
                      <a16:creationId xmlns:a16="http://schemas.microsoft.com/office/drawing/2014/main" id="{79B00E6C-4E1A-9140-8CC9-C6D3B62D380B}"/>
                    </a:ext>
                  </a:extLst>
                </p:cNvPr>
                <p:cNvSpPr/>
                <p:nvPr/>
              </p:nvSpPr>
              <p:spPr>
                <a:xfrm>
                  <a:off x="4163235" y="1545990"/>
                  <a:ext cx="2086" cy="73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744" extrusionOk="0">
                      <a:moveTo>
                        <a:pt x="20" y="0"/>
                      </a:moveTo>
                      <a:cubicBezTo>
                        <a:pt x="20" y="0"/>
                        <a:pt x="20" y="85"/>
                        <a:pt x="0" y="202"/>
                      </a:cubicBezTo>
                      <a:lnTo>
                        <a:pt x="0" y="542"/>
                      </a:lnTo>
                      <a:lnTo>
                        <a:pt x="0" y="659"/>
                      </a:lnTo>
                      <a:lnTo>
                        <a:pt x="0" y="723"/>
                      </a:lnTo>
                      <a:lnTo>
                        <a:pt x="0" y="744"/>
                      </a:lnTo>
                      <a:cubicBezTo>
                        <a:pt x="20" y="744"/>
                        <a:pt x="20" y="744"/>
                        <a:pt x="20" y="707"/>
                      </a:cubicBezTo>
                      <a:lnTo>
                        <a:pt x="20" y="659"/>
                      </a:lnTo>
                      <a:lnTo>
                        <a:pt x="20" y="542"/>
                      </a:lnTo>
                      <a:lnTo>
                        <a:pt x="20" y="20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1" name="Google Shape;6531;p71">
                  <a:extLst>
                    <a:ext uri="{FF2B5EF4-FFF2-40B4-BE49-F238E27FC236}">
                      <a16:creationId xmlns:a16="http://schemas.microsoft.com/office/drawing/2014/main" id="{F9E6F49E-9F7E-0A93-8139-AF9024DE316F}"/>
                    </a:ext>
                  </a:extLst>
                </p:cNvPr>
                <p:cNvSpPr/>
                <p:nvPr/>
              </p:nvSpPr>
              <p:spPr>
                <a:xfrm>
                  <a:off x="4146748" y="1723285"/>
                  <a:ext cx="16587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70" extrusionOk="0">
                      <a:moveTo>
                        <a:pt x="1" y="1"/>
                      </a:moveTo>
                      <a:cubicBezTo>
                        <a:pt x="1" y="1"/>
                        <a:pt x="17" y="1"/>
                        <a:pt x="17" y="17"/>
                      </a:cubicBezTo>
                      <a:cubicBezTo>
                        <a:pt x="33" y="17"/>
                        <a:pt x="49" y="17"/>
                        <a:pt x="65" y="33"/>
                      </a:cubicBezTo>
                      <a:lnTo>
                        <a:pt x="102" y="33"/>
                      </a:lnTo>
                      <a:cubicBezTo>
                        <a:pt x="102" y="49"/>
                        <a:pt x="118" y="49"/>
                        <a:pt x="118" y="49"/>
                      </a:cubicBezTo>
                      <a:cubicBezTo>
                        <a:pt x="150" y="69"/>
                        <a:pt x="166" y="69"/>
                        <a:pt x="166" y="69"/>
                      </a:cubicBezTo>
                      <a:cubicBezTo>
                        <a:pt x="166" y="69"/>
                        <a:pt x="166" y="49"/>
                        <a:pt x="134" y="33"/>
                      </a:cubicBezTo>
                      <a:cubicBezTo>
                        <a:pt x="118" y="33"/>
                        <a:pt x="118" y="17"/>
                        <a:pt x="118" y="17"/>
                      </a:cubicBezTo>
                      <a:cubicBezTo>
                        <a:pt x="102" y="17"/>
                        <a:pt x="85" y="17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2" name="Google Shape;6532;p71">
                  <a:extLst>
                    <a:ext uri="{FF2B5EF4-FFF2-40B4-BE49-F238E27FC236}">
                      <a16:creationId xmlns:a16="http://schemas.microsoft.com/office/drawing/2014/main" id="{54A7BA48-4B64-D8CF-4717-A1D63498E721}"/>
                    </a:ext>
                  </a:extLst>
                </p:cNvPr>
                <p:cNvSpPr/>
                <p:nvPr/>
              </p:nvSpPr>
              <p:spPr>
                <a:xfrm>
                  <a:off x="4131551" y="1667961"/>
                  <a:ext cx="28506" cy="8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86" extrusionOk="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16" y="21"/>
                      </a:lnTo>
                      <a:cubicBezTo>
                        <a:pt x="36" y="37"/>
                        <a:pt x="53" y="37"/>
                        <a:pt x="69" y="53"/>
                      </a:cubicBezTo>
                      <a:lnTo>
                        <a:pt x="137" y="53"/>
                      </a:lnTo>
                      <a:cubicBezTo>
                        <a:pt x="154" y="69"/>
                        <a:pt x="186" y="69"/>
                        <a:pt x="202" y="69"/>
                      </a:cubicBezTo>
                      <a:cubicBezTo>
                        <a:pt x="218" y="69"/>
                        <a:pt x="255" y="69"/>
                        <a:pt x="255" y="85"/>
                      </a:cubicBezTo>
                      <a:lnTo>
                        <a:pt x="287" y="85"/>
                      </a:lnTo>
                      <a:cubicBezTo>
                        <a:pt x="287" y="85"/>
                        <a:pt x="271" y="85"/>
                        <a:pt x="271" y="69"/>
                      </a:cubicBezTo>
                      <a:cubicBezTo>
                        <a:pt x="255" y="69"/>
                        <a:pt x="238" y="53"/>
                        <a:pt x="202" y="53"/>
                      </a:cubicBezTo>
                      <a:cubicBezTo>
                        <a:pt x="186" y="53"/>
                        <a:pt x="170" y="37"/>
                        <a:pt x="137" y="37"/>
                      </a:cubicBezTo>
                      <a:cubicBezTo>
                        <a:pt x="137" y="37"/>
                        <a:pt x="117" y="21"/>
                        <a:pt x="101" y="21"/>
                      </a:cubicBezTo>
                      <a:lnTo>
                        <a:pt x="69" y="21"/>
                      </a:lnTo>
                      <a:cubicBezTo>
                        <a:pt x="53" y="0"/>
                        <a:pt x="36" y="0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3" name="Google Shape;6533;p71">
                  <a:extLst>
                    <a:ext uri="{FF2B5EF4-FFF2-40B4-BE49-F238E27FC236}">
                      <a16:creationId xmlns:a16="http://schemas.microsoft.com/office/drawing/2014/main" id="{452D7195-76C8-CD5E-0B4D-E373E3084D08}"/>
                    </a:ext>
                  </a:extLst>
                </p:cNvPr>
                <p:cNvSpPr/>
                <p:nvPr/>
              </p:nvSpPr>
              <p:spPr>
                <a:xfrm>
                  <a:off x="4131551" y="1611346"/>
                  <a:ext cx="23739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102" extrusionOk="0">
                      <a:moveTo>
                        <a:pt x="0" y="1"/>
                      </a:moveTo>
                      <a:lnTo>
                        <a:pt x="0" y="17"/>
                      </a:lnTo>
                      <a:cubicBezTo>
                        <a:pt x="0" y="17"/>
                        <a:pt x="16" y="17"/>
                        <a:pt x="36" y="33"/>
                      </a:cubicBezTo>
                      <a:cubicBezTo>
                        <a:pt x="36" y="33"/>
                        <a:pt x="53" y="33"/>
                        <a:pt x="69" y="49"/>
                      </a:cubicBezTo>
                      <a:cubicBezTo>
                        <a:pt x="85" y="49"/>
                        <a:pt x="101" y="65"/>
                        <a:pt x="101" y="65"/>
                      </a:cubicBezTo>
                      <a:cubicBezTo>
                        <a:pt x="117" y="65"/>
                        <a:pt x="137" y="86"/>
                        <a:pt x="154" y="86"/>
                      </a:cubicBezTo>
                      <a:cubicBezTo>
                        <a:pt x="170" y="86"/>
                        <a:pt x="186" y="102"/>
                        <a:pt x="186" y="102"/>
                      </a:cubicBezTo>
                      <a:lnTo>
                        <a:pt x="238" y="102"/>
                      </a:lnTo>
                      <a:cubicBezTo>
                        <a:pt x="218" y="86"/>
                        <a:pt x="202" y="86"/>
                        <a:pt x="202" y="86"/>
                      </a:cubicBezTo>
                      <a:cubicBezTo>
                        <a:pt x="186" y="65"/>
                        <a:pt x="170" y="65"/>
                        <a:pt x="154" y="65"/>
                      </a:cubicBezTo>
                      <a:cubicBezTo>
                        <a:pt x="154" y="49"/>
                        <a:pt x="137" y="49"/>
                        <a:pt x="117" y="49"/>
                      </a:cubicBezTo>
                      <a:cubicBezTo>
                        <a:pt x="101" y="33"/>
                        <a:pt x="101" y="33"/>
                        <a:pt x="85" y="33"/>
                      </a:cubicBezTo>
                      <a:cubicBezTo>
                        <a:pt x="69" y="17"/>
                        <a:pt x="53" y="17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4" name="Google Shape;6534;p71">
                  <a:extLst>
                    <a:ext uri="{FF2B5EF4-FFF2-40B4-BE49-F238E27FC236}">
                      <a16:creationId xmlns:a16="http://schemas.microsoft.com/office/drawing/2014/main" id="{AA99AB44-9061-A3A6-11A3-D7672D7A3E9E}"/>
                    </a:ext>
                  </a:extLst>
                </p:cNvPr>
                <p:cNvSpPr/>
                <p:nvPr/>
              </p:nvSpPr>
              <p:spPr>
                <a:xfrm>
                  <a:off x="4105031" y="1542712"/>
                  <a:ext cx="61879" cy="23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236" extrusionOk="0">
                      <a:moveTo>
                        <a:pt x="1" y="1"/>
                      </a:moveTo>
                      <a:lnTo>
                        <a:pt x="1" y="17"/>
                      </a:lnTo>
                      <a:cubicBezTo>
                        <a:pt x="17" y="33"/>
                        <a:pt x="49" y="70"/>
                        <a:pt x="134" y="102"/>
                      </a:cubicBezTo>
                      <a:cubicBezTo>
                        <a:pt x="182" y="118"/>
                        <a:pt x="235" y="134"/>
                        <a:pt x="283" y="150"/>
                      </a:cubicBezTo>
                      <a:cubicBezTo>
                        <a:pt x="320" y="171"/>
                        <a:pt x="336" y="171"/>
                        <a:pt x="368" y="171"/>
                      </a:cubicBezTo>
                      <a:cubicBezTo>
                        <a:pt x="384" y="171"/>
                        <a:pt x="421" y="187"/>
                        <a:pt x="437" y="187"/>
                      </a:cubicBezTo>
                      <a:cubicBezTo>
                        <a:pt x="469" y="187"/>
                        <a:pt x="485" y="203"/>
                        <a:pt x="522" y="203"/>
                      </a:cubicBezTo>
                      <a:lnTo>
                        <a:pt x="538" y="203"/>
                      </a:lnTo>
                      <a:lnTo>
                        <a:pt x="522" y="187"/>
                      </a:lnTo>
                      <a:cubicBezTo>
                        <a:pt x="505" y="187"/>
                        <a:pt x="469" y="171"/>
                        <a:pt x="453" y="171"/>
                      </a:cubicBezTo>
                      <a:cubicBezTo>
                        <a:pt x="421" y="171"/>
                        <a:pt x="404" y="150"/>
                        <a:pt x="368" y="150"/>
                      </a:cubicBezTo>
                      <a:cubicBezTo>
                        <a:pt x="352" y="134"/>
                        <a:pt x="320" y="134"/>
                        <a:pt x="283" y="134"/>
                      </a:cubicBezTo>
                      <a:cubicBezTo>
                        <a:pt x="235" y="118"/>
                        <a:pt x="182" y="102"/>
                        <a:pt x="150" y="86"/>
                      </a:cubicBezTo>
                      <a:cubicBezTo>
                        <a:pt x="102" y="49"/>
                        <a:pt x="65" y="49"/>
                        <a:pt x="49" y="33"/>
                      </a:cubicBezTo>
                      <a:cubicBezTo>
                        <a:pt x="33" y="17"/>
                        <a:pt x="17" y="17"/>
                        <a:pt x="17" y="1"/>
                      </a:cubicBezTo>
                      <a:close/>
                      <a:moveTo>
                        <a:pt x="538" y="203"/>
                      </a:moveTo>
                      <a:cubicBezTo>
                        <a:pt x="554" y="203"/>
                        <a:pt x="554" y="219"/>
                        <a:pt x="570" y="219"/>
                      </a:cubicBezTo>
                      <a:cubicBezTo>
                        <a:pt x="606" y="219"/>
                        <a:pt x="623" y="235"/>
                        <a:pt x="623" y="235"/>
                      </a:cubicBezTo>
                      <a:cubicBezTo>
                        <a:pt x="623" y="235"/>
                        <a:pt x="606" y="219"/>
                        <a:pt x="570" y="2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5" name="Google Shape;6535;p71">
                  <a:extLst>
                    <a:ext uri="{FF2B5EF4-FFF2-40B4-BE49-F238E27FC236}">
                      <a16:creationId xmlns:a16="http://schemas.microsoft.com/office/drawing/2014/main" id="{B47FBBD7-DF9B-8550-6000-E8510E0DCE5C}"/>
                    </a:ext>
                  </a:extLst>
                </p:cNvPr>
                <p:cNvSpPr/>
                <p:nvPr/>
              </p:nvSpPr>
              <p:spPr>
                <a:xfrm>
                  <a:off x="4096588" y="1479343"/>
                  <a:ext cx="68733" cy="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" h="304" extrusionOk="0">
                      <a:moveTo>
                        <a:pt x="17" y="1"/>
                      </a:moveTo>
                      <a:cubicBezTo>
                        <a:pt x="17" y="1"/>
                        <a:pt x="1" y="1"/>
                        <a:pt x="33" y="17"/>
                      </a:cubicBezTo>
                      <a:lnTo>
                        <a:pt x="49" y="17"/>
                      </a:lnTo>
                      <a:cubicBezTo>
                        <a:pt x="49" y="33"/>
                        <a:pt x="65" y="33"/>
                        <a:pt x="86" y="33"/>
                      </a:cubicBezTo>
                      <a:cubicBezTo>
                        <a:pt x="102" y="49"/>
                        <a:pt x="134" y="65"/>
                        <a:pt x="187" y="81"/>
                      </a:cubicBezTo>
                      <a:cubicBezTo>
                        <a:pt x="235" y="118"/>
                        <a:pt x="287" y="150"/>
                        <a:pt x="336" y="166"/>
                      </a:cubicBezTo>
                      <a:cubicBezTo>
                        <a:pt x="368" y="182"/>
                        <a:pt x="405" y="203"/>
                        <a:pt x="437" y="203"/>
                      </a:cubicBezTo>
                      <a:cubicBezTo>
                        <a:pt x="469" y="219"/>
                        <a:pt x="489" y="219"/>
                        <a:pt x="522" y="235"/>
                      </a:cubicBezTo>
                      <a:cubicBezTo>
                        <a:pt x="554" y="235"/>
                        <a:pt x="570" y="251"/>
                        <a:pt x="590" y="267"/>
                      </a:cubicBezTo>
                      <a:lnTo>
                        <a:pt x="623" y="267"/>
                      </a:lnTo>
                      <a:lnTo>
                        <a:pt x="607" y="251"/>
                      </a:lnTo>
                      <a:cubicBezTo>
                        <a:pt x="570" y="235"/>
                        <a:pt x="554" y="235"/>
                        <a:pt x="522" y="219"/>
                      </a:cubicBezTo>
                      <a:cubicBezTo>
                        <a:pt x="506" y="203"/>
                        <a:pt x="469" y="203"/>
                        <a:pt x="437" y="182"/>
                      </a:cubicBezTo>
                      <a:cubicBezTo>
                        <a:pt x="405" y="166"/>
                        <a:pt x="388" y="166"/>
                        <a:pt x="352" y="150"/>
                      </a:cubicBezTo>
                      <a:cubicBezTo>
                        <a:pt x="320" y="134"/>
                        <a:pt x="304" y="118"/>
                        <a:pt x="267" y="102"/>
                      </a:cubicBezTo>
                      <a:cubicBezTo>
                        <a:pt x="251" y="81"/>
                        <a:pt x="219" y="81"/>
                        <a:pt x="203" y="65"/>
                      </a:cubicBezTo>
                      <a:cubicBezTo>
                        <a:pt x="150" y="33"/>
                        <a:pt x="118" y="33"/>
                        <a:pt x="86" y="17"/>
                      </a:cubicBezTo>
                      <a:cubicBezTo>
                        <a:pt x="65" y="1"/>
                        <a:pt x="49" y="1"/>
                        <a:pt x="33" y="1"/>
                      </a:cubicBezTo>
                      <a:close/>
                      <a:moveTo>
                        <a:pt x="623" y="267"/>
                      </a:moveTo>
                      <a:cubicBezTo>
                        <a:pt x="639" y="283"/>
                        <a:pt x="639" y="283"/>
                        <a:pt x="655" y="283"/>
                      </a:cubicBezTo>
                      <a:cubicBezTo>
                        <a:pt x="655" y="283"/>
                        <a:pt x="639" y="267"/>
                        <a:pt x="623" y="267"/>
                      </a:cubicBezTo>
                      <a:close/>
                      <a:moveTo>
                        <a:pt x="655" y="283"/>
                      </a:moveTo>
                      <a:cubicBezTo>
                        <a:pt x="671" y="304"/>
                        <a:pt x="691" y="304"/>
                        <a:pt x="691" y="304"/>
                      </a:cubicBezTo>
                      <a:cubicBezTo>
                        <a:pt x="691" y="304"/>
                        <a:pt x="671" y="283"/>
                        <a:pt x="655" y="2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6" name="Google Shape;6536;p71">
                  <a:extLst>
                    <a:ext uri="{FF2B5EF4-FFF2-40B4-BE49-F238E27FC236}">
                      <a16:creationId xmlns:a16="http://schemas.microsoft.com/office/drawing/2014/main" id="{8E6C6A4E-3F4B-F3CD-246E-2C136E984BBE}"/>
                    </a:ext>
                  </a:extLst>
                </p:cNvPr>
                <p:cNvSpPr/>
                <p:nvPr/>
              </p:nvSpPr>
              <p:spPr>
                <a:xfrm>
                  <a:off x="4098178" y="1422429"/>
                  <a:ext cx="67144" cy="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" h="336" extrusionOk="0">
                      <a:moveTo>
                        <a:pt x="17" y="0"/>
                      </a:moveTo>
                      <a:lnTo>
                        <a:pt x="1" y="16"/>
                      </a:lnTo>
                      <a:lnTo>
                        <a:pt x="17" y="16"/>
                      </a:lnTo>
                      <a:cubicBezTo>
                        <a:pt x="17" y="49"/>
                        <a:pt x="70" y="85"/>
                        <a:pt x="150" y="133"/>
                      </a:cubicBezTo>
                      <a:cubicBezTo>
                        <a:pt x="203" y="150"/>
                        <a:pt x="251" y="186"/>
                        <a:pt x="320" y="202"/>
                      </a:cubicBezTo>
                      <a:cubicBezTo>
                        <a:pt x="336" y="218"/>
                        <a:pt x="372" y="234"/>
                        <a:pt x="405" y="234"/>
                      </a:cubicBezTo>
                      <a:cubicBezTo>
                        <a:pt x="421" y="251"/>
                        <a:pt x="453" y="271"/>
                        <a:pt x="473" y="271"/>
                      </a:cubicBezTo>
                      <a:cubicBezTo>
                        <a:pt x="506" y="287"/>
                        <a:pt x="538" y="287"/>
                        <a:pt x="554" y="303"/>
                      </a:cubicBezTo>
                      <a:cubicBezTo>
                        <a:pt x="574" y="303"/>
                        <a:pt x="591" y="319"/>
                        <a:pt x="607" y="319"/>
                      </a:cubicBezTo>
                      <a:cubicBezTo>
                        <a:pt x="639" y="319"/>
                        <a:pt x="675" y="335"/>
                        <a:pt x="675" y="335"/>
                      </a:cubicBezTo>
                      <a:cubicBezTo>
                        <a:pt x="675" y="335"/>
                        <a:pt x="655" y="319"/>
                        <a:pt x="623" y="319"/>
                      </a:cubicBezTo>
                      <a:cubicBezTo>
                        <a:pt x="607" y="303"/>
                        <a:pt x="574" y="303"/>
                        <a:pt x="554" y="287"/>
                      </a:cubicBezTo>
                      <a:cubicBezTo>
                        <a:pt x="538" y="287"/>
                        <a:pt x="506" y="271"/>
                        <a:pt x="490" y="251"/>
                      </a:cubicBezTo>
                      <a:cubicBezTo>
                        <a:pt x="453" y="251"/>
                        <a:pt x="437" y="234"/>
                        <a:pt x="405" y="218"/>
                      </a:cubicBezTo>
                      <a:cubicBezTo>
                        <a:pt x="372" y="202"/>
                        <a:pt x="352" y="186"/>
                        <a:pt x="320" y="186"/>
                      </a:cubicBezTo>
                      <a:cubicBezTo>
                        <a:pt x="271" y="150"/>
                        <a:pt x="219" y="117"/>
                        <a:pt x="171" y="101"/>
                      </a:cubicBezTo>
                      <a:cubicBezTo>
                        <a:pt x="118" y="85"/>
                        <a:pt x="86" y="69"/>
                        <a:pt x="70" y="49"/>
                      </a:cubicBezTo>
                      <a:cubicBezTo>
                        <a:pt x="49" y="32"/>
                        <a:pt x="33" y="16"/>
                        <a:pt x="33" y="16"/>
                      </a:cubicBez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7" name="Google Shape;6537;p71">
                  <a:extLst>
                    <a:ext uri="{FF2B5EF4-FFF2-40B4-BE49-F238E27FC236}">
                      <a16:creationId xmlns:a16="http://schemas.microsoft.com/office/drawing/2014/main" id="{BD2D33B9-2605-C8AA-FDE1-A4D5A619F9D4}"/>
                    </a:ext>
                  </a:extLst>
                </p:cNvPr>
                <p:cNvSpPr/>
                <p:nvPr/>
              </p:nvSpPr>
              <p:spPr>
                <a:xfrm>
                  <a:off x="4109799" y="1372270"/>
                  <a:ext cx="5364" cy="165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665" extrusionOk="0">
                      <a:moveTo>
                        <a:pt x="54" y="0"/>
                      </a:moveTo>
                      <a:cubicBezTo>
                        <a:pt x="54" y="0"/>
                        <a:pt x="33" y="16"/>
                        <a:pt x="33" y="32"/>
                      </a:cubicBezTo>
                      <a:cubicBezTo>
                        <a:pt x="33" y="69"/>
                        <a:pt x="17" y="117"/>
                        <a:pt x="33" y="186"/>
                      </a:cubicBezTo>
                      <a:lnTo>
                        <a:pt x="33" y="303"/>
                      </a:lnTo>
                      <a:cubicBezTo>
                        <a:pt x="33" y="352"/>
                        <a:pt x="33" y="404"/>
                        <a:pt x="17" y="453"/>
                      </a:cubicBezTo>
                      <a:lnTo>
                        <a:pt x="17" y="877"/>
                      </a:lnTo>
                      <a:cubicBezTo>
                        <a:pt x="17" y="1026"/>
                        <a:pt x="17" y="1180"/>
                        <a:pt x="1" y="1313"/>
                      </a:cubicBezTo>
                      <a:lnTo>
                        <a:pt x="1" y="1515"/>
                      </a:lnTo>
                      <a:lnTo>
                        <a:pt x="1" y="1600"/>
                      </a:lnTo>
                      <a:cubicBezTo>
                        <a:pt x="1" y="1616"/>
                        <a:pt x="1" y="1648"/>
                        <a:pt x="17" y="1664"/>
                      </a:cubicBezTo>
                      <a:lnTo>
                        <a:pt x="17" y="1600"/>
                      </a:lnTo>
                      <a:lnTo>
                        <a:pt x="17" y="1515"/>
                      </a:lnTo>
                      <a:lnTo>
                        <a:pt x="17" y="1313"/>
                      </a:lnTo>
                      <a:cubicBezTo>
                        <a:pt x="33" y="1180"/>
                        <a:pt x="33" y="1026"/>
                        <a:pt x="33" y="877"/>
                      </a:cubicBezTo>
                      <a:cubicBezTo>
                        <a:pt x="54" y="739"/>
                        <a:pt x="54" y="590"/>
                        <a:pt x="54" y="473"/>
                      </a:cubicBezTo>
                      <a:lnTo>
                        <a:pt x="54" y="303"/>
                      </a:lnTo>
                      <a:lnTo>
                        <a:pt x="54" y="186"/>
                      </a:lnTo>
                      <a:lnTo>
                        <a:pt x="54" y="4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8" name="Google Shape;6538;p71">
                  <a:extLst>
                    <a:ext uri="{FF2B5EF4-FFF2-40B4-BE49-F238E27FC236}">
                      <a16:creationId xmlns:a16="http://schemas.microsoft.com/office/drawing/2014/main" id="{23944107-2CC1-4E28-B8DA-3656BDB3A9B7}"/>
                    </a:ext>
                  </a:extLst>
                </p:cNvPr>
                <p:cNvSpPr/>
                <p:nvPr/>
              </p:nvSpPr>
              <p:spPr>
                <a:xfrm>
                  <a:off x="4125095" y="1380614"/>
                  <a:ext cx="3278" cy="15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532" extrusionOk="0">
                      <a:moveTo>
                        <a:pt x="17" y="1"/>
                      </a:moveTo>
                      <a:cubicBezTo>
                        <a:pt x="17" y="1"/>
                        <a:pt x="0" y="1"/>
                        <a:pt x="0" y="33"/>
                      </a:cubicBezTo>
                      <a:lnTo>
                        <a:pt x="0" y="167"/>
                      </a:lnTo>
                      <a:lnTo>
                        <a:pt x="0" y="421"/>
                      </a:lnTo>
                      <a:lnTo>
                        <a:pt x="0" y="1213"/>
                      </a:lnTo>
                      <a:cubicBezTo>
                        <a:pt x="0" y="1346"/>
                        <a:pt x="17" y="1447"/>
                        <a:pt x="17" y="1532"/>
                      </a:cubicBezTo>
                      <a:lnTo>
                        <a:pt x="17" y="1213"/>
                      </a:lnTo>
                      <a:cubicBezTo>
                        <a:pt x="17" y="958"/>
                        <a:pt x="33" y="655"/>
                        <a:pt x="33" y="421"/>
                      </a:cubicBezTo>
                      <a:cubicBezTo>
                        <a:pt x="33" y="304"/>
                        <a:pt x="33" y="219"/>
                        <a:pt x="17" y="167"/>
                      </a:cubicBezTo>
                      <a:lnTo>
                        <a:pt x="17" y="33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39" name="Google Shape;6539;p71">
                  <a:extLst>
                    <a:ext uri="{FF2B5EF4-FFF2-40B4-BE49-F238E27FC236}">
                      <a16:creationId xmlns:a16="http://schemas.microsoft.com/office/drawing/2014/main" id="{7649155C-ECA4-F2E8-8D59-CF11939CF739}"/>
                    </a:ext>
                  </a:extLst>
                </p:cNvPr>
                <p:cNvSpPr/>
                <p:nvPr/>
              </p:nvSpPr>
              <p:spPr>
                <a:xfrm>
                  <a:off x="4135126" y="1385480"/>
                  <a:ext cx="3278" cy="160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617" extrusionOk="0">
                      <a:moveTo>
                        <a:pt x="17" y="0"/>
                      </a:moveTo>
                      <a:cubicBezTo>
                        <a:pt x="17" y="0"/>
                        <a:pt x="17" y="17"/>
                        <a:pt x="0" y="37"/>
                      </a:cubicBezTo>
                      <a:lnTo>
                        <a:pt x="0" y="186"/>
                      </a:lnTo>
                      <a:lnTo>
                        <a:pt x="0" y="320"/>
                      </a:lnTo>
                      <a:lnTo>
                        <a:pt x="0" y="489"/>
                      </a:lnTo>
                      <a:lnTo>
                        <a:pt x="0" y="946"/>
                      </a:lnTo>
                      <a:lnTo>
                        <a:pt x="0" y="1414"/>
                      </a:lnTo>
                      <a:lnTo>
                        <a:pt x="0" y="1616"/>
                      </a:lnTo>
                      <a:cubicBezTo>
                        <a:pt x="0" y="1552"/>
                        <a:pt x="17" y="1483"/>
                        <a:pt x="17" y="1414"/>
                      </a:cubicBezTo>
                      <a:cubicBezTo>
                        <a:pt x="17" y="1127"/>
                        <a:pt x="17" y="760"/>
                        <a:pt x="33" y="489"/>
                      </a:cubicBezTo>
                      <a:lnTo>
                        <a:pt x="33" y="320"/>
                      </a:lnTo>
                      <a:cubicBezTo>
                        <a:pt x="17" y="271"/>
                        <a:pt x="17" y="219"/>
                        <a:pt x="17" y="186"/>
                      </a:cubicBezTo>
                      <a:lnTo>
                        <a:pt x="17" y="5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0" name="Google Shape;6540;p71">
                  <a:extLst>
                    <a:ext uri="{FF2B5EF4-FFF2-40B4-BE49-F238E27FC236}">
                      <a16:creationId xmlns:a16="http://schemas.microsoft.com/office/drawing/2014/main" id="{46D6344E-B60A-B00D-6BC9-DEDA95746BD0}"/>
                    </a:ext>
                  </a:extLst>
                </p:cNvPr>
                <p:cNvSpPr/>
                <p:nvPr/>
              </p:nvSpPr>
              <p:spPr>
                <a:xfrm>
                  <a:off x="4145158" y="1392235"/>
                  <a:ext cx="4867" cy="305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3080" extrusionOk="0">
                      <a:moveTo>
                        <a:pt x="26" y="0"/>
                      </a:moveTo>
                      <a:cubicBezTo>
                        <a:pt x="24" y="0"/>
                        <a:pt x="21" y="1"/>
                        <a:pt x="17" y="1"/>
                      </a:cubicBezTo>
                      <a:lnTo>
                        <a:pt x="17" y="86"/>
                      </a:lnTo>
                      <a:lnTo>
                        <a:pt x="17" y="320"/>
                      </a:lnTo>
                      <a:lnTo>
                        <a:pt x="17" y="825"/>
                      </a:lnTo>
                      <a:lnTo>
                        <a:pt x="17" y="1197"/>
                      </a:lnTo>
                      <a:cubicBezTo>
                        <a:pt x="17" y="1314"/>
                        <a:pt x="17" y="1447"/>
                        <a:pt x="0" y="1585"/>
                      </a:cubicBezTo>
                      <a:lnTo>
                        <a:pt x="0" y="1989"/>
                      </a:lnTo>
                      <a:lnTo>
                        <a:pt x="0" y="2170"/>
                      </a:lnTo>
                      <a:lnTo>
                        <a:pt x="0" y="2271"/>
                      </a:lnTo>
                      <a:lnTo>
                        <a:pt x="0" y="2356"/>
                      </a:lnTo>
                      <a:lnTo>
                        <a:pt x="0" y="2978"/>
                      </a:lnTo>
                      <a:cubicBezTo>
                        <a:pt x="0" y="3015"/>
                        <a:pt x="17" y="3047"/>
                        <a:pt x="17" y="3079"/>
                      </a:cubicBezTo>
                      <a:lnTo>
                        <a:pt x="17" y="2978"/>
                      </a:lnTo>
                      <a:lnTo>
                        <a:pt x="17" y="2356"/>
                      </a:lnTo>
                      <a:lnTo>
                        <a:pt x="17" y="2271"/>
                      </a:lnTo>
                      <a:lnTo>
                        <a:pt x="17" y="2170"/>
                      </a:lnTo>
                      <a:lnTo>
                        <a:pt x="17" y="1989"/>
                      </a:lnTo>
                      <a:cubicBezTo>
                        <a:pt x="17" y="1851"/>
                        <a:pt x="33" y="1718"/>
                        <a:pt x="33" y="1585"/>
                      </a:cubicBezTo>
                      <a:cubicBezTo>
                        <a:pt x="33" y="1447"/>
                        <a:pt x="33" y="1314"/>
                        <a:pt x="49" y="1197"/>
                      </a:cubicBezTo>
                      <a:lnTo>
                        <a:pt x="49" y="825"/>
                      </a:lnTo>
                      <a:cubicBezTo>
                        <a:pt x="49" y="607"/>
                        <a:pt x="33" y="454"/>
                        <a:pt x="33" y="320"/>
                      </a:cubicBezTo>
                      <a:lnTo>
                        <a:pt x="33" y="86"/>
                      </a:lnTo>
                      <a:cubicBezTo>
                        <a:pt x="33" y="9"/>
                        <a:pt x="33" y="0"/>
                        <a:pt x="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1" name="Google Shape;6541;p71">
                  <a:extLst>
                    <a:ext uri="{FF2B5EF4-FFF2-40B4-BE49-F238E27FC236}">
                      <a16:creationId xmlns:a16="http://schemas.microsoft.com/office/drawing/2014/main" id="{A168B808-C072-7F7F-C2EB-C706D52D9E0B}"/>
                    </a:ext>
                  </a:extLst>
                </p:cNvPr>
                <p:cNvSpPr/>
                <p:nvPr/>
              </p:nvSpPr>
              <p:spPr>
                <a:xfrm>
                  <a:off x="2055062" y="1972491"/>
                  <a:ext cx="359656" cy="4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" h="49" extrusionOk="0">
                      <a:moveTo>
                        <a:pt x="3620" y="0"/>
                      </a:moveTo>
                      <a:cubicBezTo>
                        <a:pt x="3588" y="0"/>
                        <a:pt x="3536" y="0"/>
                        <a:pt x="3471" y="17"/>
                      </a:cubicBezTo>
                      <a:cubicBezTo>
                        <a:pt x="3536" y="17"/>
                        <a:pt x="3588" y="0"/>
                        <a:pt x="3620" y="0"/>
                      </a:cubicBezTo>
                      <a:close/>
                      <a:moveTo>
                        <a:pt x="3301" y="17"/>
                      </a:moveTo>
                      <a:cubicBezTo>
                        <a:pt x="3233" y="17"/>
                        <a:pt x="3168" y="33"/>
                        <a:pt x="3099" y="33"/>
                      </a:cubicBezTo>
                      <a:lnTo>
                        <a:pt x="3301" y="33"/>
                      </a:lnTo>
                      <a:cubicBezTo>
                        <a:pt x="3370" y="17"/>
                        <a:pt x="3418" y="17"/>
                        <a:pt x="3471" y="17"/>
                      </a:cubicBezTo>
                      <a:close/>
                      <a:moveTo>
                        <a:pt x="17" y="0"/>
                      </a:moveTo>
                      <a:cubicBezTo>
                        <a:pt x="17" y="0"/>
                        <a:pt x="1" y="0"/>
                        <a:pt x="118" y="17"/>
                      </a:cubicBezTo>
                      <a:lnTo>
                        <a:pt x="405" y="17"/>
                      </a:lnTo>
                      <a:cubicBezTo>
                        <a:pt x="558" y="17"/>
                        <a:pt x="760" y="33"/>
                        <a:pt x="1027" y="33"/>
                      </a:cubicBezTo>
                      <a:cubicBezTo>
                        <a:pt x="1164" y="33"/>
                        <a:pt x="1314" y="33"/>
                        <a:pt x="1467" y="49"/>
                      </a:cubicBezTo>
                      <a:lnTo>
                        <a:pt x="2881" y="49"/>
                      </a:lnTo>
                      <a:cubicBezTo>
                        <a:pt x="2966" y="49"/>
                        <a:pt x="3031" y="33"/>
                        <a:pt x="3099" y="33"/>
                      </a:cubicBezTo>
                      <a:lnTo>
                        <a:pt x="1936" y="33"/>
                      </a:lnTo>
                      <a:cubicBezTo>
                        <a:pt x="1617" y="17"/>
                        <a:pt x="1298" y="17"/>
                        <a:pt x="10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2" name="Google Shape;6542;p71">
                  <a:extLst>
                    <a:ext uri="{FF2B5EF4-FFF2-40B4-BE49-F238E27FC236}">
                      <a16:creationId xmlns:a16="http://schemas.microsoft.com/office/drawing/2014/main" id="{05DA3EB6-FD10-85AF-9006-374C8C178D60}"/>
                    </a:ext>
                  </a:extLst>
                </p:cNvPr>
                <p:cNvSpPr/>
                <p:nvPr/>
              </p:nvSpPr>
              <p:spPr>
                <a:xfrm>
                  <a:off x="2481663" y="1968916"/>
                  <a:ext cx="477952" cy="5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53" extrusionOk="0">
                      <a:moveTo>
                        <a:pt x="4811" y="20"/>
                      </a:moveTo>
                      <a:cubicBezTo>
                        <a:pt x="4561" y="20"/>
                        <a:pt x="4226" y="20"/>
                        <a:pt x="3822" y="36"/>
                      </a:cubicBezTo>
                      <a:cubicBezTo>
                        <a:pt x="4226" y="36"/>
                        <a:pt x="4561" y="36"/>
                        <a:pt x="4811" y="20"/>
                      </a:cubicBezTo>
                      <a:close/>
                      <a:moveTo>
                        <a:pt x="521" y="0"/>
                      </a:moveTo>
                      <a:cubicBezTo>
                        <a:pt x="319" y="0"/>
                        <a:pt x="202" y="20"/>
                        <a:pt x="117" y="20"/>
                      </a:cubicBezTo>
                      <a:cubicBezTo>
                        <a:pt x="32" y="36"/>
                        <a:pt x="0" y="36"/>
                        <a:pt x="0" y="53"/>
                      </a:cubicBezTo>
                      <a:cubicBezTo>
                        <a:pt x="16" y="53"/>
                        <a:pt x="48" y="53"/>
                        <a:pt x="117" y="36"/>
                      </a:cubicBezTo>
                      <a:cubicBezTo>
                        <a:pt x="202" y="36"/>
                        <a:pt x="319" y="20"/>
                        <a:pt x="521" y="20"/>
                      </a:cubicBezTo>
                      <a:lnTo>
                        <a:pt x="671" y="20"/>
                      </a:lnTo>
                      <a:cubicBezTo>
                        <a:pt x="739" y="20"/>
                        <a:pt x="792" y="36"/>
                        <a:pt x="856" y="36"/>
                      </a:cubicBezTo>
                      <a:cubicBezTo>
                        <a:pt x="994" y="36"/>
                        <a:pt x="1159" y="53"/>
                        <a:pt x="1345" y="53"/>
                      </a:cubicBezTo>
                      <a:lnTo>
                        <a:pt x="2557" y="53"/>
                      </a:lnTo>
                      <a:cubicBezTo>
                        <a:pt x="2977" y="53"/>
                        <a:pt x="3434" y="53"/>
                        <a:pt x="3822" y="36"/>
                      </a:cubicBezTo>
                      <a:lnTo>
                        <a:pt x="2557" y="36"/>
                      </a:lnTo>
                      <a:cubicBezTo>
                        <a:pt x="2121" y="36"/>
                        <a:pt x="1701" y="36"/>
                        <a:pt x="1345" y="20"/>
                      </a:cubicBezTo>
                      <a:cubicBezTo>
                        <a:pt x="1159" y="20"/>
                        <a:pt x="1010" y="20"/>
                        <a:pt x="8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3" name="Google Shape;6543;p71">
                  <a:extLst>
                    <a:ext uri="{FF2B5EF4-FFF2-40B4-BE49-F238E27FC236}">
                      <a16:creationId xmlns:a16="http://schemas.microsoft.com/office/drawing/2014/main" id="{8D1341CC-1C1E-040F-9F17-FE884E44DE0D}"/>
                    </a:ext>
                  </a:extLst>
                </p:cNvPr>
                <p:cNvSpPr/>
                <p:nvPr/>
              </p:nvSpPr>
              <p:spPr>
                <a:xfrm>
                  <a:off x="3049107" y="1962459"/>
                  <a:ext cx="920445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7" h="102" extrusionOk="0">
                      <a:moveTo>
                        <a:pt x="6" y="58"/>
                      </a:moveTo>
                      <a:cubicBezTo>
                        <a:pt x="0" y="58"/>
                        <a:pt x="7" y="65"/>
                        <a:pt x="7" y="65"/>
                      </a:cubicBezTo>
                      <a:lnTo>
                        <a:pt x="27" y="65"/>
                      </a:lnTo>
                      <a:cubicBezTo>
                        <a:pt x="15" y="60"/>
                        <a:pt x="9" y="58"/>
                        <a:pt x="6" y="58"/>
                      </a:cubicBezTo>
                      <a:close/>
                      <a:moveTo>
                        <a:pt x="4552" y="0"/>
                      </a:moveTo>
                      <a:cubicBezTo>
                        <a:pt x="4370" y="0"/>
                        <a:pt x="4168" y="17"/>
                        <a:pt x="3982" y="33"/>
                      </a:cubicBezTo>
                      <a:cubicBezTo>
                        <a:pt x="3796" y="33"/>
                        <a:pt x="3611" y="49"/>
                        <a:pt x="3425" y="49"/>
                      </a:cubicBezTo>
                      <a:cubicBezTo>
                        <a:pt x="3259" y="65"/>
                        <a:pt x="3073" y="65"/>
                        <a:pt x="2904" y="65"/>
                      </a:cubicBezTo>
                      <a:lnTo>
                        <a:pt x="2399" y="65"/>
                      </a:lnTo>
                      <a:cubicBezTo>
                        <a:pt x="2080" y="65"/>
                        <a:pt x="1809" y="49"/>
                        <a:pt x="1558" y="49"/>
                      </a:cubicBezTo>
                      <a:lnTo>
                        <a:pt x="952" y="49"/>
                      </a:lnTo>
                      <a:cubicBezTo>
                        <a:pt x="783" y="65"/>
                        <a:pt x="633" y="65"/>
                        <a:pt x="512" y="65"/>
                      </a:cubicBezTo>
                      <a:lnTo>
                        <a:pt x="27" y="65"/>
                      </a:lnTo>
                      <a:cubicBezTo>
                        <a:pt x="44" y="65"/>
                        <a:pt x="60" y="65"/>
                        <a:pt x="92" y="85"/>
                      </a:cubicBezTo>
                      <a:lnTo>
                        <a:pt x="246" y="85"/>
                      </a:lnTo>
                      <a:cubicBezTo>
                        <a:pt x="262" y="85"/>
                        <a:pt x="278" y="85"/>
                        <a:pt x="294" y="101"/>
                      </a:cubicBezTo>
                      <a:lnTo>
                        <a:pt x="512" y="101"/>
                      </a:lnTo>
                      <a:cubicBezTo>
                        <a:pt x="633" y="101"/>
                        <a:pt x="783" y="85"/>
                        <a:pt x="952" y="85"/>
                      </a:cubicBezTo>
                      <a:cubicBezTo>
                        <a:pt x="1037" y="85"/>
                        <a:pt x="1138" y="65"/>
                        <a:pt x="1239" y="65"/>
                      </a:cubicBezTo>
                      <a:cubicBezTo>
                        <a:pt x="1340" y="85"/>
                        <a:pt x="1441" y="85"/>
                        <a:pt x="1558" y="85"/>
                      </a:cubicBezTo>
                      <a:cubicBezTo>
                        <a:pt x="1809" y="85"/>
                        <a:pt x="2080" y="85"/>
                        <a:pt x="2399" y="101"/>
                      </a:cubicBezTo>
                      <a:lnTo>
                        <a:pt x="2904" y="101"/>
                      </a:lnTo>
                      <a:cubicBezTo>
                        <a:pt x="3073" y="101"/>
                        <a:pt x="3259" y="85"/>
                        <a:pt x="3425" y="85"/>
                      </a:cubicBezTo>
                      <a:cubicBezTo>
                        <a:pt x="3611" y="65"/>
                        <a:pt x="3796" y="65"/>
                        <a:pt x="3982" y="49"/>
                      </a:cubicBezTo>
                      <a:cubicBezTo>
                        <a:pt x="4168" y="49"/>
                        <a:pt x="4370" y="33"/>
                        <a:pt x="4552" y="33"/>
                      </a:cubicBezTo>
                      <a:cubicBezTo>
                        <a:pt x="4653" y="33"/>
                        <a:pt x="4738" y="17"/>
                        <a:pt x="4839" y="17"/>
                      </a:cubicBezTo>
                      <a:lnTo>
                        <a:pt x="5699" y="17"/>
                      </a:lnTo>
                      <a:cubicBezTo>
                        <a:pt x="6067" y="17"/>
                        <a:pt x="6438" y="17"/>
                        <a:pt x="6794" y="33"/>
                      </a:cubicBezTo>
                      <a:lnTo>
                        <a:pt x="9266" y="33"/>
                      </a:lnTo>
                      <a:cubicBezTo>
                        <a:pt x="9266" y="33"/>
                        <a:pt x="8188" y="17"/>
                        <a:pt x="6794" y="17"/>
                      </a:cubicBezTo>
                      <a:cubicBezTo>
                        <a:pt x="6438" y="0"/>
                        <a:pt x="6067" y="0"/>
                        <a:pt x="56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4" name="Google Shape;6544;p71">
                  <a:extLst>
                    <a:ext uri="{FF2B5EF4-FFF2-40B4-BE49-F238E27FC236}">
                      <a16:creationId xmlns:a16="http://schemas.microsoft.com/office/drawing/2014/main" id="{F8C7A09E-782B-6B40-0183-8CA852BB4A87}"/>
                    </a:ext>
                  </a:extLst>
                </p:cNvPr>
                <p:cNvSpPr/>
                <p:nvPr/>
              </p:nvSpPr>
              <p:spPr>
                <a:xfrm>
                  <a:off x="4007891" y="1962459"/>
                  <a:ext cx="189115" cy="4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" h="45" extrusionOk="0">
                      <a:moveTo>
                        <a:pt x="1447" y="0"/>
                      </a:moveTo>
                      <a:cubicBezTo>
                        <a:pt x="1298" y="17"/>
                        <a:pt x="1112" y="17"/>
                        <a:pt x="942" y="17"/>
                      </a:cubicBezTo>
                      <a:lnTo>
                        <a:pt x="474" y="17"/>
                      </a:lnTo>
                      <a:cubicBezTo>
                        <a:pt x="203" y="17"/>
                        <a:pt x="70" y="17"/>
                        <a:pt x="1" y="33"/>
                      </a:cubicBezTo>
                      <a:cubicBezTo>
                        <a:pt x="35" y="41"/>
                        <a:pt x="86" y="45"/>
                        <a:pt x="161" y="45"/>
                      </a:cubicBezTo>
                      <a:cubicBezTo>
                        <a:pt x="237" y="45"/>
                        <a:pt x="338" y="41"/>
                        <a:pt x="474" y="33"/>
                      </a:cubicBezTo>
                      <a:lnTo>
                        <a:pt x="942" y="33"/>
                      </a:lnTo>
                      <a:cubicBezTo>
                        <a:pt x="1112" y="33"/>
                        <a:pt x="1298" y="17"/>
                        <a:pt x="1447" y="17"/>
                      </a:cubicBezTo>
                      <a:cubicBezTo>
                        <a:pt x="1750" y="17"/>
                        <a:pt x="1904" y="0"/>
                        <a:pt x="19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5" name="Google Shape;6545;p71">
                  <a:extLst>
                    <a:ext uri="{FF2B5EF4-FFF2-40B4-BE49-F238E27FC236}">
                      <a16:creationId xmlns:a16="http://schemas.microsoft.com/office/drawing/2014/main" id="{46F348B0-CC06-DAE8-C106-884215E80E6A}"/>
                    </a:ext>
                  </a:extLst>
                </p:cNvPr>
                <p:cNvSpPr/>
                <p:nvPr/>
              </p:nvSpPr>
              <p:spPr>
                <a:xfrm>
                  <a:off x="2071948" y="1529502"/>
                  <a:ext cx="37048" cy="9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91" extrusionOk="0">
                      <a:moveTo>
                        <a:pt x="271" y="1"/>
                      </a:moveTo>
                      <a:cubicBezTo>
                        <a:pt x="219" y="1"/>
                        <a:pt x="134" y="17"/>
                        <a:pt x="85" y="33"/>
                      </a:cubicBezTo>
                      <a:cubicBezTo>
                        <a:pt x="49" y="33"/>
                        <a:pt x="33" y="49"/>
                        <a:pt x="33" y="49"/>
                      </a:cubicBezTo>
                      <a:cubicBezTo>
                        <a:pt x="17" y="65"/>
                        <a:pt x="1" y="65"/>
                        <a:pt x="1" y="81"/>
                      </a:cubicBezTo>
                      <a:cubicBezTo>
                        <a:pt x="1" y="81"/>
                        <a:pt x="1" y="90"/>
                        <a:pt x="5" y="90"/>
                      </a:cubicBezTo>
                      <a:cubicBezTo>
                        <a:pt x="8" y="90"/>
                        <a:pt x="11" y="88"/>
                        <a:pt x="17" y="81"/>
                      </a:cubicBezTo>
                      <a:lnTo>
                        <a:pt x="33" y="65"/>
                      </a:lnTo>
                      <a:cubicBezTo>
                        <a:pt x="49" y="65"/>
                        <a:pt x="69" y="49"/>
                        <a:pt x="85" y="49"/>
                      </a:cubicBezTo>
                      <a:cubicBezTo>
                        <a:pt x="134" y="33"/>
                        <a:pt x="219" y="17"/>
                        <a:pt x="271" y="17"/>
                      </a:cubicBezTo>
                      <a:cubicBezTo>
                        <a:pt x="336" y="1"/>
                        <a:pt x="372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6" name="Google Shape;6546;p71">
                  <a:extLst>
                    <a:ext uri="{FF2B5EF4-FFF2-40B4-BE49-F238E27FC236}">
                      <a16:creationId xmlns:a16="http://schemas.microsoft.com/office/drawing/2014/main" id="{82C67987-4952-6E56-3EC8-BC034D022FA3}"/>
                    </a:ext>
                  </a:extLst>
                </p:cNvPr>
                <p:cNvSpPr/>
                <p:nvPr/>
              </p:nvSpPr>
              <p:spPr>
                <a:xfrm>
                  <a:off x="2112075" y="1335321"/>
                  <a:ext cx="1689" cy="19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956" extrusionOk="0">
                      <a:moveTo>
                        <a:pt x="0" y="0"/>
                      </a:moveTo>
                      <a:lnTo>
                        <a:pt x="0" y="53"/>
                      </a:lnTo>
                      <a:lnTo>
                        <a:pt x="0" y="505"/>
                      </a:lnTo>
                      <a:lnTo>
                        <a:pt x="0" y="1956"/>
                      </a:lnTo>
                      <a:cubicBezTo>
                        <a:pt x="0" y="1956"/>
                        <a:pt x="17" y="1047"/>
                        <a:pt x="17" y="505"/>
                      </a:cubicBezTo>
                      <a:lnTo>
                        <a:pt x="17" y="53"/>
                      </a:lnTo>
                      <a:cubicBezTo>
                        <a:pt x="17" y="0"/>
                        <a:pt x="1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7" name="Google Shape;6547;p71">
                  <a:extLst>
                    <a:ext uri="{FF2B5EF4-FFF2-40B4-BE49-F238E27FC236}">
                      <a16:creationId xmlns:a16="http://schemas.microsoft.com/office/drawing/2014/main" id="{BF3F9D24-8853-CDA6-4B45-2C26367D1FF1}"/>
                    </a:ext>
                  </a:extLst>
                </p:cNvPr>
                <p:cNvSpPr/>
                <p:nvPr/>
              </p:nvSpPr>
              <p:spPr>
                <a:xfrm>
                  <a:off x="2116147" y="1316847"/>
                  <a:ext cx="53040" cy="12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129" extrusionOk="0">
                      <a:moveTo>
                        <a:pt x="464" y="1"/>
                      </a:moveTo>
                      <a:cubicBezTo>
                        <a:pt x="432" y="1"/>
                        <a:pt x="412" y="21"/>
                        <a:pt x="380" y="21"/>
                      </a:cubicBezTo>
                      <a:cubicBezTo>
                        <a:pt x="363" y="21"/>
                        <a:pt x="331" y="21"/>
                        <a:pt x="311" y="37"/>
                      </a:cubicBezTo>
                      <a:cubicBezTo>
                        <a:pt x="262" y="53"/>
                        <a:pt x="210" y="53"/>
                        <a:pt x="161" y="69"/>
                      </a:cubicBezTo>
                      <a:cubicBezTo>
                        <a:pt x="77" y="85"/>
                        <a:pt x="44" y="102"/>
                        <a:pt x="8" y="122"/>
                      </a:cubicBezTo>
                      <a:cubicBezTo>
                        <a:pt x="8" y="122"/>
                        <a:pt x="1" y="129"/>
                        <a:pt x="7" y="129"/>
                      </a:cubicBezTo>
                      <a:cubicBezTo>
                        <a:pt x="10" y="129"/>
                        <a:pt x="16" y="127"/>
                        <a:pt x="28" y="122"/>
                      </a:cubicBezTo>
                      <a:cubicBezTo>
                        <a:pt x="44" y="122"/>
                        <a:pt x="77" y="122"/>
                        <a:pt x="161" y="85"/>
                      </a:cubicBezTo>
                      <a:cubicBezTo>
                        <a:pt x="210" y="85"/>
                        <a:pt x="262" y="69"/>
                        <a:pt x="311" y="53"/>
                      </a:cubicBezTo>
                      <a:cubicBezTo>
                        <a:pt x="331" y="53"/>
                        <a:pt x="363" y="37"/>
                        <a:pt x="380" y="37"/>
                      </a:cubicBezTo>
                      <a:cubicBezTo>
                        <a:pt x="412" y="21"/>
                        <a:pt x="432" y="21"/>
                        <a:pt x="464" y="21"/>
                      </a:cubicBezTo>
                      <a:cubicBezTo>
                        <a:pt x="481" y="21"/>
                        <a:pt x="513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8" name="Google Shape;6548;p71">
                  <a:extLst>
                    <a:ext uri="{FF2B5EF4-FFF2-40B4-BE49-F238E27FC236}">
                      <a16:creationId xmlns:a16="http://schemas.microsoft.com/office/drawing/2014/main" id="{0486A662-9DB1-4E1E-44E1-ABA2294D1C72}"/>
                    </a:ext>
                  </a:extLst>
                </p:cNvPr>
                <p:cNvSpPr/>
                <p:nvPr/>
              </p:nvSpPr>
              <p:spPr>
                <a:xfrm>
                  <a:off x="2180708" y="1318833"/>
                  <a:ext cx="8542" cy="11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1161" extrusionOk="0">
                      <a:moveTo>
                        <a:pt x="33" y="1"/>
                      </a:moveTo>
                      <a:cubicBezTo>
                        <a:pt x="16" y="33"/>
                        <a:pt x="16" y="49"/>
                        <a:pt x="16" y="102"/>
                      </a:cubicBezTo>
                      <a:cubicBezTo>
                        <a:pt x="16" y="150"/>
                        <a:pt x="0" y="203"/>
                        <a:pt x="0" y="284"/>
                      </a:cubicBezTo>
                      <a:cubicBezTo>
                        <a:pt x="0" y="336"/>
                        <a:pt x="16" y="368"/>
                        <a:pt x="16" y="421"/>
                      </a:cubicBezTo>
                      <a:cubicBezTo>
                        <a:pt x="16" y="469"/>
                        <a:pt x="16" y="522"/>
                        <a:pt x="33" y="570"/>
                      </a:cubicBezTo>
                      <a:lnTo>
                        <a:pt x="33" y="421"/>
                      </a:lnTo>
                      <a:cubicBezTo>
                        <a:pt x="33" y="368"/>
                        <a:pt x="16" y="336"/>
                        <a:pt x="16" y="284"/>
                      </a:cubicBezTo>
                      <a:cubicBezTo>
                        <a:pt x="16" y="203"/>
                        <a:pt x="16" y="150"/>
                        <a:pt x="33" y="102"/>
                      </a:cubicBezTo>
                      <a:lnTo>
                        <a:pt x="33" y="17"/>
                      </a:lnTo>
                      <a:lnTo>
                        <a:pt x="33" y="1"/>
                      </a:lnTo>
                      <a:close/>
                      <a:moveTo>
                        <a:pt x="33" y="570"/>
                      </a:moveTo>
                      <a:cubicBezTo>
                        <a:pt x="33" y="671"/>
                        <a:pt x="49" y="772"/>
                        <a:pt x="49" y="857"/>
                      </a:cubicBezTo>
                      <a:cubicBezTo>
                        <a:pt x="65" y="910"/>
                        <a:pt x="65" y="942"/>
                        <a:pt x="65" y="991"/>
                      </a:cubicBezTo>
                      <a:lnTo>
                        <a:pt x="65" y="857"/>
                      </a:lnTo>
                      <a:cubicBezTo>
                        <a:pt x="65" y="772"/>
                        <a:pt x="49" y="671"/>
                        <a:pt x="33" y="570"/>
                      </a:cubicBezTo>
                      <a:close/>
                      <a:moveTo>
                        <a:pt x="65" y="991"/>
                      </a:moveTo>
                      <a:lnTo>
                        <a:pt x="65" y="1092"/>
                      </a:lnTo>
                      <a:lnTo>
                        <a:pt x="65" y="1160"/>
                      </a:lnTo>
                      <a:cubicBezTo>
                        <a:pt x="65" y="1144"/>
                        <a:pt x="85" y="1128"/>
                        <a:pt x="85" y="1092"/>
                      </a:cubicBezTo>
                      <a:cubicBezTo>
                        <a:pt x="85" y="1059"/>
                        <a:pt x="85" y="1027"/>
                        <a:pt x="65" y="99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49" name="Google Shape;6549;p71">
                  <a:extLst>
                    <a:ext uri="{FF2B5EF4-FFF2-40B4-BE49-F238E27FC236}">
                      <a16:creationId xmlns:a16="http://schemas.microsoft.com/office/drawing/2014/main" id="{06EAB5FE-6E29-DC4F-BE45-2F6E68E9893A}"/>
                    </a:ext>
                  </a:extLst>
                </p:cNvPr>
                <p:cNvSpPr/>
                <p:nvPr/>
              </p:nvSpPr>
              <p:spPr>
                <a:xfrm>
                  <a:off x="2190740" y="1429183"/>
                  <a:ext cx="30195" cy="1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17" extrusionOk="0">
                      <a:moveTo>
                        <a:pt x="85" y="1"/>
                      </a:moveTo>
                      <a:cubicBezTo>
                        <a:pt x="33" y="1"/>
                        <a:pt x="16" y="17"/>
                        <a:pt x="0" y="17"/>
                      </a:cubicBezTo>
                      <a:lnTo>
                        <a:pt x="303" y="17"/>
                      </a:lnTo>
                      <a:cubicBezTo>
                        <a:pt x="303" y="1"/>
                        <a:pt x="287" y="1"/>
                        <a:pt x="2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0" name="Google Shape;6550;p71">
                  <a:extLst>
                    <a:ext uri="{FF2B5EF4-FFF2-40B4-BE49-F238E27FC236}">
                      <a16:creationId xmlns:a16="http://schemas.microsoft.com/office/drawing/2014/main" id="{45283068-9B84-8F54-BBCC-F79C0D0A7E7F}"/>
                    </a:ext>
                  </a:extLst>
                </p:cNvPr>
                <p:cNvSpPr/>
                <p:nvPr/>
              </p:nvSpPr>
              <p:spPr>
                <a:xfrm>
                  <a:off x="2229278" y="1430773"/>
                  <a:ext cx="4867" cy="35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353" extrusionOk="0">
                      <a:moveTo>
                        <a:pt x="32" y="1"/>
                      </a:moveTo>
                      <a:lnTo>
                        <a:pt x="32" y="102"/>
                      </a:lnTo>
                      <a:cubicBezTo>
                        <a:pt x="16" y="134"/>
                        <a:pt x="16" y="150"/>
                        <a:pt x="16" y="187"/>
                      </a:cubicBezTo>
                      <a:lnTo>
                        <a:pt x="16" y="288"/>
                      </a:lnTo>
                      <a:lnTo>
                        <a:pt x="16" y="320"/>
                      </a:lnTo>
                      <a:cubicBezTo>
                        <a:pt x="16" y="304"/>
                        <a:pt x="16" y="304"/>
                        <a:pt x="32" y="288"/>
                      </a:cubicBezTo>
                      <a:lnTo>
                        <a:pt x="32" y="187"/>
                      </a:lnTo>
                      <a:cubicBezTo>
                        <a:pt x="32" y="150"/>
                        <a:pt x="49" y="134"/>
                        <a:pt x="49" y="102"/>
                      </a:cubicBezTo>
                      <a:lnTo>
                        <a:pt x="32" y="1"/>
                      </a:lnTo>
                      <a:close/>
                      <a:moveTo>
                        <a:pt x="16" y="320"/>
                      </a:moveTo>
                      <a:cubicBezTo>
                        <a:pt x="0" y="336"/>
                        <a:pt x="0" y="336"/>
                        <a:pt x="0" y="352"/>
                      </a:cubicBezTo>
                      <a:cubicBezTo>
                        <a:pt x="16" y="336"/>
                        <a:pt x="16" y="336"/>
                        <a:pt x="16" y="3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1" name="Google Shape;6551;p71">
                  <a:extLst>
                    <a:ext uri="{FF2B5EF4-FFF2-40B4-BE49-F238E27FC236}">
                      <a16:creationId xmlns:a16="http://schemas.microsoft.com/office/drawing/2014/main" id="{48B107C3-4C25-FC5E-2AA5-9F7CA2480AA0}"/>
                    </a:ext>
                  </a:extLst>
                </p:cNvPr>
                <p:cNvSpPr/>
                <p:nvPr/>
              </p:nvSpPr>
              <p:spPr>
                <a:xfrm>
                  <a:off x="2232457" y="1459279"/>
                  <a:ext cx="113628" cy="10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" h="102" extrusionOk="0">
                      <a:moveTo>
                        <a:pt x="1144" y="1"/>
                      </a:moveTo>
                      <a:cubicBezTo>
                        <a:pt x="1095" y="1"/>
                        <a:pt x="1010" y="1"/>
                        <a:pt x="909" y="17"/>
                      </a:cubicBezTo>
                      <a:cubicBezTo>
                        <a:pt x="1010" y="17"/>
                        <a:pt x="1095" y="17"/>
                        <a:pt x="1144" y="1"/>
                      </a:cubicBezTo>
                      <a:close/>
                      <a:moveTo>
                        <a:pt x="909" y="17"/>
                      </a:moveTo>
                      <a:cubicBezTo>
                        <a:pt x="723" y="17"/>
                        <a:pt x="489" y="33"/>
                        <a:pt x="320" y="49"/>
                      </a:cubicBezTo>
                      <a:cubicBezTo>
                        <a:pt x="150" y="65"/>
                        <a:pt x="69" y="65"/>
                        <a:pt x="33" y="81"/>
                      </a:cubicBezTo>
                      <a:lnTo>
                        <a:pt x="0" y="81"/>
                      </a:lnTo>
                      <a:lnTo>
                        <a:pt x="0" y="102"/>
                      </a:lnTo>
                      <a:lnTo>
                        <a:pt x="33" y="102"/>
                      </a:lnTo>
                      <a:cubicBezTo>
                        <a:pt x="69" y="81"/>
                        <a:pt x="150" y="81"/>
                        <a:pt x="320" y="65"/>
                      </a:cubicBezTo>
                      <a:cubicBezTo>
                        <a:pt x="489" y="49"/>
                        <a:pt x="723" y="33"/>
                        <a:pt x="909" y="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2" name="Google Shape;6552;p71">
                  <a:extLst>
                    <a:ext uri="{FF2B5EF4-FFF2-40B4-BE49-F238E27FC236}">
                      <a16:creationId xmlns:a16="http://schemas.microsoft.com/office/drawing/2014/main" id="{C58E21C6-9375-ACD6-BAA0-CA362C44A3EB}"/>
                    </a:ext>
                  </a:extLst>
                </p:cNvPr>
                <p:cNvSpPr/>
                <p:nvPr/>
              </p:nvSpPr>
              <p:spPr>
                <a:xfrm>
                  <a:off x="2354428" y="1335321"/>
                  <a:ext cx="5264" cy="127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284" extrusionOk="0">
                      <a:moveTo>
                        <a:pt x="33" y="0"/>
                      </a:moveTo>
                      <a:cubicBezTo>
                        <a:pt x="33" y="37"/>
                        <a:pt x="33" y="85"/>
                        <a:pt x="17" y="118"/>
                      </a:cubicBezTo>
                      <a:lnTo>
                        <a:pt x="17" y="271"/>
                      </a:lnTo>
                      <a:cubicBezTo>
                        <a:pt x="17" y="320"/>
                        <a:pt x="17" y="372"/>
                        <a:pt x="0" y="441"/>
                      </a:cubicBezTo>
                      <a:lnTo>
                        <a:pt x="0" y="606"/>
                      </a:lnTo>
                      <a:lnTo>
                        <a:pt x="0" y="776"/>
                      </a:lnTo>
                      <a:lnTo>
                        <a:pt x="0" y="926"/>
                      </a:lnTo>
                      <a:cubicBezTo>
                        <a:pt x="0" y="978"/>
                        <a:pt x="0" y="1027"/>
                        <a:pt x="17" y="1063"/>
                      </a:cubicBezTo>
                      <a:lnTo>
                        <a:pt x="17" y="1148"/>
                      </a:lnTo>
                      <a:cubicBezTo>
                        <a:pt x="33" y="1196"/>
                        <a:pt x="33" y="1228"/>
                        <a:pt x="33" y="1249"/>
                      </a:cubicBezTo>
                      <a:cubicBezTo>
                        <a:pt x="45" y="1278"/>
                        <a:pt x="50" y="1284"/>
                        <a:pt x="52" y="1284"/>
                      </a:cubicBezTo>
                      <a:cubicBezTo>
                        <a:pt x="53" y="1284"/>
                        <a:pt x="53" y="1281"/>
                        <a:pt x="53" y="1281"/>
                      </a:cubicBezTo>
                      <a:lnTo>
                        <a:pt x="53" y="1249"/>
                      </a:lnTo>
                      <a:cubicBezTo>
                        <a:pt x="53" y="1228"/>
                        <a:pt x="33" y="1196"/>
                        <a:pt x="33" y="1148"/>
                      </a:cubicBezTo>
                      <a:lnTo>
                        <a:pt x="33" y="1063"/>
                      </a:lnTo>
                      <a:cubicBezTo>
                        <a:pt x="17" y="1010"/>
                        <a:pt x="17" y="978"/>
                        <a:pt x="17" y="926"/>
                      </a:cubicBezTo>
                      <a:lnTo>
                        <a:pt x="17" y="776"/>
                      </a:lnTo>
                      <a:lnTo>
                        <a:pt x="17" y="606"/>
                      </a:lnTo>
                      <a:lnTo>
                        <a:pt x="17" y="441"/>
                      </a:lnTo>
                      <a:cubicBezTo>
                        <a:pt x="17" y="372"/>
                        <a:pt x="17" y="320"/>
                        <a:pt x="33" y="271"/>
                      </a:cubicBezTo>
                      <a:lnTo>
                        <a:pt x="33" y="118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3" name="Google Shape;6553;p71">
                  <a:extLst>
                    <a:ext uri="{FF2B5EF4-FFF2-40B4-BE49-F238E27FC236}">
                      <a16:creationId xmlns:a16="http://schemas.microsoft.com/office/drawing/2014/main" id="{55C7B2E2-95FF-18FE-E02A-A68E6D78A986}"/>
                    </a:ext>
                  </a:extLst>
                </p:cNvPr>
                <p:cNvSpPr/>
                <p:nvPr/>
              </p:nvSpPr>
              <p:spPr>
                <a:xfrm>
                  <a:off x="2369625" y="1218515"/>
                  <a:ext cx="88399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" h="1060" extrusionOk="0">
                      <a:moveTo>
                        <a:pt x="857" y="1"/>
                      </a:moveTo>
                      <a:lnTo>
                        <a:pt x="857" y="33"/>
                      </a:lnTo>
                      <a:cubicBezTo>
                        <a:pt x="874" y="66"/>
                        <a:pt x="874" y="102"/>
                        <a:pt x="874" y="150"/>
                      </a:cubicBezTo>
                      <a:cubicBezTo>
                        <a:pt x="874" y="219"/>
                        <a:pt x="841" y="284"/>
                        <a:pt x="789" y="385"/>
                      </a:cubicBezTo>
                      <a:cubicBezTo>
                        <a:pt x="773" y="437"/>
                        <a:pt x="740" y="486"/>
                        <a:pt x="708" y="538"/>
                      </a:cubicBezTo>
                      <a:cubicBezTo>
                        <a:pt x="672" y="587"/>
                        <a:pt x="623" y="639"/>
                        <a:pt x="571" y="688"/>
                      </a:cubicBezTo>
                      <a:cubicBezTo>
                        <a:pt x="538" y="740"/>
                        <a:pt x="486" y="772"/>
                        <a:pt x="437" y="825"/>
                      </a:cubicBezTo>
                      <a:cubicBezTo>
                        <a:pt x="385" y="857"/>
                        <a:pt x="336" y="910"/>
                        <a:pt x="284" y="942"/>
                      </a:cubicBezTo>
                      <a:cubicBezTo>
                        <a:pt x="336" y="910"/>
                        <a:pt x="385" y="873"/>
                        <a:pt x="453" y="841"/>
                      </a:cubicBezTo>
                      <a:cubicBezTo>
                        <a:pt x="506" y="789"/>
                        <a:pt x="554" y="756"/>
                        <a:pt x="587" y="708"/>
                      </a:cubicBezTo>
                      <a:cubicBezTo>
                        <a:pt x="639" y="655"/>
                        <a:pt x="688" y="607"/>
                        <a:pt x="724" y="554"/>
                      </a:cubicBezTo>
                      <a:cubicBezTo>
                        <a:pt x="756" y="506"/>
                        <a:pt x="789" y="453"/>
                        <a:pt x="825" y="405"/>
                      </a:cubicBezTo>
                      <a:cubicBezTo>
                        <a:pt x="841" y="352"/>
                        <a:pt x="857" y="304"/>
                        <a:pt x="874" y="268"/>
                      </a:cubicBezTo>
                      <a:cubicBezTo>
                        <a:pt x="874" y="235"/>
                        <a:pt x="890" y="219"/>
                        <a:pt x="890" y="203"/>
                      </a:cubicBezTo>
                      <a:lnTo>
                        <a:pt x="890" y="183"/>
                      </a:lnTo>
                      <a:lnTo>
                        <a:pt x="890" y="150"/>
                      </a:lnTo>
                      <a:cubicBezTo>
                        <a:pt x="890" y="102"/>
                        <a:pt x="890" y="49"/>
                        <a:pt x="874" y="33"/>
                      </a:cubicBezTo>
                      <a:cubicBezTo>
                        <a:pt x="857" y="17"/>
                        <a:pt x="857" y="1"/>
                        <a:pt x="857" y="1"/>
                      </a:cubicBezTo>
                      <a:close/>
                      <a:moveTo>
                        <a:pt x="284" y="942"/>
                      </a:moveTo>
                      <a:lnTo>
                        <a:pt x="284" y="942"/>
                      </a:lnTo>
                      <a:cubicBezTo>
                        <a:pt x="235" y="974"/>
                        <a:pt x="183" y="991"/>
                        <a:pt x="134" y="1011"/>
                      </a:cubicBezTo>
                      <a:cubicBezTo>
                        <a:pt x="82" y="1027"/>
                        <a:pt x="33" y="1043"/>
                        <a:pt x="1" y="1059"/>
                      </a:cubicBezTo>
                      <a:cubicBezTo>
                        <a:pt x="49" y="1043"/>
                        <a:pt x="82" y="1043"/>
                        <a:pt x="134" y="1027"/>
                      </a:cubicBezTo>
                      <a:cubicBezTo>
                        <a:pt x="183" y="1011"/>
                        <a:pt x="235" y="974"/>
                        <a:pt x="284" y="9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4" name="Google Shape;6554;p71">
                  <a:extLst>
                    <a:ext uri="{FF2B5EF4-FFF2-40B4-BE49-F238E27FC236}">
                      <a16:creationId xmlns:a16="http://schemas.microsoft.com/office/drawing/2014/main" id="{7F05C3A7-2795-2082-22B6-29F213B69CF2}"/>
                    </a:ext>
                  </a:extLst>
                </p:cNvPr>
                <p:cNvSpPr/>
                <p:nvPr/>
              </p:nvSpPr>
              <p:spPr>
                <a:xfrm>
                  <a:off x="2464778" y="1224971"/>
                  <a:ext cx="3278" cy="21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2191" extrusionOk="0">
                      <a:moveTo>
                        <a:pt x="17" y="1"/>
                      </a:moveTo>
                      <a:lnTo>
                        <a:pt x="17" y="37"/>
                      </a:lnTo>
                      <a:cubicBezTo>
                        <a:pt x="17" y="102"/>
                        <a:pt x="0" y="255"/>
                        <a:pt x="0" y="558"/>
                      </a:cubicBezTo>
                      <a:cubicBezTo>
                        <a:pt x="17" y="707"/>
                        <a:pt x="17" y="877"/>
                        <a:pt x="17" y="1063"/>
                      </a:cubicBezTo>
                      <a:lnTo>
                        <a:pt x="17" y="1600"/>
                      </a:lnTo>
                      <a:cubicBezTo>
                        <a:pt x="33" y="1919"/>
                        <a:pt x="33" y="2190"/>
                        <a:pt x="33" y="2190"/>
                      </a:cubicBezTo>
                      <a:lnTo>
                        <a:pt x="33" y="1600"/>
                      </a:lnTo>
                      <a:lnTo>
                        <a:pt x="33" y="1063"/>
                      </a:lnTo>
                      <a:lnTo>
                        <a:pt x="33" y="558"/>
                      </a:lnTo>
                      <a:lnTo>
                        <a:pt x="33" y="37"/>
                      </a:lnTo>
                      <a:cubicBezTo>
                        <a:pt x="17" y="37"/>
                        <a:pt x="17" y="17"/>
                        <a:pt x="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5" name="Google Shape;6555;p71">
                  <a:extLst>
                    <a:ext uri="{FF2B5EF4-FFF2-40B4-BE49-F238E27FC236}">
                      <a16:creationId xmlns:a16="http://schemas.microsoft.com/office/drawing/2014/main" id="{8E19D912-9C83-BE56-149C-5B0501EDC7F5}"/>
                    </a:ext>
                  </a:extLst>
                </p:cNvPr>
                <p:cNvSpPr/>
                <p:nvPr/>
              </p:nvSpPr>
              <p:spPr>
                <a:xfrm>
                  <a:off x="2456335" y="1054430"/>
                  <a:ext cx="5364" cy="146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" h="1470" extrusionOk="0">
                      <a:moveTo>
                        <a:pt x="17" y="1"/>
                      </a:moveTo>
                      <a:cubicBezTo>
                        <a:pt x="17" y="1"/>
                        <a:pt x="17" y="170"/>
                        <a:pt x="1" y="388"/>
                      </a:cubicBezTo>
                      <a:lnTo>
                        <a:pt x="1" y="558"/>
                      </a:lnTo>
                      <a:lnTo>
                        <a:pt x="1" y="744"/>
                      </a:lnTo>
                      <a:cubicBezTo>
                        <a:pt x="1" y="861"/>
                        <a:pt x="1" y="994"/>
                        <a:pt x="17" y="1095"/>
                      </a:cubicBezTo>
                      <a:cubicBezTo>
                        <a:pt x="17" y="1196"/>
                        <a:pt x="17" y="1265"/>
                        <a:pt x="37" y="1314"/>
                      </a:cubicBezTo>
                      <a:lnTo>
                        <a:pt x="37" y="1431"/>
                      </a:lnTo>
                      <a:cubicBezTo>
                        <a:pt x="47" y="1463"/>
                        <a:pt x="51" y="1469"/>
                        <a:pt x="52" y="1469"/>
                      </a:cubicBezTo>
                      <a:cubicBezTo>
                        <a:pt x="53" y="1469"/>
                        <a:pt x="53" y="1467"/>
                        <a:pt x="53" y="1467"/>
                      </a:cubicBezTo>
                      <a:lnTo>
                        <a:pt x="53" y="1431"/>
                      </a:lnTo>
                      <a:lnTo>
                        <a:pt x="53" y="1314"/>
                      </a:lnTo>
                      <a:cubicBezTo>
                        <a:pt x="37" y="1265"/>
                        <a:pt x="37" y="1196"/>
                        <a:pt x="37" y="1095"/>
                      </a:cubicBezTo>
                      <a:cubicBezTo>
                        <a:pt x="37" y="978"/>
                        <a:pt x="17" y="861"/>
                        <a:pt x="17" y="744"/>
                      </a:cubicBezTo>
                      <a:lnTo>
                        <a:pt x="17" y="558"/>
                      </a:lnTo>
                      <a:lnTo>
                        <a:pt x="17" y="388"/>
                      </a:lnTo>
                      <a:lnTo>
                        <a:pt x="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6" name="Google Shape;6556;p71">
                  <a:extLst>
                    <a:ext uri="{FF2B5EF4-FFF2-40B4-BE49-F238E27FC236}">
                      <a16:creationId xmlns:a16="http://schemas.microsoft.com/office/drawing/2014/main" id="{982E9E94-8135-E33C-047B-E0CF96B8BE00}"/>
                    </a:ext>
                  </a:extLst>
                </p:cNvPr>
                <p:cNvSpPr/>
                <p:nvPr/>
              </p:nvSpPr>
              <p:spPr>
                <a:xfrm>
                  <a:off x="2504905" y="1326879"/>
                  <a:ext cx="1689" cy="78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793" extrusionOk="0">
                      <a:moveTo>
                        <a:pt x="11" y="0"/>
                      </a:moveTo>
                      <a:cubicBezTo>
                        <a:pt x="0" y="0"/>
                        <a:pt x="0" y="13"/>
                        <a:pt x="0" y="203"/>
                      </a:cubicBezTo>
                      <a:lnTo>
                        <a:pt x="0" y="590"/>
                      </a:lnTo>
                      <a:cubicBezTo>
                        <a:pt x="0" y="708"/>
                        <a:pt x="16" y="792"/>
                        <a:pt x="16" y="792"/>
                      </a:cubicBezTo>
                      <a:lnTo>
                        <a:pt x="16" y="590"/>
                      </a:lnTo>
                      <a:lnTo>
                        <a:pt x="16" y="203"/>
                      </a:lnTo>
                      <a:lnTo>
                        <a:pt x="16" y="1"/>
                      </a:lnTo>
                      <a:cubicBezTo>
                        <a:pt x="14" y="1"/>
                        <a:pt x="13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7" name="Google Shape;6557;p71">
                  <a:extLst>
                    <a:ext uri="{FF2B5EF4-FFF2-40B4-BE49-F238E27FC236}">
                      <a16:creationId xmlns:a16="http://schemas.microsoft.com/office/drawing/2014/main" id="{F0E4C1DA-0A77-61F5-1323-4A4755F711AF}"/>
                    </a:ext>
                  </a:extLst>
                </p:cNvPr>
                <p:cNvSpPr/>
                <p:nvPr/>
              </p:nvSpPr>
              <p:spPr>
                <a:xfrm>
                  <a:off x="2508084" y="1312079"/>
                  <a:ext cx="145809" cy="14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" h="150" extrusionOk="0">
                      <a:moveTo>
                        <a:pt x="1079" y="0"/>
                      </a:moveTo>
                      <a:cubicBezTo>
                        <a:pt x="1031" y="16"/>
                        <a:pt x="962" y="16"/>
                        <a:pt x="910" y="16"/>
                      </a:cubicBezTo>
                      <a:cubicBezTo>
                        <a:pt x="845" y="16"/>
                        <a:pt x="792" y="32"/>
                        <a:pt x="728" y="32"/>
                      </a:cubicBezTo>
                      <a:cubicBezTo>
                        <a:pt x="659" y="32"/>
                        <a:pt x="607" y="49"/>
                        <a:pt x="542" y="49"/>
                      </a:cubicBezTo>
                      <a:cubicBezTo>
                        <a:pt x="489" y="69"/>
                        <a:pt x="441" y="69"/>
                        <a:pt x="388" y="69"/>
                      </a:cubicBezTo>
                      <a:cubicBezTo>
                        <a:pt x="340" y="85"/>
                        <a:pt x="287" y="85"/>
                        <a:pt x="255" y="101"/>
                      </a:cubicBezTo>
                      <a:cubicBezTo>
                        <a:pt x="223" y="101"/>
                        <a:pt x="186" y="101"/>
                        <a:pt x="154" y="117"/>
                      </a:cubicBezTo>
                      <a:cubicBezTo>
                        <a:pt x="102" y="133"/>
                        <a:pt x="69" y="133"/>
                        <a:pt x="53" y="133"/>
                      </a:cubicBezTo>
                      <a:cubicBezTo>
                        <a:pt x="1" y="150"/>
                        <a:pt x="21" y="150"/>
                        <a:pt x="21" y="150"/>
                      </a:cubicBezTo>
                      <a:lnTo>
                        <a:pt x="53" y="150"/>
                      </a:lnTo>
                      <a:cubicBezTo>
                        <a:pt x="69" y="150"/>
                        <a:pt x="102" y="150"/>
                        <a:pt x="170" y="133"/>
                      </a:cubicBezTo>
                      <a:cubicBezTo>
                        <a:pt x="223" y="117"/>
                        <a:pt x="287" y="117"/>
                        <a:pt x="388" y="101"/>
                      </a:cubicBezTo>
                      <a:cubicBezTo>
                        <a:pt x="441" y="85"/>
                        <a:pt x="489" y="85"/>
                        <a:pt x="558" y="69"/>
                      </a:cubicBezTo>
                      <a:cubicBezTo>
                        <a:pt x="607" y="69"/>
                        <a:pt x="675" y="69"/>
                        <a:pt x="728" y="49"/>
                      </a:cubicBezTo>
                      <a:cubicBezTo>
                        <a:pt x="792" y="49"/>
                        <a:pt x="845" y="32"/>
                        <a:pt x="910" y="32"/>
                      </a:cubicBezTo>
                      <a:cubicBezTo>
                        <a:pt x="962" y="32"/>
                        <a:pt x="1031" y="16"/>
                        <a:pt x="1079" y="16"/>
                      </a:cubicBezTo>
                      <a:lnTo>
                        <a:pt x="1467" y="16"/>
                      </a:lnTo>
                      <a:cubicBezTo>
                        <a:pt x="1467" y="16"/>
                        <a:pt x="1435" y="0"/>
                        <a:pt x="13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8" name="Google Shape;6558;p71">
                  <a:extLst>
                    <a:ext uri="{FF2B5EF4-FFF2-40B4-BE49-F238E27FC236}">
                      <a16:creationId xmlns:a16="http://schemas.microsoft.com/office/drawing/2014/main" id="{50C58C2E-4018-8D9B-9D8A-3B2E2C4D2B58}"/>
                    </a:ext>
                  </a:extLst>
                </p:cNvPr>
                <p:cNvSpPr/>
                <p:nvPr/>
              </p:nvSpPr>
              <p:spPr>
                <a:xfrm>
                  <a:off x="2653793" y="1318833"/>
                  <a:ext cx="3278" cy="5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522" extrusionOk="0">
                      <a:moveTo>
                        <a:pt x="0" y="1"/>
                      </a:moveTo>
                      <a:lnTo>
                        <a:pt x="0" y="17"/>
                      </a:lnTo>
                      <a:lnTo>
                        <a:pt x="0" y="49"/>
                      </a:lnTo>
                      <a:lnTo>
                        <a:pt x="0" y="150"/>
                      </a:lnTo>
                      <a:lnTo>
                        <a:pt x="0" y="203"/>
                      </a:lnTo>
                      <a:lnTo>
                        <a:pt x="0" y="284"/>
                      </a:lnTo>
                      <a:lnTo>
                        <a:pt x="0" y="352"/>
                      </a:lnTo>
                      <a:cubicBezTo>
                        <a:pt x="16" y="368"/>
                        <a:pt x="16" y="405"/>
                        <a:pt x="16" y="421"/>
                      </a:cubicBezTo>
                      <a:lnTo>
                        <a:pt x="16" y="486"/>
                      </a:lnTo>
                      <a:cubicBezTo>
                        <a:pt x="32" y="506"/>
                        <a:pt x="32" y="522"/>
                        <a:pt x="32" y="522"/>
                      </a:cubicBezTo>
                      <a:lnTo>
                        <a:pt x="32" y="469"/>
                      </a:lnTo>
                      <a:lnTo>
                        <a:pt x="32" y="421"/>
                      </a:lnTo>
                      <a:cubicBezTo>
                        <a:pt x="32" y="405"/>
                        <a:pt x="16" y="368"/>
                        <a:pt x="16" y="352"/>
                      </a:cubicBezTo>
                      <a:lnTo>
                        <a:pt x="16" y="284"/>
                      </a:lnTo>
                      <a:lnTo>
                        <a:pt x="16" y="150"/>
                      </a:lnTo>
                      <a:lnTo>
                        <a:pt x="16" y="49"/>
                      </a:lnTo>
                      <a:lnTo>
                        <a:pt x="16" y="17"/>
                      </a:lnTo>
                      <a:cubicBezTo>
                        <a:pt x="16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59" name="Google Shape;6559;p71">
                  <a:extLst>
                    <a:ext uri="{FF2B5EF4-FFF2-40B4-BE49-F238E27FC236}">
                      <a16:creationId xmlns:a16="http://schemas.microsoft.com/office/drawing/2014/main" id="{808BD834-731E-278A-AACF-0578AE9BCF88}"/>
                    </a:ext>
                  </a:extLst>
                </p:cNvPr>
                <p:cNvSpPr/>
                <p:nvPr/>
              </p:nvSpPr>
              <p:spPr>
                <a:xfrm>
                  <a:off x="2662137" y="1377038"/>
                  <a:ext cx="25030" cy="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" h="21" extrusionOk="0">
                      <a:moveTo>
                        <a:pt x="17" y="1"/>
                      </a:moveTo>
                      <a:cubicBezTo>
                        <a:pt x="1" y="1"/>
                        <a:pt x="1" y="1"/>
                        <a:pt x="1" y="21"/>
                      </a:cubicBezTo>
                      <a:lnTo>
                        <a:pt x="251" y="21"/>
                      </a:lnTo>
                      <a:cubicBezTo>
                        <a:pt x="251" y="21"/>
                        <a:pt x="219" y="21"/>
                        <a:pt x="1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0" name="Google Shape;6560;p71">
                  <a:extLst>
                    <a:ext uri="{FF2B5EF4-FFF2-40B4-BE49-F238E27FC236}">
                      <a16:creationId xmlns:a16="http://schemas.microsoft.com/office/drawing/2014/main" id="{D00690E7-9990-88E2-9190-3321A6EBC5AB}"/>
                    </a:ext>
                  </a:extLst>
                </p:cNvPr>
                <p:cNvSpPr/>
                <p:nvPr/>
              </p:nvSpPr>
              <p:spPr>
                <a:xfrm>
                  <a:off x="3683694" y="1363828"/>
                  <a:ext cx="70322" cy="6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" h="69" extrusionOk="0">
                      <a:moveTo>
                        <a:pt x="639" y="16"/>
                      </a:moveTo>
                      <a:cubicBezTo>
                        <a:pt x="655" y="16"/>
                        <a:pt x="655" y="16"/>
                        <a:pt x="671" y="33"/>
                      </a:cubicBezTo>
                      <a:lnTo>
                        <a:pt x="708" y="33"/>
                      </a:lnTo>
                      <a:cubicBezTo>
                        <a:pt x="688" y="16"/>
                        <a:pt x="688" y="16"/>
                        <a:pt x="671" y="16"/>
                      </a:cubicBezTo>
                      <a:close/>
                      <a:moveTo>
                        <a:pt x="284" y="0"/>
                      </a:moveTo>
                      <a:cubicBezTo>
                        <a:pt x="251" y="0"/>
                        <a:pt x="219" y="0"/>
                        <a:pt x="203" y="16"/>
                      </a:cubicBezTo>
                      <a:cubicBezTo>
                        <a:pt x="134" y="16"/>
                        <a:pt x="102" y="16"/>
                        <a:pt x="65" y="33"/>
                      </a:cubicBezTo>
                      <a:cubicBezTo>
                        <a:pt x="49" y="33"/>
                        <a:pt x="33" y="53"/>
                        <a:pt x="17" y="53"/>
                      </a:cubicBezTo>
                      <a:lnTo>
                        <a:pt x="1" y="69"/>
                      </a:lnTo>
                      <a:lnTo>
                        <a:pt x="17" y="69"/>
                      </a:lnTo>
                      <a:cubicBezTo>
                        <a:pt x="33" y="69"/>
                        <a:pt x="49" y="53"/>
                        <a:pt x="82" y="53"/>
                      </a:cubicBezTo>
                      <a:cubicBezTo>
                        <a:pt x="102" y="53"/>
                        <a:pt x="150" y="33"/>
                        <a:pt x="203" y="33"/>
                      </a:cubicBezTo>
                      <a:cubicBezTo>
                        <a:pt x="219" y="33"/>
                        <a:pt x="251" y="33"/>
                        <a:pt x="284" y="16"/>
                      </a:cubicBezTo>
                      <a:lnTo>
                        <a:pt x="639" y="16"/>
                      </a:lnTo>
                      <a:cubicBezTo>
                        <a:pt x="607" y="16"/>
                        <a:pt x="587" y="0"/>
                        <a:pt x="5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1" name="Google Shape;6561;p71">
                  <a:extLst>
                    <a:ext uri="{FF2B5EF4-FFF2-40B4-BE49-F238E27FC236}">
                      <a16:creationId xmlns:a16="http://schemas.microsoft.com/office/drawing/2014/main" id="{B63835B1-A9FA-01EF-8EE6-7D5A5C240339}"/>
                    </a:ext>
                  </a:extLst>
                </p:cNvPr>
                <p:cNvSpPr/>
                <p:nvPr/>
              </p:nvSpPr>
              <p:spPr>
                <a:xfrm>
                  <a:off x="3760373" y="1261920"/>
                  <a:ext cx="10131" cy="107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079" extrusionOk="0">
                      <a:moveTo>
                        <a:pt x="69" y="0"/>
                      </a:moveTo>
                      <a:cubicBezTo>
                        <a:pt x="69" y="49"/>
                        <a:pt x="53" y="134"/>
                        <a:pt x="37" y="218"/>
                      </a:cubicBezTo>
                      <a:cubicBezTo>
                        <a:pt x="37" y="303"/>
                        <a:pt x="17" y="404"/>
                        <a:pt x="0" y="505"/>
                      </a:cubicBezTo>
                      <a:lnTo>
                        <a:pt x="0" y="776"/>
                      </a:lnTo>
                      <a:cubicBezTo>
                        <a:pt x="0" y="857"/>
                        <a:pt x="17" y="925"/>
                        <a:pt x="37" y="958"/>
                      </a:cubicBezTo>
                      <a:cubicBezTo>
                        <a:pt x="53" y="1010"/>
                        <a:pt x="69" y="1026"/>
                        <a:pt x="69" y="1042"/>
                      </a:cubicBezTo>
                      <a:lnTo>
                        <a:pt x="85" y="1079"/>
                      </a:lnTo>
                      <a:cubicBezTo>
                        <a:pt x="101" y="1079"/>
                        <a:pt x="101" y="1079"/>
                        <a:pt x="85" y="1042"/>
                      </a:cubicBezTo>
                      <a:cubicBezTo>
                        <a:pt x="69" y="1026"/>
                        <a:pt x="69" y="1010"/>
                        <a:pt x="53" y="958"/>
                      </a:cubicBezTo>
                      <a:cubicBezTo>
                        <a:pt x="37" y="925"/>
                        <a:pt x="17" y="857"/>
                        <a:pt x="17" y="776"/>
                      </a:cubicBezTo>
                      <a:cubicBezTo>
                        <a:pt x="17" y="691"/>
                        <a:pt x="17" y="606"/>
                        <a:pt x="37" y="505"/>
                      </a:cubicBezTo>
                      <a:cubicBezTo>
                        <a:pt x="37" y="404"/>
                        <a:pt x="53" y="303"/>
                        <a:pt x="53" y="218"/>
                      </a:cubicBezTo>
                      <a:cubicBezTo>
                        <a:pt x="69" y="134"/>
                        <a:pt x="69" y="49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2" name="Google Shape;6562;p71">
                  <a:extLst>
                    <a:ext uri="{FF2B5EF4-FFF2-40B4-BE49-F238E27FC236}">
                      <a16:creationId xmlns:a16="http://schemas.microsoft.com/office/drawing/2014/main" id="{379A3063-28F4-4E63-4AE5-E48A866B7106}"/>
                    </a:ext>
                  </a:extLst>
                </p:cNvPr>
                <p:cNvSpPr/>
                <p:nvPr/>
              </p:nvSpPr>
              <p:spPr>
                <a:xfrm>
                  <a:off x="3770405" y="1246624"/>
                  <a:ext cx="118892" cy="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70" extrusionOk="0">
                      <a:moveTo>
                        <a:pt x="1148" y="1"/>
                      </a:moveTo>
                      <a:cubicBezTo>
                        <a:pt x="1127" y="21"/>
                        <a:pt x="1111" y="21"/>
                        <a:pt x="1079" y="21"/>
                      </a:cubicBezTo>
                      <a:cubicBezTo>
                        <a:pt x="1047" y="21"/>
                        <a:pt x="994" y="21"/>
                        <a:pt x="962" y="37"/>
                      </a:cubicBezTo>
                      <a:cubicBezTo>
                        <a:pt x="994" y="37"/>
                        <a:pt x="1047" y="37"/>
                        <a:pt x="1095" y="21"/>
                      </a:cubicBezTo>
                      <a:lnTo>
                        <a:pt x="1148" y="21"/>
                      </a:lnTo>
                      <a:cubicBezTo>
                        <a:pt x="1164" y="21"/>
                        <a:pt x="1180" y="1"/>
                        <a:pt x="1196" y="1"/>
                      </a:cubicBezTo>
                      <a:close/>
                      <a:moveTo>
                        <a:pt x="356" y="37"/>
                      </a:moveTo>
                      <a:cubicBezTo>
                        <a:pt x="0" y="37"/>
                        <a:pt x="37" y="53"/>
                        <a:pt x="37" y="53"/>
                      </a:cubicBezTo>
                      <a:cubicBezTo>
                        <a:pt x="37" y="69"/>
                        <a:pt x="0" y="69"/>
                        <a:pt x="356" y="69"/>
                      </a:cubicBezTo>
                      <a:lnTo>
                        <a:pt x="659" y="69"/>
                      </a:lnTo>
                      <a:cubicBezTo>
                        <a:pt x="707" y="69"/>
                        <a:pt x="760" y="53"/>
                        <a:pt x="808" y="53"/>
                      </a:cubicBezTo>
                      <a:cubicBezTo>
                        <a:pt x="861" y="53"/>
                        <a:pt x="909" y="53"/>
                        <a:pt x="962" y="3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3" name="Google Shape;6563;p71">
                  <a:extLst>
                    <a:ext uri="{FF2B5EF4-FFF2-40B4-BE49-F238E27FC236}">
                      <a16:creationId xmlns:a16="http://schemas.microsoft.com/office/drawing/2014/main" id="{1EECB2E7-7695-FCD3-4C7E-67B1E5A8F620}"/>
                    </a:ext>
                  </a:extLst>
                </p:cNvPr>
                <p:cNvSpPr/>
                <p:nvPr/>
              </p:nvSpPr>
              <p:spPr>
                <a:xfrm>
                  <a:off x="3892376" y="1246624"/>
                  <a:ext cx="5264" cy="164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1653" extrusionOk="0">
                      <a:moveTo>
                        <a:pt x="37" y="1"/>
                      </a:moveTo>
                      <a:lnTo>
                        <a:pt x="37" y="53"/>
                      </a:lnTo>
                      <a:cubicBezTo>
                        <a:pt x="37" y="69"/>
                        <a:pt x="37" y="122"/>
                        <a:pt x="21" y="186"/>
                      </a:cubicBezTo>
                      <a:cubicBezTo>
                        <a:pt x="21" y="255"/>
                        <a:pt x="21" y="340"/>
                        <a:pt x="0" y="457"/>
                      </a:cubicBezTo>
                      <a:lnTo>
                        <a:pt x="0" y="659"/>
                      </a:lnTo>
                      <a:lnTo>
                        <a:pt x="0" y="877"/>
                      </a:lnTo>
                      <a:lnTo>
                        <a:pt x="0" y="1095"/>
                      </a:lnTo>
                      <a:cubicBezTo>
                        <a:pt x="21" y="1031"/>
                        <a:pt x="21" y="946"/>
                        <a:pt x="21" y="877"/>
                      </a:cubicBezTo>
                      <a:lnTo>
                        <a:pt x="21" y="659"/>
                      </a:lnTo>
                      <a:cubicBezTo>
                        <a:pt x="21" y="590"/>
                        <a:pt x="37" y="526"/>
                        <a:pt x="37" y="457"/>
                      </a:cubicBezTo>
                      <a:cubicBezTo>
                        <a:pt x="37" y="223"/>
                        <a:pt x="53" y="102"/>
                        <a:pt x="53" y="53"/>
                      </a:cubicBezTo>
                      <a:cubicBezTo>
                        <a:pt x="53" y="1"/>
                        <a:pt x="53" y="1"/>
                        <a:pt x="37" y="1"/>
                      </a:cubicBezTo>
                      <a:close/>
                      <a:moveTo>
                        <a:pt x="0" y="1095"/>
                      </a:moveTo>
                      <a:lnTo>
                        <a:pt x="0" y="1314"/>
                      </a:lnTo>
                      <a:lnTo>
                        <a:pt x="0" y="1415"/>
                      </a:lnTo>
                      <a:cubicBezTo>
                        <a:pt x="21" y="1435"/>
                        <a:pt x="21" y="1467"/>
                        <a:pt x="21" y="1499"/>
                      </a:cubicBezTo>
                      <a:lnTo>
                        <a:pt x="21" y="1398"/>
                      </a:lnTo>
                      <a:lnTo>
                        <a:pt x="21" y="1314"/>
                      </a:lnTo>
                      <a:cubicBezTo>
                        <a:pt x="21" y="1249"/>
                        <a:pt x="0" y="1164"/>
                        <a:pt x="0" y="1095"/>
                      </a:cubicBezTo>
                      <a:close/>
                      <a:moveTo>
                        <a:pt x="21" y="1499"/>
                      </a:moveTo>
                      <a:lnTo>
                        <a:pt x="21" y="1584"/>
                      </a:lnTo>
                      <a:cubicBezTo>
                        <a:pt x="37" y="1600"/>
                        <a:pt x="37" y="1637"/>
                        <a:pt x="37" y="1653"/>
                      </a:cubicBezTo>
                      <a:lnTo>
                        <a:pt x="37" y="1584"/>
                      </a:lnTo>
                      <a:cubicBezTo>
                        <a:pt x="37" y="1552"/>
                        <a:pt x="37" y="1536"/>
                        <a:pt x="21" y="14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4" name="Google Shape;6564;p71">
                  <a:extLst>
                    <a:ext uri="{FF2B5EF4-FFF2-40B4-BE49-F238E27FC236}">
                      <a16:creationId xmlns:a16="http://schemas.microsoft.com/office/drawing/2014/main" id="{8D9D1C45-0EED-75B0-1CBE-CDDB42607EA5}"/>
                    </a:ext>
                  </a:extLst>
                </p:cNvPr>
                <p:cNvSpPr/>
                <p:nvPr/>
              </p:nvSpPr>
              <p:spPr>
                <a:xfrm>
                  <a:off x="3900819" y="1419152"/>
                  <a:ext cx="23739" cy="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34" extrusionOk="0">
                      <a:moveTo>
                        <a:pt x="85" y="1"/>
                      </a:moveTo>
                      <a:cubicBezTo>
                        <a:pt x="53" y="1"/>
                        <a:pt x="53" y="1"/>
                        <a:pt x="37" y="17"/>
                      </a:cubicBezTo>
                      <a:lnTo>
                        <a:pt x="16" y="17"/>
                      </a:lnTo>
                      <a:cubicBezTo>
                        <a:pt x="0" y="33"/>
                        <a:pt x="16" y="33"/>
                        <a:pt x="16" y="33"/>
                      </a:cubicBezTo>
                      <a:lnTo>
                        <a:pt x="37" y="33"/>
                      </a:lnTo>
                      <a:cubicBezTo>
                        <a:pt x="53" y="17"/>
                        <a:pt x="69" y="17"/>
                        <a:pt x="85" y="17"/>
                      </a:cubicBezTo>
                      <a:lnTo>
                        <a:pt x="239" y="17"/>
                      </a:lnTo>
                      <a:cubicBezTo>
                        <a:pt x="239" y="17"/>
                        <a:pt x="218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5" name="Google Shape;6565;p71">
                  <a:extLst>
                    <a:ext uri="{FF2B5EF4-FFF2-40B4-BE49-F238E27FC236}">
                      <a16:creationId xmlns:a16="http://schemas.microsoft.com/office/drawing/2014/main" id="{9B193D6A-FF7B-F5D8-0D54-F402D4C186AE}"/>
                    </a:ext>
                  </a:extLst>
                </p:cNvPr>
                <p:cNvSpPr/>
                <p:nvPr/>
              </p:nvSpPr>
              <p:spPr>
                <a:xfrm>
                  <a:off x="4034808" y="1203318"/>
                  <a:ext cx="4966" cy="70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708" extrusionOk="0">
                      <a:moveTo>
                        <a:pt x="33" y="0"/>
                      </a:moveTo>
                      <a:cubicBezTo>
                        <a:pt x="33" y="33"/>
                        <a:pt x="17" y="85"/>
                        <a:pt x="17" y="134"/>
                      </a:cubicBezTo>
                      <a:cubicBezTo>
                        <a:pt x="17" y="202"/>
                        <a:pt x="1" y="271"/>
                        <a:pt x="1" y="336"/>
                      </a:cubicBezTo>
                      <a:lnTo>
                        <a:pt x="1" y="505"/>
                      </a:lnTo>
                      <a:cubicBezTo>
                        <a:pt x="1" y="574"/>
                        <a:pt x="17" y="606"/>
                        <a:pt x="17" y="639"/>
                      </a:cubicBezTo>
                      <a:cubicBezTo>
                        <a:pt x="33" y="659"/>
                        <a:pt x="33" y="675"/>
                        <a:pt x="33" y="691"/>
                      </a:cubicBezTo>
                      <a:lnTo>
                        <a:pt x="49" y="707"/>
                      </a:lnTo>
                      <a:lnTo>
                        <a:pt x="49" y="691"/>
                      </a:lnTo>
                      <a:lnTo>
                        <a:pt x="49" y="659"/>
                      </a:lnTo>
                      <a:cubicBezTo>
                        <a:pt x="49" y="659"/>
                        <a:pt x="49" y="639"/>
                        <a:pt x="33" y="622"/>
                      </a:cubicBezTo>
                      <a:lnTo>
                        <a:pt x="33" y="505"/>
                      </a:lnTo>
                      <a:cubicBezTo>
                        <a:pt x="17" y="457"/>
                        <a:pt x="17" y="388"/>
                        <a:pt x="17" y="336"/>
                      </a:cubicBezTo>
                      <a:cubicBezTo>
                        <a:pt x="17" y="271"/>
                        <a:pt x="33" y="202"/>
                        <a:pt x="33" y="134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  <p:sp>
              <p:nvSpPr>
                <p:cNvPr id="6566" name="Google Shape;6566;p71">
                  <a:extLst>
                    <a:ext uri="{FF2B5EF4-FFF2-40B4-BE49-F238E27FC236}">
                      <a16:creationId xmlns:a16="http://schemas.microsoft.com/office/drawing/2014/main" id="{5CE30D93-2A80-B9C6-0994-679BE549ABD1}"/>
                    </a:ext>
                  </a:extLst>
                </p:cNvPr>
                <p:cNvSpPr/>
                <p:nvPr/>
              </p:nvSpPr>
              <p:spPr>
                <a:xfrm>
                  <a:off x="4036397" y="1194876"/>
                  <a:ext cx="147001" cy="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37" extrusionOk="0">
                      <a:moveTo>
                        <a:pt x="405" y="1"/>
                      </a:moveTo>
                      <a:cubicBezTo>
                        <a:pt x="187" y="1"/>
                        <a:pt x="102" y="1"/>
                        <a:pt x="49" y="17"/>
                      </a:cubicBezTo>
                      <a:lnTo>
                        <a:pt x="17" y="17"/>
                      </a:lnTo>
                      <a:cubicBezTo>
                        <a:pt x="17" y="17"/>
                        <a:pt x="1" y="17"/>
                        <a:pt x="49" y="37"/>
                      </a:cubicBezTo>
                      <a:lnTo>
                        <a:pt x="405" y="37"/>
                      </a:lnTo>
                      <a:cubicBezTo>
                        <a:pt x="809" y="17"/>
                        <a:pt x="1479" y="1"/>
                        <a:pt x="14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Syne" panose="020B060402020202020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4646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9"/>
          <p:cNvSpPr/>
          <p:nvPr/>
        </p:nvSpPr>
        <p:spPr>
          <a:xfrm>
            <a:off x="0" y="125"/>
            <a:ext cx="2892300" cy="514350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2" name="Google Shape;1102;p39"/>
          <p:cNvGrpSpPr/>
          <p:nvPr/>
        </p:nvGrpSpPr>
        <p:grpSpPr>
          <a:xfrm>
            <a:off x="-5799851" y="-555950"/>
            <a:ext cx="8692349" cy="5699591"/>
            <a:chOff x="1234141" y="-4"/>
            <a:chExt cx="1506760" cy="987986"/>
          </a:xfrm>
        </p:grpSpPr>
        <p:sp>
          <p:nvSpPr>
            <p:cNvPr id="1103" name="Google Shape;1103;p39"/>
            <p:cNvSpPr/>
            <p:nvPr/>
          </p:nvSpPr>
          <p:spPr>
            <a:xfrm>
              <a:off x="2720738" y="66845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cubicBezTo>
                    <a:pt x="17" y="17"/>
                    <a:pt x="33" y="17"/>
                    <a:pt x="49" y="17"/>
                  </a:cubicBezTo>
                  <a:cubicBezTo>
                    <a:pt x="33" y="0"/>
                    <a:pt x="17" y="0"/>
                    <a:pt x="1" y="0"/>
                  </a:cubicBezTo>
                  <a:close/>
                  <a:moveTo>
                    <a:pt x="49" y="17"/>
                  </a:moveTo>
                  <a:cubicBezTo>
                    <a:pt x="81" y="33"/>
                    <a:pt x="118" y="49"/>
                    <a:pt x="150" y="49"/>
                  </a:cubicBezTo>
                  <a:lnTo>
                    <a:pt x="150" y="33"/>
                  </a:lnTo>
                  <a:cubicBezTo>
                    <a:pt x="118" y="33"/>
                    <a:pt x="81" y="17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1717655" y="455302"/>
              <a:ext cx="21752" cy="15793"/>
            </a:xfrm>
            <a:custGeom>
              <a:avLst/>
              <a:gdLst/>
              <a:ahLst/>
              <a:cxnLst/>
              <a:rect l="l" t="t" r="r" b="b"/>
              <a:pathLst>
                <a:path w="219" h="159" extrusionOk="0">
                  <a:moveTo>
                    <a:pt x="201" y="1"/>
                  </a:moveTo>
                  <a:cubicBezTo>
                    <a:pt x="189" y="1"/>
                    <a:pt x="177" y="10"/>
                    <a:pt x="166" y="10"/>
                  </a:cubicBezTo>
                  <a:cubicBezTo>
                    <a:pt x="134" y="42"/>
                    <a:pt x="81" y="74"/>
                    <a:pt x="49" y="111"/>
                  </a:cubicBezTo>
                  <a:lnTo>
                    <a:pt x="0" y="143"/>
                  </a:lnTo>
                  <a:lnTo>
                    <a:pt x="0" y="159"/>
                  </a:lnTo>
                  <a:lnTo>
                    <a:pt x="17" y="159"/>
                  </a:lnTo>
                  <a:lnTo>
                    <a:pt x="49" y="127"/>
                  </a:lnTo>
                  <a:cubicBezTo>
                    <a:pt x="101" y="90"/>
                    <a:pt x="134" y="58"/>
                    <a:pt x="182" y="26"/>
                  </a:cubicBezTo>
                  <a:cubicBezTo>
                    <a:pt x="202" y="10"/>
                    <a:pt x="202" y="10"/>
                    <a:pt x="219" y="10"/>
                  </a:cubicBezTo>
                  <a:cubicBezTo>
                    <a:pt x="213" y="3"/>
                    <a:pt x="207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1679117" y="432556"/>
              <a:ext cx="56715" cy="43802"/>
            </a:xfrm>
            <a:custGeom>
              <a:avLst/>
              <a:gdLst/>
              <a:ahLst/>
              <a:cxnLst/>
              <a:rect l="l" t="t" r="r" b="b"/>
              <a:pathLst>
                <a:path w="571" h="441" extrusionOk="0">
                  <a:moveTo>
                    <a:pt x="570" y="0"/>
                  </a:moveTo>
                  <a:lnTo>
                    <a:pt x="570" y="0"/>
                  </a:lnTo>
                  <a:cubicBezTo>
                    <a:pt x="522" y="16"/>
                    <a:pt x="489" y="53"/>
                    <a:pt x="453" y="85"/>
                  </a:cubicBezTo>
                  <a:cubicBezTo>
                    <a:pt x="489" y="53"/>
                    <a:pt x="538" y="37"/>
                    <a:pt x="570" y="0"/>
                  </a:cubicBezTo>
                  <a:close/>
                  <a:moveTo>
                    <a:pt x="453" y="85"/>
                  </a:moveTo>
                  <a:cubicBezTo>
                    <a:pt x="437" y="85"/>
                    <a:pt x="421" y="101"/>
                    <a:pt x="388" y="117"/>
                  </a:cubicBezTo>
                  <a:cubicBezTo>
                    <a:pt x="352" y="154"/>
                    <a:pt x="304" y="202"/>
                    <a:pt x="251" y="239"/>
                  </a:cubicBezTo>
                  <a:cubicBezTo>
                    <a:pt x="186" y="271"/>
                    <a:pt x="134" y="319"/>
                    <a:pt x="65" y="372"/>
                  </a:cubicBezTo>
                  <a:cubicBezTo>
                    <a:pt x="49" y="388"/>
                    <a:pt x="33" y="404"/>
                    <a:pt x="1" y="420"/>
                  </a:cubicBezTo>
                  <a:lnTo>
                    <a:pt x="1" y="440"/>
                  </a:lnTo>
                  <a:lnTo>
                    <a:pt x="17" y="440"/>
                  </a:lnTo>
                  <a:cubicBezTo>
                    <a:pt x="33" y="420"/>
                    <a:pt x="49" y="404"/>
                    <a:pt x="65" y="388"/>
                  </a:cubicBezTo>
                  <a:cubicBezTo>
                    <a:pt x="134" y="340"/>
                    <a:pt x="203" y="287"/>
                    <a:pt x="267" y="239"/>
                  </a:cubicBezTo>
                  <a:cubicBezTo>
                    <a:pt x="304" y="202"/>
                    <a:pt x="352" y="170"/>
                    <a:pt x="405" y="138"/>
                  </a:cubicBezTo>
                  <a:cubicBezTo>
                    <a:pt x="421" y="117"/>
                    <a:pt x="437" y="101"/>
                    <a:pt x="453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2339529" y="424114"/>
              <a:ext cx="16587" cy="8542"/>
            </a:xfrm>
            <a:custGeom>
              <a:avLst/>
              <a:gdLst/>
              <a:ahLst/>
              <a:cxnLst/>
              <a:rect l="l" t="t" r="r" b="b"/>
              <a:pathLst>
                <a:path w="167" h="86" extrusionOk="0">
                  <a:moveTo>
                    <a:pt x="1" y="0"/>
                  </a:moveTo>
                  <a:lnTo>
                    <a:pt x="1" y="21"/>
                  </a:lnTo>
                  <a:cubicBezTo>
                    <a:pt x="17" y="21"/>
                    <a:pt x="17" y="37"/>
                    <a:pt x="33" y="37"/>
                  </a:cubicBezTo>
                  <a:cubicBezTo>
                    <a:pt x="82" y="53"/>
                    <a:pt x="118" y="69"/>
                    <a:pt x="167" y="85"/>
                  </a:cubicBezTo>
                  <a:lnTo>
                    <a:pt x="167" y="69"/>
                  </a:lnTo>
                  <a:cubicBezTo>
                    <a:pt x="118" y="53"/>
                    <a:pt x="82" y="37"/>
                    <a:pt x="33" y="21"/>
                  </a:cubicBezTo>
                  <a:cubicBezTo>
                    <a:pt x="33" y="21"/>
                    <a:pt x="17" y="2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2281027" y="713348"/>
              <a:ext cx="1689" cy="13806"/>
            </a:xfrm>
            <a:custGeom>
              <a:avLst/>
              <a:gdLst/>
              <a:ahLst/>
              <a:cxnLst/>
              <a:rect l="l" t="t" r="r" b="b"/>
              <a:pathLst>
                <a:path w="17" h="139" extrusionOk="0">
                  <a:moveTo>
                    <a:pt x="16" y="1"/>
                  </a:moveTo>
                  <a:lnTo>
                    <a:pt x="0" y="17"/>
                  </a:lnTo>
                  <a:lnTo>
                    <a:pt x="0" y="86"/>
                  </a:lnTo>
                  <a:cubicBezTo>
                    <a:pt x="16" y="102"/>
                    <a:pt x="16" y="118"/>
                    <a:pt x="16" y="138"/>
                  </a:cubicBezTo>
                  <a:lnTo>
                    <a:pt x="16" y="86"/>
                  </a:ln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1667496" y="827373"/>
              <a:ext cx="65058" cy="36552"/>
            </a:xfrm>
            <a:custGeom>
              <a:avLst/>
              <a:gdLst/>
              <a:ahLst/>
              <a:cxnLst/>
              <a:rect l="l" t="t" r="r" b="b"/>
              <a:pathLst>
                <a:path w="655" h="368" extrusionOk="0">
                  <a:moveTo>
                    <a:pt x="639" y="0"/>
                  </a:moveTo>
                  <a:cubicBezTo>
                    <a:pt x="606" y="0"/>
                    <a:pt x="570" y="16"/>
                    <a:pt x="538" y="49"/>
                  </a:cubicBezTo>
                  <a:cubicBezTo>
                    <a:pt x="469" y="101"/>
                    <a:pt x="404" y="134"/>
                    <a:pt x="336" y="166"/>
                  </a:cubicBezTo>
                  <a:cubicBezTo>
                    <a:pt x="303" y="182"/>
                    <a:pt x="267" y="202"/>
                    <a:pt x="235" y="218"/>
                  </a:cubicBezTo>
                  <a:cubicBezTo>
                    <a:pt x="203" y="251"/>
                    <a:pt x="150" y="267"/>
                    <a:pt x="118" y="283"/>
                  </a:cubicBezTo>
                  <a:cubicBezTo>
                    <a:pt x="102" y="303"/>
                    <a:pt x="65" y="319"/>
                    <a:pt x="49" y="336"/>
                  </a:cubicBezTo>
                  <a:cubicBezTo>
                    <a:pt x="33" y="336"/>
                    <a:pt x="33" y="352"/>
                    <a:pt x="17" y="352"/>
                  </a:cubicBezTo>
                  <a:lnTo>
                    <a:pt x="1" y="352"/>
                  </a:lnTo>
                  <a:lnTo>
                    <a:pt x="1" y="368"/>
                  </a:lnTo>
                  <a:lnTo>
                    <a:pt x="17" y="368"/>
                  </a:lnTo>
                  <a:cubicBezTo>
                    <a:pt x="33" y="352"/>
                    <a:pt x="49" y="352"/>
                    <a:pt x="49" y="352"/>
                  </a:cubicBezTo>
                  <a:cubicBezTo>
                    <a:pt x="81" y="336"/>
                    <a:pt x="102" y="319"/>
                    <a:pt x="134" y="303"/>
                  </a:cubicBezTo>
                  <a:cubicBezTo>
                    <a:pt x="166" y="283"/>
                    <a:pt x="203" y="251"/>
                    <a:pt x="235" y="235"/>
                  </a:cubicBezTo>
                  <a:cubicBezTo>
                    <a:pt x="267" y="218"/>
                    <a:pt x="303" y="202"/>
                    <a:pt x="336" y="182"/>
                  </a:cubicBezTo>
                  <a:cubicBezTo>
                    <a:pt x="404" y="150"/>
                    <a:pt x="469" y="101"/>
                    <a:pt x="538" y="65"/>
                  </a:cubicBezTo>
                  <a:lnTo>
                    <a:pt x="554" y="49"/>
                  </a:lnTo>
                  <a:cubicBezTo>
                    <a:pt x="586" y="33"/>
                    <a:pt x="606" y="16"/>
                    <a:pt x="639" y="16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2501628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7" y="0"/>
                  </a:moveTo>
                  <a:lnTo>
                    <a:pt x="1" y="21"/>
                  </a:lnTo>
                  <a:cubicBezTo>
                    <a:pt x="17" y="21"/>
                    <a:pt x="33" y="21"/>
                    <a:pt x="49" y="37"/>
                  </a:cubicBezTo>
                  <a:cubicBezTo>
                    <a:pt x="49" y="37"/>
                    <a:pt x="66" y="53"/>
                    <a:pt x="86" y="53"/>
                  </a:cubicBezTo>
                  <a:lnTo>
                    <a:pt x="86" y="37"/>
                  </a:lnTo>
                  <a:cubicBezTo>
                    <a:pt x="66" y="37"/>
                    <a:pt x="66" y="21"/>
                    <a:pt x="49" y="21"/>
                  </a:cubicBezTo>
                  <a:cubicBezTo>
                    <a:pt x="33" y="21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2219247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0" y="0"/>
                  </a:moveTo>
                  <a:lnTo>
                    <a:pt x="16" y="17"/>
                  </a:lnTo>
                  <a:cubicBezTo>
                    <a:pt x="65" y="17"/>
                    <a:pt x="101" y="33"/>
                    <a:pt x="150" y="49"/>
                  </a:cubicBezTo>
                  <a:lnTo>
                    <a:pt x="202" y="49"/>
                  </a:lnTo>
                  <a:lnTo>
                    <a:pt x="150" y="33"/>
                  </a:lnTo>
                  <a:cubicBezTo>
                    <a:pt x="117" y="17"/>
                    <a:pt x="65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1762550" y="967819"/>
              <a:ext cx="45491" cy="20163"/>
            </a:xfrm>
            <a:custGeom>
              <a:avLst/>
              <a:gdLst/>
              <a:ahLst/>
              <a:cxnLst/>
              <a:rect l="l" t="t" r="r" b="b"/>
              <a:pathLst>
                <a:path w="458" h="203" extrusionOk="0">
                  <a:moveTo>
                    <a:pt x="457" y="0"/>
                  </a:moveTo>
                  <a:cubicBezTo>
                    <a:pt x="421" y="0"/>
                    <a:pt x="389" y="16"/>
                    <a:pt x="356" y="32"/>
                  </a:cubicBezTo>
                  <a:cubicBezTo>
                    <a:pt x="336" y="49"/>
                    <a:pt x="320" y="49"/>
                    <a:pt x="320" y="49"/>
                  </a:cubicBezTo>
                  <a:cubicBezTo>
                    <a:pt x="255" y="81"/>
                    <a:pt x="171" y="117"/>
                    <a:pt x="102" y="150"/>
                  </a:cubicBezTo>
                  <a:lnTo>
                    <a:pt x="1" y="182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102" y="166"/>
                  </a:lnTo>
                  <a:cubicBezTo>
                    <a:pt x="171" y="133"/>
                    <a:pt x="255" y="101"/>
                    <a:pt x="320" y="65"/>
                  </a:cubicBezTo>
                  <a:cubicBezTo>
                    <a:pt x="336" y="65"/>
                    <a:pt x="336" y="49"/>
                    <a:pt x="356" y="49"/>
                  </a:cubicBezTo>
                  <a:cubicBezTo>
                    <a:pt x="389" y="32"/>
                    <a:pt x="421" y="16"/>
                    <a:pt x="457" y="16"/>
                  </a:cubicBezTo>
                  <a:lnTo>
                    <a:pt x="4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2496463" y="491059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lnTo>
                    <a:pt x="37" y="17"/>
                  </a:lnTo>
                  <a:cubicBezTo>
                    <a:pt x="17" y="1"/>
                    <a:pt x="17" y="1"/>
                    <a:pt x="0" y="1"/>
                  </a:cubicBezTo>
                  <a:close/>
                  <a:moveTo>
                    <a:pt x="37" y="17"/>
                  </a:moveTo>
                  <a:cubicBezTo>
                    <a:pt x="53" y="33"/>
                    <a:pt x="53" y="33"/>
                    <a:pt x="69" y="33"/>
                  </a:cubicBezTo>
                  <a:cubicBezTo>
                    <a:pt x="53" y="17"/>
                    <a:pt x="53" y="17"/>
                    <a:pt x="37" y="17"/>
                  </a:cubicBezTo>
                  <a:close/>
                  <a:moveTo>
                    <a:pt x="69" y="33"/>
                  </a:moveTo>
                  <a:cubicBezTo>
                    <a:pt x="101" y="53"/>
                    <a:pt x="138" y="70"/>
                    <a:pt x="170" y="70"/>
                  </a:cubicBezTo>
                  <a:cubicBezTo>
                    <a:pt x="138" y="53"/>
                    <a:pt x="101" y="33"/>
                    <a:pt x="69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2463189" y="466228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16" y="17"/>
                  </a:lnTo>
                  <a:cubicBezTo>
                    <a:pt x="49" y="17"/>
                    <a:pt x="69" y="33"/>
                    <a:pt x="101" y="33"/>
                  </a:cubicBezTo>
                  <a:cubicBezTo>
                    <a:pt x="85" y="17"/>
                    <a:pt x="49" y="17"/>
                    <a:pt x="16" y="1"/>
                  </a:cubicBezTo>
                  <a:close/>
                  <a:moveTo>
                    <a:pt x="101" y="33"/>
                  </a:moveTo>
                  <a:lnTo>
                    <a:pt x="101" y="33"/>
                  </a:lnTo>
                  <a:cubicBezTo>
                    <a:pt x="150" y="65"/>
                    <a:pt x="202" y="81"/>
                    <a:pt x="251" y="101"/>
                  </a:cubicBezTo>
                  <a:cubicBezTo>
                    <a:pt x="303" y="118"/>
                    <a:pt x="352" y="134"/>
                    <a:pt x="404" y="166"/>
                  </a:cubicBezTo>
                  <a:cubicBezTo>
                    <a:pt x="453" y="182"/>
                    <a:pt x="489" y="202"/>
                    <a:pt x="537" y="219"/>
                  </a:cubicBezTo>
                  <a:cubicBezTo>
                    <a:pt x="606" y="235"/>
                    <a:pt x="675" y="267"/>
                    <a:pt x="739" y="283"/>
                  </a:cubicBezTo>
                  <a:cubicBezTo>
                    <a:pt x="675" y="251"/>
                    <a:pt x="606" y="219"/>
                    <a:pt x="537" y="202"/>
                  </a:cubicBezTo>
                  <a:cubicBezTo>
                    <a:pt x="505" y="182"/>
                    <a:pt x="453" y="166"/>
                    <a:pt x="404" y="150"/>
                  </a:cubicBezTo>
                  <a:cubicBezTo>
                    <a:pt x="352" y="134"/>
                    <a:pt x="303" y="118"/>
                    <a:pt x="251" y="81"/>
                  </a:cubicBezTo>
                  <a:cubicBezTo>
                    <a:pt x="202" y="65"/>
                    <a:pt x="150" y="49"/>
                    <a:pt x="10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9"/>
            <p:cNvSpPr/>
            <p:nvPr/>
          </p:nvSpPr>
          <p:spPr>
            <a:xfrm>
              <a:off x="1677528" y="499501"/>
              <a:ext cx="61879" cy="45094"/>
            </a:xfrm>
            <a:custGeom>
              <a:avLst/>
              <a:gdLst/>
              <a:ahLst/>
              <a:cxnLst/>
              <a:rect l="l" t="t" r="r" b="b"/>
              <a:pathLst>
                <a:path w="623" h="454" extrusionOk="0">
                  <a:moveTo>
                    <a:pt x="606" y="1"/>
                  </a:moveTo>
                  <a:cubicBezTo>
                    <a:pt x="586" y="1"/>
                    <a:pt x="554" y="17"/>
                    <a:pt x="538" y="33"/>
                  </a:cubicBezTo>
                  <a:lnTo>
                    <a:pt x="538" y="49"/>
                  </a:lnTo>
                  <a:lnTo>
                    <a:pt x="554" y="49"/>
                  </a:lnTo>
                  <a:cubicBezTo>
                    <a:pt x="570" y="33"/>
                    <a:pt x="586" y="17"/>
                    <a:pt x="606" y="17"/>
                  </a:cubicBezTo>
                  <a:lnTo>
                    <a:pt x="623" y="17"/>
                  </a:lnTo>
                  <a:lnTo>
                    <a:pt x="606" y="1"/>
                  </a:lnTo>
                  <a:close/>
                  <a:moveTo>
                    <a:pt x="538" y="49"/>
                  </a:moveTo>
                  <a:lnTo>
                    <a:pt x="538" y="49"/>
                  </a:lnTo>
                  <a:cubicBezTo>
                    <a:pt x="437" y="118"/>
                    <a:pt x="336" y="203"/>
                    <a:pt x="235" y="271"/>
                  </a:cubicBezTo>
                  <a:cubicBezTo>
                    <a:pt x="182" y="304"/>
                    <a:pt x="134" y="352"/>
                    <a:pt x="65" y="389"/>
                  </a:cubicBezTo>
                  <a:cubicBezTo>
                    <a:pt x="65" y="405"/>
                    <a:pt x="49" y="405"/>
                    <a:pt x="49" y="405"/>
                  </a:cubicBezTo>
                  <a:cubicBezTo>
                    <a:pt x="33" y="421"/>
                    <a:pt x="17" y="437"/>
                    <a:pt x="1" y="453"/>
                  </a:cubicBezTo>
                  <a:cubicBezTo>
                    <a:pt x="17" y="453"/>
                    <a:pt x="33" y="437"/>
                    <a:pt x="49" y="421"/>
                  </a:cubicBezTo>
                  <a:cubicBezTo>
                    <a:pt x="65" y="421"/>
                    <a:pt x="65" y="405"/>
                    <a:pt x="81" y="405"/>
                  </a:cubicBezTo>
                  <a:cubicBezTo>
                    <a:pt x="134" y="372"/>
                    <a:pt x="182" y="320"/>
                    <a:pt x="251" y="271"/>
                  </a:cubicBezTo>
                  <a:cubicBezTo>
                    <a:pt x="336" y="203"/>
                    <a:pt x="437" y="134"/>
                    <a:pt x="53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9"/>
            <p:cNvSpPr/>
            <p:nvPr/>
          </p:nvSpPr>
          <p:spPr>
            <a:xfrm>
              <a:off x="2514937" y="459374"/>
              <a:ext cx="21752" cy="10131"/>
            </a:xfrm>
            <a:custGeom>
              <a:avLst/>
              <a:gdLst/>
              <a:ahLst/>
              <a:cxnLst/>
              <a:rect l="l" t="t" r="r" b="b"/>
              <a:pathLst>
                <a:path w="219" h="102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33" y="33"/>
                    <a:pt x="53" y="33"/>
                  </a:cubicBezTo>
                  <a:cubicBezTo>
                    <a:pt x="85" y="49"/>
                    <a:pt x="134" y="70"/>
                    <a:pt x="170" y="86"/>
                  </a:cubicBezTo>
                  <a:lnTo>
                    <a:pt x="186" y="86"/>
                  </a:lnTo>
                  <a:lnTo>
                    <a:pt x="170" y="70"/>
                  </a:lnTo>
                  <a:cubicBezTo>
                    <a:pt x="134" y="49"/>
                    <a:pt x="85" y="33"/>
                    <a:pt x="53" y="17"/>
                  </a:cubicBezTo>
                  <a:cubicBezTo>
                    <a:pt x="33" y="17"/>
                    <a:pt x="16" y="17"/>
                    <a:pt x="0" y="1"/>
                  </a:cubicBezTo>
                  <a:close/>
                  <a:moveTo>
                    <a:pt x="186" y="86"/>
                  </a:moveTo>
                  <a:cubicBezTo>
                    <a:pt x="202" y="86"/>
                    <a:pt x="202" y="102"/>
                    <a:pt x="202" y="102"/>
                  </a:cubicBezTo>
                  <a:lnTo>
                    <a:pt x="218" y="102"/>
                  </a:lnTo>
                  <a:lnTo>
                    <a:pt x="218" y="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9"/>
            <p:cNvSpPr/>
            <p:nvPr/>
          </p:nvSpPr>
          <p:spPr>
            <a:xfrm>
              <a:off x="1730866" y="935638"/>
              <a:ext cx="4966" cy="37048"/>
            </a:xfrm>
            <a:custGeom>
              <a:avLst/>
              <a:gdLst/>
              <a:ahLst/>
              <a:cxnLst/>
              <a:rect l="l" t="t" r="r" b="b"/>
              <a:pathLst>
                <a:path w="50" h="373" extrusionOk="0">
                  <a:moveTo>
                    <a:pt x="49" y="1"/>
                  </a:moveTo>
                  <a:cubicBezTo>
                    <a:pt x="33" y="21"/>
                    <a:pt x="33" y="37"/>
                    <a:pt x="33" y="52"/>
                  </a:cubicBezTo>
                  <a:lnTo>
                    <a:pt x="33" y="52"/>
                  </a:lnTo>
                  <a:cubicBezTo>
                    <a:pt x="33" y="37"/>
                    <a:pt x="33" y="21"/>
                    <a:pt x="49" y="21"/>
                  </a:cubicBezTo>
                  <a:lnTo>
                    <a:pt x="49" y="1"/>
                  </a:lnTo>
                  <a:close/>
                  <a:moveTo>
                    <a:pt x="33" y="102"/>
                  </a:moveTo>
                  <a:cubicBezTo>
                    <a:pt x="33" y="154"/>
                    <a:pt x="33" y="187"/>
                    <a:pt x="17" y="223"/>
                  </a:cubicBezTo>
                  <a:lnTo>
                    <a:pt x="17" y="272"/>
                  </a:lnTo>
                  <a:lnTo>
                    <a:pt x="17" y="324"/>
                  </a:lnTo>
                  <a:cubicBezTo>
                    <a:pt x="1" y="340"/>
                    <a:pt x="17" y="340"/>
                    <a:pt x="17" y="356"/>
                  </a:cubicBezTo>
                  <a:lnTo>
                    <a:pt x="17" y="373"/>
                  </a:lnTo>
                  <a:lnTo>
                    <a:pt x="33" y="356"/>
                  </a:lnTo>
                  <a:lnTo>
                    <a:pt x="17" y="340"/>
                  </a:lnTo>
                  <a:cubicBezTo>
                    <a:pt x="33" y="304"/>
                    <a:pt x="33" y="288"/>
                    <a:pt x="33" y="272"/>
                  </a:cubicBezTo>
                  <a:lnTo>
                    <a:pt x="33" y="223"/>
                  </a:lnTo>
                  <a:lnTo>
                    <a:pt x="33" y="1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9"/>
            <p:cNvSpPr/>
            <p:nvPr/>
          </p:nvSpPr>
          <p:spPr>
            <a:xfrm>
              <a:off x="2536590" y="701727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69" y="33"/>
                    <a:pt x="85" y="33"/>
                  </a:cubicBezTo>
                  <a:cubicBezTo>
                    <a:pt x="69" y="17"/>
                    <a:pt x="37" y="17"/>
                    <a:pt x="0" y="1"/>
                  </a:cubicBezTo>
                  <a:close/>
                  <a:moveTo>
                    <a:pt x="85" y="33"/>
                  </a:moveTo>
                  <a:cubicBezTo>
                    <a:pt x="118" y="53"/>
                    <a:pt x="138" y="53"/>
                    <a:pt x="170" y="69"/>
                  </a:cubicBezTo>
                  <a:lnTo>
                    <a:pt x="170" y="53"/>
                  </a:lnTo>
                  <a:cubicBezTo>
                    <a:pt x="138" y="53"/>
                    <a:pt x="118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9"/>
            <p:cNvSpPr/>
            <p:nvPr/>
          </p:nvSpPr>
          <p:spPr>
            <a:xfrm>
              <a:off x="1739308" y="902364"/>
              <a:ext cx="70322" cy="33373"/>
            </a:xfrm>
            <a:custGeom>
              <a:avLst/>
              <a:gdLst/>
              <a:ahLst/>
              <a:cxnLst/>
              <a:rect l="l" t="t" r="r" b="b"/>
              <a:pathLst>
                <a:path w="708" h="336" extrusionOk="0">
                  <a:moveTo>
                    <a:pt x="708" y="1"/>
                  </a:moveTo>
                  <a:cubicBezTo>
                    <a:pt x="671" y="1"/>
                    <a:pt x="639" y="17"/>
                    <a:pt x="607" y="33"/>
                  </a:cubicBezTo>
                  <a:lnTo>
                    <a:pt x="590" y="53"/>
                  </a:lnTo>
                  <a:lnTo>
                    <a:pt x="623" y="53"/>
                  </a:lnTo>
                  <a:cubicBezTo>
                    <a:pt x="639" y="33"/>
                    <a:pt x="671" y="17"/>
                    <a:pt x="708" y="17"/>
                  </a:cubicBezTo>
                  <a:lnTo>
                    <a:pt x="708" y="1"/>
                  </a:lnTo>
                  <a:close/>
                  <a:moveTo>
                    <a:pt x="590" y="53"/>
                  </a:moveTo>
                  <a:lnTo>
                    <a:pt x="590" y="53"/>
                  </a:lnTo>
                  <a:cubicBezTo>
                    <a:pt x="522" y="85"/>
                    <a:pt x="437" y="118"/>
                    <a:pt x="368" y="154"/>
                  </a:cubicBezTo>
                  <a:cubicBezTo>
                    <a:pt x="320" y="170"/>
                    <a:pt x="267" y="203"/>
                    <a:pt x="235" y="219"/>
                  </a:cubicBezTo>
                  <a:cubicBezTo>
                    <a:pt x="203" y="235"/>
                    <a:pt x="166" y="255"/>
                    <a:pt x="134" y="271"/>
                  </a:cubicBezTo>
                  <a:cubicBezTo>
                    <a:pt x="102" y="287"/>
                    <a:pt x="49" y="304"/>
                    <a:pt x="1" y="336"/>
                  </a:cubicBezTo>
                  <a:cubicBezTo>
                    <a:pt x="49" y="320"/>
                    <a:pt x="102" y="304"/>
                    <a:pt x="150" y="271"/>
                  </a:cubicBezTo>
                  <a:cubicBezTo>
                    <a:pt x="166" y="271"/>
                    <a:pt x="203" y="255"/>
                    <a:pt x="235" y="235"/>
                  </a:cubicBezTo>
                  <a:cubicBezTo>
                    <a:pt x="287" y="203"/>
                    <a:pt x="320" y="186"/>
                    <a:pt x="368" y="170"/>
                  </a:cubicBezTo>
                  <a:cubicBezTo>
                    <a:pt x="437" y="134"/>
                    <a:pt x="522" y="85"/>
                    <a:pt x="59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9"/>
            <p:cNvSpPr/>
            <p:nvPr/>
          </p:nvSpPr>
          <p:spPr>
            <a:xfrm>
              <a:off x="1677528" y="747119"/>
              <a:ext cx="56715" cy="34962"/>
            </a:xfrm>
            <a:custGeom>
              <a:avLst/>
              <a:gdLst/>
              <a:ahLst/>
              <a:cxnLst/>
              <a:rect l="l" t="t" r="r" b="b"/>
              <a:pathLst>
                <a:path w="571" h="352" extrusionOk="0">
                  <a:moveTo>
                    <a:pt x="570" y="0"/>
                  </a:moveTo>
                  <a:cubicBezTo>
                    <a:pt x="538" y="0"/>
                    <a:pt x="505" y="16"/>
                    <a:pt x="485" y="33"/>
                  </a:cubicBezTo>
                  <a:cubicBezTo>
                    <a:pt x="421" y="65"/>
                    <a:pt x="368" y="117"/>
                    <a:pt x="320" y="150"/>
                  </a:cubicBezTo>
                  <a:cubicBezTo>
                    <a:pt x="368" y="117"/>
                    <a:pt x="437" y="81"/>
                    <a:pt x="485" y="49"/>
                  </a:cubicBezTo>
                  <a:lnTo>
                    <a:pt x="505" y="49"/>
                  </a:lnTo>
                  <a:cubicBezTo>
                    <a:pt x="522" y="33"/>
                    <a:pt x="538" y="16"/>
                    <a:pt x="570" y="16"/>
                  </a:cubicBezTo>
                  <a:lnTo>
                    <a:pt x="570" y="0"/>
                  </a:lnTo>
                  <a:close/>
                  <a:moveTo>
                    <a:pt x="320" y="150"/>
                  </a:moveTo>
                  <a:cubicBezTo>
                    <a:pt x="251" y="182"/>
                    <a:pt x="166" y="235"/>
                    <a:pt x="102" y="283"/>
                  </a:cubicBezTo>
                  <a:cubicBezTo>
                    <a:pt x="81" y="283"/>
                    <a:pt x="65" y="303"/>
                    <a:pt x="33" y="319"/>
                  </a:cubicBezTo>
                  <a:cubicBezTo>
                    <a:pt x="33" y="319"/>
                    <a:pt x="17" y="336"/>
                    <a:pt x="1" y="336"/>
                  </a:cubicBezTo>
                  <a:lnTo>
                    <a:pt x="1" y="352"/>
                  </a:lnTo>
                  <a:lnTo>
                    <a:pt x="17" y="352"/>
                  </a:lnTo>
                  <a:cubicBezTo>
                    <a:pt x="17" y="336"/>
                    <a:pt x="33" y="336"/>
                    <a:pt x="49" y="336"/>
                  </a:cubicBezTo>
                  <a:cubicBezTo>
                    <a:pt x="65" y="319"/>
                    <a:pt x="81" y="303"/>
                    <a:pt x="118" y="283"/>
                  </a:cubicBezTo>
                  <a:cubicBezTo>
                    <a:pt x="182" y="235"/>
                    <a:pt x="251" y="202"/>
                    <a:pt x="320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9"/>
            <p:cNvSpPr/>
            <p:nvPr/>
          </p:nvSpPr>
          <p:spPr>
            <a:xfrm>
              <a:off x="2488020" y="674909"/>
              <a:ext cx="45491" cy="13707"/>
            </a:xfrm>
            <a:custGeom>
              <a:avLst/>
              <a:gdLst/>
              <a:ahLst/>
              <a:cxnLst/>
              <a:rect l="l" t="t" r="r" b="b"/>
              <a:pathLst>
                <a:path w="458" h="138" extrusionOk="0">
                  <a:moveTo>
                    <a:pt x="1" y="0"/>
                  </a:moveTo>
                  <a:lnTo>
                    <a:pt x="21" y="20"/>
                  </a:lnTo>
                  <a:cubicBezTo>
                    <a:pt x="37" y="20"/>
                    <a:pt x="69" y="20"/>
                    <a:pt x="85" y="36"/>
                  </a:cubicBezTo>
                  <a:cubicBezTo>
                    <a:pt x="102" y="36"/>
                    <a:pt x="122" y="36"/>
                    <a:pt x="138" y="53"/>
                  </a:cubicBezTo>
                  <a:cubicBezTo>
                    <a:pt x="154" y="53"/>
                    <a:pt x="186" y="69"/>
                    <a:pt x="223" y="69"/>
                  </a:cubicBezTo>
                  <a:cubicBezTo>
                    <a:pt x="255" y="85"/>
                    <a:pt x="287" y="85"/>
                    <a:pt x="324" y="101"/>
                  </a:cubicBezTo>
                  <a:cubicBezTo>
                    <a:pt x="340" y="101"/>
                    <a:pt x="356" y="121"/>
                    <a:pt x="372" y="121"/>
                  </a:cubicBezTo>
                  <a:cubicBezTo>
                    <a:pt x="388" y="121"/>
                    <a:pt x="405" y="121"/>
                    <a:pt x="425" y="137"/>
                  </a:cubicBezTo>
                  <a:lnTo>
                    <a:pt x="457" y="137"/>
                  </a:lnTo>
                  <a:lnTo>
                    <a:pt x="457" y="121"/>
                  </a:lnTo>
                  <a:lnTo>
                    <a:pt x="425" y="121"/>
                  </a:lnTo>
                  <a:cubicBezTo>
                    <a:pt x="405" y="121"/>
                    <a:pt x="388" y="101"/>
                    <a:pt x="372" y="101"/>
                  </a:cubicBezTo>
                  <a:cubicBezTo>
                    <a:pt x="356" y="101"/>
                    <a:pt x="340" y="85"/>
                    <a:pt x="324" y="85"/>
                  </a:cubicBezTo>
                  <a:cubicBezTo>
                    <a:pt x="287" y="85"/>
                    <a:pt x="255" y="69"/>
                    <a:pt x="223" y="53"/>
                  </a:cubicBezTo>
                  <a:cubicBezTo>
                    <a:pt x="186" y="53"/>
                    <a:pt x="170" y="36"/>
                    <a:pt x="138" y="36"/>
                  </a:cubicBezTo>
                  <a:cubicBezTo>
                    <a:pt x="122" y="36"/>
                    <a:pt x="102" y="20"/>
                    <a:pt x="102" y="20"/>
                  </a:cubicBezTo>
                  <a:cubicBezTo>
                    <a:pt x="69" y="20"/>
                    <a:pt x="53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9"/>
            <p:cNvSpPr/>
            <p:nvPr/>
          </p:nvSpPr>
          <p:spPr>
            <a:xfrm>
              <a:off x="2486431" y="531186"/>
              <a:ext cx="15296" cy="6953"/>
            </a:xfrm>
            <a:custGeom>
              <a:avLst/>
              <a:gdLst/>
              <a:ahLst/>
              <a:cxnLst/>
              <a:rect l="l" t="t" r="r" b="b"/>
              <a:pathLst>
                <a:path w="154" h="70" extrusionOk="0">
                  <a:moveTo>
                    <a:pt x="0" y="1"/>
                  </a:moveTo>
                  <a:lnTo>
                    <a:pt x="0" y="17"/>
                  </a:lnTo>
                  <a:cubicBezTo>
                    <a:pt x="37" y="17"/>
                    <a:pt x="53" y="33"/>
                    <a:pt x="69" y="33"/>
                  </a:cubicBezTo>
                  <a:cubicBezTo>
                    <a:pt x="101" y="53"/>
                    <a:pt x="118" y="53"/>
                    <a:pt x="138" y="70"/>
                  </a:cubicBezTo>
                  <a:lnTo>
                    <a:pt x="154" y="53"/>
                  </a:lnTo>
                  <a:lnTo>
                    <a:pt x="138" y="53"/>
                  </a:lnTo>
                  <a:cubicBezTo>
                    <a:pt x="118" y="53"/>
                    <a:pt x="101" y="33"/>
                    <a:pt x="85" y="33"/>
                  </a:cubicBezTo>
                  <a:cubicBezTo>
                    <a:pt x="53" y="17"/>
                    <a:pt x="37" y="17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9"/>
            <p:cNvSpPr/>
            <p:nvPr/>
          </p:nvSpPr>
          <p:spPr>
            <a:xfrm>
              <a:off x="2272584" y="406037"/>
              <a:ext cx="21752" cy="8145"/>
            </a:xfrm>
            <a:custGeom>
              <a:avLst/>
              <a:gdLst/>
              <a:ahLst/>
              <a:cxnLst/>
              <a:rect l="l" t="t" r="r" b="b"/>
              <a:pathLst>
                <a:path w="219" h="82" extrusionOk="0">
                  <a:moveTo>
                    <a:pt x="0" y="1"/>
                  </a:moveTo>
                  <a:lnTo>
                    <a:pt x="0" y="17"/>
                  </a:lnTo>
                  <a:lnTo>
                    <a:pt x="202" y="81"/>
                  </a:lnTo>
                  <a:lnTo>
                    <a:pt x="218" y="81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9"/>
            <p:cNvSpPr/>
            <p:nvPr/>
          </p:nvSpPr>
          <p:spPr>
            <a:xfrm>
              <a:off x="2285794" y="795291"/>
              <a:ext cx="110449" cy="38538"/>
            </a:xfrm>
            <a:custGeom>
              <a:avLst/>
              <a:gdLst/>
              <a:ahLst/>
              <a:cxnLst/>
              <a:rect l="l" t="t" r="r" b="b"/>
              <a:pathLst>
                <a:path w="1112" h="388" extrusionOk="0">
                  <a:moveTo>
                    <a:pt x="17" y="0"/>
                  </a:moveTo>
                  <a:cubicBezTo>
                    <a:pt x="1" y="20"/>
                    <a:pt x="1" y="36"/>
                    <a:pt x="1" y="36"/>
                  </a:cubicBezTo>
                  <a:cubicBezTo>
                    <a:pt x="1" y="53"/>
                    <a:pt x="17" y="69"/>
                    <a:pt x="37" y="85"/>
                  </a:cubicBezTo>
                  <a:cubicBezTo>
                    <a:pt x="53" y="101"/>
                    <a:pt x="85" y="101"/>
                    <a:pt x="102" y="101"/>
                  </a:cubicBezTo>
                  <a:cubicBezTo>
                    <a:pt x="102" y="101"/>
                    <a:pt x="118" y="101"/>
                    <a:pt x="138" y="121"/>
                  </a:cubicBezTo>
                  <a:cubicBezTo>
                    <a:pt x="186" y="137"/>
                    <a:pt x="255" y="154"/>
                    <a:pt x="304" y="170"/>
                  </a:cubicBezTo>
                  <a:cubicBezTo>
                    <a:pt x="356" y="186"/>
                    <a:pt x="405" y="186"/>
                    <a:pt x="457" y="202"/>
                  </a:cubicBezTo>
                  <a:cubicBezTo>
                    <a:pt x="675" y="271"/>
                    <a:pt x="877" y="339"/>
                    <a:pt x="1063" y="388"/>
                  </a:cubicBezTo>
                  <a:cubicBezTo>
                    <a:pt x="877" y="323"/>
                    <a:pt x="675" y="271"/>
                    <a:pt x="473" y="202"/>
                  </a:cubicBezTo>
                  <a:cubicBezTo>
                    <a:pt x="421" y="186"/>
                    <a:pt x="356" y="170"/>
                    <a:pt x="304" y="154"/>
                  </a:cubicBezTo>
                  <a:cubicBezTo>
                    <a:pt x="255" y="137"/>
                    <a:pt x="186" y="121"/>
                    <a:pt x="138" y="101"/>
                  </a:cubicBezTo>
                  <a:cubicBezTo>
                    <a:pt x="118" y="101"/>
                    <a:pt x="118" y="101"/>
                    <a:pt x="102" y="85"/>
                  </a:cubicBezTo>
                  <a:cubicBezTo>
                    <a:pt x="85" y="85"/>
                    <a:pt x="69" y="85"/>
                    <a:pt x="37" y="69"/>
                  </a:cubicBezTo>
                  <a:cubicBezTo>
                    <a:pt x="17" y="53"/>
                    <a:pt x="17" y="53"/>
                    <a:pt x="17" y="36"/>
                  </a:cubicBezTo>
                  <a:cubicBezTo>
                    <a:pt x="17" y="36"/>
                    <a:pt x="17" y="20"/>
                    <a:pt x="37" y="20"/>
                  </a:cubicBezTo>
                  <a:lnTo>
                    <a:pt x="37" y="0"/>
                  </a:lnTo>
                  <a:close/>
                  <a:moveTo>
                    <a:pt x="1063" y="238"/>
                  </a:moveTo>
                  <a:lnTo>
                    <a:pt x="1063" y="255"/>
                  </a:lnTo>
                  <a:cubicBezTo>
                    <a:pt x="1079" y="255"/>
                    <a:pt x="1079" y="271"/>
                    <a:pt x="1079" y="287"/>
                  </a:cubicBezTo>
                  <a:lnTo>
                    <a:pt x="1079" y="303"/>
                  </a:lnTo>
                  <a:lnTo>
                    <a:pt x="1079" y="339"/>
                  </a:lnTo>
                  <a:cubicBezTo>
                    <a:pt x="1095" y="356"/>
                    <a:pt x="1095" y="372"/>
                    <a:pt x="1079" y="388"/>
                  </a:cubicBezTo>
                  <a:cubicBezTo>
                    <a:pt x="1095" y="372"/>
                    <a:pt x="1112" y="356"/>
                    <a:pt x="1095" y="323"/>
                  </a:cubicBezTo>
                  <a:lnTo>
                    <a:pt x="1095" y="303"/>
                  </a:lnTo>
                  <a:lnTo>
                    <a:pt x="1095" y="287"/>
                  </a:lnTo>
                  <a:cubicBezTo>
                    <a:pt x="1095" y="271"/>
                    <a:pt x="1095" y="255"/>
                    <a:pt x="1079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9"/>
            <p:cNvSpPr/>
            <p:nvPr/>
          </p:nvSpPr>
          <p:spPr>
            <a:xfrm>
              <a:off x="2474810" y="464241"/>
              <a:ext cx="16885" cy="6853"/>
            </a:xfrm>
            <a:custGeom>
              <a:avLst/>
              <a:gdLst/>
              <a:ahLst/>
              <a:cxnLst/>
              <a:rect l="l" t="t" r="r" b="b"/>
              <a:pathLst>
                <a:path w="170" h="69" extrusionOk="0">
                  <a:moveTo>
                    <a:pt x="0" y="0"/>
                  </a:moveTo>
                  <a:cubicBezTo>
                    <a:pt x="33" y="21"/>
                    <a:pt x="53" y="37"/>
                    <a:pt x="85" y="37"/>
                  </a:cubicBezTo>
                  <a:cubicBezTo>
                    <a:pt x="69" y="21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34" y="53"/>
                    <a:pt x="154" y="69"/>
                  </a:cubicBezTo>
                  <a:lnTo>
                    <a:pt x="170" y="69"/>
                  </a:lnTo>
                  <a:lnTo>
                    <a:pt x="170" y="53"/>
                  </a:lnTo>
                  <a:cubicBezTo>
                    <a:pt x="134" y="53"/>
                    <a:pt x="117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9"/>
            <p:cNvSpPr/>
            <p:nvPr/>
          </p:nvSpPr>
          <p:spPr>
            <a:xfrm>
              <a:off x="1670675" y="694973"/>
              <a:ext cx="63568" cy="40227"/>
            </a:xfrm>
            <a:custGeom>
              <a:avLst/>
              <a:gdLst/>
              <a:ahLst/>
              <a:cxnLst/>
              <a:rect l="l" t="t" r="r" b="b"/>
              <a:pathLst>
                <a:path w="640" h="405" extrusionOk="0">
                  <a:moveTo>
                    <a:pt x="639" y="0"/>
                  </a:moveTo>
                  <a:cubicBezTo>
                    <a:pt x="607" y="0"/>
                    <a:pt x="591" y="20"/>
                    <a:pt x="574" y="36"/>
                  </a:cubicBezTo>
                  <a:cubicBezTo>
                    <a:pt x="591" y="20"/>
                    <a:pt x="623" y="20"/>
                    <a:pt x="639" y="20"/>
                  </a:cubicBezTo>
                  <a:lnTo>
                    <a:pt x="639" y="0"/>
                  </a:lnTo>
                  <a:close/>
                  <a:moveTo>
                    <a:pt x="554" y="36"/>
                  </a:moveTo>
                  <a:cubicBezTo>
                    <a:pt x="453" y="101"/>
                    <a:pt x="372" y="154"/>
                    <a:pt x="271" y="222"/>
                  </a:cubicBezTo>
                  <a:cubicBezTo>
                    <a:pt x="219" y="255"/>
                    <a:pt x="150" y="303"/>
                    <a:pt x="102" y="339"/>
                  </a:cubicBezTo>
                  <a:cubicBezTo>
                    <a:pt x="171" y="303"/>
                    <a:pt x="219" y="271"/>
                    <a:pt x="288" y="238"/>
                  </a:cubicBezTo>
                  <a:cubicBezTo>
                    <a:pt x="372" y="170"/>
                    <a:pt x="473" y="101"/>
                    <a:pt x="554" y="53"/>
                  </a:cubicBezTo>
                  <a:lnTo>
                    <a:pt x="574" y="36"/>
                  </a:lnTo>
                  <a:close/>
                  <a:moveTo>
                    <a:pt x="102" y="339"/>
                  </a:moveTo>
                  <a:cubicBezTo>
                    <a:pt x="86" y="339"/>
                    <a:pt x="86" y="339"/>
                    <a:pt x="70" y="356"/>
                  </a:cubicBezTo>
                  <a:cubicBezTo>
                    <a:pt x="49" y="372"/>
                    <a:pt x="17" y="388"/>
                    <a:pt x="1" y="404"/>
                  </a:cubicBezTo>
                  <a:cubicBezTo>
                    <a:pt x="33" y="388"/>
                    <a:pt x="49" y="372"/>
                    <a:pt x="86" y="356"/>
                  </a:cubicBezTo>
                  <a:cubicBezTo>
                    <a:pt x="86" y="356"/>
                    <a:pt x="102" y="356"/>
                    <a:pt x="102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9"/>
            <p:cNvSpPr/>
            <p:nvPr/>
          </p:nvSpPr>
          <p:spPr>
            <a:xfrm>
              <a:off x="2247256" y="900774"/>
              <a:ext cx="20163" cy="4867"/>
            </a:xfrm>
            <a:custGeom>
              <a:avLst/>
              <a:gdLst/>
              <a:ahLst/>
              <a:cxnLst/>
              <a:rect l="l" t="t" r="r" b="b"/>
              <a:pathLst>
                <a:path w="203" h="49" extrusionOk="0">
                  <a:moveTo>
                    <a:pt x="1" y="0"/>
                  </a:moveTo>
                  <a:cubicBezTo>
                    <a:pt x="53" y="17"/>
                    <a:pt x="102" y="33"/>
                    <a:pt x="138" y="33"/>
                  </a:cubicBezTo>
                  <a:cubicBezTo>
                    <a:pt x="102" y="17"/>
                    <a:pt x="53" y="0"/>
                    <a:pt x="1" y="0"/>
                  </a:cubicBezTo>
                  <a:close/>
                  <a:moveTo>
                    <a:pt x="138" y="33"/>
                  </a:moveTo>
                  <a:cubicBezTo>
                    <a:pt x="154" y="49"/>
                    <a:pt x="187" y="49"/>
                    <a:pt x="203" y="49"/>
                  </a:cubicBezTo>
                  <a:cubicBezTo>
                    <a:pt x="187" y="33"/>
                    <a:pt x="171" y="33"/>
                    <a:pt x="1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9"/>
            <p:cNvSpPr/>
            <p:nvPr/>
          </p:nvSpPr>
          <p:spPr>
            <a:xfrm>
              <a:off x="2357606" y="593066"/>
              <a:ext cx="16985" cy="5264"/>
            </a:xfrm>
            <a:custGeom>
              <a:avLst/>
              <a:gdLst/>
              <a:ahLst/>
              <a:cxnLst/>
              <a:rect l="l" t="t" r="r" b="b"/>
              <a:pathLst>
                <a:path w="171" h="53" extrusionOk="0">
                  <a:moveTo>
                    <a:pt x="1" y="0"/>
                  </a:moveTo>
                  <a:lnTo>
                    <a:pt x="21" y="16"/>
                  </a:lnTo>
                  <a:lnTo>
                    <a:pt x="53" y="16"/>
                  </a:lnTo>
                  <a:cubicBezTo>
                    <a:pt x="53" y="16"/>
                    <a:pt x="37" y="0"/>
                    <a:pt x="21" y="0"/>
                  </a:cubicBezTo>
                  <a:close/>
                  <a:moveTo>
                    <a:pt x="53" y="16"/>
                  </a:moveTo>
                  <a:cubicBezTo>
                    <a:pt x="69" y="36"/>
                    <a:pt x="86" y="36"/>
                    <a:pt x="102" y="36"/>
                  </a:cubicBezTo>
                  <a:cubicBezTo>
                    <a:pt x="122" y="53"/>
                    <a:pt x="138" y="53"/>
                    <a:pt x="154" y="53"/>
                  </a:cubicBezTo>
                  <a:lnTo>
                    <a:pt x="170" y="53"/>
                  </a:lnTo>
                  <a:lnTo>
                    <a:pt x="170" y="36"/>
                  </a:lnTo>
                  <a:cubicBezTo>
                    <a:pt x="161" y="41"/>
                    <a:pt x="153" y="43"/>
                    <a:pt x="146" y="43"/>
                  </a:cubicBezTo>
                  <a:cubicBezTo>
                    <a:pt x="129" y="43"/>
                    <a:pt x="116" y="31"/>
                    <a:pt x="102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9"/>
            <p:cNvSpPr/>
            <p:nvPr/>
          </p:nvSpPr>
          <p:spPr>
            <a:xfrm>
              <a:off x="2284205" y="755164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lnTo>
                    <a:pt x="0" y="20"/>
                  </a:lnTo>
                  <a:lnTo>
                    <a:pt x="0" y="137"/>
                  </a:lnTo>
                  <a:lnTo>
                    <a:pt x="0" y="170"/>
                  </a:lnTo>
                  <a:cubicBezTo>
                    <a:pt x="0" y="186"/>
                    <a:pt x="0" y="186"/>
                    <a:pt x="17" y="202"/>
                  </a:cubicBezTo>
                  <a:lnTo>
                    <a:pt x="17" y="170"/>
                  </a:lnTo>
                  <a:lnTo>
                    <a:pt x="17" y="137"/>
                  </a:lnTo>
                  <a:cubicBezTo>
                    <a:pt x="17" y="101"/>
                    <a:pt x="0" y="53"/>
                    <a:pt x="17" y="20"/>
                  </a:cubicBezTo>
                  <a:lnTo>
                    <a:pt x="0" y="0"/>
                  </a:lnTo>
                  <a:close/>
                  <a:moveTo>
                    <a:pt x="17" y="202"/>
                  </a:moveTo>
                  <a:cubicBezTo>
                    <a:pt x="17" y="222"/>
                    <a:pt x="17" y="222"/>
                    <a:pt x="33" y="222"/>
                  </a:cubicBezTo>
                  <a:lnTo>
                    <a:pt x="33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9"/>
            <p:cNvSpPr/>
            <p:nvPr/>
          </p:nvSpPr>
          <p:spPr>
            <a:xfrm>
              <a:off x="1677528" y="506355"/>
              <a:ext cx="61879" cy="44994"/>
            </a:xfrm>
            <a:custGeom>
              <a:avLst/>
              <a:gdLst/>
              <a:ahLst/>
              <a:cxnLst/>
              <a:rect l="l" t="t" r="r" b="b"/>
              <a:pathLst>
                <a:path w="623" h="453" extrusionOk="0">
                  <a:moveTo>
                    <a:pt x="606" y="0"/>
                  </a:moveTo>
                  <a:cubicBezTo>
                    <a:pt x="570" y="17"/>
                    <a:pt x="538" y="33"/>
                    <a:pt x="505" y="65"/>
                  </a:cubicBezTo>
                  <a:cubicBezTo>
                    <a:pt x="505" y="65"/>
                    <a:pt x="485" y="65"/>
                    <a:pt x="485" y="81"/>
                  </a:cubicBezTo>
                  <a:cubicBezTo>
                    <a:pt x="368" y="166"/>
                    <a:pt x="235" y="251"/>
                    <a:pt x="134" y="352"/>
                  </a:cubicBezTo>
                  <a:cubicBezTo>
                    <a:pt x="251" y="267"/>
                    <a:pt x="368" y="182"/>
                    <a:pt x="485" y="101"/>
                  </a:cubicBezTo>
                  <a:cubicBezTo>
                    <a:pt x="505" y="81"/>
                    <a:pt x="505" y="81"/>
                    <a:pt x="522" y="65"/>
                  </a:cubicBezTo>
                  <a:cubicBezTo>
                    <a:pt x="538" y="49"/>
                    <a:pt x="570" y="17"/>
                    <a:pt x="606" y="17"/>
                  </a:cubicBezTo>
                  <a:lnTo>
                    <a:pt x="623" y="0"/>
                  </a:lnTo>
                  <a:close/>
                  <a:moveTo>
                    <a:pt x="134" y="352"/>
                  </a:moveTo>
                  <a:cubicBezTo>
                    <a:pt x="81" y="384"/>
                    <a:pt x="49" y="404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49" y="421"/>
                    <a:pt x="102" y="384"/>
                    <a:pt x="134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1679117" y="419247"/>
              <a:ext cx="56715" cy="45094"/>
            </a:xfrm>
            <a:custGeom>
              <a:avLst/>
              <a:gdLst/>
              <a:ahLst/>
              <a:cxnLst/>
              <a:rect l="l" t="t" r="r" b="b"/>
              <a:pathLst>
                <a:path w="571" h="454" extrusionOk="0">
                  <a:moveTo>
                    <a:pt x="554" y="1"/>
                  </a:moveTo>
                  <a:cubicBezTo>
                    <a:pt x="453" y="86"/>
                    <a:pt x="352" y="171"/>
                    <a:pt x="235" y="251"/>
                  </a:cubicBezTo>
                  <a:lnTo>
                    <a:pt x="186" y="288"/>
                  </a:lnTo>
                  <a:cubicBezTo>
                    <a:pt x="118" y="336"/>
                    <a:pt x="65" y="389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65" y="405"/>
                    <a:pt x="134" y="352"/>
                    <a:pt x="203" y="304"/>
                  </a:cubicBezTo>
                  <a:lnTo>
                    <a:pt x="251" y="251"/>
                  </a:lnTo>
                  <a:cubicBezTo>
                    <a:pt x="352" y="187"/>
                    <a:pt x="469" y="86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2467956" y="492747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6"/>
                  </a:lnTo>
                  <a:lnTo>
                    <a:pt x="53" y="36"/>
                  </a:lnTo>
                  <a:lnTo>
                    <a:pt x="1" y="0"/>
                  </a:lnTo>
                  <a:close/>
                  <a:moveTo>
                    <a:pt x="53" y="36"/>
                  </a:moveTo>
                  <a:cubicBezTo>
                    <a:pt x="85" y="53"/>
                    <a:pt x="122" y="69"/>
                    <a:pt x="138" y="69"/>
                  </a:cubicBezTo>
                  <a:cubicBezTo>
                    <a:pt x="154" y="85"/>
                    <a:pt x="186" y="85"/>
                    <a:pt x="203" y="85"/>
                  </a:cubicBezTo>
                  <a:cubicBezTo>
                    <a:pt x="186" y="69"/>
                    <a:pt x="170" y="69"/>
                    <a:pt x="154" y="69"/>
                  </a:cubicBezTo>
                  <a:cubicBezTo>
                    <a:pt x="122" y="53"/>
                    <a:pt x="85" y="36"/>
                    <a:pt x="53" y="36"/>
                  </a:cubicBezTo>
                  <a:close/>
                  <a:moveTo>
                    <a:pt x="203" y="85"/>
                  </a:moveTo>
                  <a:cubicBezTo>
                    <a:pt x="239" y="101"/>
                    <a:pt x="271" y="117"/>
                    <a:pt x="324" y="137"/>
                  </a:cubicBezTo>
                  <a:cubicBezTo>
                    <a:pt x="287" y="117"/>
                    <a:pt x="239" y="101"/>
                    <a:pt x="203" y="85"/>
                  </a:cubicBezTo>
                  <a:close/>
                  <a:moveTo>
                    <a:pt x="324" y="137"/>
                  </a:moveTo>
                  <a:cubicBezTo>
                    <a:pt x="356" y="154"/>
                    <a:pt x="405" y="170"/>
                    <a:pt x="457" y="186"/>
                  </a:cubicBezTo>
                  <a:cubicBezTo>
                    <a:pt x="405" y="170"/>
                    <a:pt x="372" y="154"/>
                    <a:pt x="324" y="137"/>
                  </a:cubicBezTo>
                  <a:close/>
                  <a:moveTo>
                    <a:pt x="457" y="186"/>
                  </a:moveTo>
                  <a:lnTo>
                    <a:pt x="457" y="186"/>
                  </a:lnTo>
                  <a:cubicBezTo>
                    <a:pt x="489" y="202"/>
                    <a:pt x="542" y="218"/>
                    <a:pt x="590" y="255"/>
                  </a:cubicBezTo>
                  <a:cubicBezTo>
                    <a:pt x="643" y="271"/>
                    <a:pt x="691" y="287"/>
                    <a:pt x="744" y="303"/>
                  </a:cubicBezTo>
                  <a:cubicBezTo>
                    <a:pt x="760" y="303"/>
                    <a:pt x="776" y="319"/>
                    <a:pt x="809" y="319"/>
                  </a:cubicBezTo>
                  <a:cubicBezTo>
                    <a:pt x="792" y="303"/>
                    <a:pt x="760" y="303"/>
                    <a:pt x="744" y="287"/>
                  </a:cubicBezTo>
                  <a:cubicBezTo>
                    <a:pt x="691" y="271"/>
                    <a:pt x="643" y="255"/>
                    <a:pt x="590" y="238"/>
                  </a:cubicBezTo>
                  <a:cubicBezTo>
                    <a:pt x="542" y="218"/>
                    <a:pt x="506" y="202"/>
                    <a:pt x="45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9"/>
            <p:cNvSpPr/>
            <p:nvPr/>
          </p:nvSpPr>
          <p:spPr>
            <a:xfrm>
              <a:off x="2222425" y="967819"/>
              <a:ext cx="43405" cy="13310"/>
            </a:xfrm>
            <a:custGeom>
              <a:avLst/>
              <a:gdLst/>
              <a:ahLst/>
              <a:cxnLst/>
              <a:rect l="l" t="t" r="r" b="b"/>
              <a:pathLst>
                <a:path w="437" h="134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3" y="16"/>
                    <a:pt x="49" y="32"/>
                  </a:cubicBezTo>
                  <a:lnTo>
                    <a:pt x="69" y="32"/>
                  </a:lnTo>
                  <a:cubicBezTo>
                    <a:pt x="150" y="49"/>
                    <a:pt x="251" y="81"/>
                    <a:pt x="352" y="101"/>
                  </a:cubicBezTo>
                  <a:cubicBezTo>
                    <a:pt x="251" y="65"/>
                    <a:pt x="170" y="49"/>
                    <a:pt x="69" y="16"/>
                  </a:cubicBezTo>
                  <a:cubicBezTo>
                    <a:pt x="33" y="16"/>
                    <a:pt x="17" y="0"/>
                    <a:pt x="0" y="0"/>
                  </a:cubicBezTo>
                  <a:close/>
                  <a:moveTo>
                    <a:pt x="352" y="101"/>
                  </a:moveTo>
                  <a:lnTo>
                    <a:pt x="437" y="133"/>
                  </a:lnTo>
                  <a:lnTo>
                    <a:pt x="437" y="117"/>
                  </a:lnTo>
                  <a:lnTo>
                    <a:pt x="352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9"/>
            <p:cNvSpPr/>
            <p:nvPr/>
          </p:nvSpPr>
          <p:spPr>
            <a:xfrm>
              <a:off x="2377670" y="670043"/>
              <a:ext cx="12118" cy="95253"/>
            </a:xfrm>
            <a:custGeom>
              <a:avLst/>
              <a:gdLst/>
              <a:ahLst/>
              <a:cxnLst/>
              <a:rect l="l" t="t" r="r" b="b"/>
              <a:pathLst>
                <a:path w="122" h="959" extrusionOk="0">
                  <a:moveTo>
                    <a:pt x="1" y="1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"/>
                    <a:pt x="21" y="1"/>
                    <a:pt x="1" y="1"/>
                  </a:cubicBezTo>
                  <a:close/>
                  <a:moveTo>
                    <a:pt x="37" y="17"/>
                  </a:moveTo>
                  <a:lnTo>
                    <a:pt x="37" y="49"/>
                  </a:lnTo>
                  <a:lnTo>
                    <a:pt x="37" y="102"/>
                  </a:lnTo>
                  <a:cubicBezTo>
                    <a:pt x="53" y="102"/>
                    <a:pt x="53" y="118"/>
                    <a:pt x="37" y="118"/>
                  </a:cubicBezTo>
                  <a:lnTo>
                    <a:pt x="37" y="134"/>
                  </a:lnTo>
                  <a:cubicBezTo>
                    <a:pt x="53" y="170"/>
                    <a:pt x="53" y="203"/>
                    <a:pt x="53" y="219"/>
                  </a:cubicBezTo>
                  <a:lnTo>
                    <a:pt x="53" y="134"/>
                  </a:lnTo>
                  <a:lnTo>
                    <a:pt x="53" y="118"/>
                  </a:lnTo>
                  <a:lnTo>
                    <a:pt x="53" y="85"/>
                  </a:lnTo>
                  <a:lnTo>
                    <a:pt x="53" y="49"/>
                  </a:lnTo>
                  <a:cubicBezTo>
                    <a:pt x="53" y="33"/>
                    <a:pt x="53" y="17"/>
                    <a:pt x="37" y="17"/>
                  </a:cubicBezTo>
                  <a:close/>
                  <a:moveTo>
                    <a:pt x="53" y="271"/>
                  </a:moveTo>
                  <a:lnTo>
                    <a:pt x="53" y="287"/>
                  </a:lnTo>
                  <a:lnTo>
                    <a:pt x="53" y="336"/>
                  </a:lnTo>
                  <a:lnTo>
                    <a:pt x="53" y="372"/>
                  </a:lnTo>
                  <a:lnTo>
                    <a:pt x="53" y="405"/>
                  </a:lnTo>
                  <a:cubicBezTo>
                    <a:pt x="53" y="421"/>
                    <a:pt x="53" y="421"/>
                    <a:pt x="69" y="437"/>
                  </a:cubicBezTo>
                  <a:lnTo>
                    <a:pt x="69" y="473"/>
                  </a:lnTo>
                  <a:cubicBezTo>
                    <a:pt x="86" y="453"/>
                    <a:pt x="86" y="437"/>
                    <a:pt x="69" y="421"/>
                  </a:cubicBezTo>
                  <a:lnTo>
                    <a:pt x="69" y="405"/>
                  </a:lnTo>
                  <a:lnTo>
                    <a:pt x="69" y="372"/>
                  </a:lnTo>
                  <a:lnTo>
                    <a:pt x="69" y="336"/>
                  </a:lnTo>
                  <a:lnTo>
                    <a:pt x="69" y="287"/>
                  </a:lnTo>
                  <a:cubicBezTo>
                    <a:pt x="69" y="287"/>
                    <a:pt x="69" y="271"/>
                    <a:pt x="53" y="271"/>
                  </a:cubicBezTo>
                  <a:close/>
                  <a:moveTo>
                    <a:pt x="69" y="473"/>
                  </a:moveTo>
                  <a:lnTo>
                    <a:pt x="69" y="473"/>
                  </a:lnTo>
                  <a:cubicBezTo>
                    <a:pt x="86" y="489"/>
                    <a:pt x="69" y="506"/>
                    <a:pt x="69" y="522"/>
                  </a:cubicBezTo>
                  <a:cubicBezTo>
                    <a:pt x="69" y="538"/>
                    <a:pt x="69" y="554"/>
                    <a:pt x="86" y="574"/>
                  </a:cubicBezTo>
                  <a:lnTo>
                    <a:pt x="86" y="590"/>
                  </a:lnTo>
                  <a:lnTo>
                    <a:pt x="86" y="639"/>
                  </a:lnTo>
                  <a:lnTo>
                    <a:pt x="86" y="708"/>
                  </a:lnTo>
                  <a:lnTo>
                    <a:pt x="86" y="740"/>
                  </a:lnTo>
                  <a:lnTo>
                    <a:pt x="86" y="756"/>
                  </a:lnTo>
                  <a:cubicBezTo>
                    <a:pt x="102" y="776"/>
                    <a:pt x="102" y="792"/>
                    <a:pt x="102" y="809"/>
                  </a:cubicBezTo>
                  <a:cubicBezTo>
                    <a:pt x="122" y="792"/>
                    <a:pt x="122" y="776"/>
                    <a:pt x="102" y="756"/>
                  </a:cubicBezTo>
                  <a:lnTo>
                    <a:pt x="102" y="740"/>
                  </a:lnTo>
                  <a:lnTo>
                    <a:pt x="102" y="708"/>
                  </a:lnTo>
                  <a:lnTo>
                    <a:pt x="102" y="623"/>
                  </a:lnTo>
                  <a:cubicBezTo>
                    <a:pt x="86" y="623"/>
                    <a:pt x="86" y="607"/>
                    <a:pt x="102" y="607"/>
                  </a:cubicBezTo>
                  <a:cubicBezTo>
                    <a:pt x="102" y="590"/>
                    <a:pt x="102" y="574"/>
                    <a:pt x="86" y="554"/>
                  </a:cubicBezTo>
                  <a:lnTo>
                    <a:pt x="86" y="522"/>
                  </a:lnTo>
                  <a:cubicBezTo>
                    <a:pt x="86" y="506"/>
                    <a:pt x="86" y="489"/>
                    <a:pt x="69" y="473"/>
                  </a:cubicBezTo>
                  <a:close/>
                  <a:moveTo>
                    <a:pt x="102" y="809"/>
                  </a:moveTo>
                  <a:cubicBezTo>
                    <a:pt x="86" y="809"/>
                    <a:pt x="102" y="825"/>
                    <a:pt x="102" y="825"/>
                  </a:cubicBezTo>
                  <a:lnTo>
                    <a:pt x="102" y="809"/>
                  </a:lnTo>
                  <a:close/>
                  <a:moveTo>
                    <a:pt x="102" y="825"/>
                  </a:moveTo>
                  <a:lnTo>
                    <a:pt x="102" y="942"/>
                  </a:lnTo>
                  <a:lnTo>
                    <a:pt x="102" y="958"/>
                  </a:lnTo>
                  <a:lnTo>
                    <a:pt x="122" y="942"/>
                  </a:lnTo>
                  <a:cubicBezTo>
                    <a:pt x="122" y="910"/>
                    <a:pt x="122" y="877"/>
                    <a:pt x="102" y="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9"/>
            <p:cNvSpPr/>
            <p:nvPr/>
          </p:nvSpPr>
          <p:spPr>
            <a:xfrm>
              <a:off x="2533412" y="568135"/>
              <a:ext cx="20163" cy="6555"/>
            </a:xfrm>
            <a:custGeom>
              <a:avLst/>
              <a:gdLst/>
              <a:ahLst/>
              <a:cxnLst/>
              <a:rect l="l" t="t" r="r" b="b"/>
              <a:pathLst>
                <a:path w="203" h="66" extrusionOk="0">
                  <a:moveTo>
                    <a:pt x="0" y="1"/>
                  </a:moveTo>
                  <a:lnTo>
                    <a:pt x="0" y="17"/>
                  </a:lnTo>
                  <a:lnTo>
                    <a:pt x="186" y="65"/>
                  </a:lnTo>
                  <a:lnTo>
                    <a:pt x="202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9"/>
            <p:cNvSpPr/>
            <p:nvPr/>
          </p:nvSpPr>
          <p:spPr>
            <a:xfrm>
              <a:off x="2229278" y="420935"/>
              <a:ext cx="16488" cy="10131"/>
            </a:xfrm>
            <a:custGeom>
              <a:avLst/>
              <a:gdLst/>
              <a:ahLst/>
              <a:cxnLst/>
              <a:rect l="l" t="t" r="r" b="b"/>
              <a:pathLst>
                <a:path w="166" h="102" extrusionOk="0">
                  <a:moveTo>
                    <a:pt x="166" y="0"/>
                  </a:moveTo>
                  <a:cubicBezTo>
                    <a:pt x="133" y="0"/>
                    <a:pt x="101" y="16"/>
                    <a:pt x="81" y="53"/>
                  </a:cubicBezTo>
                  <a:cubicBezTo>
                    <a:pt x="117" y="32"/>
                    <a:pt x="133" y="16"/>
                    <a:pt x="166" y="16"/>
                  </a:cubicBezTo>
                  <a:lnTo>
                    <a:pt x="166" y="0"/>
                  </a:lnTo>
                  <a:close/>
                  <a:moveTo>
                    <a:pt x="81" y="53"/>
                  </a:moveTo>
                  <a:cubicBezTo>
                    <a:pt x="65" y="53"/>
                    <a:pt x="65" y="53"/>
                    <a:pt x="49" y="69"/>
                  </a:cubicBezTo>
                  <a:cubicBezTo>
                    <a:pt x="32" y="85"/>
                    <a:pt x="16" y="85"/>
                    <a:pt x="16" y="85"/>
                  </a:cubicBezTo>
                  <a:lnTo>
                    <a:pt x="0" y="85"/>
                  </a:lnTo>
                  <a:lnTo>
                    <a:pt x="16" y="101"/>
                  </a:lnTo>
                  <a:cubicBezTo>
                    <a:pt x="32" y="101"/>
                    <a:pt x="32" y="85"/>
                    <a:pt x="49" y="85"/>
                  </a:cubicBezTo>
                  <a:lnTo>
                    <a:pt x="65" y="69"/>
                  </a:lnTo>
                  <a:cubicBezTo>
                    <a:pt x="65" y="69"/>
                    <a:pt x="81" y="69"/>
                    <a:pt x="8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9"/>
            <p:cNvSpPr/>
            <p:nvPr/>
          </p:nvSpPr>
          <p:spPr>
            <a:xfrm>
              <a:off x="2281027" y="611441"/>
              <a:ext cx="14899" cy="6953"/>
            </a:xfrm>
            <a:custGeom>
              <a:avLst/>
              <a:gdLst/>
              <a:ahLst/>
              <a:cxnLst/>
              <a:rect l="l" t="t" r="r" b="b"/>
              <a:pathLst>
                <a:path w="150" h="70" extrusionOk="0">
                  <a:moveTo>
                    <a:pt x="0" y="1"/>
                  </a:moveTo>
                  <a:lnTo>
                    <a:pt x="0" y="17"/>
                  </a:lnTo>
                  <a:lnTo>
                    <a:pt x="133" y="70"/>
                  </a:lnTo>
                  <a:lnTo>
                    <a:pt x="150" y="53"/>
                  </a:lnTo>
                  <a:lnTo>
                    <a:pt x="133" y="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9"/>
            <p:cNvSpPr/>
            <p:nvPr/>
          </p:nvSpPr>
          <p:spPr>
            <a:xfrm>
              <a:off x="2297415" y="489470"/>
              <a:ext cx="70322" cy="25030"/>
            </a:xfrm>
            <a:custGeom>
              <a:avLst/>
              <a:gdLst/>
              <a:ahLst/>
              <a:cxnLst/>
              <a:rect l="l" t="t" r="r" b="b"/>
              <a:pathLst>
                <a:path w="708" h="252" extrusionOk="0">
                  <a:moveTo>
                    <a:pt x="1" y="1"/>
                  </a:moveTo>
                  <a:lnTo>
                    <a:pt x="1" y="17"/>
                  </a:lnTo>
                  <a:lnTo>
                    <a:pt x="69" y="33"/>
                  </a:lnTo>
                  <a:cubicBezTo>
                    <a:pt x="122" y="49"/>
                    <a:pt x="170" y="69"/>
                    <a:pt x="239" y="86"/>
                  </a:cubicBezTo>
                  <a:cubicBezTo>
                    <a:pt x="187" y="69"/>
                    <a:pt x="138" y="33"/>
                    <a:pt x="86" y="17"/>
                  </a:cubicBezTo>
                  <a:lnTo>
                    <a:pt x="21" y="1"/>
                  </a:lnTo>
                  <a:close/>
                  <a:moveTo>
                    <a:pt x="239" y="86"/>
                  </a:moveTo>
                  <a:cubicBezTo>
                    <a:pt x="271" y="102"/>
                    <a:pt x="304" y="118"/>
                    <a:pt x="356" y="134"/>
                  </a:cubicBezTo>
                  <a:cubicBezTo>
                    <a:pt x="425" y="170"/>
                    <a:pt x="506" y="187"/>
                    <a:pt x="574" y="219"/>
                  </a:cubicBezTo>
                  <a:cubicBezTo>
                    <a:pt x="591" y="219"/>
                    <a:pt x="591" y="219"/>
                    <a:pt x="607" y="235"/>
                  </a:cubicBezTo>
                  <a:cubicBezTo>
                    <a:pt x="643" y="235"/>
                    <a:pt x="675" y="251"/>
                    <a:pt x="708" y="251"/>
                  </a:cubicBezTo>
                  <a:lnTo>
                    <a:pt x="708" y="235"/>
                  </a:lnTo>
                  <a:cubicBezTo>
                    <a:pt x="675" y="235"/>
                    <a:pt x="643" y="235"/>
                    <a:pt x="607" y="219"/>
                  </a:cubicBezTo>
                  <a:cubicBezTo>
                    <a:pt x="607" y="219"/>
                    <a:pt x="591" y="203"/>
                    <a:pt x="574" y="203"/>
                  </a:cubicBezTo>
                  <a:cubicBezTo>
                    <a:pt x="506" y="187"/>
                    <a:pt x="425" y="150"/>
                    <a:pt x="356" y="118"/>
                  </a:cubicBezTo>
                  <a:cubicBezTo>
                    <a:pt x="324" y="102"/>
                    <a:pt x="271" y="102"/>
                    <a:pt x="239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9"/>
            <p:cNvSpPr/>
            <p:nvPr/>
          </p:nvSpPr>
          <p:spPr>
            <a:xfrm>
              <a:off x="2285794" y="404050"/>
              <a:ext cx="16985" cy="6953"/>
            </a:xfrm>
            <a:custGeom>
              <a:avLst/>
              <a:gdLst/>
              <a:ahLst/>
              <a:cxnLst/>
              <a:rect l="l" t="t" r="r" b="b"/>
              <a:pathLst>
                <a:path w="171" h="70" extrusionOk="0">
                  <a:moveTo>
                    <a:pt x="1" y="0"/>
                  </a:moveTo>
                  <a:lnTo>
                    <a:pt x="17" y="21"/>
                  </a:lnTo>
                  <a:lnTo>
                    <a:pt x="170" y="6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9"/>
            <p:cNvSpPr/>
            <p:nvPr/>
          </p:nvSpPr>
          <p:spPr>
            <a:xfrm>
              <a:off x="1744175" y="946861"/>
              <a:ext cx="63866" cy="29003"/>
            </a:xfrm>
            <a:custGeom>
              <a:avLst/>
              <a:gdLst/>
              <a:ahLst/>
              <a:cxnLst/>
              <a:rect l="l" t="t" r="r" b="b"/>
              <a:pathLst>
                <a:path w="643" h="292" extrusionOk="0">
                  <a:moveTo>
                    <a:pt x="622" y="1"/>
                  </a:moveTo>
                  <a:cubicBezTo>
                    <a:pt x="604" y="1"/>
                    <a:pt x="585" y="14"/>
                    <a:pt x="574" y="25"/>
                  </a:cubicBezTo>
                  <a:cubicBezTo>
                    <a:pt x="606" y="25"/>
                    <a:pt x="622" y="9"/>
                    <a:pt x="642" y="9"/>
                  </a:cubicBezTo>
                  <a:cubicBezTo>
                    <a:pt x="636" y="3"/>
                    <a:pt x="629" y="1"/>
                    <a:pt x="622" y="1"/>
                  </a:cubicBezTo>
                  <a:close/>
                  <a:moveTo>
                    <a:pt x="558" y="25"/>
                  </a:moveTo>
                  <a:cubicBezTo>
                    <a:pt x="505" y="58"/>
                    <a:pt x="440" y="74"/>
                    <a:pt x="388" y="110"/>
                  </a:cubicBezTo>
                  <a:cubicBezTo>
                    <a:pt x="339" y="126"/>
                    <a:pt x="303" y="142"/>
                    <a:pt x="255" y="159"/>
                  </a:cubicBezTo>
                  <a:cubicBezTo>
                    <a:pt x="202" y="191"/>
                    <a:pt x="137" y="227"/>
                    <a:pt x="85" y="243"/>
                  </a:cubicBezTo>
                  <a:cubicBezTo>
                    <a:pt x="53" y="260"/>
                    <a:pt x="36" y="260"/>
                    <a:pt x="0" y="276"/>
                  </a:cubicBezTo>
                  <a:lnTo>
                    <a:pt x="0" y="292"/>
                  </a:lnTo>
                  <a:cubicBezTo>
                    <a:pt x="36" y="276"/>
                    <a:pt x="53" y="260"/>
                    <a:pt x="85" y="260"/>
                  </a:cubicBezTo>
                  <a:cubicBezTo>
                    <a:pt x="154" y="227"/>
                    <a:pt x="202" y="211"/>
                    <a:pt x="271" y="175"/>
                  </a:cubicBezTo>
                  <a:cubicBezTo>
                    <a:pt x="303" y="159"/>
                    <a:pt x="356" y="142"/>
                    <a:pt x="388" y="126"/>
                  </a:cubicBezTo>
                  <a:cubicBezTo>
                    <a:pt x="457" y="90"/>
                    <a:pt x="505" y="74"/>
                    <a:pt x="574" y="41"/>
                  </a:cubicBezTo>
                  <a:lnTo>
                    <a:pt x="574" y="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9"/>
            <p:cNvSpPr/>
            <p:nvPr/>
          </p:nvSpPr>
          <p:spPr>
            <a:xfrm>
              <a:off x="2516526" y="549661"/>
              <a:ext cx="18574" cy="6953"/>
            </a:xfrm>
            <a:custGeom>
              <a:avLst/>
              <a:gdLst/>
              <a:ahLst/>
              <a:cxnLst/>
              <a:rect l="l" t="t" r="r" b="b"/>
              <a:pathLst>
                <a:path w="187" h="70" extrusionOk="0">
                  <a:moveTo>
                    <a:pt x="0" y="1"/>
                  </a:moveTo>
                  <a:cubicBezTo>
                    <a:pt x="37" y="17"/>
                    <a:pt x="53" y="17"/>
                    <a:pt x="69" y="33"/>
                  </a:cubicBezTo>
                  <a:cubicBezTo>
                    <a:pt x="101" y="49"/>
                    <a:pt x="138" y="49"/>
                    <a:pt x="186" y="69"/>
                  </a:cubicBezTo>
                  <a:lnTo>
                    <a:pt x="186" y="49"/>
                  </a:lnTo>
                  <a:cubicBezTo>
                    <a:pt x="154" y="49"/>
                    <a:pt x="118" y="33"/>
                    <a:pt x="85" y="17"/>
                  </a:cubicBezTo>
                  <a:cubicBezTo>
                    <a:pt x="53" y="17"/>
                    <a:pt x="37" y="1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9"/>
            <p:cNvSpPr/>
            <p:nvPr/>
          </p:nvSpPr>
          <p:spPr>
            <a:xfrm>
              <a:off x="1730866" y="970997"/>
              <a:ext cx="3377" cy="16985"/>
            </a:xfrm>
            <a:custGeom>
              <a:avLst/>
              <a:gdLst/>
              <a:ahLst/>
              <a:cxnLst/>
              <a:rect l="l" t="t" r="r" b="b"/>
              <a:pathLst>
                <a:path w="34" h="171" extrusionOk="0">
                  <a:moveTo>
                    <a:pt x="33" y="0"/>
                  </a:moveTo>
                  <a:cubicBezTo>
                    <a:pt x="17" y="0"/>
                    <a:pt x="17" y="0"/>
                    <a:pt x="17" y="17"/>
                  </a:cubicBez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7" y="33"/>
                  </a:moveTo>
                  <a:cubicBezTo>
                    <a:pt x="17" y="69"/>
                    <a:pt x="17" y="101"/>
                    <a:pt x="1" y="134"/>
                  </a:cubicBezTo>
                  <a:lnTo>
                    <a:pt x="1" y="170"/>
                  </a:lnTo>
                  <a:lnTo>
                    <a:pt x="17" y="170"/>
                  </a:lnTo>
                  <a:lnTo>
                    <a:pt x="17" y="134"/>
                  </a:lnTo>
                  <a:cubicBezTo>
                    <a:pt x="17" y="101"/>
                    <a:pt x="33" y="69"/>
                    <a:pt x="17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9"/>
            <p:cNvSpPr/>
            <p:nvPr/>
          </p:nvSpPr>
          <p:spPr>
            <a:xfrm>
              <a:off x="2540166" y="717023"/>
              <a:ext cx="14998" cy="4867"/>
            </a:xfrm>
            <a:custGeom>
              <a:avLst/>
              <a:gdLst/>
              <a:ahLst/>
              <a:cxnLst/>
              <a:rect l="l" t="t" r="r" b="b"/>
              <a:pathLst>
                <a:path w="151" h="49" extrusionOk="0">
                  <a:moveTo>
                    <a:pt x="1" y="0"/>
                  </a:moveTo>
                  <a:lnTo>
                    <a:pt x="134" y="49"/>
                  </a:lnTo>
                  <a:lnTo>
                    <a:pt x="150" y="49"/>
                  </a:lnTo>
                  <a:lnTo>
                    <a:pt x="15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9"/>
            <p:cNvSpPr/>
            <p:nvPr/>
          </p:nvSpPr>
          <p:spPr>
            <a:xfrm>
              <a:off x="1944712" y="379120"/>
              <a:ext cx="192293" cy="68733"/>
            </a:xfrm>
            <a:custGeom>
              <a:avLst/>
              <a:gdLst/>
              <a:ahLst/>
              <a:cxnLst/>
              <a:rect l="l" t="t" r="r" b="b"/>
              <a:pathLst>
                <a:path w="1936" h="692" extrusionOk="0">
                  <a:moveTo>
                    <a:pt x="1" y="1"/>
                  </a:moveTo>
                  <a:cubicBezTo>
                    <a:pt x="1" y="1"/>
                    <a:pt x="17" y="17"/>
                    <a:pt x="37" y="17"/>
                  </a:cubicBezTo>
                  <a:cubicBezTo>
                    <a:pt x="53" y="17"/>
                    <a:pt x="70" y="33"/>
                    <a:pt x="86" y="33"/>
                  </a:cubicBezTo>
                  <a:cubicBezTo>
                    <a:pt x="118" y="49"/>
                    <a:pt x="154" y="49"/>
                    <a:pt x="187" y="70"/>
                  </a:cubicBezTo>
                  <a:cubicBezTo>
                    <a:pt x="219" y="70"/>
                    <a:pt x="255" y="86"/>
                    <a:pt x="288" y="102"/>
                  </a:cubicBezTo>
                  <a:cubicBezTo>
                    <a:pt x="320" y="118"/>
                    <a:pt x="373" y="134"/>
                    <a:pt x="405" y="150"/>
                  </a:cubicBezTo>
                  <a:cubicBezTo>
                    <a:pt x="490" y="171"/>
                    <a:pt x="558" y="203"/>
                    <a:pt x="643" y="219"/>
                  </a:cubicBezTo>
                  <a:cubicBezTo>
                    <a:pt x="558" y="187"/>
                    <a:pt x="490" y="171"/>
                    <a:pt x="405" y="134"/>
                  </a:cubicBezTo>
                  <a:cubicBezTo>
                    <a:pt x="373" y="118"/>
                    <a:pt x="340" y="102"/>
                    <a:pt x="288" y="86"/>
                  </a:cubicBezTo>
                  <a:cubicBezTo>
                    <a:pt x="255" y="86"/>
                    <a:pt x="219" y="70"/>
                    <a:pt x="187" y="49"/>
                  </a:cubicBezTo>
                  <a:cubicBezTo>
                    <a:pt x="154" y="33"/>
                    <a:pt x="118" y="33"/>
                    <a:pt x="102" y="17"/>
                  </a:cubicBezTo>
                  <a:cubicBezTo>
                    <a:pt x="86" y="17"/>
                    <a:pt x="53" y="1"/>
                    <a:pt x="37" y="1"/>
                  </a:cubicBezTo>
                  <a:close/>
                  <a:moveTo>
                    <a:pt x="910" y="320"/>
                  </a:moveTo>
                  <a:lnTo>
                    <a:pt x="1011" y="352"/>
                  </a:lnTo>
                  <a:cubicBezTo>
                    <a:pt x="1112" y="389"/>
                    <a:pt x="1213" y="437"/>
                    <a:pt x="1330" y="474"/>
                  </a:cubicBezTo>
                  <a:cubicBezTo>
                    <a:pt x="1451" y="522"/>
                    <a:pt x="1584" y="575"/>
                    <a:pt x="1702" y="607"/>
                  </a:cubicBezTo>
                  <a:cubicBezTo>
                    <a:pt x="1718" y="607"/>
                    <a:pt x="1754" y="623"/>
                    <a:pt x="1770" y="623"/>
                  </a:cubicBezTo>
                  <a:cubicBezTo>
                    <a:pt x="1819" y="655"/>
                    <a:pt x="1887" y="676"/>
                    <a:pt x="1936" y="692"/>
                  </a:cubicBezTo>
                  <a:lnTo>
                    <a:pt x="1936" y="676"/>
                  </a:lnTo>
                  <a:cubicBezTo>
                    <a:pt x="1887" y="655"/>
                    <a:pt x="1835" y="639"/>
                    <a:pt x="1786" y="623"/>
                  </a:cubicBezTo>
                  <a:cubicBezTo>
                    <a:pt x="1754" y="607"/>
                    <a:pt x="1734" y="607"/>
                    <a:pt x="1702" y="591"/>
                  </a:cubicBezTo>
                  <a:cubicBezTo>
                    <a:pt x="1584" y="554"/>
                    <a:pt x="1467" y="506"/>
                    <a:pt x="1330" y="453"/>
                  </a:cubicBezTo>
                  <a:cubicBezTo>
                    <a:pt x="1229" y="421"/>
                    <a:pt x="1112" y="389"/>
                    <a:pt x="1011" y="336"/>
                  </a:cubicBezTo>
                  <a:lnTo>
                    <a:pt x="910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9"/>
            <p:cNvSpPr/>
            <p:nvPr/>
          </p:nvSpPr>
          <p:spPr>
            <a:xfrm>
              <a:off x="1687560" y="574591"/>
              <a:ext cx="14899" cy="13707"/>
            </a:xfrm>
            <a:custGeom>
              <a:avLst/>
              <a:gdLst/>
              <a:ahLst/>
              <a:cxnLst/>
              <a:rect l="l" t="t" r="r" b="b"/>
              <a:pathLst>
                <a:path w="150" h="138" extrusionOk="0">
                  <a:moveTo>
                    <a:pt x="150" y="0"/>
                  </a:moveTo>
                  <a:cubicBezTo>
                    <a:pt x="134" y="20"/>
                    <a:pt x="118" y="37"/>
                    <a:pt x="101" y="53"/>
                  </a:cubicBezTo>
                  <a:cubicBezTo>
                    <a:pt x="118" y="53"/>
                    <a:pt x="134" y="37"/>
                    <a:pt x="150" y="20"/>
                  </a:cubicBezTo>
                  <a:lnTo>
                    <a:pt x="150" y="0"/>
                  </a:lnTo>
                  <a:close/>
                  <a:moveTo>
                    <a:pt x="101" y="53"/>
                  </a:moveTo>
                  <a:lnTo>
                    <a:pt x="101" y="53"/>
                  </a:lnTo>
                  <a:cubicBezTo>
                    <a:pt x="65" y="69"/>
                    <a:pt x="33" y="101"/>
                    <a:pt x="1" y="121"/>
                  </a:cubicBezTo>
                  <a:lnTo>
                    <a:pt x="1" y="138"/>
                  </a:lnTo>
                  <a:cubicBezTo>
                    <a:pt x="33" y="101"/>
                    <a:pt x="65" y="85"/>
                    <a:pt x="10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9"/>
            <p:cNvSpPr/>
            <p:nvPr/>
          </p:nvSpPr>
          <p:spPr>
            <a:xfrm>
              <a:off x="1679117" y="492747"/>
              <a:ext cx="10131" cy="8443"/>
            </a:xfrm>
            <a:custGeom>
              <a:avLst/>
              <a:gdLst/>
              <a:ahLst/>
              <a:cxnLst/>
              <a:rect l="l" t="t" r="r" b="b"/>
              <a:pathLst>
                <a:path w="102" h="85" extrusionOk="0">
                  <a:moveTo>
                    <a:pt x="86" y="0"/>
                  </a:moveTo>
                  <a:lnTo>
                    <a:pt x="17" y="69"/>
                  </a:lnTo>
                  <a:lnTo>
                    <a:pt x="17" y="69"/>
                  </a:lnTo>
                  <a:lnTo>
                    <a:pt x="102" y="16"/>
                  </a:lnTo>
                  <a:lnTo>
                    <a:pt x="102" y="0"/>
                  </a:lnTo>
                  <a:close/>
                  <a:moveTo>
                    <a:pt x="1" y="69"/>
                  </a:moveTo>
                  <a:lnTo>
                    <a:pt x="17" y="85"/>
                  </a:lnTo>
                  <a:lnTo>
                    <a:pt x="17" y="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9"/>
            <p:cNvSpPr/>
            <p:nvPr/>
          </p:nvSpPr>
          <p:spPr>
            <a:xfrm>
              <a:off x="1679117" y="412493"/>
              <a:ext cx="55125" cy="45392"/>
            </a:xfrm>
            <a:custGeom>
              <a:avLst/>
              <a:gdLst/>
              <a:ahLst/>
              <a:cxnLst/>
              <a:rect l="l" t="t" r="r" b="b"/>
              <a:pathLst>
                <a:path w="555" h="457" extrusionOk="0">
                  <a:moveTo>
                    <a:pt x="554" y="0"/>
                  </a:moveTo>
                  <a:lnTo>
                    <a:pt x="437" y="101"/>
                  </a:lnTo>
                  <a:cubicBezTo>
                    <a:pt x="336" y="186"/>
                    <a:pt x="219" y="271"/>
                    <a:pt x="118" y="356"/>
                  </a:cubicBezTo>
                  <a:cubicBezTo>
                    <a:pt x="86" y="388"/>
                    <a:pt x="33" y="420"/>
                    <a:pt x="1" y="457"/>
                  </a:cubicBezTo>
                  <a:cubicBezTo>
                    <a:pt x="49" y="441"/>
                    <a:pt x="86" y="404"/>
                    <a:pt x="118" y="372"/>
                  </a:cubicBezTo>
                  <a:lnTo>
                    <a:pt x="134" y="356"/>
                  </a:lnTo>
                  <a:cubicBezTo>
                    <a:pt x="235" y="271"/>
                    <a:pt x="336" y="186"/>
                    <a:pt x="437" y="117"/>
                  </a:cubicBezTo>
                  <a:lnTo>
                    <a:pt x="554" y="1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9"/>
            <p:cNvSpPr/>
            <p:nvPr/>
          </p:nvSpPr>
          <p:spPr>
            <a:xfrm>
              <a:off x="1677528" y="512811"/>
              <a:ext cx="61879" cy="45392"/>
            </a:xfrm>
            <a:custGeom>
              <a:avLst/>
              <a:gdLst/>
              <a:ahLst/>
              <a:cxnLst/>
              <a:rect l="l" t="t" r="r" b="b"/>
              <a:pathLst>
                <a:path w="623" h="457" extrusionOk="0">
                  <a:moveTo>
                    <a:pt x="606" y="0"/>
                  </a:moveTo>
                  <a:cubicBezTo>
                    <a:pt x="586" y="0"/>
                    <a:pt x="570" y="0"/>
                    <a:pt x="554" y="16"/>
                  </a:cubicBezTo>
                  <a:cubicBezTo>
                    <a:pt x="421" y="117"/>
                    <a:pt x="283" y="238"/>
                    <a:pt x="150" y="339"/>
                  </a:cubicBezTo>
                  <a:cubicBezTo>
                    <a:pt x="283" y="238"/>
                    <a:pt x="421" y="137"/>
                    <a:pt x="554" y="36"/>
                  </a:cubicBezTo>
                  <a:cubicBezTo>
                    <a:pt x="570" y="16"/>
                    <a:pt x="586" y="16"/>
                    <a:pt x="606" y="16"/>
                  </a:cubicBezTo>
                  <a:lnTo>
                    <a:pt x="623" y="0"/>
                  </a:lnTo>
                  <a:close/>
                  <a:moveTo>
                    <a:pt x="134" y="339"/>
                  </a:moveTo>
                  <a:cubicBezTo>
                    <a:pt x="102" y="356"/>
                    <a:pt x="65" y="388"/>
                    <a:pt x="49" y="404"/>
                  </a:cubicBezTo>
                  <a:lnTo>
                    <a:pt x="1" y="440"/>
                  </a:lnTo>
                  <a:lnTo>
                    <a:pt x="1" y="457"/>
                  </a:lnTo>
                  <a:lnTo>
                    <a:pt x="49" y="420"/>
                  </a:lnTo>
                  <a:cubicBezTo>
                    <a:pt x="81" y="388"/>
                    <a:pt x="118" y="372"/>
                    <a:pt x="150" y="356"/>
                  </a:cubicBezTo>
                  <a:lnTo>
                    <a:pt x="150" y="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9"/>
            <p:cNvSpPr/>
            <p:nvPr/>
          </p:nvSpPr>
          <p:spPr>
            <a:xfrm>
              <a:off x="2473221" y="539629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0" y="1"/>
                  </a:moveTo>
                  <a:lnTo>
                    <a:pt x="0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9"/>
            <p:cNvSpPr/>
            <p:nvPr/>
          </p:nvSpPr>
          <p:spPr>
            <a:xfrm>
              <a:off x="2242489" y="663189"/>
              <a:ext cx="20163" cy="10131"/>
            </a:xfrm>
            <a:custGeom>
              <a:avLst/>
              <a:gdLst/>
              <a:ahLst/>
              <a:cxnLst/>
              <a:rect l="l" t="t" r="r" b="b"/>
              <a:pathLst>
                <a:path w="203" h="102" extrusionOk="0">
                  <a:moveTo>
                    <a:pt x="186" y="1"/>
                  </a:moveTo>
                  <a:cubicBezTo>
                    <a:pt x="170" y="1"/>
                    <a:pt x="134" y="17"/>
                    <a:pt x="118" y="37"/>
                  </a:cubicBezTo>
                  <a:lnTo>
                    <a:pt x="101" y="37"/>
                  </a:lnTo>
                  <a:cubicBezTo>
                    <a:pt x="85" y="53"/>
                    <a:pt x="85" y="53"/>
                    <a:pt x="69" y="53"/>
                  </a:cubicBezTo>
                  <a:cubicBezTo>
                    <a:pt x="49" y="70"/>
                    <a:pt x="33" y="86"/>
                    <a:pt x="17" y="86"/>
                  </a:cubicBezTo>
                  <a:lnTo>
                    <a:pt x="0" y="86"/>
                  </a:lnTo>
                  <a:lnTo>
                    <a:pt x="17" y="102"/>
                  </a:lnTo>
                  <a:cubicBezTo>
                    <a:pt x="33" y="102"/>
                    <a:pt x="69" y="86"/>
                    <a:pt x="85" y="70"/>
                  </a:cubicBezTo>
                  <a:lnTo>
                    <a:pt x="101" y="53"/>
                  </a:lnTo>
                  <a:cubicBezTo>
                    <a:pt x="118" y="53"/>
                    <a:pt x="118" y="53"/>
                    <a:pt x="134" y="37"/>
                  </a:cubicBezTo>
                  <a:cubicBezTo>
                    <a:pt x="150" y="17"/>
                    <a:pt x="170" y="17"/>
                    <a:pt x="186" y="17"/>
                  </a:cubicBezTo>
                  <a:lnTo>
                    <a:pt x="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9"/>
            <p:cNvSpPr/>
            <p:nvPr/>
          </p:nvSpPr>
          <p:spPr>
            <a:xfrm>
              <a:off x="2372902" y="807310"/>
              <a:ext cx="14899" cy="4867"/>
            </a:xfrm>
            <a:custGeom>
              <a:avLst/>
              <a:gdLst/>
              <a:ahLst/>
              <a:cxnLst/>
              <a:rect l="l" t="t" r="r" b="b"/>
              <a:pathLst>
                <a:path w="150" h="49" extrusionOk="0">
                  <a:moveTo>
                    <a:pt x="0" y="0"/>
                  </a:moveTo>
                  <a:lnTo>
                    <a:pt x="0" y="16"/>
                  </a:lnTo>
                  <a:lnTo>
                    <a:pt x="33" y="16"/>
                  </a:lnTo>
                  <a:cubicBezTo>
                    <a:pt x="49" y="33"/>
                    <a:pt x="85" y="33"/>
                    <a:pt x="117" y="49"/>
                  </a:cubicBezTo>
                  <a:lnTo>
                    <a:pt x="150" y="49"/>
                  </a:lnTo>
                  <a:lnTo>
                    <a:pt x="117" y="33"/>
                  </a:lnTo>
                  <a:cubicBezTo>
                    <a:pt x="85" y="16"/>
                    <a:pt x="69" y="16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9"/>
            <p:cNvSpPr/>
            <p:nvPr/>
          </p:nvSpPr>
          <p:spPr>
            <a:xfrm>
              <a:off x="1653889" y="939313"/>
              <a:ext cx="68634" cy="10131"/>
            </a:xfrm>
            <a:custGeom>
              <a:avLst/>
              <a:gdLst/>
              <a:ahLst/>
              <a:cxnLst/>
              <a:rect l="l" t="t" r="r" b="b"/>
              <a:pathLst>
                <a:path w="691" h="102" extrusionOk="0">
                  <a:moveTo>
                    <a:pt x="53" y="16"/>
                  </a:moveTo>
                  <a:cubicBezTo>
                    <a:pt x="37" y="33"/>
                    <a:pt x="37" y="33"/>
                    <a:pt x="16" y="33"/>
                  </a:cubicBezTo>
                  <a:lnTo>
                    <a:pt x="0" y="33"/>
                  </a:lnTo>
                  <a:cubicBezTo>
                    <a:pt x="12" y="38"/>
                    <a:pt x="20" y="40"/>
                    <a:pt x="26" y="40"/>
                  </a:cubicBezTo>
                  <a:cubicBezTo>
                    <a:pt x="38" y="40"/>
                    <a:pt x="42" y="33"/>
                    <a:pt x="53" y="33"/>
                  </a:cubicBezTo>
                  <a:lnTo>
                    <a:pt x="117" y="33"/>
                  </a:lnTo>
                  <a:cubicBezTo>
                    <a:pt x="154" y="49"/>
                    <a:pt x="170" y="49"/>
                    <a:pt x="202" y="49"/>
                  </a:cubicBezTo>
                  <a:cubicBezTo>
                    <a:pt x="170" y="33"/>
                    <a:pt x="154" y="33"/>
                    <a:pt x="138" y="33"/>
                  </a:cubicBezTo>
                  <a:cubicBezTo>
                    <a:pt x="101" y="16"/>
                    <a:pt x="85" y="16"/>
                    <a:pt x="53" y="16"/>
                  </a:cubicBezTo>
                  <a:close/>
                  <a:moveTo>
                    <a:pt x="691" y="0"/>
                  </a:moveTo>
                  <a:cubicBezTo>
                    <a:pt x="659" y="0"/>
                    <a:pt x="622" y="16"/>
                    <a:pt x="590" y="49"/>
                  </a:cubicBezTo>
                  <a:cubicBezTo>
                    <a:pt x="622" y="33"/>
                    <a:pt x="659" y="16"/>
                    <a:pt x="691" y="0"/>
                  </a:cubicBezTo>
                  <a:close/>
                  <a:moveTo>
                    <a:pt x="218" y="49"/>
                  </a:moveTo>
                  <a:cubicBezTo>
                    <a:pt x="340" y="65"/>
                    <a:pt x="440" y="85"/>
                    <a:pt x="521" y="101"/>
                  </a:cubicBezTo>
                  <a:lnTo>
                    <a:pt x="541" y="101"/>
                  </a:lnTo>
                  <a:lnTo>
                    <a:pt x="558" y="85"/>
                  </a:lnTo>
                  <a:cubicBezTo>
                    <a:pt x="574" y="65"/>
                    <a:pt x="574" y="65"/>
                    <a:pt x="590" y="49"/>
                  </a:cubicBezTo>
                  <a:cubicBezTo>
                    <a:pt x="574" y="49"/>
                    <a:pt x="558" y="65"/>
                    <a:pt x="558" y="65"/>
                  </a:cubicBezTo>
                  <a:lnTo>
                    <a:pt x="541" y="85"/>
                  </a:lnTo>
                  <a:cubicBezTo>
                    <a:pt x="440" y="65"/>
                    <a:pt x="340" y="49"/>
                    <a:pt x="218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9"/>
            <p:cNvSpPr/>
            <p:nvPr/>
          </p:nvSpPr>
          <p:spPr>
            <a:xfrm>
              <a:off x="2284205" y="484305"/>
              <a:ext cx="8542" cy="3675"/>
            </a:xfrm>
            <a:custGeom>
              <a:avLst/>
              <a:gdLst/>
              <a:ahLst/>
              <a:cxnLst/>
              <a:rect l="l" t="t" r="r" b="b"/>
              <a:pathLst>
                <a:path w="86" h="37" extrusionOk="0">
                  <a:moveTo>
                    <a:pt x="0" y="0"/>
                  </a:moveTo>
                  <a:lnTo>
                    <a:pt x="0" y="20"/>
                  </a:lnTo>
                  <a:lnTo>
                    <a:pt x="53" y="20"/>
                  </a:lnTo>
                  <a:cubicBezTo>
                    <a:pt x="33" y="0"/>
                    <a:pt x="17" y="0"/>
                    <a:pt x="0" y="0"/>
                  </a:cubicBezTo>
                  <a:close/>
                  <a:moveTo>
                    <a:pt x="53" y="20"/>
                  </a:moveTo>
                  <a:cubicBezTo>
                    <a:pt x="53" y="37"/>
                    <a:pt x="69" y="37"/>
                    <a:pt x="85" y="37"/>
                  </a:cubicBez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9"/>
            <p:cNvSpPr/>
            <p:nvPr/>
          </p:nvSpPr>
          <p:spPr>
            <a:xfrm>
              <a:off x="1739308" y="893921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708" y="1"/>
                  </a:moveTo>
                  <a:cubicBezTo>
                    <a:pt x="671" y="1"/>
                    <a:pt x="655" y="17"/>
                    <a:pt x="623" y="37"/>
                  </a:cubicBezTo>
                  <a:lnTo>
                    <a:pt x="607" y="37"/>
                  </a:lnTo>
                  <a:lnTo>
                    <a:pt x="304" y="187"/>
                  </a:lnTo>
                  <a:cubicBezTo>
                    <a:pt x="251" y="219"/>
                    <a:pt x="203" y="239"/>
                    <a:pt x="150" y="271"/>
                  </a:cubicBezTo>
                  <a:cubicBezTo>
                    <a:pt x="118" y="288"/>
                    <a:pt x="85" y="304"/>
                    <a:pt x="49" y="320"/>
                  </a:cubicBezTo>
                  <a:lnTo>
                    <a:pt x="1" y="340"/>
                  </a:lnTo>
                  <a:lnTo>
                    <a:pt x="1" y="356"/>
                  </a:lnTo>
                  <a:lnTo>
                    <a:pt x="17" y="356"/>
                  </a:lnTo>
                  <a:lnTo>
                    <a:pt x="49" y="340"/>
                  </a:lnTo>
                  <a:cubicBezTo>
                    <a:pt x="85" y="320"/>
                    <a:pt x="118" y="304"/>
                    <a:pt x="150" y="288"/>
                  </a:cubicBezTo>
                  <a:cubicBezTo>
                    <a:pt x="203" y="255"/>
                    <a:pt x="251" y="239"/>
                    <a:pt x="304" y="203"/>
                  </a:cubicBezTo>
                  <a:lnTo>
                    <a:pt x="607" y="53"/>
                  </a:lnTo>
                  <a:cubicBezTo>
                    <a:pt x="623" y="53"/>
                    <a:pt x="623" y="37"/>
                    <a:pt x="639" y="37"/>
                  </a:cubicBezTo>
                  <a:cubicBezTo>
                    <a:pt x="655" y="37"/>
                    <a:pt x="671" y="17"/>
                    <a:pt x="708" y="17"/>
                  </a:cubicBez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9"/>
            <p:cNvSpPr/>
            <p:nvPr/>
          </p:nvSpPr>
          <p:spPr>
            <a:xfrm>
              <a:off x="2274173" y="589788"/>
              <a:ext cx="3278" cy="50258"/>
            </a:xfrm>
            <a:custGeom>
              <a:avLst/>
              <a:gdLst/>
              <a:ahLst/>
              <a:cxnLst/>
              <a:rect l="l" t="t" r="r" b="b"/>
              <a:pathLst>
                <a:path w="33" h="506" extrusionOk="0">
                  <a:moveTo>
                    <a:pt x="1" y="1"/>
                  </a:moveTo>
                  <a:lnTo>
                    <a:pt x="1" y="17"/>
                  </a:lnTo>
                  <a:lnTo>
                    <a:pt x="1" y="150"/>
                  </a:lnTo>
                  <a:lnTo>
                    <a:pt x="1" y="187"/>
                  </a:lnTo>
                  <a:lnTo>
                    <a:pt x="1" y="235"/>
                  </a:lnTo>
                  <a:cubicBezTo>
                    <a:pt x="17" y="271"/>
                    <a:pt x="17" y="288"/>
                    <a:pt x="17" y="320"/>
                  </a:cubicBezTo>
                  <a:lnTo>
                    <a:pt x="17" y="235"/>
                  </a:lnTo>
                  <a:lnTo>
                    <a:pt x="17" y="187"/>
                  </a:lnTo>
                  <a:lnTo>
                    <a:pt x="17" y="150"/>
                  </a:lnTo>
                  <a:cubicBezTo>
                    <a:pt x="17" y="102"/>
                    <a:pt x="1" y="49"/>
                    <a:pt x="17" y="17"/>
                  </a:cubicBezTo>
                  <a:lnTo>
                    <a:pt x="1" y="1"/>
                  </a:lnTo>
                  <a:close/>
                  <a:moveTo>
                    <a:pt x="17" y="320"/>
                  </a:moveTo>
                  <a:lnTo>
                    <a:pt x="17" y="421"/>
                  </a:lnTo>
                  <a:lnTo>
                    <a:pt x="17" y="453"/>
                  </a:lnTo>
                  <a:cubicBezTo>
                    <a:pt x="17" y="473"/>
                    <a:pt x="17" y="490"/>
                    <a:pt x="33" y="506"/>
                  </a:cubicBezTo>
                  <a:lnTo>
                    <a:pt x="33" y="490"/>
                  </a:lnTo>
                  <a:lnTo>
                    <a:pt x="33" y="453"/>
                  </a:lnTo>
                  <a:lnTo>
                    <a:pt x="33" y="421"/>
                  </a:lnTo>
                  <a:cubicBezTo>
                    <a:pt x="33" y="389"/>
                    <a:pt x="17" y="352"/>
                    <a:pt x="17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9"/>
            <p:cNvSpPr/>
            <p:nvPr/>
          </p:nvSpPr>
          <p:spPr>
            <a:xfrm>
              <a:off x="2234046" y="501091"/>
              <a:ext cx="16985" cy="8542"/>
            </a:xfrm>
            <a:custGeom>
              <a:avLst/>
              <a:gdLst/>
              <a:ahLst/>
              <a:cxnLst/>
              <a:rect l="l" t="t" r="r" b="b"/>
              <a:pathLst>
                <a:path w="171" h="86" extrusionOk="0">
                  <a:moveTo>
                    <a:pt x="170" y="1"/>
                  </a:moveTo>
                  <a:cubicBezTo>
                    <a:pt x="134" y="1"/>
                    <a:pt x="102" y="17"/>
                    <a:pt x="85" y="33"/>
                  </a:cubicBezTo>
                  <a:cubicBezTo>
                    <a:pt x="69" y="33"/>
                    <a:pt x="69" y="53"/>
                    <a:pt x="53" y="53"/>
                  </a:cubicBezTo>
                  <a:cubicBezTo>
                    <a:pt x="33" y="70"/>
                    <a:pt x="17" y="70"/>
                    <a:pt x="1" y="70"/>
                  </a:cubicBezTo>
                  <a:lnTo>
                    <a:pt x="1" y="86"/>
                  </a:lnTo>
                  <a:cubicBezTo>
                    <a:pt x="17" y="86"/>
                    <a:pt x="33" y="70"/>
                    <a:pt x="53" y="70"/>
                  </a:cubicBezTo>
                  <a:cubicBezTo>
                    <a:pt x="69" y="53"/>
                    <a:pt x="85" y="53"/>
                    <a:pt x="85" y="53"/>
                  </a:cubicBezTo>
                  <a:cubicBezTo>
                    <a:pt x="118" y="17"/>
                    <a:pt x="134" y="17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9"/>
            <p:cNvSpPr/>
            <p:nvPr/>
          </p:nvSpPr>
          <p:spPr>
            <a:xfrm>
              <a:off x="1719245" y="482716"/>
              <a:ext cx="14998" cy="11720"/>
            </a:xfrm>
            <a:custGeom>
              <a:avLst/>
              <a:gdLst/>
              <a:ahLst/>
              <a:cxnLst/>
              <a:rect l="l" t="t" r="r" b="b"/>
              <a:pathLst>
                <a:path w="151" h="118" extrusionOk="0">
                  <a:moveTo>
                    <a:pt x="1" y="117"/>
                  </a:moveTo>
                  <a:lnTo>
                    <a:pt x="1" y="117"/>
                  </a:lnTo>
                  <a:lnTo>
                    <a:pt x="1" y="117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9"/>
            <p:cNvSpPr/>
            <p:nvPr/>
          </p:nvSpPr>
          <p:spPr>
            <a:xfrm>
              <a:off x="1667496" y="81366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lnTo>
                    <a:pt x="639" y="17"/>
                  </a:lnTo>
                  <a:lnTo>
                    <a:pt x="655" y="1"/>
                  </a:lnTo>
                  <a:close/>
                  <a:moveTo>
                    <a:pt x="606" y="17"/>
                  </a:moveTo>
                  <a:cubicBezTo>
                    <a:pt x="554" y="37"/>
                    <a:pt x="522" y="53"/>
                    <a:pt x="485" y="86"/>
                  </a:cubicBezTo>
                  <a:cubicBezTo>
                    <a:pt x="384" y="138"/>
                    <a:pt x="303" y="187"/>
                    <a:pt x="203" y="239"/>
                  </a:cubicBezTo>
                  <a:cubicBezTo>
                    <a:pt x="182" y="255"/>
                    <a:pt x="166" y="272"/>
                    <a:pt x="134" y="288"/>
                  </a:cubicBezTo>
                  <a:cubicBezTo>
                    <a:pt x="102" y="304"/>
                    <a:pt x="49" y="340"/>
                    <a:pt x="1" y="356"/>
                  </a:cubicBezTo>
                  <a:lnTo>
                    <a:pt x="1" y="373"/>
                  </a:lnTo>
                  <a:lnTo>
                    <a:pt x="17" y="373"/>
                  </a:lnTo>
                  <a:cubicBezTo>
                    <a:pt x="49" y="356"/>
                    <a:pt x="102" y="320"/>
                    <a:pt x="150" y="304"/>
                  </a:cubicBezTo>
                  <a:cubicBezTo>
                    <a:pt x="166" y="288"/>
                    <a:pt x="182" y="272"/>
                    <a:pt x="219" y="255"/>
                  </a:cubicBezTo>
                  <a:cubicBezTo>
                    <a:pt x="303" y="203"/>
                    <a:pt x="404" y="154"/>
                    <a:pt x="485" y="102"/>
                  </a:cubicBezTo>
                  <a:cubicBezTo>
                    <a:pt x="522" y="70"/>
                    <a:pt x="570" y="53"/>
                    <a:pt x="606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9"/>
            <p:cNvSpPr/>
            <p:nvPr/>
          </p:nvSpPr>
          <p:spPr>
            <a:xfrm>
              <a:off x="2270995" y="538040"/>
              <a:ext cx="3278" cy="14998"/>
            </a:xfrm>
            <a:custGeom>
              <a:avLst/>
              <a:gdLst/>
              <a:ahLst/>
              <a:cxnLst/>
              <a:rect l="l" t="t" r="r" b="b"/>
              <a:pathLst>
                <a:path w="33" h="151" extrusionOk="0">
                  <a:moveTo>
                    <a:pt x="0" y="1"/>
                  </a:moveTo>
                  <a:lnTo>
                    <a:pt x="0" y="17"/>
                  </a:lnTo>
                  <a:lnTo>
                    <a:pt x="0" y="33"/>
                  </a:lnTo>
                  <a:lnTo>
                    <a:pt x="0" y="134"/>
                  </a:lnTo>
                  <a:lnTo>
                    <a:pt x="16" y="150"/>
                  </a:lnTo>
                  <a:lnTo>
                    <a:pt x="33" y="134"/>
                  </a:lnTo>
                  <a:lnTo>
                    <a:pt x="16" y="134"/>
                  </a:lnTo>
                  <a:cubicBezTo>
                    <a:pt x="0" y="102"/>
                    <a:pt x="16" y="65"/>
                    <a:pt x="16" y="33"/>
                  </a:cubicBezTo>
                  <a:lnTo>
                    <a:pt x="16" y="17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9"/>
            <p:cNvSpPr/>
            <p:nvPr/>
          </p:nvSpPr>
          <p:spPr>
            <a:xfrm>
              <a:off x="2270995" y="556514"/>
              <a:ext cx="3278" cy="14899"/>
            </a:xfrm>
            <a:custGeom>
              <a:avLst/>
              <a:gdLst/>
              <a:ahLst/>
              <a:cxnLst/>
              <a:rect l="l" t="t" r="r" b="b"/>
              <a:pathLst>
                <a:path w="33" h="150" extrusionOk="0">
                  <a:moveTo>
                    <a:pt x="16" y="0"/>
                  </a:moveTo>
                  <a:cubicBezTo>
                    <a:pt x="0" y="17"/>
                    <a:pt x="0" y="17"/>
                    <a:pt x="0" y="33"/>
                  </a:cubicBezTo>
                  <a:cubicBezTo>
                    <a:pt x="16" y="49"/>
                    <a:pt x="16" y="65"/>
                    <a:pt x="16" y="65"/>
                  </a:cubicBezTo>
                  <a:lnTo>
                    <a:pt x="16" y="33"/>
                  </a:lnTo>
                  <a:lnTo>
                    <a:pt x="16" y="17"/>
                  </a:lnTo>
                  <a:lnTo>
                    <a:pt x="33" y="17"/>
                  </a:lnTo>
                  <a:lnTo>
                    <a:pt x="33" y="0"/>
                  </a:lnTo>
                  <a:close/>
                  <a:moveTo>
                    <a:pt x="16" y="65"/>
                  </a:moveTo>
                  <a:lnTo>
                    <a:pt x="16" y="134"/>
                  </a:lnTo>
                  <a:lnTo>
                    <a:pt x="16" y="150"/>
                  </a:lnTo>
                  <a:lnTo>
                    <a:pt x="33" y="150"/>
                  </a:lnTo>
                  <a:lnTo>
                    <a:pt x="33" y="134"/>
                  </a:lnTo>
                  <a:cubicBezTo>
                    <a:pt x="16" y="118"/>
                    <a:pt x="16" y="101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9"/>
            <p:cNvSpPr/>
            <p:nvPr/>
          </p:nvSpPr>
          <p:spPr>
            <a:xfrm>
              <a:off x="1734143" y="875447"/>
              <a:ext cx="77076" cy="62376"/>
            </a:xfrm>
            <a:custGeom>
              <a:avLst/>
              <a:gdLst/>
              <a:ahLst/>
              <a:cxnLst/>
              <a:rect l="l" t="t" r="r" b="b"/>
              <a:pathLst>
                <a:path w="776" h="628" extrusionOk="0">
                  <a:moveTo>
                    <a:pt x="776" y="1"/>
                  </a:moveTo>
                  <a:lnTo>
                    <a:pt x="776" y="1"/>
                  </a:lnTo>
                  <a:cubicBezTo>
                    <a:pt x="760" y="21"/>
                    <a:pt x="743" y="21"/>
                    <a:pt x="723" y="21"/>
                  </a:cubicBezTo>
                  <a:lnTo>
                    <a:pt x="707" y="37"/>
                  </a:lnTo>
                  <a:lnTo>
                    <a:pt x="743" y="37"/>
                  </a:lnTo>
                  <a:cubicBezTo>
                    <a:pt x="760" y="37"/>
                    <a:pt x="776" y="21"/>
                    <a:pt x="776" y="1"/>
                  </a:cubicBezTo>
                  <a:close/>
                  <a:moveTo>
                    <a:pt x="707" y="37"/>
                  </a:moveTo>
                  <a:lnTo>
                    <a:pt x="707" y="37"/>
                  </a:lnTo>
                  <a:cubicBezTo>
                    <a:pt x="675" y="53"/>
                    <a:pt x="622" y="70"/>
                    <a:pt x="590" y="102"/>
                  </a:cubicBezTo>
                  <a:cubicBezTo>
                    <a:pt x="622" y="86"/>
                    <a:pt x="675" y="70"/>
                    <a:pt x="707" y="37"/>
                  </a:cubicBezTo>
                  <a:close/>
                  <a:moveTo>
                    <a:pt x="590" y="102"/>
                  </a:moveTo>
                  <a:lnTo>
                    <a:pt x="590" y="102"/>
                  </a:lnTo>
                  <a:cubicBezTo>
                    <a:pt x="541" y="122"/>
                    <a:pt x="489" y="154"/>
                    <a:pt x="440" y="171"/>
                  </a:cubicBezTo>
                  <a:cubicBezTo>
                    <a:pt x="372" y="203"/>
                    <a:pt x="287" y="239"/>
                    <a:pt x="218" y="272"/>
                  </a:cubicBezTo>
                  <a:cubicBezTo>
                    <a:pt x="170" y="304"/>
                    <a:pt x="117" y="324"/>
                    <a:pt x="85" y="356"/>
                  </a:cubicBezTo>
                  <a:cubicBezTo>
                    <a:pt x="137" y="340"/>
                    <a:pt x="186" y="324"/>
                    <a:pt x="238" y="288"/>
                  </a:cubicBezTo>
                  <a:cubicBezTo>
                    <a:pt x="303" y="255"/>
                    <a:pt x="372" y="223"/>
                    <a:pt x="440" y="187"/>
                  </a:cubicBezTo>
                  <a:cubicBezTo>
                    <a:pt x="489" y="154"/>
                    <a:pt x="541" y="138"/>
                    <a:pt x="590" y="102"/>
                  </a:cubicBezTo>
                  <a:close/>
                  <a:moveTo>
                    <a:pt x="85" y="356"/>
                  </a:moveTo>
                  <a:cubicBezTo>
                    <a:pt x="69" y="356"/>
                    <a:pt x="69" y="356"/>
                    <a:pt x="53" y="373"/>
                  </a:cubicBezTo>
                  <a:lnTo>
                    <a:pt x="36" y="373"/>
                  </a:lnTo>
                  <a:cubicBezTo>
                    <a:pt x="16" y="389"/>
                    <a:pt x="0" y="405"/>
                    <a:pt x="0" y="425"/>
                  </a:cubicBezTo>
                  <a:lnTo>
                    <a:pt x="0" y="591"/>
                  </a:lnTo>
                  <a:lnTo>
                    <a:pt x="0" y="627"/>
                  </a:lnTo>
                  <a:lnTo>
                    <a:pt x="16" y="627"/>
                  </a:lnTo>
                  <a:cubicBezTo>
                    <a:pt x="16" y="607"/>
                    <a:pt x="0" y="591"/>
                    <a:pt x="16" y="591"/>
                  </a:cubicBezTo>
                  <a:lnTo>
                    <a:pt x="16" y="425"/>
                  </a:lnTo>
                  <a:cubicBezTo>
                    <a:pt x="16" y="405"/>
                    <a:pt x="16" y="389"/>
                    <a:pt x="36" y="389"/>
                  </a:cubicBezTo>
                  <a:cubicBezTo>
                    <a:pt x="53" y="389"/>
                    <a:pt x="53" y="389"/>
                    <a:pt x="69" y="373"/>
                  </a:cubicBezTo>
                  <a:lnTo>
                    <a:pt x="85" y="3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9"/>
            <p:cNvSpPr/>
            <p:nvPr/>
          </p:nvSpPr>
          <p:spPr>
            <a:xfrm>
              <a:off x="2315890" y="591377"/>
              <a:ext cx="55523" cy="18574"/>
            </a:xfrm>
            <a:custGeom>
              <a:avLst/>
              <a:gdLst/>
              <a:ahLst/>
              <a:cxnLst/>
              <a:rect l="l" t="t" r="r" b="b"/>
              <a:pathLst>
                <a:path w="559" h="187" extrusionOk="0">
                  <a:moveTo>
                    <a:pt x="558" y="187"/>
                  </a:moveTo>
                  <a:lnTo>
                    <a:pt x="558" y="187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58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9"/>
            <p:cNvSpPr/>
            <p:nvPr/>
          </p:nvSpPr>
          <p:spPr>
            <a:xfrm>
              <a:off x="2239310" y="581345"/>
              <a:ext cx="18077" cy="8542"/>
            </a:xfrm>
            <a:custGeom>
              <a:avLst/>
              <a:gdLst/>
              <a:ahLst/>
              <a:cxnLst/>
              <a:rect l="l" t="t" r="r" b="b"/>
              <a:pathLst>
                <a:path w="182" h="86" extrusionOk="0">
                  <a:moveTo>
                    <a:pt x="166" y="1"/>
                  </a:moveTo>
                  <a:cubicBezTo>
                    <a:pt x="150" y="1"/>
                    <a:pt x="117" y="17"/>
                    <a:pt x="101" y="17"/>
                  </a:cubicBezTo>
                  <a:cubicBezTo>
                    <a:pt x="101" y="33"/>
                    <a:pt x="81" y="33"/>
                    <a:pt x="81" y="33"/>
                  </a:cubicBezTo>
                  <a:lnTo>
                    <a:pt x="65" y="53"/>
                  </a:lnTo>
                  <a:cubicBezTo>
                    <a:pt x="32" y="70"/>
                    <a:pt x="16" y="70"/>
                    <a:pt x="0" y="86"/>
                  </a:cubicBezTo>
                  <a:cubicBezTo>
                    <a:pt x="32" y="86"/>
                    <a:pt x="49" y="70"/>
                    <a:pt x="65" y="70"/>
                  </a:cubicBezTo>
                  <a:cubicBezTo>
                    <a:pt x="65" y="53"/>
                    <a:pt x="81" y="53"/>
                    <a:pt x="81" y="53"/>
                  </a:cubicBezTo>
                  <a:cubicBezTo>
                    <a:pt x="101" y="53"/>
                    <a:pt x="101" y="33"/>
                    <a:pt x="117" y="33"/>
                  </a:cubicBezTo>
                  <a:cubicBezTo>
                    <a:pt x="133" y="17"/>
                    <a:pt x="150" y="17"/>
                    <a:pt x="166" y="17"/>
                  </a:cubicBezTo>
                  <a:lnTo>
                    <a:pt x="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9"/>
            <p:cNvSpPr/>
            <p:nvPr/>
          </p:nvSpPr>
          <p:spPr>
            <a:xfrm>
              <a:off x="2285794" y="446164"/>
              <a:ext cx="60290" cy="24931"/>
            </a:xfrm>
            <a:custGeom>
              <a:avLst/>
              <a:gdLst/>
              <a:ahLst/>
              <a:cxnLst/>
              <a:rect l="l" t="t" r="r" b="b"/>
              <a:pathLst>
                <a:path w="607" h="251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49"/>
                    <a:pt x="138" y="65"/>
                    <a:pt x="219" y="102"/>
                  </a:cubicBezTo>
                  <a:cubicBezTo>
                    <a:pt x="271" y="118"/>
                    <a:pt x="304" y="134"/>
                    <a:pt x="356" y="150"/>
                  </a:cubicBezTo>
                  <a:cubicBezTo>
                    <a:pt x="320" y="134"/>
                    <a:pt x="271" y="102"/>
                    <a:pt x="219" y="81"/>
                  </a:cubicBezTo>
                  <a:cubicBezTo>
                    <a:pt x="138" y="65"/>
                    <a:pt x="69" y="33"/>
                    <a:pt x="1" y="1"/>
                  </a:cubicBezTo>
                  <a:close/>
                  <a:moveTo>
                    <a:pt x="356" y="150"/>
                  </a:moveTo>
                  <a:lnTo>
                    <a:pt x="356" y="150"/>
                  </a:lnTo>
                  <a:cubicBezTo>
                    <a:pt x="421" y="182"/>
                    <a:pt x="489" y="203"/>
                    <a:pt x="558" y="235"/>
                  </a:cubicBezTo>
                  <a:lnTo>
                    <a:pt x="574" y="235"/>
                  </a:lnTo>
                  <a:cubicBezTo>
                    <a:pt x="590" y="235"/>
                    <a:pt x="590" y="251"/>
                    <a:pt x="607" y="251"/>
                  </a:cubicBezTo>
                  <a:lnTo>
                    <a:pt x="607" y="235"/>
                  </a:lnTo>
                  <a:lnTo>
                    <a:pt x="590" y="235"/>
                  </a:lnTo>
                  <a:cubicBezTo>
                    <a:pt x="574" y="219"/>
                    <a:pt x="574" y="219"/>
                    <a:pt x="558" y="219"/>
                  </a:cubicBezTo>
                  <a:cubicBezTo>
                    <a:pt x="489" y="203"/>
                    <a:pt x="421" y="166"/>
                    <a:pt x="356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9"/>
            <p:cNvSpPr/>
            <p:nvPr/>
          </p:nvSpPr>
          <p:spPr>
            <a:xfrm>
              <a:off x="1690738" y="496323"/>
              <a:ext cx="43504" cy="31784"/>
            </a:xfrm>
            <a:custGeom>
              <a:avLst/>
              <a:gdLst/>
              <a:ahLst/>
              <a:cxnLst/>
              <a:rect l="l" t="t" r="r" b="b"/>
              <a:pathLst>
                <a:path w="438" h="320" extrusionOk="0">
                  <a:moveTo>
                    <a:pt x="421" y="0"/>
                  </a:moveTo>
                  <a:lnTo>
                    <a:pt x="1" y="32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9"/>
            <p:cNvSpPr/>
            <p:nvPr/>
          </p:nvSpPr>
          <p:spPr>
            <a:xfrm>
              <a:off x="2369625" y="680074"/>
              <a:ext cx="8145" cy="3278"/>
            </a:xfrm>
            <a:custGeom>
              <a:avLst/>
              <a:gdLst/>
              <a:ahLst/>
              <a:cxnLst/>
              <a:rect l="l" t="t" r="r" b="b"/>
              <a:pathLst>
                <a:path w="82" h="33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3" y="17"/>
                    <a:pt x="49" y="33"/>
                  </a:cubicBezTo>
                  <a:lnTo>
                    <a:pt x="82" y="33"/>
                  </a:lnTo>
                  <a:lnTo>
                    <a:pt x="82" y="17"/>
                  </a:lnTo>
                  <a:lnTo>
                    <a:pt x="49" y="17"/>
                  </a:lnTo>
                  <a:cubicBezTo>
                    <a:pt x="33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9"/>
            <p:cNvSpPr/>
            <p:nvPr/>
          </p:nvSpPr>
          <p:spPr>
            <a:xfrm>
              <a:off x="2476399" y="936134"/>
              <a:ext cx="175805" cy="44994"/>
            </a:xfrm>
            <a:custGeom>
              <a:avLst/>
              <a:gdLst/>
              <a:ahLst/>
              <a:cxnLst/>
              <a:rect l="l" t="t" r="r" b="b"/>
              <a:pathLst>
                <a:path w="1770" h="453" extrusionOk="0">
                  <a:moveTo>
                    <a:pt x="42" y="1"/>
                  </a:moveTo>
                  <a:cubicBezTo>
                    <a:pt x="32" y="1"/>
                    <a:pt x="19" y="6"/>
                    <a:pt x="0" y="16"/>
                  </a:cubicBezTo>
                  <a:cubicBezTo>
                    <a:pt x="37" y="16"/>
                    <a:pt x="53" y="16"/>
                    <a:pt x="69" y="32"/>
                  </a:cubicBezTo>
                  <a:cubicBezTo>
                    <a:pt x="85" y="32"/>
                    <a:pt x="101" y="48"/>
                    <a:pt x="118" y="48"/>
                  </a:cubicBezTo>
                  <a:lnTo>
                    <a:pt x="154" y="48"/>
                  </a:lnTo>
                  <a:cubicBezTo>
                    <a:pt x="287" y="81"/>
                    <a:pt x="388" y="117"/>
                    <a:pt x="489" y="133"/>
                  </a:cubicBezTo>
                  <a:cubicBezTo>
                    <a:pt x="590" y="166"/>
                    <a:pt x="675" y="182"/>
                    <a:pt x="760" y="218"/>
                  </a:cubicBezTo>
                  <a:cubicBezTo>
                    <a:pt x="825" y="234"/>
                    <a:pt x="877" y="250"/>
                    <a:pt x="926" y="267"/>
                  </a:cubicBezTo>
                  <a:cubicBezTo>
                    <a:pt x="962" y="267"/>
                    <a:pt x="994" y="267"/>
                    <a:pt x="1027" y="283"/>
                  </a:cubicBezTo>
                  <a:cubicBezTo>
                    <a:pt x="1063" y="283"/>
                    <a:pt x="1111" y="299"/>
                    <a:pt x="1164" y="319"/>
                  </a:cubicBezTo>
                  <a:cubicBezTo>
                    <a:pt x="1196" y="335"/>
                    <a:pt x="1229" y="335"/>
                    <a:pt x="1281" y="351"/>
                  </a:cubicBezTo>
                  <a:cubicBezTo>
                    <a:pt x="1313" y="351"/>
                    <a:pt x="1350" y="368"/>
                    <a:pt x="1382" y="384"/>
                  </a:cubicBezTo>
                  <a:cubicBezTo>
                    <a:pt x="1451" y="400"/>
                    <a:pt x="1499" y="420"/>
                    <a:pt x="1568" y="420"/>
                  </a:cubicBezTo>
                  <a:cubicBezTo>
                    <a:pt x="1515" y="400"/>
                    <a:pt x="1451" y="384"/>
                    <a:pt x="1382" y="368"/>
                  </a:cubicBezTo>
                  <a:cubicBezTo>
                    <a:pt x="1350" y="351"/>
                    <a:pt x="1313" y="351"/>
                    <a:pt x="1281" y="335"/>
                  </a:cubicBezTo>
                  <a:cubicBezTo>
                    <a:pt x="1249" y="335"/>
                    <a:pt x="1196" y="319"/>
                    <a:pt x="1164" y="299"/>
                  </a:cubicBezTo>
                  <a:cubicBezTo>
                    <a:pt x="1111" y="283"/>
                    <a:pt x="1079" y="283"/>
                    <a:pt x="1027" y="267"/>
                  </a:cubicBezTo>
                  <a:cubicBezTo>
                    <a:pt x="994" y="267"/>
                    <a:pt x="962" y="250"/>
                    <a:pt x="946" y="250"/>
                  </a:cubicBezTo>
                  <a:cubicBezTo>
                    <a:pt x="877" y="234"/>
                    <a:pt x="825" y="218"/>
                    <a:pt x="776" y="198"/>
                  </a:cubicBezTo>
                  <a:cubicBezTo>
                    <a:pt x="675" y="182"/>
                    <a:pt x="590" y="149"/>
                    <a:pt x="505" y="133"/>
                  </a:cubicBezTo>
                  <a:cubicBezTo>
                    <a:pt x="404" y="97"/>
                    <a:pt x="287" y="65"/>
                    <a:pt x="154" y="32"/>
                  </a:cubicBezTo>
                  <a:lnTo>
                    <a:pt x="118" y="32"/>
                  </a:lnTo>
                  <a:cubicBezTo>
                    <a:pt x="101" y="32"/>
                    <a:pt x="85" y="32"/>
                    <a:pt x="69" y="16"/>
                  </a:cubicBezTo>
                  <a:cubicBezTo>
                    <a:pt x="61" y="6"/>
                    <a:pt x="53" y="1"/>
                    <a:pt x="42" y="1"/>
                  </a:cubicBezTo>
                  <a:close/>
                  <a:moveTo>
                    <a:pt x="1568" y="420"/>
                  </a:moveTo>
                  <a:cubicBezTo>
                    <a:pt x="1584" y="436"/>
                    <a:pt x="1600" y="436"/>
                    <a:pt x="1616" y="436"/>
                  </a:cubicBezTo>
                  <a:cubicBezTo>
                    <a:pt x="1669" y="452"/>
                    <a:pt x="1717" y="452"/>
                    <a:pt x="1754" y="452"/>
                  </a:cubicBezTo>
                  <a:lnTo>
                    <a:pt x="1770" y="452"/>
                  </a:lnTo>
                  <a:cubicBezTo>
                    <a:pt x="1717" y="452"/>
                    <a:pt x="1669" y="436"/>
                    <a:pt x="1616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9"/>
            <p:cNvSpPr/>
            <p:nvPr/>
          </p:nvSpPr>
          <p:spPr>
            <a:xfrm>
              <a:off x="2281027" y="706991"/>
              <a:ext cx="3278" cy="8145"/>
            </a:xfrm>
            <a:custGeom>
              <a:avLst/>
              <a:gdLst/>
              <a:ahLst/>
              <a:cxnLst/>
              <a:rect l="l" t="t" r="r" b="b"/>
              <a:pathLst>
                <a:path w="33" h="82" extrusionOk="0">
                  <a:moveTo>
                    <a:pt x="0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6" y="81"/>
                  </a:lnTo>
                  <a:lnTo>
                    <a:pt x="32" y="81"/>
                  </a:lnTo>
                  <a:lnTo>
                    <a:pt x="32" y="65"/>
                  </a:lnTo>
                  <a:lnTo>
                    <a:pt x="16" y="65"/>
                  </a:lnTo>
                  <a:lnTo>
                    <a:pt x="16" y="49"/>
                  </a:lnTo>
                  <a:cubicBezTo>
                    <a:pt x="16" y="33"/>
                    <a:pt x="0" y="16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9"/>
            <p:cNvSpPr/>
            <p:nvPr/>
          </p:nvSpPr>
          <p:spPr>
            <a:xfrm>
              <a:off x="2315890" y="372365"/>
              <a:ext cx="18574" cy="8542"/>
            </a:xfrm>
            <a:custGeom>
              <a:avLst/>
              <a:gdLst/>
              <a:ahLst/>
              <a:cxnLst/>
              <a:rect l="l" t="t" r="r" b="b"/>
              <a:pathLst>
                <a:path w="187" h="86" extrusionOk="0">
                  <a:moveTo>
                    <a:pt x="17" y="0"/>
                  </a:moveTo>
                  <a:lnTo>
                    <a:pt x="1" y="16"/>
                  </a:lnTo>
                  <a:lnTo>
                    <a:pt x="17" y="16"/>
                  </a:lnTo>
                  <a:cubicBezTo>
                    <a:pt x="69" y="37"/>
                    <a:pt x="118" y="69"/>
                    <a:pt x="186" y="85"/>
                  </a:cubicBezTo>
                  <a:lnTo>
                    <a:pt x="186" y="69"/>
                  </a:lnTo>
                  <a:cubicBezTo>
                    <a:pt x="138" y="53"/>
                    <a:pt x="69" y="3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9"/>
            <p:cNvSpPr/>
            <p:nvPr/>
          </p:nvSpPr>
          <p:spPr>
            <a:xfrm>
              <a:off x="1662331" y="787246"/>
              <a:ext cx="70223" cy="40227"/>
            </a:xfrm>
            <a:custGeom>
              <a:avLst/>
              <a:gdLst/>
              <a:ahLst/>
              <a:cxnLst/>
              <a:rect l="l" t="t" r="r" b="b"/>
              <a:pathLst>
                <a:path w="707" h="405" extrusionOk="0">
                  <a:moveTo>
                    <a:pt x="707" y="0"/>
                  </a:moveTo>
                  <a:cubicBezTo>
                    <a:pt x="675" y="0"/>
                    <a:pt x="658" y="16"/>
                    <a:pt x="638" y="33"/>
                  </a:cubicBezTo>
                  <a:cubicBezTo>
                    <a:pt x="658" y="33"/>
                    <a:pt x="675" y="16"/>
                    <a:pt x="707" y="16"/>
                  </a:cubicBezTo>
                  <a:lnTo>
                    <a:pt x="707" y="0"/>
                  </a:lnTo>
                  <a:close/>
                  <a:moveTo>
                    <a:pt x="638" y="33"/>
                  </a:moveTo>
                  <a:cubicBezTo>
                    <a:pt x="622" y="33"/>
                    <a:pt x="622" y="33"/>
                    <a:pt x="606" y="49"/>
                  </a:cubicBezTo>
                  <a:cubicBezTo>
                    <a:pt x="505" y="101"/>
                    <a:pt x="404" y="166"/>
                    <a:pt x="287" y="235"/>
                  </a:cubicBezTo>
                  <a:cubicBezTo>
                    <a:pt x="218" y="267"/>
                    <a:pt x="154" y="319"/>
                    <a:pt x="69" y="352"/>
                  </a:cubicBezTo>
                  <a:lnTo>
                    <a:pt x="69" y="368"/>
                  </a:lnTo>
                  <a:cubicBezTo>
                    <a:pt x="53" y="368"/>
                    <a:pt x="32" y="384"/>
                    <a:pt x="16" y="384"/>
                  </a:cubicBezTo>
                  <a:lnTo>
                    <a:pt x="0" y="384"/>
                  </a:lnTo>
                  <a:lnTo>
                    <a:pt x="16" y="404"/>
                  </a:lnTo>
                  <a:cubicBezTo>
                    <a:pt x="32" y="404"/>
                    <a:pt x="53" y="384"/>
                    <a:pt x="69" y="384"/>
                  </a:cubicBezTo>
                  <a:lnTo>
                    <a:pt x="85" y="368"/>
                  </a:lnTo>
                  <a:cubicBezTo>
                    <a:pt x="154" y="336"/>
                    <a:pt x="218" y="283"/>
                    <a:pt x="303" y="235"/>
                  </a:cubicBezTo>
                  <a:cubicBezTo>
                    <a:pt x="404" y="182"/>
                    <a:pt x="505" y="117"/>
                    <a:pt x="622" y="49"/>
                  </a:cubicBezTo>
                  <a:cubicBezTo>
                    <a:pt x="622" y="49"/>
                    <a:pt x="638" y="49"/>
                    <a:pt x="638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9"/>
            <p:cNvSpPr/>
            <p:nvPr/>
          </p:nvSpPr>
          <p:spPr>
            <a:xfrm>
              <a:off x="1669085" y="755164"/>
              <a:ext cx="63469" cy="36949"/>
            </a:xfrm>
            <a:custGeom>
              <a:avLst/>
              <a:gdLst/>
              <a:ahLst/>
              <a:cxnLst/>
              <a:rect l="l" t="t" r="r" b="b"/>
              <a:pathLst>
                <a:path w="639" h="372" extrusionOk="0">
                  <a:moveTo>
                    <a:pt x="639" y="0"/>
                  </a:moveTo>
                  <a:cubicBezTo>
                    <a:pt x="623" y="0"/>
                    <a:pt x="590" y="0"/>
                    <a:pt x="570" y="20"/>
                  </a:cubicBezTo>
                  <a:cubicBezTo>
                    <a:pt x="437" y="101"/>
                    <a:pt x="304" y="170"/>
                    <a:pt x="187" y="255"/>
                  </a:cubicBezTo>
                  <a:cubicBezTo>
                    <a:pt x="134" y="271"/>
                    <a:pt x="102" y="303"/>
                    <a:pt x="49" y="339"/>
                  </a:cubicBezTo>
                  <a:cubicBezTo>
                    <a:pt x="33" y="339"/>
                    <a:pt x="33" y="339"/>
                    <a:pt x="17" y="356"/>
                  </a:cubicBezTo>
                  <a:lnTo>
                    <a:pt x="1" y="356"/>
                  </a:lnTo>
                  <a:lnTo>
                    <a:pt x="1" y="372"/>
                  </a:lnTo>
                  <a:lnTo>
                    <a:pt x="17" y="372"/>
                  </a:lnTo>
                  <a:lnTo>
                    <a:pt x="33" y="356"/>
                  </a:lnTo>
                  <a:cubicBezTo>
                    <a:pt x="33" y="356"/>
                    <a:pt x="49" y="356"/>
                    <a:pt x="65" y="339"/>
                  </a:cubicBezTo>
                  <a:cubicBezTo>
                    <a:pt x="102" y="323"/>
                    <a:pt x="150" y="287"/>
                    <a:pt x="203" y="255"/>
                  </a:cubicBezTo>
                  <a:cubicBezTo>
                    <a:pt x="320" y="186"/>
                    <a:pt x="437" y="121"/>
                    <a:pt x="570" y="36"/>
                  </a:cubicBezTo>
                  <a:lnTo>
                    <a:pt x="590" y="36"/>
                  </a:lnTo>
                  <a:cubicBezTo>
                    <a:pt x="607" y="20"/>
                    <a:pt x="623" y="0"/>
                    <a:pt x="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9"/>
            <p:cNvSpPr/>
            <p:nvPr/>
          </p:nvSpPr>
          <p:spPr>
            <a:xfrm>
              <a:off x="2190740" y="937723"/>
              <a:ext cx="3278" cy="43405"/>
            </a:xfrm>
            <a:custGeom>
              <a:avLst/>
              <a:gdLst/>
              <a:ahLst/>
              <a:cxnLst/>
              <a:rect l="l" t="t" r="r" b="b"/>
              <a:pathLst>
                <a:path w="33" h="437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close/>
                  <a:moveTo>
                    <a:pt x="16" y="16"/>
                  </a:moveTo>
                  <a:cubicBezTo>
                    <a:pt x="0" y="81"/>
                    <a:pt x="16" y="166"/>
                    <a:pt x="16" y="234"/>
                  </a:cubicBezTo>
                  <a:lnTo>
                    <a:pt x="16" y="420"/>
                  </a:lnTo>
                  <a:lnTo>
                    <a:pt x="33" y="436"/>
                  </a:lnTo>
                  <a:lnTo>
                    <a:pt x="33" y="420"/>
                  </a:lnTo>
                  <a:lnTo>
                    <a:pt x="33" y="234"/>
                  </a:lnTo>
                  <a:cubicBezTo>
                    <a:pt x="16" y="166"/>
                    <a:pt x="16" y="81"/>
                    <a:pt x="16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9"/>
            <p:cNvSpPr/>
            <p:nvPr/>
          </p:nvSpPr>
          <p:spPr>
            <a:xfrm>
              <a:off x="1679117" y="740265"/>
              <a:ext cx="55125" cy="33373"/>
            </a:xfrm>
            <a:custGeom>
              <a:avLst/>
              <a:gdLst/>
              <a:ahLst/>
              <a:cxnLst/>
              <a:rect l="l" t="t" r="r" b="b"/>
              <a:pathLst>
                <a:path w="555" h="336" extrusionOk="0">
                  <a:moveTo>
                    <a:pt x="554" y="1"/>
                  </a:moveTo>
                  <a:cubicBezTo>
                    <a:pt x="538" y="1"/>
                    <a:pt x="522" y="1"/>
                    <a:pt x="506" y="17"/>
                  </a:cubicBezTo>
                  <a:cubicBezTo>
                    <a:pt x="453" y="49"/>
                    <a:pt x="388" y="102"/>
                    <a:pt x="320" y="134"/>
                  </a:cubicBezTo>
                  <a:cubicBezTo>
                    <a:pt x="287" y="150"/>
                    <a:pt x="251" y="170"/>
                    <a:pt x="219" y="203"/>
                  </a:cubicBezTo>
                  <a:cubicBezTo>
                    <a:pt x="251" y="186"/>
                    <a:pt x="287" y="170"/>
                    <a:pt x="336" y="150"/>
                  </a:cubicBezTo>
                  <a:cubicBezTo>
                    <a:pt x="388" y="102"/>
                    <a:pt x="453" y="69"/>
                    <a:pt x="522" y="33"/>
                  </a:cubicBezTo>
                  <a:cubicBezTo>
                    <a:pt x="522" y="17"/>
                    <a:pt x="538" y="17"/>
                    <a:pt x="554" y="17"/>
                  </a:cubicBezTo>
                  <a:lnTo>
                    <a:pt x="554" y="1"/>
                  </a:lnTo>
                  <a:close/>
                  <a:moveTo>
                    <a:pt x="219" y="203"/>
                  </a:moveTo>
                  <a:cubicBezTo>
                    <a:pt x="203" y="203"/>
                    <a:pt x="166" y="219"/>
                    <a:pt x="150" y="235"/>
                  </a:cubicBezTo>
                  <a:cubicBezTo>
                    <a:pt x="102" y="271"/>
                    <a:pt x="49" y="304"/>
                    <a:pt x="1" y="320"/>
                  </a:cubicBezTo>
                  <a:lnTo>
                    <a:pt x="1" y="336"/>
                  </a:lnTo>
                  <a:lnTo>
                    <a:pt x="17" y="336"/>
                  </a:lnTo>
                  <a:cubicBezTo>
                    <a:pt x="65" y="304"/>
                    <a:pt x="118" y="287"/>
                    <a:pt x="166" y="251"/>
                  </a:cubicBezTo>
                  <a:cubicBezTo>
                    <a:pt x="186" y="235"/>
                    <a:pt x="203" y="219"/>
                    <a:pt x="219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9"/>
            <p:cNvSpPr/>
            <p:nvPr/>
          </p:nvSpPr>
          <p:spPr>
            <a:xfrm>
              <a:off x="2342807" y="382397"/>
              <a:ext cx="21752" cy="70322"/>
            </a:xfrm>
            <a:custGeom>
              <a:avLst/>
              <a:gdLst/>
              <a:ahLst/>
              <a:cxnLst/>
              <a:rect l="l" t="t" r="r" b="b"/>
              <a:pathLst>
                <a:path w="219" h="70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16"/>
                    <a:pt x="33" y="37"/>
                    <a:pt x="49" y="37"/>
                  </a:cubicBezTo>
                  <a:cubicBezTo>
                    <a:pt x="69" y="37"/>
                    <a:pt x="69" y="53"/>
                    <a:pt x="85" y="53"/>
                  </a:cubicBezTo>
                  <a:cubicBezTo>
                    <a:pt x="101" y="53"/>
                    <a:pt x="117" y="69"/>
                    <a:pt x="117" y="69"/>
                  </a:cubicBezTo>
                  <a:cubicBezTo>
                    <a:pt x="134" y="69"/>
                    <a:pt x="150" y="69"/>
                    <a:pt x="150" y="101"/>
                  </a:cubicBezTo>
                  <a:lnTo>
                    <a:pt x="150" y="170"/>
                  </a:lnTo>
                  <a:cubicBezTo>
                    <a:pt x="150" y="186"/>
                    <a:pt x="150" y="202"/>
                    <a:pt x="170" y="218"/>
                  </a:cubicBezTo>
                  <a:lnTo>
                    <a:pt x="170" y="170"/>
                  </a:lnTo>
                  <a:lnTo>
                    <a:pt x="170" y="101"/>
                  </a:lnTo>
                  <a:cubicBezTo>
                    <a:pt x="170" y="69"/>
                    <a:pt x="150" y="53"/>
                    <a:pt x="117" y="53"/>
                  </a:cubicBezTo>
                  <a:cubicBezTo>
                    <a:pt x="117" y="53"/>
                    <a:pt x="101" y="53"/>
                    <a:pt x="101" y="37"/>
                  </a:cubicBezTo>
                  <a:lnTo>
                    <a:pt x="85" y="37"/>
                  </a:lnTo>
                  <a:cubicBezTo>
                    <a:pt x="69" y="37"/>
                    <a:pt x="69" y="37"/>
                    <a:pt x="49" y="16"/>
                  </a:cubicBezTo>
                  <a:cubicBezTo>
                    <a:pt x="33" y="16"/>
                    <a:pt x="16" y="16"/>
                    <a:pt x="0" y="0"/>
                  </a:cubicBezTo>
                  <a:close/>
                  <a:moveTo>
                    <a:pt x="170" y="239"/>
                  </a:moveTo>
                  <a:lnTo>
                    <a:pt x="170" y="303"/>
                  </a:lnTo>
                  <a:cubicBezTo>
                    <a:pt x="186" y="287"/>
                    <a:pt x="186" y="255"/>
                    <a:pt x="170" y="239"/>
                  </a:cubicBezTo>
                  <a:close/>
                  <a:moveTo>
                    <a:pt x="170" y="303"/>
                  </a:moveTo>
                  <a:cubicBezTo>
                    <a:pt x="150" y="319"/>
                    <a:pt x="170" y="319"/>
                    <a:pt x="170" y="340"/>
                  </a:cubicBezTo>
                  <a:lnTo>
                    <a:pt x="170" y="356"/>
                  </a:lnTo>
                  <a:lnTo>
                    <a:pt x="170" y="388"/>
                  </a:lnTo>
                  <a:cubicBezTo>
                    <a:pt x="186" y="404"/>
                    <a:pt x="186" y="420"/>
                    <a:pt x="170" y="441"/>
                  </a:cubicBezTo>
                  <a:lnTo>
                    <a:pt x="170" y="457"/>
                  </a:lnTo>
                  <a:cubicBezTo>
                    <a:pt x="186" y="457"/>
                    <a:pt x="186" y="473"/>
                    <a:pt x="186" y="505"/>
                  </a:cubicBezTo>
                  <a:lnTo>
                    <a:pt x="186" y="542"/>
                  </a:lnTo>
                  <a:cubicBezTo>
                    <a:pt x="202" y="558"/>
                    <a:pt x="202" y="590"/>
                    <a:pt x="186" y="622"/>
                  </a:cubicBezTo>
                  <a:cubicBezTo>
                    <a:pt x="186" y="643"/>
                    <a:pt x="202" y="643"/>
                    <a:pt x="202" y="659"/>
                  </a:cubicBezTo>
                  <a:lnTo>
                    <a:pt x="202" y="622"/>
                  </a:lnTo>
                  <a:lnTo>
                    <a:pt x="202" y="542"/>
                  </a:lnTo>
                  <a:lnTo>
                    <a:pt x="202" y="505"/>
                  </a:lnTo>
                  <a:cubicBezTo>
                    <a:pt x="202" y="473"/>
                    <a:pt x="202" y="457"/>
                    <a:pt x="186" y="441"/>
                  </a:cubicBezTo>
                  <a:lnTo>
                    <a:pt x="186" y="388"/>
                  </a:lnTo>
                  <a:lnTo>
                    <a:pt x="186" y="356"/>
                  </a:lnTo>
                  <a:lnTo>
                    <a:pt x="186" y="319"/>
                  </a:lnTo>
                  <a:cubicBezTo>
                    <a:pt x="170" y="319"/>
                    <a:pt x="170" y="319"/>
                    <a:pt x="170" y="303"/>
                  </a:cubicBezTo>
                  <a:close/>
                  <a:moveTo>
                    <a:pt x="202" y="659"/>
                  </a:moveTo>
                  <a:cubicBezTo>
                    <a:pt x="202" y="675"/>
                    <a:pt x="202" y="691"/>
                    <a:pt x="186" y="691"/>
                  </a:cubicBezTo>
                  <a:lnTo>
                    <a:pt x="202" y="707"/>
                  </a:lnTo>
                  <a:cubicBezTo>
                    <a:pt x="218" y="691"/>
                    <a:pt x="218" y="675"/>
                    <a:pt x="202" y="6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9"/>
            <p:cNvSpPr/>
            <p:nvPr/>
          </p:nvSpPr>
          <p:spPr>
            <a:xfrm>
              <a:off x="2456335" y="419247"/>
              <a:ext cx="3675" cy="33473"/>
            </a:xfrm>
            <a:custGeom>
              <a:avLst/>
              <a:gdLst/>
              <a:ahLst/>
              <a:cxnLst/>
              <a:rect l="l" t="t" r="r" b="b"/>
              <a:pathLst>
                <a:path w="37" h="337" extrusionOk="0">
                  <a:moveTo>
                    <a:pt x="1" y="1"/>
                  </a:moveTo>
                  <a:lnTo>
                    <a:pt x="1" y="33"/>
                  </a:lnTo>
                  <a:lnTo>
                    <a:pt x="1" y="70"/>
                  </a:lnTo>
                  <a:lnTo>
                    <a:pt x="1" y="171"/>
                  </a:lnTo>
                  <a:cubicBezTo>
                    <a:pt x="17" y="203"/>
                    <a:pt x="17" y="251"/>
                    <a:pt x="17" y="288"/>
                  </a:cubicBezTo>
                  <a:lnTo>
                    <a:pt x="17" y="320"/>
                  </a:lnTo>
                  <a:lnTo>
                    <a:pt x="37" y="336"/>
                  </a:lnTo>
                  <a:lnTo>
                    <a:pt x="37" y="320"/>
                  </a:lnTo>
                  <a:lnTo>
                    <a:pt x="37" y="288"/>
                  </a:lnTo>
                  <a:cubicBezTo>
                    <a:pt x="37" y="251"/>
                    <a:pt x="37" y="203"/>
                    <a:pt x="17" y="150"/>
                  </a:cubicBezTo>
                  <a:lnTo>
                    <a:pt x="17" y="49"/>
                  </a:lnTo>
                  <a:lnTo>
                    <a:pt x="17" y="33"/>
                  </a:lnTo>
                  <a:cubicBezTo>
                    <a:pt x="17" y="33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9"/>
            <p:cNvSpPr/>
            <p:nvPr/>
          </p:nvSpPr>
          <p:spPr>
            <a:xfrm>
              <a:off x="1679117" y="449342"/>
              <a:ext cx="60290" cy="45094"/>
            </a:xfrm>
            <a:custGeom>
              <a:avLst/>
              <a:gdLst/>
              <a:ahLst/>
              <a:cxnLst/>
              <a:rect l="l" t="t" r="r" b="b"/>
              <a:pathLst>
                <a:path w="607" h="454" extrusionOk="0">
                  <a:moveTo>
                    <a:pt x="607" y="1"/>
                  </a:moveTo>
                  <a:cubicBezTo>
                    <a:pt x="590" y="1"/>
                    <a:pt x="570" y="1"/>
                    <a:pt x="554" y="17"/>
                  </a:cubicBezTo>
                  <a:cubicBezTo>
                    <a:pt x="489" y="86"/>
                    <a:pt x="405" y="134"/>
                    <a:pt x="336" y="187"/>
                  </a:cubicBezTo>
                  <a:cubicBezTo>
                    <a:pt x="235" y="271"/>
                    <a:pt x="118" y="352"/>
                    <a:pt x="17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118" y="372"/>
                    <a:pt x="235" y="288"/>
                    <a:pt x="336" y="203"/>
                  </a:cubicBezTo>
                  <a:cubicBezTo>
                    <a:pt x="421" y="150"/>
                    <a:pt x="489" y="86"/>
                    <a:pt x="554" y="33"/>
                  </a:cubicBezTo>
                  <a:cubicBezTo>
                    <a:pt x="570" y="17"/>
                    <a:pt x="590" y="17"/>
                    <a:pt x="607" y="17"/>
                  </a:cubicBezTo>
                  <a:lnTo>
                    <a:pt x="6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9"/>
            <p:cNvSpPr/>
            <p:nvPr/>
          </p:nvSpPr>
          <p:spPr>
            <a:xfrm>
              <a:off x="1660643" y="496323"/>
              <a:ext cx="14998" cy="379223"/>
            </a:xfrm>
            <a:custGeom>
              <a:avLst/>
              <a:gdLst/>
              <a:ahLst/>
              <a:cxnLst/>
              <a:rect l="l" t="t" r="r" b="b"/>
              <a:pathLst>
                <a:path w="151" h="3818" extrusionOk="0">
                  <a:moveTo>
                    <a:pt x="150" y="0"/>
                  </a:moveTo>
                  <a:cubicBezTo>
                    <a:pt x="118" y="17"/>
                    <a:pt x="118" y="33"/>
                    <a:pt x="118" y="49"/>
                  </a:cubicBezTo>
                  <a:lnTo>
                    <a:pt x="118" y="65"/>
                  </a:lnTo>
                  <a:cubicBezTo>
                    <a:pt x="118" y="118"/>
                    <a:pt x="134" y="150"/>
                    <a:pt x="118" y="202"/>
                  </a:cubicBezTo>
                  <a:lnTo>
                    <a:pt x="118" y="320"/>
                  </a:lnTo>
                  <a:cubicBezTo>
                    <a:pt x="118" y="368"/>
                    <a:pt x="118" y="421"/>
                    <a:pt x="102" y="469"/>
                  </a:cubicBezTo>
                  <a:lnTo>
                    <a:pt x="102" y="522"/>
                  </a:lnTo>
                  <a:lnTo>
                    <a:pt x="102" y="538"/>
                  </a:lnTo>
                  <a:cubicBezTo>
                    <a:pt x="118" y="554"/>
                    <a:pt x="102" y="586"/>
                    <a:pt x="102" y="623"/>
                  </a:cubicBezTo>
                  <a:lnTo>
                    <a:pt x="102" y="687"/>
                  </a:lnTo>
                  <a:lnTo>
                    <a:pt x="102" y="825"/>
                  </a:lnTo>
                  <a:lnTo>
                    <a:pt x="102" y="926"/>
                  </a:lnTo>
                  <a:lnTo>
                    <a:pt x="102" y="942"/>
                  </a:lnTo>
                  <a:lnTo>
                    <a:pt x="102" y="974"/>
                  </a:lnTo>
                  <a:cubicBezTo>
                    <a:pt x="102" y="990"/>
                    <a:pt x="86" y="1010"/>
                    <a:pt x="102" y="1027"/>
                  </a:cubicBezTo>
                  <a:lnTo>
                    <a:pt x="102" y="990"/>
                  </a:lnTo>
                  <a:cubicBezTo>
                    <a:pt x="118" y="974"/>
                    <a:pt x="118" y="958"/>
                    <a:pt x="118" y="942"/>
                  </a:cubicBezTo>
                  <a:lnTo>
                    <a:pt x="118" y="926"/>
                  </a:lnTo>
                  <a:cubicBezTo>
                    <a:pt x="118" y="889"/>
                    <a:pt x="102" y="857"/>
                    <a:pt x="118" y="841"/>
                  </a:cubicBezTo>
                  <a:lnTo>
                    <a:pt x="118" y="687"/>
                  </a:lnTo>
                  <a:lnTo>
                    <a:pt x="118" y="623"/>
                  </a:lnTo>
                  <a:lnTo>
                    <a:pt x="118" y="538"/>
                  </a:lnTo>
                  <a:lnTo>
                    <a:pt x="118" y="505"/>
                  </a:lnTo>
                  <a:lnTo>
                    <a:pt x="118" y="469"/>
                  </a:lnTo>
                  <a:cubicBezTo>
                    <a:pt x="134" y="421"/>
                    <a:pt x="134" y="368"/>
                    <a:pt x="134" y="320"/>
                  </a:cubicBezTo>
                  <a:lnTo>
                    <a:pt x="134" y="202"/>
                  </a:lnTo>
                  <a:lnTo>
                    <a:pt x="134" y="65"/>
                  </a:lnTo>
                  <a:lnTo>
                    <a:pt x="134" y="49"/>
                  </a:lnTo>
                  <a:cubicBezTo>
                    <a:pt x="134" y="33"/>
                    <a:pt x="134" y="17"/>
                    <a:pt x="150" y="17"/>
                  </a:cubicBezTo>
                  <a:lnTo>
                    <a:pt x="150" y="0"/>
                  </a:lnTo>
                  <a:close/>
                  <a:moveTo>
                    <a:pt x="102" y="1027"/>
                  </a:moveTo>
                  <a:cubicBezTo>
                    <a:pt x="102" y="1059"/>
                    <a:pt x="102" y="1075"/>
                    <a:pt x="86" y="1111"/>
                  </a:cubicBezTo>
                  <a:lnTo>
                    <a:pt x="86" y="1261"/>
                  </a:lnTo>
                  <a:lnTo>
                    <a:pt x="86" y="1330"/>
                  </a:lnTo>
                  <a:lnTo>
                    <a:pt x="86" y="1414"/>
                  </a:lnTo>
                  <a:lnTo>
                    <a:pt x="86" y="1495"/>
                  </a:lnTo>
                  <a:cubicBezTo>
                    <a:pt x="86" y="1463"/>
                    <a:pt x="102" y="1447"/>
                    <a:pt x="102" y="1414"/>
                  </a:cubicBezTo>
                  <a:lnTo>
                    <a:pt x="102" y="1330"/>
                  </a:lnTo>
                  <a:lnTo>
                    <a:pt x="102" y="1261"/>
                  </a:lnTo>
                  <a:lnTo>
                    <a:pt x="102" y="1111"/>
                  </a:lnTo>
                  <a:lnTo>
                    <a:pt x="102" y="1027"/>
                  </a:lnTo>
                  <a:close/>
                  <a:moveTo>
                    <a:pt x="86" y="1495"/>
                  </a:moveTo>
                  <a:cubicBezTo>
                    <a:pt x="86" y="1515"/>
                    <a:pt x="86" y="1532"/>
                    <a:pt x="70" y="1548"/>
                  </a:cubicBezTo>
                  <a:lnTo>
                    <a:pt x="70" y="1649"/>
                  </a:lnTo>
                  <a:lnTo>
                    <a:pt x="70" y="1798"/>
                  </a:lnTo>
                  <a:lnTo>
                    <a:pt x="70" y="1867"/>
                  </a:lnTo>
                  <a:lnTo>
                    <a:pt x="70" y="1883"/>
                  </a:lnTo>
                  <a:lnTo>
                    <a:pt x="70" y="1935"/>
                  </a:lnTo>
                  <a:lnTo>
                    <a:pt x="70" y="2020"/>
                  </a:lnTo>
                  <a:cubicBezTo>
                    <a:pt x="49" y="2069"/>
                    <a:pt x="49" y="2101"/>
                    <a:pt x="49" y="2154"/>
                  </a:cubicBezTo>
                  <a:lnTo>
                    <a:pt x="49" y="2186"/>
                  </a:lnTo>
                  <a:lnTo>
                    <a:pt x="49" y="2271"/>
                  </a:lnTo>
                  <a:lnTo>
                    <a:pt x="49" y="2424"/>
                  </a:lnTo>
                  <a:lnTo>
                    <a:pt x="49" y="2505"/>
                  </a:lnTo>
                  <a:cubicBezTo>
                    <a:pt x="70" y="2473"/>
                    <a:pt x="70" y="2440"/>
                    <a:pt x="70" y="2424"/>
                  </a:cubicBezTo>
                  <a:lnTo>
                    <a:pt x="70" y="2271"/>
                  </a:lnTo>
                  <a:lnTo>
                    <a:pt x="70" y="2186"/>
                  </a:lnTo>
                  <a:lnTo>
                    <a:pt x="70" y="2154"/>
                  </a:lnTo>
                  <a:cubicBezTo>
                    <a:pt x="70" y="2101"/>
                    <a:pt x="70" y="2069"/>
                    <a:pt x="86" y="2036"/>
                  </a:cubicBezTo>
                  <a:lnTo>
                    <a:pt x="86" y="2020"/>
                  </a:lnTo>
                  <a:cubicBezTo>
                    <a:pt x="70" y="2000"/>
                    <a:pt x="86" y="1968"/>
                    <a:pt x="86" y="1935"/>
                  </a:cubicBezTo>
                  <a:lnTo>
                    <a:pt x="86" y="1883"/>
                  </a:lnTo>
                  <a:lnTo>
                    <a:pt x="86" y="1867"/>
                  </a:lnTo>
                  <a:lnTo>
                    <a:pt x="86" y="1798"/>
                  </a:lnTo>
                  <a:lnTo>
                    <a:pt x="86" y="1649"/>
                  </a:lnTo>
                  <a:lnTo>
                    <a:pt x="86" y="1548"/>
                  </a:lnTo>
                  <a:lnTo>
                    <a:pt x="86" y="1495"/>
                  </a:lnTo>
                  <a:close/>
                  <a:moveTo>
                    <a:pt x="49" y="2505"/>
                  </a:moveTo>
                  <a:cubicBezTo>
                    <a:pt x="33" y="2525"/>
                    <a:pt x="33" y="2541"/>
                    <a:pt x="49" y="2558"/>
                  </a:cubicBezTo>
                  <a:lnTo>
                    <a:pt x="49" y="2505"/>
                  </a:lnTo>
                  <a:close/>
                  <a:moveTo>
                    <a:pt x="49" y="2574"/>
                  </a:moveTo>
                  <a:cubicBezTo>
                    <a:pt x="49" y="2626"/>
                    <a:pt x="49" y="2675"/>
                    <a:pt x="33" y="2727"/>
                  </a:cubicBezTo>
                  <a:lnTo>
                    <a:pt x="33" y="2861"/>
                  </a:lnTo>
                  <a:lnTo>
                    <a:pt x="33" y="2945"/>
                  </a:lnTo>
                  <a:lnTo>
                    <a:pt x="33" y="2994"/>
                  </a:lnTo>
                  <a:lnTo>
                    <a:pt x="33" y="3030"/>
                  </a:lnTo>
                  <a:lnTo>
                    <a:pt x="33" y="3111"/>
                  </a:lnTo>
                  <a:cubicBezTo>
                    <a:pt x="17" y="3147"/>
                    <a:pt x="17" y="3164"/>
                    <a:pt x="17" y="3196"/>
                  </a:cubicBezTo>
                  <a:lnTo>
                    <a:pt x="17" y="3232"/>
                  </a:lnTo>
                  <a:lnTo>
                    <a:pt x="17" y="3366"/>
                  </a:lnTo>
                  <a:lnTo>
                    <a:pt x="17" y="3515"/>
                  </a:lnTo>
                  <a:lnTo>
                    <a:pt x="17" y="3568"/>
                  </a:lnTo>
                  <a:lnTo>
                    <a:pt x="17" y="3669"/>
                  </a:lnTo>
                  <a:cubicBezTo>
                    <a:pt x="33" y="3636"/>
                    <a:pt x="33" y="3600"/>
                    <a:pt x="33" y="3568"/>
                  </a:cubicBezTo>
                  <a:lnTo>
                    <a:pt x="33" y="3515"/>
                  </a:lnTo>
                  <a:lnTo>
                    <a:pt x="33" y="3366"/>
                  </a:lnTo>
                  <a:lnTo>
                    <a:pt x="33" y="3232"/>
                  </a:lnTo>
                  <a:lnTo>
                    <a:pt x="33" y="3196"/>
                  </a:lnTo>
                  <a:lnTo>
                    <a:pt x="33" y="3131"/>
                  </a:lnTo>
                  <a:cubicBezTo>
                    <a:pt x="49" y="3095"/>
                    <a:pt x="49" y="3063"/>
                    <a:pt x="49" y="3030"/>
                  </a:cubicBezTo>
                  <a:lnTo>
                    <a:pt x="49" y="2994"/>
                  </a:lnTo>
                  <a:lnTo>
                    <a:pt x="49" y="2945"/>
                  </a:lnTo>
                  <a:lnTo>
                    <a:pt x="49" y="2861"/>
                  </a:lnTo>
                  <a:lnTo>
                    <a:pt x="49" y="2727"/>
                  </a:lnTo>
                  <a:lnTo>
                    <a:pt x="49" y="2574"/>
                  </a:lnTo>
                  <a:close/>
                  <a:moveTo>
                    <a:pt x="17" y="3685"/>
                  </a:moveTo>
                  <a:cubicBezTo>
                    <a:pt x="1" y="3717"/>
                    <a:pt x="1" y="3769"/>
                    <a:pt x="17" y="3818"/>
                  </a:cubicBezTo>
                  <a:lnTo>
                    <a:pt x="17" y="36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9"/>
            <p:cNvSpPr/>
            <p:nvPr/>
          </p:nvSpPr>
          <p:spPr>
            <a:xfrm>
              <a:off x="1663920" y="773539"/>
              <a:ext cx="70322" cy="40227"/>
            </a:xfrm>
            <a:custGeom>
              <a:avLst/>
              <a:gdLst/>
              <a:ahLst/>
              <a:cxnLst/>
              <a:rect l="l" t="t" r="r" b="b"/>
              <a:pathLst>
                <a:path w="708" h="405" extrusionOk="0">
                  <a:moveTo>
                    <a:pt x="691" y="1"/>
                  </a:moveTo>
                  <a:cubicBezTo>
                    <a:pt x="659" y="1"/>
                    <a:pt x="606" y="37"/>
                    <a:pt x="574" y="53"/>
                  </a:cubicBezTo>
                  <a:cubicBezTo>
                    <a:pt x="574" y="70"/>
                    <a:pt x="558" y="70"/>
                    <a:pt x="541" y="86"/>
                  </a:cubicBezTo>
                  <a:cubicBezTo>
                    <a:pt x="558" y="86"/>
                    <a:pt x="574" y="70"/>
                    <a:pt x="590" y="70"/>
                  </a:cubicBezTo>
                  <a:cubicBezTo>
                    <a:pt x="622" y="37"/>
                    <a:pt x="659" y="17"/>
                    <a:pt x="691" y="17"/>
                  </a:cubicBezTo>
                  <a:lnTo>
                    <a:pt x="707" y="1"/>
                  </a:lnTo>
                  <a:close/>
                  <a:moveTo>
                    <a:pt x="540" y="87"/>
                  </a:moveTo>
                  <a:lnTo>
                    <a:pt x="540" y="87"/>
                  </a:lnTo>
                  <a:cubicBezTo>
                    <a:pt x="456" y="139"/>
                    <a:pt x="371" y="187"/>
                    <a:pt x="287" y="239"/>
                  </a:cubicBezTo>
                  <a:cubicBezTo>
                    <a:pt x="239" y="255"/>
                    <a:pt x="202" y="288"/>
                    <a:pt x="154" y="304"/>
                  </a:cubicBezTo>
                  <a:cubicBezTo>
                    <a:pt x="138" y="320"/>
                    <a:pt x="138" y="320"/>
                    <a:pt x="117" y="340"/>
                  </a:cubicBezTo>
                  <a:cubicBezTo>
                    <a:pt x="85" y="356"/>
                    <a:pt x="53" y="373"/>
                    <a:pt x="16" y="389"/>
                  </a:cubicBezTo>
                  <a:lnTo>
                    <a:pt x="0" y="389"/>
                  </a:lnTo>
                  <a:lnTo>
                    <a:pt x="0" y="405"/>
                  </a:lnTo>
                  <a:lnTo>
                    <a:pt x="37" y="405"/>
                  </a:lnTo>
                  <a:cubicBezTo>
                    <a:pt x="69" y="389"/>
                    <a:pt x="101" y="373"/>
                    <a:pt x="117" y="356"/>
                  </a:cubicBezTo>
                  <a:cubicBezTo>
                    <a:pt x="138" y="340"/>
                    <a:pt x="154" y="340"/>
                    <a:pt x="170" y="320"/>
                  </a:cubicBezTo>
                  <a:cubicBezTo>
                    <a:pt x="202" y="288"/>
                    <a:pt x="255" y="272"/>
                    <a:pt x="303" y="239"/>
                  </a:cubicBezTo>
                  <a:cubicBezTo>
                    <a:pt x="371" y="187"/>
                    <a:pt x="456" y="139"/>
                    <a:pt x="540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9"/>
            <p:cNvSpPr/>
            <p:nvPr/>
          </p:nvSpPr>
          <p:spPr>
            <a:xfrm>
              <a:off x="1679117" y="470995"/>
              <a:ext cx="53437" cy="41915"/>
            </a:xfrm>
            <a:custGeom>
              <a:avLst/>
              <a:gdLst/>
              <a:ahLst/>
              <a:cxnLst/>
              <a:rect l="l" t="t" r="r" b="b"/>
              <a:pathLst>
                <a:path w="538" h="422" extrusionOk="0">
                  <a:moveTo>
                    <a:pt x="538" y="1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538" y="17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9"/>
            <p:cNvSpPr/>
            <p:nvPr/>
          </p:nvSpPr>
          <p:spPr>
            <a:xfrm>
              <a:off x="2543443" y="691695"/>
              <a:ext cx="11720" cy="3377"/>
            </a:xfrm>
            <a:custGeom>
              <a:avLst/>
              <a:gdLst/>
              <a:ahLst/>
              <a:cxnLst/>
              <a:rect l="l" t="t" r="r" b="b"/>
              <a:pathLst>
                <a:path w="118" h="34" extrusionOk="0">
                  <a:moveTo>
                    <a:pt x="0" y="1"/>
                  </a:moveTo>
                  <a:cubicBezTo>
                    <a:pt x="16" y="17"/>
                    <a:pt x="49" y="17"/>
                    <a:pt x="69" y="17"/>
                  </a:cubicBezTo>
                  <a:cubicBezTo>
                    <a:pt x="49" y="1"/>
                    <a:pt x="32" y="1"/>
                    <a:pt x="0" y="1"/>
                  </a:cubicBezTo>
                  <a:close/>
                  <a:moveTo>
                    <a:pt x="69" y="17"/>
                  </a:moveTo>
                  <a:cubicBezTo>
                    <a:pt x="85" y="33"/>
                    <a:pt x="101" y="33"/>
                    <a:pt x="117" y="33"/>
                  </a:cubicBezTo>
                  <a:cubicBezTo>
                    <a:pt x="101" y="33"/>
                    <a:pt x="85" y="17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9"/>
            <p:cNvSpPr/>
            <p:nvPr/>
          </p:nvSpPr>
          <p:spPr>
            <a:xfrm>
              <a:off x="1670675" y="681664"/>
              <a:ext cx="65157" cy="41816"/>
            </a:xfrm>
            <a:custGeom>
              <a:avLst/>
              <a:gdLst/>
              <a:ahLst/>
              <a:cxnLst/>
              <a:rect l="l" t="t" r="r" b="b"/>
              <a:pathLst>
                <a:path w="656" h="421" extrusionOk="0">
                  <a:moveTo>
                    <a:pt x="639" y="1"/>
                  </a:moveTo>
                  <a:cubicBezTo>
                    <a:pt x="623" y="1"/>
                    <a:pt x="607" y="17"/>
                    <a:pt x="591" y="33"/>
                  </a:cubicBez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591" y="33"/>
                  </a:moveTo>
                  <a:lnTo>
                    <a:pt x="591" y="33"/>
                  </a:lnTo>
                  <a:cubicBezTo>
                    <a:pt x="437" y="118"/>
                    <a:pt x="304" y="219"/>
                    <a:pt x="171" y="304"/>
                  </a:cubicBezTo>
                  <a:cubicBezTo>
                    <a:pt x="118" y="336"/>
                    <a:pt x="70" y="372"/>
                    <a:pt x="33" y="389"/>
                  </a:cubicBezTo>
                  <a:lnTo>
                    <a:pt x="17" y="405"/>
                  </a:lnTo>
                  <a:lnTo>
                    <a:pt x="33" y="405"/>
                  </a:lnTo>
                  <a:cubicBezTo>
                    <a:pt x="86" y="372"/>
                    <a:pt x="118" y="336"/>
                    <a:pt x="171" y="320"/>
                  </a:cubicBezTo>
                  <a:cubicBezTo>
                    <a:pt x="304" y="219"/>
                    <a:pt x="453" y="134"/>
                    <a:pt x="591" y="33"/>
                  </a:cubicBezTo>
                  <a:close/>
                  <a:moveTo>
                    <a:pt x="17" y="405"/>
                  </a:moveTo>
                  <a:lnTo>
                    <a:pt x="1" y="421"/>
                  </a:lnTo>
                  <a:lnTo>
                    <a:pt x="17" y="421"/>
                  </a:lnTo>
                  <a:lnTo>
                    <a:pt x="17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9"/>
            <p:cNvSpPr/>
            <p:nvPr/>
          </p:nvSpPr>
          <p:spPr>
            <a:xfrm>
              <a:off x="2305858" y="419247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69" y="33"/>
                    <a:pt x="138" y="49"/>
                    <a:pt x="186" y="86"/>
                  </a:cubicBezTo>
                  <a:cubicBezTo>
                    <a:pt x="239" y="102"/>
                    <a:pt x="287" y="118"/>
                    <a:pt x="340" y="134"/>
                  </a:cubicBezTo>
                  <a:cubicBezTo>
                    <a:pt x="405" y="171"/>
                    <a:pt x="457" y="187"/>
                    <a:pt x="522" y="203"/>
                  </a:cubicBezTo>
                  <a:lnTo>
                    <a:pt x="522" y="187"/>
                  </a:lnTo>
                  <a:cubicBezTo>
                    <a:pt x="457" y="171"/>
                    <a:pt x="405" y="150"/>
                    <a:pt x="356" y="134"/>
                  </a:cubicBezTo>
                  <a:cubicBezTo>
                    <a:pt x="304" y="102"/>
                    <a:pt x="255" y="86"/>
                    <a:pt x="203" y="70"/>
                  </a:cubicBezTo>
                  <a:cubicBezTo>
                    <a:pt x="138" y="49"/>
                    <a:pt x="69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9"/>
            <p:cNvSpPr/>
            <p:nvPr/>
          </p:nvSpPr>
          <p:spPr>
            <a:xfrm>
              <a:off x="2362871" y="457785"/>
              <a:ext cx="8542" cy="90386"/>
            </a:xfrm>
            <a:custGeom>
              <a:avLst/>
              <a:gdLst/>
              <a:ahLst/>
              <a:cxnLst/>
              <a:rect l="l" t="t" r="r" b="b"/>
              <a:pathLst>
                <a:path w="86" h="910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3"/>
                    <a:pt x="16" y="49"/>
                    <a:pt x="0" y="65"/>
                  </a:cubicBezTo>
                  <a:cubicBezTo>
                    <a:pt x="0" y="86"/>
                    <a:pt x="0" y="102"/>
                    <a:pt x="16" y="118"/>
                  </a:cubicBezTo>
                  <a:lnTo>
                    <a:pt x="16" y="65"/>
                  </a:lnTo>
                  <a:cubicBezTo>
                    <a:pt x="33" y="49"/>
                    <a:pt x="16" y="33"/>
                    <a:pt x="16" y="17"/>
                  </a:cubicBezTo>
                  <a:lnTo>
                    <a:pt x="0" y="1"/>
                  </a:lnTo>
                  <a:close/>
                  <a:moveTo>
                    <a:pt x="16" y="118"/>
                  </a:moveTo>
                  <a:lnTo>
                    <a:pt x="16" y="134"/>
                  </a:lnTo>
                  <a:lnTo>
                    <a:pt x="16" y="166"/>
                  </a:lnTo>
                  <a:lnTo>
                    <a:pt x="16" y="219"/>
                  </a:lnTo>
                  <a:cubicBezTo>
                    <a:pt x="33" y="235"/>
                    <a:pt x="33" y="251"/>
                    <a:pt x="33" y="267"/>
                  </a:cubicBezTo>
                  <a:lnTo>
                    <a:pt x="33" y="219"/>
                  </a:lnTo>
                  <a:cubicBezTo>
                    <a:pt x="16" y="203"/>
                    <a:pt x="33" y="186"/>
                    <a:pt x="33" y="166"/>
                  </a:cubicBezTo>
                  <a:lnTo>
                    <a:pt x="33" y="134"/>
                  </a:lnTo>
                  <a:lnTo>
                    <a:pt x="16" y="118"/>
                  </a:lnTo>
                  <a:close/>
                  <a:moveTo>
                    <a:pt x="33" y="267"/>
                  </a:moveTo>
                  <a:cubicBezTo>
                    <a:pt x="16" y="267"/>
                    <a:pt x="16" y="287"/>
                    <a:pt x="16" y="287"/>
                  </a:cubicBezTo>
                  <a:cubicBezTo>
                    <a:pt x="16" y="304"/>
                    <a:pt x="33" y="304"/>
                    <a:pt x="33" y="320"/>
                  </a:cubicBezTo>
                  <a:lnTo>
                    <a:pt x="33" y="368"/>
                  </a:lnTo>
                  <a:lnTo>
                    <a:pt x="33" y="421"/>
                  </a:lnTo>
                  <a:lnTo>
                    <a:pt x="33" y="437"/>
                  </a:lnTo>
                  <a:lnTo>
                    <a:pt x="33" y="506"/>
                  </a:lnTo>
                  <a:cubicBezTo>
                    <a:pt x="49" y="538"/>
                    <a:pt x="49" y="570"/>
                    <a:pt x="49" y="607"/>
                  </a:cubicBezTo>
                  <a:lnTo>
                    <a:pt x="49" y="655"/>
                  </a:lnTo>
                  <a:lnTo>
                    <a:pt x="49" y="708"/>
                  </a:lnTo>
                  <a:cubicBezTo>
                    <a:pt x="69" y="724"/>
                    <a:pt x="69" y="724"/>
                    <a:pt x="69" y="740"/>
                  </a:cubicBezTo>
                  <a:lnTo>
                    <a:pt x="69" y="772"/>
                  </a:lnTo>
                  <a:cubicBezTo>
                    <a:pt x="69" y="825"/>
                    <a:pt x="85" y="857"/>
                    <a:pt x="69" y="893"/>
                  </a:cubicBezTo>
                  <a:lnTo>
                    <a:pt x="69" y="910"/>
                  </a:lnTo>
                  <a:lnTo>
                    <a:pt x="85" y="910"/>
                  </a:lnTo>
                  <a:lnTo>
                    <a:pt x="85" y="893"/>
                  </a:lnTo>
                  <a:lnTo>
                    <a:pt x="85" y="772"/>
                  </a:lnTo>
                  <a:lnTo>
                    <a:pt x="85" y="740"/>
                  </a:lnTo>
                  <a:cubicBezTo>
                    <a:pt x="69" y="724"/>
                    <a:pt x="69" y="708"/>
                    <a:pt x="69" y="708"/>
                  </a:cubicBezTo>
                  <a:lnTo>
                    <a:pt x="69" y="655"/>
                  </a:lnTo>
                  <a:lnTo>
                    <a:pt x="69" y="590"/>
                  </a:lnTo>
                  <a:cubicBezTo>
                    <a:pt x="49" y="570"/>
                    <a:pt x="49" y="538"/>
                    <a:pt x="49" y="506"/>
                  </a:cubicBezTo>
                  <a:lnTo>
                    <a:pt x="49" y="437"/>
                  </a:lnTo>
                  <a:lnTo>
                    <a:pt x="49" y="421"/>
                  </a:lnTo>
                  <a:lnTo>
                    <a:pt x="49" y="368"/>
                  </a:lnTo>
                  <a:lnTo>
                    <a:pt x="49" y="320"/>
                  </a:lnTo>
                  <a:cubicBezTo>
                    <a:pt x="33" y="304"/>
                    <a:pt x="33" y="304"/>
                    <a:pt x="33" y="287"/>
                  </a:cubicBezTo>
                  <a:lnTo>
                    <a:pt x="33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9"/>
            <p:cNvSpPr/>
            <p:nvPr/>
          </p:nvSpPr>
          <p:spPr>
            <a:xfrm>
              <a:off x="1672363" y="622466"/>
              <a:ext cx="63469" cy="42511"/>
            </a:xfrm>
            <a:custGeom>
              <a:avLst/>
              <a:gdLst/>
              <a:ahLst/>
              <a:cxnLst/>
              <a:rect l="l" t="t" r="r" b="b"/>
              <a:pathLst>
                <a:path w="639" h="428" extrusionOk="0">
                  <a:moveTo>
                    <a:pt x="624" y="0"/>
                  </a:moveTo>
                  <a:cubicBezTo>
                    <a:pt x="613" y="0"/>
                    <a:pt x="601" y="12"/>
                    <a:pt x="590" y="23"/>
                  </a:cubicBezTo>
                  <a:cubicBezTo>
                    <a:pt x="606" y="23"/>
                    <a:pt x="622" y="7"/>
                    <a:pt x="638" y="7"/>
                  </a:cubicBezTo>
                  <a:cubicBezTo>
                    <a:pt x="634" y="2"/>
                    <a:pt x="629" y="0"/>
                    <a:pt x="624" y="0"/>
                  </a:cubicBezTo>
                  <a:close/>
                  <a:moveTo>
                    <a:pt x="574" y="23"/>
                  </a:moveTo>
                  <a:cubicBezTo>
                    <a:pt x="505" y="76"/>
                    <a:pt x="420" y="144"/>
                    <a:pt x="335" y="193"/>
                  </a:cubicBezTo>
                  <a:cubicBezTo>
                    <a:pt x="287" y="225"/>
                    <a:pt x="234" y="262"/>
                    <a:pt x="186" y="310"/>
                  </a:cubicBezTo>
                  <a:cubicBezTo>
                    <a:pt x="234" y="278"/>
                    <a:pt x="287" y="245"/>
                    <a:pt x="355" y="209"/>
                  </a:cubicBezTo>
                  <a:cubicBezTo>
                    <a:pt x="420" y="144"/>
                    <a:pt x="505" y="92"/>
                    <a:pt x="590" y="43"/>
                  </a:cubicBezTo>
                  <a:lnTo>
                    <a:pt x="590" y="23"/>
                  </a:lnTo>
                  <a:close/>
                  <a:moveTo>
                    <a:pt x="186" y="310"/>
                  </a:moveTo>
                  <a:lnTo>
                    <a:pt x="186" y="310"/>
                  </a:lnTo>
                  <a:cubicBezTo>
                    <a:pt x="133" y="326"/>
                    <a:pt x="101" y="363"/>
                    <a:pt x="53" y="395"/>
                  </a:cubicBezTo>
                  <a:lnTo>
                    <a:pt x="0" y="427"/>
                  </a:lnTo>
                  <a:lnTo>
                    <a:pt x="16" y="427"/>
                  </a:lnTo>
                  <a:lnTo>
                    <a:pt x="69" y="395"/>
                  </a:lnTo>
                  <a:cubicBezTo>
                    <a:pt x="101" y="379"/>
                    <a:pt x="154" y="346"/>
                    <a:pt x="186" y="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9"/>
            <p:cNvSpPr/>
            <p:nvPr/>
          </p:nvSpPr>
          <p:spPr>
            <a:xfrm>
              <a:off x="2593602" y="833730"/>
              <a:ext cx="78665" cy="30195"/>
            </a:xfrm>
            <a:custGeom>
              <a:avLst/>
              <a:gdLst/>
              <a:ahLst/>
              <a:cxnLst/>
              <a:rect l="l" t="t" r="r" b="b"/>
              <a:pathLst>
                <a:path w="792" h="304" extrusionOk="0">
                  <a:moveTo>
                    <a:pt x="0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21" y="12"/>
                    <a:pt x="27" y="10"/>
                    <a:pt x="34" y="10"/>
                  </a:cubicBezTo>
                  <a:cubicBezTo>
                    <a:pt x="53" y="10"/>
                    <a:pt x="78" y="23"/>
                    <a:pt x="101" y="37"/>
                  </a:cubicBezTo>
                  <a:lnTo>
                    <a:pt x="133" y="37"/>
                  </a:lnTo>
                  <a:cubicBezTo>
                    <a:pt x="150" y="53"/>
                    <a:pt x="170" y="53"/>
                    <a:pt x="186" y="53"/>
                  </a:cubicBezTo>
                  <a:cubicBezTo>
                    <a:pt x="218" y="70"/>
                    <a:pt x="234" y="70"/>
                    <a:pt x="251" y="86"/>
                  </a:cubicBezTo>
                  <a:cubicBezTo>
                    <a:pt x="287" y="86"/>
                    <a:pt x="335" y="102"/>
                    <a:pt x="372" y="118"/>
                  </a:cubicBezTo>
                  <a:cubicBezTo>
                    <a:pt x="388" y="118"/>
                    <a:pt x="420" y="138"/>
                    <a:pt x="436" y="138"/>
                  </a:cubicBezTo>
                  <a:cubicBezTo>
                    <a:pt x="489" y="154"/>
                    <a:pt x="537" y="171"/>
                    <a:pt x="590" y="187"/>
                  </a:cubicBezTo>
                  <a:cubicBezTo>
                    <a:pt x="606" y="187"/>
                    <a:pt x="622" y="187"/>
                    <a:pt x="638" y="203"/>
                  </a:cubicBezTo>
                  <a:lnTo>
                    <a:pt x="707" y="203"/>
                  </a:lnTo>
                  <a:cubicBezTo>
                    <a:pt x="707" y="203"/>
                    <a:pt x="691" y="203"/>
                    <a:pt x="691" y="187"/>
                  </a:cubicBezTo>
                  <a:lnTo>
                    <a:pt x="638" y="187"/>
                  </a:lnTo>
                  <a:cubicBezTo>
                    <a:pt x="622" y="187"/>
                    <a:pt x="606" y="171"/>
                    <a:pt x="606" y="171"/>
                  </a:cubicBezTo>
                  <a:cubicBezTo>
                    <a:pt x="554" y="154"/>
                    <a:pt x="505" y="138"/>
                    <a:pt x="453" y="118"/>
                  </a:cubicBezTo>
                  <a:cubicBezTo>
                    <a:pt x="420" y="118"/>
                    <a:pt x="388" y="102"/>
                    <a:pt x="372" y="102"/>
                  </a:cubicBezTo>
                  <a:cubicBezTo>
                    <a:pt x="335" y="86"/>
                    <a:pt x="303" y="70"/>
                    <a:pt x="251" y="70"/>
                  </a:cubicBezTo>
                  <a:cubicBezTo>
                    <a:pt x="234" y="70"/>
                    <a:pt x="218" y="53"/>
                    <a:pt x="202" y="53"/>
                  </a:cubicBezTo>
                  <a:cubicBezTo>
                    <a:pt x="186" y="37"/>
                    <a:pt x="170" y="37"/>
                    <a:pt x="150" y="37"/>
                  </a:cubicBezTo>
                  <a:cubicBezTo>
                    <a:pt x="133" y="37"/>
                    <a:pt x="117" y="17"/>
                    <a:pt x="101" y="17"/>
                  </a:cubicBezTo>
                  <a:cubicBezTo>
                    <a:pt x="69" y="1"/>
                    <a:pt x="32" y="1"/>
                    <a:pt x="0" y="1"/>
                  </a:cubicBezTo>
                  <a:close/>
                  <a:moveTo>
                    <a:pt x="707" y="203"/>
                  </a:moveTo>
                  <a:cubicBezTo>
                    <a:pt x="723" y="219"/>
                    <a:pt x="755" y="239"/>
                    <a:pt x="776" y="255"/>
                  </a:cubicBezTo>
                  <a:lnTo>
                    <a:pt x="776" y="304"/>
                  </a:lnTo>
                  <a:cubicBezTo>
                    <a:pt x="792" y="288"/>
                    <a:pt x="792" y="255"/>
                    <a:pt x="776" y="239"/>
                  </a:cubicBezTo>
                  <a:cubicBezTo>
                    <a:pt x="755" y="219"/>
                    <a:pt x="723" y="203"/>
                    <a:pt x="707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9"/>
            <p:cNvSpPr/>
            <p:nvPr/>
          </p:nvSpPr>
          <p:spPr>
            <a:xfrm>
              <a:off x="1679117" y="442588"/>
              <a:ext cx="60290" cy="46981"/>
            </a:xfrm>
            <a:custGeom>
              <a:avLst/>
              <a:gdLst/>
              <a:ahLst/>
              <a:cxnLst/>
              <a:rect l="l" t="t" r="r" b="b"/>
              <a:pathLst>
                <a:path w="607" h="473" extrusionOk="0">
                  <a:moveTo>
                    <a:pt x="607" y="0"/>
                  </a:moveTo>
                  <a:cubicBezTo>
                    <a:pt x="590" y="0"/>
                    <a:pt x="570" y="0"/>
                    <a:pt x="554" y="16"/>
                  </a:cubicBezTo>
                  <a:cubicBezTo>
                    <a:pt x="506" y="69"/>
                    <a:pt x="453" y="101"/>
                    <a:pt x="405" y="138"/>
                  </a:cubicBezTo>
                  <a:cubicBezTo>
                    <a:pt x="287" y="239"/>
                    <a:pt x="166" y="339"/>
                    <a:pt x="33" y="420"/>
                  </a:cubicBezTo>
                  <a:cubicBezTo>
                    <a:pt x="17" y="440"/>
                    <a:pt x="17" y="440"/>
                    <a:pt x="1" y="457"/>
                  </a:cubicBezTo>
                  <a:lnTo>
                    <a:pt x="1" y="473"/>
                  </a:lnTo>
                  <a:lnTo>
                    <a:pt x="17" y="457"/>
                  </a:lnTo>
                  <a:cubicBezTo>
                    <a:pt x="33" y="457"/>
                    <a:pt x="33" y="440"/>
                    <a:pt x="49" y="440"/>
                  </a:cubicBezTo>
                  <a:cubicBezTo>
                    <a:pt x="166" y="339"/>
                    <a:pt x="287" y="239"/>
                    <a:pt x="421" y="154"/>
                  </a:cubicBezTo>
                  <a:cubicBezTo>
                    <a:pt x="453" y="101"/>
                    <a:pt x="506" y="69"/>
                    <a:pt x="554" y="37"/>
                  </a:cubicBezTo>
                  <a:cubicBezTo>
                    <a:pt x="566" y="22"/>
                    <a:pt x="579" y="10"/>
                    <a:pt x="592" y="10"/>
                  </a:cubicBezTo>
                  <a:cubicBezTo>
                    <a:pt x="597" y="10"/>
                    <a:pt x="602" y="12"/>
                    <a:pt x="607" y="16"/>
                  </a:cubicBezTo>
                  <a:lnTo>
                    <a:pt x="6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9"/>
            <p:cNvSpPr/>
            <p:nvPr/>
          </p:nvSpPr>
          <p:spPr>
            <a:xfrm>
              <a:off x="2528147" y="680074"/>
              <a:ext cx="12118" cy="3278"/>
            </a:xfrm>
            <a:custGeom>
              <a:avLst/>
              <a:gdLst/>
              <a:ahLst/>
              <a:cxnLst/>
              <a:rect l="l" t="t" r="r" b="b"/>
              <a:pathLst>
                <a:path w="122" h="33" extrusionOk="0">
                  <a:moveTo>
                    <a:pt x="1" y="1"/>
                  </a:moveTo>
                  <a:lnTo>
                    <a:pt x="1" y="17"/>
                  </a:lnTo>
                  <a:lnTo>
                    <a:pt x="122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9"/>
            <p:cNvSpPr/>
            <p:nvPr/>
          </p:nvSpPr>
          <p:spPr>
            <a:xfrm>
              <a:off x="2270995" y="569724"/>
              <a:ext cx="4867" cy="21752"/>
            </a:xfrm>
            <a:custGeom>
              <a:avLst/>
              <a:gdLst/>
              <a:ahLst/>
              <a:cxnLst/>
              <a:rect l="l" t="t" r="r" b="b"/>
              <a:pathLst>
                <a:path w="49" h="219" extrusionOk="0">
                  <a:moveTo>
                    <a:pt x="33" y="1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9"/>
                  </a:lnTo>
                  <a:lnTo>
                    <a:pt x="16" y="134"/>
                  </a:lnTo>
                  <a:lnTo>
                    <a:pt x="16" y="170"/>
                  </a:lnTo>
                  <a:cubicBezTo>
                    <a:pt x="16" y="187"/>
                    <a:pt x="16" y="219"/>
                    <a:pt x="49" y="219"/>
                  </a:cubicBezTo>
                  <a:lnTo>
                    <a:pt x="49" y="203"/>
                  </a:lnTo>
                  <a:cubicBezTo>
                    <a:pt x="33" y="203"/>
                    <a:pt x="33" y="187"/>
                    <a:pt x="33" y="187"/>
                  </a:cubicBezTo>
                  <a:lnTo>
                    <a:pt x="33" y="170"/>
                  </a:lnTo>
                  <a:lnTo>
                    <a:pt x="33" y="134"/>
                  </a:lnTo>
                  <a:lnTo>
                    <a:pt x="33" y="69"/>
                  </a:lnTo>
                  <a:lnTo>
                    <a:pt x="33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9"/>
            <p:cNvSpPr/>
            <p:nvPr/>
          </p:nvSpPr>
          <p:spPr>
            <a:xfrm>
              <a:off x="2299501" y="477849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117" y="49"/>
                  </a:lnTo>
                  <a:lnTo>
                    <a:pt x="117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9"/>
            <p:cNvSpPr/>
            <p:nvPr/>
          </p:nvSpPr>
          <p:spPr>
            <a:xfrm>
              <a:off x="2130549" y="295687"/>
              <a:ext cx="135281" cy="439513"/>
            </a:xfrm>
            <a:custGeom>
              <a:avLst/>
              <a:gdLst/>
              <a:ahLst/>
              <a:cxnLst/>
              <a:rect l="l" t="t" r="r" b="b"/>
              <a:pathLst>
                <a:path w="1362" h="4425" extrusionOk="0">
                  <a:moveTo>
                    <a:pt x="0" y="1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0" y="81"/>
                  </a:lnTo>
                  <a:cubicBezTo>
                    <a:pt x="0" y="134"/>
                    <a:pt x="0" y="182"/>
                    <a:pt x="16" y="251"/>
                  </a:cubicBezTo>
                  <a:lnTo>
                    <a:pt x="16" y="235"/>
                  </a:lnTo>
                  <a:lnTo>
                    <a:pt x="16" y="81"/>
                  </a:lnTo>
                  <a:lnTo>
                    <a:pt x="16" y="65"/>
                  </a:lnTo>
                  <a:lnTo>
                    <a:pt x="16" y="49"/>
                  </a:lnTo>
                  <a:lnTo>
                    <a:pt x="16" y="1"/>
                  </a:lnTo>
                  <a:close/>
                  <a:moveTo>
                    <a:pt x="16" y="304"/>
                  </a:moveTo>
                  <a:lnTo>
                    <a:pt x="16" y="352"/>
                  </a:lnTo>
                  <a:cubicBezTo>
                    <a:pt x="16" y="453"/>
                    <a:pt x="16" y="554"/>
                    <a:pt x="33" y="655"/>
                  </a:cubicBezTo>
                  <a:lnTo>
                    <a:pt x="33" y="352"/>
                  </a:lnTo>
                  <a:cubicBezTo>
                    <a:pt x="16" y="336"/>
                    <a:pt x="16" y="320"/>
                    <a:pt x="16" y="304"/>
                  </a:cubicBezTo>
                  <a:close/>
                  <a:moveTo>
                    <a:pt x="33" y="655"/>
                  </a:moveTo>
                  <a:lnTo>
                    <a:pt x="33" y="926"/>
                  </a:lnTo>
                  <a:cubicBezTo>
                    <a:pt x="49" y="974"/>
                    <a:pt x="49" y="1043"/>
                    <a:pt x="49" y="1091"/>
                  </a:cubicBezTo>
                  <a:lnTo>
                    <a:pt x="49" y="1261"/>
                  </a:lnTo>
                  <a:cubicBezTo>
                    <a:pt x="65" y="1330"/>
                    <a:pt x="65" y="1415"/>
                    <a:pt x="65" y="1495"/>
                  </a:cubicBezTo>
                  <a:cubicBezTo>
                    <a:pt x="65" y="1564"/>
                    <a:pt x="85" y="1649"/>
                    <a:pt x="85" y="1734"/>
                  </a:cubicBezTo>
                  <a:lnTo>
                    <a:pt x="85" y="1899"/>
                  </a:lnTo>
                  <a:cubicBezTo>
                    <a:pt x="101" y="2037"/>
                    <a:pt x="101" y="2170"/>
                    <a:pt x="117" y="2303"/>
                  </a:cubicBezTo>
                  <a:lnTo>
                    <a:pt x="117" y="2457"/>
                  </a:lnTo>
                  <a:cubicBezTo>
                    <a:pt x="117" y="2525"/>
                    <a:pt x="134" y="2590"/>
                    <a:pt x="134" y="2675"/>
                  </a:cubicBezTo>
                  <a:cubicBezTo>
                    <a:pt x="134" y="2792"/>
                    <a:pt x="134" y="2929"/>
                    <a:pt x="150" y="3063"/>
                  </a:cubicBezTo>
                  <a:lnTo>
                    <a:pt x="150" y="3095"/>
                  </a:lnTo>
                  <a:lnTo>
                    <a:pt x="150" y="3180"/>
                  </a:lnTo>
                  <a:cubicBezTo>
                    <a:pt x="150" y="3212"/>
                    <a:pt x="166" y="3249"/>
                    <a:pt x="166" y="3281"/>
                  </a:cubicBezTo>
                  <a:lnTo>
                    <a:pt x="166" y="3180"/>
                  </a:lnTo>
                  <a:lnTo>
                    <a:pt x="166" y="3095"/>
                  </a:lnTo>
                  <a:lnTo>
                    <a:pt x="166" y="3063"/>
                  </a:lnTo>
                  <a:cubicBezTo>
                    <a:pt x="150" y="2929"/>
                    <a:pt x="150" y="2792"/>
                    <a:pt x="150" y="2675"/>
                  </a:cubicBezTo>
                  <a:cubicBezTo>
                    <a:pt x="134" y="2590"/>
                    <a:pt x="134" y="2525"/>
                    <a:pt x="134" y="2457"/>
                  </a:cubicBezTo>
                  <a:cubicBezTo>
                    <a:pt x="134" y="2404"/>
                    <a:pt x="117" y="2356"/>
                    <a:pt x="117" y="2287"/>
                  </a:cubicBezTo>
                  <a:cubicBezTo>
                    <a:pt x="117" y="2170"/>
                    <a:pt x="117" y="2037"/>
                    <a:pt x="101" y="1899"/>
                  </a:cubicBezTo>
                  <a:lnTo>
                    <a:pt x="101" y="1734"/>
                  </a:lnTo>
                  <a:cubicBezTo>
                    <a:pt x="85" y="1649"/>
                    <a:pt x="85" y="1564"/>
                    <a:pt x="85" y="1495"/>
                  </a:cubicBezTo>
                  <a:cubicBezTo>
                    <a:pt x="85" y="1415"/>
                    <a:pt x="85" y="1330"/>
                    <a:pt x="65" y="1261"/>
                  </a:cubicBezTo>
                  <a:lnTo>
                    <a:pt x="65" y="1091"/>
                  </a:lnTo>
                  <a:cubicBezTo>
                    <a:pt x="65" y="1043"/>
                    <a:pt x="49" y="974"/>
                    <a:pt x="49" y="926"/>
                  </a:cubicBezTo>
                  <a:cubicBezTo>
                    <a:pt x="49" y="841"/>
                    <a:pt x="49" y="740"/>
                    <a:pt x="33" y="655"/>
                  </a:cubicBezTo>
                  <a:close/>
                  <a:moveTo>
                    <a:pt x="166" y="3281"/>
                  </a:moveTo>
                  <a:lnTo>
                    <a:pt x="166" y="3366"/>
                  </a:lnTo>
                  <a:cubicBezTo>
                    <a:pt x="166" y="3467"/>
                    <a:pt x="166" y="3568"/>
                    <a:pt x="186" y="3685"/>
                  </a:cubicBezTo>
                  <a:cubicBezTo>
                    <a:pt x="186" y="3786"/>
                    <a:pt x="202" y="3887"/>
                    <a:pt x="202" y="4040"/>
                  </a:cubicBezTo>
                  <a:cubicBezTo>
                    <a:pt x="202" y="4056"/>
                    <a:pt x="202" y="4073"/>
                    <a:pt x="235" y="4073"/>
                  </a:cubicBezTo>
                  <a:cubicBezTo>
                    <a:pt x="218" y="4056"/>
                    <a:pt x="218" y="4056"/>
                    <a:pt x="218" y="4040"/>
                  </a:cubicBezTo>
                  <a:cubicBezTo>
                    <a:pt x="202" y="3887"/>
                    <a:pt x="202" y="3786"/>
                    <a:pt x="202" y="3685"/>
                  </a:cubicBezTo>
                  <a:cubicBezTo>
                    <a:pt x="186" y="3568"/>
                    <a:pt x="186" y="3467"/>
                    <a:pt x="186" y="3366"/>
                  </a:cubicBezTo>
                  <a:cubicBezTo>
                    <a:pt x="186" y="3333"/>
                    <a:pt x="186" y="3313"/>
                    <a:pt x="166" y="3281"/>
                  </a:cubicBezTo>
                  <a:close/>
                  <a:moveTo>
                    <a:pt x="235" y="4073"/>
                  </a:moveTo>
                  <a:cubicBezTo>
                    <a:pt x="267" y="4089"/>
                    <a:pt x="303" y="4105"/>
                    <a:pt x="336" y="4121"/>
                  </a:cubicBezTo>
                  <a:cubicBezTo>
                    <a:pt x="352" y="4121"/>
                    <a:pt x="368" y="4121"/>
                    <a:pt x="388" y="4141"/>
                  </a:cubicBezTo>
                  <a:cubicBezTo>
                    <a:pt x="453" y="4157"/>
                    <a:pt x="521" y="4174"/>
                    <a:pt x="606" y="4190"/>
                  </a:cubicBezTo>
                  <a:cubicBezTo>
                    <a:pt x="521" y="4157"/>
                    <a:pt x="453" y="4141"/>
                    <a:pt x="404" y="4121"/>
                  </a:cubicBezTo>
                  <a:cubicBezTo>
                    <a:pt x="368" y="4121"/>
                    <a:pt x="352" y="4105"/>
                    <a:pt x="336" y="4105"/>
                  </a:cubicBezTo>
                  <a:cubicBezTo>
                    <a:pt x="303" y="4089"/>
                    <a:pt x="267" y="4089"/>
                    <a:pt x="235" y="4073"/>
                  </a:cubicBezTo>
                  <a:close/>
                  <a:moveTo>
                    <a:pt x="606" y="4190"/>
                  </a:moveTo>
                  <a:cubicBezTo>
                    <a:pt x="639" y="4206"/>
                    <a:pt x="671" y="4222"/>
                    <a:pt x="707" y="4222"/>
                  </a:cubicBezTo>
                  <a:cubicBezTo>
                    <a:pt x="671" y="4206"/>
                    <a:pt x="639" y="4190"/>
                    <a:pt x="606" y="4190"/>
                  </a:cubicBezTo>
                  <a:close/>
                  <a:moveTo>
                    <a:pt x="707" y="4222"/>
                  </a:moveTo>
                  <a:cubicBezTo>
                    <a:pt x="740" y="4242"/>
                    <a:pt x="792" y="4258"/>
                    <a:pt x="824" y="4275"/>
                  </a:cubicBezTo>
                  <a:lnTo>
                    <a:pt x="857" y="4275"/>
                  </a:lnTo>
                  <a:cubicBezTo>
                    <a:pt x="925" y="4291"/>
                    <a:pt x="994" y="4307"/>
                    <a:pt x="1059" y="4343"/>
                  </a:cubicBezTo>
                  <a:lnTo>
                    <a:pt x="1111" y="4343"/>
                  </a:lnTo>
                  <a:cubicBezTo>
                    <a:pt x="1095" y="4343"/>
                    <a:pt x="1095" y="4323"/>
                    <a:pt x="1075" y="4323"/>
                  </a:cubicBezTo>
                  <a:cubicBezTo>
                    <a:pt x="994" y="4307"/>
                    <a:pt x="925" y="4275"/>
                    <a:pt x="857" y="4258"/>
                  </a:cubicBezTo>
                  <a:lnTo>
                    <a:pt x="841" y="4258"/>
                  </a:lnTo>
                  <a:cubicBezTo>
                    <a:pt x="792" y="4242"/>
                    <a:pt x="756" y="4222"/>
                    <a:pt x="707" y="4222"/>
                  </a:cubicBezTo>
                  <a:close/>
                  <a:moveTo>
                    <a:pt x="1111" y="4343"/>
                  </a:moveTo>
                  <a:cubicBezTo>
                    <a:pt x="1127" y="4359"/>
                    <a:pt x="1144" y="4359"/>
                    <a:pt x="1160" y="4359"/>
                  </a:cubicBezTo>
                  <a:cubicBezTo>
                    <a:pt x="1176" y="4376"/>
                    <a:pt x="1212" y="4376"/>
                    <a:pt x="1228" y="4392"/>
                  </a:cubicBezTo>
                  <a:lnTo>
                    <a:pt x="1261" y="4392"/>
                  </a:lnTo>
                  <a:cubicBezTo>
                    <a:pt x="1261" y="4376"/>
                    <a:pt x="1245" y="4376"/>
                    <a:pt x="1228" y="4376"/>
                  </a:cubicBezTo>
                  <a:cubicBezTo>
                    <a:pt x="1212" y="4359"/>
                    <a:pt x="1196" y="4359"/>
                    <a:pt x="1160" y="4343"/>
                  </a:cubicBezTo>
                  <a:close/>
                  <a:moveTo>
                    <a:pt x="1261" y="4392"/>
                  </a:moveTo>
                  <a:cubicBezTo>
                    <a:pt x="1297" y="4408"/>
                    <a:pt x="1329" y="4424"/>
                    <a:pt x="1362" y="4424"/>
                  </a:cubicBezTo>
                  <a:lnTo>
                    <a:pt x="1362" y="4408"/>
                  </a:lnTo>
                  <a:cubicBezTo>
                    <a:pt x="1329" y="4408"/>
                    <a:pt x="1297" y="4392"/>
                    <a:pt x="1261" y="43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1679117" y="477849"/>
              <a:ext cx="55125" cy="41816"/>
            </a:xfrm>
            <a:custGeom>
              <a:avLst/>
              <a:gdLst/>
              <a:ahLst/>
              <a:cxnLst/>
              <a:rect l="l" t="t" r="r" b="b"/>
              <a:pathLst>
                <a:path w="555" h="421" extrusionOk="0">
                  <a:moveTo>
                    <a:pt x="538" y="1"/>
                  </a:moveTo>
                  <a:cubicBezTo>
                    <a:pt x="469" y="49"/>
                    <a:pt x="405" y="102"/>
                    <a:pt x="352" y="150"/>
                  </a:cubicBezTo>
                  <a:cubicBezTo>
                    <a:pt x="267" y="203"/>
                    <a:pt x="203" y="267"/>
                    <a:pt x="118" y="320"/>
                  </a:cubicBezTo>
                  <a:cubicBezTo>
                    <a:pt x="86" y="336"/>
                    <a:pt x="65" y="368"/>
                    <a:pt x="33" y="388"/>
                  </a:cubicBezTo>
                  <a:lnTo>
                    <a:pt x="17" y="405"/>
                  </a:lnTo>
                  <a:lnTo>
                    <a:pt x="1" y="421"/>
                  </a:lnTo>
                  <a:lnTo>
                    <a:pt x="17" y="421"/>
                  </a:lnTo>
                  <a:cubicBezTo>
                    <a:pt x="33" y="405"/>
                    <a:pt x="33" y="405"/>
                    <a:pt x="49" y="388"/>
                  </a:cubicBezTo>
                  <a:cubicBezTo>
                    <a:pt x="65" y="368"/>
                    <a:pt x="102" y="352"/>
                    <a:pt x="134" y="336"/>
                  </a:cubicBezTo>
                  <a:cubicBezTo>
                    <a:pt x="203" y="287"/>
                    <a:pt x="287" y="219"/>
                    <a:pt x="352" y="166"/>
                  </a:cubicBezTo>
                  <a:cubicBezTo>
                    <a:pt x="421" y="118"/>
                    <a:pt x="489" y="65"/>
                    <a:pt x="554" y="17"/>
                  </a:cubicBezTo>
                  <a:lnTo>
                    <a:pt x="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9"/>
            <p:cNvSpPr/>
            <p:nvPr/>
          </p:nvSpPr>
          <p:spPr>
            <a:xfrm>
              <a:off x="2533412" y="454209"/>
              <a:ext cx="6853" cy="3675"/>
            </a:xfrm>
            <a:custGeom>
              <a:avLst/>
              <a:gdLst/>
              <a:ahLst/>
              <a:cxnLst/>
              <a:rect l="l" t="t" r="r" b="b"/>
              <a:pathLst>
                <a:path w="69" h="37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32" y="21"/>
                    <a:pt x="32" y="37"/>
                  </a:cubicBezTo>
                  <a:lnTo>
                    <a:pt x="69" y="37"/>
                  </a:lnTo>
                  <a:cubicBezTo>
                    <a:pt x="69" y="37"/>
                    <a:pt x="49" y="21"/>
                    <a:pt x="32" y="21"/>
                  </a:cubicBezTo>
                  <a:cubicBezTo>
                    <a:pt x="32" y="21"/>
                    <a:pt x="1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2595192" y="969408"/>
              <a:ext cx="3278" cy="11720"/>
            </a:xfrm>
            <a:custGeom>
              <a:avLst/>
              <a:gdLst/>
              <a:ahLst/>
              <a:cxnLst/>
              <a:rect l="l" t="t" r="r" b="b"/>
              <a:pathLst>
                <a:path w="33" h="118" extrusionOk="0">
                  <a:moveTo>
                    <a:pt x="16" y="0"/>
                  </a:moveTo>
                  <a:cubicBezTo>
                    <a:pt x="0" y="16"/>
                    <a:pt x="0" y="49"/>
                    <a:pt x="16" y="65"/>
                  </a:cubicBezTo>
                  <a:cubicBezTo>
                    <a:pt x="16" y="49"/>
                    <a:pt x="16" y="33"/>
                    <a:pt x="33" y="0"/>
                  </a:cubicBezTo>
                  <a:close/>
                  <a:moveTo>
                    <a:pt x="16" y="65"/>
                  </a:moveTo>
                  <a:lnTo>
                    <a:pt x="16" y="101"/>
                  </a:lnTo>
                  <a:lnTo>
                    <a:pt x="16" y="117"/>
                  </a:lnTo>
                  <a:lnTo>
                    <a:pt x="33" y="117"/>
                  </a:lnTo>
                  <a:lnTo>
                    <a:pt x="33" y="101"/>
                  </a:lnTo>
                  <a:cubicBezTo>
                    <a:pt x="16" y="85"/>
                    <a:pt x="16" y="85"/>
                    <a:pt x="16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9"/>
            <p:cNvSpPr/>
            <p:nvPr/>
          </p:nvSpPr>
          <p:spPr>
            <a:xfrm>
              <a:off x="2483252" y="939313"/>
              <a:ext cx="3278" cy="41816"/>
            </a:xfrm>
            <a:custGeom>
              <a:avLst/>
              <a:gdLst/>
              <a:ahLst/>
              <a:cxnLst/>
              <a:rect l="l" t="t" r="r" b="b"/>
              <a:pathLst>
                <a:path w="33" h="421" extrusionOk="0">
                  <a:moveTo>
                    <a:pt x="16" y="0"/>
                  </a:moveTo>
                  <a:cubicBezTo>
                    <a:pt x="0" y="33"/>
                    <a:pt x="0" y="65"/>
                    <a:pt x="0" y="101"/>
                  </a:cubicBezTo>
                  <a:lnTo>
                    <a:pt x="0" y="150"/>
                  </a:lnTo>
                  <a:cubicBezTo>
                    <a:pt x="0" y="166"/>
                    <a:pt x="0" y="186"/>
                    <a:pt x="16" y="202"/>
                  </a:cubicBezTo>
                  <a:lnTo>
                    <a:pt x="16" y="150"/>
                  </a:lnTo>
                  <a:lnTo>
                    <a:pt x="16" y="101"/>
                  </a:lnTo>
                  <a:lnTo>
                    <a:pt x="16" y="0"/>
                  </a:lnTo>
                  <a:close/>
                  <a:moveTo>
                    <a:pt x="16" y="202"/>
                  </a:moveTo>
                  <a:lnTo>
                    <a:pt x="16" y="235"/>
                  </a:lnTo>
                  <a:lnTo>
                    <a:pt x="16" y="352"/>
                  </a:lnTo>
                  <a:lnTo>
                    <a:pt x="16" y="420"/>
                  </a:lnTo>
                  <a:lnTo>
                    <a:pt x="32" y="420"/>
                  </a:lnTo>
                  <a:lnTo>
                    <a:pt x="32" y="352"/>
                  </a:lnTo>
                  <a:lnTo>
                    <a:pt x="32" y="235"/>
                  </a:lnTo>
                  <a:cubicBezTo>
                    <a:pt x="16" y="218"/>
                    <a:pt x="16" y="218"/>
                    <a:pt x="16" y="2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9"/>
            <p:cNvSpPr/>
            <p:nvPr/>
          </p:nvSpPr>
          <p:spPr>
            <a:xfrm>
              <a:off x="2553475" y="460963"/>
              <a:ext cx="53437" cy="443089"/>
            </a:xfrm>
            <a:custGeom>
              <a:avLst/>
              <a:gdLst/>
              <a:ahLst/>
              <a:cxnLst/>
              <a:rect l="l" t="t" r="r" b="b"/>
              <a:pathLst>
                <a:path w="538" h="4461" extrusionOk="0">
                  <a:moveTo>
                    <a:pt x="16" y="1"/>
                  </a:moveTo>
                  <a:cubicBezTo>
                    <a:pt x="0" y="17"/>
                    <a:pt x="16" y="54"/>
                    <a:pt x="16" y="70"/>
                  </a:cubicBezTo>
                  <a:lnTo>
                    <a:pt x="16" y="134"/>
                  </a:lnTo>
                  <a:lnTo>
                    <a:pt x="16" y="171"/>
                  </a:lnTo>
                  <a:lnTo>
                    <a:pt x="32" y="187"/>
                  </a:lnTo>
                  <a:lnTo>
                    <a:pt x="32" y="171"/>
                  </a:lnTo>
                  <a:lnTo>
                    <a:pt x="32" y="134"/>
                  </a:lnTo>
                  <a:lnTo>
                    <a:pt x="32" y="70"/>
                  </a:lnTo>
                  <a:cubicBezTo>
                    <a:pt x="16" y="54"/>
                    <a:pt x="16" y="33"/>
                    <a:pt x="32" y="17"/>
                  </a:cubicBezTo>
                  <a:lnTo>
                    <a:pt x="69" y="17"/>
                  </a:lnTo>
                  <a:lnTo>
                    <a:pt x="69" y="1"/>
                  </a:lnTo>
                  <a:close/>
                  <a:moveTo>
                    <a:pt x="69" y="17"/>
                  </a:moveTo>
                  <a:lnTo>
                    <a:pt x="85" y="33"/>
                  </a:lnTo>
                  <a:cubicBezTo>
                    <a:pt x="186" y="70"/>
                    <a:pt x="303" y="118"/>
                    <a:pt x="404" y="154"/>
                  </a:cubicBezTo>
                  <a:cubicBezTo>
                    <a:pt x="420" y="171"/>
                    <a:pt x="436" y="171"/>
                    <a:pt x="436" y="171"/>
                  </a:cubicBezTo>
                  <a:cubicBezTo>
                    <a:pt x="473" y="187"/>
                    <a:pt x="505" y="187"/>
                    <a:pt x="521" y="203"/>
                  </a:cubicBezTo>
                  <a:lnTo>
                    <a:pt x="537" y="203"/>
                  </a:lnTo>
                  <a:cubicBezTo>
                    <a:pt x="505" y="171"/>
                    <a:pt x="473" y="171"/>
                    <a:pt x="453" y="154"/>
                  </a:cubicBezTo>
                  <a:lnTo>
                    <a:pt x="420" y="154"/>
                  </a:lnTo>
                  <a:cubicBezTo>
                    <a:pt x="303" y="102"/>
                    <a:pt x="202" y="54"/>
                    <a:pt x="85" y="17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cubicBezTo>
                    <a:pt x="32" y="288"/>
                    <a:pt x="32" y="320"/>
                    <a:pt x="49" y="336"/>
                  </a:cubicBez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36"/>
                  </a:moveTo>
                  <a:lnTo>
                    <a:pt x="49" y="437"/>
                  </a:lnTo>
                  <a:lnTo>
                    <a:pt x="49" y="490"/>
                  </a:lnTo>
                  <a:cubicBezTo>
                    <a:pt x="69" y="558"/>
                    <a:pt x="69" y="639"/>
                    <a:pt x="85" y="724"/>
                  </a:cubicBezTo>
                  <a:cubicBezTo>
                    <a:pt x="85" y="760"/>
                    <a:pt x="85" y="793"/>
                    <a:pt x="101" y="841"/>
                  </a:cubicBezTo>
                  <a:lnTo>
                    <a:pt x="101" y="708"/>
                  </a:lnTo>
                  <a:cubicBezTo>
                    <a:pt x="85" y="639"/>
                    <a:pt x="85" y="558"/>
                    <a:pt x="69" y="490"/>
                  </a:cubicBezTo>
                  <a:lnTo>
                    <a:pt x="69" y="437"/>
                  </a:lnTo>
                  <a:cubicBezTo>
                    <a:pt x="69" y="405"/>
                    <a:pt x="69" y="373"/>
                    <a:pt x="49" y="336"/>
                  </a:cubicBezTo>
                  <a:close/>
                  <a:moveTo>
                    <a:pt x="101" y="841"/>
                  </a:moveTo>
                  <a:lnTo>
                    <a:pt x="101" y="926"/>
                  </a:lnTo>
                  <a:cubicBezTo>
                    <a:pt x="101" y="962"/>
                    <a:pt x="117" y="995"/>
                    <a:pt x="117" y="1027"/>
                  </a:cubicBezTo>
                  <a:lnTo>
                    <a:pt x="117" y="1144"/>
                  </a:lnTo>
                  <a:cubicBezTo>
                    <a:pt x="133" y="1181"/>
                    <a:pt x="133" y="1213"/>
                    <a:pt x="133" y="1265"/>
                  </a:cubicBezTo>
                  <a:cubicBezTo>
                    <a:pt x="133" y="1298"/>
                    <a:pt x="150" y="1330"/>
                    <a:pt x="150" y="1366"/>
                  </a:cubicBezTo>
                  <a:cubicBezTo>
                    <a:pt x="150" y="1399"/>
                    <a:pt x="150" y="1447"/>
                    <a:pt x="170" y="1484"/>
                  </a:cubicBezTo>
                  <a:lnTo>
                    <a:pt x="170" y="1366"/>
                  </a:lnTo>
                  <a:cubicBezTo>
                    <a:pt x="150" y="1330"/>
                    <a:pt x="150" y="1298"/>
                    <a:pt x="150" y="1265"/>
                  </a:cubicBezTo>
                  <a:cubicBezTo>
                    <a:pt x="150" y="1213"/>
                    <a:pt x="150" y="1181"/>
                    <a:pt x="133" y="1144"/>
                  </a:cubicBezTo>
                  <a:lnTo>
                    <a:pt x="133" y="1011"/>
                  </a:lnTo>
                  <a:cubicBezTo>
                    <a:pt x="117" y="995"/>
                    <a:pt x="117" y="962"/>
                    <a:pt x="117" y="926"/>
                  </a:cubicBezTo>
                  <a:cubicBezTo>
                    <a:pt x="117" y="894"/>
                    <a:pt x="117" y="861"/>
                    <a:pt x="101" y="841"/>
                  </a:cubicBezTo>
                  <a:close/>
                  <a:moveTo>
                    <a:pt x="170" y="1484"/>
                  </a:moveTo>
                  <a:lnTo>
                    <a:pt x="170" y="1516"/>
                  </a:lnTo>
                  <a:lnTo>
                    <a:pt x="170" y="1617"/>
                  </a:lnTo>
                  <a:lnTo>
                    <a:pt x="186" y="1669"/>
                  </a:lnTo>
                  <a:lnTo>
                    <a:pt x="186" y="1617"/>
                  </a:lnTo>
                  <a:lnTo>
                    <a:pt x="186" y="1516"/>
                  </a:lnTo>
                  <a:lnTo>
                    <a:pt x="170" y="1484"/>
                  </a:lnTo>
                  <a:close/>
                  <a:moveTo>
                    <a:pt x="186" y="1669"/>
                  </a:moveTo>
                  <a:lnTo>
                    <a:pt x="186" y="1718"/>
                  </a:lnTo>
                  <a:cubicBezTo>
                    <a:pt x="186" y="1770"/>
                    <a:pt x="186" y="1803"/>
                    <a:pt x="202" y="1835"/>
                  </a:cubicBezTo>
                  <a:lnTo>
                    <a:pt x="202" y="1718"/>
                  </a:lnTo>
                  <a:cubicBezTo>
                    <a:pt x="202" y="1702"/>
                    <a:pt x="202" y="1686"/>
                    <a:pt x="186" y="1669"/>
                  </a:cubicBezTo>
                  <a:close/>
                  <a:moveTo>
                    <a:pt x="202" y="1835"/>
                  </a:moveTo>
                  <a:lnTo>
                    <a:pt x="202" y="1936"/>
                  </a:lnTo>
                  <a:cubicBezTo>
                    <a:pt x="202" y="1972"/>
                    <a:pt x="218" y="2005"/>
                    <a:pt x="218" y="2053"/>
                  </a:cubicBezTo>
                  <a:lnTo>
                    <a:pt x="218" y="2089"/>
                  </a:lnTo>
                  <a:cubicBezTo>
                    <a:pt x="218" y="2106"/>
                    <a:pt x="218" y="2106"/>
                    <a:pt x="234" y="2122"/>
                  </a:cubicBezTo>
                  <a:lnTo>
                    <a:pt x="234" y="2089"/>
                  </a:lnTo>
                  <a:lnTo>
                    <a:pt x="234" y="2053"/>
                  </a:lnTo>
                  <a:cubicBezTo>
                    <a:pt x="218" y="2005"/>
                    <a:pt x="218" y="1972"/>
                    <a:pt x="218" y="1920"/>
                  </a:cubicBezTo>
                  <a:cubicBezTo>
                    <a:pt x="218" y="1904"/>
                    <a:pt x="218" y="1871"/>
                    <a:pt x="202" y="1835"/>
                  </a:cubicBezTo>
                  <a:close/>
                  <a:moveTo>
                    <a:pt x="234" y="2122"/>
                  </a:moveTo>
                  <a:lnTo>
                    <a:pt x="234" y="2291"/>
                  </a:lnTo>
                  <a:cubicBezTo>
                    <a:pt x="251" y="2324"/>
                    <a:pt x="251" y="2376"/>
                    <a:pt x="251" y="2409"/>
                  </a:cubicBezTo>
                  <a:cubicBezTo>
                    <a:pt x="251" y="2477"/>
                    <a:pt x="271" y="2526"/>
                    <a:pt x="271" y="2594"/>
                  </a:cubicBezTo>
                  <a:cubicBezTo>
                    <a:pt x="287" y="2643"/>
                    <a:pt x="287" y="2695"/>
                    <a:pt x="287" y="2744"/>
                  </a:cubicBezTo>
                  <a:cubicBezTo>
                    <a:pt x="303" y="2780"/>
                    <a:pt x="303" y="2813"/>
                    <a:pt x="303" y="2829"/>
                  </a:cubicBezTo>
                  <a:lnTo>
                    <a:pt x="303" y="2914"/>
                  </a:lnTo>
                  <a:cubicBezTo>
                    <a:pt x="303" y="2962"/>
                    <a:pt x="319" y="2998"/>
                    <a:pt x="319" y="3047"/>
                  </a:cubicBezTo>
                  <a:cubicBezTo>
                    <a:pt x="319" y="3099"/>
                    <a:pt x="335" y="3132"/>
                    <a:pt x="335" y="3164"/>
                  </a:cubicBezTo>
                  <a:lnTo>
                    <a:pt x="335" y="3265"/>
                  </a:lnTo>
                  <a:cubicBezTo>
                    <a:pt x="352" y="3285"/>
                    <a:pt x="352" y="3318"/>
                    <a:pt x="352" y="3350"/>
                  </a:cubicBezTo>
                  <a:cubicBezTo>
                    <a:pt x="352" y="3451"/>
                    <a:pt x="372" y="3552"/>
                    <a:pt x="388" y="3669"/>
                  </a:cubicBezTo>
                  <a:lnTo>
                    <a:pt x="388" y="3705"/>
                  </a:lnTo>
                  <a:cubicBezTo>
                    <a:pt x="388" y="3722"/>
                    <a:pt x="404" y="3738"/>
                    <a:pt x="404" y="3754"/>
                  </a:cubicBezTo>
                  <a:lnTo>
                    <a:pt x="404" y="3705"/>
                  </a:lnTo>
                  <a:lnTo>
                    <a:pt x="404" y="3669"/>
                  </a:lnTo>
                  <a:cubicBezTo>
                    <a:pt x="388" y="3552"/>
                    <a:pt x="372" y="3451"/>
                    <a:pt x="372" y="3350"/>
                  </a:cubicBezTo>
                  <a:cubicBezTo>
                    <a:pt x="352" y="3318"/>
                    <a:pt x="352" y="3285"/>
                    <a:pt x="352" y="3265"/>
                  </a:cubicBezTo>
                  <a:lnTo>
                    <a:pt x="352" y="3164"/>
                  </a:lnTo>
                  <a:cubicBezTo>
                    <a:pt x="335" y="3132"/>
                    <a:pt x="335" y="3099"/>
                    <a:pt x="335" y="3047"/>
                  </a:cubicBezTo>
                  <a:cubicBezTo>
                    <a:pt x="335" y="2998"/>
                    <a:pt x="319" y="2962"/>
                    <a:pt x="319" y="2914"/>
                  </a:cubicBezTo>
                  <a:lnTo>
                    <a:pt x="319" y="2829"/>
                  </a:lnTo>
                  <a:cubicBezTo>
                    <a:pt x="303" y="2813"/>
                    <a:pt x="303" y="2780"/>
                    <a:pt x="303" y="2744"/>
                  </a:cubicBezTo>
                  <a:cubicBezTo>
                    <a:pt x="303" y="2695"/>
                    <a:pt x="287" y="2643"/>
                    <a:pt x="287" y="2594"/>
                  </a:cubicBezTo>
                  <a:cubicBezTo>
                    <a:pt x="287" y="2526"/>
                    <a:pt x="271" y="2477"/>
                    <a:pt x="271" y="2409"/>
                  </a:cubicBezTo>
                  <a:cubicBezTo>
                    <a:pt x="271" y="2376"/>
                    <a:pt x="251" y="2324"/>
                    <a:pt x="251" y="2291"/>
                  </a:cubicBezTo>
                  <a:cubicBezTo>
                    <a:pt x="251" y="2223"/>
                    <a:pt x="251" y="2174"/>
                    <a:pt x="234" y="2122"/>
                  </a:cubicBezTo>
                  <a:close/>
                  <a:moveTo>
                    <a:pt x="404" y="3754"/>
                  </a:moveTo>
                  <a:lnTo>
                    <a:pt x="404" y="3790"/>
                  </a:lnTo>
                  <a:cubicBezTo>
                    <a:pt x="404" y="3806"/>
                    <a:pt x="420" y="3823"/>
                    <a:pt x="404" y="3839"/>
                  </a:cubicBezTo>
                  <a:cubicBezTo>
                    <a:pt x="404" y="3891"/>
                    <a:pt x="404" y="3924"/>
                    <a:pt x="420" y="3956"/>
                  </a:cubicBezTo>
                  <a:lnTo>
                    <a:pt x="420" y="3839"/>
                  </a:lnTo>
                  <a:lnTo>
                    <a:pt x="420" y="3790"/>
                  </a:lnTo>
                  <a:cubicBezTo>
                    <a:pt x="420" y="3770"/>
                    <a:pt x="420" y="3770"/>
                    <a:pt x="404" y="3754"/>
                  </a:cubicBezTo>
                  <a:close/>
                  <a:moveTo>
                    <a:pt x="420" y="3956"/>
                  </a:moveTo>
                  <a:lnTo>
                    <a:pt x="420" y="4073"/>
                  </a:lnTo>
                  <a:cubicBezTo>
                    <a:pt x="420" y="4093"/>
                    <a:pt x="436" y="4109"/>
                    <a:pt x="436" y="4125"/>
                  </a:cubicBezTo>
                  <a:lnTo>
                    <a:pt x="436" y="4073"/>
                  </a:lnTo>
                  <a:cubicBezTo>
                    <a:pt x="436" y="4041"/>
                    <a:pt x="436" y="3992"/>
                    <a:pt x="420" y="3956"/>
                  </a:cubicBezTo>
                  <a:close/>
                  <a:moveTo>
                    <a:pt x="436" y="4125"/>
                  </a:moveTo>
                  <a:lnTo>
                    <a:pt x="436" y="4174"/>
                  </a:lnTo>
                  <a:cubicBezTo>
                    <a:pt x="436" y="4226"/>
                    <a:pt x="436" y="4259"/>
                    <a:pt x="453" y="4295"/>
                  </a:cubicBezTo>
                  <a:lnTo>
                    <a:pt x="453" y="4174"/>
                  </a:lnTo>
                  <a:lnTo>
                    <a:pt x="436" y="4125"/>
                  </a:lnTo>
                  <a:close/>
                  <a:moveTo>
                    <a:pt x="453" y="4311"/>
                  </a:moveTo>
                  <a:lnTo>
                    <a:pt x="453" y="4376"/>
                  </a:lnTo>
                  <a:lnTo>
                    <a:pt x="453" y="4428"/>
                  </a:lnTo>
                  <a:lnTo>
                    <a:pt x="453" y="4445"/>
                  </a:lnTo>
                  <a:lnTo>
                    <a:pt x="473" y="4461"/>
                  </a:lnTo>
                  <a:lnTo>
                    <a:pt x="473" y="4445"/>
                  </a:lnTo>
                  <a:lnTo>
                    <a:pt x="473" y="4428"/>
                  </a:lnTo>
                  <a:lnTo>
                    <a:pt x="473" y="4376"/>
                  </a:lnTo>
                  <a:cubicBezTo>
                    <a:pt x="473" y="4360"/>
                    <a:pt x="473" y="4327"/>
                    <a:pt x="453" y="4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1672363" y="67490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0"/>
                  </a:moveTo>
                  <a:cubicBezTo>
                    <a:pt x="590" y="0"/>
                    <a:pt x="574" y="20"/>
                    <a:pt x="557" y="36"/>
                  </a:cubicBezTo>
                  <a:cubicBezTo>
                    <a:pt x="574" y="36"/>
                    <a:pt x="606" y="20"/>
                    <a:pt x="622" y="20"/>
                  </a:cubicBezTo>
                  <a:lnTo>
                    <a:pt x="638" y="0"/>
                  </a:lnTo>
                  <a:close/>
                  <a:moveTo>
                    <a:pt x="537" y="53"/>
                  </a:moveTo>
                  <a:lnTo>
                    <a:pt x="537" y="53"/>
                  </a:lnTo>
                  <a:cubicBezTo>
                    <a:pt x="420" y="121"/>
                    <a:pt x="319" y="186"/>
                    <a:pt x="202" y="255"/>
                  </a:cubicBezTo>
                  <a:cubicBezTo>
                    <a:pt x="170" y="287"/>
                    <a:pt x="117" y="303"/>
                    <a:pt x="85" y="339"/>
                  </a:cubicBezTo>
                  <a:cubicBezTo>
                    <a:pt x="69" y="356"/>
                    <a:pt x="32" y="372"/>
                    <a:pt x="16" y="372"/>
                  </a:cubicBezTo>
                  <a:cubicBezTo>
                    <a:pt x="16" y="388"/>
                    <a:pt x="0" y="388"/>
                    <a:pt x="0" y="404"/>
                  </a:cubicBezTo>
                  <a:cubicBezTo>
                    <a:pt x="16" y="404"/>
                    <a:pt x="16" y="388"/>
                    <a:pt x="32" y="388"/>
                  </a:cubicBezTo>
                  <a:cubicBezTo>
                    <a:pt x="53" y="372"/>
                    <a:pt x="69" y="356"/>
                    <a:pt x="85" y="356"/>
                  </a:cubicBezTo>
                  <a:cubicBezTo>
                    <a:pt x="133" y="323"/>
                    <a:pt x="170" y="287"/>
                    <a:pt x="218" y="271"/>
                  </a:cubicBezTo>
                  <a:cubicBezTo>
                    <a:pt x="319" y="202"/>
                    <a:pt x="436" y="121"/>
                    <a:pt x="53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2688657" y="514400"/>
              <a:ext cx="52245" cy="22149"/>
            </a:xfrm>
            <a:custGeom>
              <a:avLst/>
              <a:gdLst/>
              <a:ahLst/>
              <a:cxnLst/>
              <a:rect l="l" t="t" r="r" b="b"/>
              <a:pathLst>
                <a:path w="526" h="223" extrusionOk="0">
                  <a:moveTo>
                    <a:pt x="0" y="0"/>
                  </a:moveTo>
                  <a:lnTo>
                    <a:pt x="21" y="20"/>
                  </a:lnTo>
                  <a:cubicBezTo>
                    <a:pt x="69" y="20"/>
                    <a:pt x="101" y="37"/>
                    <a:pt x="154" y="69"/>
                  </a:cubicBezTo>
                  <a:cubicBezTo>
                    <a:pt x="170" y="69"/>
                    <a:pt x="186" y="85"/>
                    <a:pt x="202" y="85"/>
                  </a:cubicBezTo>
                  <a:cubicBezTo>
                    <a:pt x="239" y="101"/>
                    <a:pt x="271" y="121"/>
                    <a:pt x="303" y="138"/>
                  </a:cubicBezTo>
                  <a:cubicBezTo>
                    <a:pt x="372" y="154"/>
                    <a:pt x="441" y="170"/>
                    <a:pt x="489" y="202"/>
                  </a:cubicBezTo>
                  <a:lnTo>
                    <a:pt x="505" y="202"/>
                  </a:lnTo>
                  <a:lnTo>
                    <a:pt x="505" y="222"/>
                  </a:lnTo>
                  <a:lnTo>
                    <a:pt x="526" y="222"/>
                  </a:lnTo>
                  <a:cubicBezTo>
                    <a:pt x="526" y="202"/>
                    <a:pt x="526" y="186"/>
                    <a:pt x="505" y="186"/>
                  </a:cubicBezTo>
                  <a:cubicBezTo>
                    <a:pt x="441" y="170"/>
                    <a:pt x="372" y="138"/>
                    <a:pt x="324" y="121"/>
                  </a:cubicBezTo>
                  <a:cubicBezTo>
                    <a:pt x="287" y="101"/>
                    <a:pt x="255" y="85"/>
                    <a:pt x="202" y="69"/>
                  </a:cubicBezTo>
                  <a:cubicBezTo>
                    <a:pt x="186" y="69"/>
                    <a:pt x="170" y="53"/>
                    <a:pt x="154" y="53"/>
                  </a:cubicBezTo>
                  <a:cubicBezTo>
                    <a:pt x="122" y="37"/>
                    <a:pt x="69" y="2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1663920" y="780393"/>
              <a:ext cx="68634" cy="40227"/>
            </a:xfrm>
            <a:custGeom>
              <a:avLst/>
              <a:gdLst/>
              <a:ahLst/>
              <a:cxnLst/>
              <a:rect l="l" t="t" r="r" b="b"/>
              <a:pathLst>
                <a:path w="691" h="405" extrusionOk="0">
                  <a:moveTo>
                    <a:pt x="691" y="1"/>
                  </a:moveTo>
                  <a:cubicBezTo>
                    <a:pt x="659" y="1"/>
                    <a:pt x="642" y="17"/>
                    <a:pt x="622" y="17"/>
                  </a:cubicBezTo>
                  <a:lnTo>
                    <a:pt x="590" y="33"/>
                  </a:lnTo>
                  <a:cubicBezTo>
                    <a:pt x="473" y="118"/>
                    <a:pt x="356" y="186"/>
                    <a:pt x="255" y="235"/>
                  </a:cubicBezTo>
                  <a:cubicBezTo>
                    <a:pt x="186" y="287"/>
                    <a:pt x="117" y="320"/>
                    <a:pt x="53" y="372"/>
                  </a:cubicBezTo>
                  <a:cubicBezTo>
                    <a:pt x="37" y="388"/>
                    <a:pt x="16" y="388"/>
                    <a:pt x="0" y="388"/>
                  </a:cubicBezTo>
                  <a:lnTo>
                    <a:pt x="0" y="405"/>
                  </a:lnTo>
                  <a:lnTo>
                    <a:pt x="16" y="405"/>
                  </a:lnTo>
                  <a:cubicBezTo>
                    <a:pt x="37" y="405"/>
                    <a:pt x="37" y="388"/>
                    <a:pt x="53" y="388"/>
                  </a:cubicBezTo>
                  <a:cubicBezTo>
                    <a:pt x="117" y="336"/>
                    <a:pt x="202" y="287"/>
                    <a:pt x="271" y="251"/>
                  </a:cubicBezTo>
                  <a:cubicBezTo>
                    <a:pt x="356" y="203"/>
                    <a:pt x="473" y="118"/>
                    <a:pt x="606" y="49"/>
                  </a:cubicBezTo>
                  <a:lnTo>
                    <a:pt x="622" y="33"/>
                  </a:lnTo>
                  <a:cubicBezTo>
                    <a:pt x="642" y="17"/>
                    <a:pt x="659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1672363" y="661600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22" y="1"/>
                  </a:moveTo>
                  <a:cubicBezTo>
                    <a:pt x="606" y="1"/>
                    <a:pt x="590" y="17"/>
                    <a:pt x="574" y="33"/>
                  </a:cubicBezTo>
                  <a:cubicBezTo>
                    <a:pt x="590" y="33"/>
                    <a:pt x="606" y="17"/>
                    <a:pt x="622" y="17"/>
                  </a:cubicBezTo>
                  <a:lnTo>
                    <a:pt x="638" y="17"/>
                  </a:lnTo>
                  <a:lnTo>
                    <a:pt x="622" y="1"/>
                  </a:lnTo>
                  <a:close/>
                  <a:moveTo>
                    <a:pt x="557" y="33"/>
                  </a:moveTo>
                  <a:cubicBezTo>
                    <a:pt x="420" y="118"/>
                    <a:pt x="287" y="219"/>
                    <a:pt x="170" y="304"/>
                  </a:cubicBezTo>
                  <a:cubicBezTo>
                    <a:pt x="303" y="219"/>
                    <a:pt x="420" y="134"/>
                    <a:pt x="557" y="53"/>
                  </a:cubicBezTo>
                  <a:lnTo>
                    <a:pt x="574" y="33"/>
                  </a:lnTo>
                  <a:close/>
                  <a:moveTo>
                    <a:pt x="16" y="389"/>
                  </a:moveTo>
                  <a:lnTo>
                    <a:pt x="0" y="405"/>
                  </a:lnTo>
                  <a:lnTo>
                    <a:pt x="0" y="421"/>
                  </a:lnTo>
                  <a:lnTo>
                    <a:pt x="16" y="405"/>
                  </a:lnTo>
                  <a:cubicBezTo>
                    <a:pt x="32" y="405"/>
                    <a:pt x="32" y="405"/>
                    <a:pt x="32" y="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1712391" y="562970"/>
              <a:ext cx="6953" cy="6853"/>
            </a:xfrm>
            <a:custGeom>
              <a:avLst/>
              <a:gdLst/>
              <a:ahLst/>
              <a:cxnLst/>
              <a:rect l="l" t="t" r="r" b="b"/>
              <a:pathLst>
                <a:path w="70" h="69" extrusionOk="0">
                  <a:moveTo>
                    <a:pt x="70" y="0"/>
                  </a:moveTo>
                  <a:lnTo>
                    <a:pt x="1" y="53"/>
                  </a:lnTo>
                  <a:lnTo>
                    <a:pt x="1" y="69"/>
                  </a:lnTo>
                  <a:lnTo>
                    <a:pt x="70" y="16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2508084" y="660011"/>
              <a:ext cx="60290" cy="20163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53" y="33"/>
                    <a:pt x="69" y="33"/>
                  </a:cubicBezTo>
                  <a:cubicBezTo>
                    <a:pt x="53" y="17"/>
                    <a:pt x="37" y="17"/>
                    <a:pt x="1" y="1"/>
                  </a:cubicBezTo>
                  <a:close/>
                  <a:moveTo>
                    <a:pt x="70" y="33"/>
                  </a:moveTo>
                  <a:lnTo>
                    <a:pt x="70" y="33"/>
                  </a:lnTo>
                  <a:cubicBezTo>
                    <a:pt x="138" y="49"/>
                    <a:pt x="187" y="69"/>
                    <a:pt x="239" y="102"/>
                  </a:cubicBezTo>
                  <a:cubicBezTo>
                    <a:pt x="271" y="102"/>
                    <a:pt x="324" y="118"/>
                    <a:pt x="356" y="134"/>
                  </a:cubicBezTo>
                  <a:cubicBezTo>
                    <a:pt x="405" y="150"/>
                    <a:pt x="457" y="170"/>
                    <a:pt x="506" y="186"/>
                  </a:cubicBezTo>
                  <a:lnTo>
                    <a:pt x="526" y="186"/>
                  </a:lnTo>
                  <a:cubicBezTo>
                    <a:pt x="542" y="186"/>
                    <a:pt x="574" y="203"/>
                    <a:pt x="590" y="203"/>
                  </a:cubicBezTo>
                  <a:lnTo>
                    <a:pt x="607" y="203"/>
                  </a:lnTo>
                  <a:lnTo>
                    <a:pt x="607" y="186"/>
                  </a:lnTo>
                  <a:cubicBezTo>
                    <a:pt x="574" y="186"/>
                    <a:pt x="558" y="186"/>
                    <a:pt x="526" y="170"/>
                  </a:cubicBezTo>
                  <a:lnTo>
                    <a:pt x="506" y="170"/>
                  </a:lnTo>
                  <a:cubicBezTo>
                    <a:pt x="457" y="150"/>
                    <a:pt x="405" y="134"/>
                    <a:pt x="356" y="118"/>
                  </a:cubicBezTo>
                  <a:cubicBezTo>
                    <a:pt x="324" y="102"/>
                    <a:pt x="287" y="85"/>
                    <a:pt x="239" y="85"/>
                  </a:cubicBezTo>
                  <a:cubicBezTo>
                    <a:pt x="187" y="69"/>
                    <a:pt x="138" y="49"/>
                    <a:pt x="7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2257288" y="338992"/>
              <a:ext cx="13806" cy="199147"/>
            </a:xfrm>
            <a:custGeom>
              <a:avLst/>
              <a:gdLst/>
              <a:ahLst/>
              <a:cxnLst/>
              <a:rect l="l" t="t" r="r" b="b"/>
              <a:pathLst>
                <a:path w="139" h="2005" extrusionOk="0">
                  <a:moveTo>
                    <a:pt x="21" y="1"/>
                  </a:moveTo>
                  <a:lnTo>
                    <a:pt x="21" y="17"/>
                  </a:lnTo>
                  <a:cubicBezTo>
                    <a:pt x="1" y="49"/>
                    <a:pt x="1" y="102"/>
                    <a:pt x="21" y="150"/>
                  </a:cubicBezTo>
                  <a:cubicBezTo>
                    <a:pt x="21" y="102"/>
                    <a:pt x="21" y="49"/>
                    <a:pt x="37" y="17"/>
                  </a:cubicBezTo>
                  <a:lnTo>
                    <a:pt x="21" y="1"/>
                  </a:lnTo>
                  <a:close/>
                  <a:moveTo>
                    <a:pt x="21" y="150"/>
                  </a:moveTo>
                  <a:lnTo>
                    <a:pt x="21" y="272"/>
                  </a:lnTo>
                  <a:lnTo>
                    <a:pt x="21" y="304"/>
                  </a:lnTo>
                  <a:cubicBezTo>
                    <a:pt x="21" y="320"/>
                    <a:pt x="21" y="352"/>
                    <a:pt x="37" y="389"/>
                  </a:cubicBezTo>
                  <a:lnTo>
                    <a:pt x="37" y="304"/>
                  </a:lnTo>
                  <a:lnTo>
                    <a:pt x="37" y="272"/>
                  </a:lnTo>
                  <a:cubicBezTo>
                    <a:pt x="37" y="235"/>
                    <a:pt x="37" y="187"/>
                    <a:pt x="21" y="150"/>
                  </a:cubicBezTo>
                  <a:close/>
                  <a:moveTo>
                    <a:pt x="37" y="389"/>
                  </a:moveTo>
                  <a:lnTo>
                    <a:pt x="37" y="538"/>
                  </a:lnTo>
                  <a:lnTo>
                    <a:pt x="37" y="591"/>
                  </a:lnTo>
                  <a:lnTo>
                    <a:pt x="37" y="623"/>
                  </a:lnTo>
                  <a:cubicBezTo>
                    <a:pt x="37" y="655"/>
                    <a:pt x="53" y="692"/>
                    <a:pt x="53" y="724"/>
                  </a:cubicBezTo>
                  <a:lnTo>
                    <a:pt x="53" y="623"/>
                  </a:lnTo>
                  <a:lnTo>
                    <a:pt x="53" y="591"/>
                  </a:lnTo>
                  <a:lnTo>
                    <a:pt x="53" y="538"/>
                  </a:lnTo>
                  <a:cubicBezTo>
                    <a:pt x="53" y="490"/>
                    <a:pt x="53" y="437"/>
                    <a:pt x="37" y="389"/>
                  </a:cubicBezTo>
                  <a:close/>
                  <a:moveTo>
                    <a:pt x="53" y="724"/>
                  </a:moveTo>
                  <a:lnTo>
                    <a:pt x="53" y="793"/>
                  </a:lnTo>
                  <a:lnTo>
                    <a:pt x="53" y="809"/>
                  </a:lnTo>
                  <a:cubicBezTo>
                    <a:pt x="53" y="841"/>
                    <a:pt x="53" y="857"/>
                    <a:pt x="70" y="894"/>
                  </a:cubicBezTo>
                  <a:lnTo>
                    <a:pt x="70" y="809"/>
                  </a:lnTo>
                  <a:lnTo>
                    <a:pt x="70" y="793"/>
                  </a:lnTo>
                  <a:cubicBezTo>
                    <a:pt x="70" y="756"/>
                    <a:pt x="70" y="740"/>
                    <a:pt x="53" y="724"/>
                  </a:cubicBezTo>
                  <a:close/>
                  <a:moveTo>
                    <a:pt x="70" y="894"/>
                  </a:moveTo>
                  <a:lnTo>
                    <a:pt x="70" y="926"/>
                  </a:lnTo>
                  <a:cubicBezTo>
                    <a:pt x="86" y="926"/>
                    <a:pt x="86" y="910"/>
                    <a:pt x="70" y="894"/>
                  </a:cubicBezTo>
                  <a:close/>
                  <a:moveTo>
                    <a:pt x="70" y="942"/>
                  </a:moveTo>
                  <a:lnTo>
                    <a:pt x="70" y="995"/>
                  </a:lnTo>
                  <a:lnTo>
                    <a:pt x="70" y="1043"/>
                  </a:lnTo>
                  <a:lnTo>
                    <a:pt x="70" y="1112"/>
                  </a:lnTo>
                  <a:lnTo>
                    <a:pt x="70" y="1144"/>
                  </a:lnTo>
                  <a:lnTo>
                    <a:pt x="70" y="1181"/>
                  </a:lnTo>
                  <a:cubicBezTo>
                    <a:pt x="86" y="1197"/>
                    <a:pt x="86" y="1213"/>
                    <a:pt x="86" y="1245"/>
                  </a:cubicBezTo>
                  <a:lnTo>
                    <a:pt x="86" y="1314"/>
                  </a:lnTo>
                  <a:lnTo>
                    <a:pt x="86" y="1415"/>
                  </a:lnTo>
                  <a:cubicBezTo>
                    <a:pt x="102" y="1431"/>
                    <a:pt x="102" y="1463"/>
                    <a:pt x="102" y="1483"/>
                  </a:cubicBezTo>
                  <a:lnTo>
                    <a:pt x="102" y="1584"/>
                  </a:lnTo>
                  <a:lnTo>
                    <a:pt x="102" y="1665"/>
                  </a:lnTo>
                  <a:lnTo>
                    <a:pt x="102" y="1685"/>
                  </a:lnTo>
                  <a:cubicBezTo>
                    <a:pt x="102" y="1718"/>
                    <a:pt x="102" y="1766"/>
                    <a:pt x="122" y="1819"/>
                  </a:cubicBezTo>
                  <a:cubicBezTo>
                    <a:pt x="102" y="1835"/>
                    <a:pt x="122" y="1851"/>
                    <a:pt x="122" y="1867"/>
                  </a:cubicBezTo>
                  <a:lnTo>
                    <a:pt x="122" y="1904"/>
                  </a:lnTo>
                  <a:lnTo>
                    <a:pt x="122" y="1936"/>
                  </a:lnTo>
                  <a:lnTo>
                    <a:pt x="122" y="1988"/>
                  </a:lnTo>
                  <a:lnTo>
                    <a:pt x="138" y="2005"/>
                  </a:lnTo>
                  <a:lnTo>
                    <a:pt x="138" y="1988"/>
                  </a:lnTo>
                  <a:lnTo>
                    <a:pt x="138" y="1936"/>
                  </a:lnTo>
                  <a:lnTo>
                    <a:pt x="138" y="1904"/>
                  </a:lnTo>
                  <a:lnTo>
                    <a:pt x="138" y="1867"/>
                  </a:lnTo>
                  <a:cubicBezTo>
                    <a:pt x="122" y="1851"/>
                    <a:pt x="122" y="1835"/>
                    <a:pt x="138" y="1819"/>
                  </a:cubicBezTo>
                  <a:cubicBezTo>
                    <a:pt x="122" y="1766"/>
                    <a:pt x="122" y="1718"/>
                    <a:pt x="122" y="1685"/>
                  </a:cubicBezTo>
                  <a:lnTo>
                    <a:pt x="122" y="1665"/>
                  </a:lnTo>
                  <a:lnTo>
                    <a:pt x="122" y="1584"/>
                  </a:lnTo>
                  <a:lnTo>
                    <a:pt x="122" y="1483"/>
                  </a:lnTo>
                  <a:cubicBezTo>
                    <a:pt x="122" y="1463"/>
                    <a:pt x="102" y="1431"/>
                    <a:pt x="102" y="1399"/>
                  </a:cubicBezTo>
                  <a:lnTo>
                    <a:pt x="102" y="1314"/>
                  </a:lnTo>
                  <a:cubicBezTo>
                    <a:pt x="102" y="1298"/>
                    <a:pt x="102" y="1261"/>
                    <a:pt x="86" y="1229"/>
                  </a:cubicBezTo>
                  <a:lnTo>
                    <a:pt x="86" y="1181"/>
                  </a:lnTo>
                  <a:lnTo>
                    <a:pt x="86" y="1144"/>
                  </a:lnTo>
                  <a:lnTo>
                    <a:pt x="86" y="1112"/>
                  </a:lnTo>
                  <a:lnTo>
                    <a:pt x="86" y="1043"/>
                  </a:lnTo>
                  <a:lnTo>
                    <a:pt x="86" y="995"/>
                  </a:lnTo>
                  <a:cubicBezTo>
                    <a:pt x="70" y="979"/>
                    <a:pt x="70" y="958"/>
                    <a:pt x="70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2553475" y="450932"/>
              <a:ext cx="3278" cy="11820"/>
            </a:xfrm>
            <a:custGeom>
              <a:avLst/>
              <a:gdLst/>
              <a:ahLst/>
              <a:cxnLst/>
              <a:rect l="l" t="t" r="r" b="b"/>
              <a:pathLst>
                <a:path w="33" h="119" extrusionOk="0">
                  <a:moveTo>
                    <a:pt x="16" y="1"/>
                  </a:moveTo>
                  <a:lnTo>
                    <a:pt x="16" y="1"/>
                  </a:lnTo>
                  <a:cubicBezTo>
                    <a:pt x="0" y="54"/>
                    <a:pt x="0" y="86"/>
                    <a:pt x="32" y="118"/>
                  </a:cubicBezTo>
                  <a:lnTo>
                    <a:pt x="32" y="102"/>
                  </a:lnTo>
                  <a:cubicBezTo>
                    <a:pt x="16" y="86"/>
                    <a:pt x="16" y="54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1755796" y="369088"/>
              <a:ext cx="5264" cy="232421"/>
            </a:xfrm>
            <a:custGeom>
              <a:avLst/>
              <a:gdLst/>
              <a:ahLst/>
              <a:cxnLst/>
              <a:rect l="l" t="t" r="r" b="b"/>
              <a:pathLst>
                <a:path w="53" h="2340" extrusionOk="0">
                  <a:moveTo>
                    <a:pt x="37" y="1"/>
                  </a:moveTo>
                  <a:cubicBezTo>
                    <a:pt x="53" y="17"/>
                    <a:pt x="37" y="33"/>
                    <a:pt x="37" y="49"/>
                  </a:cubicBezTo>
                  <a:lnTo>
                    <a:pt x="37" y="70"/>
                  </a:lnTo>
                  <a:lnTo>
                    <a:pt x="37" y="304"/>
                  </a:lnTo>
                  <a:lnTo>
                    <a:pt x="37" y="336"/>
                  </a:lnTo>
                  <a:lnTo>
                    <a:pt x="37" y="490"/>
                  </a:lnTo>
                  <a:lnTo>
                    <a:pt x="37" y="655"/>
                  </a:lnTo>
                  <a:lnTo>
                    <a:pt x="37" y="809"/>
                  </a:lnTo>
                  <a:lnTo>
                    <a:pt x="37" y="910"/>
                  </a:lnTo>
                  <a:lnTo>
                    <a:pt x="53" y="809"/>
                  </a:lnTo>
                  <a:lnTo>
                    <a:pt x="53" y="655"/>
                  </a:lnTo>
                  <a:lnTo>
                    <a:pt x="53" y="490"/>
                  </a:lnTo>
                  <a:lnTo>
                    <a:pt x="53" y="336"/>
                  </a:lnTo>
                  <a:lnTo>
                    <a:pt x="53" y="304"/>
                  </a:lnTo>
                  <a:lnTo>
                    <a:pt x="53" y="70"/>
                  </a:lnTo>
                  <a:lnTo>
                    <a:pt x="53" y="49"/>
                  </a:lnTo>
                  <a:lnTo>
                    <a:pt x="53" y="1"/>
                  </a:lnTo>
                  <a:close/>
                  <a:moveTo>
                    <a:pt x="37" y="1059"/>
                  </a:moveTo>
                  <a:cubicBezTo>
                    <a:pt x="37" y="1180"/>
                    <a:pt x="37" y="1298"/>
                    <a:pt x="20" y="1431"/>
                  </a:cubicBezTo>
                  <a:lnTo>
                    <a:pt x="20" y="1617"/>
                  </a:lnTo>
                  <a:lnTo>
                    <a:pt x="20" y="1819"/>
                  </a:lnTo>
                  <a:lnTo>
                    <a:pt x="20" y="2154"/>
                  </a:lnTo>
                  <a:cubicBezTo>
                    <a:pt x="20" y="2053"/>
                    <a:pt x="20" y="1936"/>
                    <a:pt x="37" y="1819"/>
                  </a:cubicBezTo>
                  <a:lnTo>
                    <a:pt x="37" y="1617"/>
                  </a:lnTo>
                  <a:lnTo>
                    <a:pt x="37" y="1431"/>
                  </a:lnTo>
                  <a:lnTo>
                    <a:pt x="37" y="1059"/>
                  </a:lnTo>
                  <a:close/>
                  <a:moveTo>
                    <a:pt x="20" y="2291"/>
                  </a:moveTo>
                  <a:lnTo>
                    <a:pt x="0" y="2308"/>
                  </a:lnTo>
                  <a:lnTo>
                    <a:pt x="0" y="2324"/>
                  </a:lnTo>
                  <a:lnTo>
                    <a:pt x="20" y="2340"/>
                  </a:lnTo>
                  <a:lnTo>
                    <a:pt x="20" y="2324"/>
                  </a:lnTo>
                  <a:lnTo>
                    <a:pt x="20" y="22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1653889" y="726161"/>
              <a:ext cx="292611" cy="163092"/>
            </a:xfrm>
            <a:custGeom>
              <a:avLst/>
              <a:gdLst/>
              <a:ahLst/>
              <a:cxnLst/>
              <a:rect l="l" t="t" r="r" b="b"/>
              <a:pathLst>
                <a:path w="2946" h="1642" extrusionOk="0">
                  <a:moveTo>
                    <a:pt x="2916" y="1"/>
                  </a:moveTo>
                  <a:cubicBezTo>
                    <a:pt x="2893" y="1"/>
                    <a:pt x="2870" y="14"/>
                    <a:pt x="2844" y="25"/>
                  </a:cubicBezTo>
                  <a:lnTo>
                    <a:pt x="2844" y="42"/>
                  </a:lnTo>
                  <a:lnTo>
                    <a:pt x="2864" y="42"/>
                  </a:lnTo>
                  <a:cubicBezTo>
                    <a:pt x="2880" y="25"/>
                    <a:pt x="2913" y="9"/>
                    <a:pt x="2945" y="9"/>
                  </a:cubicBezTo>
                  <a:cubicBezTo>
                    <a:pt x="2935" y="3"/>
                    <a:pt x="2926" y="1"/>
                    <a:pt x="2916" y="1"/>
                  </a:cubicBezTo>
                  <a:close/>
                  <a:moveTo>
                    <a:pt x="2844" y="42"/>
                  </a:moveTo>
                  <a:lnTo>
                    <a:pt x="2844" y="42"/>
                  </a:lnTo>
                  <a:cubicBezTo>
                    <a:pt x="2678" y="126"/>
                    <a:pt x="2509" y="227"/>
                    <a:pt x="2323" y="328"/>
                  </a:cubicBezTo>
                  <a:cubicBezTo>
                    <a:pt x="2206" y="393"/>
                    <a:pt x="2105" y="462"/>
                    <a:pt x="1988" y="514"/>
                  </a:cubicBezTo>
                  <a:cubicBezTo>
                    <a:pt x="1919" y="547"/>
                    <a:pt x="1871" y="579"/>
                    <a:pt x="1802" y="615"/>
                  </a:cubicBezTo>
                  <a:cubicBezTo>
                    <a:pt x="1733" y="664"/>
                    <a:pt x="1669" y="696"/>
                    <a:pt x="1584" y="749"/>
                  </a:cubicBezTo>
                  <a:cubicBezTo>
                    <a:pt x="1531" y="781"/>
                    <a:pt x="1467" y="817"/>
                    <a:pt x="1398" y="850"/>
                  </a:cubicBezTo>
                  <a:cubicBezTo>
                    <a:pt x="1366" y="866"/>
                    <a:pt x="1329" y="882"/>
                    <a:pt x="1297" y="898"/>
                  </a:cubicBezTo>
                  <a:cubicBezTo>
                    <a:pt x="1228" y="951"/>
                    <a:pt x="1147" y="999"/>
                    <a:pt x="1079" y="1035"/>
                  </a:cubicBezTo>
                  <a:cubicBezTo>
                    <a:pt x="1063" y="1035"/>
                    <a:pt x="1046" y="1052"/>
                    <a:pt x="1026" y="1068"/>
                  </a:cubicBezTo>
                  <a:cubicBezTo>
                    <a:pt x="994" y="1084"/>
                    <a:pt x="978" y="1100"/>
                    <a:pt x="925" y="1100"/>
                  </a:cubicBezTo>
                  <a:lnTo>
                    <a:pt x="909" y="1100"/>
                  </a:lnTo>
                  <a:cubicBezTo>
                    <a:pt x="877" y="1153"/>
                    <a:pt x="824" y="1185"/>
                    <a:pt x="776" y="1201"/>
                  </a:cubicBezTo>
                  <a:cubicBezTo>
                    <a:pt x="760" y="1221"/>
                    <a:pt x="743" y="1221"/>
                    <a:pt x="707" y="1237"/>
                  </a:cubicBezTo>
                  <a:cubicBezTo>
                    <a:pt x="590" y="1322"/>
                    <a:pt x="457" y="1387"/>
                    <a:pt x="319" y="1455"/>
                  </a:cubicBezTo>
                  <a:cubicBezTo>
                    <a:pt x="239" y="1504"/>
                    <a:pt x="154" y="1556"/>
                    <a:pt x="69" y="1605"/>
                  </a:cubicBezTo>
                  <a:lnTo>
                    <a:pt x="37" y="1605"/>
                  </a:lnTo>
                  <a:cubicBezTo>
                    <a:pt x="37" y="1625"/>
                    <a:pt x="16" y="1625"/>
                    <a:pt x="0" y="1641"/>
                  </a:cubicBezTo>
                  <a:lnTo>
                    <a:pt x="16" y="1641"/>
                  </a:lnTo>
                  <a:cubicBezTo>
                    <a:pt x="16" y="1641"/>
                    <a:pt x="37" y="1625"/>
                    <a:pt x="53" y="1625"/>
                  </a:cubicBezTo>
                  <a:lnTo>
                    <a:pt x="69" y="1625"/>
                  </a:lnTo>
                  <a:cubicBezTo>
                    <a:pt x="154" y="1573"/>
                    <a:pt x="239" y="1524"/>
                    <a:pt x="319" y="1472"/>
                  </a:cubicBezTo>
                  <a:cubicBezTo>
                    <a:pt x="457" y="1403"/>
                    <a:pt x="590" y="1322"/>
                    <a:pt x="723" y="1254"/>
                  </a:cubicBezTo>
                  <a:cubicBezTo>
                    <a:pt x="743" y="1237"/>
                    <a:pt x="760" y="1221"/>
                    <a:pt x="776" y="1221"/>
                  </a:cubicBezTo>
                  <a:cubicBezTo>
                    <a:pt x="824" y="1185"/>
                    <a:pt x="893" y="1169"/>
                    <a:pt x="925" y="1120"/>
                  </a:cubicBezTo>
                  <a:cubicBezTo>
                    <a:pt x="978" y="1120"/>
                    <a:pt x="1010" y="1084"/>
                    <a:pt x="1046" y="1068"/>
                  </a:cubicBezTo>
                  <a:cubicBezTo>
                    <a:pt x="1046" y="1068"/>
                    <a:pt x="1063" y="1052"/>
                    <a:pt x="1079" y="1052"/>
                  </a:cubicBezTo>
                  <a:cubicBezTo>
                    <a:pt x="1164" y="999"/>
                    <a:pt x="1228" y="967"/>
                    <a:pt x="1313" y="918"/>
                  </a:cubicBezTo>
                  <a:cubicBezTo>
                    <a:pt x="1349" y="898"/>
                    <a:pt x="1382" y="882"/>
                    <a:pt x="1414" y="866"/>
                  </a:cubicBezTo>
                  <a:cubicBezTo>
                    <a:pt x="1467" y="833"/>
                    <a:pt x="1531" y="797"/>
                    <a:pt x="1600" y="749"/>
                  </a:cubicBezTo>
                  <a:cubicBezTo>
                    <a:pt x="1669" y="716"/>
                    <a:pt x="1733" y="680"/>
                    <a:pt x="1818" y="631"/>
                  </a:cubicBezTo>
                  <a:cubicBezTo>
                    <a:pt x="1871" y="595"/>
                    <a:pt x="1935" y="563"/>
                    <a:pt x="1988" y="530"/>
                  </a:cubicBezTo>
                  <a:cubicBezTo>
                    <a:pt x="2105" y="462"/>
                    <a:pt x="2222" y="393"/>
                    <a:pt x="2323" y="345"/>
                  </a:cubicBezTo>
                  <a:cubicBezTo>
                    <a:pt x="2525" y="227"/>
                    <a:pt x="2695" y="143"/>
                    <a:pt x="2844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2541755" y="564559"/>
              <a:ext cx="11820" cy="5264"/>
            </a:xfrm>
            <a:custGeom>
              <a:avLst/>
              <a:gdLst/>
              <a:ahLst/>
              <a:cxnLst/>
              <a:rect l="l" t="t" r="r" b="b"/>
              <a:pathLst>
                <a:path w="119" h="53" extrusionOk="0">
                  <a:moveTo>
                    <a:pt x="1" y="0"/>
                  </a:moveTo>
                  <a:lnTo>
                    <a:pt x="1" y="20"/>
                  </a:lnTo>
                  <a:cubicBezTo>
                    <a:pt x="33" y="20"/>
                    <a:pt x="66" y="37"/>
                    <a:pt x="118" y="53"/>
                  </a:cubicBezTo>
                  <a:lnTo>
                    <a:pt x="118" y="37"/>
                  </a:lnTo>
                  <a:cubicBezTo>
                    <a:pt x="86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2324332" y="619883"/>
              <a:ext cx="41816" cy="14998"/>
            </a:xfrm>
            <a:custGeom>
              <a:avLst/>
              <a:gdLst/>
              <a:ahLst/>
              <a:cxnLst/>
              <a:rect l="l" t="t" r="r" b="b"/>
              <a:pathLst>
                <a:path w="421" h="151" extrusionOk="0">
                  <a:moveTo>
                    <a:pt x="0" y="1"/>
                  </a:moveTo>
                  <a:lnTo>
                    <a:pt x="17" y="17"/>
                  </a:lnTo>
                  <a:lnTo>
                    <a:pt x="101" y="49"/>
                  </a:lnTo>
                  <a:cubicBezTo>
                    <a:pt x="170" y="69"/>
                    <a:pt x="255" y="102"/>
                    <a:pt x="336" y="118"/>
                  </a:cubicBezTo>
                  <a:cubicBezTo>
                    <a:pt x="255" y="86"/>
                    <a:pt x="186" y="49"/>
                    <a:pt x="101" y="33"/>
                  </a:cubicBezTo>
                  <a:lnTo>
                    <a:pt x="17" y="1"/>
                  </a:lnTo>
                  <a:close/>
                  <a:moveTo>
                    <a:pt x="336" y="118"/>
                  </a:moveTo>
                  <a:cubicBezTo>
                    <a:pt x="356" y="134"/>
                    <a:pt x="372" y="134"/>
                    <a:pt x="388" y="134"/>
                  </a:cubicBezTo>
                  <a:cubicBezTo>
                    <a:pt x="404" y="150"/>
                    <a:pt x="404" y="150"/>
                    <a:pt x="421" y="150"/>
                  </a:cubicBezTo>
                  <a:lnTo>
                    <a:pt x="421" y="134"/>
                  </a:lnTo>
                  <a:lnTo>
                    <a:pt x="404" y="134"/>
                  </a:lnTo>
                  <a:cubicBezTo>
                    <a:pt x="372" y="118"/>
                    <a:pt x="356" y="118"/>
                    <a:pt x="336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1682296" y="668453"/>
              <a:ext cx="53536" cy="34962"/>
            </a:xfrm>
            <a:custGeom>
              <a:avLst/>
              <a:gdLst/>
              <a:ahLst/>
              <a:cxnLst/>
              <a:rect l="l" t="t" r="r" b="b"/>
              <a:pathLst>
                <a:path w="539" h="352" extrusionOk="0">
                  <a:moveTo>
                    <a:pt x="522" y="0"/>
                  </a:moveTo>
                  <a:cubicBezTo>
                    <a:pt x="506" y="0"/>
                    <a:pt x="474" y="17"/>
                    <a:pt x="457" y="33"/>
                  </a:cubicBezTo>
                  <a:lnTo>
                    <a:pt x="437" y="49"/>
                  </a:lnTo>
                  <a:cubicBezTo>
                    <a:pt x="356" y="101"/>
                    <a:pt x="255" y="166"/>
                    <a:pt x="187" y="219"/>
                  </a:cubicBezTo>
                  <a:cubicBezTo>
                    <a:pt x="134" y="235"/>
                    <a:pt x="102" y="267"/>
                    <a:pt x="54" y="303"/>
                  </a:cubicBezTo>
                  <a:lnTo>
                    <a:pt x="33" y="303"/>
                  </a:lnTo>
                  <a:cubicBezTo>
                    <a:pt x="17" y="320"/>
                    <a:pt x="17" y="336"/>
                    <a:pt x="1" y="336"/>
                  </a:cubicBezTo>
                  <a:lnTo>
                    <a:pt x="1" y="352"/>
                  </a:lnTo>
                  <a:cubicBezTo>
                    <a:pt x="17" y="336"/>
                    <a:pt x="33" y="336"/>
                    <a:pt x="54" y="320"/>
                  </a:cubicBezTo>
                  <a:cubicBezTo>
                    <a:pt x="54" y="320"/>
                    <a:pt x="54" y="303"/>
                    <a:pt x="70" y="303"/>
                  </a:cubicBezTo>
                  <a:cubicBezTo>
                    <a:pt x="102" y="287"/>
                    <a:pt x="154" y="251"/>
                    <a:pt x="187" y="235"/>
                  </a:cubicBezTo>
                  <a:cubicBezTo>
                    <a:pt x="272" y="166"/>
                    <a:pt x="356" y="118"/>
                    <a:pt x="437" y="65"/>
                  </a:cubicBezTo>
                  <a:lnTo>
                    <a:pt x="457" y="49"/>
                  </a:lnTo>
                  <a:cubicBezTo>
                    <a:pt x="490" y="33"/>
                    <a:pt x="506" y="17"/>
                    <a:pt x="522" y="17"/>
                  </a:cubicBezTo>
                  <a:lnTo>
                    <a:pt x="538" y="1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2222425" y="915574"/>
              <a:ext cx="95153" cy="27016"/>
            </a:xfrm>
            <a:custGeom>
              <a:avLst/>
              <a:gdLst/>
              <a:ahLst/>
              <a:cxnLst/>
              <a:rect l="l" t="t" r="r" b="b"/>
              <a:pathLst>
                <a:path w="958" h="272" extrusionOk="0">
                  <a:moveTo>
                    <a:pt x="0" y="1"/>
                  </a:moveTo>
                  <a:lnTo>
                    <a:pt x="17" y="21"/>
                  </a:lnTo>
                  <a:lnTo>
                    <a:pt x="101" y="37"/>
                  </a:lnTo>
                  <a:cubicBezTo>
                    <a:pt x="150" y="53"/>
                    <a:pt x="219" y="70"/>
                    <a:pt x="271" y="86"/>
                  </a:cubicBezTo>
                  <a:cubicBezTo>
                    <a:pt x="336" y="102"/>
                    <a:pt x="388" y="122"/>
                    <a:pt x="437" y="138"/>
                  </a:cubicBezTo>
                  <a:cubicBezTo>
                    <a:pt x="489" y="154"/>
                    <a:pt x="554" y="154"/>
                    <a:pt x="606" y="171"/>
                  </a:cubicBezTo>
                  <a:cubicBezTo>
                    <a:pt x="554" y="154"/>
                    <a:pt x="505" y="138"/>
                    <a:pt x="437" y="122"/>
                  </a:cubicBezTo>
                  <a:cubicBezTo>
                    <a:pt x="388" y="102"/>
                    <a:pt x="336" y="86"/>
                    <a:pt x="271" y="70"/>
                  </a:cubicBezTo>
                  <a:cubicBezTo>
                    <a:pt x="219" y="53"/>
                    <a:pt x="170" y="37"/>
                    <a:pt x="101" y="21"/>
                  </a:cubicBezTo>
                  <a:lnTo>
                    <a:pt x="17" y="1"/>
                  </a:lnTo>
                  <a:close/>
                  <a:moveTo>
                    <a:pt x="606" y="171"/>
                  </a:moveTo>
                  <a:cubicBezTo>
                    <a:pt x="622" y="187"/>
                    <a:pt x="655" y="187"/>
                    <a:pt x="675" y="203"/>
                  </a:cubicBezTo>
                  <a:cubicBezTo>
                    <a:pt x="723" y="203"/>
                    <a:pt x="792" y="223"/>
                    <a:pt x="841" y="239"/>
                  </a:cubicBezTo>
                  <a:cubicBezTo>
                    <a:pt x="792" y="223"/>
                    <a:pt x="740" y="203"/>
                    <a:pt x="675" y="187"/>
                  </a:cubicBezTo>
                  <a:cubicBezTo>
                    <a:pt x="655" y="171"/>
                    <a:pt x="639" y="171"/>
                    <a:pt x="606" y="171"/>
                  </a:cubicBezTo>
                  <a:close/>
                  <a:moveTo>
                    <a:pt x="841" y="239"/>
                  </a:moveTo>
                  <a:lnTo>
                    <a:pt x="857" y="255"/>
                  </a:lnTo>
                  <a:cubicBezTo>
                    <a:pt x="877" y="255"/>
                    <a:pt x="909" y="272"/>
                    <a:pt x="942" y="272"/>
                  </a:cubicBezTo>
                  <a:lnTo>
                    <a:pt x="958" y="272"/>
                  </a:lnTo>
                  <a:lnTo>
                    <a:pt x="958" y="255"/>
                  </a:lnTo>
                  <a:cubicBezTo>
                    <a:pt x="925" y="255"/>
                    <a:pt x="893" y="255"/>
                    <a:pt x="857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9"/>
            <p:cNvSpPr/>
            <p:nvPr/>
          </p:nvSpPr>
          <p:spPr>
            <a:xfrm>
              <a:off x="2277352" y="671632"/>
              <a:ext cx="5364" cy="35459"/>
            </a:xfrm>
            <a:custGeom>
              <a:avLst/>
              <a:gdLst/>
              <a:ahLst/>
              <a:cxnLst/>
              <a:rect l="l" t="t" r="r" b="b"/>
              <a:pathLst>
                <a:path w="54" h="357" extrusionOk="0">
                  <a:moveTo>
                    <a:pt x="37" y="1"/>
                  </a:moveTo>
                  <a:cubicBezTo>
                    <a:pt x="1" y="1"/>
                    <a:pt x="1" y="33"/>
                    <a:pt x="21" y="33"/>
                  </a:cubicBezTo>
                  <a:cubicBezTo>
                    <a:pt x="21" y="17"/>
                    <a:pt x="21" y="17"/>
                    <a:pt x="37" y="17"/>
                  </a:cubicBezTo>
                  <a:lnTo>
                    <a:pt x="37" y="1"/>
                  </a:lnTo>
                  <a:close/>
                  <a:moveTo>
                    <a:pt x="21" y="33"/>
                  </a:moveTo>
                  <a:lnTo>
                    <a:pt x="21" y="53"/>
                  </a:lnTo>
                  <a:lnTo>
                    <a:pt x="21" y="102"/>
                  </a:lnTo>
                  <a:lnTo>
                    <a:pt x="21" y="170"/>
                  </a:lnTo>
                  <a:lnTo>
                    <a:pt x="21" y="255"/>
                  </a:lnTo>
                  <a:cubicBezTo>
                    <a:pt x="21" y="271"/>
                    <a:pt x="37" y="304"/>
                    <a:pt x="37" y="336"/>
                  </a:cubicBezTo>
                  <a:cubicBezTo>
                    <a:pt x="37" y="356"/>
                    <a:pt x="37" y="356"/>
                    <a:pt x="53" y="356"/>
                  </a:cubicBezTo>
                  <a:lnTo>
                    <a:pt x="53" y="336"/>
                  </a:lnTo>
                  <a:cubicBezTo>
                    <a:pt x="37" y="304"/>
                    <a:pt x="37" y="271"/>
                    <a:pt x="37" y="255"/>
                  </a:cubicBezTo>
                  <a:lnTo>
                    <a:pt x="37" y="170"/>
                  </a:lnTo>
                  <a:lnTo>
                    <a:pt x="37" y="102"/>
                  </a:lnTo>
                  <a:cubicBezTo>
                    <a:pt x="37" y="86"/>
                    <a:pt x="21" y="69"/>
                    <a:pt x="21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2312711" y="446164"/>
              <a:ext cx="51848" cy="20163"/>
            </a:xfrm>
            <a:custGeom>
              <a:avLst/>
              <a:gdLst/>
              <a:ahLst/>
              <a:cxnLst/>
              <a:rect l="l" t="t" r="r" b="b"/>
              <a:pathLst>
                <a:path w="522" h="203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3" y="17"/>
                    <a:pt x="33" y="17"/>
                    <a:pt x="49" y="33"/>
                  </a:cubicBezTo>
                  <a:lnTo>
                    <a:pt x="69" y="33"/>
                  </a:lnTo>
                  <a:cubicBezTo>
                    <a:pt x="117" y="49"/>
                    <a:pt x="170" y="65"/>
                    <a:pt x="202" y="81"/>
                  </a:cubicBezTo>
                  <a:cubicBezTo>
                    <a:pt x="235" y="102"/>
                    <a:pt x="271" y="118"/>
                    <a:pt x="303" y="118"/>
                  </a:cubicBezTo>
                  <a:cubicBezTo>
                    <a:pt x="336" y="134"/>
                    <a:pt x="388" y="150"/>
                    <a:pt x="420" y="166"/>
                  </a:cubicBezTo>
                  <a:cubicBezTo>
                    <a:pt x="420" y="166"/>
                    <a:pt x="437" y="166"/>
                    <a:pt x="437" y="182"/>
                  </a:cubicBezTo>
                  <a:cubicBezTo>
                    <a:pt x="453" y="182"/>
                    <a:pt x="489" y="203"/>
                    <a:pt x="505" y="203"/>
                  </a:cubicBezTo>
                  <a:lnTo>
                    <a:pt x="521" y="182"/>
                  </a:lnTo>
                  <a:lnTo>
                    <a:pt x="505" y="182"/>
                  </a:lnTo>
                  <a:cubicBezTo>
                    <a:pt x="489" y="182"/>
                    <a:pt x="473" y="166"/>
                    <a:pt x="437" y="166"/>
                  </a:cubicBezTo>
                  <a:cubicBezTo>
                    <a:pt x="437" y="166"/>
                    <a:pt x="420" y="166"/>
                    <a:pt x="420" y="150"/>
                  </a:cubicBezTo>
                  <a:cubicBezTo>
                    <a:pt x="388" y="134"/>
                    <a:pt x="352" y="134"/>
                    <a:pt x="319" y="118"/>
                  </a:cubicBezTo>
                  <a:cubicBezTo>
                    <a:pt x="287" y="102"/>
                    <a:pt x="251" y="81"/>
                    <a:pt x="218" y="81"/>
                  </a:cubicBezTo>
                  <a:cubicBezTo>
                    <a:pt x="170" y="65"/>
                    <a:pt x="117" y="33"/>
                    <a:pt x="85" y="33"/>
                  </a:cubicBezTo>
                  <a:cubicBezTo>
                    <a:pt x="69" y="17"/>
                    <a:pt x="69" y="17"/>
                    <a:pt x="49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1787878" y="977851"/>
              <a:ext cx="13310" cy="6456"/>
            </a:xfrm>
            <a:custGeom>
              <a:avLst/>
              <a:gdLst/>
              <a:ahLst/>
              <a:cxnLst/>
              <a:rect l="l" t="t" r="r" b="b"/>
              <a:pathLst>
                <a:path w="134" h="65" extrusionOk="0">
                  <a:moveTo>
                    <a:pt x="134" y="0"/>
                  </a:moveTo>
                  <a:lnTo>
                    <a:pt x="0" y="49"/>
                  </a:lnTo>
                  <a:lnTo>
                    <a:pt x="0" y="65"/>
                  </a:lnTo>
                  <a:lnTo>
                    <a:pt x="17" y="6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1677528" y="519565"/>
              <a:ext cx="60290" cy="43504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606" y="1"/>
                  </a:moveTo>
                  <a:cubicBezTo>
                    <a:pt x="570" y="1"/>
                    <a:pt x="538" y="17"/>
                    <a:pt x="522" y="33"/>
                  </a:cubicBezTo>
                  <a:cubicBezTo>
                    <a:pt x="522" y="49"/>
                    <a:pt x="505" y="49"/>
                    <a:pt x="505" y="69"/>
                  </a:cubicBezTo>
                  <a:cubicBezTo>
                    <a:pt x="522" y="69"/>
                    <a:pt x="522" y="49"/>
                    <a:pt x="538" y="49"/>
                  </a:cubicBezTo>
                  <a:cubicBezTo>
                    <a:pt x="554" y="33"/>
                    <a:pt x="570" y="17"/>
                    <a:pt x="606" y="1"/>
                  </a:cubicBez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421" y="118"/>
                    <a:pt x="320" y="187"/>
                    <a:pt x="219" y="271"/>
                  </a:cubicBezTo>
                  <a:lnTo>
                    <a:pt x="166" y="304"/>
                  </a:lnTo>
                  <a:cubicBezTo>
                    <a:pt x="118" y="336"/>
                    <a:pt x="49" y="389"/>
                    <a:pt x="1" y="421"/>
                  </a:cubicBezTo>
                  <a:lnTo>
                    <a:pt x="1" y="437"/>
                  </a:lnTo>
                  <a:cubicBezTo>
                    <a:pt x="65" y="405"/>
                    <a:pt x="118" y="352"/>
                    <a:pt x="166" y="320"/>
                  </a:cubicBezTo>
                  <a:lnTo>
                    <a:pt x="219" y="288"/>
                  </a:lnTo>
                  <a:cubicBezTo>
                    <a:pt x="320" y="203"/>
                    <a:pt x="421" y="134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2284205" y="434146"/>
              <a:ext cx="11720" cy="5264"/>
            </a:xfrm>
            <a:custGeom>
              <a:avLst/>
              <a:gdLst/>
              <a:ahLst/>
              <a:cxnLst/>
              <a:rect l="l" t="t" r="r" b="b"/>
              <a:pathLst>
                <a:path w="118" h="53" extrusionOk="0">
                  <a:moveTo>
                    <a:pt x="0" y="0"/>
                  </a:moveTo>
                  <a:lnTo>
                    <a:pt x="0" y="21"/>
                  </a:lnTo>
                  <a:lnTo>
                    <a:pt x="118" y="53"/>
                  </a:lnTo>
                  <a:lnTo>
                    <a:pt x="118" y="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2376081" y="802045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2" y="33"/>
                  </a:lnTo>
                  <a:cubicBezTo>
                    <a:pt x="85" y="17"/>
                    <a:pt x="69" y="17"/>
                    <a:pt x="53" y="17"/>
                  </a:cubicBezTo>
                  <a:cubicBezTo>
                    <a:pt x="37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1672363" y="635875"/>
              <a:ext cx="63469" cy="42710"/>
            </a:xfrm>
            <a:custGeom>
              <a:avLst/>
              <a:gdLst/>
              <a:ahLst/>
              <a:cxnLst/>
              <a:rect l="l" t="t" r="r" b="b"/>
              <a:pathLst>
                <a:path w="639" h="430" extrusionOk="0">
                  <a:moveTo>
                    <a:pt x="613" y="1"/>
                  </a:moveTo>
                  <a:cubicBezTo>
                    <a:pt x="596" y="1"/>
                    <a:pt x="585" y="14"/>
                    <a:pt x="574" y="26"/>
                  </a:cubicBezTo>
                  <a:lnTo>
                    <a:pt x="557" y="42"/>
                  </a:lnTo>
                  <a:cubicBezTo>
                    <a:pt x="456" y="110"/>
                    <a:pt x="355" y="175"/>
                    <a:pt x="254" y="244"/>
                  </a:cubicBezTo>
                  <a:lnTo>
                    <a:pt x="186" y="292"/>
                  </a:lnTo>
                  <a:cubicBezTo>
                    <a:pt x="133" y="312"/>
                    <a:pt x="101" y="345"/>
                    <a:pt x="69" y="377"/>
                  </a:cubicBezTo>
                  <a:cubicBezTo>
                    <a:pt x="101" y="361"/>
                    <a:pt x="154" y="328"/>
                    <a:pt x="186" y="312"/>
                  </a:cubicBezTo>
                  <a:lnTo>
                    <a:pt x="271" y="244"/>
                  </a:lnTo>
                  <a:cubicBezTo>
                    <a:pt x="355" y="191"/>
                    <a:pt x="456" y="127"/>
                    <a:pt x="557" y="58"/>
                  </a:cubicBezTo>
                  <a:lnTo>
                    <a:pt x="574" y="42"/>
                  </a:lnTo>
                  <a:cubicBezTo>
                    <a:pt x="590" y="26"/>
                    <a:pt x="606" y="9"/>
                    <a:pt x="638" y="9"/>
                  </a:cubicBezTo>
                  <a:cubicBezTo>
                    <a:pt x="629" y="3"/>
                    <a:pt x="620" y="1"/>
                    <a:pt x="613" y="1"/>
                  </a:cubicBezTo>
                  <a:close/>
                  <a:moveTo>
                    <a:pt x="69" y="377"/>
                  </a:moveTo>
                  <a:lnTo>
                    <a:pt x="0" y="413"/>
                  </a:lnTo>
                  <a:lnTo>
                    <a:pt x="0" y="429"/>
                  </a:lnTo>
                  <a:lnTo>
                    <a:pt x="16" y="429"/>
                  </a:lnTo>
                  <a:lnTo>
                    <a:pt x="69" y="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2235635" y="940902"/>
              <a:ext cx="15395" cy="4867"/>
            </a:xfrm>
            <a:custGeom>
              <a:avLst/>
              <a:gdLst/>
              <a:ahLst/>
              <a:cxnLst/>
              <a:rect l="l" t="t" r="r" b="b"/>
              <a:pathLst>
                <a:path w="155" h="49" extrusionOk="0">
                  <a:moveTo>
                    <a:pt x="1" y="0"/>
                  </a:moveTo>
                  <a:lnTo>
                    <a:pt x="17" y="17"/>
                  </a:lnTo>
                  <a:cubicBezTo>
                    <a:pt x="37" y="17"/>
                    <a:pt x="53" y="17"/>
                    <a:pt x="69" y="33"/>
                  </a:cubicBezTo>
                  <a:cubicBezTo>
                    <a:pt x="102" y="33"/>
                    <a:pt x="118" y="49"/>
                    <a:pt x="138" y="49"/>
                  </a:cubicBezTo>
                  <a:lnTo>
                    <a:pt x="154" y="33"/>
                  </a:lnTo>
                  <a:cubicBezTo>
                    <a:pt x="118" y="33"/>
                    <a:pt x="102" y="17"/>
                    <a:pt x="69" y="17"/>
                  </a:cubicBezTo>
                  <a:cubicBezTo>
                    <a:pt x="53" y="17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1762550" y="934048"/>
              <a:ext cx="41915" cy="18574"/>
            </a:xfrm>
            <a:custGeom>
              <a:avLst/>
              <a:gdLst/>
              <a:ahLst/>
              <a:cxnLst/>
              <a:rect l="l" t="t" r="r" b="b"/>
              <a:pathLst>
                <a:path w="422" h="187" extrusionOk="0">
                  <a:moveTo>
                    <a:pt x="421" y="1"/>
                  </a:moveTo>
                  <a:lnTo>
                    <a:pt x="356" y="17"/>
                  </a:lnTo>
                  <a:cubicBezTo>
                    <a:pt x="320" y="37"/>
                    <a:pt x="272" y="53"/>
                    <a:pt x="235" y="69"/>
                  </a:cubicBezTo>
                  <a:cubicBezTo>
                    <a:pt x="171" y="102"/>
                    <a:pt x="102" y="138"/>
                    <a:pt x="33" y="170"/>
                  </a:cubicBezTo>
                  <a:cubicBezTo>
                    <a:pt x="102" y="154"/>
                    <a:pt x="171" y="118"/>
                    <a:pt x="235" y="86"/>
                  </a:cubicBezTo>
                  <a:cubicBezTo>
                    <a:pt x="288" y="69"/>
                    <a:pt x="320" y="53"/>
                    <a:pt x="356" y="37"/>
                  </a:cubicBezTo>
                  <a:lnTo>
                    <a:pt x="421" y="1"/>
                  </a:lnTo>
                  <a:close/>
                  <a:moveTo>
                    <a:pt x="1" y="170"/>
                  </a:moveTo>
                  <a:lnTo>
                    <a:pt x="17" y="187"/>
                  </a:lnTo>
                  <a:lnTo>
                    <a:pt x="33" y="1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2466367" y="460963"/>
              <a:ext cx="6953" cy="3377"/>
            </a:xfrm>
            <a:custGeom>
              <a:avLst/>
              <a:gdLst/>
              <a:ahLst/>
              <a:cxnLst/>
              <a:rect l="l" t="t" r="r" b="b"/>
              <a:pathLst>
                <a:path w="70" h="34" extrusionOk="0">
                  <a:moveTo>
                    <a:pt x="1" y="1"/>
                  </a:moveTo>
                  <a:lnTo>
                    <a:pt x="69" y="33"/>
                  </a:lnTo>
                  <a:lnTo>
                    <a:pt x="69" y="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2322743" y="579756"/>
              <a:ext cx="11720" cy="4966"/>
            </a:xfrm>
            <a:custGeom>
              <a:avLst/>
              <a:gdLst/>
              <a:ahLst/>
              <a:cxnLst/>
              <a:rect l="l" t="t" r="r" b="b"/>
              <a:pathLst>
                <a:path w="118" h="50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lnTo>
                    <a:pt x="117" y="49"/>
                  </a:lnTo>
                  <a:lnTo>
                    <a:pt x="10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2311122" y="596641"/>
              <a:ext cx="51848" cy="16587"/>
            </a:xfrm>
            <a:custGeom>
              <a:avLst/>
              <a:gdLst/>
              <a:ahLst/>
              <a:cxnLst/>
              <a:rect l="l" t="t" r="r" b="b"/>
              <a:pathLst>
                <a:path w="522" h="167" extrusionOk="0">
                  <a:moveTo>
                    <a:pt x="0" y="0"/>
                  </a:moveTo>
                  <a:cubicBezTo>
                    <a:pt x="49" y="17"/>
                    <a:pt x="101" y="33"/>
                    <a:pt x="150" y="49"/>
                  </a:cubicBezTo>
                  <a:cubicBezTo>
                    <a:pt x="166" y="49"/>
                    <a:pt x="166" y="65"/>
                    <a:pt x="186" y="65"/>
                  </a:cubicBezTo>
                  <a:cubicBezTo>
                    <a:pt x="218" y="81"/>
                    <a:pt x="234" y="81"/>
                    <a:pt x="251" y="81"/>
                  </a:cubicBezTo>
                  <a:cubicBezTo>
                    <a:pt x="234" y="65"/>
                    <a:pt x="218" y="65"/>
                    <a:pt x="202" y="49"/>
                  </a:cubicBezTo>
                  <a:cubicBezTo>
                    <a:pt x="186" y="49"/>
                    <a:pt x="166" y="49"/>
                    <a:pt x="150" y="33"/>
                  </a:cubicBezTo>
                  <a:cubicBezTo>
                    <a:pt x="101" y="17"/>
                    <a:pt x="49" y="0"/>
                    <a:pt x="0" y="0"/>
                  </a:cubicBezTo>
                  <a:close/>
                  <a:moveTo>
                    <a:pt x="251" y="81"/>
                  </a:moveTo>
                  <a:cubicBezTo>
                    <a:pt x="267" y="101"/>
                    <a:pt x="303" y="101"/>
                    <a:pt x="319" y="118"/>
                  </a:cubicBezTo>
                  <a:cubicBezTo>
                    <a:pt x="335" y="118"/>
                    <a:pt x="352" y="118"/>
                    <a:pt x="368" y="134"/>
                  </a:cubicBezTo>
                  <a:cubicBezTo>
                    <a:pt x="420" y="150"/>
                    <a:pt x="469" y="166"/>
                    <a:pt x="505" y="166"/>
                  </a:cubicBezTo>
                  <a:lnTo>
                    <a:pt x="521" y="166"/>
                  </a:lnTo>
                  <a:cubicBezTo>
                    <a:pt x="469" y="150"/>
                    <a:pt x="420" y="134"/>
                    <a:pt x="388" y="118"/>
                  </a:cubicBezTo>
                  <a:cubicBezTo>
                    <a:pt x="352" y="118"/>
                    <a:pt x="335" y="101"/>
                    <a:pt x="319" y="101"/>
                  </a:cubicBezTo>
                  <a:cubicBezTo>
                    <a:pt x="303" y="101"/>
                    <a:pt x="287" y="81"/>
                    <a:pt x="251" y="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1673952" y="558103"/>
              <a:ext cx="63866" cy="45094"/>
            </a:xfrm>
            <a:custGeom>
              <a:avLst/>
              <a:gdLst/>
              <a:ahLst/>
              <a:cxnLst/>
              <a:rect l="l" t="t" r="r" b="b"/>
              <a:pathLst>
                <a:path w="643" h="454" extrusionOk="0">
                  <a:moveTo>
                    <a:pt x="642" y="1"/>
                  </a:moveTo>
                  <a:cubicBezTo>
                    <a:pt x="606" y="1"/>
                    <a:pt x="606" y="1"/>
                    <a:pt x="590" y="17"/>
                  </a:cubicBezTo>
                  <a:cubicBezTo>
                    <a:pt x="521" y="65"/>
                    <a:pt x="457" y="102"/>
                    <a:pt x="404" y="150"/>
                  </a:cubicBezTo>
                  <a:cubicBezTo>
                    <a:pt x="319" y="203"/>
                    <a:pt x="255" y="251"/>
                    <a:pt x="186" y="304"/>
                  </a:cubicBezTo>
                  <a:cubicBezTo>
                    <a:pt x="154" y="336"/>
                    <a:pt x="101" y="368"/>
                    <a:pt x="69" y="405"/>
                  </a:cubicBezTo>
                  <a:cubicBezTo>
                    <a:pt x="117" y="388"/>
                    <a:pt x="154" y="352"/>
                    <a:pt x="186" y="320"/>
                  </a:cubicBezTo>
                  <a:cubicBezTo>
                    <a:pt x="271" y="267"/>
                    <a:pt x="339" y="219"/>
                    <a:pt x="404" y="166"/>
                  </a:cubicBezTo>
                  <a:cubicBezTo>
                    <a:pt x="473" y="118"/>
                    <a:pt x="521" y="65"/>
                    <a:pt x="590" y="33"/>
                  </a:cubicBezTo>
                  <a:cubicBezTo>
                    <a:pt x="606" y="17"/>
                    <a:pt x="622" y="17"/>
                    <a:pt x="642" y="17"/>
                  </a:cubicBezTo>
                  <a:lnTo>
                    <a:pt x="642" y="1"/>
                  </a:lnTo>
                  <a:close/>
                  <a:moveTo>
                    <a:pt x="69" y="405"/>
                  </a:moveTo>
                  <a:lnTo>
                    <a:pt x="0" y="437"/>
                  </a:lnTo>
                  <a:lnTo>
                    <a:pt x="0" y="453"/>
                  </a:lnTo>
                  <a:lnTo>
                    <a:pt x="16" y="453"/>
                  </a:lnTo>
                  <a:lnTo>
                    <a:pt x="69" y="4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1739308" y="885478"/>
              <a:ext cx="70322" cy="35459"/>
            </a:xfrm>
            <a:custGeom>
              <a:avLst/>
              <a:gdLst/>
              <a:ahLst/>
              <a:cxnLst/>
              <a:rect l="l" t="t" r="r" b="b"/>
              <a:pathLst>
                <a:path w="708" h="357" extrusionOk="0">
                  <a:moveTo>
                    <a:pt x="691" y="1"/>
                  </a:moveTo>
                  <a:cubicBezTo>
                    <a:pt x="671" y="1"/>
                    <a:pt x="655" y="21"/>
                    <a:pt x="639" y="21"/>
                  </a:cubicBezTo>
                  <a:cubicBezTo>
                    <a:pt x="623" y="21"/>
                    <a:pt x="623" y="37"/>
                    <a:pt x="607" y="37"/>
                  </a:cubicBezTo>
                  <a:lnTo>
                    <a:pt x="506" y="86"/>
                  </a:lnTo>
                  <a:cubicBezTo>
                    <a:pt x="352" y="171"/>
                    <a:pt x="203" y="239"/>
                    <a:pt x="49" y="324"/>
                  </a:cubicBezTo>
                  <a:cubicBezTo>
                    <a:pt x="33" y="324"/>
                    <a:pt x="33" y="324"/>
                    <a:pt x="17" y="340"/>
                  </a:cubicBezTo>
                  <a:lnTo>
                    <a:pt x="1" y="356"/>
                  </a:lnTo>
                  <a:lnTo>
                    <a:pt x="17" y="356"/>
                  </a:lnTo>
                  <a:lnTo>
                    <a:pt x="33" y="340"/>
                  </a:lnTo>
                  <a:lnTo>
                    <a:pt x="49" y="340"/>
                  </a:lnTo>
                  <a:cubicBezTo>
                    <a:pt x="203" y="255"/>
                    <a:pt x="368" y="171"/>
                    <a:pt x="522" y="102"/>
                  </a:cubicBezTo>
                  <a:lnTo>
                    <a:pt x="623" y="37"/>
                  </a:lnTo>
                  <a:lnTo>
                    <a:pt x="639" y="37"/>
                  </a:lnTo>
                  <a:cubicBezTo>
                    <a:pt x="655" y="21"/>
                    <a:pt x="671" y="21"/>
                    <a:pt x="691" y="21"/>
                  </a:cubicBezTo>
                  <a:lnTo>
                    <a:pt x="708" y="21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2483252" y="447753"/>
              <a:ext cx="14899" cy="6555"/>
            </a:xfrm>
            <a:custGeom>
              <a:avLst/>
              <a:gdLst/>
              <a:ahLst/>
              <a:cxnLst/>
              <a:rect l="l" t="t" r="r" b="b"/>
              <a:pathLst>
                <a:path w="150" h="66" extrusionOk="0">
                  <a:moveTo>
                    <a:pt x="0" y="1"/>
                  </a:moveTo>
                  <a:lnTo>
                    <a:pt x="16" y="17"/>
                  </a:lnTo>
                  <a:lnTo>
                    <a:pt x="49" y="17"/>
                  </a:lnTo>
                  <a:cubicBezTo>
                    <a:pt x="49" y="1"/>
                    <a:pt x="32" y="1"/>
                    <a:pt x="32" y="1"/>
                  </a:cubicBezTo>
                  <a:close/>
                  <a:moveTo>
                    <a:pt x="49" y="17"/>
                  </a:moveTo>
                  <a:lnTo>
                    <a:pt x="49" y="33"/>
                  </a:lnTo>
                  <a:cubicBezTo>
                    <a:pt x="85" y="33"/>
                    <a:pt x="101" y="49"/>
                    <a:pt x="133" y="65"/>
                  </a:cubicBezTo>
                  <a:lnTo>
                    <a:pt x="150" y="49"/>
                  </a:lnTo>
                  <a:lnTo>
                    <a:pt x="133" y="49"/>
                  </a:lnTo>
                  <a:cubicBezTo>
                    <a:pt x="117" y="33"/>
                    <a:pt x="85" y="33"/>
                    <a:pt x="4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2304269" y="504368"/>
              <a:ext cx="45392" cy="16885"/>
            </a:xfrm>
            <a:custGeom>
              <a:avLst/>
              <a:gdLst/>
              <a:ahLst/>
              <a:cxnLst/>
              <a:rect l="l" t="t" r="r" b="b"/>
              <a:pathLst>
                <a:path w="457" h="170" extrusionOk="0">
                  <a:moveTo>
                    <a:pt x="17" y="0"/>
                  </a:moveTo>
                  <a:lnTo>
                    <a:pt x="0" y="20"/>
                  </a:lnTo>
                  <a:cubicBezTo>
                    <a:pt x="33" y="20"/>
                    <a:pt x="53" y="37"/>
                    <a:pt x="69" y="37"/>
                  </a:cubicBezTo>
                  <a:cubicBezTo>
                    <a:pt x="85" y="37"/>
                    <a:pt x="85" y="53"/>
                    <a:pt x="101" y="53"/>
                  </a:cubicBezTo>
                  <a:cubicBezTo>
                    <a:pt x="154" y="69"/>
                    <a:pt x="202" y="85"/>
                    <a:pt x="255" y="101"/>
                  </a:cubicBezTo>
                  <a:cubicBezTo>
                    <a:pt x="271" y="101"/>
                    <a:pt x="287" y="121"/>
                    <a:pt x="320" y="121"/>
                  </a:cubicBezTo>
                  <a:cubicBezTo>
                    <a:pt x="303" y="101"/>
                    <a:pt x="287" y="101"/>
                    <a:pt x="255" y="85"/>
                  </a:cubicBezTo>
                  <a:cubicBezTo>
                    <a:pt x="202" y="69"/>
                    <a:pt x="154" y="53"/>
                    <a:pt x="101" y="37"/>
                  </a:cubicBezTo>
                  <a:cubicBezTo>
                    <a:pt x="101" y="37"/>
                    <a:pt x="85" y="37"/>
                    <a:pt x="69" y="20"/>
                  </a:cubicBezTo>
                  <a:cubicBezTo>
                    <a:pt x="53" y="20"/>
                    <a:pt x="33" y="0"/>
                    <a:pt x="17" y="0"/>
                  </a:cubicBezTo>
                  <a:close/>
                  <a:moveTo>
                    <a:pt x="320" y="121"/>
                  </a:moveTo>
                  <a:cubicBezTo>
                    <a:pt x="356" y="138"/>
                    <a:pt x="404" y="154"/>
                    <a:pt x="457" y="170"/>
                  </a:cubicBezTo>
                  <a:cubicBezTo>
                    <a:pt x="404" y="154"/>
                    <a:pt x="372" y="138"/>
                    <a:pt x="320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2469943" y="506355"/>
              <a:ext cx="80354" cy="31784"/>
            </a:xfrm>
            <a:custGeom>
              <a:avLst/>
              <a:gdLst/>
              <a:ahLst/>
              <a:cxnLst/>
              <a:rect l="l" t="t" r="r" b="b"/>
              <a:pathLst>
                <a:path w="809" h="320" extrusionOk="0">
                  <a:moveTo>
                    <a:pt x="1" y="0"/>
                  </a:moveTo>
                  <a:lnTo>
                    <a:pt x="1" y="17"/>
                  </a:lnTo>
                  <a:lnTo>
                    <a:pt x="203" y="81"/>
                  </a:lnTo>
                  <a:cubicBezTo>
                    <a:pt x="251" y="101"/>
                    <a:pt x="304" y="134"/>
                    <a:pt x="368" y="150"/>
                  </a:cubicBezTo>
                  <a:cubicBezTo>
                    <a:pt x="421" y="166"/>
                    <a:pt x="453" y="182"/>
                    <a:pt x="506" y="202"/>
                  </a:cubicBezTo>
                  <a:cubicBezTo>
                    <a:pt x="554" y="219"/>
                    <a:pt x="607" y="235"/>
                    <a:pt x="655" y="251"/>
                  </a:cubicBezTo>
                  <a:cubicBezTo>
                    <a:pt x="607" y="235"/>
                    <a:pt x="554" y="202"/>
                    <a:pt x="506" y="182"/>
                  </a:cubicBezTo>
                  <a:cubicBezTo>
                    <a:pt x="469" y="166"/>
                    <a:pt x="421" y="150"/>
                    <a:pt x="368" y="134"/>
                  </a:cubicBezTo>
                  <a:cubicBezTo>
                    <a:pt x="320" y="118"/>
                    <a:pt x="251" y="101"/>
                    <a:pt x="203" y="65"/>
                  </a:cubicBezTo>
                  <a:lnTo>
                    <a:pt x="1" y="0"/>
                  </a:lnTo>
                  <a:close/>
                  <a:moveTo>
                    <a:pt x="655" y="251"/>
                  </a:moveTo>
                  <a:cubicBezTo>
                    <a:pt x="688" y="267"/>
                    <a:pt x="724" y="283"/>
                    <a:pt x="756" y="303"/>
                  </a:cubicBezTo>
                  <a:lnTo>
                    <a:pt x="789" y="320"/>
                  </a:lnTo>
                  <a:lnTo>
                    <a:pt x="809" y="320"/>
                  </a:lnTo>
                  <a:lnTo>
                    <a:pt x="809" y="303"/>
                  </a:lnTo>
                  <a:lnTo>
                    <a:pt x="756" y="283"/>
                  </a:lnTo>
                  <a:cubicBezTo>
                    <a:pt x="724" y="267"/>
                    <a:pt x="688" y="251"/>
                    <a:pt x="655" y="2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1673952" y="609852"/>
              <a:ext cx="60290" cy="43405"/>
            </a:xfrm>
            <a:custGeom>
              <a:avLst/>
              <a:gdLst/>
              <a:ahLst/>
              <a:cxnLst/>
              <a:rect l="l" t="t" r="r" b="b"/>
              <a:pathLst>
                <a:path w="607" h="437" extrusionOk="0">
                  <a:moveTo>
                    <a:pt x="590" y="1"/>
                  </a:moveTo>
                  <a:cubicBezTo>
                    <a:pt x="574" y="17"/>
                    <a:pt x="558" y="33"/>
                    <a:pt x="521" y="49"/>
                  </a:cubicBezTo>
                  <a:cubicBezTo>
                    <a:pt x="521" y="49"/>
                    <a:pt x="505" y="49"/>
                    <a:pt x="505" y="69"/>
                  </a:cubicBezTo>
                  <a:cubicBezTo>
                    <a:pt x="521" y="69"/>
                    <a:pt x="521" y="69"/>
                    <a:pt x="541" y="49"/>
                  </a:cubicBezTo>
                  <a:cubicBezTo>
                    <a:pt x="558" y="33"/>
                    <a:pt x="574" y="17"/>
                    <a:pt x="606" y="17"/>
                  </a:cubicBezTo>
                  <a:lnTo>
                    <a:pt x="606" y="1"/>
                  </a:lnTo>
                  <a:close/>
                  <a:moveTo>
                    <a:pt x="505" y="69"/>
                  </a:moveTo>
                  <a:lnTo>
                    <a:pt x="505" y="69"/>
                  </a:lnTo>
                  <a:cubicBezTo>
                    <a:pt x="356" y="170"/>
                    <a:pt x="218" y="271"/>
                    <a:pt x="69" y="372"/>
                  </a:cubicBezTo>
                  <a:lnTo>
                    <a:pt x="0" y="421"/>
                  </a:lnTo>
                  <a:lnTo>
                    <a:pt x="0" y="437"/>
                  </a:lnTo>
                  <a:lnTo>
                    <a:pt x="85" y="389"/>
                  </a:lnTo>
                  <a:cubicBezTo>
                    <a:pt x="218" y="288"/>
                    <a:pt x="372" y="170"/>
                    <a:pt x="505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2351249" y="795291"/>
              <a:ext cx="11720" cy="3675"/>
            </a:xfrm>
            <a:custGeom>
              <a:avLst/>
              <a:gdLst/>
              <a:ahLst/>
              <a:cxnLst/>
              <a:rect l="l" t="t" r="r" b="b"/>
              <a:pathLst>
                <a:path w="118" h="37" extrusionOk="0">
                  <a:moveTo>
                    <a:pt x="0" y="0"/>
                  </a:moveTo>
                  <a:lnTo>
                    <a:pt x="0" y="20"/>
                  </a:lnTo>
                  <a:lnTo>
                    <a:pt x="101" y="36"/>
                  </a:lnTo>
                  <a:lnTo>
                    <a:pt x="117" y="36"/>
                  </a:lnTo>
                  <a:lnTo>
                    <a:pt x="117" y="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2282616" y="735100"/>
              <a:ext cx="3278" cy="22149"/>
            </a:xfrm>
            <a:custGeom>
              <a:avLst/>
              <a:gdLst/>
              <a:ahLst/>
              <a:cxnLst/>
              <a:rect l="l" t="t" r="r" b="b"/>
              <a:pathLst>
                <a:path w="33" h="223" extrusionOk="0">
                  <a:moveTo>
                    <a:pt x="0" y="0"/>
                  </a:moveTo>
                  <a:cubicBezTo>
                    <a:pt x="0" y="53"/>
                    <a:pt x="0" y="85"/>
                    <a:pt x="16" y="137"/>
                  </a:cubicBezTo>
                  <a:lnTo>
                    <a:pt x="16" y="0"/>
                  </a:lnTo>
                  <a:close/>
                  <a:moveTo>
                    <a:pt x="16" y="154"/>
                  </a:moveTo>
                  <a:cubicBezTo>
                    <a:pt x="0" y="170"/>
                    <a:pt x="0" y="186"/>
                    <a:pt x="16" y="202"/>
                  </a:cubicBezTo>
                  <a:cubicBezTo>
                    <a:pt x="16" y="202"/>
                    <a:pt x="16" y="222"/>
                    <a:pt x="33" y="222"/>
                  </a:cubicBezTo>
                  <a:lnTo>
                    <a:pt x="33" y="202"/>
                  </a:lnTo>
                  <a:cubicBezTo>
                    <a:pt x="16" y="186"/>
                    <a:pt x="16" y="170"/>
                    <a:pt x="16" y="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2324332" y="606673"/>
              <a:ext cx="15296" cy="4867"/>
            </a:xfrm>
            <a:custGeom>
              <a:avLst/>
              <a:gdLst/>
              <a:ahLst/>
              <a:cxnLst/>
              <a:rect l="l" t="t" r="r" b="b"/>
              <a:pathLst>
                <a:path w="154" h="49" extrusionOk="0">
                  <a:moveTo>
                    <a:pt x="0" y="0"/>
                  </a:moveTo>
                  <a:lnTo>
                    <a:pt x="17" y="17"/>
                  </a:lnTo>
                  <a:lnTo>
                    <a:pt x="134" y="49"/>
                  </a:lnTo>
                  <a:lnTo>
                    <a:pt x="154" y="49"/>
                  </a:lnTo>
                  <a:lnTo>
                    <a:pt x="134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2339529" y="644814"/>
              <a:ext cx="40227" cy="13707"/>
            </a:xfrm>
            <a:custGeom>
              <a:avLst/>
              <a:gdLst/>
              <a:ahLst/>
              <a:cxnLst/>
              <a:rect l="l" t="t" r="r" b="b"/>
              <a:pathLst>
                <a:path w="405" h="138" extrusionOk="0">
                  <a:moveTo>
                    <a:pt x="1" y="0"/>
                  </a:moveTo>
                  <a:cubicBezTo>
                    <a:pt x="33" y="20"/>
                    <a:pt x="49" y="37"/>
                    <a:pt x="82" y="37"/>
                  </a:cubicBezTo>
                  <a:cubicBezTo>
                    <a:pt x="150" y="53"/>
                    <a:pt x="219" y="85"/>
                    <a:pt x="284" y="101"/>
                  </a:cubicBezTo>
                  <a:cubicBezTo>
                    <a:pt x="304" y="101"/>
                    <a:pt x="304" y="101"/>
                    <a:pt x="320" y="121"/>
                  </a:cubicBezTo>
                  <a:cubicBezTo>
                    <a:pt x="336" y="121"/>
                    <a:pt x="369" y="138"/>
                    <a:pt x="405" y="138"/>
                  </a:cubicBezTo>
                  <a:lnTo>
                    <a:pt x="405" y="121"/>
                  </a:lnTo>
                  <a:cubicBezTo>
                    <a:pt x="369" y="121"/>
                    <a:pt x="352" y="101"/>
                    <a:pt x="320" y="101"/>
                  </a:cubicBezTo>
                  <a:cubicBezTo>
                    <a:pt x="304" y="101"/>
                    <a:pt x="304" y="85"/>
                    <a:pt x="284" y="85"/>
                  </a:cubicBezTo>
                  <a:cubicBezTo>
                    <a:pt x="219" y="69"/>
                    <a:pt x="150" y="53"/>
                    <a:pt x="82" y="20"/>
                  </a:cubicBezTo>
                  <a:cubicBezTo>
                    <a:pt x="66" y="2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9"/>
            <p:cNvSpPr/>
            <p:nvPr/>
          </p:nvSpPr>
          <p:spPr>
            <a:xfrm>
              <a:off x="2720738" y="649979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1"/>
                  </a:moveTo>
                  <a:lnTo>
                    <a:pt x="1" y="17"/>
                  </a:lnTo>
                  <a:lnTo>
                    <a:pt x="118" y="33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9"/>
            <p:cNvSpPr/>
            <p:nvPr/>
          </p:nvSpPr>
          <p:spPr>
            <a:xfrm>
              <a:off x="1672363" y="628326"/>
              <a:ext cx="63469" cy="43405"/>
            </a:xfrm>
            <a:custGeom>
              <a:avLst/>
              <a:gdLst/>
              <a:ahLst/>
              <a:cxnLst/>
              <a:rect l="l" t="t" r="r" b="b"/>
              <a:pathLst>
                <a:path w="639" h="437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cubicBezTo>
                    <a:pt x="404" y="150"/>
                    <a:pt x="218" y="287"/>
                    <a:pt x="32" y="404"/>
                  </a:cubicBezTo>
                  <a:cubicBezTo>
                    <a:pt x="16" y="421"/>
                    <a:pt x="16" y="421"/>
                    <a:pt x="0" y="421"/>
                  </a:cubicBezTo>
                  <a:lnTo>
                    <a:pt x="0" y="437"/>
                  </a:lnTo>
                  <a:lnTo>
                    <a:pt x="16" y="437"/>
                  </a:lnTo>
                  <a:lnTo>
                    <a:pt x="32" y="421"/>
                  </a:lnTo>
                  <a:lnTo>
                    <a:pt x="53" y="421"/>
                  </a:lnTo>
                  <a:cubicBezTo>
                    <a:pt x="218" y="287"/>
                    <a:pt x="404" y="150"/>
                    <a:pt x="590" y="33"/>
                  </a:cubicBez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2269406" y="416068"/>
              <a:ext cx="95153" cy="43405"/>
            </a:xfrm>
            <a:custGeom>
              <a:avLst/>
              <a:gdLst/>
              <a:ahLst/>
              <a:cxnLst/>
              <a:rect l="l" t="t" r="r" b="b"/>
              <a:pathLst>
                <a:path w="958" h="437" extrusionOk="0">
                  <a:moveTo>
                    <a:pt x="0" y="1"/>
                  </a:moveTo>
                  <a:lnTo>
                    <a:pt x="0" y="17"/>
                  </a:lnTo>
                  <a:cubicBezTo>
                    <a:pt x="81" y="33"/>
                    <a:pt x="165" y="65"/>
                    <a:pt x="249" y="101"/>
                  </a:cubicBezTo>
                  <a:lnTo>
                    <a:pt x="249" y="101"/>
                  </a:lnTo>
                  <a:cubicBezTo>
                    <a:pt x="165" y="65"/>
                    <a:pt x="81" y="33"/>
                    <a:pt x="0" y="1"/>
                  </a:cubicBezTo>
                  <a:close/>
                  <a:moveTo>
                    <a:pt x="250" y="102"/>
                  </a:moveTo>
                  <a:lnTo>
                    <a:pt x="303" y="134"/>
                  </a:lnTo>
                  <a:cubicBezTo>
                    <a:pt x="335" y="150"/>
                    <a:pt x="384" y="166"/>
                    <a:pt x="436" y="166"/>
                  </a:cubicBezTo>
                  <a:cubicBezTo>
                    <a:pt x="384" y="150"/>
                    <a:pt x="351" y="134"/>
                    <a:pt x="303" y="118"/>
                  </a:cubicBezTo>
                  <a:lnTo>
                    <a:pt x="250" y="102"/>
                  </a:lnTo>
                  <a:close/>
                  <a:moveTo>
                    <a:pt x="436" y="166"/>
                  </a:moveTo>
                  <a:lnTo>
                    <a:pt x="436" y="166"/>
                  </a:lnTo>
                  <a:cubicBezTo>
                    <a:pt x="485" y="203"/>
                    <a:pt x="553" y="219"/>
                    <a:pt x="606" y="251"/>
                  </a:cubicBezTo>
                  <a:cubicBezTo>
                    <a:pt x="707" y="283"/>
                    <a:pt x="808" y="320"/>
                    <a:pt x="909" y="368"/>
                  </a:cubicBezTo>
                  <a:lnTo>
                    <a:pt x="925" y="368"/>
                  </a:lnTo>
                  <a:cubicBezTo>
                    <a:pt x="941" y="368"/>
                    <a:pt x="941" y="384"/>
                    <a:pt x="941" y="405"/>
                  </a:cubicBezTo>
                  <a:lnTo>
                    <a:pt x="941" y="421"/>
                  </a:lnTo>
                  <a:lnTo>
                    <a:pt x="925" y="421"/>
                  </a:lnTo>
                  <a:lnTo>
                    <a:pt x="925" y="437"/>
                  </a:lnTo>
                  <a:lnTo>
                    <a:pt x="941" y="437"/>
                  </a:lnTo>
                  <a:cubicBezTo>
                    <a:pt x="957" y="437"/>
                    <a:pt x="957" y="421"/>
                    <a:pt x="957" y="405"/>
                  </a:cubicBezTo>
                  <a:cubicBezTo>
                    <a:pt x="957" y="368"/>
                    <a:pt x="941" y="368"/>
                    <a:pt x="925" y="352"/>
                  </a:cubicBezTo>
                  <a:lnTo>
                    <a:pt x="909" y="352"/>
                  </a:lnTo>
                  <a:cubicBezTo>
                    <a:pt x="808" y="320"/>
                    <a:pt x="707" y="267"/>
                    <a:pt x="606" y="235"/>
                  </a:cubicBezTo>
                  <a:cubicBezTo>
                    <a:pt x="553" y="203"/>
                    <a:pt x="485" y="182"/>
                    <a:pt x="43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2553475" y="706991"/>
              <a:ext cx="13310" cy="4867"/>
            </a:xfrm>
            <a:custGeom>
              <a:avLst/>
              <a:gdLst/>
              <a:ahLst/>
              <a:cxnLst/>
              <a:rect l="l" t="t" r="r" b="b"/>
              <a:pathLst>
                <a:path w="134" h="49" extrusionOk="0">
                  <a:moveTo>
                    <a:pt x="16" y="0"/>
                  </a:moveTo>
                  <a:lnTo>
                    <a:pt x="0" y="16"/>
                  </a:lnTo>
                  <a:lnTo>
                    <a:pt x="133" y="49"/>
                  </a:lnTo>
                  <a:lnTo>
                    <a:pt x="133" y="4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2270995" y="434146"/>
              <a:ext cx="11720" cy="6953"/>
            </a:xfrm>
            <a:custGeom>
              <a:avLst/>
              <a:gdLst/>
              <a:ahLst/>
              <a:cxnLst/>
              <a:rect l="l" t="t" r="r" b="b"/>
              <a:pathLst>
                <a:path w="118" h="70" extrusionOk="0">
                  <a:moveTo>
                    <a:pt x="0" y="0"/>
                  </a:moveTo>
                  <a:lnTo>
                    <a:pt x="0" y="21"/>
                  </a:lnTo>
                  <a:lnTo>
                    <a:pt x="101" y="53"/>
                  </a:lnTo>
                  <a:lnTo>
                    <a:pt x="0" y="0"/>
                  </a:lnTo>
                  <a:close/>
                  <a:moveTo>
                    <a:pt x="101" y="53"/>
                  </a:moveTo>
                  <a:lnTo>
                    <a:pt x="101" y="69"/>
                  </a:lnTo>
                  <a:lnTo>
                    <a:pt x="117" y="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2319465" y="502779"/>
              <a:ext cx="48272" cy="18474"/>
            </a:xfrm>
            <a:custGeom>
              <a:avLst/>
              <a:gdLst/>
              <a:ahLst/>
              <a:cxnLst/>
              <a:rect l="l" t="t" r="r" b="b"/>
              <a:pathLst>
                <a:path w="486" h="186" extrusionOk="0">
                  <a:moveTo>
                    <a:pt x="1" y="0"/>
                  </a:moveTo>
                  <a:lnTo>
                    <a:pt x="1" y="16"/>
                  </a:lnTo>
                  <a:cubicBezTo>
                    <a:pt x="66" y="36"/>
                    <a:pt x="134" y="69"/>
                    <a:pt x="183" y="85"/>
                  </a:cubicBezTo>
                  <a:cubicBezTo>
                    <a:pt x="219" y="101"/>
                    <a:pt x="251" y="117"/>
                    <a:pt x="304" y="117"/>
                  </a:cubicBezTo>
                  <a:cubicBezTo>
                    <a:pt x="268" y="101"/>
                    <a:pt x="235" y="85"/>
                    <a:pt x="203" y="69"/>
                  </a:cubicBezTo>
                  <a:cubicBezTo>
                    <a:pt x="134" y="53"/>
                    <a:pt x="66" y="36"/>
                    <a:pt x="1" y="0"/>
                  </a:cubicBezTo>
                  <a:close/>
                  <a:moveTo>
                    <a:pt x="304" y="117"/>
                  </a:moveTo>
                  <a:cubicBezTo>
                    <a:pt x="320" y="137"/>
                    <a:pt x="336" y="137"/>
                    <a:pt x="369" y="154"/>
                  </a:cubicBezTo>
                  <a:cubicBezTo>
                    <a:pt x="405" y="170"/>
                    <a:pt x="453" y="186"/>
                    <a:pt x="486" y="186"/>
                  </a:cubicBezTo>
                  <a:cubicBezTo>
                    <a:pt x="453" y="170"/>
                    <a:pt x="405" y="154"/>
                    <a:pt x="369" y="137"/>
                  </a:cubicBezTo>
                  <a:cubicBezTo>
                    <a:pt x="352" y="137"/>
                    <a:pt x="320" y="117"/>
                    <a:pt x="304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1673952" y="614718"/>
              <a:ext cx="61879" cy="43802"/>
            </a:xfrm>
            <a:custGeom>
              <a:avLst/>
              <a:gdLst/>
              <a:ahLst/>
              <a:cxnLst/>
              <a:rect l="l" t="t" r="r" b="b"/>
              <a:pathLst>
                <a:path w="623" h="441" extrusionOk="0">
                  <a:moveTo>
                    <a:pt x="622" y="0"/>
                  </a:moveTo>
                  <a:cubicBezTo>
                    <a:pt x="606" y="20"/>
                    <a:pt x="590" y="20"/>
                    <a:pt x="574" y="20"/>
                  </a:cubicBezTo>
                  <a:cubicBezTo>
                    <a:pt x="489" y="85"/>
                    <a:pt x="388" y="154"/>
                    <a:pt x="303" y="222"/>
                  </a:cubicBezTo>
                  <a:cubicBezTo>
                    <a:pt x="271" y="239"/>
                    <a:pt x="238" y="255"/>
                    <a:pt x="202" y="287"/>
                  </a:cubicBezTo>
                  <a:cubicBezTo>
                    <a:pt x="154" y="323"/>
                    <a:pt x="117" y="356"/>
                    <a:pt x="69" y="388"/>
                  </a:cubicBezTo>
                  <a:lnTo>
                    <a:pt x="0" y="441"/>
                  </a:lnTo>
                  <a:lnTo>
                    <a:pt x="69" y="404"/>
                  </a:lnTo>
                  <a:cubicBezTo>
                    <a:pt x="117" y="372"/>
                    <a:pt x="170" y="323"/>
                    <a:pt x="218" y="287"/>
                  </a:cubicBezTo>
                  <a:cubicBezTo>
                    <a:pt x="255" y="271"/>
                    <a:pt x="287" y="255"/>
                    <a:pt x="319" y="222"/>
                  </a:cubicBezTo>
                  <a:cubicBezTo>
                    <a:pt x="404" y="170"/>
                    <a:pt x="489" y="101"/>
                    <a:pt x="590" y="37"/>
                  </a:cubicBezTo>
                  <a:cubicBezTo>
                    <a:pt x="606" y="20"/>
                    <a:pt x="606" y="20"/>
                    <a:pt x="622" y="20"/>
                  </a:cubicBezTo>
                  <a:lnTo>
                    <a:pt x="6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2282616" y="599820"/>
              <a:ext cx="51848" cy="18574"/>
            </a:xfrm>
            <a:custGeom>
              <a:avLst/>
              <a:gdLst/>
              <a:ahLst/>
              <a:cxnLst/>
              <a:rect l="l" t="t" r="r" b="b"/>
              <a:pathLst>
                <a:path w="522" h="187" extrusionOk="0">
                  <a:moveTo>
                    <a:pt x="0" y="1"/>
                  </a:moveTo>
                  <a:lnTo>
                    <a:pt x="16" y="17"/>
                  </a:lnTo>
                  <a:cubicBezTo>
                    <a:pt x="33" y="17"/>
                    <a:pt x="49" y="17"/>
                    <a:pt x="69" y="33"/>
                  </a:cubicBezTo>
                  <a:cubicBezTo>
                    <a:pt x="117" y="49"/>
                    <a:pt x="170" y="69"/>
                    <a:pt x="218" y="86"/>
                  </a:cubicBezTo>
                  <a:cubicBezTo>
                    <a:pt x="251" y="86"/>
                    <a:pt x="303" y="102"/>
                    <a:pt x="336" y="118"/>
                  </a:cubicBezTo>
                  <a:cubicBezTo>
                    <a:pt x="388" y="134"/>
                    <a:pt x="420" y="150"/>
                    <a:pt x="473" y="170"/>
                  </a:cubicBezTo>
                  <a:cubicBezTo>
                    <a:pt x="489" y="170"/>
                    <a:pt x="505" y="170"/>
                    <a:pt x="521" y="187"/>
                  </a:cubicBezTo>
                  <a:lnTo>
                    <a:pt x="521" y="170"/>
                  </a:lnTo>
                  <a:cubicBezTo>
                    <a:pt x="505" y="170"/>
                    <a:pt x="489" y="150"/>
                    <a:pt x="473" y="150"/>
                  </a:cubicBezTo>
                  <a:cubicBezTo>
                    <a:pt x="437" y="134"/>
                    <a:pt x="388" y="118"/>
                    <a:pt x="336" y="102"/>
                  </a:cubicBezTo>
                  <a:cubicBezTo>
                    <a:pt x="303" y="86"/>
                    <a:pt x="251" y="86"/>
                    <a:pt x="218" y="69"/>
                  </a:cubicBezTo>
                  <a:cubicBezTo>
                    <a:pt x="170" y="49"/>
                    <a:pt x="117" y="33"/>
                    <a:pt x="85" y="17"/>
                  </a:cubicBezTo>
                  <a:cubicBezTo>
                    <a:pt x="49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1705637" y="947755"/>
              <a:ext cx="3675" cy="40227"/>
            </a:xfrm>
            <a:custGeom>
              <a:avLst/>
              <a:gdLst/>
              <a:ahLst/>
              <a:cxnLst/>
              <a:rect l="l" t="t" r="r" b="b"/>
              <a:pathLst>
                <a:path w="37" h="405" extrusionOk="0">
                  <a:moveTo>
                    <a:pt x="20" y="0"/>
                  </a:moveTo>
                  <a:lnTo>
                    <a:pt x="20" y="49"/>
                  </a:lnTo>
                  <a:cubicBezTo>
                    <a:pt x="20" y="133"/>
                    <a:pt x="20" y="218"/>
                    <a:pt x="0" y="303"/>
                  </a:cubicBezTo>
                  <a:lnTo>
                    <a:pt x="0" y="404"/>
                  </a:lnTo>
                  <a:lnTo>
                    <a:pt x="20" y="404"/>
                  </a:lnTo>
                  <a:lnTo>
                    <a:pt x="20" y="303"/>
                  </a:lnTo>
                  <a:cubicBezTo>
                    <a:pt x="20" y="218"/>
                    <a:pt x="37" y="133"/>
                    <a:pt x="37" y="49"/>
                  </a:cubicBezTo>
                  <a:cubicBezTo>
                    <a:pt x="37" y="32"/>
                    <a:pt x="37" y="16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2486431" y="558103"/>
              <a:ext cx="68733" cy="25030"/>
            </a:xfrm>
            <a:custGeom>
              <a:avLst/>
              <a:gdLst/>
              <a:ahLst/>
              <a:cxnLst/>
              <a:rect l="l" t="t" r="r" b="b"/>
              <a:pathLst>
                <a:path w="692" h="252" extrusionOk="0">
                  <a:moveTo>
                    <a:pt x="0" y="1"/>
                  </a:moveTo>
                  <a:cubicBezTo>
                    <a:pt x="69" y="33"/>
                    <a:pt x="138" y="49"/>
                    <a:pt x="202" y="85"/>
                  </a:cubicBezTo>
                  <a:cubicBezTo>
                    <a:pt x="271" y="102"/>
                    <a:pt x="320" y="118"/>
                    <a:pt x="372" y="134"/>
                  </a:cubicBezTo>
                  <a:cubicBezTo>
                    <a:pt x="421" y="150"/>
                    <a:pt x="457" y="166"/>
                    <a:pt x="489" y="186"/>
                  </a:cubicBezTo>
                  <a:cubicBezTo>
                    <a:pt x="558" y="203"/>
                    <a:pt x="623" y="219"/>
                    <a:pt x="675" y="251"/>
                  </a:cubicBezTo>
                  <a:lnTo>
                    <a:pt x="691" y="251"/>
                  </a:lnTo>
                  <a:lnTo>
                    <a:pt x="691" y="235"/>
                  </a:lnTo>
                  <a:cubicBezTo>
                    <a:pt x="623" y="203"/>
                    <a:pt x="558" y="186"/>
                    <a:pt x="505" y="166"/>
                  </a:cubicBezTo>
                  <a:cubicBezTo>
                    <a:pt x="457" y="150"/>
                    <a:pt x="421" y="134"/>
                    <a:pt x="372" y="118"/>
                  </a:cubicBezTo>
                  <a:cubicBezTo>
                    <a:pt x="320" y="102"/>
                    <a:pt x="271" y="85"/>
                    <a:pt x="219" y="65"/>
                  </a:cubicBezTo>
                  <a:cubicBezTo>
                    <a:pt x="154" y="33"/>
                    <a:pt x="85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2294237" y="494337"/>
              <a:ext cx="15296" cy="6853"/>
            </a:xfrm>
            <a:custGeom>
              <a:avLst/>
              <a:gdLst/>
              <a:ahLst/>
              <a:cxnLst/>
              <a:rect l="l" t="t" r="r" b="b"/>
              <a:pathLst>
                <a:path w="154" h="69" extrusionOk="0">
                  <a:moveTo>
                    <a:pt x="0" y="0"/>
                  </a:moveTo>
                  <a:lnTo>
                    <a:pt x="17" y="20"/>
                  </a:lnTo>
                  <a:lnTo>
                    <a:pt x="134" y="69"/>
                  </a:lnTo>
                  <a:lnTo>
                    <a:pt x="154" y="53"/>
                  </a:lnTo>
                  <a:lnTo>
                    <a:pt x="134" y="5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1677528" y="524432"/>
              <a:ext cx="60290" cy="45392"/>
            </a:xfrm>
            <a:custGeom>
              <a:avLst/>
              <a:gdLst/>
              <a:ahLst/>
              <a:cxnLst/>
              <a:rect l="l" t="t" r="r" b="b"/>
              <a:pathLst>
                <a:path w="607" h="457" extrusionOk="0">
                  <a:moveTo>
                    <a:pt x="606" y="0"/>
                  </a:moveTo>
                  <a:cubicBezTo>
                    <a:pt x="570" y="0"/>
                    <a:pt x="554" y="20"/>
                    <a:pt x="554" y="37"/>
                  </a:cubicBezTo>
                  <a:cubicBezTo>
                    <a:pt x="570" y="37"/>
                    <a:pt x="586" y="20"/>
                    <a:pt x="606" y="20"/>
                  </a:cubicBezTo>
                  <a:lnTo>
                    <a:pt x="606" y="0"/>
                  </a:lnTo>
                  <a:close/>
                  <a:moveTo>
                    <a:pt x="538" y="53"/>
                  </a:moveTo>
                  <a:cubicBezTo>
                    <a:pt x="404" y="154"/>
                    <a:pt x="251" y="255"/>
                    <a:pt x="118" y="356"/>
                  </a:cubicBezTo>
                  <a:lnTo>
                    <a:pt x="1" y="441"/>
                  </a:lnTo>
                  <a:lnTo>
                    <a:pt x="1" y="457"/>
                  </a:lnTo>
                  <a:lnTo>
                    <a:pt x="134" y="372"/>
                  </a:lnTo>
                  <a:cubicBezTo>
                    <a:pt x="267" y="255"/>
                    <a:pt x="404" y="154"/>
                    <a:pt x="538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1677528" y="529597"/>
              <a:ext cx="10131" cy="10131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102" y="1"/>
                  </a:moveTo>
                  <a:cubicBezTo>
                    <a:pt x="81" y="17"/>
                    <a:pt x="65" y="17"/>
                    <a:pt x="49" y="33"/>
                  </a:cubicBezTo>
                  <a:cubicBezTo>
                    <a:pt x="33" y="49"/>
                    <a:pt x="17" y="69"/>
                    <a:pt x="1" y="86"/>
                  </a:cubicBezTo>
                  <a:lnTo>
                    <a:pt x="1" y="102"/>
                  </a:lnTo>
                  <a:lnTo>
                    <a:pt x="17" y="86"/>
                  </a:lnTo>
                  <a:cubicBezTo>
                    <a:pt x="17" y="69"/>
                    <a:pt x="49" y="49"/>
                    <a:pt x="65" y="49"/>
                  </a:cubicBez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1936369" y="-4"/>
              <a:ext cx="804533" cy="369191"/>
            </a:xfrm>
            <a:custGeom>
              <a:avLst/>
              <a:gdLst/>
              <a:ahLst/>
              <a:cxnLst/>
              <a:rect l="l" t="t" r="r" b="b"/>
              <a:pathLst>
                <a:path w="8100" h="3717" extrusionOk="0">
                  <a:moveTo>
                    <a:pt x="20" y="65"/>
                  </a:moveTo>
                  <a:lnTo>
                    <a:pt x="20" y="114"/>
                  </a:lnTo>
                  <a:cubicBezTo>
                    <a:pt x="20" y="150"/>
                    <a:pt x="20" y="182"/>
                    <a:pt x="36" y="215"/>
                  </a:cubicBezTo>
                  <a:lnTo>
                    <a:pt x="53" y="215"/>
                  </a:lnTo>
                  <a:lnTo>
                    <a:pt x="53" y="198"/>
                  </a:lnTo>
                  <a:cubicBezTo>
                    <a:pt x="36" y="166"/>
                    <a:pt x="36" y="150"/>
                    <a:pt x="36" y="114"/>
                  </a:cubicBezTo>
                  <a:cubicBezTo>
                    <a:pt x="36" y="97"/>
                    <a:pt x="36" y="81"/>
                    <a:pt x="20" y="65"/>
                  </a:cubicBezTo>
                  <a:close/>
                  <a:moveTo>
                    <a:pt x="45" y="0"/>
                  </a:moveTo>
                  <a:cubicBezTo>
                    <a:pt x="36" y="0"/>
                    <a:pt x="28" y="4"/>
                    <a:pt x="20" y="13"/>
                  </a:cubicBezTo>
                  <a:cubicBezTo>
                    <a:pt x="0" y="29"/>
                    <a:pt x="0" y="49"/>
                    <a:pt x="20" y="65"/>
                  </a:cubicBezTo>
                  <a:cubicBezTo>
                    <a:pt x="20" y="49"/>
                    <a:pt x="20" y="29"/>
                    <a:pt x="36" y="29"/>
                  </a:cubicBezTo>
                  <a:cubicBezTo>
                    <a:pt x="36" y="21"/>
                    <a:pt x="40" y="17"/>
                    <a:pt x="47" y="17"/>
                  </a:cubicBezTo>
                  <a:cubicBezTo>
                    <a:pt x="53" y="17"/>
                    <a:pt x="61" y="21"/>
                    <a:pt x="69" y="29"/>
                  </a:cubicBezTo>
                  <a:cubicBezTo>
                    <a:pt x="137" y="65"/>
                    <a:pt x="202" y="97"/>
                    <a:pt x="287" y="130"/>
                  </a:cubicBezTo>
                  <a:cubicBezTo>
                    <a:pt x="303" y="150"/>
                    <a:pt x="339" y="150"/>
                    <a:pt x="372" y="166"/>
                  </a:cubicBezTo>
                  <a:cubicBezTo>
                    <a:pt x="424" y="198"/>
                    <a:pt x="489" y="215"/>
                    <a:pt x="541" y="251"/>
                  </a:cubicBezTo>
                  <a:cubicBezTo>
                    <a:pt x="659" y="299"/>
                    <a:pt x="776" y="352"/>
                    <a:pt x="877" y="400"/>
                  </a:cubicBezTo>
                  <a:cubicBezTo>
                    <a:pt x="929" y="416"/>
                    <a:pt x="978" y="453"/>
                    <a:pt x="1030" y="469"/>
                  </a:cubicBezTo>
                  <a:cubicBezTo>
                    <a:pt x="1079" y="501"/>
                    <a:pt x="1147" y="517"/>
                    <a:pt x="1196" y="554"/>
                  </a:cubicBezTo>
                  <a:cubicBezTo>
                    <a:pt x="1297" y="586"/>
                    <a:pt x="1398" y="635"/>
                    <a:pt x="1499" y="687"/>
                  </a:cubicBezTo>
                  <a:cubicBezTo>
                    <a:pt x="1567" y="703"/>
                    <a:pt x="1636" y="736"/>
                    <a:pt x="1685" y="772"/>
                  </a:cubicBezTo>
                  <a:cubicBezTo>
                    <a:pt x="1769" y="804"/>
                    <a:pt x="1838" y="837"/>
                    <a:pt x="1919" y="873"/>
                  </a:cubicBezTo>
                  <a:cubicBezTo>
                    <a:pt x="1971" y="905"/>
                    <a:pt x="2040" y="921"/>
                    <a:pt x="2105" y="958"/>
                  </a:cubicBezTo>
                  <a:cubicBezTo>
                    <a:pt x="2173" y="990"/>
                    <a:pt x="2242" y="1022"/>
                    <a:pt x="2323" y="1059"/>
                  </a:cubicBezTo>
                  <a:cubicBezTo>
                    <a:pt x="2375" y="1075"/>
                    <a:pt x="2408" y="1107"/>
                    <a:pt x="2460" y="1123"/>
                  </a:cubicBezTo>
                  <a:lnTo>
                    <a:pt x="2561" y="1176"/>
                  </a:lnTo>
                  <a:cubicBezTo>
                    <a:pt x="2711" y="1224"/>
                    <a:pt x="2848" y="1293"/>
                    <a:pt x="2998" y="1362"/>
                  </a:cubicBezTo>
                  <a:cubicBezTo>
                    <a:pt x="2864" y="1293"/>
                    <a:pt x="2711" y="1224"/>
                    <a:pt x="2577" y="1160"/>
                  </a:cubicBezTo>
                  <a:lnTo>
                    <a:pt x="2476" y="1107"/>
                  </a:lnTo>
                  <a:cubicBezTo>
                    <a:pt x="2424" y="1091"/>
                    <a:pt x="2375" y="1075"/>
                    <a:pt x="2323" y="1039"/>
                  </a:cubicBezTo>
                  <a:cubicBezTo>
                    <a:pt x="2258" y="1006"/>
                    <a:pt x="2173" y="974"/>
                    <a:pt x="2105" y="938"/>
                  </a:cubicBezTo>
                  <a:cubicBezTo>
                    <a:pt x="2040" y="921"/>
                    <a:pt x="1988" y="889"/>
                    <a:pt x="1919" y="857"/>
                  </a:cubicBezTo>
                  <a:cubicBezTo>
                    <a:pt x="1854" y="820"/>
                    <a:pt x="1769" y="788"/>
                    <a:pt x="1701" y="756"/>
                  </a:cubicBezTo>
                  <a:cubicBezTo>
                    <a:pt x="1636" y="719"/>
                    <a:pt x="1567" y="703"/>
                    <a:pt x="1499" y="671"/>
                  </a:cubicBezTo>
                  <a:cubicBezTo>
                    <a:pt x="1398" y="618"/>
                    <a:pt x="1297" y="586"/>
                    <a:pt x="1212" y="534"/>
                  </a:cubicBezTo>
                  <a:cubicBezTo>
                    <a:pt x="1147" y="501"/>
                    <a:pt x="1095" y="485"/>
                    <a:pt x="1030" y="453"/>
                  </a:cubicBezTo>
                  <a:cubicBezTo>
                    <a:pt x="978" y="433"/>
                    <a:pt x="929" y="416"/>
                    <a:pt x="893" y="384"/>
                  </a:cubicBezTo>
                  <a:cubicBezTo>
                    <a:pt x="776" y="332"/>
                    <a:pt x="659" y="283"/>
                    <a:pt x="541" y="231"/>
                  </a:cubicBezTo>
                  <a:cubicBezTo>
                    <a:pt x="489" y="215"/>
                    <a:pt x="440" y="182"/>
                    <a:pt x="372" y="150"/>
                  </a:cubicBezTo>
                  <a:cubicBezTo>
                    <a:pt x="356" y="150"/>
                    <a:pt x="323" y="130"/>
                    <a:pt x="287" y="114"/>
                  </a:cubicBezTo>
                  <a:cubicBezTo>
                    <a:pt x="222" y="81"/>
                    <a:pt x="137" y="49"/>
                    <a:pt x="69" y="13"/>
                  </a:cubicBezTo>
                  <a:cubicBezTo>
                    <a:pt x="61" y="4"/>
                    <a:pt x="53" y="0"/>
                    <a:pt x="45" y="0"/>
                  </a:cubicBezTo>
                  <a:close/>
                  <a:moveTo>
                    <a:pt x="2998" y="1362"/>
                  </a:moveTo>
                  <a:lnTo>
                    <a:pt x="3301" y="1511"/>
                  </a:lnTo>
                  <a:lnTo>
                    <a:pt x="3454" y="1580"/>
                  </a:lnTo>
                  <a:cubicBezTo>
                    <a:pt x="3519" y="1596"/>
                    <a:pt x="3571" y="1628"/>
                    <a:pt x="3620" y="1645"/>
                  </a:cubicBezTo>
                  <a:cubicBezTo>
                    <a:pt x="3721" y="1697"/>
                    <a:pt x="3805" y="1729"/>
                    <a:pt x="3890" y="1782"/>
                  </a:cubicBezTo>
                  <a:cubicBezTo>
                    <a:pt x="3959" y="1798"/>
                    <a:pt x="4040" y="1830"/>
                    <a:pt x="4108" y="1867"/>
                  </a:cubicBezTo>
                  <a:cubicBezTo>
                    <a:pt x="4040" y="1830"/>
                    <a:pt x="3975" y="1798"/>
                    <a:pt x="3906" y="1766"/>
                  </a:cubicBezTo>
                  <a:cubicBezTo>
                    <a:pt x="3805" y="1729"/>
                    <a:pt x="3721" y="1681"/>
                    <a:pt x="3636" y="1645"/>
                  </a:cubicBezTo>
                  <a:cubicBezTo>
                    <a:pt x="3571" y="1612"/>
                    <a:pt x="3519" y="1596"/>
                    <a:pt x="3470" y="1564"/>
                  </a:cubicBezTo>
                  <a:lnTo>
                    <a:pt x="3317" y="1495"/>
                  </a:lnTo>
                  <a:cubicBezTo>
                    <a:pt x="3200" y="1443"/>
                    <a:pt x="3099" y="1394"/>
                    <a:pt x="2998" y="1362"/>
                  </a:cubicBezTo>
                  <a:close/>
                  <a:moveTo>
                    <a:pt x="4108" y="1867"/>
                  </a:moveTo>
                  <a:lnTo>
                    <a:pt x="4108" y="1867"/>
                  </a:lnTo>
                  <a:cubicBezTo>
                    <a:pt x="4226" y="1931"/>
                    <a:pt x="4343" y="1984"/>
                    <a:pt x="4464" y="2032"/>
                  </a:cubicBezTo>
                  <a:cubicBezTo>
                    <a:pt x="4529" y="2069"/>
                    <a:pt x="4597" y="2085"/>
                    <a:pt x="4646" y="2117"/>
                  </a:cubicBezTo>
                  <a:cubicBezTo>
                    <a:pt x="4682" y="2133"/>
                    <a:pt x="4714" y="2150"/>
                    <a:pt x="4747" y="2170"/>
                  </a:cubicBezTo>
                  <a:cubicBezTo>
                    <a:pt x="4969" y="2271"/>
                    <a:pt x="5203" y="2372"/>
                    <a:pt x="5421" y="2473"/>
                  </a:cubicBezTo>
                  <a:cubicBezTo>
                    <a:pt x="5591" y="2553"/>
                    <a:pt x="5757" y="2622"/>
                    <a:pt x="5942" y="2707"/>
                  </a:cubicBezTo>
                  <a:cubicBezTo>
                    <a:pt x="6043" y="2755"/>
                    <a:pt x="6161" y="2808"/>
                    <a:pt x="6282" y="2856"/>
                  </a:cubicBezTo>
                  <a:cubicBezTo>
                    <a:pt x="6161" y="2808"/>
                    <a:pt x="6060" y="2739"/>
                    <a:pt x="5942" y="2691"/>
                  </a:cubicBezTo>
                  <a:cubicBezTo>
                    <a:pt x="5777" y="2622"/>
                    <a:pt x="5591" y="2537"/>
                    <a:pt x="5421" y="2452"/>
                  </a:cubicBezTo>
                  <a:cubicBezTo>
                    <a:pt x="5203" y="2351"/>
                    <a:pt x="4985" y="2250"/>
                    <a:pt x="4767" y="2150"/>
                  </a:cubicBezTo>
                  <a:cubicBezTo>
                    <a:pt x="4731" y="2133"/>
                    <a:pt x="4698" y="2117"/>
                    <a:pt x="4666" y="2117"/>
                  </a:cubicBezTo>
                  <a:cubicBezTo>
                    <a:pt x="4597" y="2085"/>
                    <a:pt x="4529" y="2049"/>
                    <a:pt x="4464" y="2016"/>
                  </a:cubicBezTo>
                  <a:cubicBezTo>
                    <a:pt x="4343" y="1968"/>
                    <a:pt x="4226" y="1915"/>
                    <a:pt x="4108" y="1867"/>
                  </a:cubicBezTo>
                  <a:close/>
                  <a:moveTo>
                    <a:pt x="6282" y="2856"/>
                  </a:moveTo>
                  <a:cubicBezTo>
                    <a:pt x="6383" y="2909"/>
                    <a:pt x="6464" y="2957"/>
                    <a:pt x="6565" y="2994"/>
                  </a:cubicBezTo>
                  <a:cubicBezTo>
                    <a:pt x="6649" y="3026"/>
                    <a:pt x="6718" y="3058"/>
                    <a:pt x="6803" y="3095"/>
                  </a:cubicBezTo>
                  <a:cubicBezTo>
                    <a:pt x="6734" y="3058"/>
                    <a:pt x="6649" y="3026"/>
                    <a:pt x="6585" y="2994"/>
                  </a:cubicBezTo>
                  <a:cubicBezTo>
                    <a:pt x="6484" y="2941"/>
                    <a:pt x="6383" y="2893"/>
                    <a:pt x="6282" y="2856"/>
                  </a:cubicBezTo>
                  <a:close/>
                  <a:moveTo>
                    <a:pt x="6803" y="3095"/>
                  </a:moveTo>
                  <a:lnTo>
                    <a:pt x="6803" y="3095"/>
                  </a:lnTo>
                  <a:cubicBezTo>
                    <a:pt x="7005" y="3196"/>
                    <a:pt x="7207" y="3281"/>
                    <a:pt x="7393" y="3382"/>
                  </a:cubicBezTo>
                  <a:cubicBezTo>
                    <a:pt x="7457" y="3398"/>
                    <a:pt x="7526" y="3430"/>
                    <a:pt x="7595" y="3462"/>
                  </a:cubicBezTo>
                  <a:cubicBezTo>
                    <a:pt x="7712" y="3515"/>
                    <a:pt x="7813" y="3563"/>
                    <a:pt x="7930" y="3616"/>
                  </a:cubicBezTo>
                  <a:cubicBezTo>
                    <a:pt x="7962" y="3632"/>
                    <a:pt x="7999" y="3648"/>
                    <a:pt x="8031" y="3664"/>
                  </a:cubicBezTo>
                  <a:cubicBezTo>
                    <a:pt x="8047" y="3664"/>
                    <a:pt x="8063" y="3685"/>
                    <a:pt x="8079" y="3685"/>
                  </a:cubicBezTo>
                  <a:lnTo>
                    <a:pt x="8079" y="3717"/>
                  </a:lnTo>
                  <a:lnTo>
                    <a:pt x="8100" y="3717"/>
                  </a:lnTo>
                  <a:lnTo>
                    <a:pt x="8100" y="3685"/>
                  </a:lnTo>
                  <a:lnTo>
                    <a:pt x="8079" y="3664"/>
                  </a:lnTo>
                  <a:cubicBezTo>
                    <a:pt x="8063" y="3664"/>
                    <a:pt x="8047" y="3664"/>
                    <a:pt x="8047" y="3648"/>
                  </a:cubicBezTo>
                  <a:cubicBezTo>
                    <a:pt x="7999" y="3632"/>
                    <a:pt x="7962" y="3616"/>
                    <a:pt x="7930" y="3600"/>
                  </a:cubicBezTo>
                  <a:cubicBezTo>
                    <a:pt x="7829" y="3547"/>
                    <a:pt x="7712" y="3499"/>
                    <a:pt x="7595" y="3446"/>
                  </a:cubicBezTo>
                  <a:cubicBezTo>
                    <a:pt x="7542" y="3414"/>
                    <a:pt x="7473" y="3398"/>
                    <a:pt x="7409" y="3361"/>
                  </a:cubicBezTo>
                  <a:cubicBezTo>
                    <a:pt x="7207" y="3260"/>
                    <a:pt x="7005" y="3180"/>
                    <a:pt x="6803" y="30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2371313" y="571313"/>
              <a:ext cx="8443" cy="67144"/>
            </a:xfrm>
            <a:custGeom>
              <a:avLst/>
              <a:gdLst/>
              <a:ahLst/>
              <a:cxnLst/>
              <a:rect l="l" t="t" r="r" b="b"/>
              <a:pathLst>
                <a:path w="85" h="67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16" y="17"/>
                    <a:pt x="16" y="33"/>
                  </a:cubicBezTo>
                  <a:lnTo>
                    <a:pt x="16" y="53"/>
                  </a:lnTo>
                  <a:lnTo>
                    <a:pt x="16" y="118"/>
                  </a:lnTo>
                  <a:cubicBezTo>
                    <a:pt x="16" y="134"/>
                    <a:pt x="16" y="154"/>
                    <a:pt x="32" y="154"/>
                  </a:cubicBezTo>
                  <a:lnTo>
                    <a:pt x="32" y="118"/>
                  </a:lnTo>
                  <a:lnTo>
                    <a:pt x="32" y="53"/>
                  </a:lnTo>
                  <a:lnTo>
                    <a:pt x="32" y="33"/>
                  </a:ln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32" y="187"/>
                  </a:moveTo>
                  <a:lnTo>
                    <a:pt x="32" y="272"/>
                  </a:lnTo>
                  <a:lnTo>
                    <a:pt x="32" y="288"/>
                  </a:lnTo>
                  <a:cubicBezTo>
                    <a:pt x="32" y="304"/>
                    <a:pt x="49" y="320"/>
                    <a:pt x="32" y="320"/>
                  </a:cubicBezTo>
                  <a:lnTo>
                    <a:pt x="32" y="336"/>
                  </a:lnTo>
                  <a:cubicBezTo>
                    <a:pt x="49" y="356"/>
                    <a:pt x="49" y="373"/>
                    <a:pt x="49" y="389"/>
                  </a:cubicBezTo>
                  <a:lnTo>
                    <a:pt x="49" y="336"/>
                  </a:lnTo>
                  <a:lnTo>
                    <a:pt x="49" y="288"/>
                  </a:lnTo>
                  <a:lnTo>
                    <a:pt x="49" y="272"/>
                  </a:lnTo>
                  <a:cubicBezTo>
                    <a:pt x="49" y="235"/>
                    <a:pt x="49" y="203"/>
                    <a:pt x="32" y="187"/>
                  </a:cubicBezTo>
                  <a:close/>
                  <a:moveTo>
                    <a:pt x="49" y="389"/>
                  </a:moveTo>
                  <a:lnTo>
                    <a:pt x="49" y="421"/>
                  </a:lnTo>
                  <a:lnTo>
                    <a:pt x="49" y="457"/>
                  </a:lnTo>
                  <a:lnTo>
                    <a:pt x="49" y="490"/>
                  </a:lnTo>
                  <a:lnTo>
                    <a:pt x="49" y="591"/>
                  </a:lnTo>
                  <a:lnTo>
                    <a:pt x="65" y="607"/>
                  </a:lnTo>
                  <a:lnTo>
                    <a:pt x="65" y="591"/>
                  </a:lnTo>
                  <a:lnTo>
                    <a:pt x="65" y="490"/>
                  </a:lnTo>
                  <a:lnTo>
                    <a:pt x="65" y="457"/>
                  </a:lnTo>
                  <a:lnTo>
                    <a:pt x="65" y="421"/>
                  </a:lnTo>
                  <a:cubicBezTo>
                    <a:pt x="49" y="405"/>
                    <a:pt x="49" y="405"/>
                    <a:pt x="49" y="389"/>
                  </a:cubicBezTo>
                  <a:close/>
                  <a:moveTo>
                    <a:pt x="65" y="607"/>
                  </a:moveTo>
                  <a:lnTo>
                    <a:pt x="65" y="659"/>
                  </a:lnTo>
                  <a:lnTo>
                    <a:pt x="65" y="676"/>
                  </a:lnTo>
                  <a:cubicBezTo>
                    <a:pt x="85" y="659"/>
                    <a:pt x="85" y="623"/>
                    <a:pt x="65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1943123" y="296680"/>
              <a:ext cx="190704" cy="70918"/>
            </a:xfrm>
            <a:custGeom>
              <a:avLst/>
              <a:gdLst/>
              <a:ahLst/>
              <a:cxnLst/>
              <a:rect l="l" t="t" r="r" b="b"/>
              <a:pathLst>
                <a:path w="1920" h="714" extrusionOk="0">
                  <a:moveTo>
                    <a:pt x="27" y="0"/>
                  </a:moveTo>
                  <a:cubicBezTo>
                    <a:pt x="19" y="0"/>
                    <a:pt x="10" y="2"/>
                    <a:pt x="1" y="7"/>
                  </a:cubicBezTo>
                  <a:cubicBezTo>
                    <a:pt x="33" y="7"/>
                    <a:pt x="53" y="23"/>
                    <a:pt x="86" y="39"/>
                  </a:cubicBezTo>
                  <a:lnTo>
                    <a:pt x="102" y="39"/>
                  </a:lnTo>
                  <a:cubicBezTo>
                    <a:pt x="170" y="71"/>
                    <a:pt x="235" y="92"/>
                    <a:pt x="304" y="124"/>
                  </a:cubicBezTo>
                  <a:cubicBezTo>
                    <a:pt x="389" y="156"/>
                    <a:pt x="490" y="193"/>
                    <a:pt x="574" y="225"/>
                  </a:cubicBezTo>
                  <a:cubicBezTo>
                    <a:pt x="623" y="241"/>
                    <a:pt x="675" y="257"/>
                    <a:pt x="708" y="273"/>
                  </a:cubicBezTo>
                  <a:cubicBezTo>
                    <a:pt x="776" y="294"/>
                    <a:pt x="861" y="326"/>
                    <a:pt x="926" y="342"/>
                  </a:cubicBezTo>
                  <a:cubicBezTo>
                    <a:pt x="995" y="374"/>
                    <a:pt x="1063" y="395"/>
                    <a:pt x="1128" y="427"/>
                  </a:cubicBezTo>
                  <a:cubicBezTo>
                    <a:pt x="1180" y="443"/>
                    <a:pt x="1213" y="459"/>
                    <a:pt x="1265" y="475"/>
                  </a:cubicBezTo>
                  <a:cubicBezTo>
                    <a:pt x="1314" y="496"/>
                    <a:pt x="1366" y="512"/>
                    <a:pt x="1399" y="528"/>
                  </a:cubicBezTo>
                  <a:cubicBezTo>
                    <a:pt x="1447" y="544"/>
                    <a:pt x="1499" y="560"/>
                    <a:pt x="1568" y="576"/>
                  </a:cubicBezTo>
                  <a:cubicBezTo>
                    <a:pt x="1516" y="544"/>
                    <a:pt x="1467" y="528"/>
                    <a:pt x="1399" y="512"/>
                  </a:cubicBezTo>
                  <a:cubicBezTo>
                    <a:pt x="1366" y="496"/>
                    <a:pt x="1314" y="475"/>
                    <a:pt x="1265" y="459"/>
                  </a:cubicBezTo>
                  <a:cubicBezTo>
                    <a:pt x="1229" y="443"/>
                    <a:pt x="1180" y="427"/>
                    <a:pt x="1144" y="411"/>
                  </a:cubicBezTo>
                  <a:cubicBezTo>
                    <a:pt x="1063" y="395"/>
                    <a:pt x="995" y="358"/>
                    <a:pt x="926" y="326"/>
                  </a:cubicBezTo>
                  <a:cubicBezTo>
                    <a:pt x="861" y="310"/>
                    <a:pt x="793" y="273"/>
                    <a:pt x="724" y="257"/>
                  </a:cubicBezTo>
                  <a:cubicBezTo>
                    <a:pt x="675" y="241"/>
                    <a:pt x="623" y="225"/>
                    <a:pt x="574" y="209"/>
                  </a:cubicBezTo>
                  <a:cubicBezTo>
                    <a:pt x="490" y="172"/>
                    <a:pt x="389" y="140"/>
                    <a:pt x="304" y="108"/>
                  </a:cubicBezTo>
                  <a:cubicBezTo>
                    <a:pt x="235" y="71"/>
                    <a:pt x="187" y="55"/>
                    <a:pt x="118" y="39"/>
                  </a:cubicBezTo>
                  <a:cubicBezTo>
                    <a:pt x="102" y="23"/>
                    <a:pt x="102" y="23"/>
                    <a:pt x="86" y="23"/>
                  </a:cubicBezTo>
                  <a:cubicBezTo>
                    <a:pt x="63" y="12"/>
                    <a:pt x="46" y="0"/>
                    <a:pt x="27" y="0"/>
                  </a:cubicBezTo>
                  <a:close/>
                  <a:moveTo>
                    <a:pt x="1568" y="576"/>
                  </a:moveTo>
                  <a:cubicBezTo>
                    <a:pt x="1584" y="597"/>
                    <a:pt x="1617" y="613"/>
                    <a:pt x="1633" y="613"/>
                  </a:cubicBezTo>
                  <a:cubicBezTo>
                    <a:pt x="1718" y="645"/>
                    <a:pt x="1786" y="677"/>
                    <a:pt x="1871" y="698"/>
                  </a:cubicBezTo>
                  <a:cubicBezTo>
                    <a:pt x="1802" y="661"/>
                    <a:pt x="1718" y="629"/>
                    <a:pt x="1633" y="597"/>
                  </a:cubicBezTo>
                  <a:cubicBezTo>
                    <a:pt x="1617" y="597"/>
                    <a:pt x="1584" y="576"/>
                    <a:pt x="1568" y="576"/>
                  </a:cubicBezTo>
                  <a:close/>
                  <a:moveTo>
                    <a:pt x="1871" y="698"/>
                  </a:moveTo>
                  <a:cubicBezTo>
                    <a:pt x="1887" y="714"/>
                    <a:pt x="1903" y="714"/>
                    <a:pt x="1920" y="714"/>
                  </a:cubicBezTo>
                  <a:lnTo>
                    <a:pt x="1920" y="6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2543443" y="972586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0" y="1"/>
                  </a:moveTo>
                  <a:cubicBezTo>
                    <a:pt x="16" y="1"/>
                    <a:pt x="32" y="17"/>
                    <a:pt x="49" y="17"/>
                  </a:cubicBezTo>
                  <a:cubicBezTo>
                    <a:pt x="69" y="17"/>
                    <a:pt x="85" y="33"/>
                    <a:pt x="101" y="33"/>
                  </a:cubicBezTo>
                  <a:lnTo>
                    <a:pt x="117" y="17"/>
                  </a:lnTo>
                  <a:lnTo>
                    <a:pt x="101" y="17"/>
                  </a:lnTo>
                  <a:cubicBezTo>
                    <a:pt x="85" y="17"/>
                    <a:pt x="69" y="17"/>
                    <a:pt x="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1680706" y="404050"/>
              <a:ext cx="48669" cy="40227"/>
            </a:xfrm>
            <a:custGeom>
              <a:avLst/>
              <a:gdLst/>
              <a:ahLst/>
              <a:cxnLst/>
              <a:rect l="l" t="t" r="r" b="b"/>
              <a:pathLst>
                <a:path w="490" h="405" extrusionOk="0">
                  <a:moveTo>
                    <a:pt x="473" y="0"/>
                  </a:moveTo>
                  <a:lnTo>
                    <a:pt x="372" y="85"/>
                  </a:lnTo>
                  <a:cubicBezTo>
                    <a:pt x="271" y="170"/>
                    <a:pt x="170" y="255"/>
                    <a:pt x="86" y="324"/>
                  </a:cubicBezTo>
                  <a:cubicBezTo>
                    <a:pt x="49" y="340"/>
                    <a:pt x="33" y="356"/>
                    <a:pt x="17" y="372"/>
                  </a:cubicBezTo>
                  <a:cubicBezTo>
                    <a:pt x="17" y="388"/>
                    <a:pt x="1" y="388"/>
                    <a:pt x="1" y="404"/>
                  </a:cubicBezTo>
                  <a:cubicBezTo>
                    <a:pt x="17" y="404"/>
                    <a:pt x="17" y="388"/>
                    <a:pt x="33" y="388"/>
                  </a:cubicBezTo>
                  <a:cubicBezTo>
                    <a:pt x="49" y="372"/>
                    <a:pt x="70" y="356"/>
                    <a:pt x="86" y="340"/>
                  </a:cubicBezTo>
                  <a:cubicBezTo>
                    <a:pt x="187" y="255"/>
                    <a:pt x="288" y="170"/>
                    <a:pt x="389" y="101"/>
                  </a:cubicBezTo>
                  <a:lnTo>
                    <a:pt x="490" y="2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1673952" y="591377"/>
              <a:ext cx="61879" cy="43504"/>
            </a:xfrm>
            <a:custGeom>
              <a:avLst/>
              <a:gdLst/>
              <a:ahLst/>
              <a:cxnLst/>
              <a:rect l="l" t="t" r="r" b="b"/>
              <a:pathLst>
                <a:path w="623" h="438" extrusionOk="0">
                  <a:moveTo>
                    <a:pt x="622" y="1"/>
                  </a:moveTo>
                  <a:cubicBezTo>
                    <a:pt x="590" y="1"/>
                    <a:pt x="574" y="17"/>
                    <a:pt x="558" y="33"/>
                  </a:cubicBezTo>
                  <a:cubicBezTo>
                    <a:pt x="590" y="17"/>
                    <a:pt x="606" y="1"/>
                    <a:pt x="622" y="1"/>
                  </a:cubicBezTo>
                  <a:close/>
                  <a:moveTo>
                    <a:pt x="541" y="33"/>
                  </a:moveTo>
                  <a:cubicBezTo>
                    <a:pt x="473" y="86"/>
                    <a:pt x="420" y="118"/>
                    <a:pt x="356" y="171"/>
                  </a:cubicBezTo>
                  <a:cubicBezTo>
                    <a:pt x="271" y="235"/>
                    <a:pt x="170" y="304"/>
                    <a:pt x="69" y="373"/>
                  </a:cubicBezTo>
                  <a:cubicBezTo>
                    <a:pt x="37" y="389"/>
                    <a:pt x="16" y="405"/>
                    <a:pt x="0" y="421"/>
                  </a:cubicBezTo>
                  <a:lnTo>
                    <a:pt x="0" y="437"/>
                  </a:lnTo>
                  <a:cubicBezTo>
                    <a:pt x="16" y="405"/>
                    <a:pt x="53" y="389"/>
                    <a:pt x="69" y="389"/>
                  </a:cubicBezTo>
                  <a:lnTo>
                    <a:pt x="85" y="373"/>
                  </a:lnTo>
                  <a:cubicBezTo>
                    <a:pt x="170" y="304"/>
                    <a:pt x="271" y="235"/>
                    <a:pt x="356" y="187"/>
                  </a:cubicBezTo>
                  <a:cubicBezTo>
                    <a:pt x="420" y="134"/>
                    <a:pt x="489" y="86"/>
                    <a:pt x="541" y="53"/>
                  </a:cubicBezTo>
                  <a:lnTo>
                    <a:pt x="558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2285794" y="777214"/>
              <a:ext cx="1689" cy="20163"/>
            </a:xfrm>
            <a:custGeom>
              <a:avLst/>
              <a:gdLst/>
              <a:ahLst/>
              <a:cxnLst/>
              <a:rect l="l" t="t" r="r" b="b"/>
              <a:pathLst>
                <a:path w="17" h="203" extrusionOk="0">
                  <a:moveTo>
                    <a:pt x="1" y="0"/>
                  </a:moveTo>
                  <a:lnTo>
                    <a:pt x="1" y="65"/>
                  </a:lnTo>
                  <a:cubicBezTo>
                    <a:pt x="1" y="117"/>
                    <a:pt x="1" y="150"/>
                    <a:pt x="17" y="202"/>
                  </a:cubicBezTo>
                  <a:lnTo>
                    <a:pt x="17" y="182"/>
                  </a:lnTo>
                  <a:lnTo>
                    <a:pt x="17" y="65"/>
                  </a:lnTo>
                  <a:cubicBezTo>
                    <a:pt x="17" y="49"/>
                    <a:pt x="17" y="1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2155381" y="852205"/>
              <a:ext cx="3774" cy="105682"/>
            </a:xfrm>
            <a:custGeom>
              <a:avLst/>
              <a:gdLst/>
              <a:ahLst/>
              <a:cxnLst/>
              <a:rect l="l" t="t" r="r" b="b"/>
              <a:pathLst>
                <a:path w="38" h="1064" extrusionOk="0">
                  <a:moveTo>
                    <a:pt x="17" y="1"/>
                  </a:moveTo>
                  <a:cubicBezTo>
                    <a:pt x="1" y="17"/>
                    <a:pt x="1" y="33"/>
                    <a:pt x="1" y="53"/>
                  </a:cubicBezTo>
                  <a:lnTo>
                    <a:pt x="1" y="69"/>
                  </a:lnTo>
                  <a:cubicBezTo>
                    <a:pt x="17" y="304"/>
                    <a:pt x="17" y="538"/>
                    <a:pt x="1" y="760"/>
                  </a:cubicBezTo>
                  <a:cubicBezTo>
                    <a:pt x="1" y="776"/>
                    <a:pt x="1" y="809"/>
                    <a:pt x="17" y="825"/>
                  </a:cubicBezTo>
                  <a:lnTo>
                    <a:pt x="17" y="760"/>
                  </a:lnTo>
                  <a:lnTo>
                    <a:pt x="17" y="69"/>
                  </a:lnTo>
                  <a:lnTo>
                    <a:pt x="17" y="53"/>
                  </a:lnTo>
                  <a:cubicBezTo>
                    <a:pt x="17" y="33"/>
                    <a:pt x="17" y="17"/>
                    <a:pt x="37" y="1"/>
                  </a:cubicBezTo>
                  <a:close/>
                  <a:moveTo>
                    <a:pt x="17" y="926"/>
                  </a:moveTo>
                  <a:cubicBezTo>
                    <a:pt x="1" y="978"/>
                    <a:pt x="1" y="1011"/>
                    <a:pt x="17" y="1063"/>
                  </a:cubicBezTo>
                  <a:lnTo>
                    <a:pt x="17" y="9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9"/>
            <p:cNvSpPr/>
            <p:nvPr/>
          </p:nvSpPr>
          <p:spPr>
            <a:xfrm>
              <a:off x="2324332" y="492747"/>
              <a:ext cx="38637" cy="15296"/>
            </a:xfrm>
            <a:custGeom>
              <a:avLst/>
              <a:gdLst/>
              <a:ahLst/>
              <a:cxnLst/>
              <a:rect l="l" t="t" r="r" b="b"/>
              <a:pathLst>
                <a:path w="389" h="154" extrusionOk="0">
                  <a:moveTo>
                    <a:pt x="0" y="0"/>
                  </a:moveTo>
                  <a:lnTo>
                    <a:pt x="0" y="16"/>
                  </a:lnTo>
                  <a:lnTo>
                    <a:pt x="53" y="36"/>
                  </a:lnTo>
                  <a:cubicBezTo>
                    <a:pt x="101" y="53"/>
                    <a:pt x="134" y="69"/>
                    <a:pt x="186" y="85"/>
                  </a:cubicBezTo>
                  <a:cubicBezTo>
                    <a:pt x="235" y="85"/>
                    <a:pt x="271" y="101"/>
                    <a:pt x="320" y="117"/>
                  </a:cubicBezTo>
                  <a:cubicBezTo>
                    <a:pt x="287" y="101"/>
                    <a:pt x="235" y="85"/>
                    <a:pt x="186" y="69"/>
                  </a:cubicBezTo>
                  <a:cubicBezTo>
                    <a:pt x="154" y="53"/>
                    <a:pt x="101" y="36"/>
                    <a:pt x="69" y="16"/>
                  </a:cubicBezTo>
                  <a:lnTo>
                    <a:pt x="0" y="0"/>
                  </a:lnTo>
                  <a:close/>
                  <a:moveTo>
                    <a:pt x="320" y="117"/>
                  </a:moveTo>
                  <a:lnTo>
                    <a:pt x="372" y="154"/>
                  </a:lnTo>
                  <a:lnTo>
                    <a:pt x="388" y="154"/>
                  </a:lnTo>
                  <a:lnTo>
                    <a:pt x="388" y="137"/>
                  </a:lnTo>
                  <a:lnTo>
                    <a:pt x="32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2325922" y="807310"/>
              <a:ext cx="11720" cy="3278"/>
            </a:xfrm>
            <a:custGeom>
              <a:avLst/>
              <a:gdLst/>
              <a:ahLst/>
              <a:cxnLst/>
              <a:rect l="l" t="t" r="r" b="b"/>
              <a:pathLst>
                <a:path w="118" h="33" extrusionOk="0">
                  <a:moveTo>
                    <a:pt x="1" y="0"/>
                  </a:moveTo>
                  <a:lnTo>
                    <a:pt x="17" y="16"/>
                  </a:lnTo>
                  <a:cubicBezTo>
                    <a:pt x="37" y="16"/>
                    <a:pt x="53" y="16"/>
                    <a:pt x="69" y="33"/>
                  </a:cubicBezTo>
                  <a:lnTo>
                    <a:pt x="118" y="33"/>
                  </a:lnTo>
                  <a:cubicBezTo>
                    <a:pt x="102" y="33"/>
                    <a:pt x="85" y="16"/>
                    <a:pt x="69" y="16"/>
                  </a:cubicBezTo>
                  <a:cubicBezTo>
                    <a:pt x="53" y="0"/>
                    <a:pt x="3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1673952" y="583034"/>
              <a:ext cx="63866" cy="45392"/>
            </a:xfrm>
            <a:custGeom>
              <a:avLst/>
              <a:gdLst/>
              <a:ahLst/>
              <a:cxnLst/>
              <a:rect l="l" t="t" r="r" b="b"/>
              <a:pathLst>
                <a:path w="643" h="457" extrusionOk="0">
                  <a:moveTo>
                    <a:pt x="642" y="0"/>
                  </a:moveTo>
                  <a:cubicBezTo>
                    <a:pt x="606" y="0"/>
                    <a:pt x="590" y="16"/>
                    <a:pt x="574" y="36"/>
                  </a:cubicBezTo>
                  <a:cubicBezTo>
                    <a:pt x="590" y="36"/>
                    <a:pt x="606" y="16"/>
                    <a:pt x="622" y="16"/>
                  </a:cubicBezTo>
                  <a:lnTo>
                    <a:pt x="642" y="16"/>
                  </a:lnTo>
                  <a:lnTo>
                    <a:pt x="642" y="0"/>
                  </a:lnTo>
                  <a:close/>
                  <a:moveTo>
                    <a:pt x="574" y="36"/>
                  </a:moveTo>
                  <a:lnTo>
                    <a:pt x="574" y="36"/>
                  </a:lnTo>
                  <a:cubicBezTo>
                    <a:pt x="473" y="101"/>
                    <a:pt x="372" y="170"/>
                    <a:pt x="287" y="238"/>
                  </a:cubicBezTo>
                  <a:cubicBezTo>
                    <a:pt x="388" y="186"/>
                    <a:pt x="489" y="117"/>
                    <a:pt x="574" y="36"/>
                  </a:cubicBezTo>
                  <a:close/>
                  <a:moveTo>
                    <a:pt x="287" y="238"/>
                  </a:moveTo>
                  <a:lnTo>
                    <a:pt x="287" y="238"/>
                  </a:lnTo>
                  <a:cubicBezTo>
                    <a:pt x="238" y="271"/>
                    <a:pt x="186" y="303"/>
                    <a:pt x="138" y="356"/>
                  </a:cubicBezTo>
                  <a:cubicBezTo>
                    <a:pt x="186" y="319"/>
                    <a:pt x="238" y="287"/>
                    <a:pt x="287" y="238"/>
                  </a:cubicBezTo>
                  <a:close/>
                  <a:moveTo>
                    <a:pt x="138" y="356"/>
                  </a:moveTo>
                  <a:cubicBezTo>
                    <a:pt x="101" y="356"/>
                    <a:pt x="85" y="372"/>
                    <a:pt x="69" y="388"/>
                  </a:cubicBezTo>
                  <a:cubicBezTo>
                    <a:pt x="53" y="404"/>
                    <a:pt x="16" y="420"/>
                    <a:pt x="0" y="440"/>
                  </a:cubicBezTo>
                  <a:lnTo>
                    <a:pt x="16" y="457"/>
                  </a:lnTo>
                  <a:lnTo>
                    <a:pt x="69" y="404"/>
                  </a:lnTo>
                  <a:cubicBezTo>
                    <a:pt x="85" y="388"/>
                    <a:pt x="117" y="372"/>
                    <a:pt x="138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2376081" y="636769"/>
              <a:ext cx="6953" cy="34962"/>
            </a:xfrm>
            <a:custGeom>
              <a:avLst/>
              <a:gdLst/>
              <a:ahLst/>
              <a:cxnLst/>
              <a:rect l="l" t="t" r="r" b="b"/>
              <a:pathLst>
                <a:path w="70" h="352" extrusionOk="0">
                  <a:moveTo>
                    <a:pt x="1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81"/>
                    <a:pt x="37" y="101"/>
                  </a:cubicBezTo>
                  <a:lnTo>
                    <a:pt x="37" y="49"/>
                  </a:lnTo>
                  <a:cubicBezTo>
                    <a:pt x="37" y="33"/>
                    <a:pt x="37" y="17"/>
                    <a:pt x="1" y="0"/>
                  </a:cubicBezTo>
                  <a:close/>
                  <a:moveTo>
                    <a:pt x="37" y="101"/>
                  </a:moveTo>
                  <a:lnTo>
                    <a:pt x="37" y="118"/>
                  </a:lnTo>
                  <a:lnTo>
                    <a:pt x="53" y="118"/>
                  </a:lnTo>
                  <a:cubicBezTo>
                    <a:pt x="53" y="118"/>
                    <a:pt x="53" y="101"/>
                    <a:pt x="37" y="101"/>
                  </a:cubicBezTo>
                  <a:close/>
                  <a:moveTo>
                    <a:pt x="37" y="118"/>
                  </a:moveTo>
                  <a:lnTo>
                    <a:pt x="37" y="219"/>
                  </a:lnTo>
                  <a:lnTo>
                    <a:pt x="37" y="235"/>
                  </a:lnTo>
                  <a:lnTo>
                    <a:pt x="37" y="267"/>
                  </a:lnTo>
                  <a:cubicBezTo>
                    <a:pt x="53" y="283"/>
                    <a:pt x="53" y="319"/>
                    <a:pt x="37" y="336"/>
                  </a:cubicBezTo>
                  <a:lnTo>
                    <a:pt x="53" y="352"/>
                  </a:lnTo>
                  <a:cubicBezTo>
                    <a:pt x="69" y="319"/>
                    <a:pt x="53" y="283"/>
                    <a:pt x="53" y="267"/>
                  </a:cubicBezTo>
                  <a:lnTo>
                    <a:pt x="53" y="235"/>
                  </a:lnTo>
                  <a:lnTo>
                    <a:pt x="53" y="219"/>
                  </a:lnTo>
                  <a:cubicBezTo>
                    <a:pt x="53" y="182"/>
                    <a:pt x="37" y="150"/>
                    <a:pt x="37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1344491" y="757151"/>
              <a:ext cx="67144" cy="50258"/>
            </a:xfrm>
            <a:custGeom>
              <a:avLst/>
              <a:gdLst/>
              <a:ahLst/>
              <a:cxnLst/>
              <a:rect l="l" t="t" r="r" b="b"/>
              <a:pathLst>
                <a:path w="676" h="506" extrusionOk="0">
                  <a:moveTo>
                    <a:pt x="675" y="0"/>
                  </a:moveTo>
                  <a:cubicBezTo>
                    <a:pt x="659" y="0"/>
                    <a:pt x="643" y="0"/>
                    <a:pt x="627" y="16"/>
                  </a:cubicBezTo>
                  <a:cubicBezTo>
                    <a:pt x="489" y="117"/>
                    <a:pt x="356" y="218"/>
                    <a:pt x="223" y="303"/>
                  </a:cubicBezTo>
                  <a:lnTo>
                    <a:pt x="37" y="453"/>
                  </a:lnTo>
                  <a:cubicBezTo>
                    <a:pt x="21" y="453"/>
                    <a:pt x="1" y="469"/>
                    <a:pt x="1" y="485"/>
                  </a:cubicBezTo>
                  <a:lnTo>
                    <a:pt x="1" y="505"/>
                  </a:lnTo>
                  <a:lnTo>
                    <a:pt x="21" y="505"/>
                  </a:lnTo>
                  <a:cubicBezTo>
                    <a:pt x="21" y="485"/>
                    <a:pt x="21" y="469"/>
                    <a:pt x="37" y="469"/>
                  </a:cubicBezTo>
                  <a:lnTo>
                    <a:pt x="239" y="319"/>
                  </a:lnTo>
                  <a:cubicBezTo>
                    <a:pt x="372" y="218"/>
                    <a:pt x="506" y="117"/>
                    <a:pt x="643" y="16"/>
                  </a:cubicBezTo>
                  <a:lnTo>
                    <a:pt x="675" y="1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1673952" y="598231"/>
              <a:ext cx="60290" cy="41816"/>
            </a:xfrm>
            <a:custGeom>
              <a:avLst/>
              <a:gdLst/>
              <a:ahLst/>
              <a:cxnLst/>
              <a:rect l="l" t="t" r="r" b="b"/>
              <a:pathLst>
                <a:path w="607" h="421" extrusionOk="0">
                  <a:moveTo>
                    <a:pt x="590" y="1"/>
                  </a:moveTo>
                  <a:lnTo>
                    <a:pt x="505" y="49"/>
                  </a:lnTo>
                  <a:cubicBezTo>
                    <a:pt x="457" y="85"/>
                    <a:pt x="404" y="134"/>
                    <a:pt x="339" y="166"/>
                  </a:cubicBezTo>
                  <a:cubicBezTo>
                    <a:pt x="271" y="219"/>
                    <a:pt x="202" y="267"/>
                    <a:pt x="117" y="320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38" y="336"/>
                  </a:lnTo>
                  <a:cubicBezTo>
                    <a:pt x="202" y="287"/>
                    <a:pt x="271" y="235"/>
                    <a:pt x="356" y="186"/>
                  </a:cubicBezTo>
                  <a:cubicBezTo>
                    <a:pt x="404" y="134"/>
                    <a:pt x="473" y="102"/>
                    <a:pt x="521" y="65"/>
                  </a:cubicBezTo>
                  <a:lnTo>
                    <a:pt x="6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2351249" y="472684"/>
              <a:ext cx="13310" cy="5264"/>
            </a:xfrm>
            <a:custGeom>
              <a:avLst/>
              <a:gdLst/>
              <a:ahLst/>
              <a:cxnLst/>
              <a:rect l="l" t="t" r="r" b="b"/>
              <a:pathLst>
                <a:path w="134" h="53" extrusionOk="0">
                  <a:moveTo>
                    <a:pt x="0" y="0"/>
                  </a:moveTo>
                  <a:cubicBezTo>
                    <a:pt x="16" y="16"/>
                    <a:pt x="16" y="16"/>
                    <a:pt x="32" y="16"/>
                  </a:cubicBezTo>
                  <a:cubicBezTo>
                    <a:pt x="49" y="16"/>
                    <a:pt x="65" y="36"/>
                    <a:pt x="85" y="36"/>
                  </a:cubicBezTo>
                  <a:cubicBezTo>
                    <a:pt x="101" y="53"/>
                    <a:pt x="101" y="53"/>
                    <a:pt x="117" y="53"/>
                  </a:cubicBezTo>
                  <a:lnTo>
                    <a:pt x="133" y="53"/>
                  </a:lnTo>
                  <a:lnTo>
                    <a:pt x="133" y="36"/>
                  </a:lnTo>
                  <a:lnTo>
                    <a:pt x="101" y="36"/>
                  </a:lnTo>
                  <a:cubicBezTo>
                    <a:pt x="65" y="16"/>
                    <a:pt x="49" y="16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2490007" y="66845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1" y="0"/>
                  </a:moveTo>
                  <a:cubicBezTo>
                    <a:pt x="1" y="0"/>
                    <a:pt x="17" y="17"/>
                    <a:pt x="33" y="17"/>
                  </a:cubicBezTo>
                  <a:cubicBezTo>
                    <a:pt x="49" y="17"/>
                    <a:pt x="65" y="33"/>
                    <a:pt x="102" y="33"/>
                  </a:cubicBezTo>
                  <a:lnTo>
                    <a:pt x="102" y="17"/>
                  </a:lnTo>
                  <a:cubicBezTo>
                    <a:pt x="65" y="17"/>
                    <a:pt x="49" y="17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2555064" y="720202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lnTo>
                    <a:pt x="134" y="49"/>
                  </a:lnTo>
                  <a:lnTo>
                    <a:pt x="134" y="33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2702264" y="599820"/>
              <a:ext cx="36651" cy="13409"/>
            </a:xfrm>
            <a:custGeom>
              <a:avLst/>
              <a:gdLst/>
              <a:ahLst/>
              <a:cxnLst/>
              <a:rect l="l" t="t" r="r" b="b"/>
              <a:pathLst>
                <a:path w="369" h="135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65" y="33"/>
                    <a:pt x="102" y="33"/>
                    <a:pt x="118" y="49"/>
                  </a:cubicBezTo>
                  <a:cubicBezTo>
                    <a:pt x="150" y="69"/>
                    <a:pt x="203" y="86"/>
                    <a:pt x="235" y="102"/>
                  </a:cubicBezTo>
                  <a:lnTo>
                    <a:pt x="267" y="102"/>
                  </a:lnTo>
                  <a:cubicBezTo>
                    <a:pt x="267" y="86"/>
                    <a:pt x="251" y="86"/>
                    <a:pt x="235" y="86"/>
                  </a:cubicBezTo>
                  <a:cubicBezTo>
                    <a:pt x="203" y="69"/>
                    <a:pt x="166" y="49"/>
                    <a:pt x="134" y="33"/>
                  </a:cubicBezTo>
                  <a:cubicBezTo>
                    <a:pt x="102" y="33"/>
                    <a:pt x="65" y="17"/>
                    <a:pt x="33" y="1"/>
                  </a:cubicBezTo>
                  <a:close/>
                  <a:moveTo>
                    <a:pt x="267" y="102"/>
                  </a:moveTo>
                  <a:cubicBezTo>
                    <a:pt x="304" y="118"/>
                    <a:pt x="336" y="134"/>
                    <a:pt x="368" y="134"/>
                  </a:cubicBezTo>
                  <a:cubicBezTo>
                    <a:pt x="336" y="118"/>
                    <a:pt x="304" y="102"/>
                    <a:pt x="267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9"/>
            <p:cNvSpPr/>
            <p:nvPr/>
          </p:nvSpPr>
          <p:spPr>
            <a:xfrm>
              <a:off x="2277352" y="651568"/>
              <a:ext cx="3774" cy="21752"/>
            </a:xfrm>
            <a:custGeom>
              <a:avLst/>
              <a:gdLst/>
              <a:ahLst/>
              <a:cxnLst/>
              <a:rect l="l" t="t" r="r" b="b"/>
              <a:pathLst>
                <a:path w="38" h="219" extrusionOk="0">
                  <a:moveTo>
                    <a:pt x="1" y="1"/>
                  </a:moveTo>
                  <a:lnTo>
                    <a:pt x="1" y="17"/>
                  </a:lnTo>
                  <a:lnTo>
                    <a:pt x="1" y="33"/>
                  </a:lnTo>
                  <a:lnTo>
                    <a:pt x="1" y="118"/>
                  </a:lnTo>
                  <a:lnTo>
                    <a:pt x="1" y="154"/>
                  </a:lnTo>
                  <a:cubicBezTo>
                    <a:pt x="1" y="170"/>
                    <a:pt x="1" y="187"/>
                    <a:pt x="21" y="203"/>
                  </a:cubicBezTo>
                  <a:lnTo>
                    <a:pt x="21" y="219"/>
                  </a:lnTo>
                  <a:lnTo>
                    <a:pt x="37" y="219"/>
                  </a:lnTo>
                  <a:lnTo>
                    <a:pt x="37" y="203"/>
                  </a:lnTo>
                  <a:cubicBezTo>
                    <a:pt x="21" y="187"/>
                    <a:pt x="21" y="170"/>
                    <a:pt x="21" y="154"/>
                  </a:cubicBezTo>
                  <a:lnTo>
                    <a:pt x="21" y="118"/>
                  </a:lnTo>
                  <a:lnTo>
                    <a:pt x="21" y="33"/>
                  </a:lnTo>
                  <a:lnTo>
                    <a:pt x="21" y="17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1737719" y="952523"/>
              <a:ext cx="11720" cy="5364"/>
            </a:xfrm>
            <a:custGeom>
              <a:avLst/>
              <a:gdLst/>
              <a:ahLst/>
              <a:cxnLst/>
              <a:rect l="l" t="t" r="r" b="b"/>
              <a:pathLst>
                <a:path w="118" h="54" extrusionOk="0">
                  <a:moveTo>
                    <a:pt x="101" y="1"/>
                  </a:moveTo>
                  <a:cubicBezTo>
                    <a:pt x="81" y="1"/>
                    <a:pt x="49" y="17"/>
                    <a:pt x="33" y="33"/>
                  </a:cubicBezTo>
                  <a:cubicBezTo>
                    <a:pt x="65" y="33"/>
                    <a:pt x="81" y="17"/>
                    <a:pt x="118" y="1"/>
                  </a:cubicBezTo>
                  <a:close/>
                  <a:moveTo>
                    <a:pt x="17" y="33"/>
                  </a:moveTo>
                  <a:lnTo>
                    <a:pt x="0" y="53"/>
                  </a:lnTo>
                  <a:lnTo>
                    <a:pt x="17" y="5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1234141" y="641536"/>
              <a:ext cx="25427" cy="344360"/>
            </a:xfrm>
            <a:custGeom>
              <a:avLst/>
              <a:gdLst/>
              <a:ahLst/>
              <a:cxnLst/>
              <a:rect l="l" t="t" r="r" b="b"/>
              <a:pathLst>
                <a:path w="256" h="3467" extrusionOk="0">
                  <a:moveTo>
                    <a:pt x="223" y="1"/>
                  </a:moveTo>
                  <a:cubicBezTo>
                    <a:pt x="239" y="33"/>
                    <a:pt x="239" y="53"/>
                    <a:pt x="239" y="86"/>
                  </a:cubicBezTo>
                  <a:lnTo>
                    <a:pt x="239" y="118"/>
                  </a:lnTo>
                  <a:cubicBezTo>
                    <a:pt x="239" y="102"/>
                    <a:pt x="239" y="102"/>
                    <a:pt x="255" y="86"/>
                  </a:cubicBezTo>
                  <a:cubicBezTo>
                    <a:pt x="255" y="53"/>
                    <a:pt x="255" y="33"/>
                    <a:pt x="239" y="1"/>
                  </a:cubicBezTo>
                  <a:close/>
                  <a:moveTo>
                    <a:pt x="239" y="118"/>
                  </a:moveTo>
                  <a:cubicBezTo>
                    <a:pt x="223" y="187"/>
                    <a:pt x="223" y="235"/>
                    <a:pt x="223" y="304"/>
                  </a:cubicBezTo>
                  <a:cubicBezTo>
                    <a:pt x="223" y="320"/>
                    <a:pt x="223" y="356"/>
                    <a:pt x="203" y="372"/>
                  </a:cubicBezTo>
                  <a:lnTo>
                    <a:pt x="203" y="457"/>
                  </a:lnTo>
                  <a:cubicBezTo>
                    <a:pt x="203" y="538"/>
                    <a:pt x="187" y="607"/>
                    <a:pt x="187" y="692"/>
                  </a:cubicBezTo>
                  <a:lnTo>
                    <a:pt x="187" y="809"/>
                  </a:lnTo>
                  <a:cubicBezTo>
                    <a:pt x="187" y="841"/>
                    <a:pt x="187" y="894"/>
                    <a:pt x="170" y="926"/>
                  </a:cubicBezTo>
                  <a:lnTo>
                    <a:pt x="170" y="1043"/>
                  </a:lnTo>
                  <a:cubicBezTo>
                    <a:pt x="170" y="1079"/>
                    <a:pt x="154" y="1128"/>
                    <a:pt x="154" y="1164"/>
                  </a:cubicBezTo>
                  <a:lnTo>
                    <a:pt x="154" y="1180"/>
                  </a:lnTo>
                  <a:lnTo>
                    <a:pt x="154" y="1265"/>
                  </a:lnTo>
                  <a:lnTo>
                    <a:pt x="154" y="1366"/>
                  </a:lnTo>
                  <a:cubicBezTo>
                    <a:pt x="170" y="1330"/>
                    <a:pt x="170" y="1298"/>
                    <a:pt x="170" y="1265"/>
                  </a:cubicBezTo>
                  <a:lnTo>
                    <a:pt x="170" y="1180"/>
                  </a:lnTo>
                  <a:lnTo>
                    <a:pt x="170" y="1164"/>
                  </a:lnTo>
                  <a:cubicBezTo>
                    <a:pt x="170" y="1128"/>
                    <a:pt x="170" y="1079"/>
                    <a:pt x="187" y="1043"/>
                  </a:cubicBezTo>
                  <a:lnTo>
                    <a:pt x="187" y="926"/>
                  </a:lnTo>
                  <a:cubicBezTo>
                    <a:pt x="187" y="894"/>
                    <a:pt x="187" y="841"/>
                    <a:pt x="203" y="809"/>
                  </a:cubicBezTo>
                  <a:lnTo>
                    <a:pt x="203" y="692"/>
                  </a:lnTo>
                  <a:cubicBezTo>
                    <a:pt x="203" y="607"/>
                    <a:pt x="223" y="538"/>
                    <a:pt x="223" y="457"/>
                  </a:cubicBezTo>
                  <a:lnTo>
                    <a:pt x="223" y="372"/>
                  </a:lnTo>
                  <a:cubicBezTo>
                    <a:pt x="223" y="356"/>
                    <a:pt x="223" y="320"/>
                    <a:pt x="239" y="304"/>
                  </a:cubicBezTo>
                  <a:lnTo>
                    <a:pt x="239" y="118"/>
                  </a:lnTo>
                  <a:close/>
                  <a:moveTo>
                    <a:pt x="154" y="1366"/>
                  </a:moveTo>
                  <a:cubicBezTo>
                    <a:pt x="154" y="1382"/>
                    <a:pt x="138" y="1399"/>
                    <a:pt x="138" y="1431"/>
                  </a:cubicBezTo>
                  <a:lnTo>
                    <a:pt x="138" y="1568"/>
                  </a:lnTo>
                  <a:lnTo>
                    <a:pt x="122" y="1685"/>
                  </a:lnTo>
                  <a:lnTo>
                    <a:pt x="122" y="1803"/>
                  </a:lnTo>
                  <a:cubicBezTo>
                    <a:pt x="122" y="1871"/>
                    <a:pt x="102" y="1936"/>
                    <a:pt x="102" y="2005"/>
                  </a:cubicBezTo>
                  <a:lnTo>
                    <a:pt x="102" y="2106"/>
                  </a:lnTo>
                  <a:cubicBezTo>
                    <a:pt x="122" y="2073"/>
                    <a:pt x="122" y="2037"/>
                    <a:pt x="122" y="2005"/>
                  </a:cubicBezTo>
                  <a:cubicBezTo>
                    <a:pt x="122" y="1936"/>
                    <a:pt x="122" y="1871"/>
                    <a:pt x="138" y="1819"/>
                  </a:cubicBezTo>
                  <a:lnTo>
                    <a:pt x="138" y="1685"/>
                  </a:lnTo>
                  <a:lnTo>
                    <a:pt x="154" y="1568"/>
                  </a:lnTo>
                  <a:lnTo>
                    <a:pt x="154" y="1431"/>
                  </a:lnTo>
                  <a:lnTo>
                    <a:pt x="154" y="1366"/>
                  </a:lnTo>
                  <a:close/>
                  <a:moveTo>
                    <a:pt x="102" y="2106"/>
                  </a:moveTo>
                  <a:cubicBezTo>
                    <a:pt x="86" y="2154"/>
                    <a:pt x="86" y="2223"/>
                    <a:pt x="86" y="2275"/>
                  </a:cubicBezTo>
                  <a:cubicBezTo>
                    <a:pt x="86" y="2340"/>
                    <a:pt x="69" y="2392"/>
                    <a:pt x="69" y="2441"/>
                  </a:cubicBezTo>
                  <a:cubicBezTo>
                    <a:pt x="69" y="2526"/>
                    <a:pt x="69" y="2594"/>
                    <a:pt x="53" y="2659"/>
                  </a:cubicBezTo>
                  <a:lnTo>
                    <a:pt x="53" y="2861"/>
                  </a:lnTo>
                  <a:cubicBezTo>
                    <a:pt x="69" y="2796"/>
                    <a:pt x="69" y="2728"/>
                    <a:pt x="69" y="2659"/>
                  </a:cubicBezTo>
                  <a:cubicBezTo>
                    <a:pt x="69" y="2594"/>
                    <a:pt x="86" y="2526"/>
                    <a:pt x="86" y="2441"/>
                  </a:cubicBezTo>
                  <a:cubicBezTo>
                    <a:pt x="86" y="2392"/>
                    <a:pt x="102" y="2340"/>
                    <a:pt x="102" y="2275"/>
                  </a:cubicBezTo>
                  <a:lnTo>
                    <a:pt x="102" y="2106"/>
                  </a:lnTo>
                  <a:close/>
                  <a:moveTo>
                    <a:pt x="53" y="2861"/>
                  </a:moveTo>
                  <a:cubicBezTo>
                    <a:pt x="37" y="2913"/>
                    <a:pt x="37" y="2962"/>
                    <a:pt x="37" y="3014"/>
                  </a:cubicBezTo>
                  <a:lnTo>
                    <a:pt x="37" y="3031"/>
                  </a:lnTo>
                  <a:cubicBezTo>
                    <a:pt x="37" y="3099"/>
                    <a:pt x="37" y="3164"/>
                    <a:pt x="21" y="3216"/>
                  </a:cubicBezTo>
                  <a:cubicBezTo>
                    <a:pt x="1" y="3233"/>
                    <a:pt x="1" y="3265"/>
                    <a:pt x="1" y="3285"/>
                  </a:cubicBezTo>
                  <a:cubicBezTo>
                    <a:pt x="1" y="3301"/>
                    <a:pt x="21" y="3301"/>
                    <a:pt x="1" y="3317"/>
                  </a:cubicBezTo>
                  <a:lnTo>
                    <a:pt x="1" y="3418"/>
                  </a:lnTo>
                  <a:lnTo>
                    <a:pt x="1" y="3467"/>
                  </a:lnTo>
                  <a:lnTo>
                    <a:pt x="21" y="3467"/>
                  </a:lnTo>
                  <a:lnTo>
                    <a:pt x="21" y="3418"/>
                  </a:lnTo>
                  <a:lnTo>
                    <a:pt x="21" y="3317"/>
                  </a:lnTo>
                  <a:lnTo>
                    <a:pt x="21" y="3285"/>
                  </a:lnTo>
                  <a:lnTo>
                    <a:pt x="21" y="3233"/>
                  </a:lnTo>
                  <a:cubicBezTo>
                    <a:pt x="37" y="3164"/>
                    <a:pt x="37" y="3099"/>
                    <a:pt x="53" y="3031"/>
                  </a:cubicBezTo>
                  <a:lnTo>
                    <a:pt x="53" y="3014"/>
                  </a:lnTo>
                  <a:lnTo>
                    <a:pt x="53" y="28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2321154" y="417658"/>
              <a:ext cx="13310" cy="6555"/>
            </a:xfrm>
            <a:custGeom>
              <a:avLst/>
              <a:gdLst/>
              <a:ahLst/>
              <a:cxnLst/>
              <a:rect l="l" t="t" r="r" b="b"/>
              <a:pathLst>
                <a:path w="134" h="66" extrusionOk="0">
                  <a:moveTo>
                    <a:pt x="0" y="1"/>
                  </a:moveTo>
                  <a:lnTo>
                    <a:pt x="0" y="17"/>
                  </a:lnTo>
                  <a:lnTo>
                    <a:pt x="133" y="65"/>
                  </a:lnTo>
                  <a:lnTo>
                    <a:pt x="133" y="4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2281027" y="728644"/>
              <a:ext cx="3278" cy="8542"/>
            </a:xfrm>
            <a:custGeom>
              <a:avLst/>
              <a:gdLst/>
              <a:ahLst/>
              <a:cxnLst/>
              <a:rect l="l" t="t" r="r" b="b"/>
              <a:pathLst>
                <a:path w="33" h="86" extrusionOk="0">
                  <a:moveTo>
                    <a:pt x="16" y="0"/>
                  </a:moveTo>
                  <a:cubicBezTo>
                    <a:pt x="0" y="17"/>
                    <a:pt x="16" y="33"/>
                    <a:pt x="16" y="49"/>
                  </a:cubicBezTo>
                  <a:lnTo>
                    <a:pt x="16" y="65"/>
                  </a:lnTo>
                  <a:lnTo>
                    <a:pt x="32" y="85"/>
                  </a:lnTo>
                  <a:lnTo>
                    <a:pt x="32" y="65"/>
                  </a:lnTo>
                  <a:lnTo>
                    <a:pt x="32" y="49"/>
                  </a:lnTo>
                  <a:cubicBezTo>
                    <a:pt x="16" y="33"/>
                    <a:pt x="16" y="17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9"/>
            <p:cNvSpPr/>
            <p:nvPr/>
          </p:nvSpPr>
          <p:spPr>
            <a:xfrm>
              <a:off x="1690738" y="436132"/>
              <a:ext cx="48669" cy="36651"/>
            </a:xfrm>
            <a:custGeom>
              <a:avLst/>
              <a:gdLst/>
              <a:ahLst/>
              <a:cxnLst/>
              <a:rect l="l" t="t" r="r" b="b"/>
              <a:pathLst>
                <a:path w="490" h="369" extrusionOk="0">
                  <a:moveTo>
                    <a:pt x="490" y="1"/>
                  </a:moveTo>
                  <a:cubicBezTo>
                    <a:pt x="473" y="1"/>
                    <a:pt x="453" y="1"/>
                    <a:pt x="437" y="17"/>
                  </a:cubicBezTo>
                  <a:cubicBezTo>
                    <a:pt x="336" y="102"/>
                    <a:pt x="219" y="203"/>
                    <a:pt x="102" y="283"/>
                  </a:cubicBezTo>
                  <a:lnTo>
                    <a:pt x="1" y="368"/>
                  </a:lnTo>
                  <a:lnTo>
                    <a:pt x="17" y="368"/>
                  </a:lnTo>
                  <a:lnTo>
                    <a:pt x="102" y="304"/>
                  </a:lnTo>
                  <a:cubicBezTo>
                    <a:pt x="219" y="203"/>
                    <a:pt x="336" y="118"/>
                    <a:pt x="453" y="17"/>
                  </a:cubicBezTo>
                  <a:lnTo>
                    <a:pt x="490" y="17"/>
                  </a:lnTo>
                  <a:lnTo>
                    <a:pt x="4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2284205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3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3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1672363" y="641536"/>
              <a:ext cx="63469" cy="41816"/>
            </a:xfrm>
            <a:custGeom>
              <a:avLst/>
              <a:gdLst/>
              <a:ahLst/>
              <a:cxnLst/>
              <a:rect l="l" t="t" r="r" b="b"/>
              <a:pathLst>
                <a:path w="639" h="421" extrusionOk="0">
                  <a:moveTo>
                    <a:pt x="638" y="1"/>
                  </a:moveTo>
                  <a:cubicBezTo>
                    <a:pt x="622" y="1"/>
                    <a:pt x="606" y="17"/>
                    <a:pt x="590" y="17"/>
                  </a:cubicBezTo>
                  <a:lnTo>
                    <a:pt x="590" y="33"/>
                  </a:lnTo>
                  <a:cubicBezTo>
                    <a:pt x="606" y="17"/>
                    <a:pt x="622" y="17"/>
                    <a:pt x="638" y="17"/>
                  </a:cubicBezTo>
                  <a:lnTo>
                    <a:pt x="638" y="1"/>
                  </a:lnTo>
                  <a:close/>
                  <a:moveTo>
                    <a:pt x="590" y="33"/>
                  </a:moveTo>
                  <a:lnTo>
                    <a:pt x="590" y="33"/>
                  </a:lnTo>
                  <a:cubicBezTo>
                    <a:pt x="420" y="134"/>
                    <a:pt x="271" y="235"/>
                    <a:pt x="117" y="336"/>
                  </a:cubicBezTo>
                  <a:lnTo>
                    <a:pt x="0" y="405"/>
                  </a:lnTo>
                  <a:lnTo>
                    <a:pt x="0" y="421"/>
                  </a:lnTo>
                  <a:lnTo>
                    <a:pt x="16" y="421"/>
                  </a:lnTo>
                  <a:lnTo>
                    <a:pt x="117" y="356"/>
                  </a:lnTo>
                  <a:cubicBezTo>
                    <a:pt x="271" y="255"/>
                    <a:pt x="436" y="134"/>
                    <a:pt x="59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2673857" y="501091"/>
              <a:ext cx="6853" cy="5364"/>
            </a:xfrm>
            <a:custGeom>
              <a:avLst/>
              <a:gdLst/>
              <a:ahLst/>
              <a:cxnLst/>
              <a:rect l="l" t="t" r="r" b="b"/>
              <a:pathLst>
                <a:path w="69" h="54" extrusionOk="0">
                  <a:moveTo>
                    <a:pt x="48" y="1"/>
                  </a:moveTo>
                  <a:cubicBezTo>
                    <a:pt x="48" y="17"/>
                    <a:pt x="32" y="17"/>
                    <a:pt x="16" y="33"/>
                  </a:cubicBezTo>
                  <a:cubicBezTo>
                    <a:pt x="16" y="33"/>
                    <a:pt x="0" y="33"/>
                    <a:pt x="0" y="53"/>
                  </a:cubicBezTo>
                  <a:cubicBezTo>
                    <a:pt x="16" y="53"/>
                    <a:pt x="16" y="53"/>
                    <a:pt x="32" y="33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2469943" y="436132"/>
              <a:ext cx="11820" cy="4966"/>
            </a:xfrm>
            <a:custGeom>
              <a:avLst/>
              <a:gdLst/>
              <a:ahLst/>
              <a:cxnLst/>
              <a:rect l="l" t="t" r="r" b="b"/>
              <a:pathLst>
                <a:path w="119" h="50" extrusionOk="0">
                  <a:moveTo>
                    <a:pt x="1" y="1"/>
                  </a:moveTo>
                  <a:lnTo>
                    <a:pt x="1" y="17"/>
                  </a:lnTo>
                  <a:lnTo>
                    <a:pt x="118" y="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2279438" y="909217"/>
              <a:ext cx="38141" cy="1172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0" y="0"/>
                  </a:moveTo>
                  <a:lnTo>
                    <a:pt x="0" y="16"/>
                  </a:lnTo>
                  <a:lnTo>
                    <a:pt x="48" y="33"/>
                  </a:lnTo>
                  <a:cubicBezTo>
                    <a:pt x="101" y="33"/>
                    <a:pt x="133" y="49"/>
                    <a:pt x="182" y="65"/>
                  </a:cubicBezTo>
                  <a:cubicBezTo>
                    <a:pt x="202" y="65"/>
                    <a:pt x="218" y="65"/>
                    <a:pt x="234" y="85"/>
                  </a:cubicBezTo>
                  <a:cubicBezTo>
                    <a:pt x="283" y="85"/>
                    <a:pt x="319" y="101"/>
                    <a:pt x="368" y="117"/>
                  </a:cubicBezTo>
                  <a:lnTo>
                    <a:pt x="384" y="101"/>
                  </a:lnTo>
                  <a:lnTo>
                    <a:pt x="368" y="101"/>
                  </a:lnTo>
                  <a:cubicBezTo>
                    <a:pt x="335" y="85"/>
                    <a:pt x="283" y="85"/>
                    <a:pt x="234" y="65"/>
                  </a:cubicBezTo>
                  <a:cubicBezTo>
                    <a:pt x="218" y="49"/>
                    <a:pt x="202" y="49"/>
                    <a:pt x="182" y="49"/>
                  </a:cubicBezTo>
                  <a:cubicBezTo>
                    <a:pt x="149" y="33"/>
                    <a:pt x="101" y="33"/>
                    <a:pt x="65" y="16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2399720" y="783571"/>
              <a:ext cx="78367" cy="23838"/>
            </a:xfrm>
            <a:custGeom>
              <a:avLst/>
              <a:gdLst/>
              <a:ahLst/>
              <a:cxnLst/>
              <a:rect l="l" t="t" r="r" b="b"/>
              <a:pathLst>
                <a:path w="789" h="240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cubicBezTo>
                    <a:pt x="82" y="37"/>
                    <a:pt x="118" y="53"/>
                    <a:pt x="150" y="53"/>
                  </a:cubicBezTo>
                  <a:cubicBezTo>
                    <a:pt x="219" y="70"/>
                    <a:pt x="268" y="86"/>
                    <a:pt x="320" y="102"/>
                  </a:cubicBezTo>
                  <a:cubicBezTo>
                    <a:pt x="385" y="138"/>
                    <a:pt x="453" y="154"/>
                    <a:pt x="506" y="171"/>
                  </a:cubicBezTo>
                  <a:cubicBezTo>
                    <a:pt x="554" y="187"/>
                    <a:pt x="607" y="187"/>
                    <a:pt x="655" y="203"/>
                  </a:cubicBezTo>
                  <a:cubicBezTo>
                    <a:pt x="672" y="219"/>
                    <a:pt x="672" y="219"/>
                    <a:pt x="688" y="219"/>
                  </a:cubicBezTo>
                  <a:cubicBezTo>
                    <a:pt x="724" y="239"/>
                    <a:pt x="740" y="239"/>
                    <a:pt x="772" y="239"/>
                  </a:cubicBezTo>
                  <a:lnTo>
                    <a:pt x="789" y="239"/>
                  </a:lnTo>
                  <a:lnTo>
                    <a:pt x="789" y="219"/>
                  </a:lnTo>
                  <a:cubicBezTo>
                    <a:pt x="779" y="225"/>
                    <a:pt x="769" y="227"/>
                    <a:pt x="760" y="227"/>
                  </a:cubicBezTo>
                  <a:cubicBezTo>
                    <a:pt x="737" y="227"/>
                    <a:pt x="713" y="214"/>
                    <a:pt x="688" y="203"/>
                  </a:cubicBezTo>
                  <a:lnTo>
                    <a:pt x="672" y="203"/>
                  </a:lnTo>
                  <a:cubicBezTo>
                    <a:pt x="623" y="187"/>
                    <a:pt x="571" y="171"/>
                    <a:pt x="522" y="154"/>
                  </a:cubicBezTo>
                  <a:cubicBezTo>
                    <a:pt x="453" y="138"/>
                    <a:pt x="385" y="118"/>
                    <a:pt x="336" y="102"/>
                  </a:cubicBezTo>
                  <a:cubicBezTo>
                    <a:pt x="268" y="86"/>
                    <a:pt x="219" y="70"/>
                    <a:pt x="167" y="53"/>
                  </a:cubicBezTo>
                  <a:cubicBezTo>
                    <a:pt x="118" y="37"/>
                    <a:pt x="82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2496463" y="606673"/>
              <a:ext cx="10131" cy="3278"/>
            </a:xfrm>
            <a:custGeom>
              <a:avLst/>
              <a:gdLst/>
              <a:ahLst/>
              <a:cxnLst/>
              <a:rect l="l" t="t" r="r" b="b"/>
              <a:pathLst>
                <a:path w="102" h="33" extrusionOk="0">
                  <a:moveTo>
                    <a:pt x="0" y="0"/>
                  </a:moveTo>
                  <a:lnTo>
                    <a:pt x="0" y="17"/>
                  </a:lnTo>
                  <a:cubicBezTo>
                    <a:pt x="17" y="17"/>
                    <a:pt x="37" y="17"/>
                    <a:pt x="53" y="33"/>
                  </a:cubicBezTo>
                  <a:lnTo>
                    <a:pt x="101" y="33"/>
                  </a:lnTo>
                  <a:cubicBezTo>
                    <a:pt x="85" y="33"/>
                    <a:pt x="69" y="17"/>
                    <a:pt x="53" y="17"/>
                  </a:cubicBezTo>
                  <a:cubicBezTo>
                    <a:pt x="37" y="17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9"/>
            <p:cNvSpPr/>
            <p:nvPr/>
          </p:nvSpPr>
          <p:spPr>
            <a:xfrm>
              <a:off x="1682296" y="460963"/>
              <a:ext cx="57112" cy="43504"/>
            </a:xfrm>
            <a:custGeom>
              <a:avLst/>
              <a:gdLst/>
              <a:ahLst/>
              <a:cxnLst/>
              <a:rect l="l" t="t" r="r" b="b"/>
              <a:pathLst>
                <a:path w="575" h="438" extrusionOk="0">
                  <a:moveTo>
                    <a:pt x="575" y="1"/>
                  </a:moveTo>
                  <a:cubicBezTo>
                    <a:pt x="558" y="1"/>
                    <a:pt x="538" y="17"/>
                    <a:pt x="522" y="17"/>
                  </a:cubicBezTo>
                  <a:cubicBezTo>
                    <a:pt x="373" y="134"/>
                    <a:pt x="219" y="255"/>
                    <a:pt x="102" y="356"/>
                  </a:cubicBezTo>
                  <a:cubicBezTo>
                    <a:pt x="235" y="255"/>
                    <a:pt x="389" y="154"/>
                    <a:pt x="522" y="33"/>
                  </a:cubicBezTo>
                  <a:cubicBezTo>
                    <a:pt x="538" y="17"/>
                    <a:pt x="558" y="17"/>
                    <a:pt x="575" y="17"/>
                  </a:cubicBezTo>
                  <a:lnTo>
                    <a:pt x="575" y="1"/>
                  </a:lnTo>
                  <a:close/>
                  <a:moveTo>
                    <a:pt x="102" y="356"/>
                  </a:moveTo>
                  <a:cubicBezTo>
                    <a:pt x="70" y="373"/>
                    <a:pt x="33" y="405"/>
                    <a:pt x="1" y="437"/>
                  </a:cubicBezTo>
                  <a:cubicBezTo>
                    <a:pt x="33" y="421"/>
                    <a:pt x="70" y="389"/>
                    <a:pt x="102" y="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1679117" y="531186"/>
              <a:ext cx="58701" cy="43504"/>
            </a:xfrm>
            <a:custGeom>
              <a:avLst/>
              <a:gdLst/>
              <a:ahLst/>
              <a:cxnLst/>
              <a:rect l="l" t="t" r="r" b="b"/>
              <a:pathLst>
                <a:path w="591" h="438" extrusionOk="0">
                  <a:moveTo>
                    <a:pt x="590" y="1"/>
                  </a:moveTo>
                  <a:cubicBezTo>
                    <a:pt x="570" y="1"/>
                    <a:pt x="538" y="17"/>
                    <a:pt x="522" y="33"/>
                  </a:cubicBezTo>
                  <a:lnTo>
                    <a:pt x="522" y="53"/>
                  </a:lnTo>
                  <a:lnTo>
                    <a:pt x="538" y="53"/>
                  </a:lnTo>
                  <a:cubicBezTo>
                    <a:pt x="554" y="33"/>
                    <a:pt x="570" y="17"/>
                    <a:pt x="590" y="17"/>
                  </a:cubicBezTo>
                  <a:lnTo>
                    <a:pt x="590" y="1"/>
                  </a:lnTo>
                  <a:close/>
                  <a:moveTo>
                    <a:pt x="522" y="53"/>
                  </a:moveTo>
                  <a:lnTo>
                    <a:pt x="522" y="53"/>
                  </a:lnTo>
                  <a:cubicBezTo>
                    <a:pt x="421" y="118"/>
                    <a:pt x="336" y="187"/>
                    <a:pt x="235" y="255"/>
                  </a:cubicBezTo>
                  <a:cubicBezTo>
                    <a:pt x="203" y="272"/>
                    <a:pt x="150" y="304"/>
                    <a:pt x="118" y="336"/>
                  </a:cubicBezTo>
                  <a:cubicBezTo>
                    <a:pt x="86" y="356"/>
                    <a:pt x="65" y="373"/>
                    <a:pt x="33" y="389"/>
                  </a:cubicBezTo>
                  <a:lnTo>
                    <a:pt x="1" y="421"/>
                  </a:lnTo>
                  <a:lnTo>
                    <a:pt x="1" y="437"/>
                  </a:lnTo>
                  <a:lnTo>
                    <a:pt x="17" y="437"/>
                  </a:lnTo>
                  <a:lnTo>
                    <a:pt x="49" y="405"/>
                  </a:lnTo>
                  <a:cubicBezTo>
                    <a:pt x="65" y="389"/>
                    <a:pt x="102" y="373"/>
                    <a:pt x="134" y="356"/>
                  </a:cubicBezTo>
                  <a:cubicBezTo>
                    <a:pt x="166" y="320"/>
                    <a:pt x="203" y="288"/>
                    <a:pt x="251" y="255"/>
                  </a:cubicBezTo>
                  <a:cubicBezTo>
                    <a:pt x="336" y="187"/>
                    <a:pt x="437" y="118"/>
                    <a:pt x="522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2240899" y="327371"/>
              <a:ext cx="10131" cy="8542"/>
            </a:xfrm>
            <a:custGeom>
              <a:avLst/>
              <a:gdLst/>
              <a:ahLst/>
              <a:cxnLst/>
              <a:rect l="l" t="t" r="r" b="b"/>
              <a:pathLst>
                <a:path w="102" h="86" extrusionOk="0">
                  <a:moveTo>
                    <a:pt x="85" y="1"/>
                  </a:moveTo>
                  <a:cubicBezTo>
                    <a:pt x="85" y="17"/>
                    <a:pt x="65" y="33"/>
                    <a:pt x="49" y="33"/>
                  </a:cubicBezTo>
                  <a:cubicBezTo>
                    <a:pt x="33" y="33"/>
                    <a:pt x="33" y="49"/>
                    <a:pt x="16" y="65"/>
                  </a:cubicBezTo>
                  <a:lnTo>
                    <a:pt x="0" y="86"/>
                  </a:lnTo>
                  <a:lnTo>
                    <a:pt x="16" y="86"/>
                  </a:lnTo>
                  <a:cubicBezTo>
                    <a:pt x="16" y="86"/>
                    <a:pt x="33" y="86"/>
                    <a:pt x="33" y="65"/>
                  </a:cubicBezTo>
                  <a:cubicBezTo>
                    <a:pt x="33" y="65"/>
                    <a:pt x="49" y="49"/>
                    <a:pt x="65" y="49"/>
                  </a:cubicBezTo>
                  <a:cubicBezTo>
                    <a:pt x="85" y="33"/>
                    <a:pt x="101" y="17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1669085" y="569724"/>
              <a:ext cx="68733" cy="47080"/>
            </a:xfrm>
            <a:custGeom>
              <a:avLst/>
              <a:gdLst/>
              <a:ahLst/>
              <a:cxnLst/>
              <a:rect l="l" t="t" r="r" b="b"/>
              <a:pathLst>
                <a:path w="692" h="474" extrusionOk="0">
                  <a:moveTo>
                    <a:pt x="691" y="1"/>
                  </a:moveTo>
                  <a:cubicBezTo>
                    <a:pt x="655" y="1"/>
                    <a:pt x="639" y="17"/>
                    <a:pt x="623" y="33"/>
                  </a:cubicBezTo>
                  <a:lnTo>
                    <a:pt x="607" y="49"/>
                  </a:lnTo>
                  <a:cubicBezTo>
                    <a:pt x="489" y="134"/>
                    <a:pt x="368" y="219"/>
                    <a:pt x="251" y="304"/>
                  </a:cubicBezTo>
                  <a:cubicBezTo>
                    <a:pt x="203" y="352"/>
                    <a:pt x="150" y="389"/>
                    <a:pt x="102" y="421"/>
                  </a:cubicBezTo>
                  <a:cubicBezTo>
                    <a:pt x="86" y="421"/>
                    <a:pt x="86" y="421"/>
                    <a:pt x="86" y="437"/>
                  </a:cubicBezTo>
                  <a:lnTo>
                    <a:pt x="102" y="437"/>
                  </a:lnTo>
                  <a:cubicBezTo>
                    <a:pt x="150" y="389"/>
                    <a:pt x="203" y="352"/>
                    <a:pt x="251" y="320"/>
                  </a:cubicBezTo>
                  <a:cubicBezTo>
                    <a:pt x="368" y="235"/>
                    <a:pt x="489" y="134"/>
                    <a:pt x="623" y="49"/>
                  </a:cubicBezTo>
                  <a:cubicBezTo>
                    <a:pt x="639" y="33"/>
                    <a:pt x="655" y="17"/>
                    <a:pt x="671" y="17"/>
                  </a:cubicBezTo>
                  <a:lnTo>
                    <a:pt x="691" y="17"/>
                  </a:lnTo>
                  <a:lnTo>
                    <a:pt x="691" y="1"/>
                  </a:lnTo>
                  <a:close/>
                  <a:moveTo>
                    <a:pt x="86" y="437"/>
                  </a:moveTo>
                  <a:cubicBezTo>
                    <a:pt x="65" y="437"/>
                    <a:pt x="49" y="453"/>
                    <a:pt x="49" y="453"/>
                  </a:cubicBezTo>
                  <a:lnTo>
                    <a:pt x="17" y="453"/>
                  </a:lnTo>
                  <a:lnTo>
                    <a:pt x="1" y="473"/>
                  </a:lnTo>
                  <a:lnTo>
                    <a:pt x="49" y="473"/>
                  </a:lnTo>
                  <a:cubicBezTo>
                    <a:pt x="65" y="453"/>
                    <a:pt x="65" y="453"/>
                    <a:pt x="86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2341218" y="611441"/>
              <a:ext cx="8443" cy="3377"/>
            </a:xfrm>
            <a:custGeom>
              <a:avLst/>
              <a:gdLst/>
              <a:ahLst/>
              <a:cxnLst/>
              <a:rect l="l" t="t" r="r" b="b"/>
              <a:pathLst>
                <a:path w="85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2516526" y="708581"/>
              <a:ext cx="10131" cy="4867"/>
            </a:xfrm>
            <a:custGeom>
              <a:avLst/>
              <a:gdLst/>
              <a:ahLst/>
              <a:cxnLst/>
              <a:rect l="l" t="t" r="r" b="b"/>
              <a:pathLst>
                <a:path w="102" h="49" extrusionOk="0">
                  <a:moveTo>
                    <a:pt x="17" y="0"/>
                  </a:moveTo>
                  <a:lnTo>
                    <a:pt x="0" y="17"/>
                  </a:lnTo>
                  <a:lnTo>
                    <a:pt x="17" y="17"/>
                  </a:lnTo>
                  <a:lnTo>
                    <a:pt x="101" y="49"/>
                  </a:lnTo>
                  <a:lnTo>
                    <a:pt x="101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2281027" y="489470"/>
              <a:ext cx="13310" cy="4966"/>
            </a:xfrm>
            <a:custGeom>
              <a:avLst/>
              <a:gdLst/>
              <a:ahLst/>
              <a:cxnLst/>
              <a:rect l="l" t="t" r="r" b="b"/>
              <a:pathLst>
                <a:path w="134" h="50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32" y="17"/>
                    <a:pt x="49" y="33"/>
                    <a:pt x="85" y="33"/>
                  </a:cubicBezTo>
                  <a:cubicBezTo>
                    <a:pt x="65" y="17"/>
                    <a:pt x="32" y="1"/>
                    <a:pt x="16" y="1"/>
                  </a:cubicBezTo>
                  <a:close/>
                  <a:moveTo>
                    <a:pt x="85" y="33"/>
                  </a:moveTo>
                  <a:cubicBezTo>
                    <a:pt x="101" y="49"/>
                    <a:pt x="117" y="49"/>
                    <a:pt x="133" y="49"/>
                  </a:cubicBezTo>
                  <a:cubicBezTo>
                    <a:pt x="117" y="33"/>
                    <a:pt x="101" y="33"/>
                    <a:pt x="85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2329497" y="974176"/>
              <a:ext cx="1788" cy="8542"/>
            </a:xfrm>
            <a:custGeom>
              <a:avLst/>
              <a:gdLst/>
              <a:ahLst/>
              <a:cxnLst/>
              <a:rect l="l" t="t" r="r" b="b"/>
              <a:pathLst>
                <a:path w="18" h="86" extrusionOk="0">
                  <a:moveTo>
                    <a:pt x="17" y="1"/>
                  </a:moveTo>
                  <a:cubicBezTo>
                    <a:pt x="1" y="17"/>
                    <a:pt x="1" y="53"/>
                    <a:pt x="1" y="69"/>
                  </a:cubicBezTo>
                  <a:lnTo>
                    <a:pt x="17" y="86"/>
                  </a:lnTo>
                  <a:lnTo>
                    <a:pt x="17" y="69"/>
                  </a:lnTo>
                  <a:lnTo>
                    <a:pt x="17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2145349" y="698549"/>
              <a:ext cx="5364" cy="8542"/>
            </a:xfrm>
            <a:custGeom>
              <a:avLst/>
              <a:gdLst/>
              <a:ahLst/>
              <a:cxnLst/>
              <a:rect l="l" t="t" r="r" b="b"/>
              <a:pathLst>
                <a:path w="54" h="86" extrusionOk="0">
                  <a:moveTo>
                    <a:pt x="53" y="0"/>
                  </a:moveTo>
                  <a:lnTo>
                    <a:pt x="53" y="0"/>
                  </a:lnTo>
                  <a:cubicBezTo>
                    <a:pt x="1" y="17"/>
                    <a:pt x="17" y="49"/>
                    <a:pt x="17" y="85"/>
                  </a:cubicBezTo>
                  <a:lnTo>
                    <a:pt x="37" y="85"/>
                  </a:lnTo>
                  <a:cubicBezTo>
                    <a:pt x="17" y="49"/>
                    <a:pt x="17" y="1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2299501" y="611441"/>
              <a:ext cx="10032" cy="3377"/>
            </a:xfrm>
            <a:custGeom>
              <a:avLst/>
              <a:gdLst/>
              <a:ahLst/>
              <a:cxnLst/>
              <a:rect l="l" t="t" r="r" b="b"/>
              <a:pathLst>
                <a:path w="101" h="34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2" y="17"/>
                    <a:pt x="48" y="33"/>
                  </a:cubicBezTo>
                  <a:lnTo>
                    <a:pt x="101" y="33"/>
                  </a:lnTo>
                  <a:cubicBezTo>
                    <a:pt x="81" y="33"/>
                    <a:pt x="65" y="17"/>
                    <a:pt x="48" y="17"/>
                  </a:cubicBezTo>
                  <a:cubicBezTo>
                    <a:pt x="32" y="17"/>
                    <a:pt x="32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2498052" y="690106"/>
              <a:ext cx="37048" cy="11720"/>
            </a:xfrm>
            <a:custGeom>
              <a:avLst/>
              <a:gdLst/>
              <a:ahLst/>
              <a:cxnLst/>
              <a:rect l="l" t="t" r="r" b="b"/>
              <a:pathLst>
                <a:path w="373" h="118" extrusionOk="0">
                  <a:moveTo>
                    <a:pt x="1" y="1"/>
                  </a:moveTo>
                  <a:lnTo>
                    <a:pt x="1" y="17"/>
                  </a:lnTo>
                  <a:lnTo>
                    <a:pt x="21" y="17"/>
                  </a:lnTo>
                  <a:lnTo>
                    <a:pt x="21" y="1"/>
                  </a:lnTo>
                  <a:close/>
                  <a:moveTo>
                    <a:pt x="21" y="17"/>
                  </a:moveTo>
                  <a:cubicBezTo>
                    <a:pt x="102" y="49"/>
                    <a:pt x="154" y="69"/>
                    <a:pt x="223" y="85"/>
                  </a:cubicBezTo>
                  <a:cubicBezTo>
                    <a:pt x="255" y="85"/>
                    <a:pt x="287" y="102"/>
                    <a:pt x="324" y="118"/>
                  </a:cubicBezTo>
                  <a:lnTo>
                    <a:pt x="372" y="118"/>
                  </a:lnTo>
                  <a:lnTo>
                    <a:pt x="372" y="102"/>
                  </a:lnTo>
                  <a:lnTo>
                    <a:pt x="324" y="102"/>
                  </a:lnTo>
                  <a:cubicBezTo>
                    <a:pt x="287" y="85"/>
                    <a:pt x="255" y="85"/>
                    <a:pt x="223" y="69"/>
                  </a:cubicBezTo>
                  <a:cubicBezTo>
                    <a:pt x="170" y="49"/>
                    <a:pt x="102" y="33"/>
                    <a:pt x="21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1679117" y="472684"/>
              <a:ext cx="11720" cy="10131"/>
            </a:xfrm>
            <a:custGeom>
              <a:avLst/>
              <a:gdLst/>
              <a:ahLst/>
              <a:cxnLst/>
              <a:rect l="l" t="t" r="r" b="b"/>
              <a:pathLst>
                <a:path w="118" h="102" extrusionOk="0">
                  <a:moveTo>
                    <a:pt x="118" y="0"/>
                  </a:moveTo>
                  <a:lnTo>
                    <a:pt x="1" y="85"/>
                  </a:lnTo>
                  <a:lnTo>
                    <a:pt x="1" y="101"/>
                  </a:lnTo>
                  <a:lnTo>
                    <a:pt x="118" y="16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1720834" y="907628"/>
              <a:ext cx="4966" cy="80354"/>
            </a:xfrm>
            <a:custGeom>
              <a:avLst/>
              <a:gdLst/>
              <a:ahLst/>
              <a:cxnLst/>
              <a:rect l="l" t="t" r="r" b="b"/>
              <a:pathLst>
                <a:path w="50" h="809" extrusionOk="0">
                  <a:moveTo>
                    <a:pt x="33" y="0"/>
                  </a:moveTo>
                  <a:lnTo>
                    <a:pt x="33" y="16"/>
                  </a:lnTo>
                  <a:lnTo>
                    <a:pt x="33" y="81"/>
                  </a:lnTo>
                  <a:lnTo>
                    <a:pt x="33" y="133"/>
                  </a:lnTo>
                  <a:lnTo>
                    <a:pt x="33" y="267"/>
                  </a:lnTo>
                  <a:cubicBezTo>
                    <a:pt x="17" y="319"/>
                    <a:pt x="17" y="368"/>
                    <a:pt x="17" y="420"/>
                  </a:cubicBezTo>
                  <a:lnTo>
                    <a:pt x="17" y="521"/>
                  </a:lnTo>
                  <a:lnTo>
                    <a:pt x="17" y="687"/>
                  </a:lnTo>
                  <a:cubicBezTo>
                    <a:pt x="33" y="638"/>
                    <a:pt x="33" y="586"/>
                    <a:pt x="33" y="521"/>
                  </a:cubicBezTo>
                  <a:lnTo>
                    <a:pt x="33" y="420"/>
                  </a:lnTo>
                  <a:lnTo>
                    <a:pt x="33" y="283"/>
                  </a:lnTo>
                  <a:cubicBezTo>
                    <a:pt x="49" y="234"/>
                    <a:pt x="49" y="182"/>
                    <a:pt x="49" y="133"/>
                  </a:cubicBezTo>
                  <a:lnTo>
                    <a:pt x="49" y="81"/>
                  </a:lnTo>
                  <a:cubicBezTo>
                    <a:pt x="49" y="49"/>
                    <a:pt x="49" y="32"/>
                    <a:pt x="33" y="0"/>
                  </a:cubicBezTo>
                  <a:close/>
                  <a:moveTo>
                    <a:pt x="17" y="687"/>
                  </a:moveTo>
                  <a:cubicBezTo>
                    <a:pt x="17" y="723"/>
                    <a:pt x="17" y="739"/>
                    <a:pt x="1" y="772"/>
                  </a:cubicBezTo>
                  <a:lnTo>
                    <a:pt x="1" y="788"/>
                  </a:lnTo>
                  <a:lnTo>
                    <a:pt x="1" y="808"/>
                  </a:lnTo>
                  <a:lnTo>
                    <a:pt x="17" y="808"/>
                  </a:lnTo>
                  <a:lnTo>
                    <a:pt x="17" y="788"/>
                  </a:lnTo>
                  <a:lnTo>
                    <a:pt x="17" y="772"/>
                  </a:lnTo>
                  <a:lnTo>
                    <a:pt x="17" y="6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2707131" y="532875"/>
              <a:ext cx="10131" cy="5264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0" y="0"/>
                  </a:moveTo>
                  <a:lnTo>
                    <a:pt x="0" y="16"/>
                  </a:lnTo>
                  <a:lnTo>
                    <a:pt x="85" y="53"/>
                  </a:lnTo>
                  <a:lnTo>
                    <a:pt x="101" y="53"/>
                  </a:lnTo>
                  <a:lnTo>
                    <a:pt x="101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2230868" y="977851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0"/>
                  </a:moveTo>
                  <a:cubicBezTo>
                    <a:pt x="0" y="0"/>
                    <a:pt x="16" y="16"/>
                    <a:pt x="33" y="16"/>
                  </a:cubicBezTo>
                  <a:cubicBezTo>
                    <a:pt x="33" y="16"/>
                    <a:pt x="49" y="32"/>
                    <a:pt x="65" y="32"/>
                  </a:cubicBezTo>
                  <a:lnTo>
                    <a:pt x="85" y="32"/>
                  </a:lnTo>
                  <a:lnTo>
                    <a:pt x="85" y="16"/>
                  </a:lnTo>
                  <a:cubicBezTo>
                    <a:pt x="65" y="16"/>
                    <a:pt x="49" y="0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1672363" y="476259"/>
              <a:ext cx="5264" cy="21752"/>
            </a:xfrm>
            <a:custGeom>
              <a:avLst/>
              <a:gdLst/>
              <a:ahLst/>
              <a:cxnLst/>
              <a:rect l="l" t="t" r="r" b="b"/>
              <a:pathLst>
                <a:path w="53" h="219" extrusionOk="0">
                  <a:moveTo>
                    <a:pt x="53" y="0"/>
                  </a:moveTo>
                  <a:cubicBezTo>
                    <a:pt x="16" y="0"/>
                    <a:pt x="16" y="33"/>
                    <a:pt x="16" y="49"/>
                  </a:cubicBezTo>
                  <a:lnTo>
                    <a:pt x="16" y="65"/>
                  </a:lnTo>
                  <a:lnTo>
                    <a:pt x="16" y="101"/>
                  </a:lnTo>
                  <a:cubicBezTo>
                    <a:pt x="16" y="81"/>
                    <a:pt x="16" y="65"/>
                    <a:pt x="32" y="65"/>
                  </a:cubicBezTo>
                  <a:lnTo>
                    <a:pt x="32" y="49"/>
                  </a:lnTo>
                  <a:cubicBezTo>
                    <a:pt x="16" y="33"/>
                    <a:pt x="32" y="17"/>
                    <a:pt x="53" y="17"/>
                  </a:cubicBezTo>
                  <a:lnTo>
                    <a:pt x="53" y="0"/>
                  </a:lnTo>
                  <a:close/>
                  <a:moveTo>
                    <a:pt x="16" y="166"/>
                  </a:moveTo>
                  <a:cubicBezTo>
                    <a:pt x="0" y="182"/>
                    <a:pt x="0" y="202"/>
                    <a:pt x="16" y="219"/>
                  </a:cubicBezTo>
                  <a:lnTo>
                    <a:pt x="16" y="202"/>
                  </a:lnTo>
                  <a:lnTo>
                    <a:pt x="16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2291059" y="583034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cubicBezTo>
                    <a:pt x="16" y="0"/>
                    <a:pt x="32" y="16"/>
                    <a:pt x="49" y="16"/>
                  </a:cubicBezTo>
                  <a:cubicBezTo>
                    <a:pt x="65" y="16"/>
                    <a:pt x="85" y="36"/>
                    <a:pt x="101" y="36"/>
                  </a:cubicBezTo>
                  <a:lnTo>
                    <a:pt x="101" y="16"/>
                  </a:lnTo>
                  <a:cubicBezTo>
                    <a:pt x="85" y="16"/>
                    <a:pt x="65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2356017" y="616705"/>
              <a:ext cx="8542" cy="4867"/>
            </a:xfrm>
            <a:custGeom>
              <a:avLst/>
              <a:gdLst/>
              <a:ahLst/>
              <a:cxnLst/>
              <a:rect l="l" t="t" r="r" b="b"/>
              <a:pathLst>
                <a:path w="86" h="49" extrusionOk="0">
                  <a:moveTo>
                    <a:pt x="1" y="0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2289469" y="373955"/>
              <a:ext cx="10032" cy="5264"/>
            </a:xfrm>
            <a:custGeom>
              <a:avLst/>
              <a:gdLst/>
              <a:ahLst/>
              <a:cxnLst/>
              <a:rect l="l" t="t" r="r" b="b"/>
              <a:pathLst>
                <a:path w="101" h="53" extrusionOk="0">
                  <a:moveTo>
                    <a:pt x="0" y="0"/>
                  </a:moveTo>
                  <a:lnTo>
                    <a:pt x="0" y="21"/>
                  </a:lnTo>
                  <a:cubicBezTo>
                    <a:pt x="16" y="21"/>
                    <a:pt x="48" y="37"/>
                    <a:pt x="65" y="37"/>
                  </a:cubicBezTo>
                  <a:cubicBezTo>
                    <a:pt x="48" y="21"/>
                    <a:pt x="32" y="21"/>
                    <a:pt x="0" y="0"/>
                  </a:cubicBezTo>
                  <a:close/>
                  <a:moveTo>
                    <a:pt x="65" y="37"/>
                  </a:moveTo>
                  <a:lnTo>
                    <a:pt x="81" y="53"/>
                  </a:lnTo>
                  <a:lnTo>
                    <a:pt x="101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2275762" y="638358"/>
              <a:ext cx="3774" cy="14899"/>
            </a:xfrm>
            <a:custGeom>
              <a:avLst/>
              <a:gdLst/>
              <a:ahLst/>
              <a:cxnLst/>
              <a:rect l="l" t="t" r="r" b="b"/>
              <a:pathLst>
                <a:path w="38" h="150" extrusionOk="0">
                  <a:moveTo>
                    <a:pt x="37" y="1"/>
                  </a:moveTo>
                  <a:lnTo>
                    <a:pt x="17" y="17"/>
                  </a:lnTo>
                  <a:lnTo>
                    <a:pt x="37" y="17"/>
                  </a:lnTo>
                  <a:lnTo>
                    <a:pt x="37" y="1"/>
                  </a:lnTo>
                  <a:close/>
                  <a:moveTo>
                    <a:pt x="17" y="65"/>
                  </a:moveTo>
                  <a:cubicBezTo>
                    <a:pt x="17" y="85"/>
                    <a:pt x="1" y="118"/>
                    <a:pt x="17" y="134"/>
                  </a:cubicBezTo>
                  <a:lnTo>
                    <a:pt x="37" y="150"/>
                  </a:lnTo>
                  <a:lnTo>
                    <a:pt x="37" y="134"/>
                  </a:lnTo>
                  <a:cubicBezTo>
                    <a:pt x="17" y="118"/>
                    <a:pt x="17" y="85"/>
                    <a:pt x="17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2520102" y="690106"/>
              <a:ext cx="35062" cy="11720"/>
            </a:xfrm>
            <a:custGeom>
              <a:avLst/>
              <a:gdLst/>
              <a:ahLst/>
              <a:cxnLst/>
              <a:rect l="l" t="t" r="r" b="b"/>
              <a:pathLst>
                <a:path w="353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17" y="17"/>
                    <a:pt x="17" y="17"/>
                    <a:pt x="33" y="33"/>
                  </a:cubicBezTo>
                  <a:cubicBezTo>
                    <a:pt x="49" y="33"/>
                    <a:pt x="65" y="33"/>
                    <a:pt x="102" y="49"/>
                  </a:cubicBezTo>
                  <a:cubicBezTo>
                    <a:pt x="150" y="69"/>
                    <a:pt x="219" y="85"/>
                    <a:pt x="284" y="102"/>
                  </a:cubicBezTo>
                  <a:lnTo>
                    <a:pt x="352" y="118"/>
                  </a:lnTo>
                  <a:lnTo>
                    <a:pt x="352" y="102"/>
                  </a:lnTo>
                  <a:lnTo>
                    <a:pt x="284" y="85"/>
                  </a:lnTo>
                  <a:cubicBezTo>
                    <a:pt x="219" y="69"/>
                    <a:pt x="166" y="49"/>
                    <a:pt x="102" y="33"/>
                  </a:cubicBezTo>
                  <a:cubicBezTo>
                    <a:pt x="82" y="33"/>
                    <a:pt x="49" y="17"/>
                    <a:pt x="33" y="17"/>
                  </a:cubicBezTo>
                  <a:cubicBezTo>
                    <a:pt x="33" y="17"/>
                    <a:pt x="1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2354428" y="522843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7" y="16"/>
                  </a:lnTo>
                  <a:lnTo>
                    <a:pt x="33" y="16"/>
                  </a:lnTo>
                  <a:cubicBezTo>
                    <a:pt x="53" y="36"/>
                    <a:pt x="85" y="36"/>
                    <a:pt x="101" y="36"/>
                  </a:cubicBezTo>
                  <a:lnTo>
                    <a:pt x="101" y="16"/>
                  </a:lnTo>
                  <a:lnTo>
                    <a:pt x="53" y="16"/>
                  </a:lnTo>
                  <a:cubicBezTo>
                    <a:pt x="33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1672363" y="654846"/>
              <a:ext cx="63469" cy="42213"/>
            </a:xfrm>
            <a:custGeom>
              <a:avLst/>
              <a:gdLst/>
              <a:ahLst/>
              <a:cxnLst/>
              <a:rect l="l" t="t" r="r" b="b"/>
              <a:pathLst>
                <a:path w="639" h="425" extrusionOk="0">
                  <a:moveTo>
                    <a:pt x="622" y="0"/>
                  </a:moveTo>
                  <a:cubicBezTo>
                    <a:pt x="590" y="20"/>
                    <a:pt x="557" y="37"/>
                    <a:pt x="537" y="53"/>
                  </a:cubicBezTo>
                  <a:cubicBezTo>
                    <a:pt x="521" y="69"/>
                    <a:pt x="505" y="69"/>
                    <a:pt x="505" y="69"/>
                  </a:cubicBezTo>
                  <a:cubicBezTo>
                    <a:pt x="420" y="137"/>
                    <a:pt x="335" y="186"/>
                    <a:pt x="254" y="238"/>
                  </a:cubicBezTo>
                  <a:lnTo>
                    <a:pt x="170" y="287"/>
                  </a:lnTo>
                  <a:cubicBezTo>
                    <a:pt x="133" y="323"/>
                    <a:pt x="101" y="339"/>
                    <a:pt x="69" y="372"/>
                  </a:cubicBezTo>
                  <a:cubicBezTo>
                    <a:pt x="101" y="356"/>
                    <a:pt x="154" y="323"/>
                    <a:pt x="186" y="303"/>
                  </a:cubicBezTo>
                  <a:lnTo>
                    <a:pt x="254" y="255"/>
                  </a:lnTo>
                  <a:cubicBezTo>
                    <a:pt x="335" y="202"/>
                    <a:pt x="420" y="137"/>
                    <a:pt x="505" y="85"/>
                  </a:cubicBezTo>
                  <a:cubicBezTo>
                    <a:pt x="521" y="85"/>
                    <a:pt x="537" y="69"/>
                    <a:pt x="537" y="69"/>
                  </a:cubicBezTo>
                  <a:cubicBezTo>
                    <a:pt x="574" y="53"/>
                    <a:pt x="590" y="20"/>
                    <a:pt x="622" y="20"/>
                  </a:cubicBezTo>
                  <a:lnTo>
                    <a:pt x="638" y="20"/>
                  </a:lnTo>
                  <a:lnTo>
                    <a:pt x="622" y="0"/>
                  </a:lnTo>
                  <a:close/>
                  <a:moveTo>
                    <a:pt x="69" y="372"/>
                  </a:move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69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1675542" y="689411"/>
              <a:ext cx="58701" cy="35757"/>
            </a:xfrm>
            <a:custGeom>
              <a:avLst/>
              <a:gdLst/>
              <a:ahLst/>
              <a:cxnLst/>
              <a:rect l="l" t="t" r="r" b="b"/>
              <a:pathLst>
                <a:path w="591" h="360" extrusionOk="0">
                  <a:moveTo>
                    <a:pt x="576" y="1"/>
                  </a:moveTo>
                  <a:cubicBezTo>
                    <a:pt x="564" y="1"/>
                    <a:pt x="553" y="12"/>
                    <a:pt x="542" y="24"/>
                  </a:cubicBezTo>
                  <a:cubicBezTo>
                    <a:pt x="558" y="24"/>
                    <a:pt x="574" y="8"/>
                    <a:pt x="590" y="8"/>
                  </a:cubicBezTo>
                  <a:cubicBezTo>
                    <a:pt x="585" y="3"/>
                    <a:pt x="581" y="1"/>
                    <a:pt x="576" y="1"/>
                  </a:cubicBezTo>
                  <a:close/>
                  <a:moveTo>
                    <a:pt x="542" y="24"/>
                  </a:moveTo>
                  <a:cubicBezTo>
                    <a:pt x="424" y="92"/>
                    <a:pt x="303" y="157"/>
                    <a:pt x="202" y="226"/>
                  </a:cubicBezTo>
                  <a:cubicBezTo>
                    <a:pt x="154" y="258"/>
                    <a:pt x="101" y="294"/>
                    <a:pt x="53" y="327"/>
                  </a:cubicBezTo>
                  <a:cubicBezTo>
                    <a:pt x="37" y="327"/>
                    <a:pt x="37" y="343"/>
                    <a:pt x="21" y="343"/>
                  </a:cubicBezTo>
                  <a:lnTo>
                    <a:pt x="0" y="343"/>
                  </a:lnTo>
                  <a:lnTo>
                    <a:pt x="0" y="359"/>
                  </a:lnTo>
                  <a:lnTo>
                    <a:pt x="21" y="359"/>
                  </a:lnTo>
                  <a:cubicBezTo>
                    <a:pt x="37" y="343"/>
                    <a:pt x="53" y="343"/>
                    <a:pt x="53" y="343"/>
                  </a:cubicBezTo>
                  <a:cubicBezTo>
                    <a:pt x="101" y="311"/>
                    <a:pt x="154" y="278"/>
                    <a:pt x="202" y="242"/>
                  </a:cubicBezTo>
                  <a:cubicBezTo>
                    <a:pt x="323" y="177"/>
                    <a:pt x="424" y="109"/>
                    <a:pt x="542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2357606" y="781982"/>
              <a:ext cx="8542" cy="3377"/>
            </a:xfrm>
            <a:custGeom>
              <a:avLst/>
              <a:gdLst/>
              <a:ahLst/>
              <a:cxnLst/>
              <a:rect l="l" t="t" r="r" b="b"/>
              <a:pathLst>
                <a:path w="86" h="34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33"/>
                    <a:pt x="37" y="33"/>
                    <a:pt x="69" y="33"/>
                  </a:cubicBezTo>
                  <a:lnTo>
                    <a:pt x="86" y="33"/>
                  </a:lnTo>
                  <a:lnTo>
                    <a:pt x="69" y="17"/>
                  </a:lnTo>
                  <a:cubicBezTo>
                    <a:pt x="53" y="17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2613666" y="486291"/>
              <a:ext cx="11720" cy="66746"/>
            </a:xfrm>
            <a:custGeom>
              <a:avLst/>
              <a:gdLst/>
              <a:ahLst/>
              <a:cxnLst/>
              <a:rect l="l" t="t" r="r" b="b"/>
              <a:pathLst>
                <a:path w="118" h="672" extrusionOk="0">
                  <a:moveTo>
                    <a:pt x="16" y="0"/>
                  </a:moveTo>
                  <a:cubicBezTo>
                    <a:pt x="0" y="17"/>
                    <a:pt x="16" y="49"/>
                    <a:pt x="16" y="65"/>
                  </a:cubicBezTo>
                  <a:lnTo>
                    <a:pt x="16" y="81"/>
                  </a:lnTo>
                  <a:cubicBezTo>
                    <a:pt x="32" y="118"/>
                    <a:pt x="32" y="150"/>
                    <a:pt x="32" y="166"/>
                  </a:cubicBezTo>
                  <a:cubicBezTo>
                    <a:pt x="32" y="202"/>
                    <a:pt x="49" y="235"/>
                    <a:pt x="49" y="283"/>
                  </a:cubicBezTo>
                  <a:cubicBezTo>
                    <a:pt x="49" y="320"/>
                    <a:pt x="69" y="368"/>
                    <a:pt x="69" y="404"/>
                  </a:cubicBezTo>
                  <a:cubicBezTo>
                    <a:pt x="69" y="437"/>
                    <a:pt x="69" y="469"/>
                    <a:pt x="85" y="485"/>
                  </a:cubicBezTo>
                  <a:lnTo>
                    <a:pt x="85" y="404"/>
                  </a:lnTo>
                  <a:cubicBezTo>
                    <a:pt x="69" y="368"/>
                    <a:pt x="69" y="320"/>
                    <a:pt x="69" y="283"/>
                  </a:cubicBezTo>
                  <a:cubicBezTo>
                    <a:pt x="49" y="235"/>
                    <a:pt x="49" y="202"/>
                    <a:pt x="49" y="166"/>
                  </a:cubicBezTo>
                  <a:cubicBezTo>
                    <a:pt x="49" y="134"/>
                    <a:pt x="32" y="118"/>
                    <a:pt x="32" y="81"/>
                  </a:cubicBezTo>
                  <a:lnTo>
                    <a:pt x="32" y="65"/>
                  </a:lnTo>
                  <a:cubicBezTo>
                    <a:pt x="32" y="33"/>
                    <a:pt x="16" y="17"/>
                    <a:pt x="32" y="0"/>
                  </a:cubicBezTo>
                  <a:close/>
                  <a:moveTo>
                    <a:pt x="85" y="485"/>
                  </a:moveTo>
                  <a:lnTo>
                    <a:pt x="85" y="586"/>
                  </a:lnTo>
                  <a:lnTo>
                    <a:pt x="101" y="606"/>
                  </a:lnTo>
                  <a:lnTo>
                    <a:pt x="101" y="586"/>
                  </a:lnTo>
                  <a:cubicBezTo>
                    <a:pt x="101" y="554"/>
                    <a:pt x="101" y="522"/>
                    <a:pt x="85" y="485"/>
                  </a:cubicBezTo>
                  <a:close/>
                  <a:moveTo>
                    <a:pt x="101" y="606"/>
                  </a:moveTo>
                  <a:lnTo>
                    <a:pt x="101" y="655"/>
                  </a:lnTo>
                  <a:lnTo>
                    <a:pt x="117" y="671"/>
                  </a:lnTo>
                  <a:lnTo>
                    <a:pt x="117" y="655"/>
                  </a:lnTo>
                  <a:cubicBezTo>
                    <a:pt x="117" y="639"/>
                    <a:pt x="101" y="623"/>
                    <a:pt x="101" y="6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1665510" y="195368"/>
              <a:ext cx="274534" cy="237287"/>
            </a:xfrm>
            <a:custGeom>
              <a:avLst/>
              <a:gdLst/>
              <a:ahLst/>
              <a:cxnLst/>
              <a:rect l="l" t="t" r="r" b="b"/>
              <a:pathLst>
                <a:path w="2764" h="2389" extrusionOk="0">
                  <a:moveTo>
                    <a:pt x="2763" y="1"/>
                  </a:moveTo>
                  <a:cubicBezTo>
                    <a:pt x="2727" y="1"/>
                    <a:pt x="2695" y="17"/>
                    <a:pt x="2679" y="49"/>
                  </a:cubicBezTo>
                  <a:cubicBezTo>
                    <a:pt x="2711" y="33"/>
                    <a:pt x="2727" y="17"/>
                    <a:pt x="2763" y="17"/>
                  </a:cubicBezTo>
                  <a:lnTo>
                    <a:pt x="2763" y="1"/>
                  </a:lnTo>
                  <a:close/>
                  <a:moveTo>
                    <a:pt x="2662" y="65"/>
                  </a:moveTo>
                  <a:lnTo>
                    <a:pt x="2662" y="65"/>
                  </a:lnTo>
                  <a:cubicBezTo>
                    <a:pt x="2561" y="134"/>
                    <a:pt x="2477" y="219"/>
                    <a:pt x="2392" y="283"/>
                  </a:cubicBezTo>
                  <a:lnTo>
                    <a:pt x="2323" y="336"/>
                  </a:lnTo>
                  <a:cubicBezTo>
                    <a:pt x="2291" y="368"/>
                    <a:pt x="2242" y="405"/>
                    <a:pt x="2206" y="437"/>
                  </a:cubicBezTo>
                  <a:cubicBezTo>
                    <a:pt x="2141" y="506"/>
                    <a:pt x="2073" y="554"/>
                    <a:pt x="2004" y="607"/>
                  </a:cubicBezTo>
                  <a:cubicBezTo>
                    <a:pt x="1939" y="655"/>
                    <a:pt x="1871" y="724"/>
                    <a:pt x="1802" y="772"/>
                  </a:cubicBezTo>
                  <a:cubicBezTo>
                    <a:pt x="1737" y="825"/>
                    <a:pt x="1669" y="889"/>
                    <a:pt x="1600" y="942"/>
                  </a:cubicBezTo>
                  <a:cubicBezTo>
                    <a:pt x="1552" y="990"/>
                    <a:pt x="1515" y="1027"/>
                    <a:pt x="1467" y="1059"/>
                  </a:cubicBezTo>
                  <a:cubicBezTo>
                    <a:pt x="1398" y="1112"/>
                    <a:pt x="1350" y="1160"/>
                    <a:pt x="1281" y="1213"/>
                  </a:cubicBezTo>
                  <a:cubicBezTo>
                    <a:pt x="1232" y="1261"/>
                    <a:pt x="1180" y="1314"/>
                    <a:pt x="1111" y="1346"/>
                  </a:cubicBezTo>
                  <a:cubicBezTo>
                    <a:pt x="1030" y="1431"/>
                    <a:pt x="946" y="1495"/>
                    <a:pt x="861" y="1564"/>
                  </a:cubicBezTo>
                  <a:cubicBezTo>
                    <a:pt x="808" y="1617"/>
                    <a:pt x="760" y="1649"/>
                    <a:pt x="707" y="1697"/>
                  </a:cubicBezTo>
                  <a:cubicBezTo>
                    <a:pt x="675" y="1734"/>
                    <a:pt x="626" y="1766"/>
                    <a:pt x="590" y="1798"/>
                  </a:cubicBezTo>
                  <a:cubicBezTo>
                    <a:pt x="525" y="1851"/>
                    <a:pt x="473" y="1899"/>
                    <a:pt x="404" y="1952"/>
                  </a:cubicBezTo>
                  <a:cubicBezTo>
                    <a:pt x="356" y="1984"/>
                    <a:pt x="303" y="2037"/>
                    <a:pt x="255" y="2085"/>
                  </a:cubicBezTo>
                  <a:cubicBezTo>
                    <a:pt x="323" y="2053"/>
                    <a:pt x="372" y="2000"/>
                    <a:pt x="424" y="1952"/>
                  </a:cubicBezTo>
                  <a:cubicBezTo>
                    <a:pt x="473" y="1899"/>
                    <a:pt x="542" y="1851"/>
                    <a:pt x="590" y="1819"/>
                  </a:cubicBezTo>
                  <a:cubicBezTo>
                    <a:pt x="643" y="1766"/>
                    <a:pt x="675" y="1734"/>
                    <a:pt x="727" y="1697"/>
                  </a:cubicBezTo>
                  <a:cubicBezTo>
                    <a:pt x="776" y="1665"/>
                    <a:pt x="808" y="1617"/>
                    <a:pt x="861" y="1580"/>
                  </a:cubicBezTo>
                  <a:cubicBezTo>
                    <a:pt x="962" y="1516"/>
                    <a:pt x="1047" y="1431"/>
                    <a:pt x="1131" y="1362"/>
                  </a:cubicBezTo>
                  <a:cubicBezTo>
                    <a:pt x="1180" y="1314"/>
                    <a:pt x="1232" y="1277"/>
                    <a:pt x="1297" y="1229"/>
                  </a:cubicBezTo>
                  <a:cubicBezTo>
                    <a:pt x="1350" y="1176"/>
                    <a:pt x="1414" y="1128"/>
                    <a:pt x="1467" y="1075"/>
                  </a:cubicBezTo>
                  <a:cubicBezTo>
                    <a:pt x="1515" y="1027"/>
                    <a:pt x="1568" y="990"/>
                    <a:pt x="1616" y="958"/>
                  </a:cubicBezTo>
                  <a:cubicBezTo>
                    <a:pt x="1685" y="889"/>
                    <a:pt x="1754" y="841"/>
                    <a:pt x="1818" y="788"/>
                  </a:cubicBezTo>
                  <a:cubicBezTo>
                    <a:pt x="1887" y="724"/>
                    <a:pt x="1956" y="671"/>
                    <a:pt x="2020" y="623"/>
                  </a:cubicBezTo>
                  <a:cubicBezTo>
                    <a:pt x="2089" y="554"/>
                    <a:pt x="2141" y="506"/>
                    <a:pt x="2206" y="453"/>
                  </a:cubicBezTo>
                  <a:cubicBezTo>
                    <a:pt x="2259" y="421"/>
                    <a:pt x="2291" y="384"/>
                    <a:pt x="2343" y="352"/>
                  </a:cubicBezTo>
                  <a:lnTo>
                    <a:pt x="2392" y="304"/>
                  </a:lnTo>
                  <a:cubicBezTo>
                    <a:pt x="2493" y="219"/>
                    <a:pt x="2578" y="150"/>
                    <a:pt x="2662" y="65"/>
                  </a:cubicBezTo>
                  <a:close/>
                  <a:moveTo>
                    <a:pt x="255" y="2085"/>
                  </a:moveTo>
                  <a:lnTo>
                    <a:pt x="255" y="2085"/>
                  </a:lnTo>
                  <a:cubicBezTo>
                    <a:pt x="186" y="2138"/>
                    <a:pt x="122" y="2186"/>
                    <a:pt x="69" y="2239"/>
                  </a:cubicBezTo>
                  <a:lnTo>
                    <a:pt x="21" y="2271"/>
                  </a:lnTo>
                  <a:cubicBezTo>
                    <a:pt x="21" y="2287"/>
                    <a:pt x="0" y="2287"/>
                    <a:pt x="0" y="2303"/>
                  </a:cubicBezTo>
                  <a:lnTo>
                    <a:pt x="0" y="2340"/>
                  </a:lnTo>
                  <a:cubicBezTo>
                    <a:pt x="0" y="2356"/>
                    <a:pt x="0" y="2372"/>
                    <a:pt x="21" y="2388"/>
                  </a:cubicBezTo>
                  <a:lnTo>
                    <a:pt x="21" y="2340"/>
                  </a:lnTo>
                  <a:lnTo>
                    <a:pt x="21" y="2303"/>
                  </a:lnTo>
                  <a:lnTo>
                    <a:pt x="21" y="2287"/>
                  </a:lnTo>
                  <a:lnTo>
                    <a:pt x="69" y="2255"/>
                  </a:lnTo>
                  <a:cubicBezTo>
                    <a:pt x="138" y="2186"/>
                    <a:pt x="202" y="2138"/>
                    <a:pt x="255" y="2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1760961" y="960965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73" y="0"/>
                  </a:moveTo>
                  <a:cubicBezTo>
                    <a:pt x="437" y="0"/>
                    <a:pt x="405" y="17"/>
                    <a:pt x="372" y="33"/>
                  </a:cubicBezTo>
                  <a:cubicBezTo>
                    <a:pt x="352" y="33"/>
                    <a:pt x="352" y="33"/>
                    <a:pt x="336" y="49"/>
                  </a:cubicBezTo>
                  <a:cubicBezTo>
                    <a:pt x="304" y="69"/>
                    <a:pt x="271" y="85"/>
                    <a:pt x="219" y="101"/>
                  </a:cubicBezTo>
                  <a:cubicBezTo>
                    <a:pt x="203" y="101"/>
                    <a:pt x="170" y="118"/>
                    <a:pt x="150" y="134"/>
                  </a:cubicBezTo>
                  <a:cubicBezTo>
                    <a:pt x="187" y="134"/>
                    <a:pt x="203" y="118"/>
                    <a:pt x="235" y="101"/>
                  </a:cubicBezTo>
                  <a:cubicBezTo>
                    <a:pt x="271" y="85"/>
                    <a:pt x="304" y="69"/>
                    <a:pt x="352" y="49"/>
                  </a:cubicBezTo>
                  <a:lnTo>
                    <a:pt x="372" y="49"/>
                  </a:lnTo>
                  <a:cubicBezTo>
                    <a:pt x="405" y="33"/>
                    <a:pt x="437" y="17"/>
                    <a:pt x="473" y="17"/>
                  </a:cubicBezTo>
                  <a:lnTo>
                    <a:pt x="473" y="0"/>
                  </a:lnTo>
                  <a:close/>
                  <a:moveTo>
                    <a:pt x="150" y="134"/>
                  </a:moveTo>
                  <a:cubicBezTo>
                    <a:pt x="118" y="134"/>
                    <a:pt x="86" y="150"/>
                    <a:pt x="49" y="170"/>
                  </a:cubicBezTo>
                  <a:lnTo>
                    <a:pt x="1" y="186"/>
                  </a:lnTo>
                  <a:lnTo>
                    <a:pt x="1" y="202"/>
                  </a:lnTo>
                  <a:lnTo>
                    <a:pt x="17" y="202"/>
                  </a:lnTo>
                  <a:lnTo>
                    <a:pt x="49" y="186"/>
                  </a:lnTo>
                  <a:cubicBezTo>
                    <a:pt x="86" y="170"/>
                    <a:pt x="118" y="150"/>
                    <a:pt x="150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2369625" y="558103"/>
              <a:ext cx="4966" cy="13310"/>
            </a:xfrm>
            <a:custGeom>
              <a:avLst/>
              <a:gdLst/>
              <a:ahLst/>
              <a:cxnLst/>
              <a:rect l="l" t="t" r="r" b="b"/>
              <a:pathLst>
                <a:path w="50" h="134" extrusionOk="0">
                  <a:moveTo>
                    <a:pt x="17" y="1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49"/>
                  </a:cubicBezTo>
                  <a:cubicBezTo>
                    <a:pt x="17" y="65"/>
                    <a:pt x="17" y="102"/>
                    <a:pt x="33" y="118"/>
                  </a:cubicBezTo>
                  <a:lnTo>
                    <a:pt x="33" y="134"/>
                  </a:lnTo>
                  <a:cubicBezTo>
                    <a:pt x="49" y="134"/>
                    <a:pt x="49" y="118"/>
                    <a:pt x="49" y="118"/>
                  </a:cubicBezTo>
                  <a:cubicBezTo>
                    <a:pt x="33" y="102"/>
                    <a:pt x="33" y="65"/>
                    <a:pt x="33" y="49"/>
                  </a:cubicBezTo>
                  <a:cubicBezTo>
                    <a:pt x="33" y="17"/>
                    <a:pt x="33" y="17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2703853" y="583034"/>
              <a:ext cx="37048" cy="13707"/>
            </a:xfrm>
            <a:custGeom>
              <a:avLst/>
              <a:gdLst/>
              <a:ahLst/>
              <a:cxnLst/>
              <a:rect l="l" t="t" r="r" b="b"/>
              <a:pathLst>
                <a:path w="373" h="138" extrusionOk="0">
                  <a:moveTo>
                    <a:pt x="1" y="0"/>
                  </a:moveTo>
                  <a:lnTo>
                    <a:pt x="86" y="36"/>
                  </a:lnTo>
                  <a:cubicBezTo>
                    <a:pt x="150" y="69"/>
                    <a:pt x="219" y="85"/>
                    <a:pt x="288" y="101"/>
                  </a:cubicBezTo>
                  <a:cubicBezTo>
                    <a:pt x="219" y="69"/>
                    <a:pt x="171" y="53"/>
                    <a:pt x="102" y="16"/>
                  </a:cubicBezTo>
                  <a:lnTo>
                    <a:pt x="17" y="0"/>
                  </a:lnTo>
                  <a:close/>
                  <a:moveTo>
                    <a:pt x="288" y="101"/>
                  </a:moveTo>
                  <a:cubicBezTo>
                    <a:pt x="304" y="117"/>
                    <a:pt x="320" y="117"/>
                    <a:pt x="336" y="117"/>
                  </a:cubicBezTo>
                  <a:cubicBezTo>
                    <a:pt x="320" y="101"/>
                    <a:pt x="304" y="101"/>
                    <a:pt x="288" y="101"/>
                  </a:cubicBezTo>
                  <a:close/>
                  <a:moveTo>
                    <a:pt x="336" y="117"/>
                  </a:moveTo>
                  <a:cubicBezTo>
                    <a:pt x="336" y="137"/>
                    <a:pt x="352" y="137"/>
                    <a:pt x="352" y="137"/>
                  </a:cubicBezTo>
                  <a:lnTo>
                    <a:pt x="373" y="137"/>
                  </a:lnTo>
                  <a:lnTo>
                    <a:pt x="352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2732360" y="664878"/>
              <a:ext cx="6555" cy="3675"/>
            </a:xfrm>
            <a:custGeom>
              <a:avLst/>
              <a:gdLst/>
              <a:ahLst/>
              <a:cxnLst/>
              <a:rect l="l" t="t" r="r" b="b"/>
              <a:pathLst>
                <a:path w="66" h="37" extrusionOk="0">
                  <a:moveTo>
                    <a:pt x="17" y="0"/>
                  </a:moveTo>
                  <a:lnTo>
                    <a:pt x="1" y="20"/>
                  </a:lnTo>
                  <a:cubicBezTo>
                    <a:pt x="17" y="20"/>
                    <a:pt x="17" y="36"/>
                    <a:pt x="33" y="36"/>
                  </a:cubicBezTo>
                  <a:lnTo>
                    <a:pt x="65" y="36"/>
                  </a:lnTo>
                  <a:cubicBezTo>
                    <a:pt x="65" y="20"/>
                    <a:pt x="49" y="20"/>
                    <a:pt x="33" y="20"/>
                  </a:cubicBezTo>
                  <a:cubicBezTo>
                    <a:pt x="33" y="20"/>
                    <a:pt x="17" y="20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2369625" y="546482"/>
              <a:ext cx="3377" cy="8145"/>
            </a:xfrm>
            <a:custGeom>
              <a:avLst/>
              <a:gdLst/>
              <a:ahLst/>
              <a:cxnLst/>
              <a:rect l="l" t="t" r="r" b="b"/>
              <a:pathLst>
                <a:path w="34" h="82" extrusionOk="0">
                  <a:moveTo>
                    <a:pt x="17" y="0"/>
                  </a:moveTo>
                  <a:lnTo>
                    <a:pt x="1" y="17"/>
                  </a:lnTo>
                  <a:cubicBezTo>
                    <a:pt x="17" y="17"/>
                    <a:pt x="17" y="33"/>
                    <a:pt x="17" y="33"/>
                  </a:cubicBezTo>
                  <a:lnTo>
                    <a:pt x="17" y="65"/>
                  </a:lnTo>
                  <a:lnTo>
                    <a:pt x="1" y="65"/>
                  </a:lnTo>
                  <a:lnTo>
                    <a:pt x="1" y="81"/>
                  </a:lnTo>
                  <a:lnTo>
                    <a:pt x="17" y="81"/>
                  </a:lnTo>
                  <a:lnTo>
                    <a:pt x="33" y="65"/>
                  </a:lnTo>
                  <a:lnTo>
                    <a:pt x="33" y="33"/>
                  </a:lnTo>
                  <a:cubicBezTo>
                    <a:pt x="33" y="33"/>
                    <a:pt x="33" y="17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2581882" y="863826"/>
              <a:ext cx="6555" cy="1689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" y="1"/>
                  </a:moveTo>
                  <a:lnTo>
                    <a:pt x="17" y="17"/>
                  </a:lnTo>
                  <a:lnTo>
                    <a:pt x="49" y="1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2583571" y="875447"/>
              <a:ext cx="6853" cy="2185"/>
            </a:xfrm>
            <a:custGeom>
              <a:avLst/>
              <a:gdLst/>
              <a:ahLst/>
              <a:cxnLst/>
              <a:rect l="l" t="t" r="r" b="b"/>
              <a:pathLst>
                <a:path w="69" h="22" extrusionOk="0">
                  <a:moveTo>
                    <a:pt x="0" y="1"/>
                  </a:moveTo>
                  <a:lnTo>
                    <a:pt x="16" y="21"/>
                  </a:lnTo>
                  <a:lnTo>
                    <a:pt x="49" y="21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1750929" y="918554"/>
              <a:ext cx="58701" cy="27215"/>
            </a:xfrm>
            <a:custGeom>
              <a:avLst/>
              <a:gdLst/>
              <a:ahLst/>
              <a:cxnLst/>
              <a:rect l="l" t="t" r="r" b="b"/>
              <a:pathLst>
                <a:path w="591" h="274" extrusionOk="0">
                  <a:moveTo>
                    <a:pt x="560" y="1"/>
                  </a:moveTo>
                  <a:cubicBezTo>
                    <a:pt x="537" y="1"/>
                    <a:pt x="517" y="12"/>
                    <a:pt x="506" y="23"/>
                  </a:cubicBezTo>
                  <a:cubicBezTo>
                    <a:pt x="490" y="23"/>
                    <a:pt x="490" y="40"/>
                    <a:pt x="473" y="40"/>
                  </a:cubicBezTo>
                  <a:cubicBezTo>
                    <a:pt x="405" y="72"/>
                    <a:pt x="336" y="108"/>
                    <a:pt x="271" y="141"/>
                  </a:cubicBezTo>
                  <a:lnTo>
                    <a:pt x="203" y="173"/>
                  </a:lnTo>
                  <a:cubicBezTo>
                    <a:pt x="187" y="173"/>
                    <a:pt x="170" y="193"/>
                    <a:pt x="134" y="193"/>
                  </a:cubicBezTo>
                  <a:cubicBezTo>
                    <a:pt x="118" y="209"/>
                    <a:pt x="86" y="225"/>
                    <a:pt x="49" y="242"/>
                  </a:cubicBezTo>
                  <a:cubicBezTo>
                    <a:pt x="33" y="242"/>
                    <a:pt x="33" y="258"/>
                    <a:pt x="17" y="258"/>
                  </a:cubicBezTo>
                  <a:lnTo>
                    <a:pt x="1" y="258"/>
                  </a:lnTo>
                  <a:lnTo>
                    <a:pt x="1" y="274"/>
                  </a:lnTo>
                  <a:lnTo>
                    <a:pt x="17" y="274"/>
                  </a:lnTo>
                  <a:cubicBezTo>
                    <a:pt x="33" y="258"/>
                    <a:pt x="33" y="258"/>
                    <a:pt x="49" y="258"/>
                  </a:cubicBezTo>
                  <a:cubicBezTo>
                    <a:pt x="86" y="242"/>
                    <a:pt x="118" y="225"/>
                    <a:pt x="150" y="209"/>
                  </a:cubicBezTo>
                  <a:cubicBezTo>
                    <a:pt x="170" y="193"/>
                    <a:pt x="187" y="193"/>
                    <a:pt x="219" y="173"/>
                  </a:cubicBezTo>
                  <a:lnTo>
                    <a:pt x="288" y="141"/>
                  </a:lnTo>
                  <a:cubicBezTo>
                    <a:pt x="352" y="108"/>
                    <a:pt x="421" y="72"/>
                    <a:pt x="490" y="56"/>
                  </a:cubicBezTo>
                  <a:cubicBezTo>
                    <a:pt x="490" y="40"/>
                    <a:pt x="506" y="40"/>
                    <a:pt x="506" y="40"/>
                  </a:cubicBezTo>
                  <a:cubicBezTo>
                    <a:pt x="538" y="23"/>
                    <a:pt x="554" y="7"/>
                    <a:pt x="591" y="7"/>
                  </a:cubicBezTo>
                  <a:cubicBezTo>
                    <a:pt x="580" y="3"/>
                    <a:pt x="570" y="1"/>
                    <a:pt x="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2312711" y="969408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0"/>
                  </a:moveTo>
                  <a:lnTo>
                    <a:pt x="0" y="16"/>
                  </a:lnTo>
                  <a:lnTo>
                    <a:pt x="49" y="1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2382934" y="750297"/>
              <a:ext cx="4867" cy="1689"/>
            </a:xfrm>
            <a:custGeom>
              <a:avLst/>
              <a:gdLst/>
              <a:ahLst/>
              <a:cxnLst/>
              <a:rect l="l" t="t" r="r" b="b"/>
              <a:pathLst>
                <a:path w="49" h="17" extrusionOk="0">
                  <a:moveTo>
                    <a:pt x="0" y="1"/>
                  </a:moveTo>
                  <a:lnTo>
                    <a:pt x="0" y="17"/>
                  </a:lnTo>
                  <a:lnTo>
                    <a:pt x="49" y="1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1675542" y="538040"/>
              <a:ext cx="62277" cy="45094"/>
            </a:xfrm>
            <a:custGeom>
              <a:avLst/>
              <a:gdLst/>
              <a:ahLst/>
              <a:cxnLst/>
              <a:rect l="l" t="t" r="r" b="b"/>
              <a:pathLst>
                <a:path w="627" h="454" extrusionOk="0">
                  <a:moveTo>
                    <a:pt x="626" y="1"/>
                  </a:moveTo>
                  <a:cubicBezTo>
                    <a:pt x="590" y="1"/>
                    <a:pt x="574" y="17"/>
                    <a:pt x="558" y="17"/>
                  </a:cubicBezTo>
                  <a:lnTo>
                    <a:pt x="558" y="33"/>
                  </a:lnTo>
                  <a:cubicBezTo>
                    <a:pt x="441" y="118"/>
                    <a:pt x="340" y="203"/>
                    <a:pt x="239" y="267"/>
                  </a:cubicBezTo>
                  <a:cubicBezTo>
                    <a:pt x="154" y="336"/>
                    <a:pt x="85" y="388"/>
                    <a:pt x="0" y="437"/>
                  </a:cubicBezTo>
                  <a:lnTo>
                    <a:pt x="0" y="453"/>
                  </a:lnTo>
                  <a:lnTo>
                    <a:pt x="21" y="453"/>
                  </a:lnTo>
                  <a:cubicBezTo>
                    <a:pt x="85" y="405"/>
                    <a:pt x="170" y="336"/>
                    <a:pt x="239" y="287"/>
                  </a:cubicBezTo>
                  <a:cubicBezTo>
                    <a:pt x="340" y="203"/>
                    <a:pt x="457" y="118"/>
                    <a:pt x="558" y="49"/>
                  </a:cubicBezTo>
                  <a:lnTo>
                    <a:pt x="574" y="33"/>
                  </a:lnTo>
                  <a:cubicBezTo>
                    <a:pt x="590" y="17"/>
                    <a:pt x="606" y="17"/>
                    <a:pt x="626" y="17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2356017" y="426100"/>
              <a:ext cx="5364" cy="1689"/>
            </a:xfrm>
            <a:custGeom>
              <a:avLst/>
              <a:gdLst/>
              <a:ahLst/>
              <a:cxnLst/>
              <a:rect l="l" t="t" r="r" b="b"/>
              <a:pathLst>
                <a:path w="54" h="17" extrusionOk="0">
                  <a:moveTo>
                    <a:pt x="1" y="1"/>
                  </a:moveTo>
                  <a:lnTo>
                    <a:pt x="37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1757783" y="910806"/>
              <a:ext cx="46683" cy="23341"/>
            </a:xfrm>
            <a:custGeom>
              <a:avLst/>
              <a:gdLst/>
              <a:ahLst/>
              <a:cxnLst/>
              <a:rect l="l" t="t" r="r" b="b"/>
              <a:pathLst>
                <a:path w="470" h="235" extrusionOk="0">
                  <a:moveTo>
                    <a:pt x="469" y="0"/>
                  </a:moveTo>
                  <a:cubicBezTo>
                    <a:pt x="421" y="33"/>
                    <a:pt x="352" y="49"/>
                    <a:pt x="320" y="69"/>
                  </a:cubicBezTo>
                  <a:cubicBezTo>
                    <a:pt x="251" y="101"/>
                    <a:pt x="202" y="134"/>
                    <a:pt x="134" y="150"/>
                  </a:cubicBezTo>
                  <a:cubicBezTo>
                    <a:pt x="81" y="170"/>
                    <a:pt x="49" y="202"/>
                    <a:pt x="0" y="219"/>
                  </a:cubicBezTo>
                  <a:lnTo>
                    <a:pt x="17" y="235"/>
                  </a:lnTo>
                  <a:cubicBezTo>
                    <a:pt x="49" y="202"/>
                    <a:pt x="101" y="186"/>
                    <a:pt x="134" y="170"/>
                  </a:cubicBezTo>
                  <a:cubicBezTo>
                    <a:pt x="202" y="134"/>
                    <a:pt x="251" y="118"/>
                    <a:pt x="320" y="85"/>
                  </a:cubicBezTo>
                  <a:cubicBezTo>
                    <a:pt x="368" y="69"/>
                    <a:pt x="421" y="33"/>
                    <a:pt x="469" y="17"/>
                  </a:cubicBezTo>
                  <a:lnTo>
                    <a:pt x="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1732455" y="551250"/>
              <a:ext cx="5364" cy="3377"/>
            </a:xfrm>
            <a:custGeom>
              <a:avLst/>
              <a:gdLst/>
              <a:ahLst/>
              <a:cxnLst/>
              <a:rect l="l" t="t" r="r" b="b"/>
              <a:pathLst>
                <a:path w="54" h="34" extrusionOk="0">
                  <a:moveTo>
                    <a:pt x="53" y="1"/>
                  </a:moveTo>
                  <a:cubicBezTo>
                    <a:pt x="33" y="1"/>
                    <a:pt x="33" y="17"/>
                    <a:pt x="17" y="17"/>
                  </a:cubicBezTo>
                  <a:lnTo>
                    <a:pt x="53" y="17"/>
                  </a:lnTo>
                  <a:lnTo>
                    <a:pt x="53" y="1"/>
                  </a:lnTo>
                  <a:close/>
                  <a:moveTo>
                    <a:pt x="1" y="17"/>
                  </a:moveTo>
                  <a:lnTo>
                    <a:pt x="17" y="33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2289469" y="442588"/>
              <a:ext cx="66647" cy="26917"/>
            </a:xfrm>
            <a:custGeom>
              <a:avLst/>
              <a:gdLst/>
              <a:ahLst/>
              <a:cxnLst/>
              <a:rect l="l" t="t" r="r" b="b"/>
              <a:pathLst>
                <a:path w="671" h="271" extrusionOk="0">
                  <a:moveTo>
                    <a:pt x="0" y="0"/>
                  </a:moveTo>
                  <a:lnTo>
                    <a:pt x="16" y="16"/>
                  </a:lnTo>
                  <a:cubicBezTo>
                    <a:pt x="48" y="16"/>
                    <a:pt x="101" y="53"/>
                    <a:pt x="149" y="69"/>
                  </a:cubicBezTo>
                  <a:cubicBezTo>
                    <a:pt x="166" y="69"/>
                    <a:pt x="202" y="85"/>
                    <a:pt x="218" y="101"/>
                  </a:cubicBezTo>
                  <a:cubicBezTo>
                    <a:pt x="234" y="101"/>
                    <a:pt x="267" y="101"/>
                    <a:pt x="283" y="117"/>
                  </a:cubicBezTo>
                  <a:cubicBezTo>
                    <a:pt x="303" y="117"/>
                    <a:pt x="319" y="138"/>
                    <a:pt x="335" y="138"/>
                  </a:cubicBezTo>
                  <a:cubicBezTo>
                    <a:pt x="368" y="154"/>
                    <a:pt x="404" y="170"/>
                    <a:pt x="436" y="170"/>
                  </a:cubicBezTo>
                  <a:cubicBezTo>
                    <a:pt x="404" y="154"/>
                    <a:pt x="368" y="138"/>
                    <a:pt x="335" y="117"/>
                  </a:cubicBezTo>
                  <a:cubicBezTo>
                    <a:pt x="319" y="117"/>
                    <a:pt x="303" y="117"/>
                    <a:pt x="283" y="101"/>
                  </a:cubicBezTo>
                  <a:cubicBezTo>
                    <a:pt x="267" y="101"/>
                    <a:pt x="250" y="85"/>
                    <a:pt x="234" y="85"/>
                  </a:cubicBezTo>
                  <a:cubicBezTo>
                    <a:pt x="202" y="69"/>
                    <a:pt x="166" y="69"/>
                    <a:pt x="149" y="53"/>
                  </a:cubicBezTo>
                  <a:cubicBezTo>
                    <a:pt x="101" y="37"/>
                    <a:pt x="65" y="16"/>
                    <a:pt x="16" y="0"/>
                  </a:cubicBezTo>
                  <a:close/>
                  <a:moveTo>
                    <a:pt x="437" y="170"/>
                  </a:moveTo>
                  <a:cubicBezTo>
                    <a:pt x="469" y="186"/>
                    <a:pt x="521" y="202"/>
                    <a:pt x="553" y="218"/>
                  </a:cubicBezTo>
                  <a:cubicBezTo>
                    <a:pt x="570" y="239"/>
                    <a:pt x="586" y="239"/>
                    <a:pt x="606" y="239"/>
                  </a:cubicBezTo>
                  <a:cubicBezTo>
                    <a:pt x="606" y="218"/>
                    <a:pt x="586" y="218"/>
                    <a:pt x="570" y="218"/>
                  </a:cubicBezTo>
                  <a:cubicBezTo>
                    <a:pt x="521" y="202"/>
                    <a:pt x="469" y="186"/>
                    <a:pt x="437" y="170"/>
                  </a:cubicBezTo>
                  <a:close/>
                  <a:moveTo>
                    <a:pt x="606" y="239"/>
                  </a:moveTo>
                  <a:cubicBezTo>
                    <a:pt x="622" y="255"/>
                    <a:pt x="654" y="255"/>
                    <a:pt x="671" y="271"/>
                  </a:cubicBezTo>
                  <a:lnTo>
                    <a:pt x="671" y="255"/>
                  </a:lnTo>
                  <a:cubicBezTo>
                    <a:pt x="654" y="255"/>
                    <a:pt x="638" y="239"/>
                    <a:pt x="606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2553475" y="574591"/>
              <a:ext cx="4867" cy="2086"/>
            </a:xfrm>
            <a:custGeom>
              <a:avLst/>
              <a:gdLst/>
              <a:ahLst/>
              <a:cxnLst/>
              <a:rect l="l" t="t" r="r" b="b"/>
              <a:pathLst>
                <a:path w="49" h="21" extrusionOk="0">
                  <a:moveTo>
                    <a:pt x="16" y="0"/>
                  </a:moveTo>
                  <a:lnTo>
                    <a:pt x="0" y="20"/>
                  </a:lnTo>
                  <a:lnTo>
                    <a:pt x="49" y="2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1804366" y="910806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0"/>
                  </a:moveTo>
                  <a:lnTo>
                    <a:pt x="16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1729276" y="721096"/>
              <a:ext cx="4966" cy="2384"/>
            </a:xfrm>
            <a:custGeom>
              <a:avLst/>
              <a:gdLst/>
              <a:ahLst/>
              <a:cxnLst/>
              <a:rect l="l" t="t" r="r" b="b"/>
              <a:pathLst>
                <a:path w="50" h="24" extrusionOk="0">
                  <a:moveTo>
                    <a:pt x="37" y="1"/>
                  </a:moveTo>
                  <a:cubicBezTo>
                    <a:pt x="31" y="1"/>
                    <a:pt x="28" y="8"/>
                    <a:pt x="17" y="8"/>
                  </a:cubicBezTo>
                  <a:lnTo>
                    <a:pt x="1" y="24"/>
                  </a:lnTo>
                  <a:lnTo>
                    <a:pt x="17" y="24"/>
                  </a:lnTo>
                  <a:cubicBezTo>
                    <a:pt x="33" y="8"/>
                    <a:pt x="33" y="8"/>
                    <a:pt x="49" y="8"/>
                  </a:cubicBezTo>
                  <a:cubicBezTo>
                    <a:pt x="44" y="2"/>
                    <a:pt x="40" y="1"/>
                    <a:pt x="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9"/>
            <p:cNvSpPr/>
            <p:nvPr/>
          </p:nvSpPr>
          <p:spPr>
            <a:xfrm>
              <a:off x="2692232" y="528008"/>
              <a:ext cx="3377" cy="1689"/>
            </a:xfrm>
            <a:custGeom>
              <a:avLst/>
              <a:gdLst/>
              <a:ahLst/>
              <a:cxnLst/>
              <a:rect l="l" t="t" r="r" b="b"/>
              <a:pathLst>
                <a:path w="34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9"/>
            <p:cNvSpPr/>
            <p:nvPr/>
          </p:nvSpPr>
          <p:spPr>
            <a:xfrm>
              <a:off x="2700675" y="593066"/>
              <a:ext cx="4966" cy="1689"/>
            </a:xfrm>
            <a:custGeom>
              <a:avLst/>
              <a:gdLst/>
              <a:ahLst/>
              <a:cxnLst/>
              <a:rect l="l" t="t" r="r" b="b"/>
              <a:pathLst>
                <a:path w="50" h="17" extrusionOk="0">
                  <a:moveTo>
                    <a:pt x="1" y="0"/>
                  </a:moveTo>
                  <a:lnTo>
                    <a:pt x="1" y="16"/>
                  </a:lnTo>
                  <a:lnTo>
                    <a:pt x="49" y="16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9"/>
            <p:cNvSpPr/>
            <p:nvPr/>
          </p:nvSpPr>
          <p:spPr>
            <a:xfrm>
              <a:off x="1669085" y="660011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1" y="1"/>
                  </a:moveTo>
                  <a:lnTo>
                    <a:pt x="1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9"/>
            <p:cNvSpPr/>
            <p:nvPr/>
          </p:nvSpPr>
          <p:spPr>
            <a:xfrm>
              <a:off x="2335953" y="616705"/>
              <a:ext cx="35459" cy="13310"/>
            </a:xfrm>
            <a:custGeom>
              <a:avLst/>
              <a:gdLst/>
              <a:ahLst/>
              <a:cxnLst/>
              <a:rect l="l" t="t" r="r" b="b"/>
              <a:pathLst>
                <a:path w="357" h="134" extrusionOk="0">
                  <a:moveTo>
                    <a:pt x="1" y="0"/>
                  </a:moveTo>
                  <a:lnTo>
                    <a:pt x="1" y="17"/>
                  </a:lnTo>
                  <a:lnTo>
                    <a:pt x="37" y="17"/>
                  </a:lnTo>
                  <a:cubicBezTo>
                    <a:pt x="37" y="17"/>
                    <a:pt x="17" y="17"/>
                    <a:pt x="17" y="0"/>
                  </a:cubicBezTo>
                  <a:close/>
                  <a:moveTo>
                    <a:pt x="37" y="17"/>
                  </a:moveTo>
                  <a:cubicBezTo>
                    <a:pt x="102" y="49"/>
                    <a:pt x="170" y="65"/>
                    <a:pt x="239" y="101"/>
                  </a:cubicBezTo>
                  <a:cubicBezTo>
                    <a:pt x="271" y="101"/>
                    <a:pt x="304" y="118"/>
                    <a:pt x="340" y="134"/>
                  </a:cubicBezTo>
                  <a:lnTo>
                    <a:pt x="356" y="118"/>
                  </a:lnTo>
                  <a:lnTo>
                    <a:pt x="340" y="118"/>
                  </a:lnTo>
                  <a:cubicBezTo>
                    <a:pt x="304" y="101"/>
                    <a:pt x="271" y="101"/>
                    <a:pt x="239" y="81"/>
                  </a:cubicBezTo>
                  <a:cubicBezTo>
                    <a:pt x="170" y="65"/>
                    <a:pt x="102" y="33"/>
                    <a:pt x="37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1673952" y="604687"/>
              <a:ext cx="58602" cy="42213"/>
            </a:xfrm>
            <a:custGeom>
              <a:avLst/>
              <a:gdLst/>
              <a:ahLst/>
              <a:cxnLst/>
              <a:rect l="l" t="t" r="r" b="b"/>
              <a:pathLst>
                <a:path w="590" h="425" extrusionOk="0">
                  <a:moveTo>
                    <a:pt x="590" y="0"/>
                  </a:moveTo>
                  <a:cubicBezTo>
                    <a:pt x="541" y="20"/>
                    <a:pt x="505" y="53"/>
                    <a:pt x="473" y="69"/>
                  </a:cubicBezTo>
                  <a:cubicBezTo>
                    <a:pt x="473" y="85"/>
                    <a:pt x="457" y="85"/>
                    <a:pt x="440" y="101"/>
                  </a:cubicBezTo>
                  <a:cubicBezTo>
                    <a:pt x="457" y="101"/>
                    <a:pt x="473" y="85"/>
                    <a:pt x="489" y="85"/>
                  </a:cubicBezTo>
                  <a:cubicBezTo>
                    <a:pt x="521" y="53"/>
                    <a:pt x="558" y="37"/>
                    <a:pt x="590" y="20"/>
                  </a:cubicBezTo>
                  <a:lnTo>
                    <a:pt x="590" y="0"/>
                  </a:lnTo>
                  <a:close/>
                  <a:moveTo>
                    <a:pt x="440" y="101"/>
                  </a:moveTo>
                  <a:lnTo>
                    <a:pt x="440" y="101"/>
                  </a:lnTo>
                  <a:cubicBezTo>
                    <a:pt x="339" y="170"/>
                    <a:pt x="255" y="239"/>
                    <a:pt x="170" y="303"/>
                  </a:cubicBezTo>
                  <a:cubicBezTo>
                    <a:pt x="255" y="239"/>
                    <a:pt x="356" y="170"/>
                    <a:pt x="440" y="101"/>
                  </a:cubicBezTo>
                  <a:close/>
                  <a:moveTo>
                    <a:pt x="170" y="303"/>
                  </a:moveTo>
                  <a:cubicBezTo>
                    <a:pt x="138" y="323"/>
                    <a:pt x="85" y="356"/>
                    <a:pt x="53" y="372"/>
                  </a:cubicBezTo>
                  <a:cubicBezTo>
                    <a:pt x="53" y="388"/>
                    <a:pt x="37" y="388"/>
                    <a:pt x="16" y="404"/>
                  </a:cubicBezTo>
                  <a:lnTo>
                    <a:pt x="0" y="404"/>
                  </a:lnTo>
                  <a:lnTo>
                    <a:pt x="0" y="424"/>
                  </a:lnTo>
                  <a:lnTo>
                    <a:pt x="16" y="424"/>
                  </a:lnTo>
                  <a:lnTo>
                    <a:pt x="37" y="404"/>
                  </a:lnTo>
                  <a:cubicBezTo>
                    <a:pt x="37" y="404"/>
                    <a:pt x="53" y="388"/>
                    <a:pt x="69" y="388"/>
                  </a:cubicBezTo>
                  <a:cubicBezTo>
                    <a:pt x="101" y="356"/>
                    <a:pt x="138" y="340"/>
                    <a:pt x="170" y="3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2387702" y="805323"/>
              <a:ext cx="5364" cy="2086"/>
            </a:xfrm>
            <a:custGeom>
              <a:avLst/>
              <a:gdLst/>
              <a:ahLst/>
              <a:cxnLst/>
              <a:rect l="l" t="t" r="r" b="b"/>
              <a:pathLst>
                <a:path w="54" h="21" extrusionOk="0">
                  <a:moveTo>
                    <a:pt x="21" y="0"/>
                  </a:moveTo>
                  <a:lnTo>
                    <a:pt x="1" y="20"/>
                  </a:lnTo>
                  <a:lnTo>
                    <a:pt x="53" y="2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9"/>
            <p:cNvSpPr/>
            <p:nvPr/>
          </p:nvSpPr>
          <p:spPr>
            <a:xfrm>
              <a:off x="2364460" y="387562"/>
              <a:ext cx="40227" cy="461563"/>
            </a:xfrm>
            <a:custGeom>
              <a:avLst/>
              <a:gdLst/>
              <a:ahLst/>
              <a:cxnLst/>
              <a:rect l="l" t="t" r="r" b="b"/>
              <a:pathLst>
                <a:path w="405" h="4647" extrusionOk="0">
                  <a:moveTo>
                    <a:pt x="17" y="1"/>
                  </a:moveTo>
                  <a:cubicBezTo>
                    <a:pt x="0" y="17"/>
                    <a:pt x="0" y="49"/>
                    <a:pt x="17" y="65"/>
                  </a:cubicBezTo>
                  <a:cubicBezTo>
                    <a:pt x="17" y="49"/>
                    <a:pt x="17" y="17"/>
                    <a:pt x="33" y="1"/>
                  </a:cubicBezTo>
                  <a:close/>
                  <a:moveTo>
                    <a:pt x="17" y="65"/>
                  </a:moveTo>
                  <a:lnTo>
                    <a:pt x="17" y="86"/>
                  </a:lnTo>
                  <a:cubicBezTo>
                    <a:pt x="17" y="166"/>
                    <a:pt x="17" y="251"/>
                    <a:pt x="33" y="320"/>
                  </a:cubicBezTo>
                  <a:lnTo>
                    <a:pt x="33" y="389"/>
                  </a:lnTo>
                  <a:cubicBezTo>
                    <a:pt x="33" y="421"/>
                    <a:pt x="53" y="453"/>
                    <a:pt x="53" y="469"/>
                  </a:cubicBezTo>
                  <a:lnTo>
                    <a:pt x="53" y="389"/>
                  </a:lnTo>
                  <a:lnTo>
                    <a:pt x="53" y="320"/>
                  </a:lnTo>
                  <a:cubicBezTo>
                    <a:pt x="33" y="251"/>
                    <a:pt x="33" y="166"/>
                    <a:pt x="33" y="86"/>
                  </a:cubicBezTo>
                  <a:cubicBezTo>
                    <a:pt x="17" y="86"/>
                    <a:pt x="17" y="65"/>
                    <a:pt x="17" y="65"/>
                  </a:cubicBezTo>
                  <a:close/>
                  <a:moveTo>
                    <a:pt x="53" y="469"/>
                  </a:moveTo>
                  <a:lnTo>
                    <a:pt x="53" y="623"/>
                  </a:lnTo>
                  <a:cubicBezTo>
                    <a:pt x="69" y="655"/>
                    <a:pt x="69" y="671"/>
                    <a:pt x="69" y="692"/>
                  </a:cubicBezTo>
                  <a:lnTo>
                    <a:pt x="69" y="756"/>
                  </a:lnTo>
                  <a:lnTo>
                    <a:pt x="69" y="772"/>
                  </a:lnTo>
                  <a:cubicBezTo>
                    <a:pt x="69" y="825"/>
                    <a:pt x="85" y="873"/>
                    <a:pt x="85" y="942"/>
                  </a:cubicBezTo>
                  <a:lnTo>
                    <a:pt x="85" y="974"/>
                  </a:lnTo>
                  <a:lnTo>
                    <a:pt x="85" y="1027"/>
                  </a:lnTo>
                  <a:cubicBezTo>
                    <a:pt x="101" y="1075"/>
                    <a:pt x="101" y="1112"/>
                    <a:pt x="101" y="1144"/>
                  </a:cubicBezTo>
                  <a:cubicBezTo>
                    <a:pt x="101" y="1176"/>
                    <a:pt x="101" y="1213"/>
                    <a:pt x="118" y="1245"/>
                  </a:cubicBezTo>
                  <a:lnTo>
                    <a:pt x="118" y="1144"/>
                  </a:lnTo>
                  <a:cubicBezTo>
                    <a:pt x="118" y="1112"/>
                    <a:pt x="118" y="1075"/>
                    <a:pt x="101" y="1027"/>
                  </a:cubicBezTo>
                  <a:lnTo>
                    <a:pt x="101" y="974"/>
                  </a:lnTo>
                  <a:lnTo>
                    <a:pt x="101" y="926"/>
                  </a:lnTo>
                  <a:cubicBezTo>
                    <a:pt x="85" y="873"/>
                    <a:pt x="85" y="825"/>
                    <a:pt x="85" y="772"/>
                  </a:cubicBezTo>
                  <a:lnTo>
                    <a:pt x="85" y="740"/>
                  </a:lnTo>
                  <a:lnTo>
                    <a:pt x="85" y="692"/>
                  </a:lnTo>
                  <a:cubicBezTo>
                    <a:pt x="69" y="671"/>
                    <a:pt x="69" y="655"/>
                    <a:pt x="69" y="623"/>
                  </a:cubicBezTo>
                  <a:cubicBezTo>
                    <a:pt x="69" y="570"/>
                    <a:pt x="69" y="522"/>
                    <a:pt x="53" y="469"/>
                  </a:cubicBezTo>
                  <a:close/>
                  <a:moveTo>
                    <a:pt x="118" y="1245"/>
                  </a:moveTo>
                  <a:lnTo>
                    <a:pt x="118" y="1346"/>
                  </a:lnTo>
                  <a:cubicBezTo>
                    <a:pt x="118" y="1398"/>
                    <a:pt x="118" y="1431"/>
                    <a:pt x="134" y="1463"/>
                  </a:cubicBezTo>
                  <a:lnTo>
                    <a:pt x="134" y="1479"/>
                  </a:lnTo>
                  <a:lnTo>
                    <a:pt x="134" y="1499"/>
                  </a:lnTo>
                  <a:cubicBezTo>
                    <a:pt x="134" y="1564"/>
                    <a:pt x="134" y="1649"/>
                    <a:pt x="154" y="1701"/>
                  </a:cubicBezTo>
                  <a:lnTo>
                    <a:pt x="154" y="1499"/>
                  </a:lnTo>
                  <a:lnTo>
                    <a:pt x="154" y="1479"/>
                  </a:lnTo>
                  <a:lnTo>
                    <a:pt x="154" y="1463"/>
                  </a:lnTo>
                  <a:cubicBezTo>
                    <a:pt x="134" y="1431"/>
                    <a:pt x="134" y="1398"/>
                    <a:pt x="134" y="1346"/>
                  </a:cubicBezTo>
                  <a:cubicBezTo>
                    <a:pt x="134" y="1314"/>
                    <a:pt x="134" y="1277"/>
                    <a:pt x="118" y="1245"/>
                  </a:cubicBezTo>
                  <a:close/>
                  <a:moveTo>
                    <a:pt x="154" y="1701"/>
                  </a:moveTo>
                  <a:lnTo>
                    <a:pt x="154" y="1802"/>
                  </a:lnTo>
                  <a:cubicBezTo>
                    <a:pt x="154" y="1819"/>
                    <a:pt x="170" y="1851"/>
                    <a:pt x="170" y="1883"/>
                  </a:cubicBezTo>
                  <a:lnTo>
                    <a:pt x="170" y="1802"/>
                  </a:lnTo>
                  <a:cubicBezTo>
                    <a:pt x="170" y="1766"/>
                    <a:pt x="170" y="1734"/>
                    <a:pt x="154" y="1701"/>
                  </a:cubicBezTo>
                  <a:close/>
                  <a:moveTo>
                    <a:pt x="170" y="1883"/>
                  </a:moveTo>
                  <a:lnTo>
                    <a:pt x="170" y="2004"/>
                  </a:lnTo>
                  <a:cubicBezTo>
                    <a:pt x="170" y="2037"/>
                    <a:pt x="170" y="2069"/>
                    <a:pt x="186" y="2105"/>
                  </a:cubicBezTo>
                  <a:lnTo>
                    <a:pt x="186" y="2004"/>
                  </a:lnTo>
                  <a:cubicBezTo>
                    <a:pt x="186" y="1968"/>
                    <a:pt x="186" y="1920"/>
                    <a:pt x="170" y="1883"/>
                  </a:cubicBezTo>
                  <a:close/>
                  <a:moveTo>
                    <a:pt x="186" y="2105"/>
                  </a:moveTo>
                  <a:lnTo>
                    <a:pt x="186" y="2154"/>
                  </a:lnTo>
                  <a:lnTo>
                    <a:pt x="186" y="2206"/>
                  </a:lnTo>
                  <a:lnTo>
                    <a:pt x="186" y="2223"/>
                  </a:lnTo>
                  <a:cubicBezTo>
                    <a:pt x="186" y="2239"/>
                    <a:pt x="186" y="2255"/>
                    <a:pt x="202" y="2255"/>
                  </a:cubicBezTo>
                  <a:lnTo>
                    <a:pt x="202" y="2223"/>
                  </a:lnTo>
                  <a:lnTo>
                    <a:pt x="202" y="2206"/>
                  </a:lnTo>
                  <a:lnTo>
                    <a:pt x="202" y="2138"/>
                  </a:lnTo>
                  <a:cubicBezTo>
                    <a:pt x="202" y="2138"/>
                    <a:pt x="186" y="2122"/>
                    <a:pt x="186" y="2105"/>
                  </a:cubicBezTo>
                  <a:close/>
                  <a:moveTo>
                    <a:pt x="202" y="2255"/>
                  </a:moveTo>
                  <a:lnTo>
                    <a:pt x="202" y="2271"/>
                  </a:lnTo>
                  <a:cubicBezTo>
                    <a:pt x="202" y="2340"/>
                    <a:pt x="202" y="2408"/>
                    <a:pt x="219" y="2473"/>
                  </a:cubicBezTo>
                  <a:cubicBezTo>
                    <a:pt x="219" y="2408"/>
                    <a:pt x="202" y="2340"/>
                    <a:pt x="219" y="2271"/>
                  </a:cubicBezTo>
                  <a:cubicBezTo>
                    <a:pt x="219" y="2271"/>
                    <a:pt x="219" y="2255"/>
                    <a:pt x="202" y="2255"/>
                  </a:cubicBezTo>
                  <a:close/>
                  <a:moveTo>
                    <a:pt x="219" y="2473"/>
                  </a:moveTo>
                  <a:lnTo>
                    <a:pt x="219" y="2574"/>
                  </a:lnTo>
                  <a:lnTo>
                    <a:pt x="219" y="2643"/>
                  </a:lnTo>
                  <a:cubicBezTo>
                    <a:pt x="235" y="2776"/>
                    <a:pt x="255" y="2913"/>
                    <a:pt x="255" y="3030"/>
                  </a:cubicBezTo>
                  <a:cubicBezTo>
                    <a:pt x="271" y="3079"/>
                    <a:pt x="271" y="3131"/>
                    <a:pt x="271" y="3164"/>
                  </a:cubicBezTo>
                  <a:cubicBezTo>
                    <a:pt x="271" y="3232"/>
                    <a:pt x="271" y="3281"/>
                    <a:pt x="287" y="3350"/>
                  </a:cubicBezTo>
                  <a:cubicBezTo>
                    <a:pt x="287" y="3398"/>
                    <a:pt x="303" y="3467"/>
                    <a:pt x="303" y="3535"/>
                  </a:cubicBezTo>
                  <a:lnTo>
                    <a:pt x="303" y="3653"/>
                  </a:lnTo>
                  <a:cubicBezTo>
                    <a:pt x="320" y="3754"/>
                    <a:pt x="320" y="3838"/>
                    <a:pt x="336" y="3923"/>
                  </a:cubicBezTo>
                  <a:lnTo>
                    <a:pt x="336" y="4040"/>
                  </a:lnTo>
                  <a:cubicBezTo>
                    <a:pt x="336" y="4057"/>
                    <a:pt x="356" y="4089"/>
                    <a:pt x="356" y="4105"/>
                  </a:cubicBezTo>
                  <a:lnTo>
                    <a:pt x="356" y="4040"/>
                  </a:lnTo>
                  <a:lnTo>
                    <a:pt x="356" y="3903"/>
                  </a:lnTo>
                  <a:cubicBezTo>
                    <a:pt x="336" y="3838"/>
                    <a:pt x="336" y="3754"/>
                    <a:pt x="320" y="3653"/>
                  </a:cubicBezTo>
                  <a:lnTo>
                    <a:pt x="320" y="3535"/>
                  </a:lnTo>
                  <a:cubicBezTo>
                    <a:pt x="303" y="3467"/>
                    <a:pt x="303" y="3398"/>
                    <a:pt x="303" y="3350"/>
                  </a:cubicBezTo>
                  <a:cubicBezTo>
                    <a:pt x="287" y="3281"/>
                    <a:pt x="287" y="3232"/>
                    <a:pt x="287" y="3164"/>
                  </a:cubicBezTo>
                  <a:cubicBezTo>
                    <a:pt x="287" y="3131"/>
                    <a:pt x="271" y="3079"/>
                    <a:pt x="271" y="3030"/>
                  </a:cubicBezTo>
                  <a:cubicBezTo>
                    <a:pt x="255" y="2913"/>
                    <a:pt x="255" y="2776"/>
                    <a:pt x="235" y="2643"/>
                  </a:cubicBezTo>
                  <a:lnTo>
                    <a:pt x="235" y="2574"/>
                  </a:lnTo>
                  <a:cubicBezTo>
                    <a:pt x="235" y="2542"/>
                    <a:pt x="235" y="2509"/>
                    <a:pt x="219" y="2473"/>
                  </a:cubicBezTo>
                  <a:close/>
                  <a:moveTo>
                    <a:pt x="356" y="4105"/>
                  </a:moveTo>
                  <a:cubicBezTo>
                    <a:pt x="356" y="4174"/>
                    <a:pt x="356" y="4242"/>
                    <a:pt x="372" y="4307"/>
                  </a:cubicBezTo>
                  <a:cubicBezTo>
                    <a:pt x="372" y="4242"/>
                    <a:pt x="372" y="4174"/>
                    <a:pt x="356" y="4105"/>
                  </a:cubicBezTo>
                  <a:close/>
                  <a:moveTo>
                    <a:pt x="372" y="4307"/>
                  </a:moveTo>
                  <a:lnTo>
                    <a:pt x="372" y="4360"/>
                  </a:lnTo>
                  <a:lnTo>
                    <a:pt x="372" y="4428"/>
                  </a:lnTo>
                  <a:cubicBezTo>
                    <a:pt x="388" y="4477"/>
                    <a:pt x="388" y="4545"/>
                    <a:pt x="388" y="4594"/>
                  </a:cubicBezTo>
                  <a:lnTo>
                    <a:pt x="388" y="4630"/>
                  </a:lnTo>
                  <a:lnTo>
                    <a:pt x="388" y="4646"/>
                  </a:lnTo>
                  <a:lnTo>
                    <a:pt x="404" y="4630"/>
                  </a:lnTo>
                  <a:lnTo>
                    <a:pt x="404" y="4594"/>
                  </a:lnTo>
                  <a:cubicBezTo>
                    <a:pt x="404" y="4529"/>
                    <a:pt x="388" y="4477"/>
                    <a:pt x="388" y="4428"/>
                  </a:cubicBezTo>
                  <a:lnTo>
                    <a:pt x="388" y="4360"/>
                  </a:lnTo>
                  <a:lnTo>
                    <a:pt x="372" y="43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9"/>
            <p:cNvSpPr/>
            <p:nvPr/>
          </p:nvSpPr>
          <p:spPr>
            <a:xfrm>
              <a:off x="2464778" y="511123"/>
              <a:ext cx="5264" cy="1788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0" y="1"/>
                  </a:moveTo>
                  <a:lnTo>
                    <a:pt x="17" y="17"/>
                  </a:lnTo>
                  <a:lnTo>
                    <a:pt x="33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1807942" y="877532"/>
              <a:ext cx="3278" cy="110449"/>
            </a:xfrm>
            <a:custGeom>
              <a:avLst/>
              <a:gdLst/>
              <a:ahLst/>
              <a:cxnLst/>
              <a:rect l="l" t="t" r="r" b="b"/>
              <a:pathLst>
                <a:path w="33" h="1112" extrusionOk="0">
                  <a:moveTo>
                    <a:pt x="17" y="0"/>
                  </a:moveTo>
                  <a:lnTo>
                    <a:pt x="17" y="16"/>
                  </a:lnTo>
                  <a:lnTo>
                    <a:pt x="17" y="49"/>
                  </a:lnTo>
                  <a:lnTo>
                    <a:pt x="17" y="150"/>
                  </a:lnTo>
                  <a:lnTo>
                    <a:pt x="17" y="218"/>
                  </a:lnTo>
                  <a:lnTo>
                    <a:pt x="17" y="303"/>
                  </a:lnTo>
                  <a:cubicBezTo>
                    <a:pt x="17" y="267"/>
                    <a:pt x="33" y="234"/>
                    <a:pt x="33" y="218"/>
                  </a:cubicBezTo>
                  <a:lnTo>
                    <a:pt x="33" y="150"/>
                  </a:lnTo>
                  <a:cubicBezTo>
                    <a:pt x="33" y="117"/>
                    <a:pt x="17" y="81"/>
                    <a:pt x="33" y="49"/>
                  </a:cubicBezTo>
                  <a:cubicBezTo>
                    <a:pt x="33" y="32"/>
                    <a:pt x="33" y="16"/>
                    <a:pt x="17" y="0"/>
                  </a:cubicBezTo>
                  <a:close/>
                  <a:moveTo>
                    <a:pt x="17" y="303"/>
                  </a:moveTo>
                  <a:cubicBezTo>
                    <a:pt x="17" y="335"/>
                    <a:pt x="0" y="368"/>
                    <a:pt x="0" y="420"/>
                  </a:cubicBezTo>
                  <a:lnTo>
                    <a:pt x="0" y="505"/>
                  </a:lnTo>
                  <a:lnTo>
                    <a:pt x="0" y="586"/>
                  </a:lnTo>
                  <a:lnTo>
                    <a:pt x="0" y="638"/>
                  </a:lnTo>
                  <a:lnTo>
                    <a:pt x="0" y="707"/>
                  </a:lnTo>
                  <a:lnTo>
                    <a:pt x="0" y="772"/>
                  </a:lnTo>
                  <a:lnTo>
                    <a:pt x="0" y="873"/>
                  </a:lnTo>
                  <a:lnTo>
                    <a:pt x="0" y="1010"/>
                  </a:lnTo>
                  <a:lnTo>
                    <a:pt x="0" y="1042"/>
                  </a:lnTo>
                  <a:lnTo>
                    <a:pt x="0" y="1059"/>
                  </a:lnTo>
                  <a:lnTo>
                    <a:pt x="0" y="1111"/>
                  </a:lnTo>
                  <a:cubicBezTo>
                    <a:pt x="17" y="1091"/>
                    <a:pt x="17" y="1075"/>
                    <a:pt x="17" y="1059"/>
                  </a:cubicBezTo>
                  <a:lnTo>
                    <a:pt x="17" y="1042"/>
                  </a:lnTo>
                  <a:lnTo>
                    <a:pt x="17" y="1010"/>
                  </a:lnTo>
                  <a:lnTo>
                    <a:pt x="17" y="873"/>
                  </a:lnTo>
                  <a:lnTo>
                    <a:pt x="17" y="772"/>
                  </a:lnTo>
                  <a:lnTo>
                    <a:pt x="17" y="707"/>
                  </a:lnTo>
                  <a:lnTo>
                    <a:pt x="17" y="638"/>
                  </a:lnTo>
                  <a:lnTo>
                    <a:pt x="17" y="586"/>
                  </a:lnTo>
                  <a:lnTo>
                    <a:pt x="17" y="505"/>
                  </a:lnTo>
                  <a:lnTo>
                    <a:pt x="17" y="420"/>
                  </a:lnTo>
                  <a:lnTo>
                    <a:pt x="17" y="3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9"/>
            <p:cNvSpPr/>
            <p:nvPr/>
          </p:nvSpPr>
          <p:spPr>
            <a:xfrm>
              <a:off x="1675542" y="544496"/>
              <a:ext cx="62277" cy="45392"/>
            </a:xfrm>
            <a:custGeom>
              <a:avLst/>
              <a:gdLst/>
              <a:ahLst/>
              <a:cxnLst/>
              <a:rect l="l" t="t" r="r" b="b"/>
              <a:pathLst>
                <a:path w="627" h="457" extrusionOk="0">
                  <a:moveTo>
                    <a:pt x="626" y="0"/>
                  </a:moveTo>
                  <a:cubicBezTo>
                    <a:pt x="590" y="0"/>
                    <a:pt x="574" y="20"/>
                    <a:pt x="558" y="37"/>
                  </a:cubicBezTo>
                  <a:cubicBezTo>
                    <a:pt x="372" y="170"/>
                    <a:pt x="170" y="323"/>
                    <a:pt x="0" y="441"/>
                  </a:cubicBezTo>
                  <a:lnTo>
                    <a:pt x="0" y="457"/>
                  </a:lnTo>
                  <a:cubicBezTo>
                    <a:pt x="186" y="323"/>
                    <a:pt x="372" y="186"/>
                    <a:pt x="558" y="53"/>
                  </a:cubicBezTo>
                  <a:lnTo>
                    <a:pt x="574" y="37"/>
                  </a:lnTo>
                  <a:cubicBezTo>
                    <a:pt x="590" y="20"/>
                    <a:pt x="606" y="20"/>
                    <a:pt x="626" y="20"/>
                  </a:cubicBezTo>
                  <a:lnTo>
                    <a:pt x="6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9"/>
            <p:cNvSpPr/>
            <p:nvPr/>
          </p:nvSpPr>
          <p:spPr>
            <a:xfrm>
              <a:off x="2359593" y="444177"/>
              <a:ext cx="3377" cy="2086"/>
            </a:xfrm>
            <a:custGeom>
              <a:avLst/>
              <a:gdLst/>
              <a:ahLst/>
              <a:cxnLst/>
              <a:rect l="l" t="t" r="r" b="b"/>
              <a:pathLst>
                <a:path w="34" h="21" extrusionOk="0">
                  <a:moveTo>
                    <a:pt x="1" y="0"/>
                  </a:moveTo>
                  <a:lnTo>
                    <a:pt x="1" y="21"/>
                  </a:lnTo>
                  <a:lnTo>
                    <a:pt x="33" y="21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2374492" y="629915"/>
              <a:ext cx="3278" cy="1689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0" y="1"/>
                  </a:moveTo>
                  <a:lnTo>
                    <a:pt x="0" y="17"/>
                  </a:lnTo>
                  <a:lnTo>
                    <a:pt x="33" y="1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9"/>
            <p:cNvSpPr/>
            <p:nvPr/>
          </p:nvSpPr>
          <p:spPr>
            <a:xfrm>
              <a:off x="1690738" y="7402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6" y="1"/>
                  </a:moveTo>
                  <a:lnTo>
                    <a:pt x="1" y="49"/>
                  </a:lnTo>
                  <a:lnTo>
                    <a:pt x="1" y="69"/>
                  </a:lnTo>
                  <a:lnTo>
                    <a:pt x="17" y="69"/>
                  </a:lnTo>
                  <a:lnTo>
                    <a:pt x="102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2364460" y="507944"/>
              <a:ext cx="1689" cy="1689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0" y="1"/>
                  </a:moveTo>
                  <a:lnTo>
                    <a:pt x="0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2382934" y="737087"/>
              <a:ext cx="3278" cy="99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3" y="0"/>
                  </a:moveTo>
                  <a:lnTo>
                    <a:pt x="33" y="0"/>
                  </a:lnTo>
                  <a:lnTo>
                    <a:pt x="16" y="0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2526558" y="559692"/>
              <a:ext cx="10131" cy="3377"/>
            </a:xfrm>
            <a:custGeom>
              <a:avLst/>
              <a:gdLst/>
              <a:ahLst/>
              <a:cxnLst/>
              <a:rect l="l" t="t" r="r" b="b"/>
              <a:pathLst>
                <a:path w="102" h="34" extrusionOk="0">
                  <a:moveTo>
                    <a:pt x="0" y="1"/>
                  </a:moveTo>
                  <a:lnTo>
                    <a:pt x="0" y="17"/>
                  </a:lnTo>
                  <a:lnTo>
                    <a:pt x="85" y="33"/>
                  </a:lnTo>
                  <a:lnTo>
                    <a:pt x="101" y="33"/>
                  </a:lnTo>
                  <a:lnTo>
                    <a:pt x="10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2705542" y="593066"/>
              <a:ext cx="33373" cy="13707"/>
            </a:xfrm>
            <a:custGeom>
              <a:avLst/>
              <a:gdLst/>
              <a:ahLst/>
              <a:cxnLst/>
              <a:rect l="l" t="t" r="r" b="b"/>
              <a:pathLst>
                <a:path w="336" h="138" extrusionOk="0">
                  <a:moveTo>
                    <a:pt x="0" y="0"/>
                  </a:moveTo>
                  <a:lnTo>
                    <a:pt x="0" y="16"/>
                  </a:lnTo>
                  <a:cubicBezTo>
                    <a:pt x="16" y="36"/>
                    <a:pt x="53" y="36"/>
                    <a:pt x="85" y="53"/>
                  </a:cubicBezTo>
                  <a:cubicBezTo>
                    <a:pt x="101" y="53"/>
                    <a:pt x="117" y="69"/>
                    <a:pt x="133" y="69"/>
                  </a:cubicBezTo>
                  <a:cubicBezTo>
                    <a:pt x="154" y="85"/>
                    <a:pt x="186" y="85"/>
                    <a:pt x="218" y="101"/>
                  </a:cubicBezTo>
                  <a:cubicBezTo>
                    <a:pt x="234" y="101"/>
                    <a:pt x="271" y="117"/>
                    <a:pt x="303" y="137"/>
                  </a:cubicBezTo>
                  <a:lnTo>
                    <a:pt x="335" y="137"/>
                  </a:lnTo>
                  <a:cubicBezTo>
                    <a:pt x="335" y="117"/>
                    <a:pt x="319" y="117"/>
                    <a:pt x="319" y="117"/>
                  </a:cubicBezTo>
                  <a:lnTo>
                    <a:pt x="303" y="117"/>
                  </a:lnTo>
                  <a:cubicBezTo>
                    <a:pt x="271" y="101"/>
                    <a:pt x="255" y="101"/>
                    <a:pt x="218" y="85"/>
                  </a:cubicBezTo>
                  <a:cubicBezTo>
                    <a:pt x="186" y="69"/>
                    <a:pt x="170" y="69"/>
                    <a:pt x="133" y="53"/>
                  </a:cubicBezTo>
                  <a:cubicBezTo>
                    <a:pt x="117" y="53"/>
                    <a:pt x="101" y="36"/>
                    <a:pt x="85" y="36"/>
                  </a:cubicBezTo>
                  <a:cubicBezTo>
                    <a:pt x="53" y="36"/>
                    <a:pt x="32" y="1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2633730" y="623161"/>
              <a:ext cx="58602" cy="20064"/>
            </a:xfrm>
            <a:custGeom>
              <a:avLst/>
              <a:gdLst/>
              <a:ahLst/>
              <a:cxnLst/>
              <a:rect l="l" t="t" r="r" b="b"/>
              <a:pathLst>
                <a:path w="590" h="202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69" y="16"/>
                    <a:pt x="101" y="36"/>
                  </a:cubicBezTo>
                  <a:cubicBezTo>
                    <a:pt x="117" y="36"/>
                    <a:pt x="117" y="53"/>
                    <a:pt x="133" y="53"/>
                  </a:cubicBezTo>
                  <a:cubicBezTo>
                    <a:pt x="271" y="101"/>
                    <a:pt x="388" y="137"/>
                    <a:pt x="489" y="170"/>
                  </a:cubicBezTo>
                  <a:cubicBezTo>
                    <a:pt x="388" y="117"/>
                    <a:pt x="271" y="85"/>
                    <a:pt x="133" y="36"/>
                  </a:cubicBezTo>
                  <a:cubicBezTo>
                    <a:pt x="133" y="36"/>
                    <a:pt x="117" y="36"/>
                    <a:pt x="101" y="16"/>
                  </a:cubicBezTo>
                  <a:cubicBezTo>
                    <a:pt x="69" y="16"/>
                    <a:pt x="49" y="0"/>
                    <a:pt x="0" y="0"/>
                  </a:cubicBezTo>
                  <a:close/>
                  <a:moveTo>
                    <a:pt x="489" y="170"/>
                  </a:moveTo>
                  <a:lnTo>
                    <a:pt x="505" y="186"/>
                  </a:lnTo>
                  <a:cubicBezTo>
                    <a:pt x="521" y="186"/>
                    <a:pt x="537" y="202"/>
                    <a:pt x="553" y="202"/>
                  </a:cubicBezTo>
                  <a:lnTo>
                    <a:pt x="574" y="202"/>
                  </a:lnTo>
                  <a:lnTo>
                    <a:pt x="590" y="186"/>
                  </a:lnTo>
                  <a:lnTo>
                    <a:pt x="574" y="186"/>
                  </a:lnTo>
                  <a:cubicBezTo>
                    <a:pt x="553" y="186"/>
                    <a:pt x="521" y="186"/>
                    <a:pt x="505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2457925" y="452620"/>
              <a:ext cx="18574" cy="168952"/>
            </a:xfrm>
            <a:custGeom>
              <a:avLst/>
              <a:gdLst/>
              <a:ahLst/>
              <a:cxnLst/>
              <a:rect l="l" t="t" r="r" b="b"/>
              <a:pathLst>
                <a:path w="187" h="1701" extrusionOk="0">
                  <a:moveTo>
                    <a:pt x="21" y="0"/>
                  </a:moveTo>
                  <a:cubicBezTo>
                    <a:pt x="1" y="0"/>
                    <a:pt x="1" y="16"/>
                    <a:pt x="21" y="37"/>
                  </a:cubicBezTo>
                  <a:cubicBezTo>
                    <a:pt x="21" y="16"/>
                    <a:pt x="21" y="16"/>
                    <a:pt x="37" y="16"/>
                  </a:cubicBezTo>
                  <a:lnTo>
                    <a:pt x="37" y="0"/>
                  </a:lnTo>
                  <a:close/>
                  <a:moveTo>
                    <a:pt x="21" y="53"/>
                  </a:moveTo>
                  <a:lnTo>
                    <a:pt x="21" y="170"/>
                  </a:lnTo>
                  <a:cubicBezTo>
                    <a:pt x="37" y="218"/>
                    <a:pt x="37" y="271"/>
                    <a:pt x="37" y="303"/>
                  </a:cubicBezTo>
                  <a:lnTo>
                    <a:pt x="37" y="319"/>
                  </a:lnTo>
                  <a:cubicBezTo>
                    <a:pt x="37" y="339"/>
                    <a:pt x="53" y="356"/>
                    <a:pt x="53" y="372"/>
                  </a:cubicBezTo>
                  <a:lnTo>
                    <a:pt x="53" y="440"/>
                  </a:lnTo>
                  <a:lnTo>
                    <a:pt x="53" y="541"/>
                  </a:lnTo>
                  <a:cubicBezTo>
                    <a:pt x="69" y="558"/>
                    <a:pt x="69" y="558"/>
                    <a:pt x="69" y="574"/>
                  </a:cubicBezTo>
                  <a:lnTo>
                    <a:pt x="69" y="541"/>
                  </a:lnTo>
                  <a:lnTo>
                    <a:pt x="69" y="440"/>
                  </a:lnTo>
                  <a:cubicBezTo>
                    <a:pt x="69" y="404"/>
                    <a:pt x="69" y="388"/>
                    <a:pt x="53" y="356"/>
                  </a:cubicBezTo>
                  <a:lnTo>
                    <a:pt x="53" y="319"/>
                  </a:lnTo>
                  <a:lnTo>
                    <a:pt x="53" y="303"/>
                  </a:lnTo>
                  <a:cubicBezTo>
                    <a:pt x="53" y="255"/>
                    <a:pt x="53" y="218"/>
                    <a:pt x="37" y="170"/>
                  </a:cubicBezTo>
                  <a:cubicBezTo>
                    <a:pt x="37" y="138"/>
                    <a:pt x="37" y="85"/>
                    <a:pt x="21" y="53"/>
                  </a:cubicBezTo>
                  <a:close/>
                  <a:moveTo>
                    <a:pt x="69" y="574"/>
                  </a:moveTo>
                  <a:lnTo>
                    <a:pt x="69" y="691"/>
                  </a:lnTo>
                  <a:cubicBezTo>
                    <a:pt x="69" y="707"/>
                    <a:pt x="69" y="723"/>
                    <a:pt x="86" y="743"/>
                  </a:cubicBezTo>
                  <a:lnTo>
                    <a:pt x="86" y="691"/>
                  </a:lnTo>
                  <a:cubicBezTo>
                    <a:pt x="86" y="659"/>
                    <a:pt x="86" y="606"/>
                    <a:pt x="69" y="574"/>
                  </a:cubicBezTo>
                  <a:close/>
                  <a:moveTo>
                    <a:pt x="86" y="743"/>
                  </a:moveTo>
                  <a:lnTo>
                    <a:pt x="86" y="776"/>
                  </a:lnTo>
                  <a:cubicBezTo>
                    <a:pt x="86" y="824"/>
                    <a:pt x="86" y="877"/>
                    <a:pt x="102" y="909"/>
                  </a:cubicBezTo>
                  <a:lnTo>
                    <a:pt x="102" y="776"/>
                  </a:lnTo>
                  <a:cubicBezTo>
                    <a:pt x="102" y="760"/>
                    <a:pt x="86" y="743"/>
                    <a:pt x="86" y="743"/>
                  </a:cubicBezTo>
                  <a:close/>
                  <a:moveTo>
                    <a:pt x="102" y="909"/>
                  </a:moveTo>
                  <a:lnTo>
                    <a:pt x="102" y="978"/>
                  </a:lnTo>
                  <a:lnTo>
                    <a:pt x="102" y="1046"/>
                  </a:lnTo>
                  <a:cubicBezTo>
                    <a:pt x="102" y="1095"/>
                    <a:pt x="122" y="1147"/>
                    <a:pt x="122" y="1180"/>
                  </a:cubicBezTo>
                  <a:cubicBezTo>
                    <a:pt x="138" y="1212"/>
                    <a:pt x="138" y="1228"/>
                    <a:pt x="138" y="1265"/>
                  </a:cubicBezTo>
                  <a:lnTo>
                    <a:pt x="138" y="1180"/>
                  </a:lnTo>
                  <a:cubicBezTo>
                    <a:pt x="122" y="1127"/>
                    <a:pt x="122" y="1095"/>
                    <a:pt x="122" y="1046"/>
                  </a:cubicBezTo>
                  <a:lnTo>
                    <a:pt x="122" y="978"/>
                  </a:lnTo>
                  <a:cubicBezTo>
                    <a:pt x="122" y="962"/>
                    <a:pt x="122" y="925"/>
                    <a:pt x="102" y="909"/>
                  </a:cubicBezTo>
                  <a:close/>
                  <a:moveTo>
                    <a:pt x="138" y="1265"/>
                  </a:moveTo>
                  <a:lnTo>
                    <a:pt x="138" y="1349"/>
                  </a:lnTo>
                  <a:cubicBezTo>
                    <a:pt x="154" y="1366"/>
                    <a:pt x="154" y="1398"/>
                    <a:pt x="154" y="1414"/>
                  </a:cubicBezTo>
                  <a:cubicBezTo>
                    <a:pt x="138" y="1430"/>
                    <a:pt x="138" y="1430"/>
                    <a:pt x="138" y="1450"/>
                  </a:cubicBezTo>
                  <a:cubicBezTo>
                    <a:pt x="154" y="1499"/>
                    <a:pt x="154" y="1551"/>
                    <a:pt x="170" y="1616"/>
                  </a:cubicBezTo>
                  <a:cubicBezTo>
                    <a:pt x="170" y="1551"/>
                    <a:pt x="170" y="1499"/>
                    <a:pt x="154" y="1450"/>
                  </a:cubicBezTo>
                  <a:lnTo>
                    <a:pt x="154" y="1430"/>
                  </a:lnTo>
                  <a:cubicBezTo>
                    <a:pt x="170" y="1398"/>
                    <a:pt x="154" y="1366"/>
                    <a:pt x="154" y="1349"/>
                  </a:cubicBezTo>
                  <a:cubicBezTo>
                    <a:pt x="154" y="1313"/>
                    <a:pt x="138" y="1281"/>
                    <a:pt x="138" y="1265"/>
                  </a:cubicBezTo>
                  <a:close/>
                  <a:moveTo>
                    <a:pt x="170" y="1616"/>
                  </a:moveTo>
                  <a:lnTo>
                    <a:pt x="170" y="1652"/>
                  </a:lnTo>
                  <a:cubicBezTo>
                    <a:pt x="170" y="1669"/>
                    <a:pt x="170" y="1685"/>
                    <a:pt x="186" y="1701"/>
                  </a:cubicBezTo>
                  <a:lnTo>
                    <a:pt x="186" y="1685"/>
                  </a:lnTo>
                  <a:lnTo>
                    <a:pt x="186" y="1652"/>
                  </a:lnTo>
                  <a:cubicBezTo>
                    <a:pt x="186" y="1632"/>
                    <a:pt x="170" y="1632"/>
                    <a:pt x="170" y="16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2287384" y="454209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cubicBezTo>
                    <a:pt x="21" y="21"/>
                    <a:pt x="37" y="21"/>
                    <a:pt x="53" y="37"/>
                  </a:cubicBezTo>
                  <a:cubicBezTo>
                    <a:pt x="53" y="37"/>
                    <a:pt x="69" y="37"/>
                    <a:pt x="86" y="53"/>
                  </a:cubicBezTo>
                  <a:lnTo>
                    <a:pt x="86" y="37"/>
                  </a:lnTo>
                  <a:cubicBezTo>
                    <a:pt x="69" y="37"/>
                    <a:pt x="69" y="21"/>
                    <a:pt x="53" y="21"/>
                  </a:cubicBezTo>
                  <a:cubicBezTo>
                    <a:pt x="37" y="21"/>
                    <a:pt x="2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2456335" y="419247"/>
              <a:ext cx="135678" cy="473184"/>
            </a:xfrm>
            <a:custGeom>
              <a:avLst/>
              <a:gdLst/>
              <a:ahLst/>
              <a:cxnLst/>
              <a:rect l="l" t="t" r="r" b="b"/>
              <a:pathLst>
                <a:path w="1366" h="4764" extrusionOk="0">
                  <a:moveTo>
                    <a:pt x="1" y="1"/>
                  </a:moveTo>
                  <a:lnTo>
                    <a:pt x="1" y="17"/>
                  </a:lnTo>
                  <a:lnTo>
                    <a:pt x="53" y="17"/>
                  </a:lnTo>
                  <a:cubicBezTo>
                    <a:pt x="186" y="86"/>
                    <a:pt x="340" y="134"/>
                    <a:pt x="473" y="187"/>
                  </a:cubicBezTo>
                  <a:lnTo>
                    <a:pt x="861" y="336"/>
                  </a:lnTo>
                  <a:lnTo>
                    <a:pt x="489" y="187"/>
                  </a:lnTo>
                  <a:cubicBezTo>
                    <a:pt x="340" y="118"/>
                    <a:pt x="202" y="70"/>
                    <a:pt x="53" y="1"/>
                  </a:cubicBezTo>
                  <a:close/>
                  <a:moveTo>
                    <a:pt x="861" y="336"/>
                  </a:moveTo>
                  <a:cubicBezTo>
                    <a:pt x="893" y="352"/>
                    <a:pt x="909" y="373"/>
                    <a:pt x="893" y="405"/>
                  </a:cubicBezTo>
                  <a:cubicBezTo>
                    <a:pt x="893" y="421"/>
                    <a:pt x="893" y="437"/>
                    <a:pt x="909" y="474"/>
                  </a:cubicBezTo>
                  <a:lnTo>
                    <a:pt x="909" y="405"/>
                  </a:lnTo>
                  <a:cubicBezTo>
                    <a:pt x="909" y="352"/>
                    <a:pt x="893" y="336"/>
                    <a:pt x="861" y="336"/>
                  </a:cubicBezTo>
                  <a:close/>
                  <a:moveTo>
                    <a:pt x="909" y="474"/>
                  </a:moveTo>
                  <a:lnTo>
                    <a:pt x="909" y="522"/>
                  </a:lnTo>
                  <a:cubicBezTo>
                    <a:pt x="909" y="538"/>
                    <a:pt x="909" y="574"/>
                    <a:pt x="926" y="607"/>
                  </a:cubicBezTo>
                  <a:lnTo>
                    <a:pt x="926" y="522"/>
                  </a:lnTo>
                  <a:cubicBezTo>
                    <a:pt x="926" y="506"/>
                    <a:pt x="926" y="490"/>
                    <a:pt x="909" y="474"/>
                  </a:cubicBezTo>
                  <a:close/>
                  <a:moveTo>
                    <a:pt x="926" y="607"/>
                  </a:moveTo>
                  <a:lnTo>
                    <a:pt x="926" y="675"/>
                  </a:lnTo>
                  <a:cubicBezTo>
                    <a:pt x="926" y="724"/>
                    <a:pt x="946" y="756"/>
                    <a:pt x="926" y="809"/>
                  </a:cubicBezTo>
                  <a:cubicBezTo>
                    <a:pt x="926" y="809"/>
                    <a:pt x="946" y="809"/>
                    <a:pt x="946" y="825"/>
                  </a:cubicBezTo>
                  <a:cubicBezTo>
                    <a:pt x="962" y="825"/>
                    <a:pt x="946" y="841"/>
                    <a:pt x="946" y="857"/>
                  </a:cubicBezTo>
                  <a:lnTo>
                    <a:pt x="946" y="926"/>
                  </a:lnTo>
                  <a:cubicBezTo>
                    <a:pt x="962" y="926"/>
                    <a:pt x="962" y="926"/>
                    <a:pt x="962" y="942"/>
                  </a:cubicBezTo>
                  <a:lnTo>
                    <a:pt x="962" y="910"/>
                  </a:lnTo>
                  <a:lnTo>
                    <a:pt x="962" y="857"/>
                  </a:lnTo>
                  <a:lnTo>
                    <a:pt x="962" y="809"/>
                  </a:lnTo>
                  <a:lnTo>
                    <a:pt x="946" y="809"/>
                  </a:lnTo>
                  <a:lnTo>
                    <a:pt x="946" y="675"/>
                  </a:lnTo>
                  <a:cubicBezTo>
                    <a:pt x="946" y="655"/>
                    <a:pt x="926" y="623"/>
                    <a:pt x="926" y="607"/>
                  </a:cubicBezTo>
                  <a:close/>
                  <a:moveTo>
                    <a:pt x="962" y="942"/>
                  </a:moveTo>
                  <a:lnTo>
                    <a:pt x="962" y="995"/>
                  </a:lnTo>
                  <a:lnTo>
                    <a:pt x="962" y="1027"/>
                  </a:lnTo>
                  <a:cubicBezTo>
                    <a:pt x="978" y="1059"/>
                    <a:pt x="978" y="1096"/>
                    <a:pt x="978" y="1128"/>
                  </a:cubicBezTo>
                  <a:lnTo>
                    <a:pt x="978" y="1213"/>
                  </a:lnTo>
                  <a:lnTo>
                    <a:pt x="978" y="1229"/>
                  </a:lnTo>
                  <a:cubicBezTo>
                    <a:pt x="994" y="1261"/>
                    <a:pt x="994" y="1281"/>
                    <a:pt x="994" y="1298"/>
                  </a:cubicBezTo>
                  <a:lnTo>
                    <a:pt x="994" y="1382"/>
                  </a:lnTo>
                  <a:cubicBezTo>
                    <a:pt x="1010" y="1415"/>
                    <a:pt x="1010" y="1447"/>
                    <a:pt x="1010" y="1463"/>
                  </a:cubicBezTo>
                  <a:lnTo>
                    <a:pt x="1010" y="1548"/>
                  </a:lnTo>
                  <a:cubicBezTo>
                    <a:pt x="1027" y="1564"/>
                    <a:pt x="1027" y="1584"/>
                    <a:pt x="1027" y="1601"/>
                  </a:cubicBezTo>
                  <a:lnTo>
                    <a:pt x="1027" y="1548"/>
                  </a:lnTo>
                  <a:lnTo>
                    <a:pt x="1027" y="1463"/>
                  </a:lnTo>
                  <a:cubicBezTo>
                    <a:pt x="1027" y="1447"/>
                    <a:pt x="1010" y="1415"/>
                    <a:pt x="1010" y="1382"/>
                  </a:cubicBezTo>
                  <a:lnTo>
                    <a:pt x="1010" y="1298"/>
                  </a:lnTo>
                  <a:cubicBezTo>
                    <a:pt x="1010" y="1281"/>
                    <a:pt x="994" y="1261"/>
                    <a:pt x="994" y="1229"/>
                  </a:cubicBezTo>
                  <a:lnTo>
                    <a:pt x="994" y="1213"/>
                  </a:lnTo>
                  <a:lnTo>
                    <a:pt x="994" y="1128"/>
                  </a:lnTo>
                  <a:cubicBezTo>
                    <a:pt x="978" y="1096"/>
                    <a:pt x="978" y="1059"/>
                    <a:pt x="978" y="1027"/>
                  </a:cubicBezTo>
                  <a:lnTo>
                    <a:pt x="978" y="995"/>
                  </a:lnTo>
                  <a:cubicBezTo>
                    <a:pt x="978" y="978"/>
                    <a:pt x="978" y="958"/>
                    <a:pt x="962" y="942"/>
                  </a:cubicBezTo>
                  <a:close/>
                  <a:moveTo>
                    <a:pt x="1027" y="1601"/>
                  </a:moveTo>
                  <a:lnTo>
                    <a:pt x="1027" y="1649"/>
                  </a:lnTo>
                  <a:cubicBezTo>
                    <a:pt x="1027" y="1665"/>
                    <a:pt x="1027" y="1685"/>
                    <a:pt x="1047" y="1718"/>
                  </a:cubicBezTo>
                  <a:lnTo>
                    <a:pt x="1047" y="1649"/>
                  </a:lnTo>
                  <a:cubicBezTo>
                    <a:pt x="1047" y="1633"/>
                    <a:pt x="1027" y="1617"/>
                    <a:pt x="1027" y="1601"/>
                  </a:cubicBezTo>
                  <a:close/>
                  <a:moveTo>
                    <a:pt x="1047" y="1718"/>
                  </a:moveTo>
                  <a:lnTo>
                    <a:pt x="1047" y="1750"/>
                  </a:lnTo>
                  <a:lnTo>
                    <a:pt x="1047" y="1835"/>
                  </a:lnTo>
                  <a:lnTo>
                    <a:pt x="1047" y="1867"/>
                  </a:lnTo>
                  <a:cubicBezTo>
                    <a:pt x="1063" y="1887"/>
                    <a:pt x="1063" y="1887"/>
                    <a:pt x="1063" y="1904"/>
                  </a:cubicBezTo>
                  <a:lnTo>
                    <a:pt x="1063" y="1968"/>
                  </a:lnTo>
                  <a:lnTo>
                    <a:pt x="1063" y="2037"/>
                  </a:lnTo>
                  <a:cubicBezTo>
                    <a:pt x="1079" y="2037"/>
                    <a:pt x="1079" y="2053"/>
                    <a:pt x="1079" y="2053"/>
                  </a:cubicBezTo>
                  <a:lnTo>
                    <a:pt x="1079" y="2037"/>
                  </a:lnTo>
                  <a:lnTo>
                    <a:pt x="1079" y="1968"/>
                  </a:lnTo>
                  <a:lnTo>
                    <a:pt x="1079" y="1904"/>
                  </a:lnTo>
                  <a:cubicBezTo>
                    <a:pt x="1063" y="1887"/>
                    <a:pt x="1063" y="1867"/>
                    <a:pt x="1063" y="1867"/>
                  </a:cubicBezTo>
                  <a:lnTo>
                    <a:pt x="1063" y="1835"/>
                  </a:lnTo>
                  <a:lnTo>
                    <a:pt x="1063" y="1750"/>
                  </a:lnTo>
                  <a:cubicBezTo>
                    <a:pt x="1047" y="1734"/>
                    <a:pt x="1047" y="1718"/>
                    <a:pt x="1047" y="1718"/>
                  </a:cubicBezTo>
                  <a:close/>
                  <a:moveTo>
                    <a:pt x="219" y="2021"/>
                  </a:moveTo>
                  <a:cubicBezTo>
                    <a:pt x="202" y="2021"/>
                    <a:pt x="202" y="2021"/>
                    <a:pt x="186" y="2037"/>
                  </a:cubicBezTo>
                  <a:lnTo>
                    <a:pt x="186" y="2053"/>
                  </a:lnTo>
                  <a:lnTo>
                    <a:pt x="186" y="2069"/>
                  </a:lnTo>
                  <a:cubicBezTo>
                    <a:pt x="186" y="2089"/>
                    <a:pt x="186" y="2089"/>
                    <a:pt x="202" y="2106"/>
                  </a:cubicBezTo>
                  <a:lnTo>
                    <a:pt x="202" y="2069"/>
                  </a:lnTo>
                  <a:lnTo>
                    <a:pt x="202" y="2053"/>
                  </a:lnTo>
                  <a:lnTo>
                    <a:pt x="202" y="2037"/>
                  </a:lnTo>
                  <a:lnTo>
                    <a:pt x="219" y="2037"/>
                  </a:lnTo>
                  <a:lnTo>
                    <a:pt x="219" y="2021"/>
                  </a:lnTo>
                  <a:close/>
                  <a:moveTo>
                    <a:pt x="1079" y="2053"/>
                  </a:moveTo>
                  <a:lnTo>
                    <a:pt x="1079" y="2089"/>
                  </a:lnTo>
                  <a:lnTo>
                    <a:pt x="1079" y="2154"/>
                  </a:lnTo>
                  <a:cubicBezTo>
                    <a:pt x="1079" y="2170"/>
                    <a:pt x="1079" y="2190"/>
                    <a:pt x="1095" y="2207"/>
                  </a:cubicBezTo>
                  <a:lnTo>
                    <a:pt x="1095" y="2138"/>
                  </a:lnTo>
                  <a:lnTo>
                    <a:pt x="1095" y="2089"/>
                  </a:lnTo>
                  <a:cubicBezTo>
                    <a:pt x="1095" y="2089"/>
                    <a:pt x="1095" y="2069"/>
                    <a:pt x="1079" y="2053"/>
                  </a:cubicBezTo>
                  <a:close/>
                  <a:moveTo>
                    <a:pt x="202" y="2106"/>
                  </a:moveTo>
                  <a:lnTo>
                    <a:pt x="202" y="2154"/>
                  </a:lnTo>
                  <a:lnTo>
                    <a:pt x="202" y="2190"/>
                  </a:lnTo>
                  <a:lnTo>
                    <a:pt x="202" y="2255"/>
                  </a:lnTo>
                  <a:cubicBezTo>
                    <a:pt x="202" y="2271"/>
                    <a:pt x="219" y="2291"/>
                    <a:pt x="219" y="2291"/>
                  </a:cubicBezTo>
                  <a:lnTo>
                    <a:pt x="219" y="2255"/>
                  </a:lnTo>
                  <a:lnTo>
                    <a:pt x="219" y="2190"/>
                  </a:lnTo>
                  <a:lnTo>
                    <a:pt x="219" y="2154"/>
                  </a:lnTo>
                  <a:cubicBezTo>
                    <a:pt x="219" y="2138"/>
                    <a:pt x="219" y="2122"/>
                    <a:pt x="202" y="2106"/>
                  </a:cubicBezTo>
                  <a:close/>
                  <a:moveTo>
                    <a:pt x="1095" y="2207"/>
                  </a:moveTo>
                  <a:lnTo>
                    <a:pt x="1095" y="2255"/>
                  </a:lnTo>
                  <a:lnTo>
                    <a:pt x="1095" y="2340"/>
                  </a:lnTo>
                  <a:cubicBezTo>
                    <a:pt x="1095" y="2356"/>
                    <a:pt x="1095" y="2372"/>
                    <a:pt x="1111" y="2392"/>
                  </a:cubicBezTo>
                  <a:lnTo>
                    <a:pt x="1111" y="2340"/>
                  </a:lnTo>
                  <a:lnTo>
                    <a:pt x="1111" y="2255"/>
                  </a:lnTo>
                  <a:cubicBezTo>
                    <a:pt x="1111" y="2239"/>
                    <a:pt x="1095" y="2223"/>
                    <a:pt x="1095" y="2207"/>
                  </a:cubicBezTo>
                  <a:close/>
                  <a:moveTo>
                    <a:pt x="219" y="2291"/>
                  </a:moveTo>
                  <a:lnTo>
                    <a:pt x="219" y="2372"/>
                  </a:lnTo>
                  <a:cubicBezTo>
                    <a:pt x="219" y="2409"/>
                    <a:pt x="219" y="2441"/>
                    <a:pt x="239" y="2473"/>
                  </a:cubicBezTo>
                  <a:lnTo>
                    <a:pt x="239" y="2372"/>
                  </a:lnTo>
                  <a:cubicBezTo>
                    <a:pt x="239" y="2356"/>
                    <a:pt x="219" y="2324"/>
                    <a:pt x="219" y="2291"/>
                  </a:cubicBezTo>
                  <a:close/>
                  <a:moveTo>
                    <a:pt x="239" y="2473"/>
                  </a:moveTo>
                  <a:lnTo>
                    <a:pt x="239" y="2542"/>
                  </a:lnTo>
                  <a:lnTo>
                    <a:pt x="239" y="2558"/>
                  </a:lnTo>
                  <a:cubicBezTo>
                    <a:pt x="239" y="2594"/>
                    <a:pt x="255" y="2627"/>
                    <a:pt x="255" y="2643"/>
                  </a:cubicBezTo>
                  <a:lnTo>
                    <a:pt x="255" y="2558"/>
                  </a:lnTo>
                  <a:lnTo>
                    <a:pt x="255" y="2542"/>
                  </a:lnTo>
                  <a:cubicBezTo>
                    <a:pt x="255" y="2526"/>
                    <a:pt x="255" y="2493"/>
                    <a:pt x="239" y="2473"/>
                  </a:cubicBezTo>
                  <a:close/>
                  <a:moveTo>
                    <a:pt x="1111" y="2392"/>
                  </a:moveTo>
                  <a:lnTo>
                    <a:pt x="1111" y="2425"/>
                  </a:lnTo>
                  <a:lnTo>
                    <a:pt x="1111" y="2509"/>
                  </a:lnTo>
                  <a:lnTo>
                    <a:pt x="1111" y="2526"/>
                  </a:lnTo>
                  <a:cubicBezTo>
                    <a:pt x="1128" y="2558"/>
                    <a:pt x="1128" y="2574"/>
                    <a:pt x="1128" y="2610"/>
                  </a:cubicBezTo>
                  <a:lnTo>
                    <a:pt x="1128" y="2695"/>
                  </a:lnTo>
                  <a:cubicBezTo>
                    <a:pt x="1148" y="2711"/>
                    <a:pt x="1148" y="2728"/>
                    <a:pt x="1148" y="2744"/>
                  </a:cubicBezTo>
                  <a:lnTo>
                    <a:pt x="1148" y="2695"/>
                  </a:lnTo>
                  <a:lnTo>
                    <a:pt x="1148" y="2610"/>
                  </a:lnTo>
                  <a:cubicBezTo>
                    <a:pt x="1148" y="2574"/>
                    <a:pt x="1128" y="2558"/>
                    <a:pt x="1128" y="2526"/>
                  </a:cubicBezTo>
                  <a:lnTo>
                    <a:pt x="1128" y="2509"/>
                  </a:lnTo>
                  <a:lnTo>
                    <a:pt x="1128" y="2425"/>
                  </a:lnTo>
                  <a:cubicBezTo>
                    <a:pt x="1128" y="2409"/>
                    <a:pt x="1111" y="2392"/>
                    <a:pt x="1111" y="2392"/>
                  </a:cubicBezTo>
                  <a:close/>
                  <a:moveTo>
                    <a:pt x="255" y="2643"/>
                  </a:moveTo>
                  <a:lnTo>
                    <a:pt x="255" y="2695"/>
                  </a:lnTo>
                  <a:lnTo>
                    <a:pt x="255" y="2728"/>
                  </a:lnTo>
                  <a:cubicBezTo>
                    <a:pt x="255" y="2776"/>
                    <a:pt x="271" y="2829"/>
                    <a:pt x="271" y="2877"/>
                  </a:cubicBezTo>
                  <a:lnTo>
                    <a:pt x="271" y="2913"/>
                  </a:lnTo>
                  <a:cubicBezTo>
                    <a:pt x="271" y="2930"/>
                    <a:pt x="271" y="2946"/>
                    <a:pt x="287" y="2962"/>
                  </a:cubicBezTo>
                  <a:lnTo>
                    <a:pt x="287" y="2913"/>
                  </a:lnTo>
                  <a:lnTo>
                    <a:pt x="287" y="2877"/>
                  </a:lnTo>
                  <a:cubicBezTo>
                    <a:pt x="271" y="2829"/>
                    <a:pt x="271" y="2776"/>
                    <a:pt x="271" y="2728"/>
                  </a:cubicBezTo>
                  <a:lnTo>
                    <a:pt x="271" y="2695"/>
                  </a:lnTo>
                  <a:cubicBezTo>
                    <a:pt x="255" y="2675"/>
                    <a:pt x="255" y="2659"/>
                    <a:pt x="255" y="2643"/>
                  </a:cubicBezTo>
                  <a:close/>
                  <a:moveTo>
                    <a:pt x="287" y="2962"/>
                  </a:moveTo>
                  <a:lnTo>
                    <a:pt x="287" y="3079"/>
                  </a:lnTo>
                  <a:cubicBezTo>
                    <a:pt x="287" y="3115"/>
                    <a:pt x="287" y="3148"/>
                    <a:pt x="303" y="3180"/>
                  </a:cubicBezTo>
                  <a:lnTo>
                    <a:pt x="303" y="3079"/>
                  </a:lnTo>
                  <a:cubicBezTo>
                    <a:pt x="303" y="3047"/>
                    <a:pt x="303" y="2998"/>
                    <a:pt x="287" y="2962"/>
                  </a:cubicBezTo>
                  <a:close/>
                  <a:moveTo>
                    <a:pt x="1148" y="2744"/>
                  </a:moveTo>
                  <a:lnTo>
                    <a:pt x="1148" y="2776"/>
                  </a:lnTo>
                  <a:cubicBezTo>
                    <a:pt x="1148" y="2829"/>
                    <a:pt x="1164" y="2877"/>
                    <a:pt x="1164" y="2913"/>
                  </a:cubicBezTo>
                  <a:lnTo>
                    <a:pt x="1164" y="2998"/>
                  </a:lnTo>
                  <a:cubicBezTo>
                    <a:pt x="1180" y="3031"/>
                    <a:pt x="1180" y="3063"/>
                    <a:pt x="1180" y="3099"/>
                  </a:cubicBezTo>
                  <a:cubicBezTo>
                    <a:pt x="1180" y="3132"/>
                    <a:pt x="1180" y="3180"/>
                    <a:pt x="1196" y="3216"/>
                  </a:cubicBezTo>
                  <a:lnTo>
                    <a:pt x="1196" y="3099"/>
                  </a:lnTo>
                  <a:cubicBezTo>
                    <a:pt x="1196" y="3063"/>
                    <a:pt x="1180" y="3031"/>
                    <a:pt x="1180" y="2998"/>
                  </a:cubicBezTo>
                  <a:lnTo>
                    <a:pt x="1180" y="2913"/>
                  </a:lnTo>
                  <a:cubicBezTo>
                    <a:pt x="1164" y="2877"/>
                    <a:pt x="1164" y="2829"/>
                    <a:pt x="1164" y="2776"/>
                  </a:cubicBezTo>
                  <a:cubicBezTo>
                    <a:pt x="1164" y="2760"/>
                    <a:pt x="1164" y="2744"/>
                    <a:pt x="1148" y="2744"/>
                  </a:cubicBezTo>
                  <a:close/>
                  <a:moveTo>
                    <a:pt x="303" y="3180"/>
                  </a:moveTo>
                  <a:lnTo>
                    <a:pt x="303" y="3317"/>
                  </a:lnTo>
                  <a:cubicBezTo>
                    <a:pt x="303" y="3350"/>
                    <a:pt x="303" y="3366"/>
                    <a:pt x="320" y="3382"/>
                  </a:cubicBezTo>
                  <a:lnTo>
                    <a:pt x="320" y="3317"/>
                  </a:lnTo>
                  <a:cubicBezTo>
                    <a:pt x="320" y="3265"/>
                    <a:pt x="320" y="3233"/>
                    <a:pt x="303" y="3180"/>
                  </a:cubicBezTo>
                  <a:close/>
                  <a:moveTo>
                    <a:pt x="1196" y="3216"/>
                  </a:moveTo>
                  <a:lnTo>
                    <a:pt x="1196" y="3265"/>
                  </a:lnTo>
                  <a:lnTo>
                    <a:pt x="1196" y="3317"/>
                  </a:lnTo>
                  <a:cubicBezTo>
                    <a:pt x="1212" y="3334"/>
                    <a:pt x="1212" y="3366"/>
                    <a:pt x="1212" y="3382"/>
                  </a:cubicBezTo>
                  <a:cubicBezTo>
                    <a:pt x="1212" y="3435"/>
                    <a:pt x="1212" y="3467"/>
                    <a:pt x="1229" y="3503"/>
                  </a:cubicBezTo>
                  <a:lnTo>
                    <a:pt x="1229" y="3382"/>
                  </a:lnTo>
                  <a:cubicBezTo>
                    <a:pt x="1229" y="3350"/>
                    <a:pt x="1212" y="3334"/>
                    <a:pt x="1212" y="3317"/>
                  </a:cubicBezTo>
                  <a:lnTo>
                    <a:pt x="1212" y="3265"/>
                  </a:lnTo>
                  <a:cubicBezTo>
                    <a:pt x="1212" y="3249"/>
                    <a:pt x="1212" y="3233"/>
                    <a:pt x="1196" y="3216"/>
                  </a:cubicBezTo>
                  <a:close/>
                  <a:moveTo>
                    <a:pt x="1229" y="3503"/>
                  </a:moveTo>
                  <a:lnTo>
                    <a:pt x="1229" y="3536"/>
                  </a:lnTo>
                  <a:lnTo>
                    <a:pt x="1229" y="3584"/>
                  </a:lnTo>
                  <a:lnTo>
                    <a:pt x="1229" y="3669"/>
                  </a:lnTo>
                  <a:lnTo>
                    <a:pt x="1249" y="3669"/>
                  </a:lnTo>
                  <a:lnTo>
                    <a:pt x="1249" y="3653"/>
                  </a:lnTo>
                  <a:lnTo>
                    <a:pt x="1249" y="3584"/>
                  </a:lnTo>
                  <a:lnTo>
                    <a:pt x="1249" y="3536"/>
                  </a:lnTo>
                  <a:cubicBezTo>
                    <a:pt x="1229" y="3519"/>
                    <a:pt x="1229" y="3519"/>
                    <a:pt x="1229" y="3503"/>
                  </a:cubicBezTo>
                  <a:close/>
                  <a:moveTo>
                    <a:pt x="1249" y="3669"/>
                  </a:moveTo>
                  <a:lnTo>
                    <a:pt x="1249" y="3738"/>
                  </a:lnTo>
                  <a:lnTo>
                    <a:pt x="1249" y="3770"/>
                  </a:lnTo>
                  <a:lnTo>
                    <a:pt x="1249" y="3806"/>
                  </a:lnTo>
                  <a:cubicBezTo>
                    <a:pt x="1265" y="3822"/>
                    <a:pt x="1265" y="3855"/>
                    <a:pt x="1265" y="3871"/>
                  </a:cubicBezTo>
                  <a:lnTo>
                    <a:pt x="1265" y="3806"/>
                  </a:lnTo>
                  <a:lnTo>
                    <a:pt x="1265" y="3770"/>
                  </a:lnTo>
                  <a:lnTo>
                    <a:pt x="1265" y="3738"/>
                  </a:lnTo>
                  <a:cubicBezTo>
                    <a:pt x="1265" y="3721"/>
                    <a:pt x="1265" y="3705"/>
                    <a:pt x="1249" y="3669"/>
                  </a:cubicBezTo>
                  <a:close/>
                  <a:moveTo>
                    <a:pt x="1265" y="3871"/>
                  </a:moveTo>
                  <a:lnTo>
                    <a:pt x="1265" y="3940"/>
                  </a:lnTo>
                  <a:cubicBezTo>
                    <a:pt x="1281" y="3972"/>
                    <a:pt x="1281" y="4024"/>
                    <a:pt x="1281" y="4057"/>
                  </a:cubicBezTo>
                  <a:cubicBezTo>
                    <a:pt x="1281" y="4089"/>
                    <a:pt x="1281" y="4125"/>
                    <a:pt x="1297" y="4158"/>
                  </a:cubicBezTo>
                  <a:lnTo>
                    <a:pt x="1297" y="4057"/>
                  </a:lnTo>
                  <a:cubicBezTo>
                    <a:pt x="1297" y="4008"/>
                    <a:pt x="1281" y="3972"/>
                    <a:pt x="1281" y="3940"/>
                  </a:cubicBezTo>
                  <a:cubicBezTo>
                    <a:pt x="1265" y="3923"/>
                    <a:pt x="1265" y="3907"/>
                    <a:pt x="1265" y="3871"/>
                  </a:cubicBezTo>
                  <a:close/>
                  <a:moveTo>
                    <a:pt x="320" y="3382"/>
                  </a:moveTo>
                  <a:lnTo>
                    <a:pt x="320" y="3402"/>
                  </a:lnTo>
                  <a:cubicBezTo>
                    <a:pt x="320" y="3451"/>
                    <a:pt x="340" y="3519"/>
                    <a:pt x="340" y="3568"/>
                  </a:cubicBezTo>
                  <a:lnTo>
                    <a:pt x="340" y="3637"/>
                  </a:lnTo>
                  <a:cubicBezTo>
                    <a:pt x="356" y="3705"/>
                    <a:pt x="356" y="3770"/>
                    <a:pt x="356" y="3822"/>
                  </a:cubicBezTo>
                  <a:cubicBezTo>
                    <a:pt x="372" y="3907"/>
                    <a:pt x="372" y="3988"/>
                    <a:pt x="388" y="4073"/>
                  </a:cubicBezTo>
                  <a:lnTo>
                    <a:pt x="388" y="4142"/>
                  </a:lnTo>
                  <a:cubicBezTo>
                    <a:pt x="388" y="4174"/>
                    <a:pt x="388" y="4210"/>
                    <a:pt x="404" y="4243"/>
                  </a:cubicBezTo>
                  <a:lnTo>
                    <a:pt x="404" y="4142"/>
                  </a:lnTo>
                  <a:lnTo>
                    <a:pt x="404" y="4073"/>
                  </a:lnTo>
                  <a:cubicBezTo>
                    <a:pt x="388" y="3988"/>
                    <a:pt x="388" y="3907"/>
                    <a:pt x="372" y="3822"/>
                  </a:cubicBezTo>
                  <a:cubicBezTo>
                    <a:pt x="372" y="3770"/>
                    <a:pt x="372" y="3705"/>
                    <a:pt x="356" y="3637"/>
                  </a:cubicBezTo>
                  <a:lnTo>
                    <a:pt x="356" y="3568"/>
                  </a:lnTo>
                  <a:cubicBezTo>
                    <a:pt x="340" y="3519"/>
                    <a:pt x="340" y="3451"/>
                    <a:pt x="340" y="3402"/>
                  </a:cubicBezTo>
                  <a:lnTo>
                    <a:pt x="320" y="3382"/>
                  </a:lnTo>
                  <a:close/>
                  <a:moveTo>
                    <a:pt x="404" y="4243"/>
                  </a:moveTo>
                  <a:lnTo>
                    <a:pt x="404" y="4344"/>
                  </a:lnTo>
                  <a:cubicBezTo>
                    <a:pt x="404" y="4360"/>
                    <a:pt x="421" y="4376"/>
                    <a:pt x="421" y="4392"/>
                  </a:cubicBezTo>
                  <a:lnTo>
                    <a:pt x="421" y="4344"/>
                  </a:lnTo>
                  <a:cubicBezTo>
                    <a:pt x="421" y="4311"/>
                    <a:pt x="421" y="4275"/>
                    <a:pt x="404" y="4243"/>
                  </a:cubicBezTo>
                  <a:close/>
                  <a:moveTo>
                    <a:pt x="421" y="4392"/>
                  </a:moveTo>
                  <a:lnTo>
                    <a:pt x="421" y="4428"/>
                  </a:lnTo>
                  <a:cubicBezTo>
                    <a:pt x="421" y="4445"/>
                    <a:pt x="441" y="4461"/>
                    <a:pt x="421" y="4493"/>
                  </a:cubicBezTo>
                  <a:cubicBezTo>
                    <a:pt x="441" y="4529"/>
                    <a:pt x="473" y="4529"/>
                    <a:pt x="489" y="4529"/>
                  </a:cubicBezTo>
                  <a:cubicBezTo>
                    <a:pt x="473" y="4513"/>
                    <a:pt x="457" y="4513"/>
                    <a:pt x="441" y="4493"/>
                  </a:cubicBezTo>
                  <a:lnTo>
                    <a:pt x="441" y="4412"/>
                  </a:lnTo>
                  <a:lnTo>
                    <a:pt x="421" y="4392"/>
                  </a:lnTo>
                  <a:close/>
                  <a:moveTo>
                    <a:pt x="489" y="4529"/>
                  </a:moveTo>
                  <a:cubicBezTo>
                    <a:pt x="606" y="4562"/>
                    <a:pt x="744" y="4594"/>
                    <a:pt x="877" y="4630"/>
                  </a:cubicBezTo>
                  <a:cubicBezTo>
                    <a:pt x="744" y="4594"/>
                    <a:pt x="623" y="4562"/>
                    <a:pt x="489" y="4529"/>
                  </a:cubicBezTo>
                  <a:close/>
                  <a:moveTo>
                    <a:pt x="877" y="4630"/>
                  </a:moveTo>
                  <a:lnTo>
                    <a:pt x="962" y="4663"/>
                  </a:lnTo>
                  <a:cubicBezTo>
                    <a:pt x="1010" y="4679"/>
                    <a:pt x="1063" y="4695"/>
                    <a:pt x="1111" y="4695"/>
                  </a:cubicBezTo>
                  <a:cubicBezTo>
                    <a:pt x="1063" y="4679"/>
                    <a:pt x="1010" y="4663"/>
                    <a:pt x="962" y="4646"/>
                  </a:cubicBezTo>
                  <a:lnTo>
                    <a:pt x="877" y="4630"/>
                  </a:lnTo>
                  <a:close/>
                  <a:moveTo>
                    <a:pt x="1297" y="4158"/>
                  </a:moveTo>
                  <a:lnTo>
                    <a:pt x="1297" y="4291"/>
                  </a:lnTo>
                  <a:cubicBezTo>
                    <a:pt x="1297" y="4311"/>
                    <a:pt x="1313" y="4344"/>
                    <a:pt x="1313" y="4360"/>
                  </a:cubicBezTo>
                  <a:lnTo>
                    <a:pt x="1313" y="4477"/>
                  </a:lnTo>
                  <a:lnTo>
                    <a:pt x="1313" y="4493"/>
                  </a:lnTo>
                  <a:cubicBezTo>
                    <a:pt x="1330" y="4513"/>
                    <a:pt x="1330" y="4529"/>
                    <a:pt x="1330" y="4545"/>
                  </a:cubicBezTo>
                  <a:lnTo>
                    <a:pt x="1330" y="4594"/>
                  </a:lnTo>
                  <a:lnTo>
                    <a:pt x="1330" y="4630"/>
                  </a:lnTo>
                  <a:cubicBezTo>
                    <a:pt x="1330" y="4663"/>
                    <a:pt x="1330" y="4679"/>
                    <a:pt x="1350" y="4695"/>
                  </a:cubicBezTo>
                  <a:cubicBezTo>
                    <a:pt x="1366" y="4715"/>
                    <a:pt x="1350" y="4731"/>
                    <a:pt x="1350" y="4747"/>
                  </a:cubicBezTo>
                  <a:cubicBezTo>
                    <a:pt x="1366" y="4731"/>
                    <a:pt x="1366" y="4715"/>
                    <a:pt x="1366" y="4695"/>
                  </a:cubicBezTo>
                  <a:cubicBezTo>
                    <a:pt x="1350" y="4679"/>
                    <a:pt x="1350" y="4663"/>
                    <a:pt x="1350" y="4630"/>
                  </a:cubicBezTo>
                  <a:lnTo>
                    <a:pt x="1350" y="4594"/>
                  </a:lnTo>
                  <a:lnTo>
                    <a:pt x="1350" y="4545"/>
                  </a:lnTo>
                  <a:cubicBezTo>
                    <a:pt x="1350" y="4529"/>
                    <a:pt x="1350" y="4513"/>
                    <a:pt x="1330" y="4493"/>
                  </a:cubicBezTo>
                  <a:lnTo>
                    <a:pt x="1330" y="4477"/>
                  </a:lnTo>
                  <a:lnTo>
                    <a:pt x="1330" y="4360"/>
                  </a:lnTo>
                  <a:cubicBezTo>
                    <a:pt x="1313" y="4344"/>
                    <a:pt x="1313" y="4311"/>
                    <a:pt x="1313" y="4291"/>
                  </a:cubicBezTo>
                  <a:cubicBezTo>
                    <a:pt x="1313" y="4243"/>
                    <a:pt x="1313" y="4210"/>
                    <a:pt x="1297" y="4158"/>
                  </a:cubicBezTo>
                  <a:close/>
                  <a:moveTo>
                    <a:pt x="1112" y="4695"/>
                  </a:moveTo>
                  <a:cubicBezTo>
                    <a:pt x="1181" y="4715"/>
                    <a:pt x="1249" y="4731"/>
                    <a:pt x="1313" y="4764"/>
                  </a:cubicBezTo>
                  <a:lnTo>
                    <a:pt x="1330" y="4764"/>
                  </a:lnTo>
                  <a:cubicBezTo>
                    <a:pt x="1350" y="4764"/>
                    <a:pt x="1350" y="4764"/>
                    <a:pt x="1350" y="4747"/>
                  </a:cubicBezTo>
                  <a:lnTo>
                    <a:pt x="1313" y="4747"/>
                  </a:lnTo>
                  <a:cubicBezTo>
                    <a:pt x="1249" y="4731"/>
                    <a:pt x="1181" y="4715"/>
                    <a:pt x="1112" y="46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1311217" y="793603"/>
              <a:ext cx="40227" cy="81943"/>
            </a:xfrm>
            <a:custGeom>
              <a:avLst/>
              <a:gdLst/>
              <a:ahLst/>
              <a:cxnLst/>
              <a:rect l="l" t="t" r="r" b="b"/>
              <a:pathLst>
                <a:path w="405" h="825" extrusionOk="0">
                  <a:moveTo>
                    <a:pt x="0" y="1"/>
                  </a:moveTo>
                  <a:lnTo>
                    <a:pt x="0" y="17"/>
                  </a:lnTo>
                  <a:cubicBezTo>
                    <a:pt x="33" y="53"/>
                    <a:pt x="69" y="53"/>
                    <a:pt x="101" y="70"/>
                  </a:cubicBezTo>
                  <a:lnTo>
                    <a:pt x="134" y="70"/>
                  </a:lnTo>
                  <a:cubicBezTo>
                    <a:pt x="117" y="53"/>
                    <a:pt x="117" y="53"/>
                    <a:pt x="101" y="53"/>
                  </a:cubicBezTo>
                  <a:cubicBezTo>
                    <a:pt x="69" y="37"/>
                    <a:pt x="33" y="37"/>
                    <a:pt x="16" y="1"/>
                  </a:cubicBezTo>
                  <a:close/>
                  <a:moveTo>
                    <a:pt x="134" y="70"/>
                  </a:moveTo>
                  <a:lnTo>
                    <a:pt x="134" y="70"/>
                  </a:lnTo>
                  <a:cubicBezTo>
                    <a:pt x="186" y="86"/>
                    <a:pt x="235" y="118"/>
                    <a:pt x="303" y="138"/>
                  </a:cubicBezTo>
                  <a:lnTo>
                    <a:pt x="319" y="138"/>
                  </a:lnTo>
                  <a:cubicBezTo>
                    <a:pt x="336" y="138"/>
                    <a:pt x="356" y="138"/>
                    <a:pt x="372" y="154"/>
                  </a:cubicBezTo>
                  <a:cubicBezTo>
                    <a:pt x="388" y="171"/>
                    <a:pt x="388" y="187"/>
                    <a:pt x="388" y="187"/>
                  </a:cubicBezTo>
                  <a:cubicBezTo>
                    <a:pt x="372" y="219"/>
                    <a:pt x="372" y="272"/>
                    <a:pt x="372" y="304"/>
                  </a:cubicBezTo>
                  <a:lnTo>
                    <a:pt x="372" y="340"/>
                  </a:lnTo>
                  <a:cubicBezTo>
                    <a:pt x="372" y="389"/>
                    <a:pt x="372" y="441"/>
                    <a:pt x="356" y="490"/>
                  </a:cubicBezTo>
                  <a:lnTo>
                    <a:pt x="356" y="591"/>
                  </a:lnTo>
                  <a:lnTo>
                    <a:pt x="356" y="659"/>
                  </a:lnTo>
                  <a:lnTo>
                    <a:pt x="356" y="708"/>
                  </a:lnTo>
                  <a:cubicBezTo>
                    <a:pt x="356" y="692"/>
                    <a:pt x="356" y="676"/>
                    <a:pt x="372" y="659"/>
                  </a:cubicBezTo>
                  <a:lnTo>
                    <a:pt x="372" y="591"/>
                  </a:lnTo>
                  <a:lnTo>
                    <a:pt x="372" y="490"/>
                  </a:lnTo>
                  <a:cubicBezTo>
                    <a:pt x="372" y="441"/>
                    <a:pt x="388" y="389"/>
                    <a:pt x="388" y="340"/>
                  </a:cubicBezTo>
                  <a:lnTo>
                    <a:pt x="388" y="304"/>
                  </a:lnTo>
                  <a:cubicBezTo>
                    <a:pt x="388" y="272"/>
                    <a:pt x="388" y="239"/>
                    <a:pt x="404" y="203"/>
                  </a:cubicBezTo>
                  <a:cubicBezTo>
                    <a:pt x="404" y="187"/>
                    <a:pt x="388" y="171"/>
                    <a:pt x="388" y="154"/>
                  </a:cubicBezTo>
                  <a:cubicBezTo>
                    <a:pt x="356" y="138"/>
                    <a:pt x="336" y="118"/>
                    <a:pt x="319" y="118"/>
                  </a:cubicBezTo>
                  <a:lnTo>
                    <a:pt x="303" y="118"/>
                  </a:lnTo>
                  <a:cubicBezTo>
                    <a:pt x="255" y="102"/>
                    <a:pt x="186" y="86"/>
                    <a:pt x="134" y="70"/>
                  </a:cubicBezTo>
                  <a:close/>
                  <a:moveTo>
                    <a:pt x="356" y="708"/>
                  </a:moveTo>
                  <a:cubicBezTo>
                    <a:pt x="336" y="708"/>
                    <a:pt x="336" y="724"/>
                    <a:pt x="336" y="724"/>
                  </a:cubicBezTo>
                  <a:lnTo>
                    <a:pt x="336" y="776"/>
                  </a:lnTo>
                  <a:cubicBezTo>
                    <a:pt x="336" y="793"/>
                    <a:pt x="336" y="809"/>
                    <a:pt x="356" y="825"/>
                  </a:cubicBezTo>
                  <a:lnTo>
                    <a:pt x="356" y="776"/>
                  </a:lnTo>
                  <a:lnTo>
                    <a:pt x="356" y="724"/>
                  </a:lnTo>
                  <a:lnTo>
                    <a:pt x="356" y="7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1939945" y="220299"/>
              <a:ext cx="299465" cy="152166"/>
            </a:xfrm>
            <a:custGeom>
              <a:avLst/>
              <a:gdLst/>
              <a:ahLst/>
              <a:cxnLst/>
              <a:rect l="l" t="t" r="r" b="b"/>
              <a:pathLst>
                <a:path w="3015" h="1532" extrusionOk="0">
                  <a:moveTo>
                    <a:pt x="49" y="0"/>
                  </a:moveTo>
                  <a:cubicBezTo>
                    <a:pt x="33" y="0"/>
                    <a:pt x="17" y="0"/>
                    <a:pt x="0" y="16"/>
                  </a:cubicBezTo>
                  <a:lnTo>
                    <a:pt x="0" y="53"/>
                  </a:lnTo>
                  <a:cubicBezTo>
                    <a:pt x="17" y="69"/>
                    <a:pt x="17" y="101"/>
                    <a:pt x="17" y="117"/>
                  </a:cubicBezTo>
                  <a:lnTo>
                    <a:pt x="17" y="53"/>
                  </a:lnTo>
                  <a:lnTo>
                    <a:pt x="17" y="16"/>
                  </a:lnTo>
                  <a:lnTo>
                    <a:pt x="49" y="16"/>
                  </a:lnTo>
                  <a:cubicBezTo>
                    <a:pt x="65" y="16"/>
                    <a:pt x="85" y="16"/>
                    <a:pt x="85" y="32"/>
                  </a:cubicBezTo>
                  <a:lnTo>
                    <a:pt x="101" y="32"/>
                  </a:lnTo>
                  <a:cubicBezTo>
                    <a:pt x="251" y="101"/>
                    <a:pt x="404" y="154"/>
                    <a:pt x="570" y="218"/>
                  </a:cubicBezTo>
                  <a:cubicBezTo>
                    <a:pt x="655" y="255"/>
                    <a:pt x="740" y="287"/>
                    <a:pt x="825" y="319"/>
                  </a:cubicBezTo>
                  <a:cubicBezTo>
                    <a:pt x="893" y="356"/>
                    <a:pt x="974" y="372"/>
                    <a:pt x="1059" y="404"/>
                  </a:cubicBezTo>
                  <a:cubicBezTo>
                    <a:pt x="1111" y="436"/>
                    <a:pt x="1176" y="457"/>
                    <a:pt x="1245" y="489"/>
                  </a:cubicBezTo>
                  <a:cubicBezTo>
                    <a:pt x="1330" y="505"/>
                    <a:pt x="1398" y="537"/>
                    <a:pt x="1479" y="574"/>
                  </a:cubicBezTo>
                  <a:cubicBezTo>
                    <a:pt x="1515" y="590"/>
                    <a:pt x="1531" y="606"/>
                    <a:pt x="1564" y="606"/>
                  </a:cubicBezTo>
                  <a:cubicBezTo>
                    <a:pt x="1616" y="622"/>
                    <a:pt x="1665" y="659"/>
                    <a:pt x="1717" y="675"/>
                  </a:cubicBezTo>
                  <a:cubicBezTo>
                    <a:pt x="1766" y="691"/>
                    <a:pt x="1802" y="707"/>
                    <a:pt x="1851" y="723"/>
                  </a:cubicBezTo>
                  <a:cubicBezTo>
                    <a:pt x="1883" y="739"/>
                    <a:pt x="1919" y="760"/>
                    <a:pt x="1968" y="760"/>
                  </a:cubicBezTo>
                  <a:cubicBezTo>
                    <a:pt x="1935" y="739"/>
                    <a:pt x="1883" y="723"/>
                    <a:pt x="1851" y="707"/>
                  </a:cubicBezTo>
                  <a:cubicBezTo>
                    <a:pt x="1818" y="691"/>
                    <a:pt x="1766" y="675"/>
                    <a:pt x="1733" y="659"/>
                  </a:cubicBezTo>
                  <a:cubicBezTo>
                    <a:pt x="1681" y="638"/>
                    <a:pt x="1616" y="622"/>
                    <a:pt x="1564" y="590"/>
                  </a:cubicBezTo>
                  <a:cubicBezTo>
                    <a:pt x="1548" y="590"/>
                    <a:pt x="1515" y="574"/>
                    <a:pt x="1479" y="558"/>
                  </a:cubicBezTo>
                  <a:cubicBezTo>
                    <a:pt x="1414" y="537"/>
                    <a:pt x="1330" y="505"/>
                    <a:pt x="1245" y="473"/>
                  </a:cubicBezTo>
                  <a:cubicBezTo>
                    <a:pt x="1176" y="436"/>
                    <a:pt x="1128" y="420"/>
                    <a:pt x="1059" y="388"/>
                  </a:cubicBezTo>
                  <a:cubicBezTo>
                    <a:pt x="974" y="372"/>
                    <a:pt x="909" y="335"/>
                    <a:pt x="825" y="303"/>
                  </a:cubicBezTo>
                  <a:cubicBezTo>
                    <a:pt x="740" y="271"/>
                    <a:pt x="655" y="234"/>
                    <a:pt x="570" y="202"/>
                  </a:cubicBezTo>
                  <a:cubicBezTo>
                    <a:pt x="421" y="154"/>
                    <a:pt x="251" y="85"/>
                    <a:pt x="101" y="16"/>
                  </a:cubicBezTo>
                  <a:cubicBezTo>
                    <a:pt x="85" y="16"/>
                    <a:pt x="65" y="0"/>
                    <a:pt x="49" y="0"/>
                  </a:cubicBezTo>
                  <a:close/>
                  <a:moveTo>
                    <a:pt x="1968" y="760"/>
                  </a:moveTo>
                  <a:cubicBezTo>
                    <a:pt x="2069" y="808"/>
                    <a:pt x="2170" y="840"/>
                    <a:pt x="2271" y="893"/>
                  </a:cubicBezTo>
                  <a:cubicBezTo>
                    <a:pt x="2323" y="909"/>
                    <a:pt x="2372" y="925"/>
                    <a:pt x="2408" y="941"/>
                  </a:cubicBezTo>
                  <a:cubicBezTo>
                    <a:pt x="2457" y="962"/>
                    <a:pt x="2489" y="978"/>
                    <a:pt x="2541" y="994"/>
                  </a:cubicBezTo>
                  <a:cubicBezTo>
                    <a:pt x="2659" y="1026"/>
                    <a:pt x="2776" y="1079"/>
                    <a:pt x="2893" y="1127"/>
                  </a:cubicBezTo>
                  <a:cubicBezTo>
                    <a:pt x="2893" y="1127"/>
                    <a:pt x="2913" y="1127"/>
                    <a:pt x="2929" y="1143"/>
                  </a:cubicBezTo>
                  <a:cubicBezTo>
                    <a:pt x="2945" y="1143"/>
                    <a:pt x="2978" y="1164"/>
                    <a:pt x="2994" y="1180"/>
                  </a:cubicBezTo>
                  <a:lnTo>
                    <a:pt x="3014" y="1180"/>
                  </a:lnTo>
                  <a:lnTo>
                    <a:pt x="3014" y="1164"/>
                  </a:lnTo>
                  <a:cubicBezTo>
                    <a:pt x="2978" y="1143"/>
                    <a:pt x="2962" y="1127"/>
                    <a:pt x="2929" y="1127"/>
                  </a:cubicBezTo>
                  <a:cubicBezTo>
                    <a:pt x="2913" y="1127"/>
                    <a:pt x="2893" y="1127"/>
                    <a:pt x="2893" y="1111"/>
                  </a:cubicBezTo>
                  <a:cubicBezTo>
                    <a:pt x="2776" y="1063"/>
                    <a:pt x="2659" y="1026"/>
                    <a:pt x="2541" y="978"/>
                  </a:cubicBezTo>
                  <a:cubicBezTo>
                    <a:pt x="2509" y="962"/>
                    <a:pt x="2457" y="941"/>
                    <a:pt x="2408" y="925"/>
                  </a:cubicBezTo>
                  <a:cubicBezTo>
                    <a:pt x="2372" y="909"/>
                    <a:pt x="2323" y="893"/>
                    <a:pt x="2287" y="877"/>
                  </a:cubicBezTo>
                  <a:cubicBezTo>
                    <a:pt x="2186" y="840"/>
                    <a:pt x="2069" y="792"/>
                    <a:pt x="1968" y="760"/>
                  </a:cubicBezTo>
                  <a:close/>
                  <a:moveTo>
                    <a:pt x="17" y="117"/>
                  </a:moveTo>
                  <a:lnTo>
                    <a:pt x="17" y="388"/>
                  </a:lnTo>
                  <a:lnTo>
                    <a:pt x="17" y="521"/>
                  </a:lnTo>
                  <a:lnTo>
                    <a:pt x="17" y="622"/>
                  </a:lnTo>
                  <a:lnTo>
                    <a:pt x="17" y="723"/>
                  </a:lnTo>
                  <a:lnTo>
                    <a:pt x="17" y="792"/>
                  </a:lnTo>
                  <a:lnTo>
                    <a:pt x="17" y="1026"/>
                  </a:lnTo>
                  <a:lnTo>
                    <a:pt x="17" y="1313"/>
                  </a:lnTo>
                  <a:lnTo>
                    <a:pt x="17" y="1515"/>
                  </a:lnTo>
                  <a:lnTo>
                    <a:pt x="17" y="1531"/>
                  </a:lnTo>
                  <a:lnTo>
                    <a:pt x="33" y="1531"/>
                  </a:lnTo>
                  <a:lnTo>
                    <a:pt x="33" y="1515"/>
                  </a:lnTo>
                  <a:lnTo>
                    <a:pt x="33" y="1313"/>
                  </a:lnTo>
                  <a:lnTo>
                    <a:pt x="33" y="1026"/>
                  </a:lnTo>
                  <a:lnTo>
                    <a:pt x="33" y="792"/>
                  </a:lnTo>
                  <a:lnTo>
                    <a:pt x="33" y="723"/>
                  </a:lnTo>
                  <a:lnTo>
                    <a:pt x="33" y="622"/>
                  </a:lnTo>
                  <a:lnTo>
                    <a:pt x="33" y="521"/>
                  </a:lnTo>
                  <a:lnTo>
                    <a:pt x="33" y="388"/>
                  </a:lnTo>
                  <a:cubicBezTo>
                    <a:pt x="17" y="303"/>
                    <a:pt x="17" y="202"/>
                    <a:pt x="17" y="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2530134" y="674909"/>
              <a:ext cx="33473" cy="10131"/>
            </a:xfrm>
            <a:custGeom>
              <a:avLst/>
              <a:gdLst/>
              <a:ahLst/>
              <a:cxnLst/>
              <a:rect l="l" t="t" r="r" b="b"/>
              <a:pathLst>
                <a:path w="337" h="102" extrusionOk="0">
                  <a:moveTo>
                    <a:pt x="1" y="0"/>
                  </a:moveTo>
                  <a:lnTo>
                    <a:pt x="1" y="20"/>
                  </a:lnTo>
                  <a:cubicBezTo>
                    <a:pt x="49" y="20"/>
                    <a:pt x="82" y="36"/>
                    <a:pt x="118" y="53"/>
                  </a:cubicBezTo>
                  <a:cubicBezTo>
                    <a:pt x="134" y="53"/>
                    <a:pt x="150" y="53"/>
                    <a:pt x="183" y="69"/>
                  </a:cubicBezTo>
                  <a:lnTo>
                    <a:pt x="203" y="69"/>
                  </a:lnTo>
                  <a:cubicBezTo>
                    <a:pt x="251" y="85"/>
                    <a:pt x="284" y="101"/>
                    <a:pt x="320" y="101"/>
                  </a:cubicBezTo>
                  <a:lnTo>
                    <a:pt x="336" y="101"/>
                  </a:lnTo>
                  <a:cubicBezTo>
                    <a:pt x="284" y="85"/>
                    <a:pt x="251" y="69"/>
                    <a:pt x="219" y="53"/>
                  </a:cubicBezTo>
                  <a:lnTo>
                    <a:pt x="183" y="53"/>
                  </a:lnTo>
                  <a:cubicBezTo>
                    <a:pt x="166" y="53"/>
                    <a:pt x="134" y="36"/>
                    <a:pt x="118" y="36"/>
                  </a:cubicBezTo>
                  <a:cubicBezTo>
                    <a:pt x="82" y="20"/>
                    <a:pt x="4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2344396" y="588199"/>
              <a:ext cx="8542" cy="3278"/>
            </a:xfrm>
            <a:custGeom>
              <a:avLst/>
              <a:gdLst/>
              <a:ahLst/>
              <a:cxnLst/>
              <a:rect l="l" t="t" r="r" b="b"/>
              <a:pathLst>
                <a:path w="86" h="33" extrusionOk="0">
                  <a:moveTo>
                    <a:pt x="0" y="1"/>
                  </a:moveTo>
                  <a:cubicBezTo>
                    <a:pt x="0" y="17"/>
                    <a:pt x="17" y="17"/>
                    <a:pt x="33" y="17"/>
                  </a:cubicBezTo>
                  <a:cubicBezTo>
                    <a:pt x="53" y="17"/>
                    <a:pt x="69" y="33"/>
                    <a:pt x="85" y="33"/>
                  </a:cubicBezTo>
                  <a:lnTo>
                    <a:pt x="85" y="17"/>
                  </a:lnTo>
                  <a:cubicBezTo>
                    <a:pt x="69" y="17"/>
                    <a:pt x="53" y="17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1941534" y="372365"/>
              <a:ext cx="6953" cy="352802"/>
            </a:xfrm>
            <a:custGeom>
              <a:avLst/>
              <a:gdLst/>
              <a:ahLst/>
              <a:cxnLst/>
              <a:rect l="l" t="t" r="r" b="b"/>
              <a:pathLst>
                <a:path w="70" h="3552" extrusionOk="0">
                  <a:moveTo>
                    <a:pt x="1" y="0"/>
                  </a:moveTo>
                  <a:lnTo>
                    <a:pt x="1" y="37"/>
                  </a:lnTo>
                  <a:cubicBezTo>
                    <a:pt x="17" y="53"/>
                    <a:pt x="17" y="85"/>
                    <a:pt x="17" y="117"/>
                  </a:cubicBezTo>
                  <a:cubicBezTo>
                    <a:pt x="33" y="85"/>
                    <a:pt x="33" y="53"/>
                    <a:pt x="17" y="16"/>
                  </a:cubicBezTo>
                  <a:lnTo>
                    <a:pt x="33" y="0"/>
                  </a:lnTo>
                  <a:close/>
                  <a:moveTo>
                    <a:pt x="17" y="154"/>
                  </a:moveTo>
                  <a:lnTo>
                    <a:pt x="17" y="303"/>
                  </a:lnTo>
                  <a:cubicBezTo>
                    <a:pt x="33" y="255"/>
                    <a:pt x="33" y="202"/>
                    <a:pt x="17" y="154"/>
                  </a:cubicBezTo>
                  <a:close/>
                  <a:moveTo>
                    <a:pt x="17" y="303"/>
                  </a:moveTo>
                  <a:lnTo>
                    <a:pt x="17" y="441"/>
                  </a:lnTo>
                  <a:lnTo>
                    <a:pt x="17" y="574"/>
                  </a:lnTo>
                  <a:lnTo>
                    <a:pt x="17" y="744"/>
                  </a:lnTo>
                  <a:lnTo>
                    <a:pt x="17" y="845"/>
                  </a:lnTo>
                  <a:lnTo>
                    <a:pt x="17" y="909"/>
                  </a:lnTo>
                  <a:lnTo>
                    <a:pt x="17" y="946"/>
                  </a:lnTo>
                  <a:lnTo>
                    <a:pt x="17" y="1095"/>
                  </a:lnTo>
                  <a:lnTo>
                    <a:pt x="17" y="1164"/>
                  </a:lnTo>
                  <a:lnTo>
                    <a:pt x="17" y="1281"/>
                  </a:lnTo>
                  <a:lnTo>
                    <a:pt x="17" y="1467"/>
                  </a:lnTo>
                  <a:cubicBezTo>
                    <a:pt x="17" y="1531"/>
                    <a:pt x="17" y="1600"/>
                    <a:pt x="33" y="1652"/>
                  </a:cubicBezTo>
                  <a:lnTo>
                    <a:pt x="33" y="1467"/>
                  </a:lnTo>
                  <a:lnTo>
                    <a:pt x="33" y="1281"/>
                  </a:lnTo>
                  <a:lnTo>
                    <a:pt x="33" y="1164"/>
                  </a:lnTo>
                  <a:lnTo>
                    <a:pt x="33" y="1095"/>
                  </a:lnTo>
                  <a:lnTo>
                    <a:pt x="33" y="925"/>
                  </a:lnTo>
                  <a:lnTo>
                    <a:pt x="33" y="909"/>
                  </a:lnTo>
                  <a:lnTo>
                    <a:pt x="33" y="845"/>
                  </a:lnTo>
                  <a:lnTo>
                    <a:pt x="33" y="744"/>
                  </a:lnTo>
                  <a:lnTo>
                    <a:pt x="33" y="574"/>
                  </a:lnTo>
                  <a:lnTo>
                    <a:pt x="33" y="441"/>
                  </a:lnTo>
                  <a:cubicBezTo>
                    <a:pt x="17" y="388"/>
                    <a:pt x="17" y="356"/>
                    <a:pt x="17" y="303"/>
                  </a:cubicBezTo>
                  <a:close/>
                  <a:moveTo>
                    <a:pt x="33" y="1717"/>
                  </a:moveTo>
                  <a:lnTo>
                    <a:pt x="33" y="1834"/>
                  </a:lnTo>
                  <a:lnTo>
                    <a:pt x="33" y="1887"/>
                  </a:lnTo>
                  <a:lnTo>
                    <a:pt x="33" y="1919"/>
                  </a:lnTo>
                  <a:lnTo>
                    <a:pt x="33" y="2073"/>
                  </a:lnTo>
                  <a:lnTo>
                    <a:pt x="33" y="2323"/>
                  </a:lnTo>
                  <a:lnTo>
                    <a:pt x="33" y="2541"/>
                  </a:lnTo>
                  <a:lnTo>
                    <a:pt x="33" y="2743"/>
                  </a:lnTo>
                  <a:cubicBezTo>
                    <a:pt x="49" y="2929"/>
                    <a:pt x="49" y="3099"/>
                    <a:pt x="49" y="3284"/>
                  </a:cubicBezTo>
                  <a:lnTo>
                    <a:pt x="49" y="2743"/>
                  </a:lnTo>
                  <a:lnTo>
                    <a:pt x="49" y="2541"/>
                  </a:lnTo>
                  <a:lnTo>
                    <a:pt x="49" y="2323"/>
                  </a:lnTo>
                  <a:lnTo>
                    <a:pt x="49" y="2073"/>
                  </a:lnTo>
                  <a:lnTo>
                    <a:pt x="49" y="1919"/>
                  </a:lnTo>
                  <a:lnTo>
                    <a:pt x="49" y="1887"/>
                  </a:lnTo>
                  <a:lnTo>
                    <a:pt x="49" y="1834"/>
                  </a:lnTo>
                  <a:cubicBezTo>
                    <a:pt x="33" y="1802"/>
                    <a:pt x="33" y="1753"/>
                    <a:pt x="33" y="1717"/>
                  </a:cubicBezTo>
                  <a:close/>
                  <a:moveTo>
                    <a:pt x="49" y="3284"/>
                  </a:moveTo>
                  <a:lnTo>
                    <a:pt x="49" y="3470"/>
                  </a:lnTo>
                  <a:lnTo>
                    <a:pt x="49" y="3551"/>
                  </a:lnTo>
                  <a:lnTo>
                    <a:pt x="69" y="3551"/>
                  </a:lnTo>
                  <a:lnTo>
                    <a:pt x="69" y="3470"/>
                  </a:lnTo>
                  <a:cubicBezTo>
                    <a:pt x="69" y="3418"/>
                    <a:pt x="49" y="3349"/>
                    <a:pt x="49" y="32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1672363" y="649979"/>
              <a:ext cx="63469" cy="40227"/>
            </a:xfrm>
            <a:custGeom>
              <a:avLst/>
              <a:gdLst/>
              <a:ahLst/>
              <a:cxnLst/>
              <a:rect l="l" t="t" r="r" b="b"/>
              <a:pathLst>
                <a:path w="639" h="405" extrusionOk="0">
                  <a:moveTo>
                    <a:pt x="622" y="1"/>
                  </a:moveTo>
                  <a:cubicBezTo>
                    <a:pt x="590" y="1"/>
                    <a:pt x="557" y="33"/>
                    <a:pt x="521" y="49"/>
                  </a:cubicBezTo>
                  <a:lnTo>
                    <a:pt x="505" y="69"/>
                  </a:lnTo>
                  <a:cubicBezTo>
                    <a:pt x="420" y="118"/>
                    <a:pt x="355" y="170"/>
                    <a:pt x="287" y="203"/>
                  </a:cubicBezTo>
                  <a:cubicBezTo>
                    <a:pt x="271" y="219"/>
                    <a:pt x="234" y="235"/>
                    <a:pt x="218" y="251"/>
                  </a:cubicBezTo>
                  <a:cubicBezTo>
                    <a:pt x="170" y="287"/>
                    <a:pt x="117" y="320"/>
                    <a:pt x="69" y="352"/>
                  </a:cubicBezTo>
                  <a:lnTo>
                    <a:pt x="16" y="388"/>
                  </a:lnTo>
                  <a:lnTo>
                    <a:pt x="0" y="405"/>
                  </a:lnTo>
                  <a:lnTo>
                    <a:pt x="16" y="405"/>
                  </a:lnTo>
                  <a:lnTo>
                    <a:pt x="85" y="372"/>
                  </a:lnTo>
                  <a:cubicBezTo>
                    <a:pt x="133" y="336"/>
                    <a:pt x="170" y="304"/>
                    <a:pt x="218" y="271"/>
                  </a:cubicBezTo>
                  <a:cubicBezTo>
                    <a:pt x="254" y="251"/>
                    <a:pt x="271" y="235"/>
                    <a:pt x="303" y="219"/>
                  </a:cubicBezTo>
                  <a:cubicBezTo>
                    <a:pt x="372" y="170"/>
                    <a:pt x="436" y="118"/>
                    <a:pt x="505" y="86"/>
                  </a:cubicBezTo>
                  <a:cubicBezTo>
                    <a:pt x="521" y="69"/>
                    <a:pt x="521" y="69"/>
                    <a:pt x="537" y="49"/>
                  </a:cubicBezTo>
                  <a:cubicBezTo>
                    <a:pt x="574" y="33"/>
                    <a:pt x="590" y="17"/>
                    <a:pt x="622" y="17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1675542" y="576578"/>
              <a:ext cx="62277" cy="43405"/>
            </a:xfrm>
            <a:custGeom>
              <a:avLst/>
              <a:gdLst/>
              <a:ahLst/>
              <a:cxnLst/>
              <a:rect l="l" t="t" r="r" b="b"/>
              <a:pathLst>
                <a:path w="627" h="437" extrusionOk="0">
                  <a:moveTo>
                    <a:pt x="606" y="0"/>
                  </a:moveTo>
                  <a:cubicBezTo>
                    <a:pt x="590" y="0"/>
                    <a:pt x="574" y="17"/>
                    <a:pt x="542" y="33"/>
                  </a:cubicBezTo>
                  <a:lnTo>
                    <a:pt x="542" y="49"/>
                  </a:lnTo>
                  <a:cubicBezTo>
                    <a:pt x="404" y="134"/>
                    <a:pt x="271" y="235"/>
                    <a:pt x="138" y="336"/>
                  </a:cubicBezTo>
                  <a:lnTo>
                    <a:pt x="21" y="421"/>
                  </a:lnTo>
                  <a:lnTo>
                    <a:pt x="0" y="437"/>
                  </a:lnTo>
                  <a:lnTo>
                    <a:pt x="21" y="437"/>
                  </a:lnTo>
                  <a:lnTo>
                    <a:pt x="138" y="352"/>
                  </a:lnTo>
                  <a:cubicBezTo>
                    <a:pt x="271" y="251"/>
                    <a:pt x="404" y="150"/>
                    <a:pt x="558" y="49"/>
                  </a:cubicBezTo>
                  <a:cubicBezTo>
                    <a:pt x="574" y="33"/>
                    <a:pt x="590" y="17"/>
                    <a:pt x="626" y="17"/>
                  </a:cubicBezTo>
                  <a:lnTo>
                    <a:pt x="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2269406" y="422525"/>
              <a:ext cx="91975" cy="36949"/>
            </a:xfrm>
            <a:custGeom>
              <a:avLst/>
              <a:gdLst/>
              <a:ahLst/>
              <a:cxnLst/>
              <a:rect l="l" t="t" r="r" b="b"/>
              <a:pathLst>
                <a:path w="926" h="372" extrusionOk="0">
                  <a:moveTo>
                    <a:pt x="0" y="0"/>
                  </a:moveTo>
                  <a:lnTo>
                    <a:pt x="0" y="16"/>
                  </a:lnTo>
                  <a:cubicBezTo>
                    <a:pt x="49" y="37"/>
                    <a:pt x="81" y="53"/>
                    <a:pt x="117" y="53"/>
                  </a:cubicBezTo>
                  <a:cubicBezTo>
                    <a:pt x="81" y="37"/>
                    <a:pt x="49" y="16"/>
                    <a:pt x="0" y="0"/>
                  </a:cubicBezTo>
                  <a:close/>
                  <a:moveTo>
                    <a:pt x="117" y="53"/>
                  </a:moveTo>
                  <a:cubicBezTo>
                    <a:pt x="133" y="69"/>
                    <a:pt x="149" y="69"/>
                    <a:pt x="166" y="85"/>
                  </a:cubicBezTo>
                  <a:cubicBezTo>
                    <a:pt x="202" y="85"/>
                    <a:pt x="234" y="101"/>
                    <a:pt x="283" y="117"/>
                  </a:cubicBezTo>
                  <a:cubicBezTo>
                    <a:pt x="319" y="138"/>
                    <a:pt x="351" y="154"/>
                    <a:pt x="404" y="170"/>
                  </a:cubicBezTo>
                  <a:cubicBezTo>
                    <a:pt x="521" y="218"/>
                    <a:pt x="638" y="271"/>
                    <a:pt x="739" y="303"/>
                  </a:cubicBezTo>
                  <a:cubicBezTo>
                    <a:pt x="788" y="319"/>
                    <a:pt x="824" y="340"/>
                    <a:pt x="856" y="356"/>
                  </a:cubicBezTo>
                  <a:cubicBezTo>
                    <a:pt x="873" y="356"/>
                    <a:pt x="909" y="356"/>
                    <a:pt x="925" y="372"/>
                  </a:cubicBezTo>
                  <a:lnTo>
                    <a:pt x="925" y="356"/>
                  </a:lnTo>
                  <a:cubicBezTo>
                    <a:pt x="909" y="356"/>
                    <a:pt x="889" y="340"/>
                    <a:pt x="873" y="340"/>
                  </a:cubicBezTo>
                  <a:cubicBezTo>
                    <a:pt x="824" y="319"/>
                    <a:pt x="788" y="303"/>
                    <a:pt x="755" y="287"/>
                  </a:cubicBezTo>
                  <a:cubicBezTo>
                    <a:pt x="638" y="255"/>
                    <a:pt x="521" y="202"/>
                    <a:pt x="404" y="154"/>
                  </a:cubicBezTo>
                  <a:cubicBezTo>
                    <a:pt x="368" y="138"/>
                    <a:pt x="319" y="117"/>
                    <a:pt x="283" y="101"/>
                  </a:cubicBezTo>
                  <a:cubicBezTo>
                    <a:pt x="250" y="101"/>
                    <a:pt x="202" y="85"/>
                    <a:pt x="166" y="69"/>
                  </a:cubicBezTo>
                  <a:cubicBezTo>
                    <a:pt x="149" y="69"/>
                    <a:pt x="133" y="53"/>
                    <a:pt x="117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2558243" y="482716"/>
              <a:ext cx="67144" cy="359556"/>
            </a:xfrm>
            <a:custGeom>
              <a:avLst/>
              <a:gdLst/>
              <a:ahLst/>
              <a:cxnLst/>
              <a:rect l="l" t="t" r="r" b="b"/>
              <a:pathLst>
                <a:path w="676" h="3620" extrusionOk="0">
                  <a:moveTo>
                    <a:pt x="1" y="0"/>
                  </a:moveTo>
                  <a:cubicBezTo>
                    <a:pt x="21" y="0"/>
                    <a:pt x="53" y="16"/>
                    <a:pt x="69" y="16"/>
                  </a:cubicBezTo>
                  <a:cubicBezTo>
                    <a:pt x="53" y="0"/>
                    <a:pt x="37" y="0"/>
                    <a:pt x="1" y="0"/>
                  </a:cubicBezTo>
                  <a:close/>
                  <a:moveTo>
                    <a:pt x="69" y="16"/>
                  </a:moveTo>
                  <a:cubicBezTo>
                    <a:pt x="69" y="36"/>
                    <a:pt x="85" y="36"/>
                    <a:pt x="85" y="36"/>
                  </a:cubicBezTo>
                  <a:cubicBezTo>
                    <a:pt x="122" y="53"/>
                    <a:pt x="154" y="69"/>
                    <a:pt x="186" y="69"/>
                  </a:cubicBezTo>
                  <a:cubicBezTo>
                    <a:pt x="154" y="53"/>
                    <a:pt x="122" y="36"/>
                    <a:pt x="102" y="16"/>
                  </a:cubicBezTo>
                  <a:close/>
                  <a:moveTo>
                    <a:pt x="186" y="69"/>
                  </a:moveTo>
                  <a:cubicBezTo>
                    <a:pt x="203" y="85"/>
                    <a:pt x="223" y="85"/>
                    <a:pt x="239" y="101"/>
                  </a:cubicBezTo>
                  <a:cubicBezTo>
                    <a:pt x="255" y="101"/>
                    <a:pt x="271" y="137"/>
                    <a:pt x="271" y="154"/>
                  </a:cubicBezTo>
                  <a:cubicBezTo>
                    <a:pt x="271" y="271"/>
                    <a:pt x="287" y="356"/>
                    <a:pt x="304" y="440"/>
                  </a:cubicBezTo>
                  <a:cubicBezTo>
                    <a:pt x="304" y="356"/>
                    <a:pt x="287" y="255"/>
                    <a:pt x="287" y="154"/>
                  </a:cubicBezTo>
                  <a:cubicBezTo>
                    <a:pt x="271" y="117"/>
                    <a:pt x="271" y="101"/>
                    <a:pt x="239" y="85"/>
                  </a:cubicBezTo>
                  <a:cubicBezTo>
                    <a:pt x="223" y="69"/>
                    <a:pt x="203" y="69"/>
                    <a:pt x="186" y="69"/>
                  </a:cubicBezTo>
                  <a:close/>
                  <a:moveTo>
                    <a:pt x="304" y="440"/>
                  </a:moveTo>
                  <a:lnTo>
                    <a:pt x="304" y="558"/>
                  </a:lnTo>
                  <a:cubicBezTo>
                    <a:pt x="324" y="590"/>
                    <a:pt x="324" y="622"/>
                    <a:pt x="324" y="659"/>
                  </a:cubicBezTo>
                  <a:cubicBezTo>
                    <a:pt x="324" y="691"/>
                    <a:pt x="324" y="707"/>
                    <a:pt x="340" y="743"/>
                  </a:cubicBezTo>
                  <a:lnTo>
                    <a:pt x="340" y="659"/>
                  </a:lnTo>
                  <a:cubicBezTo>
                    <a:pt x="340" y="622"/>
                    <a:pt x="324" y="590"/>
                    <a:pt x="324" y="558"/>
                  </a:cubicBezTo>
                  <a:cubicBezTo>
                    <a:pt x="324" y="505"/>
                    <a:pt x="324" y="473"/>
                    <a:pt x="304" y="440"/>
                  </a:cubicBezTo>
                  <a:close/>
                  <a:moveTo>
                    <a:pt x="340" y="743"/>
                  </a:moveTo>
                  <a:lnTo>
                    <a:pt x="340" y="824"/>
                  </a:lnTo>
                  <a:cubicBezTo>
                    <a:pt x="356" y="861"/>
                    <a:pt x="356" y="893"/>
                    <a:pt x="356" y="925"/>
                  </a:cubicBezTo>
                  <a:lnTo>
                    <a:pt x="356" y="994"/>
                  </a:lnTo>
                  <a:cubicBezTo>
                    <a:pt x="372" y="1095"/>
                    <a:pt x="372" y="1180"/>
                    <a:pt x="388" y="1265"/>
                  </a:cubicBezTo>
                  <a:cubicBezTo>
                    <a:pt x="405" y="1329"/>
                    <a:pt x="405" y="1398"/>
                    <a:pt x="425" y="1467"/>
                  </a:cubicBezTo>
                  <a:cubicBezTo>
                    <a:pt x="425" y="1398"/>
                    <a:pt x="405" y="1329"/>
                    <a:pt x="405" y="1265"/>
                  </a:cubicBezTo>
                  <a:cubicBezTo>
                    <a:pt x="388" y="1164"/>
                    <a:pt x="388" y="1079"/>
                    <a:pt x="372" y="994"/>
                  </a:cubicBezTo>
                  <a:lnTo>
                    <a:pt x="372" y="925"/>
                  </a:lnTo>
                  <a:cubicBezTo>
                    <a:pt x="372" y="893"/>
                    <a:pt x="356" y="861"/>
                    <a:pt x="356" y="824"/>
                  </a:cubicBezTo>
                  <a:cubicBezTo>
                    <a:pt x="356" y="792"/>
                    <a:pt x="356" y="776"/>
                    <a:pt x="340" y="743"/>
                  </a:cubicBezTo>
                  <a:close/>
                  <a:moveTo>
                    <a:pt x="425" y="1467"/>
                  </a:moveTo>
                  <a:cubicBezTo>
                    <a:pt x="425" y="1551"/>
                    <a:pt x="441" y="1632"/>
                    <a:pt x="441" y="1701"/>
                  </a:cubicBezTo>
                  <a:cubicBezTo>
                    <a:pt x="441" y="1753"/>
                    <a:pt x="457" y="1818"/>
                    <a:pt x="457" y="1870"/>
                  </a:cubicBezTo>
                  <a:cubicBezTo>
                    <a:pt x="457" y="1887"/>
                    <a:pt x="457" y="1919"/>
                    <a:pt x="473" y="1935"/>
                  </a:cubicBezTo>
                  <a:lnTo>
                    <a:pt x="473" y="1854"/>
                  </a:lnTo>
                  <a:cubicBezTo>
                    <a:pt x="457" y="1802"/>
                    <a:pt x="457" y="1753"/>
                    <a:pt x="457" y="1701"/>
                  </a:cubicBezTo>
                  <a:cubicBezTo>
                    <a:pt x="441" y="1632"/>
                    <a:pt x="441" y="1551"/>
                    <a:pt x="425" y="1467"/>
                  </a:cubicBezTo>
                  <a:close/>
                  <a:moveTo>
                    <a:pt x="473" y="1935"/>
                  </a:moveTo>
                  <a:cubicBezTo>
                    <a:pt x="473" y="2004"/>
                    <a:pt x="473" y="2089"/>
                    <a:pt x="489" y="2157"/>
                  </a:cubicBezTo>
                  <a:cubicBezTo>
                    <a:pt x="506" y="2206"/>
                    <a:pt x="506" y="2258"/>
                    <a:pt x="506" y="2323"/>
                  </a:cubicBezTo>
                  <a:cubicBezTo>
                    <a:pt x="526" y="2359"/>
                    <a:pt x="526" y="2392"/>
                    <a:pt x="526" y="2440"/>
                  </a:cubicBezTo>
                  <a:cubicBezTo>
                    <a:pt x="526" y="2476"/>
                    <a:pt x="526" y="2509"/>
                    <a:pt x="542" y="2525"/>
                  </a:cubicBezTo>
                  <a:lnTo>
                    <a:pt x="542" y="2440"/>
                  </a:lnTo>
                  <a:cubicBezTo>
                    <a:pt x="542" y="2392"/>
                    <a:pt x="526" y="2359"/>
                    <a:pt x="526" y="2323"/>
                  </a:cubicBezTo>
                  <a:cubicBezTo>
                    <a:pt x="526" y="2258"/>
                    <a:pt x="506" y="2206"/>
                    <a:pt x="506" y="2157"/>
                  </a:cubicBezTo>
                  <a:cubicBezTo>
                    <a:pt x="489" y="2072"/>
                    <a:pt x="489" y="2004"/>
                    <a:pt x="473" y="1935"/>
                  </a:cubicBezTo>
                  <a:close/>
                  <a:moveTo>
                    <a:pt x="542" y="2525"/>
                  </a:moveTo>
                  <a:cubicBezTo>
                    <a:pt x="542" y="2626"/>
                    <a:pt x="558" y="2727"/>
                    <a:pt x="558" y="2812"/>
                  </a:cubicBezTo>
                  <a:cubicBezTo>
                    <a:pt x="574" y="2897"/>
                    <a:pt x="590" y="2981"/>
                    <a:pt x="590" y="3082"/>
                  </a:cubicBezTo>
                  <a:cubicBezTo>
                    <a:pt x="607" y="3131"/>
                    <a:pt x="607" y="3167"/>
                    <a:pt x="607" y="3216"/>
                  </a:cubicBezTo>
                  <a:cubicBezTo>
                    <a:pt x="627" y="3284"/>
                    <a:pt x="627" y="3333"/>
                    <a:pt x="643" y="3402"/>
                  </a:cubicBezTo>
                  <a:cubicBezTo>
                    <a:pt x="643" y="3333"/>
                    <a:pt x="627" y="3284"/>
                    <a:pt x="627" y="3216"/>
                  </a:cubicBezTo>
                  <a:cubicBezTo>
                    <a:pt x="627" y="3167"/>
                    <a:pt x="607" y="3115"/>
                    <a:pt x="607" y="3082"/>
                  </a:cubicBezTo>
                  <a:cubicBezTo>
                    <a:pt x="590" y="2981"/>
                    <a:pt x="590" y="2897"/>
                    <a:pt x="574" y="2812"/>
                  </a:cubicBezTo>
                  <a:cubicBezTo>
                    <a:pt x="574" y="2727"/>
                    <a:pt x="558" y="2626"/>
                    <a:pt x="542" y="2525"/>
                  </a:cubicBezTo>
                  <a:close/>
                  <a:moveTo>
                    <a:pt x="643" y="3402"/>
                  </a:moveTo>
                  <a:lnTo>
                    <a:pt x="643" y="3486"/>
                  </a:lnTo>
                  <a:cubicBezTo>
                    <a:pt x="643" y="3519"/>
                    <a:pt x="659" y="3551"/>
                    <a:pt x="659" y="3587"/>
                  </a:cubicBezTo>
                  <a:lnTo>
                    <a:pt x="659" y="3604"/>
                  </a:lnTo>
                  <a:lnTo>
                    <a:pt x="675" y="3587"/>
                  </a:lnTo>
                  <a:cubicBezTo>
                    <a:pt x="659" y="3551"/>
                    <a:pt x="659" y="3519"/>
                    <a:pt x="659" y="3486"/>
                  </a:cubicBezTo>
                  <a:cubicBezTo>
                    <a:pt x="659" y="3450"/>
                    <a:pt x="659" y="3434"/>
                    <a:pt x="643" y="3402"/>
                  </a:cubicBezTo>
                  <a:close/>
                  <a:moveTo>
                    <a:pt x="643" y="3604"/>
                  </a:moveTo>
                  <a:lnTo>
                    <a:pt x="659" y="3620"/>
                  </a:lnTo>
                  <a:lnTo>
                    <a:pt x="659" y="36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2601946" y="623161"/>
              <a:ext cx="31883" cy="15296"/>
            </a:xfrm>
            <a:custGeom>
              <a:avLst/>
              <a:gdLst/>
              <a:ahLst/>
              <a:cxnLst/>
              <a:rect l="l" t="t" r="r" b="b"/>
              <a:pathLst>
                <a:path w="321" h="154" extrusionOk="0">
                  <a:moveTo>
                    <a:pt x="320" y="0"/>
                  </a:moveTo>
                  <a:cubicBezTo>
                    <a:pt x="288" y="0"/>
                    <a:pt x="268" y="16"/>
                    <a:pt x="235" y="36"/>
                  </a:cubicBezTo>
                  <a:lnTo>
                    <a:pt x="219" y="36"/>
                  </a:lnTo>
                  <a:cubicBezTo>
                    <a:pt x="187" y="53"/>
                    <a:pt x="134" y="85"/>
                    <a:pt x="102" y="101"/>
                  </a:cubicBezTo>
                  <a:cubicBezTo>
                    <a:pt x="86" y="101"/>
                    <a:pt x="66" y="117"/>
                    <a:pt x="33" y="137"/>
                  </a:cubicBezTo>
                  <a:lnTo>
                    <a:pt x="1" y="137"/>
                  </a:lnTo>
                  <a:lnTo>
                    <a:pt x="1" y="154"/>
                  </a:lnTo>
                  <a:lnTo>
                    <a:pt x="17" y="154"/>
                  </a:lnTo>
                  <a:cubicBezTo>
                    <a:pt x="33" y="154"/>
                    <a:pt x="33" y="154"/>
                    <a:pt x="49" y="137"/>
                  </a:cubicBezTo>
                  <a:cubicBezTo>
                    <a:pt x="66" y="137"/>
                    <a:pt x="86" y="117"/>
                    <a:pt x="118" y="101"/>
                  </a:cubicBezTo>
                  <a:cubicBezTo>
                    <a:pt x="150" y="85"/>
                    <a:pt x="187" y="69"/>
                    <a:pt x="219" y="53"/>
                  </a:cubicBezTo>
                  <a:cubicBezTo>
                    <a:pt x="235" y="53"/>
                    <a:pt x="235" y="53"/>
                    <a:pt x="251" y="36"/>
                  </a:cubicBezTo>
                  <a:cubicBezTo>
                    <a:pt x="268" y="36"/>
                    <a:pt x="288" y="16"/>
                    <a:pt x="320" y="16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1948387" y="795291"/>
              <a:ext cx="244042" cy="67044"/>
            </a:xfrm>
            <a:custGeom>
              <a:avLst/>
              <a:gdLst/>
              <a:ahLst/>
              <a:cxnLst/>
              <a:rect l="l" t="t" r="r" b="b"/>
              <a:pathLst>
                <a:path w="2457" h="675" extrusionOk="0">
                  <a:moveTo>
                    <a:pt x="0" y="0"/>
                  </a:moveTo>
                  <a:lnTo>
                    <a:pt x="0" y="20"/>
                  </a:lnTo>
                  <a:lnTo>
                    <a:pt x="49" y="20"/>
                  </a:lnTo>
                  <a:cubicBezTo>
                    <a:pt x="134" y="36"/>
                    <a:pt x="202" y="53"/>
                    <a:pt x="283" y="85"/>
                  </a:cubicBezTo>
                  <a:cubicBezTo>
                    <a:pt x="368" y="101"/>
                    <a:pt x="469" y="137"/>
                    <a:pt x="554" y="154"/>
                  </a:cubicBezTo>
                  <a:cubicBezTo>
                    <a:pt x="622" y="170"/>
                    <a:pt x="671" y="186"/>
                    <a:pt x="740" y="202"/>
                  </a:cubicBezTo>
                  <a:lnTo>
                    <a:pt x="788" y="222"/>
                  </a:lnTo>
                  <a:cubicBezTo>
                    <a:pt x="873" y="238"/>
                    <a:pt x="974" y="271"/>
                    <a:pt x="1059" y="287"/>
                  </a:cubicBezTo>
                  <a:cubicBezTo>
                    <a:pt x="1091" y="303"/>
                    <a:pt x="1144" y="303"/>
                    <a:pt x="1176" y="323"/>
                  </a:cubicBezTo>
                  <a:cubicBezTo>
                    <a:pt x="1212" y="339"/>
                    <a:pt x="1245" y="339"/>
                    <a:pt x="1277" y="356"/>
                  </a:cubicBezTo>
                  <a:cubicBezTo>
                    <a:pt x="1378" y="372"/>
                    <a:pt x="1479" y="404"/>
                    <a:pt x="1580" y="440"/>
                  </a:cubicBezTo>
                  <a:lnTo>
                    <a:pt x="1648" y="440"/>
                  </a:lnTo>
                  <a:lnTo>
                    <a:pt x="1596" y="424"/>
                  </a:lnTo>
                  <a:cubicBezTo>
                    <a:pt x="1495" y="388"/>
                    <a:pt x="1378" y="372"/>
                    <a:pt x="1277" y="339"/>
                  </a:cubicBezTo>
                  <a:cubicBezTo>
                    <a:pt x="1245" y="323"/>
                    <a:pt x="1212" y="323"/>
                    <a:pt x="1176" y="303"/>
                  </a:cubicBezTo>
                  <a:cubicBezTo>
                    <a:pt x="1144" y="303"/>
                    <a:pt x="1111" y="287"/>
                    <a:pt x="1059" y="271"/>
                  </a:cubicBezTo>
                  <a:cubicBezTo>
                    <a:pt x="974" y="255"/>
                    <a:pt x="873" y="222"/>
                    <a:pt x="788" y="202"/>
                  </a:cubicBezTo>
                  <a:lnTo>
                    <a:pt x="740" y="186"/>
                  </a:lnTo>
                  <a:cubicBezTo>
                    <a:pt x="687" y="170"/>
                    <a:pt x="622" y="154"/>
                    <a:pt x="554" y="137"/>
                  </a:cubicBezTo>
                  <a:cubicBezTo>
                    <a:pt x="469" y="121"/>
                    <a:pt x="368" y="85"/>
                    <a:pt x="283" y="69"/>
                  </a:cubicBezTo>
                  <a:cubicBezTo>
                    <a:pt x="218" y="53"/>
                    <a:pt x="134" y="20"/>
                    <a:pt x="65" y="0"/>
                  </a:cubicBezTo>
                  <a:close/>
                  <a:moveTo>
                    <a:pt x="1648" y="440"/>
                  </a:moveTo>
                  <a:cubicBezTo>
                    <a:pt x="1681" y="457"/>
                    <a:pt x="1717" y="473"/>
                    <a:pt x="1749" y="473"/>
                  </a:cubicBezTo>
                  <a:cubicBezTo>
                    <a:pt x="1798" y="489"/>
                    <a:pt x="1834" y="505"/>
                    <a:pt x="1883" y="505"/>
                  </a:cubicBezTo>
                  <a:cubicBezTo>
                    <a:pt x="1919" y="525"/>
                    <a:pt x="1951" y="525"/>
                    <a:pt x="1984" y="541"/>
                  </a:cubicBezTo>
                  <a:cubicBezTo>
                    <a:pt x="2036" y="558"/>
                    <a:pt x="2085" y="574"/>
                    <a:pt x="2153" y="574"/>
                  </a:cubicBezTo>
                  <a:cubicBezTo>
                    <a:pt x="2101" y="558"/>
                    <a:pt x="2036" y="541"/>
                    <a:pt x="1984" y="525"/>
                  </a:cubicBezTo>
                  <a:cubicBezTo>
                    <a:pt x="1951" y="505"/>
                    <a:pt x="1919" y="505"/>
                    <a:pt x="1883" y="489"/>
                  </a:cubicBezTo>
                  <a:cubicBezTo>
                    <a:pt x="1850" y="489"/>
                    <a:pt x="1798" y="473"/>
                    <a:pt x="1766" y="457"/>
                  </a:cubicBezTo>
                  <a:cubicBezTo>
                    <a:pt x="1717" y="457"/>
                    <a:pt x="1681" y="440"/>
                    <a:pt x="1648" y="440"/>
                  </a:cubicBezTo>
                  <a:close/>
                  <a:moveTo>
                    <a:pt x="2153" y="574"/>
                  </a:moveTo>
                  <a:cubicBezTo>
                    <a:pt x="2186" y="590"/>
                    <a:pt x="2238" y="606"/>
                    <a:pt x="2287" y="626"/>
                  </a:cubicBezTo>
                  <a:lnTo>
                    <a:pt x="2339" y="626"/>
                  </a:lnTo>
                  <a:cubicBezTo>
                    <a:pt x="2323" y="606"/>
                    <a:pt x="2303" y="606"/>
                    <a:pt x="2287" y="606"/>
                  </a:cubicBezTo>
                  <a:cubicBezTo>
                    <a:pt x="2238" y="590"/>
                    <a:pt x="2186" y="574"/>
                    <a:pt x="2153" y="574"/>
                  </a:cubicBezTo>
                  <a:close/>
                  <a:moveTo>
                    <a:pt x="2339" y="626"/>
                  </a:moveTo>
                  <a:cubicBezTo>
                    <a:pt x="2388" y="642"/>
                    <a:pt x="2424" y="642"/>
                    <a:pt x="2456" y="675"/>
                  </a:cubicBezTo>
                  <a:lnTo>
                    <a:pt x="2456" y="659"/>
                  </a:lnTo>
                  <a:cubicBezTo>
                    <a:pt x="2424" y="642"/>
                    <a:pt x="2388" y="626"/>
                    <a:pt x="2339" y="6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2387702" y="763507"/>
              <a:ext cx="6953" cy="57112"/>
            </a:xfrm>
            <a:custGeom>
              <a:avLst/>
              <a:gdLst/>
              <a:ahLst/>
              <a:cxnLst/>
              <a:rect l="l" t="t" r="r" b="b"/>
              <a:pathLst>
                <a:path w="70" h="575" extrusionOk="0">
                  <a:moveTo>
                    <a:pt x="1" y="1"/>
                  </a:moveTo>
                  <a:lnTo>
                    <a:pt x="1" y="17"/>
                  </a:lnTo>
                  <a:cubicBezTo>
                    <a:pt x="21" y="17"/>
                    <a:pt x="21" y="37"/>
                    <a:pt x="21" y="53"/>
                  </a:cubicBezTo>
                  <a:cubicBezTo>
                    <a:pt x="21" y="37"/>
                    <a:pt x="37" y="1"/>
                    <a:pt x="1" y="1"/>
                  </a:cubicBezTo>
                  <a:close/>
                  <a:moveTo>
                    <a:pt x="21" y="53"/>
                  </a:moveTo>
                  <a:lnTo>
                    <a:pt x="21" y="154"/>
                  </a:lnTo>
                  <a:lnTo>
                    <a:pt x="21" y="219"/>
                  </a:lnTo>
                  <a:cubicBezTo>
                    <a:pt x="21" y="255"/>
                    <a:pt x="37" y="288"/>
                    <a:pt x="37" y="320"/>
                  </a:cubicBezTo>
                  <a:lnTo>
                    <a:pt x="37" y="373"/>
                  </a:lnTo>
                  <a:lnTo>
                    <a:pt x="37" y="441"/>
                  </a:lnTo>
                  <a:lnTo>
                    <a:pt x="37" y="474"/>
                  </a:lnTo>
                  <a:cubicBezTo>
                    <a:pt x="37" y="490"/>
                    <a:pt x="37" y="506"/>
                    <a:pt x="53" y="522"/>
                  </a:cubicBezTo>
                  <a:lnTo>
                    <a:pt x="53" y="558"/>
                  </a:lnTo>
                  <a:lnTo>
                    <a:pt x="53" y="575"/>
                  </a:lnTo>
                  <a:lnTo>
                    <a:pt x="69" y="558"/>
                  </a:lnTo>
                  <a:cubicBezTo>
                    <a:pt x="69" y="542"/>
                    <a:pt x="69" y="522"/>
                    <a:pt x="53" y="506"/>
                  </a:cubicBezTo>
                  <a:lnTo>
                    <a:pt x="53" y="474"/>
                  </a:lnTo>
                  <a:lnTo>
                    <a:pt x="53" y="421"/>
                  </a:lnTo>
                  <a:lnTo>
                    <a:pt x="53" y="373"/>
                  </a:lnTo>
                  <a:lnTo>
                    <a:pt x="53" y="320"/>
                  </a:lnTo>
                  <a:cubicBezTo>
                    <a:pt x="37" y="288"/>
                    <a:pt x="37" y="255"/>
                    <a:pt x="37" y="219"/>
                  </a:cubicBezTo>
                  <a:lnTo>
                    <a:pt x="37" y="154"/>
                  </a:lnTo>
                  <a:cubicBezTo>
                    <a:pt x="21" y="102"/>
                    <a:pt x="21" y="86"/>
                    <a:pt x="21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1408258" y="767182"/>
              <a:ext cx="4966" cy="65058"/>
            </a:xfrm>
            <a:custGeom>
              <a:avLst/>
              <a:gdLst/>
              <a:ahLst/>
              <a:cxnLst/>
              <a:rect l="l" t="t" r="r" b="b"/>
              <a:pathLst>
                <a:path w="50" h="655" extrusionOk="0">
                  <a:moveTo>
                    <a:pt x="17" y="0"/>
                  </a:moveTo>
                  <a:cubicBezTo>
                    <a:pt x="33" y="16"/>
                    <a:pt x="33" y="49"/>
                    <a:pt x="33" y="65"/>
                  </a:cubicBezTo>
                  <a:lnTo>
                    <a:pt x="33" y="81"/>
                  </a:lnTo>
                  <a:cubicBezTo>
                    <a:pt x="49" y="49"/>
                    <a:pt x="49" y="16"/>
                    <a:pt x="33" y="0"/>
                  </a:cubicBezTo>
                  <a:close/>
                  <a:moveTo>
                    <a:pt x="33" y="101"/>
                  </a:moveTo>
                  <a:cubicBezTo>
                    <a:pt x="33" y="134"/>
                    <a:pt x="17" y="166"/>
                    <a:pt x="17" y="218"/>
                  </a:cubicBezTo>
                  <a:lnTo>
                    <a:pt x="17" y="283"/>
                  </a:lnTo>
                  <a:lnTo>
                    <a:pt x="17" y="368"/>
                  </a:lnTo>
                  <a:lnTo>
                    <a:pt x="17" y="505"/>
                  </a:lnTo>
                  <a:cubicBezTo>
                    <a:pt x="33" y="453"/>
                    <a:pt x="33" y="404"/>
                    <a:pt x="33" y="368"/>
                  </a:cubicBezTo>
                  <a:lnTo>
                    <a:pt x="33" y="283"/>
                  </a:lnTo>
                  <a:lnTo>
                    <a:pt x="33" y="218"/>
                  </a:lnTo>
                  <a:lnTo>
                    <a:pt x="33" y="101"/>
                  </a:lnTo>
                  <a:close/>
                  <a:moveTo>
                    <a:pt x="17" y="554"/>
                  </a:moveTo>
                  <a:cubicBezTo>
                    <a:pt x="17" y="586"/>
                    <a:pt x="17" y="622"/>
                    <a:pt x="1" y="655"/>
                  </a:cubicBezTo>
                  <a:lnTo>
                    <a:pt x="17" y="655"/>
                  </a:lnTo>
                  <a:lnTo>
                    <a:pt x="17" y="5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2610388" y="698549"/>
              <a:ext cx="91975" cy="18574"/>
            </a:xfrm>
            <a:custGeom>
              <a:avLst/>
              <a:gdLst/>
              <a:ahLst/>
              <a:cxnLst/>
              <a:rect l="l" t="t" r="r" b="b"/>
              <a:pathLst>
                <a:path w="926" h="187" extrusionOk="0">
                  <a:moveTo>
                    <a:pt x="352" y="0"/>
                  </a:moveTo>
                  <a:cubicBezTo>
                    <a:pt x="320" y="0"/>
                    <a:pt x="284" y="17"/>
                    <a:pt x="267" y="17"/>
                  </a:cubicBezTo>
                  <a:lnTo>
                    <a:pt x="251" y="33"/>
                  </a:lnTo>
                  <a:cubicBezTo>
                    <a:pt x="183" y="49"/>
                    <a:pt x="134" y="85"/>
                    <a:pt x="82" y="101"/>
                  </a:cubicBezTo>
                  <a:cubicBezTo>
                    <a:pt x="65" y="118"/>
                    <a:pt x="49" y="134"/>
                    <a:pt x="17" y="134"/>
                  </a:cubicBezTo>
                  <a:lnTo>
                    <a:pt x="1" y="134"/>
                  </a:lnTo>
                  <a:lnTo>
                    <a:pt x="1" y="150"/>
                  </a:lnTo>
                  <a:lnTo>
                    <a:pt x="17" y="150"/>
                  </a:lnTo>
                  <a:cubicBezTo>
                    <a:pt x="49" y="134"/>
                    <a:pt x="65" y="134"/>
                    <a:pt x="102" y="118"/>
                  </a:cubicBezTo>
                  <a:cubicBezTo>
                    <a:pt x="150" y="85"/>
                    <a:pt x="203" y="65"/>
                    <a:pt x="251" y="49"/>
                  </a:cubicBezTo>
                  <a:cubicBezTo>
                    <a:pt x="251" y="33"/>
                    <a:pt x="267" y="33"/>
                    <a:pt x="267" y="33"/>
                  </a:cubicBezTo>
                  <a:cubicBezTo>
                    <a:pt x="304" y="17"/>
                    <a:pt x="320" y="17"/>
                    <a:pt x="352" y="17"/>
                  </a:cubicBezTo>
                  <a:cubicBezTo>
                    <a:pt x="368" y="17"/>
                    <a:pt x="385" y="17"/>
                    <a:pt x="421" y="33"/>
                  </a:cubicBezTo>
                  <a:cubicBezTo>
                    <a:pt x="469" y="49"/>
                    <a:pt x="522" y="65"/>
                    <a:pt x="570" y="85"/>
                  </a:cubicBezTo>
                  <a:cubicBezTo>
                    <a:pt x="671" y="118"/>
                    <a:pt x="756" y="150"/>
                    <a:pt x="841" y="166"/>
                  </a:cubicBezTo>
                  <a:cubicBezTo>
                    <a:pt x="756" y="134"/>
                    <a:pt x="671" y="101"/>
                    <a:pt x="586" y="65"/>
                  </a:cubicBezTo>
                  <a:cubicBezTo>
                    <a:pt x="522" y="49"/>
                    <a:pt x="469" y="33"/>
                    <a:pt x="421" y="17"/>
                  </a:cubicBezTo>
                  <a:cubicBezTo>
                    <a:pt x="405" y="17"/>
                    <a:pt x="368" y="0"/>
                    <a:pt x="352" y="0"/>
                  </a:cubicBezTo>
                  <a:close/>
                  <a:moveTo>
                    <a:pt x="841" y="166"/>
                  </a:moveTo>
                  <a:lnTo>
                    <a:pt x="857" y="186"/>
                  </a:lnTo>
                  <a:lnTo>
                    <a:pt x="926" y="186"/>
                  </a:lnTo>
                  <a:lnTo>
                    <a:pt x="910" y="166"/>
                  </a:lnTo>
                  <a:cubicBezTo>
                    <a:pt x="903" y="173"/>
                    <a:pt x="897" y="175"/>
                    <a:pt x="891" y="175"/>
                  </a:cubicBezTo>
                  <a:cubicBezTo>
                    <a:pt x="879" y="175"/>
                    <a:pt x="868" y="166"/>
                    <a:pt x="857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2501628" y="531186"/>
              <a:ext cx="31883" cy="13409"/>
            </a:xfrm>
            <a:custGeom>
              <a:avLst/>
              <a:gdLst/>
              <a:ahLst/>
              <a:cxnLst/>
              <a:rect l="l" t="t" r="r" b="b"/>
              <a:pathLst>
                <a:path w="321" h="135" extrusionOk="0">
                  <a:moveTo>
                    <a:pt x="1" y="1"/>
                  </a:moveTo>
                  <a:lnTo>
                    <a:pt x="1" y="17"/>
                  </a:lnTo>
                  <a:cubicBezTo>
                    <a:pt x="49" y="33"/>
                    <a:pt x="118" y="53"/>
                    <a:pt x="167" y="70"/>
                  </a:cubicBezTo>
                  <a:cubicBezTo>
                    <a:pt x="118" y="33"/>
                    <a:pt x="66" y="17"/>
                    <a:pt x="1" y="1"/>
                  </a:cubicBezTo>
                  <a:close/>
                  <a:moveTo>
                    <a:pt x="167" y="70"/>
                  </a:moveTo>
                  <a:cubicBezTo>
                    <a:pt x="187" y="86"/>
                    <a:pt x="203" y="86"/>
                    <a:pt x="235" y="102"/>
                  </a:cubicBezTo>
                  <a:cubicBezTo>
                    <a:pt x="251" y="102"/>
                    <a:pt x="268" y="118"/>
                    <a:pt x="288" y="118"/>
                  </a:cubicBezTo>
                  <a:lnTo>
                    <a:pt x="320" y="134"/>
                  </a:lnTo>
                  <a:lnTo>
                    <a:pt x="320" y="118"/>
                  </a:lnTo>
                  <a:lnTo>
                    <a:pt x="304" y="102"/>
                  </a:lnTo>
                  <a:cubicBezTo>
                    <a:pt x="268" y="102"/>
                    <a:pt x="251" y="102"/>
                    <a:pt x="235" y="86"/>
                  </a:cubicBezTo>
                  <a:cubicBezTo>
                    <a:pt x="219" y="86"/>
                    <a:pt x="187" y="70"/>
                    <a:pt x="167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1717655" y="725069"/>
              <a:ext cx="8145" cy="5264"/>
            </a:xfrm>
            <a:custGeom>
              <a:avLst/>
              <a:gdLst/>
              <a:ahLst/>
              <a:cxnLst/>
              <a:rect l="l" t="t" r="r" b="b"/>
              <a:pathLst>
                <a:path w="82" h="53" extrusionOk="0">
                  <a:moveTo>
                    <a:pt x="65" y="0"/>
                  </a:moveTo>
                  <a:lnTo>
                    <a:pt x="0" y="53"/>
                  </a:lnTo>
                  <a:lnTo>
                    <a:pt x="81" y="2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1679117" y="406037"/>
              <a:ext cx="56715" cy="46683"/>
            </a:xfrm>
            <a:custGeom>
              <a:avLst/>
              <a:gdLst/>
              <a:ahLst/>
              <a:cxnLst/>
              <a:rect l="l" t="t" r="r" b="b"/>
              <a:pathLst>
                <a:path w="571" h="470" extrusionOk="0">
                  <a:moveTo>
                    <a:pt x="554" y="1"/>
                  </a:moveTo>
                  <a:lnTo>
                    <a:pt x="489" y="65"/>
                  </a:lnTo>
                  <a:lnTo>
                    <a:pt x="570" y="1"/>
                  </a:lnTo>
                  <a:close/>
                  <a:moveTo>
                    <a:pt x="489" y="65"/>
                  </a:moveTo>
                  <a:cubicBezTo>
                    <a:pt x="421" y="118"/>
                    <a:pt x="368" y="166"/>
                    <a:pt x="304" y="219"/>
                  </a:cubicBezTo>
                  <a:cubicBezTo>
                    <a:pt x="368" y="166"/>
                    <a:pt x="437" y="118"/>
                    <a:pt x="489" y="65"/>
                  </a:cubicBezTo>
                  <a:close/>
                  <a:moveTo>
                    <a:pt x="304" y="219"/>
                  </a:moveTo>
                  <a:cubicBezTo>
                    <a:pt x="235" y="267"/>
                    <a:pt x="166" y="336"/>
                    <a:pt x="86" y="384"/>
                  </a:cubicBezTo>
                  <a:lnTo>
                    <a:pt x="1" y="453"/>
                  </a:lnTo>
                  <a:lnTo>
                    <a:pt x="1" y="469"/>
                  </a:lnTo>
                  <a:lnTo>
                    <a:pt x="102" y="405"/>
                  </a:lnTo>
                  <a:cubicBezTo>
                    <a:pt x="166" y="336"/>
                    <a:pt x="235" y="283"/>
                    <a:pt x="304" y="2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1677528" y="519565"/>
              <a:ext cx="10131" cy="6953"/>
            </a:xfrm>
            <a:custGeom>
              <a:avLst/>
              <a:gdLst/>
              <a:ahLst/>
              <a:cxnLst/>
              <a:rect l="l" t="t" r="r" b="b"/>
              <a:pathLst>
                <a:path w="102" h="70" extrusionOk="0">
                  <a:moveTo>
                    <a:pt x="81" y="1"/>
                  </a:moveTo>
                  <a:lnTo>
                    <a:pt x="1" y="69"/>
                  </a:lnTo>
                  <a:lnTo>
                    <a:pt x="17" y="69"/>
                  </a:lnTo>
                  <a:lnTo>
                    <a:pt x="81" y="1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1675542" y="562970"/>
              <a:ext cx="62277" cy="43802"/>
            </a:xfrm>
            <a:custGeom>
              <a:avLst/>
              <a:gdLst/>
              <a:ahLst/>
              <a:cxnLst/>
              <a:rect l="l" t="t" r="r" b="b"/>
              <a:pathLst>
                <a:path w="627" h="441" extrusionOk="0">
                  <a:moveTo>
                    <a:pt x="606" y="0"/>
                  </a:moveTo>
                  <a:cubicBezTo>
                    <a:pt x="590" y="16"/>
                    <a:pt x="558" y="36"/>
                    <a:pt x="542" y="53"/>
                  </a:cubicBezTo>
                  <a:cubicBezTo>
                    <a:pt x="542" y="53"/>
                    <a:pt x="525" y="53"/>
                    <a:pt x="525" y="69"/>
                  </a:cubicBezTo>
                  <a:cubicBezTo>
                    <a:pt x="542" y="69"/>
                    <a:pt x="542" y="69"/>
                    <a:pt x="558" y="53"/>
                  </a:cubicBezTo>
                  <a:cubicBezTo>
                    <a:pt x="574" y="36"/>
                    <a:pt x="590" y="16"/>
                    <a:pt x="626" y="16"/>
                  </a:cubicBezTo>
                  <a:lnTo>
                    <a:pt x="606" y="0"/>
                  </a:lnTo>
                  <a:close/>
                  <a:moveTo>
                    <a:pt x="525" y="69"/>
                  </a:moveTo>
                  <a:cubicBezTo>
                    <a:pt x="424" y="117"/>
                    <a:pt x="340" y="186"/>
                    <a:pt x="255" y="255"/>
                  </a:cubicBezTo>
                  <a:cubicBezTo>
                    <a:pt x="202" y="303"/>
                    <a:pt x="138" y="339"/>
                    <a:pt x="85" y="372"/>
                  </a:cubicBezTo>
                  <a:lnTo>
                    <a:pt x="37" y="420"/>
                  </a:lnTo>
                  <a:cubicBezTo>
                    <a:pt x="53" y="404"/>
                    <a:pt x="85" y="404"/>
                    <a:pt x="101" y="388"/>
                  </a:cubicBezTo>
                  <a:cubicBezTo>
                    <a:pt x="154" y="356"/>
                    <a:pt x="202" y="303"/>
                    <a:pt x="255" y="271"/>
                  </a:cubicBezTo>
                  <a:cubicBezTo>
                    <a:pt x="340" y="202"/>
                    <a:pt x="441" y="137"/>
                    <a:pt x="525" y="69"/>
                  </a:cubicBezTo>
                  <a:close/>
                  <a:moveTo>
                    <a:pt x="37" y="420"/>
                  </a:moveTo>
                  <a:cubicBezTo>
                    <a:pt x="21" y="420"/>
                    <a:pt x="21" y="420"/>
                    <a:pt x="0" y="440"/>
                  </a:cubicBezTo>
                  <a:cubicBezTo>
                    <a:pt x="21" y="440"/>
                    <a:pt x="37" y="440"/>
                    <a:pt x="37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2490007" y="552938"/>
              <a:ext cx="8145" cy="3675"/>
            </a:xfrm>
            <a:custGeom>
              <a:avLst/>
              <a:gdLst/>
              <a:ahLst/>
              <a:cxnLst/>
              <a:rect l="l" t="t" r="r" b="b"/>
              <a:pathLst>
                <a:path w="82" h="37" extrusionOk="0">
                  <a:moveTo>
                    <a:pt x="1" y="0"/>
                  </a:moveTo>
                  <a:cubicBezTo>
                    <a:pt x="33" y="16"/>
                    <a:pt x="49" y="16"/>
                    <a:pt x="82" y="36"/>
                  </a:cubicBezTo>
                  <a:lnTo>
                    <a:pt x="82" y="16"/>
                  </a:lnTo>
                  <a:cubicBezTo>
                    <a:pt x="65" y="0"/>
                    <a:pt x="3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2463189" y="484305"/>
              <a:ext cx="85122" cy="33770"/>
            </a:xfrm>
            <a:custGeom>
              <a:avLst/>
              <a:gdLst/>
              <a:ahLst/>
              <a:cxnLst/>
              <a:rect l="l" t="t" r="r" b="b"/>
              <a:pathLst>
                <a:path w="857" h="340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49" y="37"/>
                    <a:pt x="85" y="37"/>
                  </a:cubicBezTo>
                  <a:cubicBezTo>
                    <a:pt x="69" y="20"/>
                    <a:pt x="33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7" y="53"/>
                    <a:pt x="117" y="53"/>
                  </a:cubicBezTo>
                  <a:cubicBezTo>
                    <a:pt x="170" y="69"/>
                    <a:pt x="202" y="85"/>
                    <a:pt x="234" y="101"/>
                  </a:cubicBezTo>
                  <a:cubicBezTo>
                    <a:pt x="251" y="101"/>
                    <a:pt x="271" y="121"/>
                    <a:pt x="287" y="121"/>
                  </a:cubicBezTo>
                  <a:cubicBezTo>
                    <a:pt x="319" y="138"/>
                    <a:pt x="335" y="154"/>
                    <a:pt x="372" y="154"/>
                  </a:cubicBezTo>
                  <a:cubicBezTo>
                    <a:pt x="436" y="186"/>
                    <a:pt x="505" y="202"/>
                    <a:pt x="574" y="239"/>
                  </a:cubicBezTo>
                  <a:cubicBezTo>
                    <a:pt x="638" y="255"/>
                    <a:pt x="707" y="287"/>
                    <a:pt x="756" y="303"/>
                  </a:cubicBezTo>
                  <a:cubicBezTo>
                    <a:pt x="792" y="323"/>
                    <a:pt x="824" y="340"/>
                    <a:pt x="857" y="340"/>
                  </a:cubicBezTo>
                  <a:cubicBezTo>
                    <a:pt x="824" y="323"/>
                    <a:pt x="792" y="303"/>
                    <a:pt x="776" y="287"/>
                  </a:cubicBezTo>
                  <a:cubicBezTo>
                    <a:pt x="707" y="271"/>
                    <a:pt x="638" y="239"/>
                    <a:pt x="574" y="222"/>
                  </a:cubicBezTo>
                  <a:cubicBezTo>
                    <a:pt x="505" y="186"/>
                    <a:pt x="436" y="170"/>
                    <a:pt x="372" y="138"/>
                  </a:cubicBezTo>
                  <a:cubicBezTo>
                    <a:pt x="352" y="138"/>
                    <a:pt x="319" y="121"/>
                    <a:pt x="303" y="121"/>
                  </a:cubicBezTo>
                  <a:cubicBezTo>
                    <a:pt x="271" y="101"/>
                    <a:pt x="251" y="101"/>
                    <a:pt x="234" y="85"/>
                  </a:cubicBezTo>
                  <a:cubicBezTo>
                    <a:pt x="202" y="69"/>
                    <a:pt x="170" y="53"/>
                    <a:pt x="133" y="53"/>
                  </a:cubicBezTo>
                  <a:cubicBezTo>
                    <a:pt x="117" y="37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1673952" y="751886"/>
              <a:ext cx="8443" cy="5364"/>
            </a:xfrm>
            <a:custGeom>
              <a:avLst/>
              <a:gdLst/>
              <a:ahLst/>
              <a:cxnLst/>
              <a:rect l="l" t="t" r="r" b="b"/>
              <a:pathLst>
                <a:path w="85" h="54" extrusionOk="0">
                  <a:moveTo>
                    <a:pt x="85" y="1"/>
                  </a:moveTo>
                  <a:lnTo>
                    <a:pt x="16" y="33"/>
                  </a:lnTo>
                  <a:lnTo>
                    <a:pt x="0" y="53"/>
                  </a:lnTo>
                  <a:lnTo>
                    <a:pt x="16" y="5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2287384" y="594655"/>
              <a:ext cx="32181" cy="10131"/>
            </a:xfrm>
            <a:custGeom>
              <a:avLst/>
              <a:gdLst/>
              <a:ahLst/>
              <a:cxnLst/>
              <a:rect l="l" t="t" r="r" b="b"/>
              <a:pathLst>
                <a:path w="324" h="102" extrusionOk="0">
                  <a:moveTo>
                    <a:pt x="1" y="0"/>
                  </a:moveTo>
                  <a:lnTo>
                    <a:pt x="21" y="20"/>
                  </a:lnTo>
                  <a:cubicBezTo>
                    <a:pt x="53" y="20"/>
                    <a:pt x="102" y="37"/>
                    <a:pt x="138" y="53"/>
                  </a:cubicBezTo>
                  <a:cubicBezTo>
                    <a:pt x="154" y="53"/>
                    <a:pt x="154" y="53"/>
                    <a:pt x="170" y="69"/>
                  </a:cubicBezTo>
                  <a:cubicBezTo>
                    <a:pt x="203" y="69"/>
                    <a:pt x="239" y="85"/>
                    <a:pt x="271" y="101"/>
                  </a:cubicBezTo>
                  <a:lnTo>
                    <a:pt x="324" y="101"/>
                  </a:lnTo>
                  <a:cubicBezTo>
                    <a:pt x="304" y="85"/>
                    <a:pt x="288" y="85"/>
                    <a:pt x="271" y="85"/>
                  </a:cubicBezTo>
                  <a:cubicBezTo>
                    <a:pt x="239" y="69"/>
                    <a:pt x="203" y="69"/>
                    <a:pt x="170" y="53"/>
                  </a:cubicBezTo>
                  <a:cubicBezTo>
                    <a:pt x="170" y="53"/>
                    <a:pt x="154" y="37"/>
                    <a:pt x="138" y="37"/>
                  </a:cubicBezTo>
                  <a:cubicBezTo>
                    <a:pt x="102" y="20"/>
                    <a:pt x="69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9"/>
            <p:cNvSpPr/>
            <p:nvPr/>
          </p:nvSpPr>
          <p:spPr>
            <a:xfrm>
              <a:off x="2132139" y="318929"/>
              <a:ext cx="91975" cy="35062"/>
            </a:xfrm>
            <a:custGeom>
              <a:avLst/>
              <a:gdLst/>
              <a:ahLst/>
              <a:cxnLst/>
              <a:rect l="l" t="t" r="r" b="b"/>
              <a:pathLst>
                <a:path w="926" h="353" extrusionOk="0">
                  <a:moveTo>
                    <a:pt x="17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49" y="17"/>
                    <a:pt x="85" y="33"/>
                    <a:pt x="118" y="49"/>
                  </a:cubicBezTo>
                  <a:cubicBezTo>
                    <a:pt x="134" y="49"/>
                    <a:pt x="150" y="70"/>
                    <a:pt x="170" y="70"/>
                  </a:cubicBezTo>
                  <a:cubicBezTo>
                    <a:pt x="251" y="102"/>
                    <a:pt x="320" y="118"/>
                    <a:pt x="404" y="150"/>
                  </a:cubicBezTo>
                  <a:cubicBezTo>
                    <a:pt x="437" y="171"/>
                    <a:pt x="489" y="187"/>
                    <a:pt x="522" y="203"/>
                  </a:cubicBezTo>
                  <a:cubicBezTo>
                    <a:pt x="623" y="235"/>
                    <a:pt x="724" y="272"/>
                    <a:pt x="808" y="320"/>
                  </a:cubicBezTo>
                  <a:lnTo>
                    <a:pt x="893" y="336"/>
                  </a:lnTo>
                  <a:lnTo>
                    <a:pt x="909" y="336"/>
                  </a:lnTo>
                  <a:lnTo>
                    <a:pt x="893" y="320"/>
                  </a:lnTo>
                  <a:lnTo>
                    <a:pt x="825" y="304"/>
                  </a:lnTo>
                  <a:cubicBezTo>
                    <a:pt x="724" y="272"/>
                    <a:pt x="623" y="235"/>
                    <a:pt x="522" y="187"/>
                  </a:cubicBezTo>
                  <a:cubicBezTo>
                    <a:pt x="489" y="171"/>
                    <a:pt x="437" y="150"/>
                    <a:pt x="404" y="134"/>
                  </a:cubicBezTo>
                  <a:cubicBezTo>
                    <a:pt x="320" y="118"/>
                    <a:pt x="251" y="86"/>
                    <a:pt x="170" y="49"/>
                  </a:cubicBezTo>
                  <a:cubicBezTo>
                    <a:pt x="150" y="49"/>
                    <a:pt x="150" y="49"/>
                    <a:pt x="134" y="33"/>
                  </a:cubicBezTo>
                  <a:cubicBezTo>
                    <a:pt x="85" y="17"/>
                    <a:pt x="49" y="1"/>
                    <a:pt x="17" y="1"/>
                  </a:cubicBezTo>
                  <a:close/>
                  <a:moveTo>
                    <a:pt x="909" y="336"/>
                  </a:moveTo>
                  <a:lnTo>
                    <a:pt x="909" y="352"/>
                  </a:lnTo>
                  <a:lnTo>
                    <a:pt x="926" y="3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9"/>
            <p:cNvSpPr/>
            <p:nvPr/>
          </p:nvSpPr>
          <p:spPr>
            <a:xfrm>
              <a:off x="2274173" y="449342"/>
              <a:ext cx="8542" cy="4966"/>
            </a:xfrm>
            <a:custGeom>
              <a:avLst/>
              <a:gdLst/>
              <a:ahLst/>
              <a:cxnLst/>
              <a:rect l="l" t="t" r="r" b="b"/>
              <a:pathLst>
                <a:path w="86" h="50" extrusionOk="0">
                  <a:moveTo>
                    <a:pt x="1" y="1"/>
                  </a:moveTo>
                  <a:lnTo>
                    <a:pt x="1" y="17"/>
                  </a:lnTo>
                  <a:lnTo>
                    <a:pt x="85" y="49"/>
                  </a:lnTo>
                  <a:lnTo>
                    <a:pt x="85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2484842" y="517976"/>
              <a:ext cx="67044" cy="26619"/>
            </a:xfrm>
            <a:custGeom>
              <a:avLst/>
              <a:gdLst/>
              <a:ahLst/>
              <a:cxnLst/>
              <a:rect l="l" t="t" r="r" b="b"/>
              <a:pathLst>
                <a:path w="675" h="268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17" y="65"/>
                    <a:pt x="186" y="85"/>
                  </a:cubicBezTo>
                  <a:cubicBezTo>
                    <a:pt x="271" y="118"/>
                    <a:pt x="336" y="134"/>
                    <a:pt x="388" y="166"/>
                  </a:cubicBezTo>
                  <a:cubicBezTo>
                    <a:pt x="420" y="166"/>
                    <a:pt x="437" y="186"/>
                    <a:pt x="457" y="186"/>
                  </a:cubicBezTo>
                  <a:cubicBezTo>
                    <a:pt x="521" y="203"/>
                    <a:pt x="590" y="235"/>
                    <a:pt x="639" y="251"/>
                  </a:cubicBezTo>
                  <a:lnTo>
                    <a:pt x="659" y="251"/>
                  </a:lnTo>
                  <a:lnTo>
                    <a:pt x="639" y="235"/>
                  </a:lnTo>
                  <a:cubicBezTo>
                    <a:pt x="590" y="219"/>
                    <a:pt x="521" y="203"/>
                    <a:pt x="473" y="166"/>
                  </a:cubicBezTo>
                  <a:cubicBezTo>
                    <a:pt x="437" y="166"/>
                    <a:pt x="420" y="150"/>
                    <a:pt x="404" y="150"/>
                  </a:cubicBezTo>
                  <a:cubicBezTo>
                    <a:pt x="336" y="118"/>
                    <a:pt x="271" y="102"/>
                    <a:pt x="186" y="65"/>
                  </a:cubicBezTo>
                  <a:cubicBezTo>
                    <a:pt x="134" y="49"/>
                    <a:pt x="69" y="17"/>
                    <a:pt x="0" y="1"/>
                  </a:cubicBezTo>
                  <a:close/>
                  <a:moveTo>
                    <a:pt x="659" y="251"/>
                  </a:moveTo>
                  <a:lnTo>
                    <a:pt x="659" y="267"/>
                  </a:lnTo>
                  <a:lnTo>
                    <a:pt x="675" y="2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/>
            <p:cNvSpPr/>
            <p:nvPr/>
          </p:nvSpPr>
          <p:spPr>
            <a:xfrm>
              <a:off x="2305858" y="373955"/>
              <a:ext cx="8542" cy="5264"/>
            </a:xfrm>
            <a:custGeom>
              <a:avLst/>
              <a:gdLst/>
              <a:ahLst/>
              <a:cxnLst/>
              <a:rect l="l" t="t" r="r" b="b"/>
              <a:pathLst>
                <a:path w="86" h="53" extrusionOk="0">
                  <a:moveTo>
                    <a:pt x="1" y="0"/>
                  </a:moveTo>
                  <a:lnTo>
                    <a:pt x="1" y="21"/>
                  </a:lnTo>
                  <a:lnTo>
                    <a:pt x="85" y="53"/>
                  </a:lnTo>
                  <a:lnTo>
                    <a:pt x="8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/>
            <p:cNvSpPr/>
            <p:nvPr/>
          </p:nvSpPr>
          <p:spPr>
            <a:xfrm>
              <a:off x="2653793" y="775228"/>
              <a:ext cx="11720" cy="78665"/>
            </a:xfrm>
            <a:custGeom>
              <a:avLst/>
              <a:gdLst/>
              <a:ahLst/>
              <a:cxnLst/>
              <a:rect l="l" t="t" r="r" b="b"/>
              <a:pathLst>
                <a:path w="118" h="792" extrusionOk="0">
                  <a:moveTo>
                    <a:pt x="0" y="0"/>
                  </a:moveTo>
                  <a:lnTo>
                    <a:pt x="0" y="20"/>
                  </a:lnTo>
                  <a:lnTo>
                    <a:pt x="0" y="53"/>
                  </a:lnTo>
                  <a:cubicBezTo>
                    <a:pt x="16" y="101"/>
                    <a:pt x="16" y="137"/>
                    <a:pt x="16" y="170"/>
                  </a:cubicBezTo>
                  <a:cubicBezTo>
                    <a:pt x="32" y="222"/>
                    <a:pt x="32" y="271"/>
                    <a:pt x="32" y="303"/>
                  </a:cubicBezTo>
                  <a:cubicBezTo>
                    <a:pt x="49" y="372"/>
                    <a:pt x="49" y="424"/>
                    <a:pt x="69" y="473"/>
                  </a:cubicBezTo>
                  <a:cubicBezTo>
                    <a:pt x="69" y="424"/>
                    <a:pt x="69" y="356"/>
                    <a:pt x="49" y="303"/>
                  </a:cubicBezTo>
                  <a:cubicBezTo>
                    <a:pt x="49" y="271"/>
                    <a:pt x="32" y="222"/>
                    <a:pt x="32" y="170"/>
                  </a:cubicBezTo>
                  <a:cubicBezTo>
                    <a:pt x="32" y="137"/>
                    <a:pt x="16" y="101"/>
                    <a:pt x="16" y="53"/>
                  </a:cubicBezTo>
                  <a:lnTo>
                    <a:pt x="16" y="0"/>
                  </a:lnTo>
                  <a:close/>
                  <a:moveTo>
                    <a:pt x="69" y="473"/>
                  </a:moveTo>
                  <a:cubicBezTo>
                    <a:pt x="69" y="525"/>
                    <a:pt x="85" y="574"/>
                    <a:pt x="85" y="626"/>
                  </a:cubicBezTo>
                  <a:lnTo>
                    <a:pt x="85" y="691"/>
                  </a:lnTo>
                  <a:cubicBezTo>
                    <a:pt x="85" y="707"/>
                    <a:pt x="101" y="727"/>
                    <a:pt x="101" y="727"/>
                  </a:cubicBezTo>
                  <a:lnTo>
                    <a:pt x="101" y="691"/>
                  </a:lnTo>
                  <a:lnTo>
                    <a:pt x="101" y="626"/>
                  </a:lnTo>
                  <a:cubicBezTo>
                    <a:pt x="85" y="574"/>
                    <a:pt x="85" y="525"/>
                    <a:pt x="69" y="473"/>
                  </a:cubicBezTo>
                  <a:close/>
                  <a:moveTo>
                    <a:pt x="101" y="727"/>
                  </a:moveTo>
                  <a:lnTo>
                    <a:pt x="101" y="792"/>
                  </a:lnTo>
                  <a:lnTo>
                    <a:pt x="117" y="792"/>
                  </a:lnTo>
                  <a:cubicBezTo>
                    <a:pt x="117" y="760"/>
                    <a:pt x="117" y="743"/>
                    <a:pt x="101" y="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/>
            <p:cNvSpPr/>
            <p:nvPr/>
          </p:nvSpPr>
          <p:spPr>
            <a:xfrm>
              <a:off x="2493284" y="950934"/>
              <a:ext cx="95153" cy="30195"/>
            </a:xfrm>
            <a:custGeom>
              <a:avLst/>
              <a:gdLst/>
              <a:ahLst/>
              <a:cxnLst/>
              <a:rect l="l" t="t" r="r" b="b"/>
              <a:pathLst>
                <a:path w="958" h="304" extrusionOk="0">
                  <a:moveTo>
                    <a:pt x="16" y="287"/>
                  </a:moveTo>
                  <a:lnTo>
                    <a:pt x="16" y="303"/>
                  </a:lnTo>
                  <a:lnTo>
                    <a:pt x="32" y="303"/>
                  </a:lnTo>
                  <a:lnTo>
                    <a:pt x="49" y="287"/>
                  </a:lnTo>
                  <a:close/>
                  <a:moveTo>
                    <a:pt x="0" y="0"/>
                  </a:moveTo>
                  <a:lnTo>
                    <a:pt x="0" y="69"/>
                  </a:lnTo>
                  <a:lnTo>
                    <a:pt x="0" y="134"/>
                  </a:lnTo>
                  <a:lnTo>
                    <a:pt x="0" y="150"/>
                  </a:lnTo>
                  <a:lnTo>
                    <a:pt x="0" y="186"/>
                  </a:lnTo>
                  <a:cubicBezTo>
                    <a:pt x="0" y="219"/>
                    <a:pt x="0" y="251"/>
                    <a:pt x="16" y="287"/>
                  </a:cubicBezTo>
                  <a:lnTo>
                    <a:pt x="16" y="186"/>
                  </a:lnTo>
                  <a:lnTo>
                    <a:pt x="16" y="150"/>
                  </a:lnTo>
                  <a:lnTo>
                    <a:pt x="16" y="134"/>
                  </a:lnTo>
                  <a:lnTo>
                    <a:pt x="16" y="69"/>
                  </a:lnTo>
                  <a:cubicBezTo>
                    <a:pt x="0" y="33"/>
                    <a:pt x="16" y="17"/>
                    <a:pt x="16" y="17"/>
                  </a:cubicBezTo>
                  <a:lnTo>
                    <a:pt x="49" y="17"/>
                  </a:lnTo>
                  <a:cubicBezTo>
                    <a:pt x="133" y="33"/>
                    <a:pt x="202" y="69"/>
                    <a:pt x="287" y="85"/>
                  </a:cubicBezTo>
                  <a:cubicBezTo>
                    <a:pt x="335" y="101"/>
                    <a:pt x="404" y="118"/>
                    <a:pt x="453" y="134"/>
                  </a:cubicBezTo>
                  <a:cubicBezTo>
                    <a:pt x="505" y="150"/>
                    <a:pt x="554" y="150"/>
                    <a:pt x="606" y="170"/>
                  </a:cubicBezTo>
                  <a:cubicBezTo>
                    <a:pt x="655" y="186"/>
                    <a:pt x="707" y="202"/>
                    <a:pt x="756" y="219"/>
                  </a:cubicBezTo>
                  <a:cubicBezTo>
                    <a:pt x="776" y="219"/>
                    <a:pt x="792" y="219"/>
                    <a:pt x="808" y="235"/>
                  </a:cubicBezTo>
                  <a:cubicBezTo>
                    <a:pt x="840" y="235"/>
                    <a:pt x="893" y="251"/>
                    <a:pt x="925" y="271"/>
                  </a:cubicBezTo>
                  <a:cubicBezTo>
                    <a:pt x="941" y="271"/>
                    <a:pt x="958" y="287"/>
                    <a:pt x="941" y="303"/>
                  </a:cubicBezTo>
                  <a:lnTo>
                    <a:pt x="958" y="303"/>
                  </a:lnTo>
                  <a:cubicBezTo>
                    <a:pt x="958" y="271"/>
                    <a:pt x="941" y="251"/>
                    <a:pt x="925" y="251"/>
                  </a:cubicBezTo>
                  <a:cubicBezTo>
                    <a:pt x="893" y="235"/>
                    <a:pt x="857" y="219"/>
                    <a:pt x="808" y="219"/>
                  </a:cubicBezTo>
                  <a:cubicBezTo>
                    <a:pt x="792" y="219"/>
                    <a:pt x="776" y="202"/>
                    <a:pt x="756" y="202"/>
                  </a:cubicBezTo>
                  <a:cubicBezTo>
                    <a:pt x="707" y="186"/>
                    <a:pt x="655" y="170"/>
                    <a:pt x="606" y="150"/>
                  </a:cubicBezTo>
                  <a:cubicBezTo>
                    <a:pt x="554" y="150"/>
                    <a:pt x="505" y="134"/>
                    <a:pt x="473" y="118"/>
                  </a:cubicBezTo>
                  <a:cubicBezTo>
                    <a:pt x="404" y="101"/>
                    <a:pt x="352" y="85"/>
                    <a:pt x="287" y="69"/>
                  </a:cubicBezTo>
                  <a:cubicBezTo>
                    <a:pt x="218" y="49"/>
                    <a:pt x="133" y="33"/>
                    <a:pt x="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/>
            <p:cNvSpPr/>
            <p:nvPr/>
          </p:nvSpPr>
          <p:spPr>
            <a:xfrm>
              <a:off x="2474810" y="514400"/>
              <a:ext cx="10131" cy="3675"/>
            </a:xfrm>
            <a:custGeom>
              <a:avLst/>
              <a:gdLst/>
              <a:ahLst/>
              <a:cxnLst/>
              <a:rect l="l" t="t" r="r" b="b"/>
              <a:pathLst>
                <a:path w="102" h="37" extrusionOk="0">
                  <a:moveTo>
                    <a:pt x="0" y="0"/>
                  </a:moveTo>
                  <a:lnTo>
                    <a:pt x="16" y="20"/>
                  </a:lnTo>
                  <a:lnTo>
                    <a:pt x="53" y="20"/>
                  </a:lnTo>
                  <a:cubicBezTo>
                    <a:pt x="53" y="0"/>
                    <a:pt x="33" y="0"/>
                    <a:pt x="16" y="0"/>
                  </a:cubicBezTo>
                  <a:close/>
                  <a:moveTo>
                    <a:pt x="53" y="20"/>
                  </a:moveTo>
                  <a:cubicBezTo>
                    <a:pt x="69" y="37"/>
                    <a:pt x="85" y="37"/>
                    <a:pt x="85" y="37"/>
                  </a:cubicBezTo>
                  <a:lnTo>
                    <a:pt x="101" y="37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2488020" y="544496"/>
              <a:ext cx="28606" cy="12118"/>
            </a:xfrm>
            <a:custGeom>
              <a:avLst/>
              <a:gdLst/>
              <a:ahLst/>
              <a:cxnLst/>
              <a:rect l="l" t="t" r="r" b="b"/>
              <a:pathLst>
                <a:path w="288" h="122" extrusionOk="0">
                  <a:moveTo>
                    <a:pt x="1" y="0"/>
                  </a:moveTo>
                  <a:lnTo>
                    <a:pt x="1" y="20"/>
                  </a:lnTo>
                  <a:lnTo>
                    <a:pt x="53" y="37"/>
                  </a:lnTo>
                  <a:cubicBezTo>
                    <a:pt x="102" y="53"/>
                    <a:pt x="154" y="69"/>
                    <a:pt x="203" y="85"/>
                  </a:cubicBezTo>
                  <a:cubicBezTo>
                    <a:pt x="223" y="101"/>
                    <a:pt x="239" y="101"/>
                    <a:pt x="255" y="101"/>
                  </a:cubicBezTo>
                  <a:cubicBezTo>
                    <a:pt x="239" y="85"/>
                    <a:pt x="239" y="85"/>
                    <a:pt x="223" y="85"/>
                  </a:cubicBezTo>
                  <a:cubicBezTo>
                    <a:pt x="170" y="69"/>
                    <a:pt x="122" y="53"/>
                    <a:pt x="69" y="37"/>
                  </a:cubicBezTo>
                  <a:lnTo>
                    <a:pt x="1" y="0"/>
                  </a:lnTo>
                  <a:close/>
                  <a:moveTo>
                    <a:pt x="255" y="101"/>
                  </a:moveTo>
                  <a:lnTo>
                    <a:pt x="271" y="121"/>
                  </a:lnTo>
                  <a:lnTo>
                    <a:pt x="287" y="121"/>
                  </a:lnTo>
                  <a:lnTo>
                    <a:pt x="287" y="1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9"/>
            <p:cNvSpPr/>
            <p:nvPr/>
          </p:nvSpPr>
          <p:spPr>
            <a:xfrm>
              <a:off x="1349756" y="674909"/>
              <a:ext cx="145312" cy="135678"/>
            </a:xfrm>
            <a:custGeom>
              <a:avLst/>
              <a:gdLst/>
              <a:ahLst/>
              <a:cxnLst/>
              <a:rect l="l" t="t" r="r" b="b"/>
              <a:pathLst>
                <a:path w="1463" h="1366" extrusionOk="0">
                  <a:moveTo>
                    <a:pt x="1446" y="0"/>
                  </a:moveTo>
                  <a:cubicBezTo>
                    <a:pt x="1441" y="0"/>
                    <a:pt x="1436" y="2"/>
                    <a:pt x="1431" y="5"/>
                  </a:cubicBezTo>
                  <a:lnTo>
                    <a:pt x="1431" y="5"/>
                  </a:lnTo>
                  <a:cubicBezTo>
                    <a:pt x="1441" y="2"/>
                    <a:pt x="1452" y="0"/>
                    <a:pt x="1462" y="0"/>
                  </a:cubicBezTo>
                  <a:close/>
                  <a:moveTo>
                    <a:pt x="1431" y="5"/>
                  </a:moveTo>
                  <a:lnTo>
                    <a:pt x="1431" y="5"/>
                  </a:lnTo>
                  <a:cubicBezTo>
                    <a:pt x="1411" y="11"/>
                    <a:pt x="1393" y="20"/>
                    <a:pt x="1382" y="20"/>
                  </a:cubicBezTo>
                  <a:cubicBezTo>
                    <a:pt x="1196" y="170"/>
                    <a:pt x="1010" y="303"/>
                    <a:pt x="824" y="440"/>
                  </a:cubicBezTo>
                  <a:lnTo>
                    <a:pt x="776" y="489"/>
                  </a:lnTo>
                  <a:lnTo>
                    <a:pt x="824" y="457"/>
                  </a:lnTo>
                  <a:cubicBezTo>
                    <a:pt x="1010" y="323"/>
                    <a:pt x="1212" y="170"/>
                    <a:pt x="1398" y="36"/>
                  </a:cubicBezTo>
                  <a:cubicBezTo>
                    <a:pt x="1409" y="25"/>
                    <a:pt x="1420" y="12"/>
                    <a:pt x="1431" y="5"/>
                  </a:cubicBezTo>
                  <a:close/>
                  <a:moveTo>
                    <a:pt x="776" y="489"/>
                  </a:moveTo>
                  <a:lnTo>
                    <a:pt x="776" y="489"/>
                  </a:lnTo>
                  <a:cubicBezTo>
                    <a:pt x="723" y="505"/>
                    <a:pt x="691" y="541"/>
                    <a:pt x="655" y="574"/>
                  </a:cubicBezTo>
                  <a:cubicBezTo>
                    <a:pt x="691" y="558"/>
                    <a:pt x="739" y="525"/>
                    <a:pt x="776" y="489"/>
                  </a:cubicBezTo>
                  <a:close/>
                  <a:moveTo>
                    <a:pt x="655" y="574"/>
                  </a:moveTo>
                  <a:lnTo>
                    <a:pt x="655" y="574"/>
                  </a:lnTo>
                  <a:cubicBezTo>
                    <a:pt x="638" y="590"/>
                    <a:pt x="622" y="606"/>
                    <a:pt x="622" y="626"/>
                  </a:cubicBezTo>
                  <a:cubicBezTo>
                    <a:pt x="638" y="659"/>
                    <a:pt x="622" y="691"/>
                    <a:pt x="622" y="727"/>
                  </a:cubicBezTo>
                  <a:lnTo>
                    <a:pt x="622" y="792"/>
                  </a:lnTo>
                  <a:lnTo>
                    <a:pt x="622" y="808"/>
                  </a:lnTo>
                  <a:lnTo>
                    <a:pt x="622" y="861"/>
                  </a:lnTo>
                  <a:cubicBezTo>
                    <a:pt x="622" y="893"/>
                    <a:pt x="622" y="909"/>
                    <a:pt x="590" y="929"/>
                  </a:cubicBezTo>
                  <a:cubicBezTo>
                    <a:pt x="554" y="945"/>
                    <a:pt x="537" y="962"/>
                    <a:pt x="505" y="978"/>
                  </a:cubicBezTo>
                  <a:cubicBezTo>
                    <a:pt x="505" y="978"/>
                    <a:pt x="489" y="994"/>
                    <a:pt x="473" y="994"/>
                  </a:cubicBezTo>
                  <a:cubicBezTo>
                    <a:pt x="372" y="1079"/>
                    <a:pt x="271" y="1147"/>
                    <a:pt x="186" y="1212"/>
                  </a:cubicBezTo>
                  <a:lnTo>
                    <a:pt x="101" y="1281"/>
                  </a:lnTo>
                  <a:lnTo>
                    <a:pt x="186" y="1232"/>
                  </a:lnTo>
                  <a:cubicBezTo>
                    <a:pt x="287" y="1164"/>
                    <a:pt x="388" y="1079"/>
                    <a:pt x="489" y="1010"/>
                  </a:cubicBezTo>
                  <a:cubicBezTo>
                    <a:pt x="505" y="1010"/>
                    <a:pt x="505" y="994"/>
                    <a:pt x="521" y="978"/>
                  </a:cubicBezTo>
                  <a:cubicBezTo>
                    <a:pt x="537" y="962"/>
                    <a:pt x="574" y="945"/>
                    <a:pt x="590" y="945"/>
                  </a:cubicBezTo>
                  <a:cubicBezTo>
                    <a:pt x="622" y="929"/>
                    <a:pt x="638" y="893"/>
                    <a:pt x="638" y="861"/>
                  </a:cubicBezTo>
                  <a:lnTo>
                    <a:pt x="638" y="808"/>
                  </a:lnTo>
                  <a:lnTo>
                    <a:pt x="638" y="792"/>
                  </a:lnTo>
                  <a:lnTo>
                    <a:pt x="638" y="727"/>
                  </a:lnTo>
                  <a:lnTo>
                    <a:pt x="638" y="626"/>
                  </a:lnTo>
                  <a:cubicBezTo>
                    <a:pt x="638" y="606"/>
                    <a:pt x="638" y="590"/>
                    <a:pt x="655" y="574"/>
                  </a:cubicBezTo>
                  <a:close/>
                  <a:moveTo>
                    <a:pt x="101" y="1281"/>
                  </a:moveTo>
                  <a:lnTo>
                    <a:pt x="101" y="1281"/>
                  </a:lnTo>
                  <a:cubicBezTo>
                    <a:pt x="69" y="1297"/>
                    <a:pt x="49" y="1313"/>
                    <a:pt x="32" y="1333"/>
                  </a:cubicBezTo>
                  <a:cubicBezTo>
                    <a:pt x="49" y="1313"/>
                    <a:pt x="85" y="1297"/>
                    <a:pt x="101" y="1281"/>
                  </a:cubicBezTo>
                  <a:close/>
                  <a:moveTo>
                    <a:pt x="32" y="1333"/>
                  </a:moveTo>
                  <a:lnTo>
                    <a:pt x="0" y="1349"/>
                  </a:lnTo>
                  <a:lnTo>
                    <a:pt x="0" y="1366"/>
                  </a:lnTo>
                  <a:lnTo>
                    <a:pt x="32" y="1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9"/>
            <p:cNvSpPr/>
            <p:nvPr/>
          </p:nvSpPr>
          <p:spPr>
            <a:xfrm>
              <a:off x="2618434" y="774532"/>
              <a:ext cx="93961" cy="17581"/>
            </a:xfrm>
            <a:custGeom>
              <a:avLst/>
              <a:gdLst/>
              <a:ahLst/>
              <a:cxnLst/>
              <a:rect l="l" t="t" r="r" b="b"/>
              <a:pathLst>
                <a:path w="946" h="177" extrusionOk="0">
                  <a:moveTo>
                    <a:pt x="355" y="0"/>
                  </a:moveTo>
                  <a:cubicBezTo>
                    <a:pt x="343" y="0"/>
                    <a:pt x="333" y="2"/>
                    <a:pt x="324" y="7"/>
                  </a:cubicBezTo>
                  <a:cubicBezTo>
                    <a:pt x="255" y="43"/>
                    <a:pt x="186" y="92"/>
                    <a:pt x="102" y="128"/>
                  </a:cubicBezTo>
                  <a:lnTo>
                    <a:pt x="69" y="128"/>
                  </a:lnTo>
                  <a:cubicBezTo>
                    <a:pt x="53" y="144"/>
                    <a:pt x="37" y="161"/>
                    <a:pt x="1" y="161"/>
                  </a:cubicBezTo>
                  <a:lnTo>
                    <a:pt x="21" y="177"/>
                  </a:lnTo>
                  <a:cubicBezTo>
                    <a:pt x="37" y="177"/>
                    <a:pt x="69" y="161"/>
                    <a:pt x="85" y="144"/>
                  </a:cubicBezTo>
                  <a:cubicBezTo>
                    <a:pt x="85" y="144"/>
                    <a:pt x="102" y="144"/>
                    <a:pt x="122" y="128"/>
                  </a:cubicBezTo>
                  <a:cubicBezTo>
                    <a:pt x="186" y="92"/>
                    <a:pt x="255" y="60"/>
                    <a:pt x="324" y="27"/>
                  </a:cubicBezTo>
                  <a:cubicBezTo>
                    <a:pt x="340" y="17"/>
                    <a:pt x="360" y="12"/>
                    <a:pt x="381" y="12"/>
                  </a:cubicBezTo>
                  <a:cubicBezTo>
                    <a:pt x="401" y="12"/>
                    <a:pt x="423" y="17"/>
                    <a:pt x="441" y="27"/>
                  </a:cubicBezTo>
                  <a:cubicBezTo>
                    <a:pt x="415" y="13"/>
                    <a:pt x="383" y="0"/>
                    <a:pt x="355" y="0"/>
                  </a:cubicBezTo>
                  <a:close/>
                  <a:moveTo>
                    <a:pt x="441" y="27"/>
                  </a:moveTo>
                  <a:lnTo>
                    <a:pt x="441" y="27"/>
                  </a:lnTo>
                  <a:cubicBezTo>
                    <a:pt x="526" y="60"/>
                    <a:pt x="606" y="76"/>
                    <a:pt x="675" y="108"/>
                  </a:cubicBezTo>
                  <a:cubicBezTo>
                    <a:pt x="760" y="128"/>
                    <a:pt x="829" y="144"/>
                    <a:pt x="893" y="177"/>
                  </a:cubicBezTo>
                  <a:lnTo>
                    <a:pt x="946" y="177"/>
                  </a:lnTo>
                  <a:lnTo>
                    <a:pt x="930" y="161"/>
                  </a:lnTo>
                  <a:lnTo>
                    <a:pt x="893" y="161"/>
                  </a:lnTo>
                  <a:cubicBezTo>
                    <a:pt x="829" y="144"/>
                    <a:pt x="760" y="108"/>
                    <a:pt x="691" y="92"/>
                  </a:cubicBezTo>
                  <a:cubicBezTo>
                    <a:pt x="606" y="76"/>
                    <a:pt x="526" y="43"/>
                    <a:pt x="441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/>
            <p:cNvSpPr/>
            <p:nvPr/>
          </p:nvSpPr>
          <p:spPr>
            <a:xfrm>
              <a:off x="2510070" y="477849"/>
              <a:ext cx="30195" cy="11720"/>
            </a:xfrm>
            <a:custGeom>
              <a:avLst/>
              <a:gdLst/>
              <a:ahLst/>
              <a:cxnLst/>
              <a:rect l="l" t="t" r="r" b="b"/>
              <a:pathLst>
                <a:path w="304" h="118" extrusionOk="0">
                  <a:moveTo>
                    <a:pt x="1" y="1"/>
                  </a:moveTo>
                  <a:lnTo>
                    <a:pt x="17" y="17"/>
                  </a:lnTo>
                  <a:cubicBezTo>
                    <a:pt x="17" y="17"/>
                    <a:pt x="33" y="17"/>
                    <a:pt x="49" y="33"/>
                  </a:cubicBezTo>
                  <a:cubicBezTo>
                    <a:pt x="65" y="33"/>
                    <a:pt x="102" y="49"/>
                    <a:pt x="134" y="49"/>
                  </a:cubicBezTo>
                  <a:cubicBezTo>
                    <a:pt x="102" y="33"/>
                    <a:pt x="82" y="17"/>
                    <a:pt x="49" y="17"/>
                  </a:cubicBezTo>
                  <a:cubicBezTo>
                    <a:pt x="33" y="17"/>
                    <a:pt x="33" y="1"/>
                    <a:pt x="17" y="1"/>
                  </a:cubicBezTo>
                  <a:close/>
                  <a:moveTo>
                    <a:pt x="134" y="49"/>
                  </a:moveTo>
                  <a:cubicBezTo>
                    <a:pt x="150" y="65"/>
                    <a:pt x="166" y="65"/>
                    <a:pt x="183" y="85"/>
                  </a:cubicBezTo>
                  <a:cubicBezTo>
                    <a:pt x="219" y="85"/>
                    <a:pt x="251" y="102"/>
                    <a:pt x="284" y="118"/>
                  </a:cubicBezTo>
                  <a:lnTo>
                    <a:pt x="304" y="118"/>
                  </a:lnTo>
                  <a:lnTo>
                    <a:pt x="284" y="102"/>
                  </a:lnTo>
                  <a:cubicBezTo>
                    <a:pt x="251" y="102"/>
                    <a:pt x="219" y="85"/>
                    <a:pt x="183" y="65"/>
                  </a:cubicBezTo>
                  <a:cubicBezTo>
                    <a:pt x="166" y="49"/>
                    <a:pt x="150" y="49"/>
                    <a:pt x="134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9"/>
            <p:cNvSpPr/>
            <p:nvPr/>
          </p:nvSpPr>
          <p:spPr>
            <a:xfrm>
              <a:off x="1755796" y="651568"/>
              <a:ext cx="190704" cy="117303"/>
            </a:xfrm>
            <a:custGeom>
              <a:avLst/>
              <a:gdLst/>
              <a:ahLst/>
              <a:cxnLst/>
              <a:rect l="l" t="t" r="r" b="b"/>
              <a:pathLst>
                <a:path w="1920" h="1181" extrusionOk="0">
                  <a:moveTo>
                    <a:pt x="1903" y="1"/>
                  </a:moveTo>
                  <a:cubicBezTo>
                    <a:pt x="1871" y="1"/>
                    <a:pt x="1854" y="17"/>
                    <a:pt x="1818" y="33"/>
                  </a:cubicBezTo>
                  <a:lnTo>
                    <a:pt x="1802" y="53"/>
                  </a:lnTo>
                  <a:cubicBezTo>
                    <a:pt x="1753" y="86"/>
                    <a:pt x="1701" y="118"/>
                    <a:pt x="1652" y="134"/>
                  </a:cubicBezTo>
                  <a:cubicBezTo>
                    <a:pt x="1584" y="187"/>
                    <a:pt x="1515" y="235"/>
                    <a:pt x="1434" y="288"/>
                  </a:cubicBezTo>
                  <a:cubicBezTo>
                    <a:pt x="1382" y="304"/>
                    <a:pt x="1333" y="336"/>
                    <a:pt x="1281" y="372"/>
                  </a:cubicBezTo>
                  <a:cubicBezTo>
                    <a:pt x="1249" y="389"/>
                    <a:pt x="1232" y="421"/>
                    <a:pt x="1196" y="437"/>
                  </a:cubicBezTo>
                  <a:cubicBezTo>
                    <a:pt x="1232" y="421"/>
                    <a:pt x="1265" y="405"/>
                    <a:pt x="1297" y="389"/>
                  </a:cubicBezTo>
                  <a:cubicBezTo>
                    <a:pt x="1350" y="356"/>
                    <a:pt x="1398" y="320"/>
                    <a:pt x="1450" y="288"/>
                  </a:cubicBezTo>
                  <a:cubicBezTo>
                    <a:pt x="1515" y="255"/>
                    <a:pt x="1584" y="203"/>
                    <a:pt x="1669" y="154"/>
                  </a:cubicBezTo>
                  <a:cubicBezTo>
                    <a:pt x="1701" y="118"/>
                    <a:pt x="1753" y="86"/>
                    <a:pt x="1802" y="70"/>
                  </a:cubicBezTo>
                  <a:cubicBezTo>
                    <a:pt x="1818" y="53"/>
                    <a:pt x="1818" y="53"/>
                    <a:pt x="1838" y="53"/>
                  </a:cubicBezTo>
                  <a:cubicBezTo>
                    <a:pt x="1854" y="33"/>
                    <a:pt x="1871" y="17"/>
                    <a:pt x="1903" y="17"/>
                  </a:cubicBezTo>
                  <a:lnTo>
                    <a:pt x="1919" y="17"/>
                  </a:lnTo>
                  <a:lnTo>
                    <a:pt x="1903" y="1"/>
                  </a:lnTo>
                  <a:close/>
                  <a:moveTo>
                    <a:pt x="1196" y="437"/>
                  </a:moveTo>
                  <a:cubicBezTo>
                    <a:pt x="1131" y="473"/>
                    <a:pt x="1079" y="506"/>
                    <a:pt x="1010" y="538"/>
                  </a:cubicBezTo>
                  <a:cubicBezTo>
                    <a:pt x="978" y="574"/>
                    <a:pt x="929" y="607"/>
                    <a:pt x="877" y="639"/>
                  </a:cubicBezTo>
                  <a:cubicBezTo>
                    <a:pt x="929" y="607"/>
                    <a:pt x="978" y="591"/>
                    <a:pt x="1030" y="558"/>
                  </a:cubicBezTo>
                  <a:cubicBezTo>
                    <a:pt x="1079" y="522"/>
                    <a:pt x="1148" y="490"/>
                    <a:pt x="1196" y="437"/>
                  </a:cubicBezTo>
                  <a:close/>
                  <a:moveTo>
                    <a:pt x="877" y="639"/>
                  </a:moveTo>
                  <a:cubicBezTo>
                    <a:pt x="675" y="760"/>
                    <a:pt x="457" y="894"/>
                    <a:pt x="255" y="1027"/>
                  </a:cubicBezTo>
                  <a:cubicBezTo>
                    <a:pt x="239" y="1043"/>
                    <a:pt x="202" y="1063"/>
                    <a:pt x="186" y="1079"/>
                  </a:cubicBezTo>
                  <a:cubicBezTo>
                    <a:pt x="222" y="1063"/>
                    <a:pt x="239" y="1043"/>
                    <a:pt x="271" y="1027"/>
                  </a:cubicBezTo>
                  <a:cubicBezTo>
                    <a:pt x="473" y="910"/>
                    <a:pt x="675" y="776"/>
                    <a:pt x="877" y="639"/>
                  </a:cubicBezTo>
                  <a:close/>
                  <a:moveTo>
                    <a:pt x="186" y="1079"/>
                  </a:moveTo>
                  <a:lnTo>
                    <a:pt x="186" y="1079"/>
                  </a:lnTo>
                  <a:cubicBezTo>
                    <a:pt x="138" y="1096"/>
                    <a:pt x="101" y="1128"/>
                    <a:pt x="53" y="1144"/>
                  </a:cubicBezTo>
                  <a:lnTo>
                    <a:pt x="53" y="1164"/>
                  </a:lnTo>
                  <a:cubicBezTo>
                    <a:pt x="101" y="1128"/>
                    <a:pt x="154" y="1112"/>
                    <a:pt x="186" y="1079"/>
                  </a:cubicBezTo>
                  <a:close/>
                  <a:moveTo>
                    <a:pt x="53" y="1164"/>
                  </a:moveTo>
                  <a:cubicBezTo>
                    <a:pt x="37" y="1164"/>
                    <a:pt x="20" y="1180"/>
                    <a:pt x="0" y="1180"/>
                  </a:cubicBezTo>
                  <a:cubicBezTo>
                    <a:pt x="20" y="1180"/>
                    <a:pt x="37" y="1180"/>
                    <a:pt x="53" y="1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9"/>
            <p:cNvSpPr/>
            <p:nvPr/>
          </p:nvSpPr>
          <p:spPr>
            <a:xfrm>
              <a:off x="2476399" y="566546"/>
              <a:ext cx="83930" cy="30195"/>
            </a:xfrm>
            <a:custGeom>
              <a:avLst/>
              <a:gdLst/>
              <a:ahLst/>
              <a:cxnLst/>
              <a:rect l="l" t="t" r="r" b="b"/>
              <a:pathLst>
                <a:path w="845" h="304" extrusionOk="0">
                  <a:moveTo>
                    <a:pt x="0" y="0"/>
                  </a:moveTo>
                  <a:lnTo>
                    <a:pt x="0" y="17"/>
                  </a:lnTo>
                  <a:cubicBezTo>
                    <a:pt x="37" y="33"/>
                    <a:pt x="69" y="49"/>
                    <a:pt x="101" y="49"/>
                  </a:cubicBezTo>
                  <a:cubicBezTo>
                    <a:pt x="69" y="33"/>
                    <a:pt x="37" y="17"/>
                    <a:pt x="0" y="0"/>
                  </a:cubicBezTo>
                  <a:close/>
                  <a:moveTo>
                    <a:pt x="101" y="49"/>
                  </a:moveTo>
                  <a:cubicBezTo>
                    <a:pt x="170" y="81"/>
                    <a:pt x="255" y="101"/>
                    <a:pt x="340" y="134"/>
                  </a:cubicBezTo>
                  <a:cubicBezTo>
                    <a:pt x="473" y="182"/>
                    <a:pt x="590" y="219"/>
                    <a:pt x="707" y="267"/>
                  </a:cubicBezTo>
                  <a:lnTo>
                    <a:pt x="744" y="267"/>
                  </a:lnTo>
                  <a:cubicBezTo>
                    <a:pt x="744" y="267"/>
                    <a:pt x="724" y="251"/>
                    <a:pt x="707" y="251"/>
                  </a:cubicBezTo>
                  <a:cubicBezTo>
                    <a:pt x="590" y="202"/>
                    <a:pt x="473" y="166"/>
                    <a:pt x="340" y="118"/>
                  </a:cubicBezTo>
                  <a:cubicBezTo>
                    <a:pt x="255" y="101"/>
                    <a:pt x="186" y="65"/>
                    <a:pt x="101" y="49"/>
                  </a:cubicBezTo>
                  <a:close/>
                  <a:moveTo>
                    <a:pt x="744" y="267"/>
                  </a:moveTo>
                  <a:lnTo>
                    <a:pt x="744" y="267"/>
                  </a:lnTo>
                  <a:cubicBezTo>
                    <a:pt x="776" y="283"/>
                    <a:pt x="808" y="303"/>
                    <a:pt x="845" y="303"/>
                  </a:cubicBezTo>
                  <a:lnTo>
                    <a:pt x="845" y="283"/>
                  </a:lnTo>
                  <a:cubicBezTo>
                    <a:pt x="808" y="283"/>
                    <a:pt x="776" y="283"/>
                    <a:pt x="74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2688657" y="516387"/>
              <a:ext cx="52245" cy="369191"/>
            </a:xfrm>
            <a:custGeom>
              <a:avLst/>
              <a:gdLst/>
              <a:ahLst/>
              <a:cxnLst/>
              <a:rect l="l" t="t" r="r" b="b"/>
              <a:pathLst>
                <a:path w="526" h="3717" extrusionOk="0">
                  <a:moveTo>
                    <a:pt x="21" y="0"/>
                  </a:moveTo>
                  <a:cubicBezTo>
                    <a:pt x="0" y="17"/>
                    <a:pt x="0" y="33"/>
                    <a:pt x="21" y="49"/>
                  </a:cubicBezTo>
                  <a:lnTo>
                    <a:pt x="21" y="134"/>
                  </a:lnTo>
                  <a:cubicBezTo>
                    <a:pt x="21" y="150"/>
                    <a:pt x="37" y="166"/>
                    <a:pt x="37" y="182"/>
                  </a:cubicBezTo>
                  <a:lnTo>
                    <a:pt x="37" y="235"/>
                  </a:lnTo>
                  <a:cubicBezTo>
                    <a:pt x="37" y="267"/>
                    <a:pt x="53" y="303"/>
                    <a:pt x="53" y="320"/>
                  </a:cubicBezTo>
                  <a:lnTo>
                    <a:pt x="53" y="352"/>
                  </a:lnTo>
                  <a:cubicBezTo>
                    <a:pt x="53" y="368"/>
                    <a:pt x="53" y="384"/>
                    <a:pt x="69" y="404"/>
                  </a:cubicBezTo>
                  <a:lnTo>
                    <a:pt x="69" y="352"/>
                  </a:lnTo>
                  <a:lnTo>
                    <a:pt x="69" y="320"/>
                  </a:lnTo>
                  <a:cubicBezTo>
                    <a:pt x="53" y="283"/>
                    <a:pt x="53" y="267"/>
                    <a:pt x="53" y="235"/>
                  </a:cubicBezTo>
                  <a:lnTo>
                    <a:pt x="53" y="182"/>
                  </a:lnTo>
                  <a:cubicBezTo>
                    <a:pt x="37" y="166"/>
                    <a:pt x="37" y="150"/>
                    <a:pt x="37" y="134"/>
                  </a:cubicBezTo>
                  <a:lnTo>
                    <a:pt x="37" y="49"/>
                  </a:lnTo>
                  <a:cubicBezTo>
                    <a:pt x="21" y="33"/>
                    <a:pt x="21" y="17"/>
                    <a:pt x="37" y="0"/>
                  </a:cubicBezTo>
                  <a:close/>
                  <a:moveTo>
                    <a:pt x="69" y="404"/>
                  </a:moveTo>
                  <a:lnTo>
                    <a:pt x="69" y="437"/>
                  </a:lnTo>
                  <a:cubicBezTo>
                    <a:pt x="69" y="469"/>
                    <a:pt x="69" y="505"/>
                    <a:pt x="85" y="538"/>
                  </a:cubicBezTo>
                  <a:lnTo>
                    <a:pt x="85" y="437"/>
                  </a:lnTo>
                  <a:cubicBezTo>
                    <a:pt x="85" y="421"/>
                    <a:pt x="69" y="404"/>
                    <a:pt x="69" y="404"/>
                  </a:cubicBezTo>
                  <a:close/>
                  <a:moveTo>
                    <a:pt x="85" y="538"/>
                  </a:moveTo>
                  <a:lnTo>
                    <a:pt x="85" y="623"/>
                  </a:lnTo>
                  <a:cubicBezTo>
                    <a:pt x="101" y="639"/>
                    <a:pt x="101" y="655"/>
                    <a:pt x="101" y="687"/>
                  </a:cubicBezTo>
                  <a:cubicBezTo>
                    <a:pt x="101" y="707"/>
                    <a:pt x="101" y="740"/>
                    <a:pt x="122" y="756"/>
                  </a:cubicBezTo>
                  <a:lnTo>
                    <a:pt x="122" y="687"/>
                  </a:lnTo>
                  <a:cubicBezTo>
                    <a:pt x="122" y="655"/>
                    <a:pt x="101" y="639"/>
                    <a:pt x="101" y="623"/>
                  </a:cubicBezTo>
                  <a:lnTo>
                    <a:pt x="85" y="538"/>
                  </a:lnTo>
                  <a:close/>
                  <a:moveTo>
                    <a:pt x="122" y="756"/>
                  </a:moveTo>
                  <a:lnTo>
                    <a:pt x="122" y="825"/>
                  </a:lnTo>
                  <a:cubicBezTo>
                    <a:pt x="122" y="857"/>
                    <a:pt x="138" y="909"/>
                    <a:pt x="138" y="942"/>
                  </a:cubicBezTo>
                  <a:cubicBezTo>
                    <a:pt x="138" y="974"/>
                    <a:pt x="154" y="1010"/>
                    <a:pt x="154" y="1043"/>
                  </a:cubicBezTo>
                  <a:cubicBezTo>
                    <a:pt x="154" y="1059"/>
                    <a:pt x="154" y="1091"/>
                    <a:pt x="170" y="1111"/>
                  </a:cubicBezTo>
                  <a:lnTo>
                    <a:pt x="170" y="1043"/>
                  </a:lnTo>
                  <a:cubicBezTo>
                    <a:pt x="170" y="1010"/>
                    <a:pt x="154" y="974"/>
                    <a:pt x="154" y="942"/>
                  </a:cubicBezTo>
                  <a:cubicBezTo>
                    <a:pt x="138" y="909"/>
                    <a:pt x="138" y="857"/>
                    <a:pt x="138" y="808"/>
                  </a:cubicBezTo>
                  <a:cubicBezTo>
                    <a:pt x="138" y="788"/>
                    <a:pt x="122" y="772"/>
                    <a:pt x="122" y="756"/>
                  </a:cubicBezTo>
                  <a:close/>
                  <a:moveTo>
                    <a:pt x="170" y="1111"/>
                  </a:moveTo>
                  <a:cubicBezTo>
                    <a:pt x="170" y="1160"/>
                    <a:pt x="186" y="1212"/>
                    <a:pt x="186" y="1261"/>
                  </a:cubicBezTo>
                  <a:lnTo>
                    <a:pt x="186" y="1313"/>
                  </a:lnTo>
                  <a:lnTo>
                    <a:pt x="186" y="1330"/>
                  </a:lnTo>
                  <a:cubicBezTo>
                    <a:pt x="202" y="1362"/>
                    <a:pt x="202" y="1394"/>
                    <a:pt x="202" y="1414"/>
                  </a:cubicBezTo>
                  <a:cubicBezTo>
                    <a:pt x="202" y="1447"/>
                    <a:pt x="223" y="1463"/>
                    <a:pt x="223" y="1495"/>
                  </a:cubicBezTo>
                  <a:lnTo>
                    <a:pt x="223" y="1414"/>
                  </a:lnTo>
                  <a:cubicBezTo>
                    <a:pt x="223" y="1394"/>
                    <a:pt x="202" y="1362"/>
                    <a:pt x="202" y="1330"/>
                  </a:cubicBezTo>
                  <a:lnTo>
                    <a:pt x="202" y="1293"/>
                  </a:lnTo>
                  <a:lnTo>
                    <a:pt x="202" y="1261"/>
                  </a:lnTo>
                  <a:cubicBezTo>
                    <a:pt x="186" y="1212"/>
                    <a:pt x="186" y="1160"/>
                    <a:pt x="170" y="1111"/>
                  </a:cubicBezTo>
                  <a:close/>
                  <a:moveTo>
                    <a:pt x="223" y="1495"/>
                  </a:moveTo>
                  <a:lnTo>
                    <a:pt x="223" y="1580"/>
                  </a:lnTo>
                  <a:cubicBezTo>
                    <a:pt x="239" y="1616"/>
                    <a:pt x="239" y="1632"/>
                    <a:pt x="239" y="1665"/>
                  </a:cubicBezTo>
                  <a:cubicBezTo>
                    <a:pt x="239" y="1697"/>
                    <a:pt x="255" y="1733"/>
                    <a:pt x="255" y="1766"/>
                  </a:cubicBezTo>
                  <a:lnTo>
                    <a:pt x="255" y="1818"/>
                  </a:lnTo>
                  <a:cubicBezTo>
                    <a:pt x="255" y="1834"/>
                    <a:pt x="271" y="1851"/>
                    <a:pt x="271" y="1867"/>
                  </a:cubicBezTo>
                  <a:lnTo>
                    <a:pt x="271" y="1818"/>
                  </a:lnTo>
                  <a:lnTo>
                    <a:pt x="271" y="1766"/>
                  </a:lnTo>
                  <a:cubicBezTo>
                    <a:pt x="255" y="1733"/>
                    <a:pt x="255" y="1697"/>
                    <a:pt x="255" y="1665"/>
                  </a:cubicBezTo>
                  <a:cubicBezTo>
                    <a:pt x="255" y="1632"/>
                    <a:pt x="239" y="1616"/>
                    <a:pt x="239" y="1580"/>
                  </a:cubicBezTo>
                  <a:cubicBezTo>
                    <a:pt x="239" y="1548"/>
                    <a:pt x="239" y="1531"/>
                    <a:pt x="223" y="1495"/>
                  </a:cubicBezTo>
                  <a:close/>
                  <a:moveTo>
                    <a:pt x="271" y="1867"/>
                  </a:moveTo>
                  <a:cubicBezTo>
                    <a:pt x="271" y="1899"/>
                    <a:pt x="271" y="1952"/>
                    <a:pt x="287" y="2000"/>
                  </a:cubicBezTo>
                  <a:cubicBezTo>
                    <a:pt x="287" y="2036"/>
                    <a:pt x="303" y="2069"/>
                    <a:pt x="303" y="2085"/>
                  </a:cubicBezTo>
                  <a:lnTo>
                    <a:pt x="303" y="2000"/>
                  </a:lnTo>
                  <a:cubicBezTo>
                    <a:pt x="287" y="1952"/>
                    <a:pt x="287" y="1899"/>
                    <a:pt x="271" y="1867"/>
                  </a:cubicBezTo>
                  <a:close/>
                  <a:moveTo>
                    <a:pt x="303" y="2085"/>
                  </a:moveTo>
                  <a:cubicBezTo>
                    <a:pt x="303" y="2121"/>
                    <a:pt x="303" y="2154"/>
                    <a:pt x="324" y="2186"/>
                  </a:cubicBezTo>
                  <a:cubicBezTo>
                    <a:pt x="324" y="2154"/>
                    <a:pt x="324" y="2121"/>
                    <a:pt x="303" y="2085"/>
                  </a:cubicBezTo>
                  <a:close/>
                  <a:moveTo>
                    <a:pt x="324" y="2186"/>
                  </a:moveTo>
                  <a:lnTo>
                    <a:pt x="324" y="2303"/>
                  </a:lnTo>
                  <a:cubicBezTo>
                    <a:pt x="340" y="2323"/>
                    <a:pt x="340" y="2339"/>
                    <a:pt x="340" y="2372"/>
                  </a:cubicBezTo>
                  <a:lnTo>
                    <a:pt x="340" y="2424"/>
                  </a:lnTo>
                  <a:cubicBezTo>
                    <a:pt x="356" y="2440"/>
                    <a:pt x="356" y="2473"/>
                    <a:pt x="356" y="2505"/>
                  </a:cubicBezTo>
                  <a:lnTo>
                    <a:pt x="356" y="2541"/>
                  </a:lnTo>
                  <a:cubicBezTo>
                    <a:pt x="372" y="2558"/>
                    <a:pt x="372" y="2574"/>
                    <a:pt x="372" y="2590"/>
                  </a:cubicBezTo>
                  <a:lnTo>
                    <a:pt x="372" y="2541"/>
                  </a:lnTo>
                  <a:lnTo>
                    <a:pt x="372" y="2505"/>
                  </a:lnTo>
                  <a:cubicBezTo>
                    <a:pt x="372" y="2473"/>
                    <a:pt x="356" y="2440"/>
                    <a:pt x="356" y="2404"/>
                  </a:cubicBezTo>
                  <a:lnTo>
                    <a:pt x="356" y="2372"/>
                  </a:lnTo>
                  <a:cubicBezTo>
                    <a:pt x="356" y="2339"/>
                    <a:pt x="340" y="2323"/>
                    <a:pt x="340" y="2303"/>
                  </a:cubicBezTo>
                  <a:cubicBezTo>
                    <a:pt x="340" y="2255"/>
                    <a:pt x="340" y="2222"/>
                    <a:pt x="324" y="2186"/>
                  </a:cubicBezTo>
                  <a:close/>
                  <a:moveTo>
                    <a:pt x="372" y="2590"/>
                  </a:moveTo>
                  <a:lnTo>
                    <a:pt x="372" y="2642"/>
                  </a:lnTo>
                  <a:cubicBezTo>
                    <a:pt x="372" y="2659"/>
                    <a:pt x="388" y="2675"/>
                    <a:pt x="388" y="2691"/>
                  </a:cubicBezTo>
                  <a:lnTo>
                    <a:pt x="388" y="2642"/>
                  </a:lnTo>
                  <a:cubicBezTo>
                    <a:pt x="388" y="2626"/>
                    <a:pt x="388" y="2606"/>
                    <a:pt x="372" y="2590"/>
                  </a:cubicBezTo>
                  <a:close/>
                  <a:moveTo>
                    <a:pt x="388" y="2691"/>
                  </a:moveTo>
                  <a:cubicBezTo>
                    <a:pt x="388" y="2743"/>
                    <a:pt x="388" y="2776"/>
                    <a:pt x="404" y="2828"/>
                  </a:cubicBezTo>
                  <a:cubicBezTo>
                    <a:pt x="404" y="2776"/>
                    <a:pt x="404" y="2727"/>
                    <a:pt x="388" y="2691"/>
                  </a:cubicBezTo>
                  <a:close/>
                  <a:moveTo>
                    <a:pt x="404" y="2828"/>
                  </a:moveTo>
                  <a:lnTo>
                    <a:pt x="404" y="2877"/>
                  </a:lnTo>
                  <a:cubicBezTo>
                    <a:pt x="404" y="2893"/>
                    <a:pt x="404" y="2909"/>
                    <a:pt x="425" y="2929"/>
                  </a:cubicBezTo>
                  <a:lnTo>
                    <a:pt x="425" y="2877"/>
                  </a:lnTo>
                  <a:cubicBezTo>
                    <a:pt x="425" y="2861"/>
                    <a:pt x="425" y="2844"/>
                    <a:pt x="404" y="2828"/>
                  </a:cubicBezTo>
                  <a:close/>
                  <a:moveTo>
                    <a:pt x="425" y="2929"/>
                  </a:moveTo>
                  <a:cubicBezTo>
                    <a:pt x="425" y="2978"/>
                    <a:pt x="425" y="3030"/>
                    <a:pt x="441" y="3063"/>
                  </a:cubicBezTo>
                  <a:lnTo>
                    <a:pt x="441" y="3131"/>
                  </a:lnTo>
                  <a:lnTo>
                    <a:pt x="441" y="3147"/>
                  </a:lnTo>
                  <a:cubicBezTo>
                    <a:pt x="441" y="3180"/>
                    <a:pt x="457" y="3212"/>
                    <a:pt x="457" y="3232"/>
                  </a:cubicBezTo>
                  <a:lnTo>
                    <a:pt x="457" y="3248"/>
                  </a:lnTo>
                  <a:lnTo>
                    <a:pt x="457" y="3265"/>
                  </a:lnTo>
                  <a:cubicBezTo>
                    <a:pt x="457" y="3297"/>
                    <a:pt x="473" y="3333"/>
                    <a:pt x="489" y="3366"/>
                  </a:cubicBezTo>
                  <a:cubicBezTo>
                    <a:pt x="505" y="3366"/>
                    <a:pt x="505" y="3382"/>
                    <a:pt x="505" y="3398"/>
                  </a:cubicBezTo>
                  <a:lnTo>
                    <a:pt x="505" y="3600"/>
                  </a:lnTo>
                  <a:lnTo>
                    <a:pt x="505" y="3701"/>
                  </a:lnTo>
                  <a:lnTo>
                    <a:pt x="505" y="3717"/>
                  </a:lnTo>
                  <a:lnTo>
                    <a:pt x="526" y="3701"/>
                  </a:lnTo>
                  <a:lnTo>
                    <a:pt x="526" y="3600"/>
                  </a:lnTo>
                  <a:lnTo>
                    <a:pt x="526" y="3398"/>
                  </a:lnTo>
                  <a:cubicBezTo>
                    <a:pt x="526" y="3382"/>
                    <a:pt x="526" y="3366"/>
                    <a:pt x="505" y="3349"/>
                  </a:cubicBezTo>
                  <a:cubicBezTo>
                    <a:pt x="489" y="3333"/>
                    <a:pt x="473" y="3297"/>
                    <a:pt x="473" y="3265"/>
                  </a:cubicBezTo>
                  <a:lnTo>
                    <a:pt x="473" y="3248"/>
                  </a:lnTo>
                  <a:lnTo>
                    <a:pt x="473" y="3232"/>
                  </a:lnTo>
                  <a:cubicBezTo>
                    <a:pt x="473" y="3196"/>
                    <a:pt x="457" y="3180"/>
                    <a:pt x="457" y="3147"/>
                  </a:cubicBezTo>
                  <a:lnTo>
                    <a:pt x="457" y="3131"/>
                  </a:lnTo>
                  <a:lnTo>
                    <a:pt x="457" y="3063"/>
                  </a:lnTo>
                  <a:cubicBezTo>
                    <a:pt x="441" y="3010"/>
                    <a:pt x="441" y="2978"/>
                    <a:pt x="425" y="2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9"/>
            <p:cNvSpPr/>
            <p:nvPr/>
          </p:nvSpPr>
          <p:spPr>
            <a:xfrm>
              <a:off x="2331186" y="434146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0"/>
                  </a:moveTo>
                  <a:cubicBezTo>
                    <a:pt x="49" y="21"/>
                    <a:pt x="85" y="37"/>
                    <a:pt x="133" y="53"/>
                  </a:cubicBezTo>
                  <a:cubicBezTo>
                    <a:pt x="101" y="37"/>
                    <a:pt x="49" y="21"/>
                    <a:pt x="0" y="0"/>
                  </a:cubicBezTo>
                  <a:close/>
                  <a:moveTo>
                    <a:pt x="133" y="53"/>
                  </a:moveTo>
                  <a:cubicBezTo>
                    <a:pt x="150" y="69"/>
                    <a:pt x="166" y="69"/>
                    <a:pt x="202" y="85"/>
                  </a:cubicBezTo>
                  <a:lnTo>
                    <a:pt x="218" y="85"/>
                  </a:lnTo>
                  <a:lnTo>
                    <a:pt x="202" y="69"/>
                  </a:lnTo>
                  <a:cubicBezTo>
                    <a:pt x="186" y="69"/>
                    <a:pt x="166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9"/>
            <p:cNvSpPr/>
            <p:nvPr/>
          </p:nvSpPr>
          <p:spPr>
            <a:xfrm>
              <a:off x="1944712" y="724671"/>
              <a:ext cx="322707" cy="259636"/>
            </a:xfrm>
            <a:custGeom>
              <a:avLst/>
              <a:gdLst/>
              <a:ahLst/>
              <a:cxnLst/>
              <a:rect l="l" t="t" r="r" b="b"/>
              <a:pathLst>
                <a:path w="3249" h="2614" extrusionOk="0">
                  <a:moveTo>
                    <a:pt x="31" y="1"/>
                  </a:moveTo>
                  <a:cubicBezTo>
                    <a:pt x="19" y="1"/>
                    <a:pt x="9" y="5"/>
                    <a:pt x="1" y="24"/>
                  </a:cubicBezTo>
                  <a:lnTo>
                    <a:pt x="17" y="40"/>
                  </a:lnTo>
                  <a:lnTo>
                    <a:pt x="17" y="24"/>
                  </a:lnTo>
                  <a:cubicBezTo>
                    <a:pt x="27" y="14"/>
                    <a:pt x="32" y="9"/>
                    <a:pt x="37" y="9"/>
                  </a:cubicBezTo>
                  <a:cubicBezTo>
                    <a:pt x="41" y="9"/>
                    <a:pt x="45" y="14"/>
                    <a:pt x="53" y="24"/>
                  </a:cubicBezTo>
                  <a:lnTo>
                    <a:pt x="70" y="24"/>
                  </a:lnTo>
                  <a:cubicBezTo>
                    <a:pt x="102" y="24"/>
                    <a:pt x="138" y="40"/>
                    <a:pt x="171" y="40"/>
                  </a:cubicBezTo>
                  <a:cubicBezTo>
                    <a:pt x="187" y="57"/>
                    <a:pt x="203" y="57"/>
                    <a:pt x="219" y="57"/>
                  </a:cubicBezTo>
                  <a:cubicBezTo>
                    <a:pt x="320" y="89"/>
                    <a:pt x="421" y="105"/>
                    <a:pt x="522" y="141"/>
                  </a:cubicBezTo>
                  <a:cubicBezTo>
                    <a:pt x="575" y="158"/>
                    <a:pt x="623" y="174"/>
                    <a:pt x="676" y="174"/>
                  </a:cubicBezTo>
                  <a:cubicBezTo>
                    <a:pt x="623" y="158"/>
                    <a:pt x="575" y="141"/>
                    <a:pt x="542" y="125"/>
                  </a:cubicBezTo>
                  <a:cubicBezTo>
                    <a:pt x="441" y="105"/>
                    <a:pt x="340" y="73"/>
                    <a:pt x="239" y="40"/>
                  </a:cubicBezTo>
                  <a:lnTo>
                    <a:pt x="187" y="40"/>
                  </a:lnTo>
                  <a:cubicBezTo>
                    <a:pt x="138" y="24"/>
                    <a:pt x="102" y="4"/>
                    <a:pt x="70" y="4"/>
                  </a:cubicBezTo>
                  <a:cubicBezTo>
                    <a:pt x="54" y="4"/>
                    <a:pt x="42" y="1"/>
                    <a:pt x="31" y="1"/>
                  </a:cubicBezTo>
                  <a:close/>
                  <a:moveTo>
                    <a:pt x="17" y="40"/>
                  </a:moveTo>
                  <a:lnTo>
                    <a:pt x="17" y="73"/>
                  </a:lnTo>
                  <a:lnTo>
                    <a:pt x="17" y="327"/>
                  </a:lnTo>
                  <a:lnTo>
                    <a:pt x="17" y="360"/>
                  </a:lnTo>
                  <a:lnTo>
                    <a:pt x="17" y="461"/>
                  </a:lnTo>
                  <a:cubicBezTo>
                    <a:pt x="37" y="477"/>
                    <a:pt x="37" y="493"/>
                    <a:pt x="17" y="509"/>
                  </a:cubicBezTo>
                  <a:cubicBezTo>
                    <a:pt x="53" y="493"/>
                    <a:pt x="37" y="477"/>
                    <a:pt x="37" y="461"/>
                  </a:cubicBezTo>
                  <a:lnTo>
                    <a:pt x="37" y="444"/>
                  </a:lnTo>
                  <a:lnTo>
                    <a:pt x="37" y="360"/>
                  </a:lnTo>
                  <a:lnTo>
                    <a:pt x="37" y="327"/>
                  </a:lnTo>
                  <a:lnTo>
                    <a:pt x="37" y="73"/>
                  </a:lnTo>
                  <a:cubicBezTo>
                    <a:pt x="37" y="57"/>
                    <a:pt x="37" y="40"/>
                    <a:pt x="17" y="40"/>
                  </a:cubicBezTo>
                  <a:close/>
                  <a:moveTo>
                    <a:pt x="17" y="509"/>
                  </a:moveTo>
                  <a:cubicBezTo>
                    <a:pt x="1" y="509"/>
                    <a:pt x="17" y="529"/>
                    <a:pt x="17" y="529"/>
                  </a:cubicBezTo>
                  <a:cubicBezTo>
                    <a:pt x="37" y="562"/>
                    <a:pt x="37" y="610"/>
                    <a:pt x="17" y="646"/>
                  </a:cubicBezTo>
                  <a:lnTo>
                    <a:pt x="37" y="646"/>
                  </a:lnTo>
                  <a:lnTo>
                    <a:pt x="37" y="529"/>
                  </a:lnTo>
                  <a:lnTo>
                    <a:pt x="17" y="509"/>
                  </a:lnTo>
                  <a:close/>
                  <a:moveTo>
                    <a:pt x="676" y="174"/>
                  </a:moveTo>
                  <a:lnTo>
                    <a:pt x="676" y="174"/>
                  </a:lnTo>
                  <a:cubicBezTo>
                    <a:pt x="809" y="226"/>
                    <a:pt x="962" y="259"/>
                    <a:pt x="1096" y="291"/>
                  </a:cubicBezTo>
                  <a:cubicBezTo>
                    <a:pt x="1213" y="327"/>
                    <a:pt x="1314" y="360"/>
                    <a:pt x="1431" y="392"/>
                  </a:cubicBezTo>
                  <a:lnTo>
                    <a:pt x="1734" y="477"/>
                  </a:lnTo>
                  <a:cubicBezTo>
                    <a:pt x="1904" y="509"/>
                    <a:pt x="2057" y="562"/>
                    <a:pt x="2223" y="610"/>
                  </a:cubicBezTo>
                  <a:cubicBezTo>
                    <a:pt x="2425" y="663"/>
                    <a:pt x="2643" y="731"/>
                    <a:pt x="2845" y="780"/>
                  </a:cubicBezTo>
                  <a:cubicBezTo>
                    <a:pt x="2881" y="796"/>
                    <a:pt x="2914" y="796"/>
                    <a:pt x="2946" y="812"/>
                  </a:cubicBezTo>
                  <a:cubicBezTo>
                    <a:pt x="3015" y="832"/>
                    <a:pt x="3083" y="848"/>
                    <a:pt x="3148" y="865"/>
                  </a:cubicBezTo>
                  <a:lnTo>
                    <a:pt x="3184" y="865"/>
                  </a:lnTo>
                  <a:cubicBezTo>
                    <a:pt x="3184" y="865"/>
                    <a:pt x="3168" y="848"/>
                    <a:pt x="3148" y="848"/>
                  </a:cubicBezTo>
                  <a:cubicBezTo>
                    <a:pt x="3083" y="832"/>
                    <a:pt x="3015" y="812"/>
                    <a:pt x="2946" y="796"/>
                  </a:cubicBezTo>
                  <a:cubicBezTo>
                    <a:pt x="2914" y="780"/>
                    <a:pt x="2881" y="780"/>
                    <a:pt x="2845" y="764"/>
                  </a:cubicBezTo>
                  <a:cubicBezTo>
                    <a:pt x="2643" y="711"/>
                    <a:pt x="2425" y="646"/>
                    <a:pt x="2223" y="594"/>
                  </a:cubicBezTo>
                  <a:cubicBezTo>
                    <a:pt x="2057" y="545"/>
                    <a:pt x="1904" y="509"/>
                    <a:pt x="1734" y="461"/>
                  </a:cubicBezTo>
                  <a:lnTo>
                    <a:pt x="1431" y="376"/>
                  </a:lnTo>
                  <a:cubicBezTo>
                    <a:pt x="1314" y="343"/>
                    <a:pt x="1213" y="307"/>
                    <a:pt x="1112" y="291"/>
                  </a:cubicBezTo>
                  <a:cubicBezTo>
                    <a:pt x="962" y="242"/>
                    <a:pt x="809" y="206"/>
                    <a:pt x="676" y="174"/>
                  </a:cubicBezTo>
                  <a:close/>
                  <a:moveTo>
                    <a:pt x="3184" y="865"/>
                  </a:moveTo>
                  <a:cubicBezTo>
                    <a:pt x="3200" y="881"/>
                    <a:pt x="3217" y="881"/>
                    <a:pt x="3249" y="881"/>
                  </a:cubicBezTo>
                  <a:cubicBezTo>
                    <a:pt x="3233" y="881"/>
                    <a:pt x="3200" y="865"/>
                    <a:pt x="3184" y="865"/>
                  </a:cubicBezTo>
                  <a:close/>
                  <a:moveTo>
                    <a:pt x="17" y="646"/>
                  </a:moveTo>
                  <a:lnTo>
                    <a:pt x="17" y="663"/>
                  </a:lnTo>
                  <a:lnTo>
                    <a:pt x="17" y="747"/>
                  </a:lnTo>
                  <a:cubicBezTo>
                    <a:pt x="17" y="832"/>
                    <a:pt x="17" y="897"/>
                    <a:pt x="37" y="966"/>
                  </a:cubicBezTo>
                  <a:lnTo>
                    <a:pt x="37" y="747"/>
                  </a:lnTo>
                  <a:cubicBezTo>
                    <a:pt x="37" y="711"/>
                    <a:pt x="37" y="679"/>
                    <a:pt x="17" y="646"/>
                  </a:cubicBezTo>
                  <a:close/>
                  <a:moveTo>
                    <a:pt x="37" y="966"/>
                  </a:moveTo>
                  <a:lnTo>
                    <a:pt x="37" y="1099"/>
                  </a:lnTo>
                  <a:lnTo>
                    <a:pt x="37" y="1418"/>
                  </a:lnTo>
                  <a:lnTo>
                    <a:pt x="37" y="1539"/>
                  </a:lnTo>
                  <a:lnTo>
                    <a:pt x="37" y="1604"/>
                  </a:lnTo>
                  <a:lnTo>
                    <a:pt x="37" y="1689"/>
                  </a:lnTo>
                  <a:lnTo>
                    <a:pt x="37" y="1822"/>
                  </a:lnTo>
                  <a:lnTo>
                    <a:pt x="37" y="1992"/>
                  </a:lnTo>
                  <a:lnTo>
                    <a:pt x="37" y="2125"/>
                  </a:lnTo>
                  <a:lnTo>
                    <a:pt x="37" y="2363"/>
                  </a:lnTo>
                  <a:lnTo>
                    <a:pt x="37" y="2396"/>
                  </a:lnTo>
                  <a:cubicBezTo>
                    <a:pt x="53" y="2464"/>
                    <a:pt x="53" y="2529"/>
                    <a:pt x="53" y="2614"/>
                  </a:cubicBezTo>
                  <a:cubicBezTo>
                    <a:pt x="70" y="2529"/>
                    <a:pt x="53" y="2464"/>
                    <a:pt x="53" y="2396"/>
                  </a:cubicBezTo>
                  <a:lnTo>
                    <a:pt x="53" y="2347"/>
                  </a:lnTo>
                  <a:lnTo>
                    <a:pt x="53" y="2125"/>
                  </a:lnTo>
                  <a:lnTo>
                    <a:pt x="53" y="1992"/>
                  </a:lnTo>
                  <a:lnTo>
                    <a:pt x="53" y="1822"/>
                  </a:lnTo>
                  <a:lnTo>
                    <a:pt x="53" y="1689"/>
                  </a:lnTo>
                  <a:lnTo>
                    <a:pt x="53" y="1604"/>
                  </a:lnTo>
                  <a:lnTo>
                    <a:pt x="53" y="1539"/>
                  </a:lnTo>
                  <a:lnTo>
                    <a:pt x="53" y="1418"/>
                  </a:lnTo>
                  <a:lnTo>
                    <a:pt x="53" y="1099"/>
                  </a:lnTo>
                  <a:cubicBezTo>
                    <a:pt x="37" y="1067"/>
                    <a:pt x="37" y="1014"/>
                    <a:pt x="37" y="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2392966" y="693285"/>
              <a:ext cx="77076" cy="23838"/>
            </a:xfrm>
            <a:custGeom>
              <a:avLst/>
              <a:gdLst/>
              <a:ahLst/>
              <a:cxnLst/>
              <a:rect l="l" t="t" r="r" b="b"/>
              <a:pathLst>
                <a:path w="776" h="240" extrusionOk="0">
                  <a:moveTo>
                    <a:pt x="0" y="1"/>
                  </a:moveTo>
                  <a:cubicBezTo>
                    <a:pt x="16" y="1"/>
                    <a:pt x="16" y="17"/>
                    <a:pt x="33" y="17"/>
                  </a:cubicBezTo>
                  <a:lnTo>
                    <a:pt x="49" y="17"/>
                  </a:lnTo>
                  <a:cubicBezTo>
                    <a:pt x="202" y="70"/>
                    <a:pt x="352" y="118"/>
                    <a:pt x="521" y="171"/>
                  </a:cubicBezTo>
                  <a:lnTo>
                    <a:pt x="707" y="219"/>
                  </a:lnTo>
                  <a:lnTo>
                    <a:pt x="521" y="154"/>
                  </a:lnTo>
                  <a:cubicBezTo>
                    <a:pt x="372" y="102"/>
                    <a:pt x="202" y="53"/>
                    <a:pt x="49" y="1"/>
                  </a:cubicBezTo>
                  <a:close/>
                  <a:moveTo>
                    <a:pt x="707" y="219"/>
                  </a:moveTo>
                  <a:cubicBezTo>
                    <a:pt x="723" y="239"/>
                    <a:pt x="740" y="239"/>
                    <a:pt x="740" y="239"/>
                  </a:cubicBezTo>
                  <a:lnTo>
                    <a:pt x="756" y="239"/>
                  </a:lnTo>
                  <a:lnTo>
                    <a:pt x="776" y="2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9"/>
            <p:cNvSpPr/>
            <p:nvPr/>
          </p:nvSpPr>
          <p:spPr>
            <a:xfrm>
              <a:off x="2327511" y="897596"/>
              <a:ext cx="32181" cy="83532"/>
            </a:xfrm>
            <a:custGeom>
              <a:avLst/>
              <a:gdLst/>
              <a:ahLst/>
              <a:cxnLst/>
              <a:rect l="l" t="t" r="r" b="b"/>
              <a:pathLst>
                <a:path w="324" h="841" extrusionOk="0">
                  <a:moveTo>
                    <a:pt x="21" y="0"/>
                  </a:moveTo>
                  <a:cubicBezTo>
                    <a:pt x="1" y="32"/>
                    <a:pt x="1" y="49"/>
                    <a:pt x="1" y="81"/>
                  </a:cubicBezTo>
                  <a:cubicBezTo>
                    <a:pt x="21" y="81"/>
                    <a:pt x="21" y="81"/>
                    <a:pt x="21" y="101"/>
                  </a:cubicBezTo>
                  <a:lnTo>
                    <a:pt x="21" y="65"/>
                  </a:lnTo>
                  <a:cubicBezTo>
                    <a:pt x="21" y="49"/>
                    <a:pt x="21" y="32"/>
                    <a:pt x="37" y="0"/>
                  </a:cubicBezTo>
                  <a:close/>
                  <a:moveTo>
                    <a:pt x="21" y="267"/>
                  </a:moveTo>
                  <a:lnTo>
                    <a:pt x="21" y="739"/>
                  </a:lnTo>
                  <a:cubicBezTo>
                    <a:pt x="21" y="772"/>
                    <a:pt x="37" y="788"/>
                    <a:pt x="53" y="788"/>
                  </a:cubicBezTo>
                  <a:cubicBezTo>
                    <a:pt x="102" y="788"/>
                    <a:pt x="154" y="808"/>
                    <a:pt x="187" y="824"/>
                  </a:cubicBezTo>
                  <a:cubicBezTo>
                    <a:pt x="223" y="824"/>
                    <a:pt x="239" y="824"/>
                    <a:pt x="271" y="840"/>
                  </a:cubicBezTo>
                  <a:lnTo>
                    <a:pt x="324" y="840"/>
                  </a:lnTo>
                  <a:cubicBezTo>
                    <a:pt x="304" y="824"/>
                    <a:pt x="288" y="824"/>
                    <a:pt x="271" y="824"/>
                  </a:cubicBezTo>
                  <a:cubicBezTo>
                    <a:pt x="255" y="824"/>
                    <a:pt x="223" y="808"/>
                    <a:pt x="187" y="808"/>
                  </a:cubicBezTo>
                  <a:cubicBezTo>
                    <a:pt x="154" y="788"/>
                    <a:pt x="102" y="788"/>
                    <a:pt x="69" y="772"/>
                  </a:cubicBezTo>
                  <a:cubicBezTo>
                    <a:pt x="37" y="772"/>
                    <a:pt x="37" y="756"/>
                    <a:pt x="37" y="739"/>
                  </a:cubicBezTo>
                  <a:cubicBezTo>
                    <a:pt x="37" y="570"/>
                    <a:pt x="37" y="404"/>
                    <a:pt x="21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9"/>
            <p:cNvSpPr/>
            <p:nvPr/>
          </p:nvSpPr>
          <p:spPr>
            <a:xfrm>
              <a:off x="1673952" y="383987"/>
              <a:ext cx="67044" cy="93961"/>
            </a:xfrm>
            <a:custGeom>
              <a:avLst/>
              <a:gdLst/>
              <a:ahLst/>
              <a:cxnLst/>
              <a:rect l="l" t="t" r="r" b="b"/>
              <a:pathLst>
                <a:path w="675" h="946" extrusionOk="0">
                  <a:moveTo>
                    <a:pt x="675" y="0"/>
                  </a:moveTo>
                  <a:cubicBezTo>
                    <a:pt x="606" y="37"/>
                    <a:pt x="558" y="69"/>
                    <a:pt x="521" y="122"/>
                  </a:cubicBezTo>
                  <a:cubicBezTo>
                    <a:pt x="574" y="85"/>
                    <a:pt x="622" y="53"/>
                    <a:pt x="675" y="21"/>
                  </a:cubicBezTo>
                  <a:lnTo>
                    <a:pt x="675" y="0"/>
                  </a:lnTo>
                  <a:close/>
                  <a:moveTo>
                    <a:pt x="521" y="122"/>
                  </a:moveTo>
                  <a:cubicBezTo>
                    <a:pt x="489" y="138"/>
                    <a:pt x="473" y="154"/>
                    <a:pt x="457" y="170"/>
                  </a:cubicBezTo>
                  <a:cubicBezTo>
                    <a:pt x="489" y="170"/>
                    <a:pt x="505" y="138"/>
                    <a:pt x="521" y="122"/>
                  </a:cubicBezTo>
                  <a:close/>
                  <a:moveTo>
                    <a:pt x="457" y="170"/>
                  </a:moveTo>
                  <a:cubicBezTo>
                    <a:pt x="388" y="223"/>
                    <a:pt x="303" y="287"/>
                    <a:pt x="238" y="340"/>
                  </a:cubicBezTo>
                  <a:cubicBezTo>
                    <a:pt x="170" y="388"/>
                    <a:pt x="117" y="441"/>
                    <a:pt x="53" y="489"/>
                  </a:cubicBezTo>
                  <a:cubicBezTo>
                    <a:pt x="16" y="526"/>
                    <a:pt x="0" y="558"/>
                    <a:pt x="0" y="590"/>
                  </a:cubicBezTo>
                  <a:lnTo>
                    <a:pt x="0" y="728"/>
                  </a:lnTo>
                  <a:lnTo>
                    <a:pt x="0" y="792"/>
                  </a:lnTo>
                  <a:lnTo>
                    <a:pt x="0" y="808"/>
                  </a:lnTo>
                  <a:lnTo>
                    <a:pt x="0" y="946"/>
                  </a:lnTo>
                  <a:lnTo>
                    <a:pt x="16" y="946"/>
                  </a:lnTo>
                  <a:cubicBezTo>
                    <a:pt x="0" y="893"/>
                    <a:pt x="16" y="861"/>
                    <a:pt x="16" y="808"/>
                  </a:cubicBezTo>
                  <a:lnTo>
                    <a:pt x="16" y="792"/>
                  </a:lnTo>
                  <a:lnTo>
                    <a:pt x="16" y="728"/>
                  </a:lnTo>
                  <a:lnTo>
                    <a:pt x="16" y="590"/>
                  </a:lnTo>
                  <a:cubicBezTo>
                    <a:pt x="16" y="558"/>
                    <a:pt x="37" y="526"/>
                    <a:pt x="53" y="505"/>
                  </a:cubicBezTo>
                  <a:cubicBezTo>
                    <a:pt x="117" y="457"/>
                    <a:pt x="186" y="404"/>
                    <a:pt x="255" y="356"/>
                  </a:cubicBezTo>
                  <a:cubicBezTo>
                    <a:pt x="319" y="287"/>
                    <a:pt x="388" y="239"/>
                    <a:pt x="457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9"/>
            <p:cNvSpPr/>
            <p:nvPr/>
          </p:nvSpPr>
          <p:spPr>
            <a:xfrm>
              <a:off x="1948387" y="879122"/>
              <a:ext cx="208682" cy="51848"/>
            </a:xfrm>
            <a:custGeom>
              <a:avLst/>
              <a:gdLst/>
              <a:ahLst/>
              <a:cxnLst/>
              <a:rect l="l" t="t" r="r" b="b"/>
              <a:pathLst>
                <a:path w="2101" h="522" extrusionOk="0">
                  <a:moveTo>
                    <a:pt x="16" y="0"/>
                  </a:moveTo>
                  <a:lnTo>
                    <a:pt x="0" y="16"/>
                  </a:lnTo>
                  <a:lnTo>
                    <a:pt x="16" y="16"/>
                  </a:lnTo>
                  <a:cubicBezTo>
                    <a:pt x="49" y="16"/>
                    <a:pt x="81" y="33"/>
                    <a:pt x="134" y="33"/>
                  </a:cubicBezTo>
                  <a:lnTo>
                    <a:pt x="134" y="16"/>
                  </a:lnTo>
                  <a:cubicBezTo>
                    <a:pt x="101" y="16"/>
                    <a:pt x="49" y="0"/>
                    <a:pt x="16" y="0"/>
                  </a:cubicBezTo>
                  <a:close/>
                  <a:moveTo>
                    <a:pt x="134" y="33"/>
                  </a:moveTo>
                  <a:lnTo>
                    <a:pt x="134" y="33"/>
                  </a:lnTo>
                  <a:cubicBezTo>
                    <a:pt x="218" y="65"/>
                    <a:pt x="283" y="85"/>
                    <a:pt x="352" y="101"/>
                  </a:cubicBezTo>
                  <a:cubicBezTo>
                    <a:pt x="384" y="101"/>
                    <a:pt x="420" y="117"/>
                    <a:pt x="453" y="117"/>
                  </a:cubicBezTo>
                  <a:cubicBezTo>
                    <a:pt x="521" y="134"/>
                    <a:pt x="586" y="150"/>
                    <a:pt x="655" y="166"/>
                  </a:cubicBezTo>
                  <a:cubicBezTo>
                    <a:pt x="723" y="186"/>
                    <a:pt x="772" y="202"/>
                    <a:pt x="841" y="218"/>
                  </a:cubicBezTo>
                  <a:cubicBezTo>
                    <a:pt x="974" y="251"/>
                    <a:pt x="1091" y="287"/>
                    <a:pt x="1212" y="303"/>
                  </a:cubicBezTo>
                  <a:cubicBezTo>
                    <a:pt x="1091" y="267"/>
                    <a:pt x="974" y="235"/>
                    <a:pt x="841" y="202"/>
                  </a:cubicBezTo>
                  <a:cubicBezTo>
                    <a:pt x="772" y="186"/>
                    <a:pt x="723" y="166"/>
                    <a:pt x="655" y="150"/>
                  </a:cubicBezTo>
                  <a:cubicBezTo>
                    <a:pt x="586" y="134"/>
                    <a:pt x="521" y="117"/>
                    <a:pt x="453" y="101"/>
                  </a:cubicBezTo>
                  <a:cubicBezTo>
                    <a:pt x="420" y="101"/>
                    <a:pt x="384" y="85"/>
                    <a:pt x="368" y="85"/>
                  </a:cubicBezTo>
                  <a:cubicBezTo>
                    <a:pt x="283" y="65"/>
                    <a:pt x="218" y="49"/>
                    <a:pt x="134" y="33"/>
                  </a:cubicBezTo>
                  <a:close/>
                  <a:moveTo>
                    <a:pt x="1212" y="303"/>
                  </a:moveTo>
                  <a:cubicBezTo>
                    <a:pt x="1346" y="352"/>
                    <a:pt x="1495" y="388"/>
                    <a:pt x="1648" y="420"/>
                  </a:cubicBezTo>
                  <a:cubicBezTo>
                    <a:pt x="1697" y="437"/>
                    <a:pt x="1749" y="437"/>
                    <a:pt x="1798" y="453"/>
                  </a:cubicBezTo>
                  <a:cubicBezTo>
                    <a:pt x="1834" y="453"/>
                    <a:pt x="1850" y="469"/>
                    <a:pt x="1883" y="469"/>
                  </a:cubicBezTo>
                  <a:cubicBezTo>
                    <a:pt x="1867" y="453"/>
                    <a:pt x="1834" y="453"/>
                    <a:pt x="1798" y="437"/>
                  </a:cubicBezTo>
                  <a:cubicBezTo>
                    <a:pt x="1749" y="437"/>
                    <a:pt x="1697" y="420"/>
                    <a:pt x="1648" y="404"/>
                  </a:cubicBezTo>
                  <a:cubicBezTo>
                    <a:pt x="1495" y="368"/>
                    <a:pt x="1346" y="336"/>
                    <a:pt x="1212" y="303"/>
                  </a:cubicBezTo>
                  <a:close/>
                  <a:moveTo>
                    <a:pt x="1883" y="469"/>
                  </a:moveTo>
                  <a:lnTo>
                    <a:pt x="1883" y="469"/>
                  </a:lnTo>
                  <a:cubicBezTo>
                    <a:pt x="1951" y="489"/>
                    <a:pt x="2020" y="521"/>
                    <a:pt x="2085" y="521"/>
                  </a:cubicBezTo>
                  <a:lnTo>
                    <a:pt x="2101" y="521"/>
                  </a:lnTo>
                  <a:lnTo>
                    <a:pt x="2085" y="505"/>
                  </a:lnTo>
                  <a:cubicBezTo>
                    <a:pt x="2020" y="505"/>
                    <a:pt x="1951" y="489"/>
                    <a:pt x="1883" y="4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9"/>
            <p:cNvSpPr/>
            <p:nvPr/>
          </p:nvSpPr>
          <p:spPr>
            <a:xfrm>
              <a:off x="1689149" y="470995"/>
              <a:ext cx="28606" cy="21852"/>
            </a:xfrm>
            <a:custGeom>
              <a:avLst/>
              <a:gdLst/>
              <a:ahLst/>
              <a:cxnLst/>
              <a:rect l="l" t="t" r="r" b="b"/>
              <a:pathLst>
                <a:path w="288" h="220" extrusionOk="0">
                  <a:moveTo>
                    <a:pt x="267" y="1"/>
                  </a:moveTo>
                  <a:lnTo>
                    <a:pt x="1" y="219"/>
                  </a:lnTo>
                  <a:lnTo>
                    <a:pt x="287" y="17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9"/>
            <p:cNvSpPr/>
            <p:nvPr/>
          </p:nvSpPr>
          <p:spPr>
            <a:xfrm>
              <a:off x="2213982" y="927692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lnTo>
                    <a:pt x="154" y="49"/>
                  </a:lnTo>
                  <a:lnTo>
                    <a:pt x="1" y="0"/>
                  </a:lnTo>
                  <a:close/>
                  <a:moveTo>
                    <a:pt x="154" y="49"/>
                  </a:moveTo>
                  <a:lnTo>
                    <a:pt x="154" y="49"/>
                  </a:lnTo>
                  <a:cubicBezTo>
                    <a:pt x="271" y="81"/>
                    <a:pt x="405" y="133"/>
                    <a:pt x="522" y="166"/>
                  </a:cubicBezTo>
                  <a:cubicBezTo>
                    <a:pt x="558" y="166"/>
                    <a:pt x="590" y="182"/>
                    <a:pt x="623" y="182"/>
                  </a:cubicBezTo>
                  <a:cubicBezTo>
                    <a:pt x="590" y="166"/>
                    <a:pt x="558" y="166"/>
                    <a:pt x="522" y="150"/>
                  </a:cubicBezTo>
                  <a:cubicBezTo>
                    <a:pt x="405" y="117"/>
                    <a:pt x="287" y="81"/>
                    <a:pt x="154" y="49"/>
                  </a:cubicBezTo>
                  <a:close/>
                  <a:moveTo>
                    <a:pt x="623" y="182"/>
                  </a:moveTo>
                  <a:cubicBezTo>
                    <a:pt x="659" y="202"/>
                    <a:pt x="691" y="218"/>
                    <a:pt x="740" y="218"/>
                  </a:cubicBezTo>
                  <a:cubicBezTo>
                    <a:pt x="707" y="202"/>
                    <a:pt x="659" y="182"/>
                    <a:pt x="623" y="182"/>
                  </a:cubicBezTo>
                  <a:close/>
                  <a:moveTo>
                    <a:pt x="740" y="218"/>
                  </a:moveTo>
                  <a:cubicBezTo>
                    <a:pt x="760" y="234"/>
                    <a:pt x="776" y="234"/>
                    <a:pt x="792" y="234"/>
                  </a:cubicBezTo>
                  <a:cubicBezTo>
                    <a:pt x="776" y="218"/>
                    <a:pt x="760" y="218"/>
                    <a:pt x="740" y="218"/>
                  </a:cubicBezTo>
                  <a:close/>
                  <a:moveTo>
                    <a:pt x="792" y="234"/>
                  </a:moveTo>
                  <a:cubicBezTo>
                    <a:pt x="825" y="251"/>
                    <a:pt x="861" y="251"/>
                    <a:pt x="877" y="267"/>
                  </a:cubicBezTo>
                  <a:cubicBezTo>
                    <a:pt x="926" y="283"/>
                    <a:pt x="978" y="303"/>
                    <a:pt x="1010" y="303"/>
                  </a:cubicBezTo>
                  <a:lnTo>
                    <a:pt x="1043" y="303"/>
                  </a:lnTo>
                  <a:lnTo>
                    <a:pt x="1043" y="283"/>
                  </a:lnTo>
                  <a:lnTo>
                    <a:pt x="1010" y="283"/>
                  </a:lnTo>
                  <a:cubicBezTo>
                    <a:pt x="978" y="283"/>
                    <a:pt x="926" y="267"/>
                    <a:pt x="893" y="251"/>
                  </a:cubicBezTo>
                  <a:cubicBezTo>
                    <a:pt x="861" y="251"/>
                    <a:pt x="825" y="234"/>
                    <a:pt x="792" y="2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2593602" y="551250"/>
              <a:ext cx="88697" cy="20163"/>
            </a:xfrm>
            <a:custGeom>
              <a:avLst/>
              <a:gdLst/>
              <a:ahLst/>
              <a:cxnLst/>
              <a:rect l="l" t="t" r="r" b="b"/>
              <a:pathLst>
                <a:path w="893" h="203" extrusionOk="0">
                  <a:moveTo>
                    <a:pt x="218" y="53"/>
                  </a:moveTo>
                  <a:cubicBezTo>
                    <a:pt x="186" y="53"/>
                    <a:pt x="170" y="70"/>
                    <a:pt x="133" y="86"/>
                  </a:cubicBezTo>
                  <a:cubicBezTo>
                    <a:pt x="117" y="86"/>
                    <a:pt x="101" y="102"/>
                    <a:pt x="85" y="102"/>
                  </a:cubicBezTo>
                  <a:cubicBezTo>
                    <a:pt x="49" y="118"/>
                    <a:pt x="32" y="134"/>
                    <a:pt x="0" y="134"/>
                  </a:cubicBezTo>
                  <a:lnTo>
                    <a:pt x="0" y="154"/>
                  </a:lnTo>
                  <a:cubicBezTo>
                    <a:pt x="32" y="154"/>
                    <a:pt x="69" y="134"/>
                    <a:pt x="85" y="118"/>
                  </a:cubicBezTo>
                  <a:cubicBezTo>
                    <a:pt x="101" y="102"/>
                    <a:pt x="117" y="102"/>
                    <a:pt x="150" y="86"/>
                  </a:cubicBezTo>
                  <a:cubicBezTo>
                    <a:pt x="170" y="86"/>
                    <a:pt x="202" y="70"/>
                    <a:pt x="218" y="53"/>
                  </a:cubicBezTo>
                  <a:close/>
                  <a:moveTo>
                    <a:pt x="303" y="1"/>
                  </a:moveTo>
                  <a:cubicBezTo>
                    <a:pt x="271" y="17"/>
                    <a:pt x="234" y="33"/>
                    <a:pt x="218" y="53"/>
                  </a:cubicBezTo>
                  <a:cubicBezTo>
                    <a:pt x="251" y="53"/>
                    <a:pt x="287" y="33"/>
                    <a:pt x="303" y="17"/>
                  </a:cubicBezTo>
                  <a:cubicBezTo>
                    <a:pt x="335" y="17"/>
                    <a:pt x="352" y="17"/>
                    <a:pt x="388" y="33"/>
                  </a:cubicBezTo>
                  <a:lnTo>
                    <a:pt x="404" y="33"/>
                  </a:lnTo>
                  <a:cubicBezTo>
                    <a:pt x="521" y="86"/>
                    <a:pt x="655" y="134"/>
                    <a:pt x="792" y="187"/>
                  </a:cubicBezTo>
                  <a:lnTo>
                    <a:pt x="840" y="203"/>
                  </a:lnTo>
                  <a:lnTo>
                    <a:pt x="893" y="203"/>
                  </a:lnTo>
                  <a:lnTo>
                    <a:pt x="893" y="187"/>
                  </a:lnTo>
                  <a:cubicBezTo>
                    <a:pt x="885" y="195"/>
                    <a:pt x="876" y="199"/>
                    <a:pt x="867" y="199"/>
                  </a:cubicBezTo>
                  <a:cubicBezTo>
                    <a:pt x="857" y="199"/>
                    <a:pt x="848" y="195"/>
                    <a:pt x="840" y="187"/>
                  </a:cubicBezTo>
                  <a:lnTo>
                    <a:pt x="792" y="171"/>
                  </a:lnTo>
                  <a:cubicBezTo>
                    <a:pt x="675" y="118"/>
                    <a:pt x="537" y="70"/>
                    <a:pt x="404" y="17"/>
                  </a:cubicBezTo>
                  <a:lnTo>
                    <a:pt x="388" y="17"/>
                  </a:lnTo>
                  <a:cubicBezTo>
                    <a:pt x="372" y="1"/>
                    <a:pt x="335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9"/>
            <p:cNvSpPr/>
            <p:nvPr/>
          </p:nvSpPr>
          <p:spPr>
            <a:xfrm>
              <a:off x="1762550" y="939313"/>
              <a:ext cx="47080" cy="20163"/>
            </a:xfrm>
            <a:custGeom>
              <a:avLst/>
              <a:gdLst/>
              <a:ahLst/>
              <a:cxnLst/>
              <a:rect l="l" t="t" r="r" b="b"/>
              <a:pathLst>
                <a:path w="474" h="203" extrusionOk="0">
                  <a:moveTo>
                    <a:pt x="457" y="0"/>
                  </a:moveTo>
                  <a:cubicBezTo>
                    <a:pt x="437" y="0"/>
                    <a:pt x="405" y="16"/>
                    <a:pt x="389" y="33"/>
                  </a:cubicBezTo>
                  <a:cubicBezTo>
                    <a:pt x="405" y="33"/>
                    <a:pt x="437" y="16"/>
                    <a:pt x="457" y="16"/>
                  </a:cubicBezTo>
                  <a:lnTo>
                    <a:pt x="474" y="16"/>
                  </a:lnTo>
                  <a:lnTo>
                    <a:pt x="457" y="0"/>
                  </a:lnTo>
                  <a:close/>
                  <a:moveTo>
                    <a:pt x="373" y="33"/>
                  </a:moveTo>
                  <a:cubicBezTo>
                    <a:pt x="336" y="49"/>
                    <a:pt x="304" y="65"/>
                    <a:pt x="288" y="65"/>
                  </a:cubicBezTo>
                  <a:cubicBezTo>
                    <a:pt x="255" y="85"/>
                    <a:pt x="219" y="101"/>
                    <a:pt x="171" y="117"/>
                  </a:cubicBezTo>
                  <a:cubicBezTo>
                    <a:pt x="134" y="134"/>
                    <a:pt x="102" y="150"/>
                    <a:pt x="86" y="166"/>
                  </a:cubicBezTo>
                  <a:cubicBezTo>
                    <a:pt x="118" y="166"/>
                    <a:pt x="154" y="150"/>
                    <a:pt x="187" y="134"/>
                  </a:cubicBezTo>
                  <a:cubicBezTo>
                    <a:pt x="219" y="117"/>
                    <a:pt x="255" y="101"/>
                    <a:pt x="288" y="85"/>
                  </a:cubicBezTo>
                  <a:cubicBezTo>
                    <a:pt x="320" y="65"/>
                    <a:pt x="336" y="65"/>
                    <a:pt x="373" y="49"/>
                  </a:cubicBezTo>
                  <a:cubicBezTo>
                    <a:pt x="373" y="49"/>
                    <a:pt x="389" y="49"/>
                    <a:pt x="389" y="33"/>
                  </a:cubicBezTo>
                  <a:close/>
                  <a:moveTo>
                    <a:pt x="86" y="166"/>
                  </a:moveTo>
                  <a:cubicBezTo>
                    <a:pt x="70" y="166"/>
                    <a:pt x="53" y="186"/>
                    <a:pt x="33" y="186"/>
                  </a:cubicBezTo>
                  <a:lnTo>
                    <a:pt x="17" y="186"/>
                  </a:lnTo>
                  <a:lnTo>
                    <a:pt x="1" y="202"/>
                  </a:lnTo>
                  <a:lnTo>
                    <a:pt x="33" y="202"/>
                  </a:lnTo>
                  <a:cubicBezTo>
                    <a:pt x="53" y="186"/>
                    <a:pt x="70" y="186"/>
                    <a:pt x="86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9"/>
            <p:cNvSpPr/>
            <p:nvPr/>
          </p:nvSpPr>
          <p:spPr>
            <a:xfrm>
              <a:off x="2213982" y="949344"/>
              <a:ext cx="103596" cy="30195"/>
            </a:xfrm>
            <a:custGeom>
              <a:avLst/>
              <a:gdLst/>
              <a:ahLst/>
              <a:cxnLst/>
              <a:rect l="l" t="t" r="r" b="b"/>
              <a:pathLst>
                <a:path w="1043" h="304" extrusionOk="0">
                  <a:moveTo>
                    <a:pt x="1" y="0"/>
                  </a:moveTo>
                  <a:lnTo>
                    <a:pt x="1" y="16"/>
                  </a:lnTo>
                  <a:cubicBezTo>
                    <a:pt x="53" y="16"/>
                    <a:pt x="85" y="33"/>
                    <a:pt x="134" y="49"/>
                  </a:cubicBezTo>
                  <a:cubicBezTo>
                    <a:pt x="154" y="49"/>
                    <a:pt x="170" y="49"/>
                    <a:pt x="186" y="65"/>
                  </a:cubicBezTo>
                  <a:cubicBezTo>
                    <a:pt x="203" y="65"/>
                    <a:pt x="235" y="85"/>
                    <a:pt x="271" y="85"/>
                  </a:cubicBezTo>
                  <a:cubicBezTo>
                    <a:pt x="287" y="85"/>
                    <a:pt x="304" y="101"/>
                    <a:pt x="320" y="101"/>
                  </a:cubicBezTo>
                  <a:cubicBezTo>
                    <a:pt x="372" y="117"/>
                    <a:pt x="405" y="117"/>
                    <a:pt x="437" y="134"/>
                  </a:cubicBezTo>
                  <a:cubicBezTo>
                    <a:pt x="473" y="150"/>
                    <a:pt x="506" y="150"/>
                    <a:pt x="538" y="166"/>
                  </a:cubicBezTo>
                  <a:cubicBezTo>
                    <a:pt x="574" y="166"/>
                    <a:pt x="590" y="186"/>
                    <a:pt x="607" y="186"/>
                  </a:cubicBezTo>
                  <a:cubicBezTo>
                    <a:pt x="659" y="202"/>
                    <a:pt x="707" y="218"/>
                    <a:pt x="760" y="218"/>
                  </a:cubicBezTo>
                  <a:cubicBezTo>
                    <a:pt x="707" y="202"/>
                    <a:pt x="659" y="186"/>
                    <a:pt x="623" y="166"/>
                  </a:cubicBezTo>
                  <a:cubicBezTo>
                    <a:pt x="590" y="166"/>
                    <a:pt x="574" y="150"/>
                    <a:pt x="538" y="150"/>
                  </a:cubicBezTo>
                  <a:cubicBezTo>
                    <a:pt x="506" y="134"/>
                    <a:pt x="473" y="134"/>
                    <a:pt x="437" y="117"/>
                  </a:cubicBezTo>
                  <a:cubicBezTo>
                    <a:pt x="405" y="117"/>
                    <a:pt x="372" y="101"/>
                    <a:pt x="336" y="85"/>
                  </a:cubicBezTo>
                  <a:cubicBezTo>
                    <a:pt x="304" y="85"/>
                    <a:pt x="287" y="85"/>
                    <a:pt x="271" y="65"/>
                  </a:cubicBezTo>
                  <a:cubicBezTo>
                    <a:pt x="235" y="65"/>
                    <a:pt x="219" y="49"/>
                    <a:pt x="186" y="49"/>
                  </a:cubicBezTo>
                  <a:cubicBezTo>
                    <a:pt x="170" y="49"/>
                    <a:pt x="154" y="33"/>
                    <a:pt x="134" y="33"/>
                  </a:cubicBezTo>
                  <a:cubicBezTo>
                    <a:pt x="85" y="16"/>
                    <a:pt x="53" y="0"/>
                    <a:pt x="1" y="0"/>
                  </a:cubicBezTo>
                  <a:close/>
                  <a:moveTo>
                    <a:pt x="760" y="218"/>
                  </a:moveTo>
                  <a:lnTo>
                    <a:pt x="760" y="218"/>
                  </a:lnTo>
                  <a:cubicBezTo>
                    <a:pt x="825" y="251"/>
                    <a:pt x="909" y="267"/>
                    <a:pt x="978" y="287"/>
                  </a:cubicBezTo>
                  <a:cubicBezTo>
                    <a:pt x="994" y="303"/>
                    <a:pt x="1027" y="303"/>
                    <a:pt x="1043" y="303"/>
                  </a:cubicBezTo>
                  <a:lnTo>
                    <a:pt x="1043" y="287"/>
                  </a:lnTo>
                  <a:cubicBezTo>
                    <a:pt x="1027" y="287"/>
                    <a:pt x="994" y="287"/>
                    <a:pt x="978" y="267"/>
                  </a:cubicBezTo>
                  <a:cubicBezTo>
                    <a:pt x="909" y="251"/>
                    <a:pt x="825" y="235"/>
                    <a:pt x="760" y="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2518115" y="499501"/>
              <a:ext cx="28606" cy="11720"/>
            </a:xfrm>
            <a:custGeom>
              <a:avLst/>
              <a:gdLst/>
              <a:ahLst/>
              <a:cxnLst/>
              <a:rect l="l" t="t" r="r" b="b"/>
              <a:pathLst>
                <a:path w="288" h="118" extrusionOk="0">
                  <a:moveTo>
                    <a:pt x="1" y="1"/>
                  </a:moveTo>
                  <a:lnTo>
                    <a:pt x="1" y="17"/>
                  </a:lnTo>
                  <a:cubicBezTo>
                    <a:pt x="37" y="33"/>
                    <a:pt x="69" y="33"/>
                    <a:pt x="102" y="49"/>
                  </a:cubicBezTo>
                  <a:cubicBezTo>
                    <a:pt x="154" y="69"/>
                    <a:pt x="203" y="86"/>
                    <a:pt x="255" y="118"/>
                  </a:cubicBezTo>
                  <a:lnTo>
                    <a:pt x="287" y="118"/>
                  </a:lnTo>
                  <a:lnTo>
                    <a:pt x="287" y="102"/>
                  </a:lnTo>
                  <a:lnTo>
                    <a:pt x="271" y="102"/>
                  </a:lnTo>
                  <a:cubicBezTo>
                    <a:pt x="203" y="86"/>
                    <a:pt x="154" y="69"/>
                    <a:pt x="102" y="33"/>
                  </a:cubicBezTo>
                  <a:cubicBezTo>
                    <a:pt x="69" y="33"/>
                    <a:pt x="37" y="1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1679117" y="511123"/>
              <a:ext cx="26619" cy="20163"/>
            </a:xfrm>
            <a:custGeom>
              <a:avLst/>
              <a:gdLst/>
              <a:ahLst/>
              <a:cxnLst/>
              <a:rect l="l" t="t" r="r" b="b"/>
              <a:pathLst>
                <a:path w="268" h="203" extrusionOk="0">
                  <a:moveTo>
                    <a:pt x="251" y="1"/>
                  </a:moveTo>
                  <a:lnTo>
                    <a:pt x="1" y="203"/>
                  </a:lnTo>
                  <a:lnTo>
                    <a:pt x="267" y="17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2504905" y="558103"/>
              <a:ext cx="28606" cy="10131"/>
            </a:xfrm>
            <a:custGeom>
              <a:avLst/>
              <a:gdLst/>
              <a:ahLst/>
              <a:cxnLst/>
              <a:rect l="l" t="t" r="r" b="b"/>
              <a:pathLst>
                <a:path w="288" h="102" extrusionOk="0">
                  <a:moveTo>
                    <a:pt x="0" y="1"/>
                  </a:moveTo>
                  <a:lnTo>
                    <a:pt x="53" y="33"/>
                  </a:lnTo>
                  <a:cubicBezTo>
                    <a:pt x="101" y="49"/>
                    <a:pt x="154" y="65"/>
                    <a:pt x="202" y="85"/>
                  </a:cubicBezTo>
                  <a:cubicBezTo>
                    <a:pt x="218" y="85"/>
                    <a:pt x="235" y="85"/>
                    <a:pt x="255" y="102"/>
                  </a:cubicBezTo>
                  <a:lnTo>
                    <a:pt x="287" y="102"/>
                  </a:lnTo>
                  <a:lnTo>
                    <a:pt x="287" y="85"/>
                  </a:lnTo>
                  <a:lnTo>
                    <a:pt x="255" y="85"/>
                  </a:lnTo>
                  <a:cubicBezTo>
                    <a:pt x="235" y="85"/>
                    <a:pt x="218" y="65"/>
                    <a:pt x="202" y="65"/>
                  </a:cubicBezTo>
                  <a:cubicBezTo>
                    <a:pt x="154" y="49"/>
                    <a:pt x="101" y="33"/>
                    <a:pt x="53" y="1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9"/>
            <p:cNvSpPr/>
            <p:nvPr/>
          </p:nvSpPr>
          <p:spPr>
            <a:xfrm>
              <a:off x="2469943" y="476259"/>
              <a:ext cx="76778" cy="30195"/>
            </a:xfrm>
            <a:custGeom>
              <a:avLst/>
              <a:gdLst/>
              <a:ahLst/>
              <a:cxnLst/>
              <a:rect l="l" t="t" r="r" b="b"/>
              <a:pathLst>
                <a:path w="773" h="304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33"/>
                    <a:pt x="150" y="65"/>
                    <a:pt x="235" y="101"/>
                  </a:cubicBezTo>
                  <a:cubicBezTo>
                    <a:pt x="284" y="118"/>
                    <a:pt x="320" y="134"/>
                    <a:pt x="368" y="150"/>
                  </a:cubicBezTo>
                  <a:lnTo>
                    <a:pt x="437" y="166"/>
                  </a:lnTo>
                  <a:lnTo>
                    <a:pt x="368" y="134"/>
                  </a:lnTo>
                  <a:cubicBezTo>
                    <a:pt x="336" y="118"/>
                    <a:pt x="284" y="101"/>
                    <a:pt x="235" y="81"/>
                  </a:cubicBezTo>
                  <a:cubicBezTo>
                    <a:pt x="166" y="49"/>
                    <a:pt x="82" y="17"/>
                    <a:pt x="1" y="0"/>
                  </a:cubicBezTo>
                  <a:close/>
                  <a:moveTo>
                    <a:pt x="437" y="166"/>
                  </a:moveTo>
                  <a:lnTo>
                    <a:pt x="437" y="166"/>
                  </a:lnTo>
                  <a:cubicBezTo>
                    <a:pt x="538" y="219"/>
                    <a:pt x="639" y="251"/>
                    <a:pt x="740" y="283"/>
                  </a:cubicBezTo>
                  <a:cubicBezTo>
                    <a:pt x="639" y="235"/>
                    <a:pt x="538" y="202"/>
                    <a:pt x="437" y="166"/>
                  </a:cubicBezTo>
                  <a:close/>
                  <a:moveTo>
                    <a:pt x="740" y="283"/>
                  </a:moveTo>
                  <a:lnTo>
                    <a:pt x="756" y="303"/>
                  </a:lnTo>
                  <a:lnTo>
                    <a:pt x="772" y="303"/>
                  </a:lnTo>
                  <a:lnTo>
                    <a:pt x="772" y="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9"/>
            <p:cNvSpPr/>
            <p:nvPr/>
          </p:nvSpPr>
          <p:spPr>
            <a:xfrm>
              <a:off x="2219247" y="959376"/>
              <a:ext cx="78268" cy="21752"/>
            </a:xfrm>
            <a:custGeom>
              <a:avLst/>
              <a:gdLst/>
              <a:ahLst/>
              <a:cxnLst/>
              <a:rect l="l" t="t" r="r" b="b"/>
              <a:pathLst>
                <a:path w="788" h="219" extrusionOk="0">
                  <a:moveTo>
                    <a:pt x="0" y="0"/>
                  </a:moveTo>
                  <a:lnTo>
                    <a:pt x="0" y="16"/>
                  </a:lnTo>
                  <a:cubicBezTo>
                    <a:pt x="32" y="16"/>
                    <a:pt x="49" y="16"/>
                    <a:pt x="65" y="33"/>
                  </a:cubicBezTo>
                  <a:lnTo>
                    <a:pt x="117" y="33"/>
                  </a:lnTo>
                  <a:cubicBezTo>
                    <a:pt x="150" y="49"/>
                    <a:pt x="182" y="49"/>
                    <a:pt x="218" y="65"/>
                  </a:cubicBezTo>
                  <a:cubicBezTo>
                    <a:pt x="234" y="65"/>
                    <a:pt x="251" y="85"/>
                    <a:pt x="267" y="85"/>
                  </a:cubicBezTo>
                  <a:cubicBezTo>
                    <a:pt x="335" y="101"/>
                    <a:pt x="404" y="117"/>
                    <a:pt x="469" y="134"/>
                  </a:cubicBezTo>
                  <a:lnTo>
                    <a:pt x="521" y="150"/>
                  </a:lnTo>
                  <a:cubicBezTo>
                    <a:pt x="586" y="166"/>
                    <a:pt x="654" y="186"/>
                    <a:pt x="723" y="202"/>
                  </a:cubicBezTo>
                  <a:lnTo>
                    <a:pt x="772" y="218"/>
                  </a:lnTo>
                  <a:lnTo>
                    <a:pt x="788" y="218"/>
                  </a:lnTo>
                  <a:lnTo>
                    <a:pt x="788" y="202"/>
                  </a:lnTo>
                  <a:lnTo>
                    <a:pt x="723" y="186"/>
                  </a:lnTo>
                  <a:cubicBezTo>
                    <a:pt x="654" y="166"/>
                    <a:pt x="586" y="150"/>
                    <a:pt x="521" y="134"/>
                  </a:cubicBezTo>
                  <a:lnTo>
                    <a:pt x="469" y="117"/>
                  </a:lnTo>
                  <a:cubicBezTo>
                    <a:pt x="404" y="101"/>
                    <a:pt x="335" y="85"/>
                    <a:pt x="267" y="65"/>
                  </a:cubicBezTo>
                  <a:cubicBezTo>
                    <a:pt x="251" y="65"/>
                    <a:pt x="234" y="65"/>
                    <a:pt x="218" y="49"/>
                  </a:cubicBezTo>
                  <a:cubicBezTo>
                    <a:pt x="182" y="49"/>
                    <a:pt x="150" y="33"/>
                    <a:pt x="117" y="16"/>
                  </a:cubicBezTo>
                  <a:lnTo>
                    <a:pt x="81" y="16"/>
                  </a:lnTo>
                  <a:cubicBezTo>
                    <a:pt x="49" y="0"/>
                    <a:pt x="32" y="0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9"/>
            <p:cNvSpPr/>
            <p:nvPr/>
          </p:nvSpPr>
          <p:spPr>
            <a:xfrm>
              <a:off x="1824430" y="855383"/>
              <a:ext cx="6853" cy="87207"/>
            </a:xfrm>
            <a:custGeom>
              <a:avLst/>
              <a:gdLst/>
              <a:ahLst/>
              <a:cxnLst/>
              <a:rect l="l" t="t" r="r" b="b"/>
              <a:pathLst>
                <a:path w="69" h="878" extrusionOk="0">
                  <a:moveTo>
                    <a:pt x="0" y="1"/>
                  </a:moveTo>
                  <a:lnTo>
                    <a:pt x="0" y="21"/>
                  </a:lnTo>
                  <a:cubicBezTo>
                    <a:pt x="36" y="37"/>
                    <a:pt x="53" y="70"/>
                    <a:pt x="53" y="86"/>
                  </a:cubicBezTo>
                  <a:cubicBezTo>
                    <a:pt x="36" y="138"/>
                    <a:pt x="36" y="171"/>
                    <a:pt x="53" y="203"/>
                  </a:cubicBezTo>
                  <a:cubicBezTo>
                    <a:pt x="53" y="171"/>
                    <a:pt x="53" y="138"/>
                    <a:pt x="69" y="102"/>
                  </a:cubicBezTo>
                  <a:cubicBezTo>
                    <a:pt x="69" y="54"/>
                    <a:pt x="53" y="37"/>
                    <a:pt x="0" y="1"/>
                  </a:cubicBezTo>
                  <a:close/>
                  <a:moveTo>
                    <a:pt x="53" y="255"/>
                  </a:moveTo>
                  <a:cubicBezTo>
                    <a:pt x="36" y="389"/>
                    <a:pt x="36" y="526"/>
                    <a:pt x="36" y="676"/>
                  </a:cubicBezTo>
                  <a:lnTo>
                    <a:pt x="36" y="829"/>
                  </a:lnTo>
                  <a:lnTo>
                    <a:pt x="53" y="676"/>
                  </a:lnTo>
                  <a:lnTo>
                    <a:pt x="53" y="255"/>
                  </a:lnTo>
                  <a:close/>
                  <a:moveTo>
                    <a:pt x="36" y="829"/>
                  </a:moveTo>
                  <a:cubicBezTo>
                    <a:pt x="36" y="845"/>
                    <a:pt x="16" y="861"/>
                    <a:pt x="36" y="878"/>
                  </a:cubicBezTo>
                  <a:lnTo>
                    <a:pt x="53" y="861"/>
                  </a:lnTo>
                  <a:cubicBezTo>
                    <a:pt x="36" y="845"/>
                    <a:pt x="36" y="845"/>
                    <a:pt x="36" y="8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9"/>
            <p:cNvSpPr/>
            <p:nvPr/>
          </p:nvSpPr>
          <p:spPr>
            <a:xfrm>
              <a:off x="1667496" y="793603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55" y="1"/>
                  </a:moveTo>
                  <a:cubicBezTo>
                    <a:pt x="623" y="1"/>
                    <a:pt x="606" y="17"/>
                    <a:pt x="570" y="37"/>
                  </a:cubicBezTo>
                  <a:lnTo>
                    <a:pt x="554" y="37"/>
                  </a:lnTo>
                  <a:cubicBezTo>
                    <a:pt x="469" y="102"/>
                    <a:pt x="368" y="154"/>
                    <a:pt x="283" y="203"/>
                  </a:cubicBezTo>
                  <a:cubicBezTo>
                    <a:pt x="203" y="255"/>
                    <a:pt x="134" y="288"/>
                    <a:pt x="65" y="340"/>
                  </a:cubicBezTo>
                  <a:cubicBezTo>
                    <a:pt x="134" y="304"/>
                    <a:pt x="219" y="255"/>
                    <a:pt x="283" y="219"/>
                  </a:cubicBezTo>
                  <a:cubicBezTo>
                    <a:pt x="384" y="171"/>
                    <a:pt x="469" y="102"/>
                    <a:pt x="570" y="53"/>
                  </a:cubicBezTo>
                  <a:lnTo>
                    <a:pt x="586" y="37"/>
                  </a:lnTo>
                  <a:cubicBezTo>
                    <a:pt x="606" y="17"/>
                    <a:pt x="623" y="17"/>
                    <a:pt x="655" y="17"/>
                  </a:cubicBezTo>
                  <a:lnTo>
                    <a:pt x="655" y="1"/>
                  </a:lnTo>
                  <a:close/>
                  <a:moveTo>
                    <a:pt x="65" y="340"/>
                  </a:moveTo>
                  <a:cubicBezTo>
                    <a:pt x="49" y="340"/>
                    <a:pt x="49" y="340"/>
                    <a:pt x="33" y="356"/>
                  </a:cubicBezTo>
                  <a:cubicBezTo>
                    <a:pt x="17" y="356"/>
                    <a:pt x="17" y="373"/>
                    <a:pt x="1" y="373"/>
                  </a:cubicBezTo>
                  <a:lnTo>
                    <a:pt x="1" y="389"/>
                  </a:lnTo>
                  <a:cubicBezTo>
                    <a:pt x="17" y="373"/>
                    <a:pt x="33" y="373"/>
                    <a:pt x="49" y="356"/>
                  </a:cubicBezTo>
                  <a:lnTo>
                    <a:pt x="65" y="3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9"/>
            <p:cNvSpPr/>
            <p:nvPr/>
          </p:nvSpPr>
          <p:spPr>
            <a:xfrm>
              <a:off x="1941534" y="191793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0"/>
                  </a:moveTo>
                  <a:lnTo>
                    <a:pt x="1" y="17"/>
                  </a:lnTo>
                  <a:cubicBezTo>
                    <a:pt x="49" y="17"/>
                    <a:pt x="69" y="17"/>
                    <a:pt x="102" y="37"/>
                  </a:cubicBezTo>
                  <a:cubicBezTo>
                    <a:pt x="118" y="53"/>
                    <a:pt x="134" y="53"/>
                    <a:pt x="134" y="53"/>
                  </a:cubicBezTo>
                  <a:cubicBezTo>
                    <a:pt x="287" y="101"/>
                    <a:pt x="421" y="170"/>
                    <a:pt x="554" y="219"/>
                  </a:cubicBezTo>
                  <a:lnTo>
                    <a:pt x="675" y="271"/>
                  </a:lnTo>
                  <a:cubicBezTo>
                    <a:pt x="776" y="303"/>
                    <a:pt x="893" y="356"/>
                    <a:pt x="994" y="404"/>
                  </a:cubicBezTo>
                  <a:lnTo>
                    <a:pt x="1128" y="457"/>
                  </a:lnTo>
                  <a:cubicBezTo>
                    <a:pt x="1245" y="505"/>
                    <a:pt x="1346" y="542"/>
                    <a:pt x="1463" y="590"/>
                  </a:cubicBezTo>
                  <a:cubicBezTo>
                    <a:pt x="1532" y="622"/>
                    <a:pt x="1600" y="643"/>
                    <a:pt x="1665" y="675"/>
                  </a:cubicBezTo>
                  <a:cubicBezTo>
                    <a:pt x="1835" y="744"/>
                    <a:pt x="2020" y="808"/>
                    <a:pt x="2206" y="893"/>
                  </a:cubicBezTo>
                  <a:cubicBezTo>
                    <a:pt x="2372" y="962"/>
                    <a:pt x="2542" y="1026"/>
                    <a:pt x="2711" y="1095"/>
                  </a:cubicBezTo>
                  <a:cubicBezTo>
                    <a:pt x="2796" y="1127"/>
                    <a:pt x="2861" y="1164"/>
                    <a:pt x="2929" y="1180"/>
                  </a:cubicBezTo>
                  <a:cubicBezTo>
                    <a:pt x="3131" y="1265"/>
                    <a:pt x="3333" y="1350"/>
                    <a:pt x="3535" y="1414"/>
                  </a:cubicBezTo>
                  <a:cubicBezTo>
                    <a:pt x="3333" y="1329"/>
                    <a:pt x="3131" y="1249"/>
                    <a:pt x="2946" y="1180"/>
                  </a:cubicBezTo>
                  <a:cubicBezTo>
                    <a:pt x="2861" y="1148"/>
                    <a:pt x="2796" y="1111"/>
                    <a:pt x="2711" y="1079"/>
                  </a:cubicBezTo>
                  <a:cubicBezTo>
                    <a:pt x="2542" y="1010"/>
                    <a:pt x="2372" y="946"/>
                    <a:pt x="2206" y="877"/>
                  </a:cubicBezTo>
                  <a:cubicBezTo>
                    <a:pt x="2020" y="808"/>
                    <a:pt x="1851" y="723"/>
                    <a:pt x="1685" y="659"/>
                  </a:cubicBezTo>
                  <a:cubicBezTo>
                    <a:pt x="1616" y="643"/>
                    <a:pt x="1532" y="606"/>
                    <a:pt x="1463" y="574"/>
                  </a:cubicBezTo>
                  <a:cubicBezTo>
                    <a:pt x="1362" y="542"/>
                    <a:pt x="1245" y="489"/>
                    <a:pt x="1128" y="441"/>
                  </a:cubicBezTo>
                  <a:lnTo>
                    <a:pt x="1011" y="388"/>
                  </a:lnTo>
                  <a:cubicBezTo>
                    <a:pt x="893" y="340"/>
                    <a:pt x="776" y="303"/>
                    <a:pt x="675" y="255"/>
                  </a:cubicBezTo>
                  <a:lnTo>
                    <a:pt x="574" y="202"/>
                  </a:lnTo>
                  <a:cubicBezTo>
                    <a:pt x="421" y="154"/>
                    <a:pt x="287" y="101"/>
                    <a:pt x="134" y="37"/>
                  </a:cubicBezTo>
                  <a:lnTo>
                    <a:pt x="118" y="37"/>
                  </a:lnTo>
                  <a:cubicBezTo>
                    <a:pt x="85" y="17"/>
                    <a:pt x="49" y="0"/>
                    <a:pt x="1" y="0"/>
                  </a:cubicBezTo>
                  <a:close/>
                  <a:moveTo>
                    <a:pt x="3535" y="1414"/>
                  </a:moveTo>
                  <a:lnTo>
                    <a:pt x="3636" y="1467"/>
                  </a:lnTo>
                  <a:cubicBezTo>
                    <a:pt x="3737" y="1499"/>
                    <a:pt x="3838" y="1552"/>
                    <a:pt x="3939" y="1584"/>
                  </a:cubicBezTo>
                  <a:cubicBezTo>
                    <a:pt x="4008" y="1616"/>
                    <a:pt x="4056" y="1632"/>
                    <a:pt x="4109" y="1669"/>
                  </a:cubicBezTo>
                  <a:cubicBezTo>
                    <a:pt x="4226" y="1701"/>
                    <a:pt x="4327" y="1754"/>
                    <a:pt x="4428" y="1786"/>
                  </a:cubicBezTo>
                  <a:cubicBezTo>
                    <a:pt x="4327" y="1733"/>
                    <a:pt x="4226" y="1701"/>
                    <a:pt x="4125" y="1653"/>
                  </a:cubicBezTo>
                  <a:cubicBezTo>
                    <a:pt x="4056" y="1632"/>
                    <a:pt x="4008" y="1600"/>
                    <a:pt x="3955" y="1584"/>
                  </a:cubicBezTo>
                  <a:cubicBezTo>
                    <a:pt x="3854" y="1531"/>
                    <a:pt x="3737" y="1499"/>
                    <a:pt x="3636" y="1451"/>
                  </a:cubicBezTo>
                  <a:lnTo>
                    <a:pt x="3535" y="1414"/>
                  </a:lnTo>
                  <a:close/>
                  <a:moveTo>
                    <a:pt x="4428" y="1786"/>
                  </a:moveTo>
                  <a:lnTo>
                    <a:pt x="4428" y="1786"/>
                  </a:lnTo>
                  <a:cubicBezTo>
                    <a:pt x="4513" y="1818"/>
                    <a:pt x="4594" y="1855"/>
                    <a:pt x="4679" y="1887"/>
                  </a:cubicBezTo>
                  <a:cubicBezTo>
                    <a:pt x="4715" y="1903"/>
                    <a:pt x="4747" y="1919"/>
                    <a:pt x="4780" y="1919"/>
                  </a:cubicBezTo>
                  <a:cubicBezTo>
                    <a:pt x="4747" y="1903"/>
                    <a:pt x="4715" y="1887"/>
                    <a:pt x="4695" y="1887"/>
                  </a:cubicBezTo>
                  <a:cubicBezTo>
                    <a:pt x="4614" y="1855"/>
                    <a:pt x="4529" y="1818"/>
                    <a:pt x="4428" y="1786"/>
                  </a:cubicBezTo>
                  <a:close/>
                  <a:moveTo>
                    <a:pt x="4780" y="1919"/>
                  </a:moveTo>
                  <a:cubicBezTo>
                    <a:pt x="4832" y="1956"/>
                    <a:pt x="4897" y="1972"/>
                    <a:pt x="4949" y="2004"/>
                  </a:cubicBezTo>
                  <a:cubicBezTo>
                    <a:pt x="5034" y="2036"/>
                    <a:pt x="5135" y="2073"/>
                    <a:pt x="5220" y="2105"/>
                  </a:cubicBezTo>
                  <a:cubicBezTo>
                    <a:pt x="5337" y="2158"/>
                    <a:pt x="5454" y="2206"/>
                    <a:pt x="5555" y="2238"/>
                  </a:cubicBezTo>
                  <a:cubicBezTo>
                    <a:pt x="5624" y="2275"/>
                    <a:pt x="5688" y="2291"/>
                    <a:pt x="5757" y="2323"/>
                  </a:cubicBezTo>
                  <a:cubicBezTo>
                    <a:pt x="5858" y="2376"/>
                    <a:pt x="5959" y="2408"/>
                    <a:pt x="6076" y="2461"/>
                  </a:cubicBezTo>
                  <a:cubicBezTo>
                    <a:pt x="6177" y="2493"/>
                    <a:pt x="6294" y="2541"/>
                    <a:pt x="6395" y="2578"/>
                  </a:cubicBezTo>
                  <a:cubicBezTo>
                    <a:pt x="6533" y="2626"/>
                    <a:pt x="6650" y="2679"/>
                    <a:pt x="6767" y="2727"/>
                  </a:cubicBezTo>
                  <a:cubicBezTo>
                    <a:pt x="6852" y="2764"/>
                    <a:pt x="6917" y="2796"/>
                    <a:pt x="7001" y="2828"/>
                  </a:cubicBezTo>
                  <a:lnTo>
                    <a:pt x="7086" y="2864"/>
                  </a:lnTo>
                  <a:cubicBezTo>
                    <a:pt x="7203" y="2913"/>
                    <a:pt x="7320" y="2965"/>
                    <a:pt x="7442" y="3014"/>
                  </a:cubicBezTo>
                  <a:cubicBezTo>
                    <a:pt x="7607" y="3083"/>
                    <a:pt x="7793" y="3147"/>
                    <a:pt x="8011" y="3232"/>
                  </a:cubicBezTo>
                  <a:cubicBezTo>
                    <a:pt x="8027" y="3232"/>
                    <a:pt x="8027" y="3248"/>
                    <a:pt x="8027" y="3268"/>
                  </a:cubicBezTo>
                  <a:lnTo>
                    <a:pt x="8048" y="3268"/>
                  </a:lnTo>
                  <a:cubicBezTo>
                    <a:pt x="8048" y="3248"/>
                    <a:pt x="8048" y="3232"/>
                    <a:pt x="8011" y="3216"/>
                  </a:cubicBezTo>
                  <a:cubicBezTo>
                    <a:pt x="7793" y="3131"/>
                    <a:pt x="7623" y="3066"/>
                    <a:pt x="7442" y="2998"/>
                  </a:cubicBezTo>
                  <a:cubicBezTo>
                    <a:pt x="7320" y="2945"/>
                    <a:pt x="7203" y="2897"/>
                    <a:pt x="7086" y="2844"/>
                  </a:cubicBezTo>
                  <a:lnTo>
                    <a:pt x="7001" y="2812"/>
                  </a:lnTo>
                  <a:cubicBezTo>
                    <a:pt x="6917" y="2780"/>
                    <a:pt x="6852" y="2743"/>
                    <a:pt x="6783" y="2727"/>
                  </a:cubicBezTo>
                  <a:cubicBezTo>
                    <a:pt x="6650" y="2679"/>
                    <a:pt x="6533" y="2626"/>
                    <a:pt x="6412" y="2578"/>
                  </a:cubicBezTo>
                  <a:cubicBezTo>
                    <a:pt x="6294" y="2525"/>
                    <a:pt x="6177" y="2477"/>
                    <a:pt x="6076" y="2440"/>
                  </a:cubicBezTo>
                  <a:cubicBezTo>
                    <a:pt x="5975" y="2392"/>
                    <a:pt x="5874" y="2360"/>
                    <a:pt x="5773" y="2307"/>
                  </a:cubicBezTo>
                  <a:cubicBezTo>
                    <a:pt x="5688" y="2291"/>
                    <a:pt x="5624" y="2259"/>
                    <a:pt x="5555" y="2222"/>
                  </a:cubicBezTo>
                  <a:cubicBezTo>
                    <a:pt x="5454" y="2190"/>
                    <a:pt x="5337" y="2137"/>
                    <a:pt x="5236" y="2089"/>
                  </a:cubicBezTo>
                  <a:cubicBezTo>
                    <a:pt x="5135" y="2057"/>
                    <a:pt x="5050" y="2020"/>
                    <a:pt x="4949" y="1988"/>
                  </a:cubicBezTo>
                  <a:cubicBezTo>
                    <a:pt x="4897" y="1972"/>
                    <a:pt x="4832" y="1935"/>
                    <a:pt x="4780" y="1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9"/>
            <p:cNvSpPr/>
            <p:nvPr/>
          </p:nvSpPr>
          <p:spPr>
            <a:xfrm>
              <a:off x="1692327" y="496323"/>
              <a:ext cx="27016" cy="20163"/>
            </a:xfrm>
            <a:custGeom>
              <a:avLst/>
              <a:gdLst/>
              <a:ahLst/>
              <a:cxnLst/>
              <a:rect l="l" t="t" r="r" b="b"/>
              <a:pathLst>
                <a:path w="272" h="203" extrusionOk="0">
                  <a:moveTo>
                    <a:pt x="255" y="0"/>
                  </a:moveTo>
                  <a:lnTo>
                    <a:pt x="1" y="182"/>
                  </a:lnTo>
                  <a:lnTo>
                    <a:pt x="1" y="20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9"/>
            <p:cNvSpPr/>
            <p:nvPr/>
          </p:nvSpPr>
          <p:spPr>
            <a:xfrm>
              <a:off x="1667496" y="767182"/>
              <a:ext cx="66746" cy="38240"/>
            </a:xfrm>
            <a:custGeom>
              <a:avLst/>
              <a:gdLst/>
              <a:ahLst/>
              <a:cxnLst/>
              <a:rect l="l" t="t" r="r" b="b"/>
              <a:pathLst>
                <a:path w="672" h="385" extrusionOk="0">
                  <a:moveTo>
                    <a:pt x="655" y="0"/>
                  </a:moveTo>
                  <a:cubicBezTo>
                    <a:pt x="639" y="0"/>
                    <a:pt x="623" y="16"/>
                    <a:pt x="606" y="16"/>
                  </a:cubicBezTo>
                  <a:cubicBezTo>
                    <a:pt x="437" y="117"/>
                    <a:pt x="283" y="218"/>
                    <a:pt x="118" y="319"/>
                  </a:cubicBezTo>
                  <a:cubicBezTo>
                    <a:pt x="283" y="235"/>
                    <a:pt x="453" y="134"/>
                    <a:pt x="606" y="33"/>
                  </a:cubicBezTo>
                  <a:cubicBezTo>
                    <a:pt x="623" y="16"/>
                    <a:pt x="639" y="16"/>
                    <a:pt x="655" y="16"/>
                  </a:cubicBezTo>
                  <a:lnTo>
                    <a:pt x="671" y="16"/>
                  </a:lnTo>
                  <a:lnTo>
                    <a:pt x="655" y="0"/>
                  </a:lnTo>
                  <a:close/>
                  <a:moveTo>
                    <a:pt x="118" y="319"/>
                  </a:moveTo>
                  <a:lnTo>
                    <a:pt x="65" y="336"/>
                  </a:lnTo>
                  <a:lnTo>
                    <a:pt x="49" y="352"/>
                  </a:lnTo>
                  <a:cubicBezTo>
                    <a:pt x="33" y="368"/>
                    <a:pt x="33" y="368"/>
                    <a:pt x="17" y="368"/>
                  </a:cubicBezTo>
                  <a:lnTo>
                    <a:pt x="1" y="384"/>
                  </a:lnTo>
                  <a:lnTo>
                    <a:pt x="17" y="384"/>
                  </a:lnTo>
                  <a:cubicBezTo>
                    <a:pt x="33" y="384"/>
                    <a:pt x="49" y="368"/>
                    <a:pt x="65" y="368"/>
                  </a:cubicBezTo>
                  <a:lnTo>
                    <a:pt x="81" y="352"/>
                  </a:lnTo>
                  <a:lnTo>
                    <a:pt x="118" y="3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9"/>
            <p:cNvSpPr/>
            <p:nvPr/>
          </p:nvSpPr>
          <p:spPr>
            <a:xfrm>
              <a:off x="1705637" y="489470"/>
              <a:ext cx="26917" cy="21752"/>
            </a:xfrm>
            <a:custGeom>
              <a:avLst/>
              <a:gdLst/>
              <a:ahLst/>
              <a:cxnLst/>
              <a:rect l="l" t="t" r="r" b="b"/>
              <a:pathLst>
                <a:path w="271" h="219" extrusionOk="0">
                  <a:moveTo>
                    <a:pt x="271" y="1"/>
                  </a:moveTo>
                  <a:lnTo>
                    <a:pt x="0" y="219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9"/>
            <p:cNvSpPr/>
            <p:nvPr/>
          </p:nvSpPr>
          <p:spPr>
            <a:xfrm>
              <a:off x="2257288" y="947755"/>
              <a:ext cx="55523" cy="16488"/>
            </a:xfrm>
            <a:custGeom>
              <a:avLst/>
              <a:gdLst/>
              <a:ahLst/>
              <a:cxnLst/>
              <a:rect l="l" t="t" r="r" b="b"/>
              <a:pathLst>
                <a:path w="559" h="166" extrusionOk="0">
                  <a:moveTo>
                    <a:pt x="1" y="0"/>
                  </a:moveTo>
                  <a:lnTo>
                    <a:pt x="1" y="0"/>
                  </a:lnTo>
                  <a:cubicBezTo>
                    <a:pt x="53" y="16"/>
                    <a:pt x="122" y="32"/>
                    <a:pt x="187" y="65"/>
                  </a:cubicBezTo>
                  <a:cubicBezTo>
                    <a:pt x="203" y="65"/>
                    <a:pt x="223" y="65"/>
                    <a:pt x="239" y="81"/>
                  </a:cubicBezTo>
                  <a:cubicBezTo>
                    <a:pt x="288" y="81"/>
                    <a:pt x="340" y="101"/>
                    <a:pt x="389" y="117"/>
                  </a:cubicBezTo>
                  <a:lnTo>
                    <a:pt x="425" y="133"/>
                  </a:lnTo>
                  <a:cubicBezTo>
                    <a:pt x="457" y="133"/>
                    <a:pt x="490" y="150"/>
                    <a:pt x="526" y="150"/>
                  </a:cubicBezTo>
                  <a:cubicBezTo>
                    <a:pt x="490" y="133"/>
                    <a:pt x="457" y="133"/>
                    <a:pt x="425" y="117"/>
                  </a:cubicBezTo>
                  <a:lnTo>
                    <a:pt x="389" y="101"/>
                  </a:lnTo>
                  <a:cubicBezTo>
                    <a:pt x="340" y="101"/>
                    <a:pt x="288" y="81"/>
                    <a:pt x="239" y="65"/>
                  </a:cubicBezTo>
                  <a:cubicBezTo>
                    <a:pt x="223" y="65"/>
                    <a:pt x="203" y="49"/>
                    <a:pt x="187" y="49"/>
                  </a:cubicBezTo>
                  <a:cubicBezTo>
                    <a:pt x="122" y="32"/>
                    <a:pt x="70" y="16"/>
                    <a:pt x="1" y="0"/>
                  </a:cubicBezTo>
                  <a:close/>
                  <a:moveTo>
                    <a:pt x="526" y="150"/>
                  </a:moveTo>
                  <a:lnTo>
                    <a:pt x="558" y="166"/>
                  </a:lnTo>
                  <a:lnTo>
                    <a:pt x="558" y="1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9"/>
            <p:cNvSpPr/>
            <p:nvPr/>
          </p:nvSpPr>
          <p:spPr>
            <a:xfrm>
              <a:off x="2259374" y="342270"/>
              <a:ext cx="100318" cy="46981"/>
            </a:xfrm>
            <a:custGeom>
              <a:avLst/>
              <a:gdLst/>
              <a:ahLst/>
              <a:cxnLst/>
              <a:rect l="l" t="t" r="r" b="b"/>
              <a:pathLst>
                <a:path w="1010" h="473" extrusionOk="0">
                  <a:moveTo>
                    <a:pt x="0" y="0"/>
                  </a:moveTo>
                  <a:cubicBezTo>
                    <a:pt x="32" y="0"/>
                    <a:pt x="32" y="16"/>
                    <a:pt x="49" y="16"/>
                  </a:cubicBezTo>
                  <a:cubicBezTo>
                    <a:pt x="65" y="16"/>
                    <a:pt x="65" y="37"/>
                    <a:pt x="81" y="37"/>
                  </a:cubicBezTo>
                  <a:cubicBezTo>
                    <a:pt x="150" y="53"/>
                    <a:pt x="218" y="85"/>
                    <a:pt x="283" y="117"/>
                  </a:cubicBezTo>
                  <a:cubicBezTo>
                    <a:pt x="303" y="117"/>
                    <a:pt x="335" y="138"/>
                    <a:pt x="351" y="138"/>
                  </a:cubicBezTo>
                  <a:cubicBezTo>
                    <a:pt x="335" y="117"/>
                    <a:pt x="319" y="101"/>
                    <a:pt x="283" y="101"/>
                  </a:cubicBezTo>
                  <a:cubicBezTo>
                    <a:pt x="218" y="69"/>
                    <a:pt x="150" y="53"/>
                    <a:pt x="81" y="16"/>
                  </a:cubicBezTo>
                  <a:lnTo>
                    <a:pt x="65" y="16"/>
                  </a:lnTo>
                  <a:cubicBezTo>
                    <a:pt x="49" y="0"/>
                    <a:pt x="32" y="0"/>
                    <a:pt x="0" y="0"/>
                  </a:cubicBezTo>
                  <a:close/>
                  <a:moveTo>
                    <a:pt x="351" y="138"/>
                  </a:moveTo>
                  <a:cubicBezTo>
                    <a:pt x="368" y="154"/>
                    <a:pt x="404" y="154"/>
                    <a:pt x="420" y="170"/>
                  </a:cubicBezTo>
                  <a:cubicBezTo>
                    <a:pt x="469" y="186"/>
                    <a:pt x="537" y="218"/>
                    <a:pt x="606" y="239"/>
                  </a:cubicBezTo>
                  <a:cubicBezTo>
                    <a:pt x="654" y="255"/>
                    <a:pt x="707" y="271"/>
                    <a:pt x="755" y="287"/>
                  </a:cubicBezTo>
                  <a:cubicBezTo>
                    <a:pt x="707" y="271"/>
                    <a:pt x="654" y="239"/>
                    <a:pt x="606" y="218"/>
                  </a:cubicBezTo>
                  <a:cubicBezTo>
                    <a:pt x="537" y="202"/>
                    <a:pt x="485" y="170"/>
                    <a:pt x="420" y="154"/>
                  </a:cubicBezTo>
                  <a:cubicBezTo>
                    <a:pt x="404" y="154"/>
                    <a:pt x="384" y="138"/>
                    <a:pt x="351" y="138"/>
                  </a:cubicBezTo>
                  <a:close/>
                  <a:moveTo>
                    <a:pt x="755" y="287"/>
                  </a:moveTo>
                  <a:lnTo>
                    <a:pt x="755" y="287"/>
                  </a:lnTo>
                  <a:cubicBezTo>
                    <a:pt x="808" y="319"/>
                    <a:pt x="873" y="340"/>
                    <a:pt x="925" y="372"/>
                  </a:cubicBezTo>
                  <a:lnTo>
                    <a:pt x="941" y="372"/>
                  </a:lnTo>
                  <a:cubicBezTo>
                    <a:pt x="957" y="372"/>
                    <a:pt x="974" y="372"/>
                    <a:pt x="974" y="388"/>
                  </a:cubicBezTo>
                  <a:lnTo>
                    <a:pt x="974" y="404"/>
                  </a:lnTo>
                  <a:cubicBezTo>
                    <a:pt x="990" y="420"/>
                    <a:pt x="990" y="441"/>
                    <a:pt x="974" y="457"/>
                  </a:cubicBezTo>
                  <a:lnTo>
                    <a:pt x="974" y="473"/>
                  </a:lnTo>
                  <a:lnTo>
                    <a:pt x="990" y="473"/>
                  </a:lnTo>
                  <a:cubicBezTo>
                    <a:pt x="1010" y="441"/>
                    <a:pt x="990" y="420"/>
                    <a:pt x="990" y="404"/>
                  </a:cubicBezTo>
                  <a:lnTo>
                    <a:pt x="990" y="388"/>
                  </a:lnTo>
                  <a:cubicBezTo>
                    <a:pt x="974" y="372"/>
                    <a:pt x="957" y="356"/>
                    <a:pt x="941" y="356"/>
                  </a:cubicBezTo>
                  <a:cubicBezTo>
                    <a:pt x="873" y="340"/>
                    <a:pt x="808" y="303"/>
                    <a:pt x="755" y="2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9"/>
            <p:cNvSpPr/>
            <p:nvPr/>
          </p:nvSpPr>
          <p:spPr>
            <a:xfrm>
              <a:off x="2486431" y="442588"/>
              <a:ext cx="27016" cy="11720"/>
            </a:xfrm>
            <a:custGeom>
              <a:avLst/>
              <a:gdLst/>
              <a:ahLst/>
              <a:cxnLst/>
              <a:rect l="l" t="t" r="r" b="b"/>
              <a:pathLst>
                <a:path w="272" h="118" extrusionOk="0">
                  <a:moveTo>
                    <a:pt x="0" y="0"/>
                  </a:moveTo>
                  <a:lnTo>
                    <a:pt x="0" y="16"/>
                  </a:lnTo>
                  <a:cubicBezTo>
                    <a:pt x="17" y="16"/>
                    <a:pt x="37" y="16"/>
                    <a:pt x="53" y="37"/>
                  </a:cubicBezTo>
                  <a:lnTo>
                    <a:pt x="85" y="37"/>
                  </a:lnTo>
                  <a:lnTo>
                    <a:pt x="69" y="16"/>
                  </a:lnTo>
                  <a:cubicBezTo>
                    <a:pt x="53" y="16"/>
                    <a:pt x="17" y="0"/>
                    <a:pt x="0" y="0"/>
                  </a:cubicBezTo>
                  <a:close/>
                  <a:moveTo>
                    <a:pt x="85" y="37"/>
                  </a:moveTo>
                  <a:cubicBezTo>
                    <a:pt x="101" y="53"/>
                    <a:pt x="118" y="53"/>
                    <a:pt x="154" y="69"/>
                  </a:cubicBezTo>
                  <a:cubicBezTo>
                    <a:pt x="186" y="85"/>
                    <a:pt x="219" y="101"/>
                    <a:pt x="271" y="117"/>
                  </a:cubicBezTo>
                  <a:lnTo>
                    <a:pt x="271" y="101"/>
                  </a:lnTo>
                  <a:cubicBezTo>
                    <a:pt x="219" y="85"/>
                    <a:pt x="186" y="69"/>
                    <a:pt x="154" y="53"/>
                  </a:cubicBezTo>
                  <a:cubicBezTo>
                    <a:pt x="138" y="53"/>
                    <a:pt x="101" y="37"/>
                    <a:pt x="8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9"/>
            <p:cNvSpPr/>
            <p:nvPr/>
          </p:nvSpPr>
          <p:spPr>
            <a:xfrm>
              <a:off x="1944712" y="554528"/>
              <a:ext cx="202325" cy="62277"/>
            </a:xfrm>
            <a:custGeom>
              <a:avLst/>
              <a:gdLst/>
              <a:ahLst/>
              <a:cxnLst/>
              <a:rect l="l" t="t" r="r" b="b"/>
              <a:pathLst>
                <a:path w="2037" h="627" extrusionOk="0">
                  <a:moveTo>
                    <a:pt x="1" y="0"/>
                  </a:moveTo>
                  <a:lnTo>
                    <a:pt x="17" y="20"/>
                  </a:lnTo>
                  <a:lnTo>
                    <a:pt x="70" y="20"/>
                  </a:lnTo>
                  <a:cubicBezTo>
                    <a:pt x="118" y="37"/>
                    <a:pt x="171" y="53"/>
                    <a:pt x="219" y="69"/>
                  </a:cubicBezTo>
                  <a:cubicBezTo>
                    <a:pt x="239" y="69"/>
                    <a:pt x="255" y="69"/>
                    <a:pt x="272" y="85"/>
                  </a:cubicBezTo>
                  <a:cubicBezTo>
                    <a:pt x="441" y="138"/>
                    <a:pt x="607" y="186"/>
                    <a:pt x="760" y="239"/>
                  </a:cubicBezTo>
                  <a:lnTo>
                    <a:pt x="926" y="287"/>
                  </a:lnTo>
                  <a:cubicBezTo>
                    <a:pt x="962" y="287"/>
                    <a:pt x="995" y="303"/>
                    <a:pt x="1027" y="323"/>
                  </a:cubicBezTo>
                  <a:cubicBezTo>
                    <a:pt x="1112" y="340"/>
                    <a:pt x="1181" y="356"/>
                    <a:pt x="1249" y="388"/>
                  </a:cubicBezTo>
                  <a:cubicBezTo>
                    <a:pt x="1330" y="404"/>
                    <a:pt x="1399" y="441"/>
                    <a:pt x="1483" y="457"/>
                  </a:cubicBezTo>
                  <a:cubicBezTo>
                    <a:pt x="1516" y="473"/>
                    <a:pt x="1568" y="489"/>
                    <a:pt x="1601" y="489"/>
                  </a:cubicBezTo>
                  <a:cubicBezTo>
                    <a:pt x="1568" y="473"/>
                    <a:pt x="1532" y="457"/>
                    <a:pt x="1483" y="441"/>
                  </a:cubicBezTo>
                  <a:cubicBezTo>
                    <a:pt x="1399" y="424"/>
                    <a:pt x="1330" y="404"/>
                    <a:pt x="1265" y="372"/>
                  </a:cubicBezTo>
                  <a:cubicBezTo>
                    <a:pt x="1181" y="356"/>
                    <a:pt x="1112" y="323"/>
                    <a:pt x="1027" y="303"/>
                  </a:cubicBezTo>
                  <a:cubicBezTo>
                    <a:pt x="995" y="287"/>
                    <a:pt x="962" y="287"/>
                    <a:pt x="926" y="271"/>
                  </a:cubicBezTo>
                  <a:lnTo>
                    <a:pt x="777" y="222"/>
                  </a:lnTo>
                  <a:cubicBezTo>
                    <a:pt x="607" y="170"/>
                    <a:pt x="441" y="121"/>
                    <a:pt x="272" y="69"/>
                  </a:cubicBezTo>
                  <a:cubicBezTo>
                    <a:pt x="255" y="69"/>
                    <a:pt x="239" y="53"/>
                    <a:pt x="219" y="53"/>
                  </a:cubicBezTo>
                  <a:cubicBezTo>
                    <a:pt x="171" y="37"/>
                    <a:pt x="118" y="20"/>
                    <a:pt x="70" y="0"/>
                  </a:cubicBezTo>
                  <a:close/>
                  <a:moveTo>
                    <a:pt x="1601" y="489"/>
                  </a:moveTo>
                  <a:lnTo>
                    <a:pt x="1633" y="505"/>
                  </a:lnTo>
                  <a:cubicBezTo>
                    <a:pt x="1669" y="505"/>
                    <a:pt x="1685" y="525"/>
                    <a:pt x="1718" y="525"/>
                  </a:cubicBezTo>
                  <a:cubicBezTo>
                    <a:pt x="1685" y="505"/>
                    <a:pt x="1669" y="505"/>
                    <a:pt x="1633" y="489"/>
                  </a:cubicBezTo>
                  <a:close/>
                  <a:moveTo>
                    <a:pt x="1718" y="525"/>
                  </a:moveTo>
                  <a:cubicBezTo>
                    <a:pt x="1754" y="542"/>
                    <a:pt x="1803" y="558"/>
                    <a:pt x="1835" y="574"/>
                  </a:cubicBezTo>
                  <a:cubicBezTo>
                    <a:pt x="1887" y="590"/>
                    <a:pt x="1920" y="590"/>
                    <a:pt x="1972" y="606"/>
                  </a:cubicBezTo>
                  <a:lnTo>
                    <a:pt x="2021" y="626"/>
                  </a:lnTo>
                  <a:lnTo>
                    <a:pt x="2037" y="626"/>
                  </a:lnTo>
                  <a:lnTo>
                    <a:pt x="2021" y="606"/>
                  </a:lnTo>
                  <a:lnTo>
                    <a:pt x="1972" y="590"/>
                  </a:lnTo>
                  <a:cubicBezTo>
                    <a:pt x="1920" y="590"/>
                    <a:pt x="1887" y="574"/>
                    <a:pt x="1835" y="558"/>
                  </a:cubicBezTo>
                  <a:cubicBezTo>
                    <a:pt x="1803" y="542"/>
                    <a:pt x="1754" y="525"/>
                    <a:pt x="1718" y="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9"/>
            <p:cNvSpPr/>
            <p:nvPr/>
          </p:nvSpPr>
          <p:spPr>
            <a:xfrm>
              <a:off x="1946401" y="648390"/>
              <a:ext cx="321018" cy="96842"/>
            </a:xfrm>
            <a:custGeom>
              <a:avLst/>
              <a:gdLst/>
              <a:ahLst/>
              <a:cxnLst/>
              <a:rect l="l" t="t" r="r" b="b"/>
              <a:pathLst>
                <a:path w="3232" h="975" extrusionOk="0">
                  <a:moveTo>
                    <a:pt x="0" y="1"/>
                  </a:moveTo>
                  <a:lnTo>
                    <a:pt x="0" y="17"/>
                  </a:lnTo>
                  <a:cubicBezTo>
                    <a:pt x="53" y="17"/>
                    <a:pt x="85" y="33"/>
                    <a:pt x="121" y="49"/>
                  </a:cubicBezTo>
                  <a:cubicBezTo>
                    <a:pt x="137" y="49"/>
                    <a:pt x="154" y="49"/>
                    <a:pt x="170" y="65"/>
                  </a:cubicBezTo>
                  <a:cubicBezTo>
                    <a:pt x="271" y="85"/>
                    <a:pt x="372" y="118"/>
                    <a:pt x="473" y="150"/>
                  </a:cubicBezTo>
                  <a:lnTo>
                    <a:pt x="541" y="166"/>
                  </a:lnTo>
                  <a:cubicBezTo>
                    <a:pt x="626" y="202"/>
                    <a:pt x="727" y="219"/>
                    <a:pt x="808" y="251"/>
                  </a:cubicBezTo>
                  <a:cubicBezTo>
                    <a:pt x="929" y="287"/>
                    <a:pt x="1046" y="320"/>
                    <a:pt x="1164" y="352"/>
                  </a:cubicBezTo>
                  <a:cubicBezTo>
                    <a:pt x="1265" y="388"/>
                    <a:pt x="1366" y="421"/>
                    <a:pt x="1483" y="453"/>
                  </a:cubicBezTo>
                  <a:cubicBezTo>
                    <a:pt x="1551" y="469"/>
                    <a:pt x="1616" y="489"/>
                    <a:pt x="1685" y="505"/>
                  </a:cubicBezTo>
                  <a:cubicBezTo>
                    <a:pt x="1616" y="469"/>
                    <a:pt x="1551" y="453"/>
                    <a:pt x="1483" y="437"/>
                  </a:cubicBezTo>
                  <a:cubicBezTo>
                    <a:pt x="1382" y="404"/>
                    <a:pt x="1265" y="368"/>
                    <a:pt x="1164" y="336"/>
                  </a:cubicBezTo>
                  <a:cubicBezTo>
                    <a:pt x="1046" y="303"/>
                    <a:pt x="929" y="267"/>
                    <a:pt x="808" y="235"/>
                  </a:cubicBezTo>
                  <a:cubicBezTo>
                    <a:pt x="727" y="202"/>
                    <a:pt x="642" y="186"/>
                    <a:pt x="541" y="150"/>
                  </a:cubicBezTo>
                  <a:lnTo>
                    <a:pt x="473" y="134"/>
                  </a:lnTo>
                  <a:cubicBezTo>
                    <a:pt x="372" y="102"/>
                    <a:pt x="271" y="65"/>
                    <a:pt x="170" y="49"/>
                  </a:cubicBezTo>
                  <a:cubicBezTo>
                    <a:pt x="154" y="49"/>
                    <a:pt x="137" y="33"/>
                    <a:pt x="137" y="33"/>
                  </a:cubicBezTo>
                  <a:cubicBezTo>
                    <a:pt x="85" y="17"/>
                    <a:pt x="53" y="1"/>
                    <a:pt x="0" y="1"/>
                  </a:cubicBezTo>
                  <a:close/>
                  <a:moveTo>
                    <a:pt x="1685" y="505"/>
                  </a:moveTo>
                  <a:cubicBezTo>
                    <a:pt x="1701" y="522"/>
                    <a:pt x="1717" y="522"/>
                    <a:pt x="1717" y="522"/>
                  </a:cubicBezTo>
                  <a:cubicBezTo>
                    <a:pt x="1769" y="538"/>
                    <a:pt x="1818" y="554"/>
                    <a:pt x="1870" y="570"/>
                  </a:cubicBezTo>
                  <a:cubicBezTo>
                    <a:pt x="1903" y="570"/>
                    <a:pt x="1939" y="590"/>
                    <a:pt x="1971" y="590"/>
                  </a:cubicBezTo>
                  <a:cubicBezTo>
                    <a:pt x="1939" y="570"/>
                    <a:pt x="1903" y="570"/>
                    <a:pt x="1870" y="554"/>
                  </a:cubicBezTo>
                  <a:cubicBezTo>
                    <a:pt x="1818" y="538"/>
                    <a:pt x="1769" y="522"/>
                    <a:pt x="1737" y="505"/>
                  </a:cubicBezTo>
                  <a:close/>
                  <a:moveTo>
                    <a:pt x="1971" y="590"/>
                  </a:moveTo>
                  <a:cubicBezTo>
                    <a:pt x="2004" y="606"/>
                    <a:pt x="2040" y="606"/>
                    <a:pt x="2056" y="623"/>
                  </a:cubicBezTo>
                  <a:cubicBezTo>
                    <a:pt x="2173" y="655"/>
                    <a:pt x="2291" y="691"/>
                    <a:pt x="2408" y="724"/>
                  </a:cubicBezTo>
                  <a:cubicBezTo>
                    <a:pt x="2493" y="756"/>
                    <a:pt x="2561" y="772"/>
                    <a:pt x="2646" y="808"/>
                  </a:cubicBezTo>
                  <a:lnTo>
                    <a:pt x="2711" y="825"/>
                  </a:lnTo>
                  <a:cubicBezTo>
                    <a:pt x="2828" y="857"/>
                    <a:pt x="2965" y="893"/>
                    <a:pt x="3082" y="942"/>
                  </a:cubicBezTo>
                  <a:lnTo>
                    <a:pt x="3131" y="942"/>
                  </a:lnTo>
                  <a:cubicBezTo>
                    <a:pt x="3115" y="942"/>
                    <a:pt x="3099" y="926"/>
                    <a:pt x="3099" y="926"/>
                  </a:cubicBezTo>
                  <a:cubicBezTo>
                    <a:pt x="2965" y="893"/>
                    <a:pt x="2848" y="841"/>
                    <a:pt x="2711" y="808"/>
                  </a:cubicBezTo>
                  <a:lnTo>
                    <a:pt x="2646" y="792"/>
                  </a:lnTo>
                  <a:cubicBezTo>
                    <a:pt x="2577" y="756"/>
                    <a:pt x="2493" y="740"/>
                    <a:pt x="2408" y="707"/>
                  </a:cubicBezTo>
                  <a:cubicBezTo>
                    <a:pt x="2291" y="671"/>
                    <a:pt x="2173" y="639"/>
                    <a:pt x="2072" y="606"/>
                  </a:cubicBezTo>
                  <a:cubicBezTo>
                    <a:pt x="2040" y="590"/>
                    <a:pt x="2004" y="590"/>
                    <a:pt x="1971" y="590"/>
                  </a:cubicBezTo>
                  <a:close/>
                  <a:moveTo>
                    <a:pt x="3131" y="942"/>
                  </a:moveTo>
                  <a:cubicBezTo>
                    <a:pt x="3151" y="958"/>
                    <a:pt x="3183" y="974"/>
                    <a:pt x="3216" y="974"/>
                  </a:cubicBezTo>
                  <a:lnTo>
                    <a:pt x="3232" y="958"/>
                  </a:lnTo>
                  <a:lnTo>
                    <a:pt x="3216" y="958"/>
                  </a:lnTo>
                  <a:cubicBezTo>
                    <a:pt x="3183" y="958"/>
                    <a:pt x="3167" y="942"/>
                    <a:pt x="3131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9"/>
            <p:cNvSpPr/>
            <p:nvPr/>
          </p:nvSpPr>
          <p:spPr>
            <a:xfrm>
              <a:off x="2362871" y="792014"/>
              <a:ext cx="28606" cy="8542"/>
            </a:xfrm>
            <a:custGeom>
              <a:avLst/>
              <a:gdLst/>
              <a:ahLst/>
              <a:cxnLst/>
              <a:rect l="l" t="t" r="r" b="b"/>
              <a:pathLst>
                <a:path w="288" h="86" extrusionOk="0">
                  <a:moveTo>
                    <a:pt x="16" y="1"/>
                  </a:moveTo>
                  <a:lnTo>
                    <a:pt x="0" y="17"/>
                  </a:lnTo>
                  <a:lnTo>
                    <a:pt x="16" y="17"/>
                  </a:lnTo>
                  <a:cubicBezTo>
                    <a:pt x="16" y="17"/>
                    <a:pt x="33" y="17"/>
                    <a:pt x="49" y="33"/>
                  </a:cubicBezTo>
                  <a:lnTo>
                    <a:pt x="85" y="33"/>
                  </a:lnTo>
                  <a:cubicBezTo>
                    <a:pt x="101" y="33"/>
                    <a:pt x="134" y="53"/>
                    <a:pt x="150" y="53"/>
                  </a:cubicBezTo>
                  <a:cubicBezTo>
                    <a:pt x="202" y="69"/>
                    <a:pt x="235" y="86"/>
                    <a:pt x="287" y="86"/>
                  </a:cubicBezTo>
                  <a:lnTo>
                    <a:pt x="287" y="69"/>
                  </a:lnTo>
                  <a:cubicBezTo>
                    <a:pt x="235" y="69"/>
                    <a:pt x="202" y="53"/>
                    <a:pt x="170" y="53"/>
                  </a:cubicBezTo>
                  <a:cubicBezTo>
                    <a:pt x="134" y="33"/>
                    <a:pt x="101" y="33"/>
                    <a:pt x="85" y="17"/>
                  </a:cubicBezTo>
                  <a:lnTo>
                    <a:pt x="49" y="17"/>
                  </a:lnTo>
                  <a:cubicBezTo>
                    <a:pt x="33" y="17"/>
                    <a:pt x="33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2386113" y="612335"/>
              <a:ext cx="75586" cy="26122"/>
            </a:xfrm>
            <a:custGeom>
              <a:avLst/>
              <a:gdLst/>
              <a:ahLst/>
              <a:cxnLst/>
              <a:rect l="l" t="t" r="r" b="b"/>
              <a:pathLst>
                <a:path w="761" h="263" extrusionOk="0">
                  <a:moveTo>
                    <a:pt x="18" y="1"/>
                  </a:moveTo>
                  <a:cubicBezTo>
                    <a:pt x="12" y="1"/>
                    <a:pt x="6" y="3"/>
                    <a:pt x="1" y="8"/>
                  </a:cubicBezTo>
                  <a:cubicBezTo>
                    <a:pt x="17" y="8"/>
                    <a:pt x="37" y="24"/>
                    <a:pt x="53" y="24"/>
                  </a:cubicBezTo>
                  <a:cubicBezTo>
                    <a:pt x="138" y="61"/>
                    <a:pt x="203" y="77"/>
                    <a:pt x="287" y="109"/>
                  </a:cubicBezTo>
                  <a:lnTo>
                    <a:pt x="421" y="145"/>
                  </a:lnTo>
                  <a:lnTo>
                    <a:pt x="287" y="93"/>
                  </a:lnTo>
                  <a:cubicBezTo>
                    <a:pt x="219" y="77"/>
                    <a:pt x="138" y="44"/>
                    <a:pt x="69" y="24"/>
                  </a:cubicBezTo>
                  <a:lnTo>
                    <a:pt x="53" y="8"/>
                  </a:lnTo>
                  <a:cubicBezTo>
                    <a:pt x="42" y="8"/>
                    <a:pt x="30" y="1"/>
                    <a:pt x="18" y="1"/>
                  </a:cubicBezTo>
                  <a:close/>
                  <a:moveTo>
                    <a:pt x="421" y="145"/>
                  </a:moveTo>
                  <a:cubicBezTo>
                    <a:pt x="522" y="178"/>
                    <a:pt x="607" y="210"/>
                    <a:pt x="708" y="246"/>
                  </a:cubicBezTo>
                  <a:cubicBezTo>
                    <a:pt x="724" y="246"/>
                    <a:pt x="724" y="263"/>
                    <a:pt x="744" y="263"/>
                  </a:cubicBezTo>
                  <a:lnTo>
                    <a:pt x="760" y="263"/>
                  </a:lnTo>
                  <a:lnTo>
                    <a:pt x="760" y="246"/>
                  </a:lnTo>
                  <a:cubicBezTo>
                    <a:pt x="744" y="246"/>
                    <a:pt x="724" y="246"/>
                    <a:pt x="708" y="226"/>
                  </a:cubicBezTo>
                  <a:cubicBezTo>
                    <a:pt x="623" y="194"/>
                    <a:pt x="522" y="178"/>
                    <a:pt x="421" y="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1389883" y="653157"/>
              <a:ext cx="107172" cy="195968"/>
            </a:xfrm>
            <a:custGeom>
              <a:avLst/>
              <a:gdLst/>
              <a:ahLst/>
              <a:cxnLst/>
              <a:rect l="l" t="t" r="r" b="b"/>
              <a:pathLst>
                <a:path w="1079" h="1973" extrusionOk="0">
                  <a:moveTo>
                    <a:pt x="1058" y="1"/>
                  </a:moveTo>
                  <a:cubicBezTo>
                    <a:pt x="1058" y="17"/>
                    <a:pt x="1042" y="37"/>
                    <a:pt x="1058" y="70"/>
                  </a:cubicBezTo>
                  <a:lnTo>
                    <a:pt x="1058" y="86"/>
                  </a:lnTo>
                  <a:lnTo>
                    <a:pt x="1058" y="138"/>
                  </a:lnTo>
                  <a:lnTo>
                    <a:pt x="1058" y="203"/>
                  </a:lnTo>
                  <a:cubicBezTo>
                    <a:pt x="1079" y="187"/>
                    <a:pt x="1079" y="171"/>
                    <a:pt x="1079" y="138"/>
                  </a:cubicBezTo>
                  <a:lnTo>
                    <a:pt x="1079" y="86"/>
                  </a:lnTo>
                  <a:lnTo>
                    <a:pt x="1079" y="54"/>
                  </a:lnTo>
                  <a:cubicBezTo>
                    <a:pt x="1058" y="37"/>
                    <a:pt x="1079" y="37"/>
                    <a:pt x="1079" y="17"/>
                  </a:cubicBezTo>
                  <a:lnTo>
                    <a:pt x="1079" y="1"/>
                  </a:lnTo>
                  <a:close/>
                  <a:moveTo>
                    <a:pt x="1058" y="203"/>
                  </a:moveTo>
                  <a:cubicBezTo>
                    <a:pt x="1042" y="219"/>
                    <a:pt x="1058" y="219"/>
                    <a:pt x="1058" y="239"/>
                  </a:cubicBezTo>
                  <a:lnTo>
                    <a:pt x="1058" y="203"/>
                  </a:lnTo>
                  <a:close/>
                  <a:moveTo>
                    <a:pt x="1058" y="239"/>
                  </a:moveTo>
                  <a:lnTo>
                    <a:pt x="1058" y="255"/>
                  </a:lnTo>
                  <a:cubicBezTo>
                    <a:pt x="1058" y="356"/>
                    <a:pt x="1042" y="457"/>
                    <a:pt x="1042" y="558"/>
                  </a:cubicBezTo>
                  <a:lnTo>
                    <a:pt x="1042" y="708"/>
                  </a:lnTo>
                  <a:lnTo>
                    <a:pt x="1026" y="894"/>
                  </a:lnTo>
                  <a:lnTo>
                    <a:pt x="1026" y="1265"/>
                  </a:lnTo>
                  <a:cubicBezTo>
                    <a:pt x="1042" y="1148"/>
                    <a:pt x="1042" y="1011"/>
                    <a:pt x="1042" y="894"/>
                  </a:cubicBezTo>
                  <a:lnTo>
                    <a:pt x="1058" y="708"/>
                  </a:lnTo>
                  <a:lnTo>
                    <a:pt x="1058" y="558"/>
                  </a:lnTo>
                  <a:cubicBezTo>
                    <a:pt x="1058" y="457"/>
                    <a:pt x="1058" y="356"/>
                    <a:pt x="1079" y="255"/>
                  </a:cubicBezTo>
                  <a:cubicBezTo>
                    <a:pt x="1079" y="239"/>
                    <a:pt x="1079" y="239"/>
                    <a:pt x="1058" y="239"/>
                  </a:cubicBezTo>
                  <a:close/>
                  <a:moveTo>
                    <a:pt x="1026" y="1265"/>
                  </a:moveTo>
                  <a:cubicBezTo>
                    <a:pt x="1026" y="1282"/>
                    <a:pt x="1010" y="1314"/>
                    <a:pt x="994" y="1314"/>
                  </a:cubicBezTo>
                  <a:cubicBezTo>
                    <a:pt x="856" y="1415"/>
                    <a:pt x="723" y="1500"/>
                    <a:pt x="590" y="1585"/>
                  </a:cubicBezTo>
                  <a:cubicBezTo>
                    <a:pt x="554" y="1617"/>
                    <a:pt x="521" y="1633"/>
                    <a:pt x="489" y="1653"/>
                  </a:cubicBezTo>
                  <a:cubicBezTo>
                    <a:pt x="420" y="1702"/>
                    <a:pt x="335" y="1754"/>
                    <a:pt x="271" y="1803"/>
                  </a:cubicBezTo>
                  <a:cubicBezTo>
                    <a:pt x="234" y="1835"/>
                    <a:pt x="202" y="1855"/>
                    <a:pt x="170" y="1871"/>
                  </a:cubicBezTo>
                  <a:cubicBezTo>
                    <a:pt x="133" y="1904"/>
                    <a:pt x="101" y="1920"/>
                    <a:pt x="69" y="1936"/>
                  </a:cubicBezTo>
                  <a:cubicBezTo>
                    <a:pt x="49" y="1956"/>
                    <a:pt x="32" y="1956"/>
                    <a:pt x="16" y="1956"/>
                  </a:cubicBezTo>
                  <a:lnTo>
                    <a:pt x="0" y="1972"/>
                  </a:lnTo>
                  <a:lnTo>
                    <a:pt x="16" y="1972"/>
                  </a:lnTo>
                  <a:cubicBezTo>
                    <a:pt x="32" y="1972"/>
                    <a:pt x="49" y="1972"/>
                    <a:pt x="69" y="1956"/>
                  </a:cubicBezTo>
                  <a:cubicBezTo>
                    <a:pt x="101" y="1936"/>
                    <a:pt x="133" y="1904"/>
                    <a:pt x="186" y="1888"/>
                  </a:cubicBezTo>
                  <a:cubicBezTo>
                    <a:pt x="202" y="1855"/>
                    <a:pt x="234" y="1835"/>
                    <a:pt x="271" y="1819"/>
                  </a:cubicBezTo>
                  <a:cubicBezTo>
                    <a:pt x="352" y="1770"/>
                    <a:pt x="420" y="1718"/>
                    <a:pt x="505" y="1669"/>
                  </a:cubicBezTo>
                  <a:cubicBezTo>
                    <a:pt x="537" y="1653"/>
                    <a:pt x="554" y="1617"/>
                    <a:pt x="590" y="1601"/>
                  </a:cubicBezTo>
                  <a:cubicBezTo>
                    <a:pt x="723" y="1516"/>
                    <a:pt x="856" y="1415"/>
                    <a:pt x="994" y="1330"/>
                  </a:cubicBezTo>
                  <a:cubicBezTo>
                    <a:pt x="1026" y="1314"/>
                    <a:pt x="1026" y="1298"/>
                    <a:pt x="1026" y="12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2222425" y="338992"/>
              <a:ext cx="24931" cy="389751"/>
            </a:xfrm>
            <a:custGeom>
              <a:avLst/>
              <a:gdLst/>
              <a:ahLst/>
              <a:cxnLst/>
              <a:rect l="l" t="t" r="r" b="b"/>
              <a:pathLst>
                <a:path w="251" h="3924" extrusionOk="0">
                  <a:moveTo>
                    <a:pt x="150" y="1"/>
                  </a:moveTo>
                  <a:lnTo>
                    <a:pt x="0" y="134"/>
                  </a:lnTo>
                  <a:cubicBezTo>
                    <a:pt x="17" y="171"/>
                    <a:pt x="17" y="219"/>
                    <a:pt x="17" y="251"/>
                  </a:cubicBezTo>
                  <a:lnTo>
                    <a:pt x="17" y="304"/>
                  </a:lnTo>
                  <a:cubicBezTo>
                    <a:pt x="33" y="405"/>
                    <a:pt x="33" y="490"/>
                    <a:pt x="33" y="591"/>
                  </a:cubicBezTo>
                  <a:cubicBezTo>
                    <a:pt x="33" y="607"/>
                    <a:pt x="49" y="639"/>
                    <a:pt x="49" y="676"/>
                  </a:cubicBezTo>
                  <a:lnTo>
                    <a:pt x="49" y="591"/>
                  </a:lnTo>
                  <a:cubicBezTo>
                    <a:pt x="49" y="490"/>
                    <a:pt x="49" y="405"/>
                    <a:pt x="33" y="304"/>
                  </a:cubicBezTo>
                  <a:lnTo>
                    <a:pt x="33" y="251"/>
                  </a:lnTo>
                  <a:cubicBezTo>
                    <a:pt x="33" y="219"/>
                    <a:pt x="33" y="171"/>
                    <a:pt x="17" y="134"/>
                  </a:cubicBezTo>
                  <a:lnTo>
                    <a:pt x="150" y="1"/>
                  </a:lnTo>
                  <a:close/>
                  <a:moveTo>
                    <a:pt x="49" y="676"/>
                  </a:moveTo>
                  <a:lnTo>
                    <a:pt x="49" y="740"/>
                  </a:lnTo>
                  <a:lnTo>
                    <a:pt x="49" y="857"/>
                  </a:lnTo>
                  <a:cubicBezTo>
                    <a:pt x="69" y="926"/>
                    <a:pt x="69" y="995"/>
                    <a:pt x="69" y="1043"/>
                  </a:cubicBezTo>
                  <a:lnTo>
                    <a:pt x="69" y="1144"/>
                  </a:lnTo>
                  <a:cubicBezTo>
                    <a:pt x="69" y="1160"/>
                    <a:pt x="85" y="1197"/>
                    <a:pt x="85" y="1213"/>
                  </a:cubicBezTo>
                  <a:lnTo>
                    <a:pt x="85" y="1144"/>
                  </a:lnTo>
                  <a:lnTo>
                    <a:pt x="85" y="1043"/>
                  </a:lnTo>
                  <a:cubicBezTo>
                    <a:pt x="85" y="979"/>
                    <a:pt x="69" y="926"/>
                    <a:pt x="69" y="857"/>
                  </a:cubicBezTo>
                  <a:lnTo>
                    <a:pt x="69" y="740"/>
                  </a:lnTo>
                  <a:cubicBezTo>
                    <a:pt x="69" y="724"/>
                    <a:pt x="69" y="692"/>
                    <a:pt x="49" y="676"/>
                  </a:cubicBezTo>
                  <a:close/>
                  <a:moveTo>
                    <a:pt x="85" y="1213"/>
                  </a:moveTo>
                  <a:lnTo>
                    <a:pt x="85" y="1330"/>
                  </a:lnTo>
                  <a:lnTo>
                    <a:pt x="85" y="1463"/>
                  </a:lnTo>
                  <a:cubicBezTo>
                    <a:pt x="101" y="1500"/>
                    <a:pt x="101" y="1548"/>
                    <a:pt x="101" y="1584"/>
                  </a:cubicBezTo>
                  <a:lnTo>
                    <a:pt x="101" y="1702"/>
                  </a:lnTo>
                  <a:cubicBezTo>
                    <a:pt x="101" y="1734"/>
                    <a:pt x="101" y="1750"/>
                    <a:pt x="118" y="1786"/>
                  </a:cubicBezTo>
                  <a:lnTo>
                    <a:pt x="118" y="1702"/>
                  </a:lnTo>
                  <a:lnTo>
                    <a:pt x="118" y="1584"/>
                  </a:lnTo>
                  <a:cubicBezTo>
                    <a:pt x="101" y="1548"/>
                    <a:pt x="101" y="1500"/>
                    <a:pt x="101" y="1463"/>
                  </a:cubicBezTo>
                  <a:lnTo>
                    <a:pt x="101" y="1330"/>
                  </a:lnTo>
                  <a:cubicBezTo>
                    <a:pt x="101" y="1298"/>
                    <a:pt x="101" y="1261"/>
                    <a:pt x="85" y="1213"/>
                  </a:cubicBezTo>
                  <a:close/>
                  <a:moveTo>
                    <a:pt x="118" y="1786"/>
                  </a:moveTo>
                  <a:lnTo>
                    <a:pt x="118" y="1904"/>
                  </a:lnTo>
                  <a:lnTo>
                    <a:pt x="118" y="2021"/>
                  </a:lnTo>
                  <a:cubicBezTo>
                    <a:pt x="134" y="2069"/>
                    <a:pt x="134" y="2122"/>
                    <a:pt x="134" y="2190"/>
                  </a:cubicBezTo>
                  <a:lnTo>
                    <a:pt x="134" y="2308"/>
                  </a:lnTo>
                  <a:cubicBezTo>
                    <a:pt x="134" y="2324"/>
                    <a:pt x="150" y="2356"/>
                    <a:pt x="150" y="2372"/>
                  </a:cubicBezTo>
                  <a:lnTo>
                    <a:pt x="150" y="2308"/>
                  </a:lnTo>
                  <a:lnTo>
                    <a:pt x="150" y="2170"/>
                  </a:lnTo>
                  <a:cubicBezTo>
                    <a:pt x="134" y="2122"/>
                    <a:pt x="134" y="2069"/>
                    <a:pt x="134" y="2021"/>
                  </a:cubicBezTo>
                  <a:lnTo>
                    <a:pt x="134" y="1904"/>
                  </a:lnTo>
                  <a:cubicBezTo>
                    <a:pt x="134" y="1851"/>
                    <a:pt x="118" y="1819"/>
                    <a:pt x="118" y="1786"/>
                  </a:cubicBezTo>
                  <a:close/>
                  <a:moveTo>
                    <a:pt x="150" y="2372"/>
                  </a:moveTo>
                  <a:lnTo>
                    <a:pt x="150" y="2526"/>
                  </a:lnTo>
                  <a:cubicBezTo>
                    <a:pt x="170" y="2558"/>
                    <a:pt x="170" y="2594"/>
                    <a:pt x="170" y="2627"/>
                  </a:cubicBezTo>
                  <a:lnTo>
                    <a:pt x="170" y="2526"/>
                  </a:lnTo>
                  <a:cubicBezTo>
                    <a:pt x="170" y="2473"/>
                    <a:pt x="170" y="2425"/>
                    <a:pt x="150" y="2372"/>
                  </a:cubicBezTo>
                  <a:close/>
                  <a:moveTo>
                    <a:pt x="170" y="2627"/>
                  </a:moveTo>
                  <a:lnTo>
                    <a:pt x="170" y="2776"/>
                  </a:lnTo>
                  <a:lnTo>
                    <a:pt x="170" y="2897"/>
                  </a:lnTo>
                  <a:cubicBezTo>
                    <a:pt x="186" y="2946"/>
                    <a:pt x="186" y="2998"/>
                    <a:pt x="186" y="3047"/>
                  </a:cubicBezTo>
                  <a:lnTo>
                    <a:pt x="186" y="3132"/>
                  </a:lnTo>
                  <a:cubicBezTo>
                    <a:pt x="186" y="3148"/>
                    <a:pt x="186" y="3164"/>
                    <a:pt x="202" y="3180"/>
                  </a:cubicBezTo>
                  <a:lnTo>
                    <a:pt x="202" y="3132"/>
                  </a:lnTo>
                  <a:lnTo>
                    <a:pt x="202" y="3047"/>
                  </a:lnTo>
                  <a:cubicBezTo>
                    <a:pt x="186" y="2998"/>
                    <a:pt x="186" y="2946"/>
                    <a:pt x="186" y="2897"/>
                  </a:cubicBezTo>
                  <a:lnTo>
                    <a:pt x="186" y="2776"/>
                  </a:lnTo>
                  <a:cubicBezTo>
                    <a:pt x="186" y="2728"/>
                    <a:pt x="170" y="2675"/>
                    <a:pt x="170" y="2627"/>
                  </a:cubicBezTo>
                  <a:close/>
                  <a:moveTo>
                    <a:pt x="202" y="3180"/>
                  </a:moveTo>
                  <a:lnTo>
                    <a:pt x="202" y="3382"/>
                  </a:lnTo>
                  <a:cubicBezTo>
                    <a:pt x="202" y="3435"/>
                    <a:pt x="219" y="3483"/>
                    <a:pt x="219" y="3552"/>
                  </a:cubicBezTo>
                  <a:lnTo>
                    <a:pt x="219" y="3738"/>
                  </a:lnTo>
                  <a:lnTo>
                    <a:pt x="235" y="3786"/>
                  </a:lnTo>
                  <a:lnTo>
                    <a:pt x="235" y="3738"/>
                  </a:lnTo>
                  <a:lnTo>
                    <a:pt x="235" y="3552"/>
                  </a:lnTo>
                  <a:cubicBezTo>
                    <a:pt x="219" y="3483"/>
                    <a:pt x="219" y="3435"/>
                    <a:pt x="219" y="3382"/>
                  </a:cubicBezTo>
                  <a:cubicBezTo>
                    <a:pt x="219" y="3317"/>
                    <a:pt x="219" y="3249"/>
                    <a:pt x="202" y="3180"/>
                  </a:cubicBezTo>
                  <a:close/>
                  <a:moveTo>
                    <a:pt x="235" y="3806"/>
                  </a:moveTo>
                  <a:lnTo>
                    <a:pt x="235" y="3855"/>
                  </a:lnTo>
                  <a:lnTo>
                    <a:pt x="235" y="3907"/>
                  </a:lnTo>
                  <a:cubicBezTo>
                    <a:pt x="251" y="3887"/>
                    <a:pt x="251" y="3871"/>
                    <a:pt x="251" y="3855"/>
                  </a:cubicBezTo>
                  <a:cubicBezTo>
                    <a:pt x="235" y="3839"/>
                    <a:pt x="235" y="3822"/>
                    <a:pt x="235" y="3806"/>
                  </a:cubicBezTo>
                  <a:close/>
                  <a:moveTo>
                    <a:pt x="219" y="3907"/>
                  </a:moveTo>
                  <a:lnTo>
                    <a:pt x="235" y="3923"/>
                  </a:lnTo>
                  <a:lnTo>
                    <a:pt x="235" y="39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/>
            <p:cNvSpPr/>
            <p:nvPr/>
          </p:nvSpPr>
          <p:spPr>
            <a:xfrm>
              <a:off x="1679117" y="426100"/>
              <a:ext cx="56715" cy="44994"/>
            </a:xfrm>
            <a:custGeom>
              <a:avLst/>
              <a:gdLst/>
              <a:ahLst/>
              <a:cxnLst/>
              <a:rect l="l" t="t" r="r" b="b"/>
              <a:pathLst>
                <a:path w="571" h="453" extrusionOk="0">
                  <a:moveTo>
                    <a:pt x="554" y="1"/>
                  </a:moveTo>
                  <a:cubicBezTo>
                    <a:pt x="506" y="49"/>
                    <a:pt x="437" y="102"/>
                    <a:pt x="368" y="150"/>
                  </a:cubicBezTo>
                  <a:cubicBezTo>
                    <a:pt x="287" y="219"/>
                    <a:pt x="186" y="283"/>
                    <a:pt x="102" y="352"/>
                  </a:cubicBezTo>
                  <a:lnTo>
                    <a:pt x="86" y="368"/>
                  </a:lnTo>
                  <a:cubicBezTo>
                    <a:pt x="49" y="384"/>
                    <a:pt x="33" y="405"/>
                    <a:pt x="1" y="437"/>
                  </a:cubicBezTo>
                  <a:lnTo>
                    <a:pt x="1" y="453"/>
                  </a:lnTo>
                  <a:lnTo>
                    <a:pt x="17" y="453"/>
                  </a:lnTo>
                  <a:cubicBezTo>
                    <a:pt x="33" y="421"/>
                    <a:pt x="65" y="405"/>
                    <a:pt x="102" y="368"/>
                  </a:cubicBezTo>
                  <a:lnTo>
                    <a:pt x="118" y="368"/>
                  </a:lnTo>
                  <a:cubicBezTo>
                    <a:pt x="203" y="304"/>
                    <a:pt x="287" y="219"/>
                    <a:pt x="388" y="150"/>
                  </a:cubicBezTo>
                  <a:cubicBezTo>
                    <a:pt x="437" y="102"/>
                    <a:pt x="506" y="49"/>
                    <a:pt x="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9"/>
            <p:cNvSpPr/>
            <p:nvPr/>
          </p:nvSpPr>
          <p:spPr>
            <a:xfrm>
              <a:off x="1669085" y="760329"/>
              <a:ext cx="65157" cy="40227"/>
            </a:xfrm>
            <a:custGeom>
              <a:avLst/>
              <a:gdLst/>
              <a:ahLst/>
              <a:cxnLst/>
              <a:rect l="l" t="t" r="r" b="b"/>
              <a:pathLst>
                <a:path w="656" h="405" extrusionOk="0">
                  <a:moveTo>
                    <a:pt x="639" y="1"/>
                  </a:moveTo>
                  <a:cubicBezTo>
                    <a:pt x="623" y="1"/>
                    <a:pt x="607" y="17"/>
                    <a:pt x="570" y="33"/>
                  </a:cubicBezTo>
                  <a:cubicBezTo>
                    <a:pt x="421" y="134"/>
                    <a:pt x="267" y="219"/>
                    <a:pt x="118" y="320"/>
                  </a:cubicBezTo>
                  <a:cubicBezTo>
                    <a:pt x="267" y="235"/>
                    <a:pt x="421" y="134"/>
                    <a:pt x="570" y="49"/>
                  </a:cubicBezTo>
                  <a:lnTo>
                    <a:pt x="590" y="33"/>
                  </a:lnTo>
                  <a:cubicBezTo>
                    <a:pt x="607" y="33"/>
                    <a:pt x="623" y="17"/>
                    <a:pt x="639" y="17"/>
                  </a:cubicBezTo>
                  <a:lnTo>
                    <a:pt x="655" y="17"/>
                  </a:lnTo>
                  <a:lnTo>
                    <a:pt x="639" y="1"/>
                  </a:lnTo>
                  <a:close/>
                  <a:moveTo>
                    <a:pt x="118" y="320"/>
                  </a:moveTo>
                  <a:lnTo>
                    <a:pt x="17" y="372"/>
                  </a:lnTo>
                  <a:lnTo>
                    <a:pt x="1" y="388"/>
                  </a:lnTo>
                  <a:lnTo>
                    <a:pt x="1" y="405"/>
                  </a:lnTo>
                  <a:lnTo>
                    <a:pt x="17" y="388"/>
                  </a:lnTo>
                  <a:lnTo>
                    <a:pt x="118" y="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1755796" y="964144"/>
              <a:ext cx="26917" cy="11720"/>
            </a:xfrm>
            <a:custGeom>
              <a:avLst/>
              <a:gdLst/>
              <a:ahLst/>
              <a:cxnLst/>
              <a:rect l="l" t="t" r="r" b="b"/>
              <a:pathLst>
                <a:path w="271" h="118" extrusionOk="0">
                  <a:moveTo>
                    <a:pt x="271" y="1"/>
                  </a:moveTo>
                  <a:lnTo>
                    <a:pt x="20" y="102"/>
                  </a:lnTo>
                  <a:lnTo>
                    <a:pt x="0" y="118"/>
                  </a:lnTo>
                  <a:lnTo>
                    <a:pt x="20" y="118"/>
                  </a:lnTo>
                  <a:lnTo>
                    <a:pt x="271" y="17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/>
            <p:cNvSpPr/>
            <p:nvPr/>
          </p:nvSpPr>
          <p:spPr>
            <a:xfrm>
              <a:off x="2516526" y="454209"/>
              <a:ext cx="25328" cy="12118"/>
            </a:xfrm>
            <a:custGeom>
              <a:avLst/>
              <a:gdLst/>
              <a:ahLst/>
              <a:cxnLst/>
              <a:rect l="l" t="t" r="r" b="b"/>
              <a:pathLst>
                <a:path w="255" h="122" extrusionOk="0">
                  <a:moveTo>
                    <a:pt x="17" y="0"/>
                  </a:moveTo>
                  <a:lnTo>
                    <a:pt x="0" y="21"/>
                  </a:lnTo>
                  <a:lnTo>
                    <a:pt x="17" y="21"/>
                  </a:lnTo>
                  <a:cubicBezTo>
                    <a:pt x="37" y="21"/>
                    <a:pt x="69" y="37"/>
                    <a:pt x="85" y="53"/>
                  </a:cubicBezTo>
                  <a:cubicBezTo>
                    <a:pt x="101" y="53"/>
                    <a:pt x="118" y="69"/>
                    <a:pt x="138" y="69"/>
                  </a:cubicBezTo>
                  <a:cubicBezTo>
                    <a:pt x="170" y="85"/>
                    <a:pt x="186" y="85"/>
                    <a:pt x="219" y="101"/>
                  </a:cubicBezTo>
                  <a:cubicBezTo>
                    <a:pt x="239" y="101"/>
                    <a:pt x="239" y="101"/>
                    <a:pt x="255" y="122"/>
                  </a:cubicBezTo>
                  <a:lnTo>
                    <a:pt x="255" y="101"/>
                  </a:lnTo>
                  <a:cubicBezTo>
                    <a:pt x="255" y="101"/>
                    <a:pt x="239" y="85"/>
                    <a:pt x="219" y="85"/>
                  </a:cubicBezTo>
                  <a:cubicBezTo>
                    <a:pt x="202" y="69"/>
                    <a:pt x="170" y="69"/>
                    <a:pt x="138" y="53"/>
                  </a:cubicBezTo>
                  <a:cubicBezTo>
                    <a:pt x="118" y="53"/>
                    <a:pt x="118" y="37"/>
                    <a:pt x="101" y="37"/>
                  </a:cubicBezTo>
                  <a:cubicBezTo>
                    <a:pt x="69" y="21"/>
                    <a:pt x="37" y="21"/>
                    <a:pt x="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1667496" y="805323"/>
              <a:ext cx="65058" cy="38538"/>
            </a:xfrm>
            <a:custGeom>
              <a:avLst/>
              <a:gdLst/>
              <a:ahLst/>
              <a:cxnLst/>
              <a:rect l="l" t="t" r="r" b="b"/>
              <a:pathLst>
                <a:path w="655" h="388" extrusionOk="0">
                  <a:moveTo>
                    <a:pt x="655" y="0"/>
                  </a:moveTo>
                  <a:cubicBezTo>
                    <a:pt x="623" y="0"/>
                    <a:pt x="606" y="20"/>
                    <a:pt x="586" y="36"/>
                  </a:cubicBezTo>
                  <a:lnTo>
                    <a:pt x="570" y="36"/>
                  </a:lnTo>
                  <a:cubicBezTo>
                    <a:pt x="453" y="101"/>
                    <a:pt x="336" y="186"/>
                    <a:pt x="219" y="255"/>
                  </a:cubicBezTo>
                  <a:cubicBezTo>
                    <a:pt x="150" y="287"/>
                    <a:pt x="81" y="339"/>
                    <a:pt x="17" y="372"/>
                  </a:cubicBezTo>
                  <a:cubicBezTo>
                    <a:pt x="1" y="372"/>
                    <a:pt x="1" y="372"/>
                    <a:pt x="1" y="388"/>
                  </a:cubicBezTo>
                  <a:lnTo>
                    <a:pt x="17" y="388"/>
                  </a:lnTo>
                  <a:cubicBezTo>
                    <a:pt x="81" y="339"/>
                    <a:pt x="150" y="303"/>
                    <a:pt x="219" y="271"/>
                  </a:cubicBezTo>
                  <a:cubicBezTo>
                    <a:pt x="336" y="186"/>
                    <a:pt x="469" y="121"/>
                    <a:pt x="586" y="53"/>
                  </a:cubicBezTo>
                  <a:lnTo>
                    <a:pt x="606" y="36"/>
                  </a:lnTo>
                  <a:cubicBezTo>
                    <a:pt x="623" y="36"/>
                    <a:pt x="639" y="20"/>
                    <a:pt x="655" y="20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2473221" y="521154"/>
              <a:ext cx="26917" cy="10131"/>
            </a:xfrm>
            <a:custGeom>
              <a:avLst/>
              <a:gdLst/>
              <a:ahLst/>
              <a:cxnLst/>
              <a:rect l="l" t="t" r="r" b="b"/>
              <a:pathLst>
                <a:path w="271" h="102" extrusionOk="0">
                  <a:moveTo>
                    <a:pt x="0" y="1"/>
                  </a:moveTo>
                  <a:lnTo>
                    <a:pt x="16" y="17"/>
                  </a:lnTo>
                  <a:lnTo>
                    <a:pt x="49" y="33"/>
                  </a:lnTo>
                  <a:cubicBezTo>
                    <a:pt x="69" y="33"/>
                    <a:pt x="101" y="53"/>
                    <a:pt x="133" y="53"/>
                  </a:cubicBezTo>
                  <a:cubicBezTo>
                    <a:pt x="101" y="33"/>
                    <a:pt x="85" y="33"/>
                    <a:pt x="49" y="17"/>
                  </a:cubicBezTo>
                  <a:lnTo>
                    <a:pt x="16" y="1"/>
                  </a:lnTo>
                  <a:close/>
                  <a:moveTo>
                    <a:pt x="133" y="53"/>
                  </a:moveTo>
                  <a:cubicBezTo>
                    <a:pt x="150" y="70"/>
                    <a:pt x="170" y="70"/>
                    <a:pt x="186" y="86"/>
                  </a:cubicBezTo>
                  <a:cubicBezTo>
                    <a:pt x="202" y="86"/>
                    <a:pt x="234" y="102"/>
                    <a:pt x="271" y="102"/>
                  </a:cubicBezTo>
                  <a:cubicBezTo>
                    <a:pt x="251" y="86"/>
                    <a:pt x="218" y="86"/>
                    <a:pt x="186" y="70"/>
                  </a:cubicBezTo>
                  <a:cubicBezTo>
                    <a:pt x="170" y="53"/>
                    <a:pt x="150" y="53"/>
                    <a:pt x="133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2501628" y="666864"/>
              <a:ext cx="23441" cy="6456"/>
            </a:xfrm>
            <a:custGeom>
              <a:avLst/>
              <a:gdLst/>
              <a:ahLst/>
              <a:cxnLst/>
              <a:rect l="l" t="t" r="r" b="b"/>
              <a:pathLst>
                <a:path w="236" h="65" extrusionOk="0">
                  <a:moveTo>
                    <a:pt x="1" y="0"/>
                  </a:moveTo>
                  <a:lnTo>
                    <a:pt x="17" y="16"/>
                  </a:lnTo>
                  <a:lnTo>
                    <a:pt x="49" y="16"/>
                  </a:lnTo>
                  <a:cubicBezTo>
                    <a:pt x="102" y="33"/>
                    <a:pt x="167" y="49"/>
                    <a:pt x="219" y="65"/>
                  </a:cubicBezTo>
                  <a:lnTo>
                    <a:pt x="235" y="65"/>
                  </a:lnTo>
                  <a:lnTo>
                    <a:pt x="235" y="49"/>
                  </a:lnTo>
                  <a:cubicBezTo>
                    <a:pt x="167" y="33"/>
                    <a:pt x="118" y="16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/>
            <p:cNvSpPr/>
            <p:nvPr/>
          </p:nvSpPr>
          <p:spPr>
            <a:xfrm>
              <a:off x="1944712" y="466228"/>
              <a:ext cx="197557" cy="65058"/>
            </a:xfrm>
            <a:custGeom>
              <a:avLst/>
              <a:gdLst/>
              <a:ahLst/>
              <a:cxnLst/>
              <a:rect l="l" t="t" r="r" b="b"/>
              <a:pathLst>
                <a:path w="1989" h="655" extrusionOk="0">
                  <a:moveTo>
                    <a:pt x="1" y="1"/>
                  </a:moveTo>
                  <a:lnTo>
                    <a:pt x="1" y="17"/>
                  </a:lnTo>
                  <a:lnTo>
                    <a:pt x="70" y="17"/>
                  </a:lnTo>
                  <a:cubicBezTo>
                    <a:pt x="53" y="1"/>
                    <a:pt x="17" y="1"/>
                    <a:pt x="1" y="1"/>
                  </a:cubicBezTo>
                  <a:close/>
                  <a:moveTo>
                    <a:pt x="70" y="17"/>
                  </a:moveTo>
                  <a:cubicBezTo>
                    <a:pt x="203" y="65"/>
                    <a:pt x="340" y="118"/>
                    <a:pt x="474" y="166"/>
                  </a:cubicBezTo>
                  <a:lnTo>
                    <a:pt x="744" y="251"/>
                  </a:lnTo>
                  <a:cubicBezTo>
                    <a:pt x="845" y="283"/>
                    <a:pt x="926" y="320"/>
                    <a:pt x="1027" y="352"/>
                  </a:cubicBezTo>
                  <a:cubicBezTo>
                    <a:pt x="1128" y="384"/>
                    <a:pt x="1229" y="421"/>
                    <a:pt x="1350" y="453"/>
                  </a:cubicBezTo>
                  <a:lnTo>
                    <a:pt x="1483" y="505"/>
                  </a:lnTo>
                  <a:cubicBezTo>
                    <a:pt x="1516" y="505"/>
                    <a:pt x="1552" y="522"/>
                    <a:pt x="1584" y="538"/>
                  </a:cubicBezTo>
                  <a:cubicBezTo>
                    <a:pt x="1669" y="554"/>
                    <a:pt x="1754" y="586"/>
                    <a:pt x="1835" y="623"/>
                  </a:cubicBezTo>
                  <a:lnTo>
                    <a:pt x="1887" y="623"/>
                  </a:lnTo>
                  <a:cubicBezTo>
                    <a:pt x="1871" y="606"/>
                    <a:pt x="1855" y="606"/>
                    <a:pt x="1835" y="606"/>
                  </a:cubicBezTo>
                  <a:cubicBezTo>
                    <a:pt x="1754" y="570"/>
                    <a:pt x="1669" y="538"/>
                    <a:pt x="1584" y="522"/>
                  </a:cubicBezTo>
                  <a:cubicBezTo>
                    <a:pt x="1552" y="505"/>
                    <a:pt x="1516" y="485"/>
                    <a:pt x="1483" y="485"/>
                  </a:cubicBezTo>
                  <a:lnTo>
                    <a:pt x="1350" y="437"/>
                  </a:lnTo>
                  <a:cubicBezTo>
                    <a:pt x="1249" y="404"/>
                    <a:pt x="1128" y="368"/>
                    <a:pt x="1027" y="336"/>
                  </a:cubicBezTo>
                  <a:cubicBezTo>
                    <a:pt x="946" y="303"/>
                    <a:pt x="845" y="267"/>
                    <a:pt x="760" y="235"/>
                  </a:cubicBezTo>
                  <a:lnTo>
                    <a:pt x="474" y="150"/>
                  </a:lnTo>
                  <a:cubicBezTo>
                    <a:pt x="340" y="102"/>
                    <a:pt x="203" y="65"/>
                    <a:pt x="70" y="17"/>
                  </a:cubicBezTo>
                  <a:close/>
                  <a:moveTo>
                    <a:pt x="1887" y="623"/>
                  </a:moveTo>
                  <a:cubicBezTo>
                    <a:pt x="1904" y="639"/>
                    <a:pt x="1936" y="655"/>
                    <a:pt x="1972" y="655"/>
                  </a:cubicBezTo>
                  <a:lnTo>
                    <a:pt x="1988" y="655"/>
                  </a:lnTo>
                  <a:lnTo>
                    <a:pt x="1988" y="639"/>
                  </a:lnTo>
                  <a:lnTo>
                    <a:pt x="1972" y="639"/>
                  </a:lnTo>
                  <a:cubicBezTo>
                    <a:pt x="1936" y="639"/>
                    <a:pt x="1920" y="623"/>
                    <a:pt x="1887" y="6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/>
            <p:cNvSpPr/>
            <p:nvPr/>
          </p:nvSpPr>
          <p:spPr>
            <a:xfrm>
              <a:off x="2217161" y="905542"/>
              <a:ext cx="100418" cy="30195"/>
            </a:xfrm>
            <a:custGeom>
              <a:avLst/>
              <a:gdLst/>
              <a:ahLst/>
              <a:cxnLst/>
              <a:rect l="l" t="t" r="r" b="b"/>
              <a:pathLst>
                <a:path w="1011" h="304" extrusionOk="0">
                  <a:moveTo>
                    <a:pt x="1" y="1"/>
                  </a:moveTo>
                  <a:lnTo>
                    <a:pt x="1" y="21"/>
                  </a:lnTo>
                  <a:lnTo>
                    <a:pt x="21" y="21"/>
                  </a:lnTo>
                  <a:cubicBezTo>
                    <a:pt x="154" y="53"/>
                    <a:pt x="272" y="86"/>
                    <a:pt x="373" y="122"/>
                  </a:cubicBezTo>
                  <a:cubicBezTo>
                    <a:pt x="457" y="138"/>
                    <a:pt x="542" y="171"/>
                    <a:pt x="607" y="187"/>
                  </a:cubicBezTo>
                  <a:cubicBezTo>
                    <a:pt x="542" y="154"/>
                    <a:pt x="457" y="138"/>
                    <a:pt x="389" y="102"/>
                  </a:cubicBezTo>
                  <a:cubicBezTo>
                    <a:pt x="272" y="86"/>
                    <a:pt x="154" y="53"/>
                    <a:pt x="21" y="1"/>
                  </a:cubicBezTo>
                  <a:close/>
                  <a:moveTo>
                    <a:pt x="607" y="187"/>
                  </a:moveTo>
                  <a:lnTo>
                    <a:pt x="607" y="187"/>
                  </a:lnTo>
                  <a:cubicBezTo>
                    <a:pt x="692" y="223"/>
                    <a:pt x="776" y="239"/>
                    <a:pt x="877" y="272"/>
                  </a:cubicBezTo>
                  <a:cubicBezTo>
                    <a:pt x="877" y="272"/>
                    <a:pt x="894" y="272"/>
                    <a:pt x="910" y="288"/>
                  </a:cubicBezTo>
                  <a:cubicBezTo>
                    <a:pt x="930" y="288"/>
                    <a:pt x="962" y="304"/>
                    <a:pt x="978" y="304"/>
                  </a:cubicBezTo>
                  <a:lnTo>
                    <a:pt x="995" y="304"/>
                  </a:lnTo>
                  <a:lnTo>
                    <a:pt x="1011" y="288"/>
                  </a:lnTo>
                  <a:lnTo>
                    <a:pt x="995" y="288"/>
                  </a:lnTo>
                  <a:cubicBezTo>
                    <a:pt x="962" y="288"/>
                    <a:pt x="946" y="272"/>
                    <a:pt x="910" y="272"/>
                  </a:cubicBezTo>
                  <a:cubicBezTo>
                    <a:pt x="894" y="272"/>
                    <a:pt x="877" y="255"/>
                    <a:pt x="877" y="255"/>
                  </a:cubicBezTo>
                  <a:cubicBezTo>
                    <a:pt x="793" y="239"/>
                    <a:pt x="692" y="203"/>
                    <a:pt x="607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2486431" y="680074"/>
              <a:ext cx="25328" cy="8542"/>
            </a:xfrm>
            <a:custGeom>
              <a:avLst/>
              <a:gdLst/>
              <a:ahLst/>
              <a:cxnLst/>
              <a:rect l="l" t="t" r="r" b="b"/>
              <a:pathLst>
                <a:path w="255" h="86" extrusionOk="0">
                  <a:moveTo>
                    <a:pt x="0" y="1"/>
                  </a:moveTo>
                  <a:lnTo>
                    <a:pt x="0" y="17"/>
                  </a:lnTo>
                  <a:lnTo>
                    <a:pt x="17" y="17"/>
                  </a:lnTo>
                  <a:cubicBezTo>
                    <a:pt x="17" y="1"/>
                    <a:pt x="0" y="1"/>
                    <a:pt x="0" y="1"/>
                  </a:cubicBezTo>
                  <a:close/>
                  <a:moveTo>
                    <a:pt x="17" y="17"/>
                  </a:moveTo>
                  <a:cubicBezTo>
                    <a:pt x="37" y="33"/>
                    <a:pt x="53" y="33"/>
                    <a:pt x="69" y="33"/>
                  </a:cubicBezTo>
                  <a:cubicBezTo>
                    <a:pt x="85" y="33"/>
                    <a:pt x="118" y="49"/>
                    <a:pt x="138" y="49"/>
                  </a:cubicBezTo>
                  <a:cubicBezTo>
                    <a:pt x="170" y="69"/>
                    <a:pt x="202" y="85"/>
                    <a:pt x="255" y="85"/>
                  </a:cubicBezTo>
                  <a:lnTo>
                    <a:pt x="255" y="69"/>
                  </a:lnTo>
                  <a:cubicBezTo>
                    <a:pt x="219" y="69"/>
                    <a:pt x="170" y="49"/>
                    <a:pt x="138" y="33"/>
                  </a:cubicBezTo>
                  <a:cubicBezTo>
                    <a:pt x="118" y="33"/>
                    <a:pt x="101" y="33"/>
                    <a:pt x="69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/>
            <p:cNvSpPr/>
            <p:nvPr/>
          </p:nvSpPr>
          <p:spPr>
            <a:xfrm>
              <a:off x="2717163" y="673221"/>
              <a:ext cx="21752" cy="8542"/>
            </a:xfrm>
            <a:custGeom>
              <a:avLst/>
              <a:gdLst/>
              <a:ahLst/>
              <a:cxnLst/>
              <a:rect l="l" t="t" r="r" b="b"/>
              <a:pathLst>
                <a:path w="219" h="86" extrusionOk="0">
                  <a:moveTo>
                    <a:pt x="0" y="1"/>
                  </a:moveTo>
                  <a:lnTo>
                    <a:pt x="0" y="17"/>
                  </a:lnTo>
                  <a:cubicBezTo>
                    <a:pt x="16" y="17"/>
                    <a:pt x="53" y="17"/>
                    <a:pt x="69" y="37"/>
                  </a:cubicBezTo>
                  <a:cubicBezTo>
                    <a:pt x="101" y="53"/>
                    <a:pt x="154" y="53"/>
                    <a:pt x="186" y="70"/>
                  </a:cubicBezTo>
                  <a:cubicBezTo>
                    <a:pt x="202" y="70"/>
                    <a:pt x="202" y="70"/>
                    <a:pt x="202" y="86"/>
                  </a:cubicBezTo>
                  <a:lnTo>
                    <a:pt x="218" y="86"/>
                  </a:lnTo>
                  <a:lnTo>
                    <a:pt x="218" y="70"/>
                  </a:lnTo>
                  <a:cubicBezTo>
                    <a:pt x="202" y="70"/>
                    <a:pt x="202" y="53"/>
                    <a:pt x="186" y="53"/>
                  </a:cubicBezTo>
                  <a:cubicBezTo>
                    <a:pt x="154" y="53"/>
                    <a:pt x="101" y="37"/>
                    <a:pt x="69" y="17"/>
                  </a:cubicBezTo>
                  <a:cubicBezTo>
                    <a:pt x="53" y="17"/>
                    <a:pt x="37" y="1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/>
            <p:cNvSpPr/>
            <p:nvPr/>
          </p:nvSpPr>
          <p:spPr>
            <a:xfrm>
              <a:off x="1752518" y="925010"/>
              <a:ext cx="55523" cy="26023"/>
            </a:xfrm>
            <a:custGeom>
              <a:avLst/>
              <a:gdLst/>
              <a:ahLst/>
              <a:cxnLst/>
              <a:rect l="l" t="t" r="r" b="b"/>
              <a:pathLst>
                <a:path w="559" h="262" extrusionOk="0">
                  <a:moveTo>
                    <a:pt x="531" y="0"/>
                  </a:moveTo>
                  <a:cubicBezTo>
                    <a:pt x="511" y="0"/>
                    <a:pt x="497" y="13"/>
                    <a:pt x="474" y="27"/>
                  </a:cubicBezTo>
                  <a:lnTo>
                    <a:pt x="457" y="43"/>
                  </a:lnTo>
                  <a:lnTo>
                    <a:pt x="490" y="43"/>
                  </a:lnTo>
                  <a:cubicBezTo>
                    <a:pt x="506" y="27"/>
                    <a:pt x="538" y="7"/>
                    <a:pt x="558" y="7"/>
                  </a:cubicBezTo>
                  <a:cubicBezTo>
                    <a:pt x="548" y="2"/>
                    <a:pt x="539" y="0"/>
                    <a:pt x="531" y="0"/>
                  </a:cubicBezTo>
                  <a:close/>
                  <a:moveTo>
                    <a:pt x="457" y="43"/>
                  </a:moveTo>
                  <a:cubicBezTo>
                    <a:pt x="373" y="76"/>
                    <a:pt x="304" y="108"/>
                    <a:pt x="235" y="144"/>
                  </a:cubicBezTo>
                  <a:cubicBezTo>
                    <a:pt x="187" y="160"/>
                    <a:pt x="134" y="193"/>
                    <a:pt x="86" y="209"/>
                  </a:cubicBezTo>
                  <a:cubicBezTo>
                    <a:pt x="70" y="209"/>
                    <a:pt x="70" y="209"/>
                    <a:pt x="53" y="229"/>
                  </a:cubicBezTo>
                  <a:cubicBezTo>
                    <a:pt x="33" y="229"/>
                    <a:pt x="17" y="245"/>
                    <a:pt x="1" y="245"/>
                  </a:cubicBezTo>
                  <a:lnTo>
                    <a:pt x="1" y="261"/>
                  </a:lnTo>
                  <a:cubicBezTo>
                    <a:pt x="17" y="261"/>
                    <a:pt x="53" y="245"/>
                    <a:pt x="70" y="229"/>
                  </a:cubicBezTo>
                  <a:lnTo>
                    <a:pt x="86" y="229"/>
                  </a:lnTo>
                  <a:cubicBezTo>
                    <a:pt x="134" y="193"/>
                    <a:pt x="187" y="177"/>
                    <a:pt x="235" y="160"/>
                  </a:cubicBezTo>
                  <a:cubicBezTo>
                    <a:pt x="304" y="128"/>
                    <a:pt x="389" y="76"/>
                    <a:pt x="457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/>
            <p:cNvSpPr/>
            <p:nvPr/>
          </p:nvSpPr>
          <p:spPr>
            <a:xfrm>
              <a:off x="1782614" y="954112"/>
              <a:ext cx="25427" cy="10131"/>
            </a:xfrm>
            <a:custGeom>
              <a:avLst/>
              <a:gdLst/>
              <a:ahLst/>
              <a:cxnLst/>
              <a:rect l="l" t="t" r="r" b="b"/>
              <a:pathLst>
                <a:path w="256" h="102" extrusionOk="0">
                  <a:moveTo>
                    <a:pt x="255" y="1"/>
                  </a:moveTo>
                  <a:cubicBezTo>
                    <a:pt x="219" y="1"/>
                    <a:pt x="203" y="1"/>
                    <a:pt x="187" y="17"/>
                  </a:cubicBezTo>
                  <a:cubicBezTo>
                    <a:pt x="187" y="17"/>
                    <a:pt x="171" y="17"/>
                    <a:pt x="171" y="37"/>
                  </a:cubicBezTo>
                  <a:lnTo>
                    <a:pt x="187" y="37"/>
                  </a:lnTo>
                  <a:cubicBezTo>
                    <a:pt x="210" y="23"/>
                    <a:pt x="225" y="10"/>
                    <a:pt x="239" y="10"/>
                  </a:cubicBezTo>
                  <a:cubicBezTo>
                    <a:pt x="244" y="10"/>
                    <a:pt x="250" y="12"/>
                    <a:pt x="255" y="17"/>
                  </a:cubicBezTo>
                  <a:lnTo>
                    <a:pt x="255" y="1"/>
                  </a:lnTo>
                  <a:close/>
                  <a:moveTo>
                    <a:pt x="171" y="37"/>
                  </a:moveTo>
                  <a:cubicBezTo>
                    <a:pt x="134" y="37"/>
                    <a:pt x="118" y="53"/>
                    <a:pt x="102" y="53"/>
                  </a:cubicBezTo>
                  <a:cubicBezTo>
                    <a:pt x="70" y="69"/>
                    <a:pt x="33" y="86"/>
                    <a:pt x="1" y="86"/>
                  </a:cubicBezTo>
                  <a:lnTo>
                    <a:pt x="1" y="102"/>
                  </a:lnTo>
                  <a:lnTo>
                    <a:pt x="17" y="102"/>
                  </a:lnTo>
                  <a:cubicBezTo>
                    <a:pt x="33" y="102"/>
                    <a:pt x="70" y="86"/>
                    <a:pt x="102" y="69"/>
                  </a:cubicBezTo>
                  <a:cubicBezTo>
                    <a:pt x="118" y="53"/>
                    <a:pt x="134" y="53"/>
                    <a:pt x="171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/>
            <p:cNvSpPr/>
            <p:nvPr/>
          </p:nvSpPr>
          <p:spPr>
            <a:xfrm>
              <a:off x="1752518" y="223477"/>
              <a:ext cx="187526" cy="145710"/>
            </a:xfrm>
            <a:custGeom>
              <a:avLst/>
              <a:gdLst/>
              <a:ahLst/>
              <a:cxnLst/>
              <a:rect l="l" t="t" r="r" b="b"/>
              <a:pathLst>
                <a:path w="1888" h="1467" extrusionOk="0">
                  <a:moveTo>
                    <a:pt x="1" y="1435"/>
                  </a:moveTo>
                  <a:lnTo>
                    <a:pt x="1" y="1451"/>
                  </a:lnTo>
                  <a:lnTo>
                    <a:pt x="70" y="1467"/>
                  </a:lnTo>
                  <a:lnTo>
                    <a:pt x="70" y="1467"/>
                  </a:lnTo>
                  <a:lnTo>
                    <a:pt x="1" y="1435"/>
                  </a:lnTo>
                  <a:close/>
                  <a:moveTo>
                    <a:pt x="1887" y="0"/>
                  </a:moveTo>
                  <a:cubicBezTo>
                    <a:pt x="1835" y="0"/>
                    <a:pt x="1819" y="37"/>
                    <a:pt x="1786" y="53"/>
                  </a:cubicBezTo>
                  <a:lnTo>
                    <a:pt x="1750" y="85"/>
                  </a:lnTo>
                  <a:cubicBezTo>
                    <a:pt x="1548" y="255"/>
                    <a:pt x="1330" y="441"/>
                    <a:pt x="1112" y="606"/>
                  </a:cubicBezTo>
                  <a:lnTo>
                    <a:pt x="1096" y="627"/>
                  </a:lnTo>
                  <a:cubicBezTo>
                    <a:pt x="1027" y="675"/>
                    <a:pt x="979" y="728"/>
                    <a:pt x="926" y="760"/>
                  </a:cubicBezTo>
                  <a:cubicBezTo>
                    <a:pt x="878" y="808"/>
                    <a:pt x="825" y="845"/>
                    <a:pt x="777" y="877"/>
                  </a:cubicBezTo>
                  <a:cubicBezTo>
                    <a:pt x="724" y="930"/>
                    <a:pt x="676" y="962"/>
                    <a:pt x="623" y="994"/>
                  </a:cubicBezTo>
                  <a:cubicBezTo>
                    <a:pt x="591" y="1047"/>
                    <a:pt x="538" y="1079"/>
                    <a:pt x="490" y="1111"/>
                  </a:cubicBezTo>
                  <a:cubicBezTo>
                    <a:pt x="389" y="1196"/>
                    <a:pt x="288" y="1281"/>
                    <a:pt x="187" y="1366"/>
                  </a:cubicBezTo>
                  <a:cubicBezTo>
                    <a:pt x="154" y="1398"/>
                    <a:pt x="118" y="1435"/>
                    <a:pt x="70" y="1467"/>
                  </a:cubicBezTo>
                  <a:lnTo>
                    <a:pt x="86" y="1467"/>
                  </a:lnTo>
                  <a:cubicBezTo>
                    <a:pt x="118" y="1435"/>
                    <a:pt x="154" y="1398"/>
                    <a:pt x="203" y="1366"/>
                  </a:cubicBezTo>
                  <a:cubicBezTo>
                    <a:pt x="304" y="1297"/>
                    <a:pt x="389" y="1212"/>
                    <a:pt x="490" y="1132"/>
                  </a:cubicBezTo>
                  <a:cubicBezTo>
                    <a:pt x="538" y="1095"/>
                    <a:pt x="591" y="1047"/>
                    <a:pt x="639" y="1010"/>
                  </a:cubicBezTo>
                  <a:cubicBezTo>
                    <a:pt x="692" y="978"/>
                    <a:pt x="740" y="930"/>
                    <a:pt x="793" y="893"/>
                  </a:cubicBezTo>
                  <a:cubicBezTo>
                    <a:pt x="825" y="861"/>
                    <a:pt x="878" y="808"/>
                    <a:pt x="926" y="776"/>
                  </a:cubicBezTo>
                  <a:cubicBezTo>
                    <a:pt x="979" y="728"/>
                    <a:pt x="1043" y="675"/>
                    <a:pt x="1096" y="643"/>
                  </a:cubicBezTo>
                  <a:lnTo>
                    <a:pt x="1128" y="606"/>
                  </a:lnTo>
                  <a:cubicBezTo>
                    <a:pt x="1330" y="441"/>
                    <a:pt x="1548" y="271"/>
                    <a:pt x="1770" y="101"/>
                  </a:cubicBezTo>
                  <a:cubicBezTo>
                    <a:pt x="1770" y="85"/>
                    <a:pt x="1786" y="69"/>
                    <a:pt x="1786" y="69"/>
                  </a:cubicBezTo>
                  <a:cubicBezTo>
                    <a:pt x="1819" y="37"/>
                    <a:pt x="1851" y="21"/>
                    <a:pt x="1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/>
            <p:cNvSpPr/>
            <p:nvPr/>
          </p:nvSpPr>
          <p:spPr>
            <a:xfrm>
              <a:off x="2506494" y="673221"/>
              <a:ext cx="21752" cy="6953"/>
            </a:xfrm>
            <a:custGeom>
              <a:avLst/>
              <a:gdLst/>
              <a:ahLst/>
              <a:cxnLst/>
              <a:rect l="l" t="t" r="r" b="b"/>
              <a:pathLst>
                <a:path w="219" h="70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lnTo>
                    <a:pt x="37" y="1"/>
                  </a:lnTo>
                  <a:close/>
                  <a:moveTo>
                    <a:pt x="53" y="17"/>
                  </a:moveTo>
                  <a:cubicBezTo>
                    <a:pt x="69" y="37"/>
                    <a:pt x="101" y="37"/>
                    <a:pt x="118" y="53"/>
                  </a:cubicBezTo>
                  <a:cubicBezTo>
                    <a:pt x="154" y="53"/>
                    <a:pt x="186" y="70"/>
                    <a:pt x="202" y="70"/>
                  </a:cubicBezTo>
                  <a:lnTo>
                    <a:pt x="219" y="70"/>
                  </a:lnTo>
                  <a:lnTo>
                    <a:pt x="219" y="53"/>
                  </a:lnTo>
                  <a:cubicBezTo>
                    <a:pt x="186" y="53"/>
                    <a:pt x="154" y="53"/>
                    <a:pt x="118" y="37"/>
                  </a:cubicBezTo>
                  <a:cubicBezTo>
                    <a:pt x="101" y="17"/>
                    <a:pt x="85" y="17"/>
                    <a:pt x="5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9"/>
            <p:cNvSpPr/>
            <p:nvPr/>
          </p:nvSpPr>
          <p:spPr>
            <a:xfrm>
              <a:off x="1667496" y="818931"/>
              <a:ext cx="65058" cy="38637"/>
            </a:xfrm>
            <a:custGeom>
              <a:avLst/>
              <a:gdLst/>
              <a:ahLst/>
              <a:cxnLst/>
              <a:rect l="l" t="t" r="r" b="b"/>
              <a:pathLst>
                <a:path w="655" h="389" extrusionOk="0">
                  <a:moveTo>
                    <a:pt x="639" y="0"/>
                  </a:moveTo>
                  <a:cubicBezTo>
                    <a:pt x="606" y="17"/>
                    <a:pt x="570" y="33"/>
                    <a:pt x="554" y="49"/>
                  </a:cubicBezTo>
                  <a:cubicBezTo>
                    <a:pt x="538" y="65"/>
                    <a:pt x="522" y="65"/>
                    <a:pt x="505" y="65"/>
                  </a:cubicBezTo>
                  <a:cubicBezTo>
                    <a:pt x="404" y="134"/>
                    <a:pt x="283" y="202"/>
                    <a:pt x="182" y="267"/>
                  </a:cubicBezTo>
                  <a:cubicBezTo>
                    <a:pt x="303" y="219"/>
                    <a:pt x="404" y="150"/>
                    <a:pt x="522" y="85"/>
                  </a:cubicBezTo>
                  <a:cubicBezTo>
                    <a:pt x="538" y="85"/>
                    <a:pt x="538" y="65"/>
                    <a:pt x="554" y="65"/>
                  </a:cubicBezTo>
                  <a:cubicBezTo>
                    <a:pt x="586" y="49"/>
                    <a:pt x="606" y="33"/>
                    <a:pt x="655" y="17"/>
                  </a:cubicBezTo>
                  <a:lnTo>
                    <a:pt x="639" y="0"/>
                  </a:lnTo>
                  <a:close/>
                  <a:moveTo>
                    <a:pt x="182" y="267"/>
                  </a:moveTo>
                  <a:lnTo>
                    <a:pt x="118" y="303"/>
                  </a:lnTo>
                  <a:cubicBezTo>
                    <a:pt x="102" y="320"/>
                    <a:pt x="65" y="336"/>
                    <a:pt x="33" y="352"/>
                  </a:cubicBezTo>
                  <a:cubicBezTo>
                    <a:pt x="17" y="352"/>
                    <a:pt x="17" y="368"/>
                    <a:pt x="1" y="368"/>
                  </a:cubicBezTo>
                  <a:lnTo>
                    <a:pt x="1" y="388"/>
                  </a:lnTo>
                  <a:cubicBezTo>
                    <a:pt x="17" y="368"/>
                    <a:pt x="33" y="368"/>
                    <a:pt x="49" y="352"/>
                  </a:cubicBezTo>
                  <a:cubicBezTo>
                    <a:pt x="65" y="336"/>
                    <a:pt x="102" y="320"/>
                    <a:pt x="134" y="320"/>
                  </a:cubicBezTo>
                  <a:lnTo>
                    <a:pt x="182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9"/>
            <p:cNvSpPr/>
            <p:nvPr/>
          </p:nvSpPr>
          <p:spPr>
            <a:xfrm>
              <a:off x="1752518" y="599820"/>
              <a:ext cx="6953" cy="232421"/>
            </a:xfrm>
            <a:custGeom>
              <a:avLst/>
              <a:gdLst/>
              <a:ahLst/>
              <a:cxnLst/>
              <a:rect l="l" t="t" r="r" b="b"/>
              <a:pathLst>
                <a:path w="70" h="2340" extrusionOk="0">
                  <a:moveTo>
                    <a:pt x="33" y="1"/>
                  </a:moveTo>
                  <a:lnTo>
                    <a:pt x="33" y="17"/>
                  </a:lnTo>
                  <a:cubicBezTo>
                    <a:pt x="53" y="17"/>
                    <a:pt x="53" y="33"/>
                    <a:pt x="53" y="49"/>
                  </a:cubicBezTo>
                  <a:cubicBezTo>
                    <a:pt x="70" y="17"/>
                    <a:pt x="53" y="1"/>
                    <a:pt x="33" y="1"/>
                  </a:cubicBezTo>
                  <a:close/>
                  <a:moveTo>
                    <a:pt x="53" y="49"/>
                  </a:moveTo>
                  <a:cubicBezTo>
                    <a:pt x="33" y="69"/>
                    <a:pt x="33" y="86"/>
                    <a:pt x="33" y="102"/>
                  </a:cubicBezTo>
                  <a:lnTo>
                    <a:pt x="33" y="170"/>
                  </a:lnTo>
                  <a:lnTo>
                    <a:pt x="33" y="389"/>
                  </a:lnTo>
                  <a:lnTo>
                    <a:pt x="33" y="776"/>
                  </a:lnTo>
                  <a:lnTo>
                    <a:pt x="33" y="910"/>
                  </a:lnTo>
                  <a:cubicBezTo>
                    <a:pt x="33" y="877"/>
                    <a:pt x="53" y="825"/>
                    <a:pt x="53" y="776"/>
                  </a:cubicBezTo>
                  <a:lnTo>
                    <a:pt x="53" y="389"/>
                  </a:lnTo>
                  <a:lnTo>
                    <a:pt x="53" y="170"/>
                  </a:lnTo>
                  <a:lnTo>
                    <a:pt x="53" y="102"/>
                  </a:lnTo>
                  <a:lnTo>
                    <a:pt x="53" y="49"/>
                  </a:lnTo>
                  <a:close/>
                  <a:moveTo>
                    <a:pt x="33" y="910"/>
                  </a:moveTo>
                  <a:cubicBezTo>
                    <a:pt x="17" y="958"/>
                    <a:pt x="17" y="1027"/>
                    <a:pt x="17" y="1079"/>
                  </a:cubicBezTo>
                  <a:lnTo>
                    <a:pt x="17" y="1112"/>
                  </a:lnTo>
                  <a:cubicBezTo>
                    <a:pt x="33" y="1196"/>
                    <a:pt x="33" y="1281"/>
                    <a:pt x="17" y="1362"/>
                  </a:cubicBezTo>
                  <a:lnTo>
                    <a:pt x="17" y="1548"/>
                  </a:lnTo>
                  <a:lnTo>
                    <a:pt x="17" y="1649"/>
                  </a:lnTo>
                  <a:lnTo>
                    <a:pt x="17" y="1750"/>
                  </a:lnTo>
                  <a:lnTo>
                    <a:pt x="17" y="2190"/>
                  </a:lnTo>
                  <a:cubicBezTo>
                    <a:pt x="17" y="2053"/>
                    <a:pt x="17" y="1903"/>
                    <a:pt x="33" y="1750"/>
                  </a:cubicBezTo>
                  <a:lnTo>
                    <a:pt x="33" y="1649"/>
                  </a:lnTo>
                  <a:lnTo>
                    <a:pt x="33" y="1548"/>
                  </a:lnTo>
                  <a:lnTo>
                    <a:pt x="33" y="1362"/>
                  </a:lnTo>
                  <a:lnTo>
                    <a:pt x="33" y="1112"/>
                  </a:lnTo>
                  <a:lnTo>
                    <a:pt x="33" y="1079"/>
                  </a:lnTo>
                  <a:lnTo>
                    <a:pt x="33" y="910"/>
                  </a:lnTo>
                  <a:close/>
                  <a:moveTo>
                    <a:pt x="17" y="2190"/>
                  </a:moveTo>
                  <a:cubicBezTo>
                    <a:pt x="17" y="2223"/>
                    <a:pt x="17" y="2255"/>
                    <a:pt x="1" y="2271"/>
                  </a:cubicBezTo>
                  <a:lnTo>
                    <a:pt x="1" y="2291"/>
                  </a:lnTo>
                  <a:cubicBezTo>
                    <a:pt x="1" y="2307"/>
                    <a:pt x="17" y="2324"/>
                    <a:pt x="17" y="2340"/>
                  </a:cubicBezTo>
                  <a:lnTo>
                    <a:pt x="33" y="2340"/>
                  </a:lnTo>
                  <a:lnTo>
                    <a:pt x="33" y="2324"/>
                  </a:lnTo>
                  <a:cubicBezTo>
                    <a:pt x="17" y="2324"/>
                    <a:pt x="17" y="2307"/>
                    <a:pt x="17" y="2291"/>
                  </a:cubicBezTo>
                  <a:lnTo>
                    <a:pt x="17" y="2271"/>
                  </a:lnTo>
                  <a:lnTo>
                    <a:pt x="17" y="21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1667496" y="800456"/>
              <a:ext cx="65058" cy="37048"/>
            </a:xfrm>
            <a:custGeom>
              <a:avLst/>
              <a:gdLst/>
              <a:ahLst/>
              <a:cxnLst/>
              <a:rect l="l" t="t" r="r" b="b"/>
              <a:pathLst>
                <a:path w="655" h="373" extrusionOk="0">
                  <a:moveTo>
                    <a:pt x="655" y="1"/>
                  </a:moveTo>
                  <a:cubicBezTo>
                    <a:pt x="639" y="1"/>
                    <a:pt x="623" y="1"/>
                    <a:pt x="606" y="17"/>
                  </a:cubicBezTo>
                  <a:cubicBezTo>
                    <a:pt x="485" y="85"/>
                    <a:pt x="384" y="134"/>
                    <a:pt x="283" y="203"/>
                  </a:cubicBezTo>
                  <a:cubicBezTo>
                    <a:pt x="219" y="235"/>
                    <a:pt x="150" y="271"/>
                    <a:pt x="81" y="320"/>
                  </a:cubicBezTo>
                  <a:cubicBezTo>
                    <a:pt x="65" y="320"/>
                    <a:pt x="49" y="336"/>
                    <a:pt x="33" y="352"/>
                  </a:cubicBezTo>
                  <a:cubicBezTo>
                    <a:pt x="49" y="352"/>
                    <a:pt x="81" y="336"/>
                    <a:pt x="102" y="320"/>
                  </a:cubicBezTo>
                  <a:cubicBezTo>
                    <a:pt x="150" y="287"/>
                    <a:pt x="219" y="251"/>
                    <a:pt x="283" y="219"/>
                  </a:cubicBezTo>
                  <a:cubicBezTo>
                    <a:pt x="384" y="150"/>
                    <a:pt x="505" y="85"/>
                    <a:pt x="606" y="33"/>
                  </a:cubicBezTo>
                  <a:cubicBezTo>
                    <a:pt x="623" y="17"/>
                    <a:pt x="639" y="17"/>
                    <a:pt x="655" y="17"/>
                  </a:cubicBezTo>
                  <a:lnTo>
                    <a:pt x="655" y="1"/>
                  </a:lnTo>
                  <a:close/>
                  <a:moveTo>
                    <a:pt x="33" y="352"/>
                  </a:moveTo>
                  <a:cubicBezTo>
                    <a:pt x="17" y="352"/>
                    <a:pt x="17" y="352"/>
                    <a:pt x="1" y="372"/>
                  </a:cubicBezTo>
                  <a:lnTo>
                    <a:pt x="17" y="372"/>
                  </a:lnTo>
                  <a:cubicBezTo>
                    <a:pt x="17" y="372"/>
                    <a:pt x="33" y="372"/>
                    <a:pt x="33" y="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9"/>
            <p:cNvSpPr/>
            <p:nvPr/>
          </p:nvSpPr>
          <p:spPr>
            <a:xfrm>
              <a:off x="1704048" y="737087"/>
              <a:ext cx="23739" cy="14899"/>
            </a:xfrm>
            <a:custGeom>
              <a:avLst/>
              <a:gdLst/>
              <a:ahLst/>
              <a:cxnLst/>
              <a:rect l="l" t="t" r="r" b="b"/>
              <a:pathLst>
                <a:path w="239" h="150" extrusionOk="0">
                  <a:moveTo>
                    <a:pt x="218" y="0"/>
                  </a:moveTo>
                  <a:lnTo>
                    <a:pt x="0" y="134"/>
                  </a:lnTo>
                  <a:lnTo>
                    <a:pt x="0" y="150"/>
                  </a:lnTo>
                  <a:lnTo>
                    <a:pt x="16" y="150"/>
                  </a:lnTo>
                  <a:lnTo>
                    <a:pt x="238" y="16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2213982" y="942491"/>
              <a:ext cx="98828" cy="28606"/>
            </a:xfrm>
            <a:custGeom>
              <a:avLst/>
              <a:gdLst/>
              <a:ahLst/>
              <a:cxnLst/>
              <a:rect l="l" t="t" r="r" b="b"/>
              <a:pathLst>
                <a:path w="995" h="288" extrusionOk="0">
                  <a:moveTo>
                    <a:pt x="1" y="1"/>
                  </a:moveTo>
                  <a:cubicBezTo>
                    <a:pt x="33" y="17"/>
                    <a:pt x="53" y="17"/>
                    <a:pt x="85" y="33"/>
                  </a:cubicBezTo>
                  <a:cubicBezTo>
                    <a:pt x="102" y="33"/>
                    <a:pt x="134" y="33"/>
                    <a:pt x="170" y="53"/>
                  </a:cubicBezTo>
                  <a:cubicBezTo>
                    <a:pt x="203" y="69"/>
                    <a:pt x="255" y="69"/>
                    <a:pt x="304" y="85"/>
                  </a:cubicBezTo>
                  <a:cubicBezTo>
                    <a:pt x="320" y="85"/>
                    <a:pt x="336" y="102"/>
                    <a:pt x="356" y="102"/>
                  </a:cubicBezTo>
                  <a:cubicBezTo>
                    <a:pt x="388" y="102"/>
                    <a:pt x="405" y="118"/>
                    <a:pt x="437" y="118"/>
                  </a:cubicBezTo>
                  <a:cubicBezTo>
                    <a:pt x="405" y="102"/>
                    <a:pt x="388" y="102"/>
                    <a:pt x="356" y="85"/>
                  </a:cubicBezTo>
                  <a:cubicBezTo>
                    <a:pt x="336" y="85"/>
                    <a:pt x="320" y="85"/>
                    <a:pt x="304" y="69"/>
                  </a:cubicBezTo>
                  <a:cubicBezTo>
                    <a:pt x="255" y="69"/>
                    <a:pt x="219" y="53"/>
                    <a:pt x="170" y="33"/>
                  </a:cubicBezTo>
                  <a:cubicBezTo>
                    <a:pt x="134" y="33"/>
                    <a:pt x="118" y="17"/>
                    <a:pt x="85" y="17"/>
                  </a:cubicBezTo>
                  <a:cubicBezTo>
                    <a:pt x="69" y="1"/>
                    <a:pt x="33" y="1"/>
                    <a:pt x="1" y="1"/>
                  </a:cubicBezTo>
                  <a:close/>
                  <a:moveTo>
                    <a:pt x="437" y="118"/>
                  </a:moveTo>
                  <a:cubicBezTo>
                    <a:pt x="489" y="134"/>
                    <a:pt x="558" y="154"/>
                    <a:pt x="607" y="170"/>
                  </a:cubicBezTo>
                  <a:cubicBezTo>
                    <a:pt x="639" y="186"/>
                    <a:pt x="691" y="203"/>
                    <a:pt x="724" y="203"/>
                  </a:cubicBezTo>
                  <a:cubicBezTo>
                    <a:pt x="691" y="186"/>
                    <a:pt x="639" y="170"/>
                    <a:pt x="607" y="154"/>
                  </a:cubicBezTo>
                  <a:cubicBezTo>
                    <a:pt x="558" y="134"/>
                    <a:pt x="489" y="118"/>
                    <a:pt x="437" y="118"/>
                  </a:cubicBezTo>
                  <a:close/>
                  <a:moveTo>
                    <a:pt x="724" y="203"/>
                  </a:moveTo>
                  <a:cubicBezTo>
                    <a:pt x="776" y="219"/>
                    <a:pt x="825" y="235"/>
                    <a:pt x="877" y="255"/>
                  </a:cubicBezTo>
                  <a:cubicBezTo>
                    <a:pt x="909" y="271"/>
                    <a:pt x="942" y="271"/>
                    <a:pt x="994" y="287"/>
                  </a:cubicBezTo>
                  <a:lnTo>
                    <a:pt x="994" y="271"/>
                  </a:lnTo>
                  <a:cubicBezTo>
                    <a:pt x="942" y="271"/>
                    <a:pt x="909" y="255"/>
                    <a:pt x="877" y="235"/>
                  </a:cubicBezTo>
                  <a:cubicBezTo>
                    <a:pt x="825" y="219"/>
                    <a:pt x="776" y="203"/>
                    <a:pt x="724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/>
            <p:cNvSpPr/>
            <p:nvPr/>
          </p:nvSpPr>
          <p:spPr>
            <a:xfrm>
              <a:off x="2703853" y="574591"/>
              <a:ext cx="25030" cy="10131"/>
            </a:xfrm>
            <a:custGeom>
              <a:avLst/>
              <a:gdLst/>
              <a:ahLst/>
              <a:cxnLst/>
              <a:rect l="l" t="t" r="r" b="b"/>
              <a:pathLst>
                <a:path w="252" h="102" extrusionOk="0">
                  <a:moveTo>
                    <a:pt x="1" y="0"/>
                  </a:moveTo>
                  <a:lnTo>
                    <a:pt x="1" y="20"/>
                  </a:lnTo>
                  <a:lnTo>
                    <a:pt x="235" y="101"/>
                  </a:lnTo>
                  <a:lnTo>
                    <a:pt x="251" y="101"/>
                  </a:lnTo>
                  <a:lnTo>
                    <a:pt x="251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/>
            <p:cNvSpPr/>
            <p:nvPr/>
          </p:nvSpPr>
          <p:spPr>
            <a:xfrm>
              <a:off x="2595192" y="842173"/>
              <a:ext cx="128825" cy="38637"/>
            </a:xfrm>
            <a:custGeom>
              <a:avLst/>
              <a:gdLst/>
              <a:ahLst/>
              <a:cxnLst/>
              <a:rect l="l" t="t" r="r" b="b"/>
              <a:pathLst>
                <a:path w="1297" h="389" extrusionOk="0">
                  <a:moveTo>
                    <a:pt x="0" y="1"/>
                  </a:moveTo>
                  <a:lnTo>
                    <a:pt x="0" y="17"/>
                  </a:lnTo>
                  <a:lnTo>
                    <a:pt x="53" y="17"/>
                  </a:lnTo>
                  <a:cubicBezTo>
                    <a:pt x="134" y="53"/>
                    <a:pt x="235" y="86"/>
                    <a:pt x="319" y="102"/>
                  </a:cubicBezTo>
                  <a:cubicBezTo>
                    <a:pt x="404" y="134"/>
                    <a:pt x="473" y="154"/>
                    <a:pt x="538" y="170"/>
                  </a:cubicBezTo>
                  <a:cubicBezTo>
                    <a:pt x="558" y="170"/>
                    <a:pt x="574" y="187"/>
                    <a:pt x="590" y="187"/>
                  </a:cubicBezTo>
                  <a:cubicBezTo>
                    <a:pt x="606" y="187"/>
                    <a:pt x="639" y="203"/>
                    <a:pt x="675" y="203"/>
                  </a:cubicBezTo>
                  <a:cubicBezTo>
                    <a:pt x="639" y="187"/>
                    <a:pt x="622" y="187"/>
                    <a:pt x="590" y="170"/>
                  </a:cubicBezTo>
                  <a:cubicBezTo>
                    <a:pt x="574" y="170"/>
                    <a:pt x="558" y="170"/>
                    <a:pt x="538" y="154"/>
                  </a:cubicBezTo>
                  <a:cubicBezTo>
                    <a:pt x="473" y="134"/>
                    <a:pt x="404" y="118"/>
                    <a:pt x="336" y="102"/>
                  </a:cubicBezTo>
                  <a:cubicBezTo>
                    <a:pt x="235" y="69"/>
                    <a:pt x="154" y="33"/>
                    <a:pt x="53" y="1"/>
                  </a:cubicBezTo>
                  <a:close/>
                  <a:moveTo>
                    <a:pt x="675" y="203"/>
                  </a:moveTo>
                  <a:cubicBezTo>
                    <a:pt x="691" y="219"/>
                    <a:pt x="707" y="219"/>
                    <a:pt x="723" y="219"/>
                  </a:cubicBezTo>
                  <a:cubicBezTo>
                    <a:pt x="739" y="235"/>
                    <a:pt x="776" y="235"/>
                    <a:pt x="808" y="255"/>
                  </a:cubicBezTo>
                  <a:cubicBezTo>
                    <a:pt x="840" y="271"/>
                    <a:pt x="877" y="271"/>
                    <a:pt x="909" y="287"/>
                  </a:cubicBezTo>
                  <a:cubicBezTo>
                    <a:pt x="994" y="304"/>
                    <a:pt x="1079" y="336"/>
                    <a:pt x="1164" y="356"/>
                  </a:cubicBezTo>
                  <a:cubicBezTo>
                    <a:pt x="1180" y="372"/>
                    <a:pt x="1196" y="372"/>
                    <a:pt x="1196" y="372"/>
                  </a:cubicBezTo>
                  <a:cubicBezTo>
                    <a:pt x="1228" y="388"/>
                    <a:pt x="1244" y="388"/>
                    <a:pt x="1281" y="388"/>
                  </a:cubicBezTo>
                  <a:lnTo>
                    <a:pt x="1297" y="388"/>
                  </a:lnTo>
                  <a:lnTo>
                    <a:pt x="1297" y="372"/>
                  </a:lnTo>
                  <a:cubicBezTo>
                    <a:pt x="1288" y="377"/>
                    <a:pt x="1278" y="379"/>
                    <a:pt x="1268" y="379"/>
                  </a:cubicBezTo>
                  <a:cubicBezTo>
                    <a:pt x="1245" y="379"/>
                    <a:pt x="1224" y="368"/>
                    <a:pt x="1212" y="356"/>
                  </a:cubicBezTo>
                  <a:lnTo>
                    <a:pt x="1180" y="356"/>
                  </a:lnTo>
                  <a:cubicBezTo>
                    <a:pt x="1095" y="320"/>
                    <a:pt x="994" y="304"/>
                    <a:pt x="909" y="271"/>
                  </a:cubicBezTo>
                  <a:cubicBezTo>
                    <a:pt x="877" y="271"/>
                    <a:pt x="840" y="255"/>
                    <a:pt x="808" y="235"/>
                  </a:cubicBezTo>
                  <a:cubicBezTo>
                    <a:pt x="776" y="219"/>
                    <a:pt x="760" y="219"/>
                    <a:pt x="723" y="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1755796" y="558103"/>
              <a:ext cx="189015" cy="126937"/>
            </a:xfrm>
            <a:custGeom>
              <a:avLst/>
              <a:gdLst/>
              <a:ahLst/>
              <a:cxnLst/>
              <a:rect l="l" t="t" r="r" b="b"/>
              <a:pathLst>
                <a:path w="1903" h="1278" extrusionOk="0">
                  <a:moveTo>
                    <a:pt x="1903" y="1"/>
                  </a:moveTo>
                  <a:cubicBezTo>
                    <a:pt x="1871" y="1"/>
                    <a:pt x="1838" y="17"/>
                    <a:pt x="1818" y="33"/>
                  </a:cubicBezTo>
                  <a:cubicBezTo>
                    <a:pt x="1753" y="85"/>
                    <a:pt x="1669" y="134"/>
                    <a:pt x="1600" y="186"/>
                  </a:cubicBezTo>
                  <a:cubicBezTo>
                    <a:pt x="1483" y="267"/>
                    <a:pt x="1366" y="352"/>
                    <a:pt x="1232" y="437"/>
                  </a:cubicBezTo>
                  <a:cubicBezTo>
                    <a:pt x="1131" y="522"/>
                    <a:pt x="1010" y="590"/>
                    <a:pt x="893" y="671"/>
                  </a:cubicBezTo>
                  <a:cubicBezTo>
                    <a:pt x="828" y="724"/>
                    <a:pt x="744" y="772"/>
                    <a:pt x="675" y="825"/>
                  </a:cubicBezTo>
                  <a:cubicBezTo>
                    <a:pt x="525" y="926"/>
                    <a:pt x="356" y="1043"/>
                    <a:pt x="202" y="1144"/>
                  </a:cubicBezTo>
                  <a:lnTo>
                    <a:pt x="69" y="1229"/>
                  </a:lnTo>
                  <a:cubicBezTo>
                    <a:pt x="53" y="1245"/>
                    <a:pt x="37" y="1261"/>
                    <a:pt x="20" y="1261"/>
                  </a:cubicBezTo>
                  <a:lnTo>
                    <a:pt x="0" y="1277"/>
                  </a:lnTo>
                  <a:lnTo>
                    <a:pt x="20" y="1277"/>
                  </a:lnTo>
                  <a:cubicBezTo>
                    <a:pt x="37" y="1277"/>
                    <a:pt x="69" y="1261"/>
                    <a:pt x="85" y="1245"/>
                  </a:cubicBezTo>
                  <a:lnTo>
                    <a:pt x="222" y="1160"/>
                  </a:lnTo>
                  <a:cubicBezTo>
                    <a:pt x="372" y="1043"/>
                    <a:pt x="525" y="942"/>
                    <a:pt x="675" y="841"/>
                  </a:cubicBezTo>
                  <a:cubicBezTo>
                    <a:pt x="760" y="792"/>
                    <a:pt x="828" y="740"/>
                    <a:pt x="909" y="671"/>
                  </a:cubicBezTo>
                  <a:cubicBezTo>
                    <a:pt x="1010" y="607"/>
                    <a:pt x="1131" y="522"/>
                    <a:pt x="1249" y="453"/>
                  </a:cubicBezTo>
                  <a:cubicBezTo>
                    <a:pt x="1366" y="368"/>
                    <a:pt x="1483" y="287"/>
                    <a:pt x="1600" y="203"/>
                  </a:cubicBezTo>
                  <a:cubicBezTo>
                    <a:pt x="1685" y="150"/>
                    <a:pt x="1753" y="102"/>
                    <a:pt x="1818" y="49"/>
                  </a:cubicBezTo>
                  <a:lnTo>
                    <a:pt x="1838" y="49"/>
                  </a:lnTo>
                  <a:cubicBezTo>
                    <a:pt x="1854" y="33"/>
                    <a:pt x="1871" y="17"/>
                    <a:pt x="1903" y="17"/>
                  </a:cubicBezTo>
                  <a:lnTo>
                    <a:pt x="19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2623698" y="552938"/>
              <a:ext cx="31784" cy="222389"/>
            </a:xfrm>
            <a:custGeom>
              <a:avLst/>
              <a:gdLst/>
              <a:ahLst/>
              <a:cxnLst/>
              <a:rect l="l" t="t" r="r" b="b"/>
              <a:pathLst>
                <a:path w="320" h="2239" extrusionOk="0">
                  <a:moveTo>
                    <a:pt x="0" y="0"/>
                  </a:moveTo>
                  <a:cubicBezTo>
                    <a:pt x="0" y="36"/>
                    <a:pt x="16" y="53"/>
                    <a:pt x="16" y="85"/>
                  </a:cubicBezTo>
                  <a:lnTo>
                    <a:pt x="16" y="0"/>
                  </a:lnTo>
                  <a:close/>
                  <a:moveTo>
                    <a:pt x="16" y="85"/>
                  </a:moveTo>
                  <a:lnTo>
                    <a:pt x="16" y="117"/>
                  </a:lnTo>
                  <a:cubicBezTo>
                    <a:pt x="32" y="170"/>
                    <a:pt x="32" y="238"/>
                    <a:pt x="49" y="303"/>
                  </a:cubicBezTo>
                  <a:cubicBezTo>
                    <a:pt x="49" y="238"/>
                    <a:pt x="32" y="170"/>
                    <a:pt x="32" y="117"/>
                  </a:cubicBezTo>
                  <a:cubicBezTo>
                    <a:pt x="32" y="101"/>
                    <a:pt x="32" y="85"/>
                    <a:pt x="16" y="85"/>
                  </a:cubicBezTo>
                  <a:close/>
                  <a:moveTo>
                    <a:pt x="49" y="303"/>
                  </a:moveTo>
                  <a:lnTo>
                    <a:pt x="49" y="372"/>
                  </a:lnTo>
                  <a:cubicBezTo>
                    <a:pt x="49" y="404"/>
                    <a:pt x="69" y="440"/>
                    <a:pt x="69" y="473"/>
                  </a:cubicBezTo>
                  <a:cubicBezTo>
                    <a:pt x="69" y="521"/>
                    <a:pt x="69" y="558"/>
                    <a:pt x="85" y="606"/>
                  </a:cubicBezTo>
                  <a:lnTo>
                    <a:pt x="85" y="675"/>
                  </a:lnTo>
                  <a:cubicBezTo>
                    <a:pt x="101" y="691"/>
                    <a:pt x="101" y="723"/>
                    <a:pt x="101" y="743"/>
                  </a:cubicBezTo>
                  <a:lnTo>
                    <a:pt x="101" y="808"/>
                  </a:lnTo>
                  <a:cubicBezTo>
                    <a:pt x="117" y="824"/>
                    <a:pt x="117" y="861"/>
                    <a:pt x="117" y="877"/>
                  </a:cubicBezTo>
                  <a:cubicBezTo>
                    <a:pt x="117" y="909"/>
                    <a:pt x="133" y="945"/>
                    <a:pt x="133" y="962"/>
                  </a:cubicBezTo>
                  <a:lnTo>
                    <a:pt x="133" y="1026"/>
                  </a:lnTo>
                  <a:cubicBezTo>
                    <a:pt x="133" y="1046"/>
                    <a:pt x="150" y="1079"/>
                    <a:pt x="150" y="1095"/>
                  </a:cubicBezTo>
                  <a:cubicBezTo>
                    <a:pt x="150" y="1127"/>
                    <a:pt x="150" y="1163"/>
                    <a:pt x="170" y="1196"/>
                  </a:cubicBezTo>
                  <a:lnTo>
                    <a:pt x="170" y="1095"/>
                  </a:lnTo>
                  <a:cubicBezTo>
                    <a:pt x="150" y="1079"/>
                    <a:pt x="150" y="1046"/>
                    <a:pt x="150" y="1026"/>
                  </a:cubicBezTo>
                  <a:lnTo>
                    <a:pt x="150" y="962"/>
                  </a:lnTo>
                  <a:cubicBezTo>
                    <a:pt x="133" y="925"/>
                    <a:pt x="133" y="909"/>
                    <a:pt x="133" y="877"/>
                  </a:cubicBezTo>
                  <a:cubicBezTo>
                    <a:pt x="133" y="844"/>
                    <a:pt x="117" y="824"/>
                    <a:pt x="117" y="808"/>
                  </a:cubicBezTo>
                  <a:lnTo>
                    <a:pt x="117" y="743"/>
                  </a:lnTo>
                  <a:cubicBezTo>
                    <a:pt x="117" y="707"/>
                    <a:pt x="101" y="691"/>
                    <a:pt x="101" y="675"/>
                  </a:cubicBezTo>
                  <a:lnTo>
                    <a:pt x="101" y="606"/>
                  </a:lnTo>
                  <a:cubicBezTo>
                    <a:pt x="85" y="558"/>
                    <a:pt x="85" y="521"/>
                    <a:pt x="85" y="473"/>
                  </a:cubicBezTo>
                  <a:cubicBezTo>
                    <a:pt x="69" y="440"/>
                    <a:pt x="69" y="404"/>
                    <a:pt x="69" y="372"/>
                  </a:cubicBezTo>
                  <a:cubicBezTo>
                    <a:pt x="69" y="356"/>
                    <a:pt x="49" y="319"/>
                    <a:pt x="49" y="303"/>
                  </a:cubicBezTo>
                  <a:close/>
                  <a:moveTo>
                    <a:pt x="170" y="1196"/>
                  </a:moveTo>
                  <a:lnTo>
                    <a:pt x="170" y="1264"/>
                  </a:lnTo>
                  <a:cubicBezTo>
                    <a:pt x="170" y="1297"/>
                    <a:pt x="186" y="1329"/>
                    <a:pt x="186" y="1365"/>
                  </a:cubicBezTo>
                  <a:cubicBezTo>
                    <a:pt x="186" y="1398"/>
                    <a:pt x="202" y="1450"/>
                    <a:pt x="202" y="1483"/>
                  </a:cubicBezTo>
                  <a:cubicBezTo>
                    <a:pt x="202" y="1531"/>
                    <a:pt x="218" y="1600"/>
                    <a:pt x="218" y="1652"/>
                  </a:cubicBezTo>
                  <a:cubicBezTo>
                    <a:pt x="234" y="1685"/>
                    <a:pt x="234" y="1733"/>
                    <a:pt x="234" y="1769"/>
                  </a:cubicBezTo>
                  <a:cubicBezTo>
                    <a:pt x="251" y="1834"/>
                    <a:pt x="251" y="1903"/>
                    <a:pt x="271" y="1971"/>
                  </a:cubicBezTo>
                  <a:cubicBezTo>
                    <a:pt x="271" y="2004"/>
                    <a:pt x="271" y="2056"/>
                    <a:pt x="287" y="2089"/>
                  </a:cubicBezTo>
                  <a:lnTo>
                    <a:pt x="287" y="1971"/>
                  </a:lnTo>
                  <a:cubicBezTo>
                    <a:pt x="271" y="1903"/>
                    <a:pt x="271" y="1834"/>
                    <a:pt x="251" y="1769"/>
                  </a:cubicBezTo>
                  <a:cubicBezTo>
                    <a:pt x="251" y="1733"/>
                    <a:pt x="234" y="1685"/>
                    <a:pt x="234" y="1652"/>
                  </a:cubicBezTo>
                  <a:cubicBezTo>
                    <a:pt x="234" y="1600"/>
                    <a:pt x="218" y="1531"/>
                    <a:pt x="218" y="1483"/>
                  </a:cubicBezTo>
                  <a:cubicBezTo>
                    <a:pt x="202" y="1430"/>
                    <a:pt x="202" y="1398"/>
                    <a:pt x="202" y="1365"/>
                  </a:cubicBezTo>
                  <a:cubicBezTo>
                    <a:pt x="202" y="1329"/>
                    <a:pt x="186" y="1297"/>
                    <a:pt x="186" y="1264"/>
                  </a:cubicBezTo>
                  <a:cubicBezTo>
                    <a:pt x="186" y="1248"/>
                    <a:pt x="186" y="1212"/>
                    <a:pt x="170" y="1196"/>
                  </a:cubicBezTo>
                  <a:close/>
                  <a:moveTo>
                    <a:pt x="287" y="2089"/>
                  </a:moveTo>
                  <a:cubicBezTo>
                    <a:pt x="287" y="2121"/>
                    <a:pt x="287" y="2157"/>
                    <a:pt x="303" y="2190"/>
                  </a:cubicBezTo>
                  <a:cubicBezTo>
                    <a:pt x="303" y="2157"/>
                    <a:pt x="303" y="2121"/>
                    <a:pt x="287" y="2089"/>
                  </a:cubicBezTo>
                  <a:close/>
                  <a:moveTo>
                    <a:pt x="303" y="2190"/>
                  </a:moveTo>
                  <a:lnTo>
                    <a:pt x="303" y="2222"/>
                  </a:lnTo>
                  <a:lnTo>
                    <a:pt x="303" y="2238"/>
                  </a:lnTo>
                  <a:lnTo>
                    <a:pt x="319" y="2238"/>
                  </a:lnTo>
                  <a:lnTo>
                    <a:pt x="319" y="2222"/>
                  </a:lnTo>
                  <a:cubicBezTo>
                    <a:pt x="319" y="2206"/>
                    <a:pt x="303" y="2206"/>
                    <a:pt x="303" y="21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1828005" y="797278"/>
              <a:ext cx="120481" cy="61879"/>
            </a:xfrm>
            <a:custGeom>
              <a:avLst/>
              <a:gdLst/>
              <a:ahLst/>
              <a:cxnLst/>
              <a:rect l="l" t="t" r="r" b="b"/>
              <a:pathLst>
                <a:path w="1213" h="623" extrusionOk="0">
                  <a:moveTo>
                    <a:pt x="1192" y="0"/>
                  </a:moveTo>
                  <a:cubicBezTo>
                    <a:pt x="1160" y="0"/>
                    <a:pt x="1127" y="16"/>
                    <a:pt x="1091" y="33"/>
                  </a:cubicBezTo>
                  <a:lnTo>
                    <a:pt x="1075" y="49"/>
                  </a:lnTo>
                  <a:cubicBezTo>
                    <a:pt x="974" y="101"/>
                    <a:pt x="857" y="166"/>
                    <a:pt x="772" y="218"/>
                  </a:cubicBezTo>
                  <a:lnTo>
                    <a:pt x="1075" y="65"/>
                  </a:lnTo>
                  <a:cubicBezTo>
                    <a:pt x="1091" y="49"/>
                    <a:pt x="1091" y="49"/>
                    <a:pt x="1111" y="49"/>
                  </a:cubicBezTo>
                  <a:cubicBezTo>
                    <a:pt x="1144" y="33"/>
                    <a:pt x="1160" y="16"/>
                    <a:pt x="1192" y="16"/>
                  </a:cubicBezTo>
                  <a:lnTo>
                    <a:pt x="1212" y="16"/>
                  </a:lnTo>
                  <a:lnTo>
                    <a:pt x="1192" y="0"/>
                  </a:lnTo>
                  <a:close/>
                  <a:moveTo>
                    <a:pt x="772" y="218"/>
                  </a:moveTo>
                  <a:lnTo>
                    <a:pt x="772" y="218"/>
                  </a:lnTo>
                  <a:cubicBezTo>
                    <a:pt x="687" y="251"/>
                    <a:pt x="623" y="283"/>
                    <a:pt x="554" y="319"/>
                  </a:cubicBezTo>
                  <a:cubicBezTo>
                    <a:pt x="469" y="368"/>
                    <a:pt x="384" y="420"/>
                    <a:pt x="283" y="469"/>
                  </a:cubicBezTo>
                  <a:cubicBezTo>
                    <a:pt x="384" y="437"/>
                    <a:pt x="469" y="384"/>
                    <a:pt x="570" y="336"/>
                  </a:cubicBezTo>
                  <a:cubicBezTo>
                    <a:pt x="639" y="303"/>
                    <a:pt x="707" y="267"/>
                    <a:pt x="772" y="218"/>
                  </a:cubicBezTo>
                  <a:close/>
                  <a:moveTo>
                    <a:pt x="283" y="469"/>
                  </a:moveTo>
                  <a:lnTo>
                    <a:pt x="283" y="469"/>
                  </a:lnTo>
                  <a:cubicBezTo>
                    <a:pt x="219" y="505"/>
                    <a:pt x="134" y="538"/>
                    <a:pt x="65" y="586"/>
                  </a:cubicBezTo>
                  <a:cubicBezTo>
                    <a:pt x="134" y="554"/>
                    <a:pt x="219" y="521"/>
                    <a:pt x="283" y="469"/>
                  </a:cubicBezTo>
                  <a:close/>
                  <a:moveTo>
                    <a:pt x="65" y="586"/>
                  </a:moveTo>
                  <a:cubicBezTo>
                    <a:pt x="49" y="586"/>
                    <a:pt x="33" y="606"/>
                    <a:pt x="17" y="606"/>
                  </a:cubicBezTo>
                  <a:lnTo>
                    <a:pt x="0" y="622"/>
                  </a:lnTo>
                  <a:lnTo>
                    <a:pt x="33" y="622"/>
                  </a:lnTo>
                  <a:lnTo>
                    <a:pt x="65" y="5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2372902" y="456196"/>
              <a:ext cx="73501" cy="28208"/>
            </a:xfrm>
            <a:custGeom>
              <a:avLst/>
              <a:gdLst/>
              <a:ahLst/>
              <a:cxnLst/>
              <a:rect l="l" t="t" r="r" b="b"/>
              <a:pathLst>
                <a:path w="740" h="284" extrusionOk="0">
                  <a:moveTo>
                    <a:pt x="0" y="1"/>
                  </a:moveTo>
                  <a:lnTo>
                    <a:pt x="0" y="17"/>
                  </a:lnTo>
                  <a:cubicBezTo>
                    <a:pt x="69" y="33"/>
                    <a:pt x="150" y="65"/>
                    <a:pt x="218" y="102"/>
                  </a:cubicBezTo>
                  <a:cubicBezTo>
                    <a:pt x="271" y="118"/>
                    <a:pt x="303" y="134"/>
                    <a:pt x="336" y="134"/>
                  </a:cubicBezTo>
                  <a:cubicBezTo>
                    <a:pt x="303" y="118"/>
                    <a:pt x="271" y="102"/>
                    <a:pt x="235" y="81"/>
                  </a:cubicBezTo>
                  <a:cubicBezTo>
                    <a:pt x="150" y="49"/>
                    <a:pt x="85" y="33"/>
                    <a:pt x="0" y="1"/>
                  </a:cubicBezTo>
                  <a:close/>
                  <a:moveTo>
                    <a:pt x="336" y="134"/>
                  </a:moveTo>
                  <a:cubicBezTo>
                    <a:pt x="388" y="150"/>
                    <a:pt x="437" y="166"/>
                    <a:pt x="489" y="202"/>
                  </a:cubicBezTo>
                  <a:cubicBezTo>
                    <a:pt x="554" y="219"/>
                    <a:pt x="622" y="251"/>
                    <a:pt x="707" y="267"/>
                  </a:cubicBezTo>
                  <a:cubicBezTo>
                    <a:pt x="639" y="235"/>
                    <a:pt x="554" y="219"/>
                    <a:pt x="489" y="182"/>
                  </a:cubicBezTo>
                  <a:cubicBezTo>
                    <a:pt x="437" y="166"/>
                    <a:pt x="388" y="150"/>
                    <a:pt x="336" y="134"/>
                  </a:cubicBezTo>
                  <a:close/>
                  <a:moveTo>
                    <a:pt x="707" y="267"/>
                  </a:moveTo>
                  <a:cubicBezTo>
                    <a:pt x="707" y="283"/>
                    <a:pt x="723" y="283"/>
                    <a:pt x="723" y="283"/>
                  </a:cubicBezTo>
                  <a:lnTo>
                    <a:pt x="740" y="283"/>
                  </a:lnTo>
                  <a:lnTo>
                    <a:pt x="740" y="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1936369" y="24827"/>
              <a:ext cx="6853" cy="197160"/>
            </a:xfrm>
            <a:custGeom>
              <a:avLst/>
              <a:gdLst/>
              <a:ahLst/>
              <a:cxnLst/>
              <a:rect l="l" t="t" r="r" b="b"/>
              <a:pathLst>
                <a:path w="69" h="1985" extrusionOk="0">
                  <a:moveTo>
                    <a:pt x="0" y="1"/>
                  </a:moveTo>
                  <a:lnTo>
                    <a:pt x="0" y="17"/>
                  </a:lnTo>
                  <a:cubicBezTo>
                    <a:pt x="20" y="33"/>
                    <a:pt x="20" y="65"/>
                    <a:pt x="20" y="102"/>
                  </a:cubicBezTo>
                  <a:lnTo>
                    <a:pt x="20" y="183"/>
                  </a:lnTo>
                  <a:lnTo>
                    <a:pt x="20" y="320"/>
                  </a:lnTo>
                  <a:lnTo>
                    <a:pt x="20" y="368"/>
                  </a:lnTo>
                  <a:lnTo>
                    <a:pt x="20" y="587"/>
                  </a:lnTo>
                  <a:cubicBezTo>
                    <a:pt x="20" y="688"/>
                    <a:pt x="20" y="825"/>
                    <a:pt x="36" y="942"/>
                  </a:cubicBezTo>
                  <a:lnTo>
                    <a:pt x="36" y="587"/>
                  </a:lnTo>
                  <a:lnTo>
                    <a:pt x="36" y="368"/>
                  </a:lnTo>
                  <a:lnTo>
                    <a:pt x="36" y="320"/>
                  </a:lnTo>
                  <a:lnTo>
                    <a:pt x="36" y="183"/>
                  </a:lnTo>
                  <a:lnTo>
                    <a:pt x="36" y="102"/>
                  </a:lnTo>
                  <a:cubicBezTo>
                    <a:pt x="36" y="65"/>
                    <a:pt x="36" y="33"/>
                    <a:pt x="20" y="17"/>
                  </a:cubicBezTo>
                  <a:lnTo>
                    <a:pt x="0" y="1"/>
                  </a:lnTo>
                  <a:close/>
                  <a:moveTo>
                    <a:pt x="36" y="942"/>
                  </a:moveTo>
                  <a:lnTo>
                    <a:pt x="36" y="1193"/>
                  </a:lnTo>
                  <a:lnTo>
                    <a:pt x="36" y="1431"/>
                  </a:lnTo>
                  <a:lnTo>
                    <a:pt x="36" y="1496"/>
                  </a:lnTo>
                  <a:cubicBezTo>
                    <a:pt x="36" y="1564"/>
                    <a:pt x="36" y="1617"/>
                    <a:pt x="53" y="1681"/>
                  </a:cubicBezTo>
                  <a:lnTo>
                    <a:pt x="53" y="1496"/>
                  </a:lnTo>
                  <a:lnTo>
                    <a:pt x="53" y="1431"/>
                  </a:lnTo>
                  <a:lnTo>
                    <a:pt x="53" y="1193"/>
                  </a:lnTo>
                  <a:cubicBezTo>
                    <a:pt x="53" y="1112"/>
                    <a:pt x="53" y="1027"/>
                    <a:pt x="36" y="942"/>
                  </a:cubicBezTo>
                  <a:close/>
                  <a:moveTo>
                    <a:pt x="53" y="1681"/>
                  </a:moveTo>
                  <a:lnTo>
                    <a:pt x="53" y="1681"/>
                  </a:lnTo>
                  <a:cubicBezTo>
                    <a:pt x="20" y="1718"/>
                    <a:pt x="36" y="1734"/>
                    <a:pt x="36" y="1766"/>
                  </a:cubicBezTo>
                  <a:cubicBezTo>
                    <a:pt x="53" y="1782"/>
                    <a:pt x="53" y="1782"/>
                    <a:pt x="53" y="1799"/>
                  </a:cubicBezTo>
                  <a:lnTo>
                    <a:pt x="53" y="1819"/>
                  </a:lnTo>
                  <a:lnTo>
                    <a:pt x="69" y="1799"/>
                  </a:lnTo>
                  <a:cubicBezTo>
                    <a:pt x="53" y="1782"/>
                    <a:pt x="53" y="1766"/>
                    <a:pt x="53" y="1766"/>
                  </a:cubicBezTo>
                  <a:cubicBezTo>
                    <a:pt x="53" y="1734"/>
                    <a:pt x="36" y="1718"/>
                    <a:pt x="53" y="1681"/>
                  </a:cubicBezTo>
                  <a:close/>
                  <a:moveTo>
                    <a:pt x="53" y="1819"/>
                  </a:moveTo>
                  <a:cubicBezTo>
                    <a:pt x="36" y="1851"/>
                    <a:pt x="36" y="1883"/>
                    <a:pt x="36" y="1920"/>
                  </a:cubicBezTo>
                  <a:cubicBezTo>
                    <a:pt x="36" y="1936"/>
                    <a:pt x="53" y="1952"/>
                    <a:pt x="53" y="1952"/>
                  </a:cubicBezTo>
                  <a:lnTo>
                    <a:pt x="53" y="1900"/>
                  </a:lnTo>
                  <a:cubicBezTo>
                    <a:pt x="53" y="1883"/>
                    <a:pt x="36" y="1851"/>
                    <a:pt x="53" y="1819"/>
                  </a:cubicBezTo>
                  <a:close/>
                  <a:moveTo>
                    <a:pt x="53" y="1968"/>
                  </a:moveTo>
                  <a:lnTo>
                    <a:pt x="53" y="1984"/>
                  </a:lnTo>
                  <a:lnTo>
                    <a:pt x="69" y="19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1663920" y="788835"/>
              <a:ext cx="282580" cy="153755"/>
            </a:xfrm>
            <a:custGeom>
              <a:avLst/>
              <a:gdLst/>
              <a:ahLst/>
              <a:cxnLst/>
              <a:rect l="l" t="t" r="r" b="b"/>
              <a:pathLst>
                <a:path w="2845" h="1548" extrusionOk="0">
                  <a:moveTo>
                    <a:pt x="2844" y="0"/>
                  </a:moveTo>
                  <a:cubicBezTo>
                    <a:pt x="2812" y="0"/>
                    <a:pt x="2779" y="17"/>
                    <a:pt x="2743" y="33"/>
                  </a:cubicBezTo>
                  <a:cubicBezTo>
                    <a:pt x="2727" y="49"/>
                    <a:pt x="2727" y="49"/>
                    <a:pt x="2711" y="49"/>
                  </a:cubicBezTo>
                  <a:cubicBezTo>
                    <a:pt x="2610" y="101"/>
                    <a:pt x="2525" y="150"/>
                    <a:pt x="2424" y="219"/>
                  </a:cubicBezTo>
                  <a:lnTo>
                    <a:pt x="2727" y="65"/>
                  </a:lnTo>
                  <a:cubicBezTo>
                    <a:pt x="2727" y="65"/>
                    <a:pt x="2743" y="49"/>
                    <a:pt x="2763" y="49"/>
                  </a:cubicBezTo>
                  <a:cubicBezTo>
                    <a:pt x="2779" y="33"/>
                    <a:pt x="2812" y="17"/>
                    <a:pt x="2844" y="17"/>
                  </a:cubicBezTo>
                  <a:lnTo>
                    <a:pt x="2844" y="0"/>
                  </a:lnTo>
                  <a:close/>
                  <a:moveTo>
                    <a:pt x="2424" y="219"/>
                  </a:moveTo>
                  <a:lnTo>
                    <a:pt x="2424" y="219"/>
                  </a:lnTo>
                  <a:cubicBezTo>
                    <a:pt x="2375" y="235"/>
                    <a:pt x="2323" y="267"/>
                    <a:pt x="2275" y="303"/>
                  </a:cubicBezTo>
                  <a:cubicBezTo>
                    <a:pt x="2323" y="287"/>
                    <a:pt x="2375" y="251"/>
                    <a:pt x="2424" y="219"/>
                  </a:cubicBezTo>
                  <a:close/>
                  <a:moveTo>
                    <a:pt x="2275" y="303"/>
                  </a:moveTo>
                  <a:cubicBezTo>
                    <a:pt x="2206" y="320"/>
                    <a:pt x="2157" y="352"/>
                    <a:pt x="2089" y="388"/>
                  </a:cubicBezTo>
                  <a:cubicBezTo>
                    <a:pt x="1955" y="453"/>
                    <a:pt x="1818" y="538"/>
                    <a:pt x="1685" y="606"/>
                  </a:cubicBezTo>
                  <a:lnTo>
                    <a:pt x="1669" y="623"/>
                  </a:lnTo>
                  <a:cubicBezTo>
                    <a:pt x="1652" y="623"/>
                    <a:pt x="1616" y="639"/>
                    <a:pt x="1600" y="671"/>
                  </a:cubicBezTo>
                  <a:lnTo>
                    <a:pt x="1568" y="671"/>
                  </a:lnTo>
                  <a:cubicBezTo>
                    <a:pt x="1531" y="691"/>
                    <a:pt x="1483" y="707"/>
                    <a:pt x="1450" y="740"/>
                  </a:cubicBezTo>
                  <a:cubicBezTo>
                    <a:pt x="1483" y="724"/>
                    <a:pt x="1531" y="707"/>
                    <a:pt x="1584" y="691"/>
                  </a:cubicBezTo>
                  <a:cubicBezTo>
                    <a:pt x="1600" y="691"/>
                    <a:pt x="1616" y="691"/>
                    <a:pt x="1616" y="671"/>
                  </a:cubicBezTo>
                  <a:cubicBezTo>
                    <a:pt x="1632" y="655"/>
                    <a:pt x="1652" y="639"/>
                    <a:pt x="1685" y="623"/>
                  </a:cubicBezTo>
                  <a:lnTo>
                    <a:pt x="1701" y="623"/>
                  </a:lnTo>
                  <a:cubicBezTo>
                    <a:pt x="1834" y="538"/>
                    <a:pt x="1972" y="469"/>
                    <a:pt x="2105" y="404"/>
                  </a:cubicBezTo>
                  <a:cubicBezTo>
                    <a:pt x="2157" y="368"/>
                    <a:pt x="2206" y="336"/>
                    <a:pt x="2275" y="303"/>
                  </a:cubicBezTo>
                  <a:close/>
                  <a:moveTo>
                    <a:pt x="1450" y="740"/>
                  </a:moveTo>
                  <a:cubicBezTo>
                    <a:pt x="1430" y="740"/>
                    <a:pt x="1414" y="756"/>
                    <a:pt x="1398" y="756"/>
                  </a:cubicBezTo>
                  <a:cubicBezTo>
                    <a:pt x="1164" y="893"/>
                    <a:pt x="909" y="1026"/>
                    <a:pt x="659" y="1160"/>
                  </a:cubicBezTo>
                  <a:cubicBezTo>
                    <a:pt x="622" y="1176"/>
                    <a:pt x="574" y="1212"/>
                    <a:pt x="521" y="1228"/>
                  </a:cubicBezTo>
                  <a:cubicBezTo>
                    <a:pt x="473" y="1245"/>
                    <a:pt x="440" y="1277"/>
                    <a:pt x="388" y="1297"/>
                  </a:cubicBezTo>
                  <a:cubicBezTo>
                    <a:pt x="372" y="1313"/>
                    <a:pt x="339" y="1329"/>
                    <a:pt x="319" y="1329"/>
                  </a:cubicBezTo>
                  <a:cubicBezTo>
                    <a:pt x="255" y="1378"/>
                    <a:pt x="186" y="1414"/>
                    <a:pt x="117" y="1447"/>
                  </a:cubicBezTo>
                  <a:cubicBezTo>
                    <a:pt x="101" y="1447"/>
                    <a:pt x="101" y="1447"/>
                    <a:pt x="85" y="1463"/>
                  </a:cubicBezTo>
                  <a:cubicBezTo>
                    <a:pt x="69" y="1463"/>
                    <a:pt x="37" y="1479"/>
                    <a:pt x="16" y="1515"/>
                  </a:cubicBezTo>
                  <a:cubicBezTo>
                    <a:pt x="37" y="1499"/>
                    <a:pt x="69" y="1479"/>
                    <a:pt x="101" y="1463"/>
                  </a:cubicBezTo>
                  <a:lnTo>
                    <a:pt x="117" y="1463"/>
                  </a:lnTo>
                  <a:cubicBezTo>
                    <a:pt x="186" y="1430"/>
                    <a:pt x="255" y="1378"/>
                    <a:pt x="319" y="1346"/>
                  </a:cubicBezTo>
                  <a:cubicBezTo>
                    <a:pt x="356" y="1329"/>
                    <a:pt x="372" y="1329"/>
                    <a:pt x="404" y="1313"/>
                  </a:cubicBezTo>
                  <a:cubicBezTo>
                    <a:pt x="440" y="1277"/>
                    <a:pt x="489" y="1261"/>
                    <a:pt x="521" y="1245"/>
                  </a:cubicBezTo>
                  <a:cubicBezTo>
                    <a:pt x="574" y="1212"/>
                    <a:pt x="622" y="1196"/>
                    <a:pt x="675" y="1160"/>
                  </a:cubicBezTo>
                  <a:cubicBezTo>
                    <a:pt x="925" y="1026"/>
                    <a:pt x="1164" y="893"/>
                    <a:pt x="1414" y="772"/>
                  </a:cubicBezTo>
                  <a:lnTo>
                    <a:pt x="1450" y="740"/>
                  </a:lnTo>
                  <a:close/>
                  <a:moveTo>
                    <a:pt x="16" y="1515"/>
                  </a:moveTo>
                  <a:cubicBezTo>
                    <a:pt x="0" y="1515"/>
                    <a:pt x="0" y="1515"/>
                    <a:pt x="0" y="1531"/>
                  </a:cubicBezTo>
                  <a:lnTo>
                    <a:pt x="0" y="1548"/>
                  </a:lnTo>
                  <a:lnTo>
                    <a:pt x="16" y="1531"/>
                  </a:lnTo>
                  <a:lnTo>
                    <a:pt x="16" y="1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2476399" y="502779"/>
              <a:ext cx="73898" cy="28506"/>
            </a:xfrm>
            <a:custGeom>
              <a:avLst/>
              <a:gdLst/>
              <a:ahLst/>
              <a:cxnLst/>
              <a:rect l="l" t="t" r="r" b="b"/>
              <a:pathLst>
                <a:path w="744" h="287" extrusionOk="0">
                  <a:moveTo>
                    <a:pt x="0" y="0"/>
                  </a:moveTo>
                  <a:lnTo>
                    <a:pt x="0" y="16"/>
                  </a:lnTo>
                  <a:lnTo>
                    <a:pt x="17" y="16"/>
                  </a:lnTo>
                  <a:lnTo>
                    <a:pt x="0" y="0"/>
                  </a:lnTo>
                  <a:close/>
                  <a:moveTo>
                    <a:pt x="17" y="16"/>
                  </a:moveTo>
                  <a:lnTo>
                    <a:pt x="37" y="36"/>
                  </a:lnTo>
                  <a:cubicBezTo>
                    <a:pt x="154" y="69"/>
                    <a:pt x="271" y="117"/>
                    <a:pt x="388" y="170"/>
                  </a:cubicBezTo>
                  <a:cubicBezTo>
                    <a:pt x="421" y="186"/>
                    <a:pt x="457" y="186"/>
                    <a:pt x="489" y="202"/>
                  </a:cubicBezTo>
                  <a:cubicBezTo>
                    <a:pt x="522" y="218"/>
                    <a:pt x="574" y="238"/>
                    <a:pt x="606" y="255"/>
                  </a:cubicBezTo>
                  <a:cubicBezTo>
                    <a:pt x="643" y="255"/>
                    <a:pt x="675" y="271"/>
                    <a:pt x="691" y="287"/>
                  </a:cubicBezTo>
                  <a:lnTo>
                    <a:pt x="744" y="287"/>
                  </a:lnTo>
                  <a:cubicBezTo>
                    <a:pt x="724" y="271"/>
                    <a:pt x="707" y="271"/>
                    <a:pt x="691" y="271"/>
                  </a:cubicBezTo>
                  <a:cubicBezTo>
                    <a:pt x="675" y="255"/>
                    <a:pt x="643" y="255"/>
                    <a:pt x="623" y="238"/>
                  </a:cubicBezTo>
                  <a:cubicBezTo>
                    <a:pt x="574" y="218"/>
                    <a:pt x="542" y="202"/>
                    <a:pt x="489" y="186"/>
                  </a:cubicBezTo>
                  <a:cubicBezTo>
                    <a:pt x="457" y="186"/>
                    <a:pt x="441" y="170"/>
                    <a:pt x="404" y="154"/>
                  </a:cubicBezTo>
                  <a:cubicBezTo>
                    <a:pt x="271" y="101"/>
                    <a:pt x="154" y="69"/>
                    <a:pt x="37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2299501" y="618294"/>
              <a:ext cx="75090" cy="24931"/>
            </a:xfrm>
            <a:custGeom>
              <a:avLst/>
              <a:gdLst/>
              <a:ahLst/>
              <a:cxnLst/>
              <a:rect l="l" t="t" r="r" b="b"/>
              <a:pathLst>
                <a:path w="756" h="251" extrusionOk="0">
                  <a:moveTo>
                    <a:pt x="0" y="1"/>
                  </a:moveTo>
                  <a:lnTo>
                    <a:pt x="0" y="17"/>
                  </a:lnTo>
                  <a:lnTo>
                    <a:pt x="101" y="49"/>
                  </a:lnTo>
                  <a:cubicBezTo>
                    <a:pt x="182" y="65"/>
                    <a:pt x="267" y="102"/>
                    <a:pt x="351" y="118"/>
                  </a:cubicBezTo>
                  <a:cubicBezTo>
                    <a:pt x="267" y="85"/>
                    <a:pt x="202" y="65"/>
                    <a:pt x="117" y="33"/>
                  </a:cubicBezTo>
                  <a:lnTo>
                    <a:pt x="16" y="1"/>
                  </a:lnTo>
                  <a:close/>
                  <a:moveTo>
                    <a:pt x="351" y="118"/>
                  </a:moveTo>
                  <a:cubicBezTo>
                    <a:pt x="452" y="150"/>
                    <a:pt x="553" y="203"/>
                    <a:pt x="654" y="235"/>
                  </a:cubicBezTo>
                  <a:lnTo>
                    <a:pt x="739" y="251"/>
                  </a:lnTo>
                  <a:lnTo>
                    <a:pt x="755" y="251"/>
                  </a:lnTo>
                  <a:lnTo>
                    <a:pt x="739" y="235"/>
                  </a:lnTo>
                  <a:lnTo>
                    <a:pt x="671" y="219"/>
                  </a:lnTo>
                  <a:cubicBezTo>
                    <a:pt x="570" y="186"/>
                    <a:pt x="469" y="150"/>
                    <a:pt x="351" y="1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1759372" y="469406"/>
              <a:ext cx="183851" cy="133791"/>
            </a:xfrm>
            <a:custGeom>
              <a:avLst/>
              <a:gdLst/>
              <a:ahLst/>
              <a:cxnLst/>
              <a:rect l="l" t="t" r="r" b="b"/>
              <a:pathLst>
                <a:path w="1851" h="1347" extrusionOk="0">
                  <a:moveTo>
                    <a:pt x="1851" y="1"/>
                  </a:moveTo>
                  <a:cubicBezTo>
                    <a:pt x="1835" y="1"/>
                    <a:pt x="1818" y="1"/>
                    <a:pt x="1782" y="17"/>
                  </a:cubicBezTo>
                  <a:cubicBezTo>
                    <a:pt x="1750" y="49"/>
                    <a:pt x="1701" y="102"/>
                    <a:pt x="1649" y="134"/>
                  </a:cubicBezTo>
                  <a:cubicBezTo>
                    <a:pt x="1701" y="102"/>
                    <a:pt x="1750" y="69"/>
                    <a:pt x="1802" y="33"/>
                  </a:cubicBezTo>
                  <a:cubicBezTo>
                    <a:pt x="1818" y="17"/>
                    <a:pt x="1835" y="17"/>
                    <a:pt x="1851" y="17"/>
                  </a:cubicBezTo>
                  <a:lnTo>
                    <a:pt x="1851" y="1"/>
                  </a:lnTo>
                  <a:close/>
                  <a:moveTo>
                    <a:pt x="1649" y="134"/>
                  </a:moveTo>
                  <a:cubicBezTo>
                    <a:pt x="1580" y="187"/>
                    <a:pt x="1515" y="219"/>
                    <a:pt x="1447" y="271"/>
                  </a:cubicBezTo>
                  <a:cubicBezTo>
                    <a:pt x="1398" y="320"/>
                    <a:pt x="1330" y="352"/>
                    <a:pt x="1277" y="405"/>
                  </a:cubicBezTo>
                  <a:cubicBezTo>
                    <a:pt x="1346" y="372"/>
                    <a:pt x="1398" y="320"/>
                    <a:pt x="1463" y="288"/>
                  </a:cubicBezTo>
                  <a:cubicBezTo>
                    <a:pt x="1532" y="235"/>
                    <a:pt x="1580" y="187"/>
                    <a:pt x="1649" y="134"/>
                  </a:cubicBezTo>
                  <a:close/>
                  <a:moveTo>
                    <a:pt x="1277" y="405"/>
                  </a:moveTo>
                  <a:lnTo>
                    <a:pt x="570" y="926"/>
                  </a:lnTo>
                  <a:cubicBezTo>
                    <a:pt x="437" y="1027"/>
                    <a:pt x="304" y="1112"/>
                    <a:pt x="166" y="1213"/>
                  </a:cubicBezTo>
                  <a:cubicBezTo>
                    <a:pt x="150" y="1229"/>
                    <a:pt x="134" y="1245"/>
                    <a:pt x="102" y="1261"/>
                  </a:cubicBezTo>
                  <a:lnTo>
                    <a:pt x="33" y="1330"/>
                  </a:lnTo>
                  <a:cubicBezTo>
                    <a:pt x="65" y="1314"/>
                    <a:pt x="85" y="1298"/>
                    <a:pt x="118" y="1281"/>
                  </a:cubicBezTo>
                  <a:cubicBezTo>
                    <a:pt x="134" y="1261"/>
                    <a:pt x="150" y="1245"/>
                    <a:pt x="186" y="1229"/>
                  </a:cubicBezTo>
                  <a:cubicBezTo>
                    <a:pt x="320" y="1128"/>
                    <a:pt x="453" y="1027"/>
                    <a:pt x="590" y="926"/>
                  </a:cubicBezTo>
                  <a:lnTo>
                    <a:pt x="1277" y="405"/>
                  </a:lnTo>
                  <a:close/>
                  <a:moveTo>
                    <a:pt x="33" y="1330"/>
                  </a:moveTo>
                  <a:cubicBezTo>
                    <a:pt x="17" y="1330"/>
                    <a:pt x="1" y="1346"/>
                    <a:pt x="1" y="1346"/>
                  </a:cubicBezTo>
                  <a:cubicBezTo>
                    <a:pt x="17" y="1346"/>
                    <a:pt x="17" y="1346"/>
                    <a:pt x="33" y="1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2483252" y="870679"/>
              <a:ext cx="255663" cy="71911"/>
            </a:xfrm>
            <a:custGeom>
              <a:avLst/>
              <a:gdLst/>
              <a:ahLst/>
              <a:cxnLst/>
              <a:rect l="l" t="t" r="r" b="b"/>
              <a:pathLst>
                <a:path w="2574" h="724" extrusionOk="0">
                  <a:moveTo>
                    <a:pt x="0" y="0"/>
                  </a:moveTo>
                  <a:cubicBezTo>
                    <a:pt x="16" y="17"/>
                    <a:pt x="49" y="33"/>
                    <a:pt x="69" y="33"/>
                  </a:cubicBezTo>
                  <a:cubicBezTo>
                    <a:pt x="101" y="33"/>
                    <a:pt x="117" y="49"/>
                    <a:pt x="133" y="49"/>
                  </a:cubicBezTo>
                  <a:cubicBezTo>
                    <a:pt x="150" y="69"/>
                    <a:pt x="170" y="69"/>
                    <a:pt x="202" y="69"/>
                  </a:cubicBezTo>
                  <a:cubicBezTo>
                    <a:pt x="287" y="101"/>
                    <a:pt x="388" y="118"/>
                    <a:pt x="489" y="150"/>
                  </a:cubicBezTo>
                  <a:cubicBezTo>
                    <a:pt x="537" y="170"/>
                    <a:pt x="590" y="186"/>
                    <a:pt x="638" y="186"/>
                  </a:cubicBezTo>
                  <a:cubicBezTo>
                    <a:pt x="590" y="170"/>
                    <a:pt x="537" y="150"/>
                    <a:pt x="489" y="134"/>
                  </a:cubicBezTo>
                  <a:cubicBezTo>
                    <a:pt x="404" y="118"/>
                    <a:pt x="303" y="85"/>
                    <a:pt x="202" y="49"/>
                  </a:cubicBezTo>
                  <a:cubicBezTo>
                    <a:pt x="186" y="49"/>
                    <a:pt x="170" y="49"/>
                    <a:pt x="150" y="33"/>
                  </a:cubicBezTo>
                  <a:cubicBezTo>
                    <a:pt x="117" y="33"/>
                    <a:pt x="101" y="33"/>
                    <a:pt x="69" y="17"/>
                  </a:cubicBezTo>
                  <a:cubicBezTo>
                    <a:pt x="49" y="17"/>
                    <a:pt x="32" y="17"/>
                    <a:pt x="16" y="0"/>
                  </a:cubicBezTo>
                  <a:close/>
                  <a:moveTo>
                    <a:pt x="638" y="186"/>
                  </a:moveTo>
                  <a:cubicBezTo>
                    <a:pt x="675" y="202"/>
                    <a:pt x="707" y="219"/>
                    <a:pt x="756" y="219"/>
                  </a:cubicBezTo>
                  <a:cubicBezTo>
                    <a:pt x="723" y="202"/>
                    <a:pt x="675" y="186"/>
                    <a:pt x="638" y="186"/>
                  </a:cubicBezTo>
                  <a:close/>
                  <a:moveTo>
                    <a:pt x="756" y="219"/>
                  </a:moveTo>
                  <a:cubicBezTo>
                    <a:pt x="792" y="235"/>
                    <a:pt x="808" y="235"/>
                    <a:pt x="840" y="251"/>
                  </a:cubicBezTo>
                  <a:cubicBezTo>
                    <a:pt x="925" y="271"/>
                    <a:pt x="1026" y="303"/>
                    <a:pt x="1111" y="320"/>
                  </a:cubicBezTo>
                  <a:cubicBezTo>
                    <a:pt x="1026" y="287"/>
                    <a:pt x="941" y="271"/>
                    <a:pt x="840" y="235"/>
                  </a:cubicBezTo>
                  <a:cubicBezTo>
                    <a:pt x="824" y="235"/>
                    <a:pt x="792" y="219"/>
                    <a:pt x="756" y="219"/>
                  </a:cubicBezTo>
                  <a:close/>
                  <a:moveTo>
                    <a:pt x="1111" y="320"/>
                  </a:moveTo>
                  <a:cubicBezTo>
                    <a:pt x="1180" y="336"/>
                    <a:pt x="1228" y="352"/>
                    <a:pt x="1297" y="372"/>
                  </a:cubicBezTo>
                  <a:cubicBezTo>
                    <a:pt x="1244" y="352"/>
                    <a:pt x="1180" y="320"/>
                    <a:pt x="1111" y="320"/>
                  </a:cubicBezTo>
                  <a:close/>
                  <a:moveTo>
                    <a:pt x="1297" y="372"/>
                  </a:moveTo>
                  <a:cubicBezTo>
                    <a:pt x="1329" y="388"/>
                    <a:pt x="1382" y="404"/>
                    <a:pt x="1414" y="404"/>
                  </a:cubicBezTo>
                  <a:cubicBezTo>
                    <a:pt x="1382" y="388"/>
                    <a:pt x="1345" y="372"/>
                    <a:pt x="1297" y="372"/>
                  </a:cubicBezTo>
                  <a:close/>
                  <a:moveTo>
                    <a:pt x="1414" y="404"/>
                  </a:moveTo>
                  <a:cubicBezTo>
                    <a:pt x="1463" y="421"/>
                    <a:pt x="1499" y="437"/>
                    <a:pt x="1531" y="437"/>
                  </a:cubicBezTo>
                  <a:cubicBezTo>
                    <a:pt x="1499" y="421"/>
                    <a:pt x="1463" y="404"/>
                    <a:pt x="1414" y="404"/>
                  </a:cubicBezTo>
                  <a:close/>
                  <a:moveTo>
                    <a:pt x="1531" y="437"/>
                  </a:moveTo>
                  <a:lnTo>
                    <a:pt x="1531" y="437"/>
                  </a:lnTo>
                  <a:cubicBezTo>
                    <a:pt x="1600" y="453"/>
                    <a:pt x="1648" y="473"/>
                    <a:pt x="1717" y="489"/>
                  </a:cubicBezTo>
                  <a:cubicBezTo>
                    <a:pt x="1818" y="522"/>
                    <a:pt x="1919" y="538"/>
                    <a:pt x="2020" y="574"/>
                  </a:cubicBezTo>
                  <a:cubicBezTo>
                    <a:pt x="2121" y="606"/>
                    <a:pt x="2222" y="639"/>
                    <a:pt x="2339" y="655"/>
                  </a:cubicBezTo>
                  <a:cubicBezTo>
                    <a:pt x="2355" y="655"/>
                    <a:pt x="2371" y="675"/>
                    <a:pt x="2392" y="675"/>
                  </a:cubicBezTo>
                  <a:cubicBezTo>
                    <a:pt x="2424" y="691"/>
                    <a:pt x="2472" y="691"/>
                    <a:pt x="2509" y="707"/>
                  </a:cubicBezTo>
                  <a:lnTo>
                    <a:pt x="2525" y="707"/>
                  </a:lnTo>
                  <a:cubicBezTo>
                    <a:pt x="2541" y="707"/>
                    <a:pt x="2557" y="724"/>
                    <a:pt x="2573" y="724"/>
                  </a:cubicBezTo>
                  <a:lnTo>
                    <a:pt x="2573" y="707"/>
                  </a:lnTo>
                  <a:cubicBezTo>
                    <a:pt x="2557" y="707"/>
                    <a:pt x="2541" y="707"/>
                    <a:pt x="2541" y="691"/>
                  </a:cubicBezTo>
                  <a:lnTo>
                    <a:pt x="2509" y="691"/>
                  </a:lnTo>
                  <a:cubicBezTo>
                    <a:pt x="2472" y="691"/>
                    <a:pt x="2440" y="675"/>
                    <a:pt x="2392" y="655"/>
                  </a:cubicBezTo>
                  <a:cubicBezTo>
                    <a:pt x="2371" y="655"/>
                    <a:pt x="2355" y="655"/>
                    <a:pt x="2339" y="639"/>
                  </a:cubicBezTo>
                  <a:cubicBezTo>
                    <a:pt x="2222" y="623"/>
                    <a:pt x="2121" y="590"/>
                    <a:pt x="2020" y="554"/>
                  </a:cubicBezTo>
                  <a:cubicBezTo>
                    <a:pt x="1919" y="538"/>
                    <a:pt x="1818" y="505"/>
                    <a:pt x="1717" y="473"/>
                  </a:cubicBezTo>
                  <a:cubicBezTo>
                    <a:pt x="1665" y="473"/>
                    <a:pt x="1600" y="453"/>
                    <a:pt x="1531" y="4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2239310" y="905542"/>
              <a:ext cx="73501" cy="22249"/>
            </a:xfrm>
            <a:custGeom>
              <a:avLst/>
              <a:gdLst/>
              <a:ahLst/>
              <a:cxnLst/>
              <a:rect l="l" t="t" r="r" b="b"/>
              <a:pathLst>
                <a:path w="740" h="224" extrusionOk="0">
                  <a:moveTo>
                    <a:pt x="0" y="1"/>
                  </a:moveTo>
                  <a:lnTo>
                    <a:pt x="16" y="21"/>
                  </a:lnTo>
                  <a:cubicBezTo>
                    <a:pt x="49" y="21"/>
                    <a:pt x="81" y="37"/>
                    <a:pt x="117" y="37"/>
                  </a:cubicBezTo>
                  <a:cubicBezTo>
                    <a:pt x="81" y="21"/>
                    <a:pt x="49" y="21"/>
                    <a:pt x="16" y="1"/>
                  </a:cubicBezTo>
                  <a:close/>
                  <a:moveTo>
                    <a:pt x="118" y="38"/>
                  </a:moveTo>
                  <a:cubicBezTo>
                    <a:pt x="166" y="54"/>
                    <a:pt x="218" y="70"/>
                    <a:pt x="267" y="86"/>
                  </a:cubicBezTo>
                  <a:cubicBezTo>
                    <a:pt x="384" y="122"/>
                    <a:pt x="485" y="154"/>
                    <a:pt x="606" y="187"/>
                  </a:cubicBezTo>
                  <a:lnTo>
                    <a:pt x="723" y="223"/>
                  </a:lnTo>
                  <a:lnTo>
                    <a:pt x="739" y="203"/>
                  </a:lnTo>
                  <a:lnTo>
                    <a:pt x="723" y="203"/>
                  </a:lnTo>
                  <a:lnTo>
                    <a:pt x="606" y="171"/>
                  </a:lnTo>
                  <a:cubicBezTo>
                    <a:pt x="485" y="138"/>
                    <a:pt x="384" y="102"/>
                    <a:pt x="283" y="70"/>
                  </a:cubicBezTo>
                  <a:cubicBezTo>
                    <a:pt x="218" y="70"/>
                    <a:pt x="166" y="54"/>
                    <a:pt x="118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2207129" y="877532"/>
              <a:ext cx="112436" cy="103596"/>
            </a:xfrm>
            <a:custGeom>
              <a:avLst/>
              <a:gdLst/>
              <a:ahLst/>
              <a:cxnLst/>
              <a:rect l="l" t="t" r="r" b="b"/>
              <a:pathLst>
                <a:path w="1132" h="1043" extrusionOk="0">
                  <a:moveTo>
                    <a:pt x="21" y="0"/>
                  </a:moveTo>
                  <a:cubicBezTo>
                    <a:pt x="1" y="16"/>
                    <a:pt x="1" y="32"/>
                    <a:pt x="1" y="49"/>
                  </a:cubicBezTo>
                  <a:lnTo>
                    <a:pt x="1" y="117"/>
                  </a:lnTo>
                  <a:lnTo>
                    <a:pt x="1" y="150"/>
                  </a:lnTo>
                  <a:lnTo>
                    <a:pt x="1" y="283"/>
                  </a:lnTo>
                  <a:lnTo>
                    <a:pt x="1" y="368"/>
                  </a:lnTo>
                  <a:lnTo>
                    <a:pt x="1" y="453"/>
                  </a:lnTo>
                  <a:lnTo>
                    <a:pt x="1" y="554"/>
                  </a:lnTo>
                  <a:lnTo>
                    <a:pt x="1" y="638"/>
                  </a:lnTo>
                  <a:cubicBezTo>
                    <a:pt x="21" y="671"/>
                    <a:pt x="21" y="707"/>
                    <a:pt x="1" y="739"/>
                  </a:cubicBezTo>
                  <a:lnTo>
                    <a:pt x="1" y="808"/>
                  </a:lnTo>
                  <a:lnTo>
                    <a:pt x="1" y="857"/>
                  </a:lnTo>
                  <a:lnTo>
                    <a:pt x="1" y="909"/>
                  </a:lnTo>
                  <a:lnTo>
                    <a:pt x="1" y="974"/>
                  </a:lnTo>
                  <a:lnTo>
                    <a:pt x="1" y="1010"/>
                  </a:lnTo>
                  <a:lnTo>
                    <a:pt x="1" y="1026"/>
                  </a:lnTo>
                  <a:lnTo>
                    <a:pt x="21" y="1042"/>
                  </a:lnTo>
                  <a:lnTo>
                    <a:pt x="21" y="1026"/>
                  </a:lnTo>
                  <a:lnTo>
                    <a:pt x="21" y="1010"/>
                  </a:lnTo>
                  <a:lnTo>
                    <a:pt x="21" y="974"/>
                  </a:lnTo>
                  <a:lnTo>
                    <a:pt x="21" y="909"/>
                  </a:lnTo>
                  <a:lnTo>
                    <a:pt x="21" y="857"/>
                  </a:lnTo>
                  <a:lnTo>
                    <a:pt x="21" y="808"/>
                  </a:lnTo>
                  <a:lnTo>
                    <a:pt x="21" y="739"/>
                  </a:lnTo>
                  <a:lnTo>
                    <a:pt x="21" y="638"/>
                  </a:lnTo>
                  <a:lnTo>
                    <a:pt x="21" y="554"/>
                  </a:lnTo>
                  <a:lnTo>
                    <a:pt x="21" y="453"/>
                  </a:lnTo>
                  <a:lnTo>
                    <a:pt x="21" y="368"/>
                  </a:lnTo>
                  <a:lnTo>
                    <a:pt x="21" y="283"/>
                  </a:lnTo>
                  <a:lnTo>
                    <a:pt x="21" y="150"/>
                  </a:lnTo>
                  <a:lnTo>
                    <a:pt x="21" y="117"/>
                  </a:lnTo>
                  <a:lnTo>
                    <a:pt x="21" y="49"/>
                  </a:lnTo>
                  <a:cubicBezTo>
                    <a:pt x="21" y="32"/>
                    <a:pt x="21" y="16"/>
                    <a:pt x="37" y="16"/>
                  </a:cubicBezTo>
                  <a:lnTo>
                    <a:pt x="53" y="16"/>
                  </a:lnTo>
                  <a:cubicBezTo>
                    <a:pt x="70" y="16"/>
                    <a:pt x="102" y="16"/>
                    <a:pt x="122" y="32"/>
                  </a:cubicBezTo>
                  <a:lnTo>
                    <a:pt x="138" y="32"/>
                  </a:lnTo>
                  <a:lnTo>
                    <a:pt x="272" y="65"/>
                  </a:lnTo>
                  <a:cubicBezTo>
                    <a:pt x="373" y="101"/>
                    <a:pt x="457" y="117"/>
                    <a:pt x="558" y="150"/>
                  </a:cubicBezTo>
                  <a:cubicBezTo>
                    <a:pt x="627" y="166"/>
                    <a:pt x="708" y="182"/>
                    <a:pt x="776" y="202"/>
                  </a:cubicBezTo>
                  <a:cubicBezTo>
                    <a:pt x="877" y="234"/>
                    <a:pt x="962" y="251"/>
                    <a:pt x="1063" y="283"/>
                  </a:cubicBezTo>
                  <a:cubicBezTo>
                    <a:pt x="1079" y="283"/>
                    <a:pt x="1096" y="283"/>
                    <a:pt x="1096" y="319"/>
                  </a:cubicBezTo>
                  <a:lnTo>
                    <a:pt x="1096" y="352"/>
                  </a:lnTo>
                  <a:lnTo>
                    <a:pt x="1096" y="404"/>
                  </a:lnTo>
                  <a:lnTo>
                    <a:pt x="1096" y="505"/>
                  </a:lnTo>
                  <a:cubicBezTo>
                    <a:pt x="1096" y="537"/>
                    <a:pt x="1096" y="570"/>
                    <a:pt x="1112" y="606"/>
                  </a:cubicBezTo>
                  <a:lnTo>
                    <a:pt x="1112" y="505"/>
                  </a:lnTo>
                  <a:lnTo>
                    <a:pt x="1112" y="404"/>
                  </a:lnTo>
                  <a:lnTo>
                    <a:pt x="1112" y="352"/>
                  </a:lnTo>
                  <a:lnTo>
                    <a:pt x="1112" y="319"/>
                  </a:lnTo>
                  <a:cubicBezTo>
                    <a:pt x="1112" y="283"/>
                    <a:pt x="1079" y="267"/>
                    <a:pt x="1063" y="267"/>
                  </a:cubicBezTo>
                  <a:cubicBezTo>
                    <a:pt x="962" y="234"/>
                    <a:pt x="877" y="218"/>
                    <a:pt x="776" y="182"/>
                  </a:cubicBezTo>
                  <a:cubicBezTo>
                    <a:pt x="708" y="166"/>
                    <a:pt x="643" y="150"/>
                    <a:pt x="558" y="133"/>
                  </a:cubicBezTo>
                  <a:cubicBezTo>
                    <a:pt x="474" y="117"/>
                    <a:pt x="373" y="81"/>
                    <a:pt x="272" y="49"/>
                  </a:cubicBezTo>
                  <a:lnTo>
                    <a:pt x="138" y="16"/>
                  </a:lnTo>
                  <a:lnTo>
                    <a:pt x="122" y="16"/>
                  </a:lnTo>
                  <a:cubicBezTo>
                    <a:pt x="102" y="16"/>
                    <a:pt x="86" y="0"/>
                    <a:pt x="70" y="0"/>
                  </a:cubicBezTo>
                  <a:close/>
                  <a:moveTo>
                    <a:pt x="1112" y="756"/>
                  </a:moveTo>
                  <a:lnTo>
                    <a:pt x="1112" y="925"/>
                  </a:lnTo>
                  <a:lnTo>
                    <a:pt x="1112" y="990"/>
                  </a:lnTo>
                  <a:lnTo>
                    <a:pt x="1112" y="1026"/>
                  </a:lnTo>
                  <a:lnTo>
                    <a:pt x="1132" y="1042"/>
                  </a:lnTo>
                  <a:lnTo>
                    <a:pt x="1132" y="1026"/>
                  </a:lnTo>
                  <a:lnTo>
                    <a:pt x="1132" y="990"/>
                  </a:lnTo>
                  <a:lnTo>
                    <a:pt x="1132" y="925"/>
                  </a:lnTo>
                  <a:cubicBezTo>
                    <a:pt x="1112" y="873"/>
                    <a:pt x="1112" y="808"/>
                    <a:pt x="1112" y="7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9"/>
            <p:cNvSpPr/>
            <p:nvPr/>
          </p:nvSpPr>
          <p:spPr>
            <a:xfrm>
              <a:off x="1299596" y="656832"/>
              <a:ext cx="195472" cy="250895"/>
            </a:xfrm>
            <a:custGeom>
              <a:avLst/>
              <a:gdLst/>
              <a:ahLst/>
              <a:cxnLst/>
              <a:rect l="l" t="t" r="r" b="b"/>
              <a:pathLst>
                <a:path w="1968" h="2526" extrusionOk="0">
                  <a:moveTo>
                    <a:pt x="1967" y="0"/>
                  </a:moveTo>
                  <a:cubicBezTo>
                    <a:pt x="1935" y="0"/>
                    <a:pt x="1919" y="17"/>
                    <a:pt x="1903" y="17"/>
                  </a:cubicBezTo>
                  <a:lnTo>
                    <a:pt x="1244" y="521"/>
                  </a:lnTo>
                  <a:cubicBezTo>
                    <a:pt x="1127" y="622"/>
                    <a:pt x="994" y="707"/>
                    <a:pt x="877" y="788"/>
                  </a:cubicBezTo>
                  <a:lnTo>
                    <a:pt x="776" y="873"/>
                  </a:lnTo>
                  <a:cubicBezTo>
                    <a:pt x="574" y="1026"/>
                    <a:pt x="372" y="1176"/>
                    <a:pt x="186" y="1329"/>
                  </a:cubicBezTo>
                  <a:cubicBezTo>
                    <a:pt x="388" y="1176"/>
                    <a:pt x="590" y="1043"/>
                    <a:pt x="776" y="889"/>
                  </a:cubicBezTo>
                  <a:lnTo>
                    <a:pt x="893" y="808"/>
                  </a:lnTo>
                  <a:cubicBezTo>
                    <a:pt x="1010" y="723"/>
                    <a:pt x="1127" y="622"/>
                    <a:pt x="1244" y="538"/>
                  </a:cubicBezTo>
                  <a:lnTo>
                    <a:pt x="1733" y="166"/>
                  </a:lnTo>
                  <a:lnTo>
                    <a:pt x="1919" y="33"/>
                  </a:lnTo>
                  <a:cubicBezTo>
                    <a:pt x="1935" y="17"/>
                    <a:pt x="1951" y="17"/>
                    <a:pt x="1967" y="17"/>
                  </a:cubicBezTo>
                  <a:lnTo>
                    <a:pt x="1967" y="0"/>
                  </a:lnTo>
                  <a:close/>
                  <a:moveTo>
                    <a:pt x="186" y="1329"/>
                  </a:moveTo>
                  <a:cubicBezTo>
                    <a:pt x="170" y="1329"/>
                    <a:pt x="150" y="1346"/>
                    <a:pt x="133" y="1362"/>
                  </a:cubicBezTo>
                  <a:cubicBezTo>
                    <a:pt x="117" y="1378"/>
                    <a:pt x="117" y="1378"/>
                    <a:pt x="101" y="1394"/>
                  </a:cubicBezTo>
                  <a:cubicBezTo>
                    <a:pt x="85" y="1394"/>
                    <a:pt x="85" y="1414"/>
                    <a:pt x="85" y="1430"/>
                  </a:cubicBezTo>
                  <a:cubicBezTo>
                    <a:pt x="85" y="1463"/>
                    <a:pt x="85" y="1495"/>
                    <a:pt x="69" y="1531"/>
                  </a:cubicBezTo>
                  <a:lnTo>
                    <a:pt x="69" y="1596"/>
                  </a:lnTo>
                  <a:lnTo>
                    <a:pt x="69" y="1717"/>
                  </a:lnTo>
                  <a:cubicBezTo>
                    <a:pt x="85" y="1681"/>
                    <a:pt x="85" y="1632"/>
                    <a:pt x="85" y="1596"/>
                  </a:cubicBezTo>
                  <a:lnTo>
                    <a:pt x="85" y="1531"/>
                  </a:lnTo>
                  <a:cubicBezTo>
                    <a:pt x="85" y="1495"/>
                    <a:pt x="101" y="1463"/>
                    <a:pt x="101" y="1430"/>
                  </a:cubicBezTo>
                  <a:lnTo>
                    <a:pt x="101" y="1414"/>
                  </a:lnTo>
                  <a:cubicBezTo>
                    <a:pt x="117" y="1394"/>
                    <a:pt x="133" y="1378"/>
                    <a:pt x="150" y="1362"/>
                  </a:cubicBezTo>
                  <a:cubicBezTo>
                    <a:pt x="150" y="1362"/>
                    <a:pt x="170" y="1346"/>
                    <a:pt x="186" y="1329"/>
                  </a:cubicBezTo>
                  <a:close/>
                  <a:moveTo>
                    <a:pt x="69" y="1717"/>
                  </a:moveTo>
                  <a:cubicBezTo>
                    <a:pt x="49" y="1750"/>
                    <a:pt x="49" y="1782"/>
                    <a:pt x="49" y="1818"/>
                  </a:cubicBezTo>
                  <a:lnTo>
                    <a:pt x="49" y="1899"/>
                  </a:lnTo>
                  <a:cubicBezTo>
                    <a:pt x="49" y="1952"/>
                    <a:pt x="32" y="1984"/>
                    <a:pt x="32" y="2036"/>
                  </a:cubicBezTo>
                  <a:lnTo>
                    <a:pt x="32" y="2153"/>
                  </a:lnTo>
                  <a:cubicBezTo>
                    <a:pt x="49" y="2101"/>
                    <a:pt x="49" y="2069"/>
                    <a:pt x="49" y="2036"/>
                  </a:cubicBezTo>
                  <a:cubicBezTo>
                    <a:pt x="49" y="1984"/>
                    <a:pt x="49" y="1952"/>
                    <a:pt x="69" y="1899"/>
                  </a:cubicBezTo>
                  <a:lnTo>
                    <a:pt x="69" y="1818"/>
                  </a:lnTo>
                  <a:lnTo>
                    <a:pt x="69" y="1717"/>
                  </a:lnTo>
                  <a:close/>
                  <a:moveTo>
                    <a:pt x="32" y="2153"/>
                  </a:moveTo>
                  <a:cubicBezTo>
                    <a:pt x="32" y="2186"/>
                    <a:pt x="16" y="2222"/>
                    <a:pt x="16" y="2254"/>
                  </a:cubicBezTo>
                  <a:lnTo>
                    <a:pt x="16" y="2323"/>
                  </a:lnTo>
                  <a:lnTo>
                    <a:pt x="16" y="2388"/>
                  </a:lnTo>
                  <a:cubicBezTo>
                    <a:pt x="32" y="2355"/>
                    <a:pt x="32" y="2339"/>
                    <a:pt x="32" y="2323"/>
                  </a:cubicBezTo>
                  <a:lnTo>
                    <a:pt x="32" y="2254"/>
                  </a:lnTo>
                  <a:lnTo>
                    <a:pt x="32" y="2153"/>
                  </a:lnTo>
                  <a:close/>
                  <a:moveTo>
                    <a:pt x="16" y="2424"/>
                  </a:moveTo>
                  <a:cubicBezTo>
                    <a:pt x="16" y="2440"/>
                    <a:pt x="0" y="2456"/>
                    <a:pt x="0" y="2489"/>
                  </a:cubicBezTo>
                  <a:lnTo>
                    <a:pt x="0" y="2505"/>
                  </a:lnTo>
                  <a:lnTo>
                    <a:pt x="16" y="2525"/>
                  </a:lnTo>
                  <a:lnTo>
                    <a:pt x="16" y="2505"/>
                  </a:lnTo>
                  <a:lnTo>
                    <a:pt x="16" y="2489"/>
                  </a:lnTo>
                  <a:lnTo>
                    <a:pt x="16" y="24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9"/>
            <p:cNvSpPr/>
            <p:nvPr/>
          </p:nvSpPr>
          <p:spPr>
            <a:xfrm>
              <a:off x="2488020" y="564559"/>
              <a:ext cx="72309" cy="25328"/>
            </a:xfrm>
            <a:custGeom>
              <a:avLst/>
              <a:gdLst/>
              <a:ahLst/>
              <a:cxnLst/>
              <a:rect l="l" t="t" r="r" b="b"/>
              <a:pathLst>
                <a:path w="728" h="255" extrusionOk="0">
                  <a:moveTo>
                    <a:pt x="1" y="0"/>
                  </a:moveTo>
                  <a:lnTo>
                    <a:pt x="1" y="20"/>
                  </a:lnTo>
                  <a:lnTo>
                    <a:pt x="37" y="20"/>
                  </a:lnTo>
                  <a:cubicBezTo>
                    <a:pt x="85" y="37"/>
                    <a:pt x="154" y="69"/>
                    <a:pt x="203" y="85"/>
                  </a:cubicBezTo>
                  <a:cubicBezTo>
                    <a:pt x="239" y="85"/>
                    <a:pt x="271" y="101"/>
                    <a:pt x="304" y="121"/>
                  </a:cubicBezTo>
                  <a:cubicBezTo>
                    <a:pt x="356" y="138"/>
                    <a:pt x="405" y="154"/>
                    <a:pt x="457" y="170"/>
                  </a:cubicBezTo>
                  <a:cubicBezTo>
                    <a:pt x="506" y="186"/>
                    <a:pt x="558" y="202"/>
                    <a:pt x="607" y="222"/>
                  </a:cubicBezTo>
                  <a:cubicBezTo>
                    <a:pt x="627" y="222"/>
                    <a:pt x="627" y="239"/>
                    <a:pt x="643" y="239"/>
                  </a:cubicBezTo>
                  <a:cubicBezTo>
                    <a:pt x="659" y="239"/>
                    <a:pt x="675" y="255"/>
                    <a:pt x="708" y="255"/>
                  </a:cubicBezTo>
                  <a:lnTo>
                    <a:pt x="728" y="255"/>
                  </a:lnTo>
                  <a:lnTo>
                    <a:pt x="708" y="239"/>
                  </a:lnTo>
                  <a:cubicBezTo>
                    <a:pt x="691" y="239"/>
                    <a:pt x="659" y="239"/>
                    <a:pt x="643" y="222"/>
                  </a:cubicBezTo>
                  <a:lnTo>
                    <a:pt x="627" y="222"/>
                  </a:lnTo>
                  <a:cubicBezTo>
                    <a:pt x="558" y="186"/>
                    <a:pt x="506" y="170"/>
                    <a:pt x="457" y="154"/>
                  </a:cubicBezTo>
                  <a:cubicBezTo>
                    <a:pt x="405" y="138"/>
                    <a:pt x="356" y="121"/>
                    <a:pt x="304" y="101"/>
                  </a:cubicBezTo>
                  <a:cubicBezTo>
                    <a:pt x="271" y="85"/>
                    <a:pt x="239" y="85"/>
                    <a:pt x="203" y="69"/>
                  </a:cubicBezTo>
                  <a:cubicBezTo>
                    <a:pt x="154" y="53"/>
                    <a:pt x="102" y="37"/>
                    <a:pt x="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9"/>
            <p:cNvSpPr/>
            <p:nvPr/>
          </p:nvSpPr>
          <p:spPr>
            <a:xfrm>
              <a:off x="2379656" y="532875"/>
              <a:ext cx="73600" cy="25328"/>
            </a:xfrm>
            <a:custGeom>
              <a:avLst/>
              <a:gdLst/>
              <a:ahLst/>
              <a:cxnLst/>
              <a:rect l="l" t="t" r="r" b="b"/>
              <a:pathLst>
                <a:path w="741" h="255" extrusionOk="0">
                  <a:moveTo>
                    <a:pt x="1" y="0"/>
                  </a:moveTo>
                  <a:cubicBezTo>
                    <a:pt x="33" y="16"/>
                    <a:pt x="82" y="36"/>
                    <a:pt x="118" y="53"/>
                  </a:cubicBezTo>
                  <a:cubicBezTo>
                    <a:pt x="134" y="53"/>
                    <a:pt x="150" y="53"/>
                    <a:pt x="167" y="69"/>
                  </a:cubicBezTo>
                  <a:cubicBezTo>
                    <a:pt x="268" y="101"/>
                    <a:pt x="369" y="137"/>
                    <a:pt x="470" y="170"/>
                  </a:cubicBezTo>
                  <a:cubicBezTo>
                    <a:pt x="538" y="186"/>
                    <a:pt x="587" y="218"/>
                    <a:pt x="655" y="238"/>
                  </a:cubicBezTo>
                  <a:lnTo>
                    <a:pt x="672" y="238"/>
                  </a:lnTo>
                  <a:cubicBezTo>
                    <a:pt x="672" y="238"/>
                    <a:pt x="672" y="218"/>
                    <a:pt x="655" y="218"/>
                  </a:cubicBezTo>
                  <a:cubicBezTo>
                    <a:pt x="607" y="202"/>
                    <a:pt x="538" y="186"/>
                    <a:pt x="470" y="154"/>
                  </a:cubicBezTo>
                  <a:cubicBezTo>
                    <a:pt x="369" y="117"/>
                    <a:pt x="268" y="85"/>
                    <a:pt x="167" y="53"/>
                  </a:cubicBezTo>
                  <a:cubicBezTo>
                    <a:pt x="150" y="53"/>
                    <a:pt x="134" y="36"/>
                    <a:pt x="118" y="36"/>
                  </a:cubicBezTo>
                  <a:cubicBezTo>
                    <a:pt x="82" y="16"/>
                    <a:pt x="33" y="0"/>
                    <a:pt x="1" y="0"/>
                  </a:cubicBezTo>
                  <a:close/>
                  <a:moveTo>
                    <a:pt x="672" y="238"/>
                  </a:moveTo>
                  <a:cubicBezTo>
                    <a:pt x="688" y="255"/>
                    <a:pt x="724" y="255"/>
                    <a:pt x="740" y="255"/>
                  </a:cubicBezTo>
                  <a:cubicBezTo>
                    <a:pt x="724" y="255"/>
                    <a:pt x="708" y="238"/>
                    <a:pt x="672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9"/>
            <p:cNvSpPr/>
            <p:nvPr/>
          </p:nvSpPr>
          <p:spPr>
            <a:xfrm>
              <a:off x="1941534" y="203414"/>
              <a:ext cx="799368" cy="324693"/>
            </a:xfrm>
            <a:custGeom>
              <a:avLst/>
              <a:gdLst/>
              <a:ahLst/>
              <a:cxnLst/>
              <a:rect l="l" t="t" r="r" b="b"/>
              <a:pathLst>
                <a:path w="8048" h="3269" extrusionOk="0">
                  <a:moveTo>
                    <a:pt x="1" y="1"/>
                  </a:moveTo>
                  <a:cubicBezTo>
                    <a:pt x="17" y="1"/>
                    <a:pt x="49" y="21"/>
                    <a:pt x="69" y="21"/>
                  </a:cubicBezTo>
                  <a:cubicBezTo>
                    <a:pt x="85" y="37"/>
                    <a:pt x="102" y="37"/>
                    <a:pt x="118" y="53"/>
                  </a:cubicBezTo>
                  <a:cubicBezTo>
                    <a:pt x="150" y="53"/>
                    <a:pt x="170" y="69"/>
                    <a:pt x="203" y="69"/>
                  </a:cubicBezTo>
                  <a:cubicBezTo>
                    <a:pt x="186" y="53"/>
                    <a:pt x="150" y="53"/>
                    <a:pt x="134" y="37"/>
                  </a:cubicBezTo>
                  <a:cubicBezTo>
                    <a:pt x="102" y="21"/>
                    <a:pt x="85" y="21"/>
                    <a:pt x="69" y="1"/>
                  </a:cubicBezTo>
                  <a:close/>
                  <a:moveTo>
                    <a:pt x="203" y="69"/>
                  </a:moveTo>
                  <a:cubicBezTo>
                    <a:pt x="271" y="102"/>
                    <a:pt x="320" y="138"/>
                    <a:pt x="388" y="154"/>
                  </a:cubicBezTo>
                  <a:cubicBezTo>
                    <a:pt x="421" y="170"/>
                    <a:pt x="437" y="170"/>
                    <a:pt x="473" y="186"/>
                  </a:cubicBezTo>
                  <a:cubicBezTo>
                    <a:pt x="623" y="255"/>
                    <a:pt x="792" y="324"/>
                    <a:pt x="958" y="372"/>
                  </a:cubicBezTo>
                  <a:cubicBezTo>
                    <a:pt x="792" y="303"/>
                    <a:pt x="639" y="239"/>
                    <a:pt x="473" y="170"/>
                  </a:cubicBezTo>
                  <a:cubicBezTo>
                    <a:pt x="437" y="170"/>
                    <a:pt x="421" y="154"/>
                    <a:pt x="405" y="138"/>
                  </a:cubicBezTo>
                  <a:cubicBezTo>
                    <a:pt x="336" y="122"/>
                    <a:pt x="271" y="85"/>
                    <a:pt x="203" y="69"/>
                  </a:cubicBezTo>
                  <a:close/>
                  <a:moveTo>
                    <a:pt x="958" y="372"/>
                  </a:moveTo>
                  <a:lnTo>
                    <a:pt x="958" y="372"/>
                  </a:lnTo>
                  <a:cubicBezTo>
                    <a:pt x="1011" y="404"/>
                    <a:pt x="1059" y="425"/>
                    <a:pt x="1112" y="441"/>
                  </a:cubicBezTo>
                  <a:cubicBezTo>
                    <a:pt x="1059" y="404"/>
                    <a:pt x="1011" y="388"/>
                    <a:pt x="958" y="372"/>
                  </a:cubicBezTo>
                  <a:close/>
                  <a:moveTo>
                    <a:pt x="1112" y="441"/>
                  </a:moveTo>
                  <a:cubicBezTo>
                    <a:pt x="1196" y="473"/>
                    <a:pt x="1281" y="505"/>
                    <a:pt x="1362" y="542"/>
                  </a:cubicBezTo>
                  <a:cubicBezTo>
                    <a:pt x="1415" y="558"/>
                    <a:pt x="1463" y="590"/>
                    <a:pt x="1515" y="606"/>
                  </a:cubicBezTo>
                  <a:cubicBezTo>
                    <a:pt x="1584" y="627"/>
                    <a:pt x="1649" y="659"/>
                    <a:pt x="1717" y="691"/>
                  </a:cubicBezTo>
                  <a:cubicBezTo>
                    <a:pt x="1818" y="728"/>
                    <a:pt x="1919" y="776"/>
                    <a:pt x="2020" y="808"/>
                  </a:cubicBezTo>
                  <a:cubicBezTo>
                    <a:pt x="2138" y="861"/>
                    <a:pt x="2255" y="909"/>
                    <a:pt x="2372" y="946"/>
                  </a:cubicBezTo>
                  <a:cubicBezTo>
                    <a:pt x="2271" y="893"/>
                    <a:pt x="2138" y="845"/>
                    <a:pt x="2037" y="792"/>
                  </a:cubicBezTo>
                  <a:cubicBezTo>
                    <a:pt x="1936" y="760"/>
                    <a:pt x="1835" y="728"/>
                    <a:pt x="1734" y="675"/>
                  </a:cubicBezTo>
                  <a:cubicBezTo>
                    <a:pt x="1649" y="659"/>
                    <a:pt x="1584" y="627"/>
                    <a:pt x="1515" y="590"/>
                  </a:cubicBezTo>
                  <a:cubicBezTo>
                    <a:pt x="1463" y="574"/>
                    <a:pt x="1415" y="558"/>
                    <a:pt x="1362" y="526"/>
                  </a:cubicBezTo>
                  <a:cubicBezTo>
                    <a:pt x="1281" y="489"/>
                    <a:pt x="1196" y="457"/>
                    <a:pt x="1112" y="441"/>
                  </a:cubicBezTo>
                  <a:close/>
                  <a:moveTo>
                    <a:pt x="2372" y="946"/>
                  </a:moveTo>
                  <a:cubicBezTo>
                    <a:pt x="2525" y="1010"/>
                    <a:pt x="2695" y="1079"/>
                    <a:pt x="2861" y="1148"/>
                  </a:cubicBezTo>
                  <a:cubicBezTo>
                    <a:pt x="2877" y="1164"/>
                    <a:pt x="2913" y="1164"/>
                    <a:pt x="2929" y="1180"/>
                  </a:cubicBezTo>
                  <a:cubicBezTo>
                    <a:pt x="2998" y="1196"/>
                    <a:pt x="3047" y="1212"/>
                    <a:pt x="3099" y="1249"/>
                  </a:cubicBezTo>
                  <a:cubicBezTo>
                    <a:pt x="3047" y="1212"/>
                    <a:pt x="2998" y="1180"/>
                    <a:pt x="2946" y="1164"/>
                  </a:cubicBezTo>
                  <a:cubicBezTo>
                    <a:pt x="2913" y="1164"/>
                    <a:pt x="2897" y="1148"/>
                    <a:pt x="2861" y="1132"/>
                  </a:cubicBezTo>
                  <a:cubicBezTo>
                    <a:pt x="2695" y="1063"/>
                    <a:pt x="2525" y="994"/>
                    <a:pt x="2372" y="946"/>
                  </a:cubicBezTo>
                  <a:close/>
                  <a:moveTo>
                    <a:pt x="3099" y="1249"/>
                  </a:moveTo>
                  <a:cubicBezTo>
                    <a:pt x="3148" y="1265"/>
                    <a:pt x="3180" y="1281"/>
                    <a:pt x="3216" y="1297"/>
                  </a:cubicBezTo>
                  <a:cubicBezTo>
                    <a:pt x="3232" y="1297"/>
                    <a:pt x="3249" y="1297"/>
                    <a:pt x="3265" y="1313"/>
                  </a:cubicBezTo>
                  <a:cubicBezTo>
                    <a:pt x="3366" y="1350"/>
                    <a:pt x="3483" y="1398"/>
                    <a:pt x="3604" y="1451"/>
                  </a:cubicBezTo>
                  <a:cubicBezTo>
                    <a:pt x="3652" y="1467"/>
                    <a:pt x="3705" y="1483"/>
                    <a:pt x="3737" y="1499"/>
                  </a:cubicBezTo>
                  <a:cubicBezTo>
                    <a:pt x="3770" y="1515"/>
                    <a:pt x="3786" y="1536"/>
                    <a:pt x="3822" y="1536"/>
                  </a:cubicBezTo>
                  <a:cubicBezTo>
                    <a:pt x="3887" y="1568"/>
                    <a:pt x="3955" y="1584"/>
                    <a:pt x="4024" y="1616"/>
                  </a:cubicBezTo>
                  <a:cubicBezTo>
                    <a:pt x="4073" y="1637"/>
                    <a:pt x="4109" y="1653"/>
                    <a:pt x="4141" y="1669"/>
                  </a:cubicBezTo>
                  <a:cubicBezTo>
                    <a:pt x="4210" y="1685"/>
                    <a:pt x="4258" y="1717"/>
                    <a:pt x="4311" y="1738"/>
                  </a:cubicBezTo>
                  <a:cubicBezTo>
                    <a:pt x="4376" y="1754"/>
                    <a:pt x="4460" y="1786"/>
                    <a:pt x="4529" y="1818"/>
                  </a:cubicBezTo>
                  <a:cubicBezTo>
                    <a:pt x="4561" y="1839"/>
                    <a:pt x="4614" y="1855"/>
                    <a:pt x="4646" y="1871"/>
                  </a:cubicBezTo>
                  <a:cubicBezTo>
                    <a:pt x="4715" y="1903"/>
                    <a:pt x="4796" y="1940"/>
                    <a:pt x="4881" y="1956"/>
                  </a:cubicBezTo>
                  <a:cubicBezTo>
                    <a:pt x="4796" y="1919"/>
                    <a:pt x="4731" y="1887"/>
                    <a:pt x="4646" y="1855"/>
                  </a:cubicBezTo>
                  <a:cubicBezTo>
                    <a:pt x="4614" y="1839"/>
                    <a:pt x="4578" y="1818"/>
                    <a:pt x="4529" y="1802"/>
                  </a:cubicBezTo>
                  <a:cubicBezTo>
                    <a:pt x="4460" y="1786"/>
                    <a:pt x="4392" y="1754"/>
                    <a:pt x="4311" y="1717"/>
                  </a:cubicBezTo>
                  <a:cubicBezTo>
                    <a:pt x="4258" y="1701"/>
                    <a:pt x="4210" y="1685"/>
                    <a:pt x="4157" y="1653"/>
                  </a:cubicBezTo>
                  <a:cubicBezTo>
                    <a:pt x="4109" y="1637"/>
                    <a:pt x="4073" y="1616"/>
                    <a:pt x="4024" y="1600"/>
                  </a:cubicBezTo>
                  <a:cubicBezTo>
                    <a:pt x="3955" y="1584"/>
                    <a:pt x="3887" y="1552"/>
                    <a:pt x="3822" y="1515"/>
                  </a:cubicBezTo>
                  <a:cubicBezTo>
                    <a:pt x="3806" y="1515"/>
                    <a:pt x="3770" y="1499"/>
                    <a:pt x="3753" y="1499"/>
                  </a:cubicBezTo>
                  <a:cubicBezTo>
                    <a:pt x="3705" y="1483"/>
                    <a:pt x="3652" y="1451"/>
                    <a:pt x="3604" y="1435"/>
                  </a:cubicBezTo>
                  <a:cubicBezTo>
                    <a:pt x="3503" y="1382"/>
                    <a:pt x="3382" y="1350"/>
                    <a:pt x="3265" y="1297"/>
                  </a:cubicBezTo>
                  <a:cubicBezTo>
                    <a:pt x="3249" y="1297"/>
                    <a:pt x="3232" y="1281"/>
                    <a:pt x="3216" y="1281"/>
                  </a:cubicBezTo>
                  <a:cubicBezTo>
                    <a:pt x="3180" y="1265"/>
                    <a:pt x="3148" y="1249"/>
                    <a:pt x="3099" y="1249"/>
                  </a:cubicBezTo>
                  <a:close/>
                  <a:moveTo>
                    <a:pt x="4882" y="1956"/>
                  </a:moveTo>
                  <a:lnTo>
                    <a:pt x="4882" y="1956"/>
                  </a:lnTo>
                  <a:cubicBezTo>
                    <a:pt x="4966" y="1988"/>
                    <a:pt x="5051" y="2021"/>
                    <a:pt x="5135" y="2073"/>
                  </a:cubicBezTo>
                  <a:cubicBezTo>
                    <a:pt x="5167" y="2073"/>
                    <a:pt x="5200" y="2089"/>
                    <a:pt x="5220" y="2105"/>
                  </a:cubicBezTo>
                  <a:cubicBezTo>
                    <a:pt x="5252" y="2121"/>
                    <a:pt x="5285" y="2121"/>
                    <a:pt x="5301" y="2142"/>
                  </a:cubicBezTo>
                  <a:cubicBezTo>
                    <a:pt x="5353" y="2158"/>
                    <a:pt x="5385" y="2174"/>
                    <a:pt x="5438" y="2190"/>
                  </a:cubicBezTo>
                  <a:cubicBezTo>
                    <a:pt x="5539" y="2243"/>
                    <a:pt x="5656" y="2275"/>
                    <a:pt x="5773" y="2323"/>
                  </a:cubicBezTo>
                  <a:cubicBezTo>
                    <a:pt x="5890" y="2376"/>
                    <a:pt x="6008" y="2408"/>
                    <a:pt x="6109" y="2461"/>
                  </a:cubicBezTo>
                  <a:cubicBezTo>
                    <a:pt x="6177" y="2493"/>
                    <a:pt x="6246" y="2509"/>
                    <a:pt x="6294" y="2546"/>
                  </a:cubicBezTo>
                  <a:cubicBezTo>
                    <a:pt x="6379" y="2562"/>
                    <a:pt x="6448" y="2594"/>
                    <a:pt x="6513" y="2626"/>
                  </a:cubicBezTo>
                  <a:lnTo>
                    <a:pt x="6715" y="2711"/>
                  </a:lnTo>
                  <a:cubicBezTo>
                    <a:pt x="6852" y="2764"/>
                    <a:pt x="6985" y="2812"/>
                    <a:pt x="7102" y="2865"/>
                  </a:cubicBezTo>
                  <a:cubicBezTo>
                    <a:pt x="7119" y="2865"/>
                    <a:pt x="7139" y="2881"/>
                    <a:pt x="7155" y="2881"/>
                  </a:cubicBezTo>
                  <a:cubicBezTo>
                    <a:pt x="7203" y="2897"/>
                    <a:pt x="7240" y="2913"/>
                    <a:pt x="7288" y="2929"/>
                  </a:cubicBezTo>
                  <a:cubicBezTo>
                    <a:pt x="7320" y="2949"/>
                    <a:pt x="7357" y="2966"/>
                    <a:pt x="7389" y="2966"/>
                  </a:cubicBezTo>
                  <a:cubicBezTo>
                    <a:pt x="7357" y="2949"/>
                    <a:pt x="7320" y="2929"/>
                    <a:pt x="7288" y="2913"/>
                  </a:cubicBezTo>
                  <a:cubicBezTo>
                    <a:pt x="7256" y="2913"/>
                    <a:pt x="7203" y="2897"/>
                    <a:pt x="7171" y="2881"/>
                  </a:cubicBezTo>
                  <a:cubicBezTo>
                    <a:pt x="7155" y="2865"/>
                    <a:pt x="7139" y="2865"/>
                    <a:pt x="7119" y="2848"/>
                  </a:cubicBezTo>
                  <a:cubicBezTo>
                    <a:pt x="6985" y="2796"/>
                    <a:pt x="6852" y="2747"/>
                    <a:pt x="6715" y="2695"/>
                  </a:cubicBezTo>
                  <a:lnTo>
                    <a:pt x="6533" y="2610"/>
                  </a:lnTo>
                  <a:cubicBezTo>
                    <a:pt x="6448" y="2578"/>
                    <a:pt x="6379" y="2562"/>
                    <a:pt x="6311" y="2525"/>
                  </a:cubicBezTo>
                  <a:cubicBezTo>
                    <a:pt x="6246" y="2493"/>
                    <a:pt x="6177" y="2477"/>
                    <a:pt x="6109" y="2445"/>
                  </a:cubicBezTo>
                  <a:cubicBezTo>
                    <a:pt x="6008" y="2408"/>
                    <a:pt x="5890" y="2360"/>
                    <a:pt x="5773" y="2307"/>
                  </a:cubicBezTo>
                  <a:cubicBezTo>
                    <a:pt x="5656" y="2275"/>
                    <a:pt x="5555" y="2222"/>
                    <a:pt x="5438" y="2174"/>
                  </a:cubicBezTo>
                  <a:cubicBezTo>
                    <a:pt x="5402" y="2158"/>
                    <a:pt x="5353" y="2142"/>
                    <a:pt x="5321" y="2121"/>
                  </a:cubicBezTo>
                  <a:cubicBezTo>
                    <a:pt x="5285" y="2121"/>
                    <a:pt x="5252" y="2105"/>
                    <a:pt x="5236" y="2089"/>
                  </a:cubicBezTo>
                  <a:cubicBezTo>
                    <a:pt x="5200" y="2073"/>
                    <a:pt x="5167" y="2073"/>
                    <a:pt x="5135" y="2057"/>
                  </a:cubicBezTo>
                  <a:cubicBezTo>
                    <a:pt x="5051" y="2021"/>
                    <a:pt x="4966" y="1988"/>
                    <a:pt x="4882" y="1956"/>
                  </a:cubicBezTo>
                  <a:close/>
                  <a:moveTo>
                    <a:pt x="7389" y="2966"/>
                  </a:moveTo>
                  <a:cubicBezTo>
                    <a:pt x="7405" y="2982"/>
                    <a:pt x="7442" y="2998"/>
                    <a:pt x="7474" y="3014"/>
                  </a:cubicBezTo>
                  <a:cubicBezTo>
                    <a:pt x="7559" y="3030"/>
                    <a:pt x="7644" y="3067"/>
                    <a:pt x="7708" y="3099"/>
                  </a:cubicBezTo>
                  <a:cubicBezTo>
                    <a:pt x="7761" y="3115"/>
                    <a:pt x="7793" y="3131"/>
                    <a:pt x="7825" y="3151"/>
                  </a:cubicBezTo>
                  <a:cubicBezTo>
                    <a:pt x="7878" y="3184"/>
                    <a:pt x="7926" y="3200"/>
                    <a:pt x="7979" y="3216"/>
                  </a:cubicBezTo>
                  <a:cubicBezTo>
                    <a:pt x="7995" y="3216"/>
                    <a:pt x="8011" y="3232"/>
                    <a:pt x="8027" y="3232"/>
                  </a:cubicBezTo>
                  <a:lnTo>
                    <a:pt x="8027" y="3252"/>
                  </a:lnTo>
                  <a:lnTo>
                    <a:pt x="8027" y="3269"/>
                  </a:lnTo>
                  <a:lnTo>
                    <a:pt x="8048" y="3252"/>
                  </a:lnTo>
                  <a:lnTo>
                    <a:pt x="8048" y="3232"/>
                  </a:lnTo>
                  <a:lnTo>
                    <a:pt x="8027" y="3216"/>
                  </a:lnTo>
                  <a:cubicBezTo>
                    <a:pt x="8011" y="3216"/>
                    <a:pt x="7995" y="3200"/>
                    <a:pt x="7979" y="3200"/>
                  </a:cubicBezTo>
                  <a:cubicBezTo>
                    <a:pt x="7926" y="3184"/>
                    <a:pt x="7878" y="3168"/>
                    <a:pt x="7846" y="3151"/>
                  </a:cubicBezTo>
                  <a:cubicBezTo>
                    <a:pt x="7793" y="3131"/>
                    <a:pt x="7761" y="3115"/>
                    <a:pt x="7724" y="3099"/>
                  </a:cubicBezTo>
                  <a:cubicBezTo>
                    <a:pt x="7644" y="3067"/>
                    <a:pt x="7559" y="3030"/>
                    <a:pt x="7474" y="2998"/>
                  </a:cubicBezTo>
                  <a:cubicBezTo>
                    <a:pt x="7442" y="2982"/>
                    <a:pt x="7421" y="2966"/>
                    <a:pt x="7389" y="2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9"/>
            <p:cNvSpPr/>
            <p:nvPr/>
          </p:nvSpPr>
          <p:spPr>
            <a:xfrm>
              <a:off x="2222425" y="922427"/>
              <a:ext cx="95153" cy="28606"/>
            </a:xfrm>
            <a:custGeom>
              <a:avLst/>
              <a:gdLst/>
              <a:ahLst/>
              <a:cxnLst/>
              <a:rect l="l" t="t" r="r" b="b"/>
              <a:pathLst>
                <a:path w="958" h="288" extrusionOk="0">
                  <a:moveTo>
                    <a:pt x="0" y="1"/>
                  </a:moveTo>
                  <a:lnTo>
                    <a:pt x="17" y="17"/>
                  </a:lnTo>
                  <a:cubicBezTo>
                    <a:pt x="49" y="17"/>
                    <a:pt x="69" y="33"/>
                    <a:pt x="85" y="33"/>
                  </a:cubicBezTo>
                  <a:cubicBezTo>
                    <a:pt x="118" y="53"/>
                    <a:pt x="170" y="53"/>
                    <a:pt x="202" y="69"/>
                  </a:cubicBezTo>
                  <a:cubicBezTo>
                    <a:pt x="287" y="85"/>
                    <a:pt x="372" y="118"/>
                    <a:pt x="453" y="134"/>
                  </a:cubicBezTo>
                  <a:cubicBezTo>
                    <a:pt x="372" y="102"/>
                    <a:pt x="287" y="85"/>
                    <a:pt x="219" y="53"/>
                  </a:cubicBezTo>
                  <a:cubicBezTo>
                    <a:pt x="170" y="53"/>
                    <a:pt x="134" y="33"/>
                    <a:pt x="85" y="17"/>
                  </a:cubicBezTo>
                  <a:cubicBezTo>
                    <a:pt x="69" y="17"/>
                    <a:pt x="49" y="17"/>
                    <a:pt x="33" y="1"/>
                  </a:cubicBezTo>
                  <a:close/>
                  <a:moveTo>
                    <a:pt x="453" y="134"/>
                  </a:moveTo>
                  <a:cubicBezTo>
                    <a:pt x="489" y="154"/>
                    <a:pt x="538" y="170"/>
                    <a:pt x="574" y="170"/>
                  </a:cubicBezTo>
                  <a:cubicBezTo>
                    <a:pt x="639" y="203"/>
                    <a:pt x="707" y="219"/>
                    <a:pt x="776" y="235"/>
                  </a:cubicBezTo>
                  <a:lnTo>
                    <a:pt x="792" y="235"/>
                  </a:lnTo>
                  <a:cubicBezTo>
                    <a:pt x="808" y="235"/>
                    <a:pt x="824" y="235"/>
                    <a:pt x="857" y="255"/>
                  </a:cubicBezTo>
                  <a:cubicBezTo>
                    <a:pt x="893" y="271"/>
                    <a:pt x="925" y="271"/>
                    <a:pt x="958" y="287"/>
                  </a:cubicBezTo>
                  <a:lnTo>
                    <a:pt x="958" y="271"/>
                  </a:lnTo>
                  <a:cubicBezTo>
                    <a:pt x="925" y="271"/>
                    <a:pt x="893" y="255"/>
                    <a:pt x="857" y="235"/>
                  </a:cubicBezTo>
                  <a:cubicBezTo>
                    <a:pt x="841" y="235"/>
                    <a:pt x="808" y="219"/>
                    <a:pt x="792" y="219"/>
                  </a:cubicBezTo>
                  <a:lnTo>
                    <a:pt x="776" y="219"/>
                  </a:lnTo>
                  <a:cubicBezTo>
                    <a:pt x="707" y="203"/>
                    <a:pt x="639" y="186"/>
                    <a:pt x="590" y="170"/>
                  </a:cubicBezTo>
                  <a:cubicBezTo>
                    <a:pt x="538" y="154"/>
                    <a:pt x="505" y="134"/>
                    <a:pt x="453" y="1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9"/>
            <p:cNvSpPr/>
            <p:nvPr/>
          </p:nvSpPr>
          <p:spPr>
            <a:xfrm>
              <a:off x="1650611" y="775228"/>
              <a:ext cx="295889" cy="209079"/>
            </a:xfrm>
            <a:custGeom>
              <a:avLst/>
              <a:gdLst/>
              <a:ahLst/>
              <a:cxnLst/>
              <a:rect l="l" t="t" r="r" b="b"/>
              <a:pathLst>
                <a:path w="2979" h="2105" extrusionOk="0">
                  <a:moveTo>
                    <a:pt x="2978" y="0"/>
                  </a:moveTo>
                  <a:cubicBezTo>
                    <a:pt x="2930" y="0"/>
                    <a:pt x="2897" y="36"/>
                    <a:pt x="2845" y="53"/>
                  </a:cubicBezTo>
                  <a:cubicBezTo>
                    <a:pt x="2845" y="53"/>
                    <a:pt x="2829" y="69"/>
                    <a:pt x="2812" y="69"/>
                  </a:cubicBezTo>
                  <a:cubicBezTo>
                    <a:pt x="2728" y="121"/>
                    <a:pt x="2643" y="170"/>
                    <a:pt x="2574" y="202"/>
                  </a:cubicBezTo>
                  <a:cubicBezTo>
                    <a:pt x="2526" y="238"/>
                    <a:pt x="2493" y="255"/>
                    <a:pt x="2441" y="271"/>
                  </a:cubicBezTo>
                  <a:cubicBezTo>
                    <a:pt x="2324" y="339"/>
                    <a:pt x="2223" y="404"/>
                    <a:pt x="2106" y="457"/>
                  </a:cubicBezTo>
                  <a:lnTo>
                    <a:pt x="2037" y="505"/>
                  </a:lnTo>
                  <a:lnTo>
                    <a:pt x="2122" y="473"/>
                  </a:lnTo>
                  <a:cubicBezTo>
                    <a:pt x="2223" y="404"/>
                    <a:pt x="2340" y="356"/>
                    <a:pt x="2441" y="287"/>
                  </a:cubicBezTo>
                  <a:cubicBezTo>
                    <a:pt x="2493" y="271"/>
                    <a:pt x="2542" y="238"/>
                    <a:pt x="2574" y="222"/>
                  </a:cubicBezTo>
                  <a:cubicBezTo>
                    <a:pt x="2659" y="170"/>
                    <a:pt x="2728" y="137"/>
                    <a:pt x="2812" y="85"/>
                  </a:cubicBezTo>
                  <a:cubicBezTo>
                    <a:pt x="2829" y="85"/>
                    <a:pt x="2845" y="69"/>
                    <a:pt x="2861" y="69"/>
                  </a:cubicBezTo>
                  <a:cubicBezTo>
                    <a:pt x="2897" y="36"/>
                    <a:pt x="2930" y="20"/>
                    <a:pt x="2978" y="20"/>
                  </a:cubicBezTo>
                  <a:lnTo>
                    <a:pt x="2978" y="0"/>
                  </a:lnTo>
                  <a:close/>
                  <a:moveTo>
                    <a:pt x="2037" y="505"/>
                  </a:moveTo>
                  <a:cubicBezTo>
                    <a:pt x="1988" y="525"/>
                    <a:pt x="1936" y="558"/>
                    <a:pt x="1887" y="574"/>
                  </a:cubicBezTo>
                  <a:cubicBezTo>
                    <a:pt x="1819" y="606"/>
                    <a:pt x="1766" y="642"/>
                    <a:pt x="1718" y="675"/>
                  </a:cubicBezTo>
                  <a:cubicBezTo>
                    <a:pt x="1786" y="659"/>
                    <a:pt x="1835" y="626"/>
                    <a:pt x="1887" y="590"/>
                  </a:cubicBezTo>
                  <a:cubicBezTo>
                    <a:pt x="1936" y="574"/>
                    <a:pt x="1988" y="541"/>
                    <a:pt x="2037" y="505"/>
                  </a:cubicBezTo>
                  <a:close/>
                  <a:moveTo>
                    <a:pt x="1718" y="675"/>
                  </a:moveTo>
                  <a:lnTo>
                    <a:pt x="1718" y="675"/>
                  </a:lnTo>
                  <a:cubicBezTo>
                    <a:pt x="1665" y="707"/>
                    <a:pt x="1601" y="727"/>
                    <a:pt x="1548" y="760"/>
                  </a:cubicBezTo>
                  <a:cubicBezTo>
                    <a:pt x="1463" y="808"/>
                    <a:pt x="1399" y="844"/>
                    <a:pt x="1314" y="893"/>
                  </a:cubicBezTo>
                  <a:cubicBezTo>
                    <a:pt x="1245" y="929"/>
                    <a:pt x="1197" y="961"/>
                    <a:pt x="1128" y="994"/>
                  </a:cubicBezTo>
                  <a:cubicBezTo>
                    <a:pt x="1197" y="961"/>
                    <a:pt x="1261" y="945"/>
                    <a:pt x="1314" y="909"/>
                  </a:cubicBezTo>
                  <a:cubicBezTo>
                    <a:pt x="1399" y="861"/>
                    <a:pt x="1483" y="808"/>
                    <a:pt x="1548" y="776"/>
                  </a:cubicBezTo>
                  <a:cubicBezTo>
                    <a:pt x="1617" y="743"/>
                    <a:pt x="1665" y="707"/>
                    <a:pt x="1718" y="675"/>
                  </a:cubicBezTo>
                  <a:close/>
                  <a:moveTo>
                    <a:pt x="1128" y="994"/>
                  </a:moveTo>
                  <a:cubicBezTo>
                    <a:pt x="1043" y="1046"/>
                    <a:pt x="942" y="1095"/>
                    <a:pt x="857" y="1131"/>
                  </a:cubicBezTo>
                  <a:cubicBezTo>
                    <a:pt x="776" y="1180"/>
                    <a:pt x="692" y="1232"/>
                    <a:pt x="623" y="1264"/>
                  </a:cubicBezTo>
                  <a:cubicBezTo>
                    <a:pt x="538" y="1313"/>
                    <a:pt x="453" y="1349"/>
                    <a:pt x="389" y="1398"/>
                  </a:cubicBezTo>
                  <a:cubicBezTo>
                    <a:pt x="320" y="1434"/>
                    <a:pt x="272" y="1466"/>
                    <a:pt x="203" y="1483"/>
                  </a:cubicBezTo>
                  <a:cubicBezTo>
                    <a:pt x="171" y="1515"/>
                    <a:pt x="118" y="1551"/>
                    <a:pt x="70" y="1567"/>
                  </a:cubicBezTo>
                  <a:cubicBezTo>
                    <a:pt x="17" y="1600"/>
                    <a:pt x="1" y="1616"/>
                    <a:pt x="17" y="1668"/>
                  </a:cubicBezTo>
                  <a:cubicBezTo>
                    <a:pt x="33" y="1685"/>
                    <a:pt x="17" y="1685"/>
                    <a:pt x="17" y="1701"/>
                  </a:cubicBezTo>
                  <a:lnTo>
                    <a:pt x="17" y="1717"/>
                  </a:lnTo>
                  <a:cubicBezTo>
                    <a:pt x="1" y="1737"/>
                    <a:pt x="1" y="1769"/>
                    <a:pt x="1" y="1786"/>
                  </a:cubicBezTo>
                  <a:lnTo>
                    <a:pt x="1" y="1838"/>
                  </a:lnTo>
                  <a:lnTo>
                    <a:pt x="1" y="2020"/>
                  </a:lnTo>
                  <a:lnTo>
                    <a:pt x="1" y="2105"/>
                  </a:lnTo>
                  <a:cubicBezTo>
                    <a:pt x="1" y="2072"/>
                    <a:pt x="1" y="2056"/>
                    <a:pt x="17" y="2020"/>
                  </a:cubicBezTo>
                  <a:lnTo>
                    <a:pt x="17" y="1838"/>
                  </a:lnTo>
                  <a:lnTo>
                    <a:pt x="17" y="1786"/>
                  </a:lnTo>
                  <a:cubicBezTo>
                    <a:pt x="17" y="1769"/>
                    <a:pt x="17" y="1737"/>
                    <a:pt x="33" y="1717"/>
                  </a:cubicBezTo>
                  <a:lnTo>
                    <a:pt x="33" y="1701"/>
                  </a:lnTo>
                  <a:lnTo>
                    <a:pt x="33" y="1668"/>
                  </a:lnTo>
                  <a:cubicBezTo>
                    <a:pt x="17" y="1616"/>
                    <a:pt x="33" y="1600"/>
                    <a:pt x="70" y="1584"/>
                  </a:cubicBezTo>
                  <a:cubicBezTo>
                    <a:pt x="118" y="1551"/>
                    <a:pt x="171" y="1535"/>
                    <a:pt x="219" y="1499"/>
                  </a:cubicBezTo>
                  <a:cubicBezTo>
                    <a:pt x="272" y="1466"/>
                    <a:pt x="336" y="1434"/>
                    <a:pt x="389" y="1414"/>
                  </a:cubicBezTo>
                  <a:cubicBezTo>
                    <a:pt x="473" y="1365"/>
                    <a:pt x="538" y="1333"/>
                    <a:pt x="623" y="1281"/>
                  </a:cubicBezTo>
                  <a:cubicBezTo>
                    <a:pt x="708" y="1232"/>
                    <a:pt x="793" y="1196"/>
                    <a:pt x="857" y="1147"/>
                  </a:cubicBezTo>
                  <a:cubicBezTo>
                    <a:pt x="958" y="1095"/>
                    <a:pt x="1043" y="1046"/>
                    <a:pt x="1128" y="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1815987" y="857469"/>
              <a:ext cx="5264" cy="130513"/>
            </a:xfrm>
            <a:custGeom>
              <a:avLst/>
              <a:gdLst/>
              <a:ahLst/>
              <a:cxnLst/>
              <a:rect l="l" t="t" r="r" b="b"/>
              <a:pathLst>
                <a:path w="53" h="1314" extrusionOk="0">
                  <a:moveTo>
                    <a:pt x="37" y="0"/>
                  </a:moveTo>
                  <a:lnTo>
                    <a:pt x="37" y="81"/>
                  </a:lnTo>
                  <a:lnTo>
                    <a:pt x="37" y="283"/>
                  </a:lnTo>
                  <a:lnTo>
                    <a:pt x="37" y="505"/>
                  </a:lnTo>
                  <a:cubicBezTo>
                    <a:pt x="37" y="420"/>
                    <a:pt x="37" y="352"/>
                    <a:pt x="53" y="283"/>
                  </a:cubicBezTo>
                  <a:lnTo>
                    <a:pt x="53" y="81"/>
                  </a:lnTo>
                  <a:lnTo>
                    <a:pt x="53" y="0"/>
                  </a:lnTo>
                  <a:close/>
                  <a:moveTo>
                    <a:pt x="37" y="505"/>
                  </a:moveTo>
                  <a:cubicBezTo>
                    <a:pt x="37" y="570"/>
                    <a:pt x="20" y="638"/>
                    <a:pt x="20" y="707"/>
                  </a:cubicBezTo>
                  <a:lnTo>
                    <a:pt x="20" y="1075"/>
                  </a:lnTo>
                  <a:lnTo>
                    <a:pt x="20" y="1228"/>
                  </a:lnTo>
                  <a:cubicBezTo>
                    <a:pt x="20" y="1176"/>
                    <a:pt x="37" y="1127"/>
                    <a:pt x="37" y="1075"/>
                  </a:cubicBezTo>
                  <a:lnTo>
                    <a:pt x="37" y="707"/>
                  </a:lnTo>
                  <a:lnTo>
                    <a:pt x="37" y="505"/>
                  </a:lnTo>
                  <a:close/>
                  <a:moveTo>
                    <a:pt x="20" y="1228"/>
                  </a:moveTo>
                  <a:cubicBezTo>
                    <a:pt x="0" y="1261"/>
                    <a:pt x="0" y="1277"/>
                    <a:pt x="0" y="1313"/>
                  </a:cubicBezTo>
                  <a:lnTo>
                    <a:pt x="20" y="1313"/>
                  </a:lnTo>
                  <a:lnTo>
                    <a:pt x="20" y="12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2199183" y="862236"/>
              <a:ext cx="1689" cy="118892"/>
            </a:xfrm>
            <a:custGeom>
              <a:avLst/>
              <a:gdLst/>
              <a:ahLst/>
              <a:cxnLst/>
              <a:rect l="l" t="t" r="r" b="b"/>
              <a:pathLst>
                <a:path w="17" h="1197" extrusionOk="0">
                  <a:moveTo>
                    <a:pt x="0" y="1"/>
                  </a:moveTo>
                  <a:lnTo>
                    <a:pt x="0" y="85"/>
                  </a:lnTo>
                  <a:cubicBezTo>
                    <a:pt x="0" y="69"/>
                    <a:pt x="0" y="33"/>
                    <a:pt x="16" y="17"/>
                  </a:cubicBezTo>
                  <a:lnTo>
                    <a:pt x="16" y="1"/>
                  </a:lnTo>
                  <a:close/>
                  <a:moveTo>
                    <a:pt x="0" y="85"/>
                  </a:moveTo>
                  <a:lnTo>
                    <a:pt x="0" y="558"/>
                  </a:lnTo>
                  <a:lnTo>
                    <a:pt x="0" y="760"/>
                  </a:lnTo>
                  <a:lnTo>
                    <a:pt x="0" y="1095"/>
                  </a:lnTo>
                  <a:lnTo>
                    <a:pt x="0" y="1164"/>
                  </a:lnTo>
                  <a:lnTo>
                    <a:pt x="0" y="1196"/>
                  </a:lnTo>
                  <a:lnTo>
                    <a:pt x="16" y="1196"/>
                  </a:lnTo>
                  <a:lnTo>
                    <a:pt x="16" y="1164"/>
                  </a:lnTo>
                  <a:lnTo>
                    <a:pt x="16" y="1095"/>
                  </a:lnTo>
                  <a:lnTo>
                    <a:pt x="16" y="760"/>
                  </a:lnTo>
                  <a:lnTo>
                    <a:pt x="16" y="558"/>
                  </a:lnTo>
                  <a:cubicBezTo>
                    <a:pt x="0" y="405"/>
                    <a:pt x="0" y="235"/>
                    <a:pt x="0" y="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1826019" y="883293"/>
              <a:ext cx="122468" cy="104689"/>
            </a:xfrm>
            <a:custGeom>
              <a:avLst/>
              <a:gdLst/>
              <a:ahLst/>
              <a:cxnLst/>
              <a:rect l="l" t="t" r="r" b="b"/>
              <a:pathLst>
                <a:path w="1233" h="1054" extrusionOk="0">
                  <a:moveTo>
                    <a:pt x="1202" y="0"/>
                  </a:moveTo>
                  <a:cubicBezTo>
                    <a:pt x="1178" y="0"/>
                    <a:pt x="1159" y="12"/>
                    <a:pt x="1147" y="23"/>
                  </a:cubicBezTo>
                  <a:cubicBezTo>
                    <a:pt x="1131" y="23"/>
                    <a:pt x="1131" y="43"/>
                    <a:pt x="1111" y="43"/>
                  </a:cubicBezTo>
                  <a:cubicBezTo>
                    <a:pt x="1030" y="75"/>
                    <a:pt x="945" y="124"/>
                    <a:pt x="861" y="160"/>
                  </a:cubicBezTo>
                  <a:lnTo>
                    <a:pt x="808" y="193"/>
                  </a:lnTo>
                  <a:cubicBezTo>
                    <a:pt x="743" y="225"/>
                    <a:pt x="691" y="245"/>
                    <a:pt x="643" y="277"/>
                  </a:cubicBezTo>
                  <a:cubicBezTo>
                    <a:pt x="542" y="326"/>
                    <a:pt x="424" y="378"/>
                    <a:pt x="323" y="447"/>
                  </a:cubicBezTo>
                  <a:cubicBezTo>
                    <a:pt x="441" y="395"/>
                    <a:pt x="542" y="346"/>
                    <a:pt x="643" y="294"/>
                  </a:cubicBezTo>
                  <a:cubicBezTo>
                    <a:pt x="691" y="261"/>
                    <a:pt x="760" y="245"/>
                    <a:pt x="808" y="209"/>
                  </a:cubicBezTo>
                  <a:lnTo>
                    <a:pt x="861" y="176"/>
                  </a:lnTo>
                  <a:cubicBezTo>
                    <a:pt x="945" y="144"/>
                    <a:pt x="1030" y="92"/>
                    <a:pt x="1131" y="59"/>
                  </a:cubicBezTo>
                  <a:cubicBezTo>
                    <a:pt x="1131" y="43"/>
                    <a:pt x="1147" y="43"/>
                    <a:pt x="1147" y="43"/>
                  </a:cubicBezTo>
                  <a:cubicBezTo>
                    <a:pt x="1180" y="23"/>
                    <a:pt x="1196" y="7"/>
                    <a:pt x="1232" y="7"/>
                  </a:cubicBezTo>
                  <a:cubicBezTo>
                    <a:pt x="1222" y="2"/>
                    <a:pt x="1211" y="0"/>
                    <a:pt x="1202" y="0"/>
                  </a:cubicBezTo>
                  <a:close/>
                  <a:moveTo>
                    <a:pt x="323" y="447"/>
                  </a:moveTo>
                  <a:cubicBezTo>
                    <a:pt x="287" y="447"/>
                    <a:pt x="271" y="463"/>
                    <a:pt x="239" y="479"/>
                  </a:cubicBezTo>
                  <a:cubicBezTo>
                    <a:pt x="186" y="512"/>
                    <a:pt x="138" y="528"/>
                    <a:pt x="69" y="564"/>
                  </a:cubicBezTo>
                  <a:cubicBezTo>
                    <a:pt x="20" y="580"/>
                    <a:pt x="0" y="613"/>
                    <a:pt x="0" y="665"/>
                  </a:cubicBezTo>
                  <a:lnTo>
                    <a:pt x="0" y="932"/>
                  </a:lnTo>
                  <a:lnTo>
                    <a:pt x="0" y="1053"/>
                  </a:lnTo>
                  <a:cubicBezTo>
                    <a:pt x="0" y="1001"/>
                    <a:pt x="0" y="968"/>
                    <a:pt x="20" y="932"/>
                  </a:cubicBezTo>
                  <a:lnTo>
                    <a:pt x="20" y="665"/>
                  </a:lnTo>
                  <a:cubicBezTo>
                    <a:pt x="20" y="613"/>
                    <a:pt x="37" y="597"/>
                    <a:pt x="69" y="580"/>
                  </a:cubicBezTo>
                  <a:cubicBezTo>
                    <a:pt x="138" y="548"/>
                    <a:pt x="186" y="512"/>
                    <a:pt x="239" y="496"/>
                  </a:cubicBezTo>
                  <a:cubicBezTo>
                    <a:pt x="271" y="479"/>
                    <a:pt x="303" y="463"/>
                    <a:pt x="323" y="4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1759372" y="382397"/>
              <a:ext cx="183851" cy="138856"/>
            </a:xfrm>
            <a:custGeom>
              <a:avLst/>
              <a:gdLst/>
              <a:ahLst/>
              <a:cxnLst/>
              <a:rect l="l" t="t" r="r" b="b"/>
              <a:pathLst>
                <a:path w="1851" h="1398" extrusionOk="0">
                  <a:moveTo>
                    <a:pt x="1851" y="0"/>
                  </a:moveTo>
                  <a:cubicBezTo>
                    <a:pt x="1818" y="0"/>
                    <a:pt x="1802" y="0"/>
                    <a:pt x="1782" y="16"/>
                  </a:cubicBezTo>
                  <a:cubicBezTo>
                    <a:pt x="1717" y="69"/>
                    <a:pt x="1665" y="117"/>
                    <a:pt x="1600" y="154"/>
                  </a:cubicBezTo>
                  <a:cubicBezTo>
                    <a:pt x="1515" y="218"/>
                    <a:pt x="1447" y="287"/>
                    <a:pt x="1362" y="340"/>
                  </a:cubicBezTo>
                  <a:cubicBezTo>
                    <a:pt x="1261" y="420"/>
                    <a:pt x="1160" y="505"/>
                    <a:pt x="1059" y="574"/>
                  </a:cubicBezTo>
                  <a:cubicBezTo>
                    <a:pt x="974" y="643"/>
                    <a:pt x="893" y="707"/>
                    <a:pt x="809" y="776"/>
                  </a:cubicBezTo>
                  <a:cubicBezTo>
                    <a:pt x="655" y="893"/>
                    <a:pt x="522" y="1010"/>
                    <a:pt x="368" y="1111"/>
                  </a:cubicBezTo>
                  <a:cubicBezTo>
                    <a:pt x="267" y="1196"/>
                    <a:pt x="186" y="1265"/>
                    <a:pt x="102" y="1329"/>
                  </a:cubicBezTo>
                  <a:cubicBezTo>
                    <a:pt x="85" y="1329"/>
                    <a:pt x="85" y="1349"/>
                    <a:pt x="65" y="1349"/>
                  </a:cubicBezTo>
                  <a:cubicBezTo>
                    <a:pt x="49" y="1366"/>
                    <a:pt x="49" y="1366"/>
                    <a:pt x="33" y="1382"/>
                  </a:cubicBezTo>
                  <a:cubicBezTo>
                    <a:pt x="17" y="1382"/>
                    <a:pt x="17" y="1398"/>
                    <a:pt x="1" y="1398"/>
                  </a:cubicBezTo>
                  <a:lnTo>
                    <a:pt x="33" y="1398"/>
                  </a:lnTo>
                  <a:lnTo>
                    <a:pt x="65" y="1366"/>
                  </a:lnTo>
                  <a:cubicBezTo>
                    <a:pt x="85" y="1349"/>
                    <a:pt x="102" y="1349"/>
                    <a:pt x="102" y="1349"/>
                  </a:cubicBezTo>
                  <a:cubicBezTo>
                    <a:pt x="186" y="1265"/>
                    <a:pt x="287" y="1196"/>
                    <a:pt x="368" y="1127"/>
                  </a:cubicBezTo>
                  <a:cubicBezTo>
                    <a:pt x="522" y="1010"/>
                    <a:pt x="671" y="893"/>
                    <a:pt x="825" y="776"/>
                  </a:cubicBezTo>
                  <a:cubicBezTo>
                    <a:pt x="910" y="723"/>
                    <a:pt x="994" y="659"/>
                    <a:pt x="1059" y="590"/>
                  </a:cubicBezTo>
                  <a:cubicBezTo>
                    <a:pt x="1176" y="505"/>
                    <a:pt x="1277" y="441"/>
                    <a:pt x="1378" y="356"/>
                  </a:cubicBezTo>
                  <a:cubicBezTo>
                    <a:pt x="1447" y="287"/>
                    <a:pt x="1532" y="239"/>
                    <a:pt x="1616" y="170"/>
                  </a:cubicBezTo>
                  <a:cubicBezTo>
                    <a:pt x="1665" y="117"/>
                    <a:pt x="1734" y="69"/>
                    <a:pt x="1782" y="37"/>
                  </a:cubicBezTo>
                  <a:cubicBezTo>
                    <a:pt x="1797" y="22"/>
                    <a:pt x="1809" y="10"/>
                    <a:pt x="1821" y="10"/>
                  </a:cubicBezTo>
                  <a:cubicBezTo>
                    <a:pt x="1825" y="10"/>
                    <a:pt x="1830" y="12"/>
                    <a:pt x="1835" y="16"/>
                  </a:cubicBez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1759372" y="298865"/>
              <a:ext cx="182261" cy="143823"/>
            </a:xfrm>
            <a:custGeom>
              <a:avLst/>
              <a:gdLst/>
              <a:ahLst/>
              <a:cxnLst/>
              <a:rect l="l" t="t" r="r" b="b"/>
              <a:pathLst>
                <a:path w="1835" h="1448" extrusionOk="0">
                  <a:moveTo>
                    <a:pt x="1835" y="1"/>
                  </a:moveTo>
                  <a:cubicBezTo>
                    <a:pt x="1782" y="1"/>
                    <a:pt x="1766" y="33"/>
                    <a:pt x="1734" y="49"/>
                  </a:cubicBezTo>
                  <a:cubicBezTo>
                    <a:pt x="1734" y="70"/>
                    <a:pt x="1717" y="70"/>
                    <a:pt x="1717" y="86"/>
                  </a:cubicBezTo>
                  <a:cubicBezTo>
                    <a:pt x="1734" y="86"/>
                    <a:pt x="1734" y="70"/>
                    <a:pt x="1750" y="70"/>
                  </a:cubicBezTo>
                  <a:cubicBezTo>
                    <a:pt x="1766" y="33"/>
                    <a:pt x="1802" y="17"/>
                    <a:pt x="1835" y="17"/>
                  </a:cubicBezTo>
                  <a:lnTo>
                    <a:pt x="1835" y="1"/>
                  </a:lnTo>
                  <a:close/>
                  <a:moveTo>
                    <a:pt x="1717" y="86"/>
                  </a:moveTo>
                  <a:lnTo>
                    <a:pt x="1717" y="86"/>
                  </a:lnTo>
                  <a:cubicBezTo>
                    <a:pt x="1633" y="134"/>
                    <a:pt x="1548" y="203"/>
                    <a:pt x="1479" y="272"/>
                  </a:cubicBezTo>
                  <a:cubicBezTo>
                    <a:pt x="1564" y="219"/>
                    <a:pt x="1633" y="150"/>
                    <a:pt x="1717" y="86"/>
                  </a:cubicBezTo>
                  <a:close/>
                  <a:moveTo>
                    <a:pt x="1463" y="288"/>
                  </a:moveTo>
                  <a:cubicBezTo>
                    <a:pt x="1398" y="320"/>
                    <a:pt x="1346" y="373"/>
                    <a:pt x="1277" y="421"/>
                  </a:cubicBezTo>
                  <a:lnTo>
                    <a:pt x="1176" y="506"/>
                  </a:lnTo>
                  <a:cubicBezTo>
                    <a:pt x="1075" y="591"/>
                    <a:pt x="974" y="676"/>
                    <a:pt x="873" y="740"/>
                  </a:cubicBezTo>
                  <a:cubicBezTo>
                    <a:pt x="809" y="793"/>
                    <a:pt x="756" y="841"/>
                    <a:pt x="691" y="910"/>
                  </a:cubicBezTo>
                  <a:cubicBezTo>
                    <a:pt x="756" y="857"/>
                    <a:pt x="825" y="809"/>
                    <a:pt x="893" y="756"/>
                  </a:cubicBezTo>
                  <a:cubicBezTo>
                    <a:pt x="994" y="676"/>
                    <a:pt x="1075" y="607"/>
                    <a:pt x="1176" y="522"/>
                  </a:cubicBezTo>
                  <a:lnTo>
                    <a:pt x="1297" y="437"/>
                  </a:lnTo>
                  <a:cubicBezTo>
                    <a:pt x="1346" y="389"/>
                    <a:pt x="1414" y="336"/>
                    <a:pt x="1463" y="288"/>
                  </a:cubicBezTo>
                  <a:close/>
                  <a:moveTo>
                    <a:pt x="691" y="910"/>
                  </a:moveTo>
                  <a:cubicBezTo>
                    <a:pt x="590" y="979"/>
                    <a:pt x="506" y="1043"/>
                    <a:pt x="405" y="1128"/>
                  </a:cubicBezTo>
                  <a:lnTo>
                    <a:pt x="235" y="1261"/>
                  </a:lnTo>
                  <a:cubicBezTo>
                    <a:pt x="186" y="1314"/>
                    <a:pt x="118" y="1362"/>
                    <a:pt x="65" y="1399"/>
                  </a:cubicBezTo>
                  <a:lnTo>
                    <a:pt x="65" y="1415"/>
                  </a:lnTo>
                  <a:cubicBezTo>
                    <a:pt x="134" y="1362"/>
                    <a:pt x="186" y="1314"/>
                    <a:pt x="251" y="1261"/>
                  </a:cubicBezTo>
                  <a:lnTo>
                    <a:pt x="421" y="1144"/>
                  </a:lnTo>
                  <a:cubicBezTo>
                    <a:pt x="506" y="1059"/>
                    <a:pt x="607" y="995"/>
                    <a:pt x="691" y="910"/>
                  </a:cubicBezTo>
                  <a:close/>
                  <a:moveTo>
                    <a:pt x="65" y="1415"/>
                  </a:moveTo>
                  <a:cubicBezTo>
                    <a:pt x="49" y="1415"/>
                    <a:pt x="33" y="1431"/>
                    <a:pt x="17" y="1431"/>
                  </a:cubicBezTo>
                  <a:lnTo>
                    <a:pt x="1" y="1431"/>
                  </a:lnTo>
                  <a:lnTo>
                    <a:pt x="17" y="1447"/>
                  </a:lnTo>
                  <a:cubicBezTo>
                    <a:pt x="33" y="1447"/>
                    <a:pt x="49" y="1431"/>
                    <a:pt x="65" y="14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9"/>
            <p:cNvSpPr/>
            <p:nvPr/>
          </p:nvSpPr>
          <p:spPr>
            <a:xfrm>
              <a:off x="2190740" y="860647"/>
              <a:ext cx="287347" cy="120481"/>
            </a:xfrm>
            <a:custGeom>
              <a:avLst/>
              <a:gdLst/>
              <a:ahLst/>
              <a:cxnLst/>
              <a:rect l="l" t="t" r="r" b="b"/>
              <a:pathLst>
                <a:path w="2893" h="1213" extrusionOk="0">
                  <a:moveTo>
                    <a:pt x="2489" y="655"/>
                  </a:moveTo>
                  <a:lnTo>
                    <a:pt x="2489" y="655"/>
                  </a:lnTo>
                  <a:cubicBezTo>
                    <a:pt x="2574" y="691"/>
                    <a:pt x="2675" y="724"/>
                    <a:pt x="2776" y="740"/>
                  </a:cubicBezTo>
                  <a:lnTo>
                    <a:pt x="2792" y="740"/>
                  </a:lnTo>
                  <a:lnTo>
                    <a:pt x="2776" y="724"/>
                  </a:lnTo>
                  <a:cubicBezTo>
                    <a:pt x="2675" y="707"/>
                    <a:pt x="2590" y="675"/>
                    <a:pt x="2489" y="655"/>
                  </a:cubicBezTo>
                  <a:close/>
                  <a:moveTo>
                    <a:pt x="16" y="1"/>
                  </a:moveTo>
                  <a:cubicBezTo>
                    <a:pt x="16" y="17"/>
                    <a:pt x="0" y="33"/>
                    <a:pt x="0" y="49"/>
                  </a:cubicBezTo>
                  <a:lnTo>
                    <a:pt x="0" y="219"/>
                  </a:lnTo>
                  <a:lnTo>
                    <a:pt x="0" y="388"/>
                  </a:lnTo>
                  <a:lnTo>
                    <a:pt x="0" y="404"/>
                  </a:lnTo>
                  <a:cubicBezTo>
                    <a:pt x="0" y="522"/>
                    <a:pt x="0" y="639"/>
                    <a:pt x="16" y="756"/>
                  </a:cubicBezTo>
                  <a:lnTo>
                    <a:pt x="16" y="404"/>
                  </a:lnTo>
                  <a:lnTo>
                    <a:pt x="16" y="388"/>
                  </a:lnTo>
                  <a:lnTo>
                    <a:pt x="16" y="219"/>
                  </a:lnTo>
                  <a:lnTo>
                    <a:pt x="16" y="49"/>
                  </a:lnTo>
                  <a:cubicBezTo>
                    <a:pt x="16" y="33"/>
                    <a:pt x="16" y="17"/>
                    <a:pt x="33" y="17"/>
                  </a:cubicBezTo>
                  <a:lnTo>
                    <a:pt x="65" y="17"/>
                  </a:lnTo>
                  <a:cubicBezTo>
                    <a:pt x="117" y="33"/>
                    <a:pt x="150" y="33"/>
                    <a:pt x="186" y="49"/>
                  </a:cubicBezTo>
                  <a:cubicBezTo>
                    <a:pt x="202" y="49"/>
                    <a:pt x="218" y="49"/>
                    <a:pt x="235" y="69"/>
                  </a:cubicBezTo>
                  <a:cubicBezTo>
                    <a:pt x="287" y="69"/>
                    <a:pt x="336" y="85"/>
                    <a:pt x="388" y="101"/>
                  </a:cubicBezTo>
                  <a:cubicBezTo>
                    <a:pt x="489" y="134"/>
                    <a:pt x="570" y="150"/>
                    <a:pt x="671" y="186"/>
                  </a:cubicBezTo>
                  <a:cubicBezTo>
                    <a:pt x="808" y="219"/>
                    <a:pt x="958" y="251"/>
                    <a:pt x="1095" y="287"/>
                  </a:cubicBezTo>
                  <a:cubicBezTo>
                    <a:pt x="1111" y="303"/>
                    <a:pt x="1127" y="303"/>
                    <a:pt x="1143" y="303"/>
                  </a:cubicBezTo>
                  <a:cubicBezTo>
                    <a:pt x="1212" y="320"/>
                    <a:pt x="1277" y="336"/>
                    <a:pt x="1329" y="352"/>
                  </a:cubicBezTo>
                  <a:cubicBezTo>
                    <a:pt x="1414" y="372"/>
                    <a:pt x="1479" y="404"/>
                    <a:pt x="1547" y="421"/>
                  </a:cubicBezTo>
                  <a:cubicBezTo>
                    <a:pt x="1600" y="421"/>
                    <a:pt x="1632" y="437"/>
                    <a:pt x="1681" y="453"/>
                  </a:cubicBezTo>
                  <a:cubicBezTo>
                    <a:pt x="1782" y="473"/>
                    <a:pt x="1883" y="505"/>
                    <a:pt x="2004" y="538"/>
                  </a:cubicBezTo>
                  <a:cubicBezTo>
                    <a:pt x="2052" y="554"/>
                    <a:pt x="2121" y="574"/>
                    <a:pt x="2186" y="590"/>
                  </a:cubicBezTo>
                  <a:cubicBezTo>
                    <a:pt x="2287" y="606"/>
                    <a:pt x="2388" y="639"/>
                    <a:pt x="2489" y="655"/>
                  </a:cubicBezTo>
                  <a:cubicBezTo>
                    <a:pt x="2388" y="623"/>
                    <a:pt x="2287" y="606"/>
                    <a:pt x="2186" y="574"/>
                  </a:cubicBezTo>
                  <a:cubicBezTo>
                    <a:pt x="2137" y="554"/>
                    <a:pt x="2069" y="538"/>
                    <a:pt x="2004" y="522"/>
                  </a:cubicBezTo>
                  <a:cubicBezTo>
                    <a:pt x="1903" y="489"/>
                    <a:pt x="1782" y="473"/>
                    <a:pt x="1681" y="437"/>
                  </a:cubicBezTo>
                  <a:cubicBezTo>
                    <a:pt x="1648" y="421"/>
                    <a:pt x="1600" y="421"/>
                    <a:pt x="1547" y="404"/>
                  </a:cubicBezTo>
                  <a:cubicBezTo>
                    <a:pt x="1479" y="388"/>
                    <a:pt x="1414" y="372"/>
                    <a:pt x="1345" y="352"/>
                  </a:cubicBezTo>
                  <a:cubicBezTo>
                    <a:pt x="1277" y="320"/>
                    <a:pt x="1212" y="303"/>
                    <a:pt x="1143" y="287"/>
                  </a:cubicBezTo>
                  <a:cubicBezTo>
                    <a:pt x="1127" y="287"/>
                    <a:pt x="1111" y="287"/>
                    <a:pt x="1095" y="271"/>
                  </a:cubicBezTo>
                  <a:cubicBezTo>
                    <a:pt x="958" y="235"/>
                    <a:pt x="824" y="202"/>
                    <a:pt x="671" y="170"/>
                  </a:cubicBezTo>
                  <a:cubicBezTo>
                    <a:pt x="590" y="134"/>
                    <a:pt x="489" y="118"/>
                    <a:pt x="388" y="85"/>
                  </a:cubicBezTo>
                  <a:cubicBezTo>
                    <a:pt x="336" y="85"/>
                    <a:pt x="287" y="69"/>
                    <a:pt x="235" y="49"/>
                  </a:cubicBezTo>
                  <a:cubicBezTo>
                    <a:pt x="218" y="49"/>
                    <a:pt x="202" y="49"/>
                    <a:pt x="186" y="33"/>
                  </a:cubicBezTo>
                  <a:cubicBezTo>
                    <a:pt x="150" y="33"/>
                    <a:pt x="117" y="17"/>
                    <a:pt x="85" y="1"/>
                  </a:cubicBezTo>
                  <a:close/>
                  <a:moveTo>
                    <a:pt x="2792" y="740"/>
                  </a:moveTo>
                  <a:cubicBezTo>
                    <a:pt x="2812" y="756"/>
                    <a:pt x="2844" y="756"/>
                    <a:pt x="2860" y="776"/>
                  </a:cubicBezTo>
                  <a:cubicBezTo>
                    <a:pt x="2876" y="776"/>
                    <a:pt x="2876" y="776"/>
                    <a:pt x="2876" y="792"/>
                  </a:cubicBezTo>
                  <a:lnTo>
                    <a:pt x="2876" y="792"/>
                  </a:lnTo>
                  <a:cubicBezTo>
                    <a:pt x="2876" y="776"/>
                    <a:pt x="2876" y="756"/>
                    <a:pt x="2860" y="756"/>
                  </a:cubicBezTo>
                  <a:cubicBezTo>
                    <a:pt x="2844" y="740"/>
                    <a:pt x="2812" y="740"/>
                    <a:pt x="2792" y="740"/>
                  </a:cubicBezTo>
                  <a:close/>
                  <a:moveTo>
                    <a:pt x="0" y="776"/>
                  </a:moveTo>
                  <a:lnTo>
                    <a:pt x="0" y="792"/>
                  </a:lnTo>
                  <a:lnTo>
                    <a:pt x="16" y="792"/>
                  </a:lnTo>
                  <a:lnTo>
                    <a:pt x="16" y="776"/>
                  </a:lnTo>
                  <a:close/>
                  <a:moveTo>
                    <a:pt x="2876" y="792"/>
                  </a:moveTo>
                  <a:lnTo>
                    <a:pt x="2876" y="942"/>
                  </a:lnTo>
                  <a:lnTo>
                    <a:pt x="2876" y="958"/>
                  </a:lnTo>
                  <a:lnTo>
                    <a:pt x="2876" y="1160"/>
                  </a:lnTo>
                  <a:cubicBezTo>
                    <a:pt x="2876" y="1180"/>
                    <a:pt x="2876" y="1196"/>
                    <a:pt x="2893" y="1212"/>
                  </a:cubicBezTo>
                  <a:lnTo>
                    <a:pt x="2893" y="1196"/>
                  </a:lnTo>
                  <a:lnTo>
                    <a:pt x="2893" y="1160"/>
                  </a:lnTo>
                  <a:lnTo>
                    <a:pt x="2893" y="958"/>
                  </a:lnTo>
                  <a:lnTo>
                    <a:pt x="2893" y="942"/>
                  </a:lnTo>
                  <a:cubicBezTo>
                    <a:pt x="2893" y="893"/>
                    <a:pt x="2876" y="841"/>
                    <a:pt x="2876" y="7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1249437" y="4764"/>
              <a:ext cx="689018" cy="638461"/>
            </a:xfrm>
            <a:custGeom>
              <a:avLst/>
              <a:gdLst/>
              <a:ahLst/>
              <a:cxnLst/>
              <a:rect l="l" t="t" r="r" b="b"/>
              <a:pathLst>
                <a:path w="6937" h="6428" extrusionOk="0">
                  <a:moveTo>
                    <a:pt x="6916" y="1"/>
                  </a:moveTo>
                  <a:cubicBezTo>
                    <a:pt x="6900" y="1"/>
                    <a:pt x="6884" y="17"/>
                    <a:pt x="6868" y="33"/>
                  </a:cubicBezTo>
                  <a:cubicBezTo>
                    <a:pt x="6714" y="167"/>
                    <a:pt x="6565" y="304"/>
                    <a:pt x="6448" y="405"/>
                  </a:cubicBezTo>
                  <a:cubicBezTo>
                    <a:pt x="6411" y="437"/>
                    <a:pt x="6379" y="469"/>
                    <a:pt x="6347" y="506"/>
                  </a:cubicBezTo>
                  <a:cubicBezTo>
                    <a:pt x="6330" y="522"/>
                    <a:pt x="6310" y="538"/>
                    <a:pt x="6278" y="570"/>
                  </a:cubicBezTo>
                  <a:cubicBezTo>
                    <a:pt x="6209" y="623"/>
                    <a:pt x="6161" y="688"/>
                    <a:pt x="6092" y="740"/>
                  </a:cubicBezTo>
                  <a:cubicBezTo>
                    <a:pt x="6007" y="825"/>
                    <a:pt x="5926" y="890"/>
                    <a:pt x="5842" y="974"/>
                  </a:cubicBezTo>
                  <a:cubicBezTo>
                    <a:pt x="5773" y="1043"/>
                    <a:pt x="5704" y="1092"/>
                    <a:pt x="5640" y="1160"/>
                  </a:cubicBezTo>
                  <a:cubicBezTo>
                    <a:pt x="5555" y="1229"/>
                    <a:pt x="5486" y="1294"/>
                    <a:pt x="5421" y="1362"/>
                  </a:cubicBezTo>
                  <a:cubicBezTo>
                    <a:pt x="5369" y="1415"/>
                    <a:pt x="5300" y="1463"/>
                    <a:pt x="5252" y="1516"/>
                  </a:cubicBezTo>
                  <a:cubicBezTo>
                    <a:pt x="5183" y="1564"/>
                    <a:pt x="5118" y="1633"/>
                    <a:pt x="5066" y="1681"/>
                  </a:cubicBezTo>
                  <a:cubicBezTo>
                    <a:pt x="4981" y="1766"/>
                    <a:pt x="4896" y="1835"/>
                    <a:pt x="4815" y="1900"/>
                  </a:cubicBezTo>
                  <a:cubicBezTo>
                    <a:pt x="4763" y="1968"/>
                    <a:pt x="4694" y="2037"/>
                    <a:pt x="4630" y="2085"/>
                  </a:cubicBezTo>
                  <a:cubicBezTo>
                    <a:pt x="4529" y="2186"/>
                    <a:pt x="4428" y="2271"/>
                    <a:pt x="4327" y="2372"/>
                  </a:cubicBezTo>
                  <a:cubicBezTo>
                    <a:pt x="4428" y="2287"/>
                    <a:pt x="4529" y="2186"/>
                    <a:pt x="4630" y="2102"/>
                  </a:cubicBezTo>
                  <a:cubicBezTo>
                    <a:pt x="4694" y="2037"/>
                    <a:pt x="4763" y="1984"/>
                    <a:pt x="4832" y="1920"/>
                  </a:cubicBezTo>
                  <a:cubicBezTo>
                    <a:pt x="4916" y="1851"/>
                    <a:pt x="4981" y="1766"/>
                    <a:pt x="5066" y="1698"/>
                  </a:cubicBezTo>
                  <a:cubicBezTo>
                    <a:pt x="5135" y="1633"/>
                    <a:pt x="5199" y="1580"/>
                    <a:pt x="5268" y="1516"/>
                  </a:cubicBezTo>
                  <a:cubicBezTo>
                    <a:pt x="5320" y="1463"/>
                    <a:pt x="5369" y="1415"/>
                    <a:pt x="5438" y="1362"/>
                  </a:cubicBezTo>
                  <a:cubicBezTo>
                    <a:pt x="5502" y="1294"/>
                    <a:pt x="5571" y="1245"/>
                    <a:pt x="5640" y="1176"/>
                  </a:cubicBezTo>
                  <a:cubicBezTo>
                    <a:pt x="5704" y="1112"/>
                    <a:pt x="5773" y="1043"/>
                    <a:pt x="5842" y="991"/>
                  </a:cubicBezTo>
                  <a:cubicBezTo>
                    <a:pt x="5926" y="910"/>
                    <a:pt x="6007" y="825"/>
                    <a:pt x="6092" y="756"/>
                  </a:cubicBezTo>
                  <a:cubicBezTo>
                    <a:pt x="6161" y="688"/>
                    <a:pt x="6229" y="639"/>
                    <a:pt x="6294" y="570"/>
                  </a:cubicBezTo>
                  <a:cubicBezTo>
                    <a:pt x="6310" y="554"/>
                    <a:pt x="6347" y="538"/>
                    <a:pt x="6363" y="506"/>
                  </a:cubicBezTo>
                  <a:cubicBezTo>
                    <a:pt x="6395" y="486"/>
                    <a:pt x="6431" y="453"/>
                    <a:pt x="6464" y="421"/>
                  </a:cubicBezTo>
                  <a:cubicBezTo>
                    <a:pt x="6581" y="320"/>
                    <a:pt x="6734" y="183"/>
                    <a:pt x="6868" y="49"/>
                  </a:cubicBezTo>
                  <a:cubicBezTo>
                    <a:pt x="6884" y="33"/>
                    <a:pt x="6900" y="17"/>
                    <a:pt x="6916" y="17"/>
                  </a:cubicBezTo>
                  <a:lnTo>
                    <a:pt x="6936" y="1"/>
                  </a:lnTo>
                  <a:close/>
                  <a:moveTo>
                    <a:pt x="4327" y="2372"/>
                  </a:moveTo>
                  <a:lnTo>
                    <a:pt x="4242" y="2441"/>
                  </a:lnTo>
                  <a:cubicBezTo>
                    <a:pt x="4210" y="2473"/>
                    <a:pt x="4173" y="2505"/>
                    <a:pt x="4141" y="2526"/>
                  </a:cubicBezTo>
                  <a:cubicBezTo>
                    <a:pt x="4109" y="2558"/>
                    <a:pt x="4088" y="2590"/>
                    <a:pt x="4056" y="2606"/>
                  </a:cubicBezTo>
                  <a:cubicBezTo>
                    <a:pt x="3987" y="2675"/>
                    <a:pt x="3939" y="2728"/>
                    <a:pt x="3870" y="2776"/>
                  </a:cubicBezTo>
                  <a:lnTo>
                    <a:pt x="3705" y="2946"/>
                  </a:lnTo>
                  <a:lnTo>
                    <a:pt x="3870" y="2792"/>
                  </a:lnTo>
                  <a:cubicBezTo>
                    <a:pt x="3939" y="2728"/>
                    <a:pt x="4008" y="2675"/>
                    <a:pt x="4056" y="2627"/>
                  </a:cubicBezTo>
                  <a:cubicBezTo>
                    <a:pt x="4088" y="2590"/>
                    <a:pt x="4125" y="2558"/>
                    <a:pt x="4157" y="2542"/>
                  </a:cubicBezTo>
                  <a:cubicBezTo>
                    <a:pt x="4189" y="2505"/>
                    <a:pt x="4210" y="2473"/>
                    <a:pt x="4242" y="2457"/>
                  </a:cubicBezTo>
                  <a:lnTo>
                    <a:pt x="4327" y="2372"/>
                  </a:lnTo>
                  <a:close/>
                  <a:moveTo>
                    <a:pt x="3705" y="2946"/>
                  </a:moveTo>
                  <a:lnTo>
                    <a:pt x="3705" y="2946"/>
                  </a:lnTo>
                  <a:cubicBezTo>
                    <a:pt x="3636" y="2994"/>
                    <a:pt x="3567" y="3063"/>
                    <a:pt x="3503" y="3111"/>
                  </a:cubicBezTo>
                  <a:cubicBezTo>
                    <a:pt x="3450" y="3164"/>
                    <a:pt x="3402" y="3212"/>
                    <a:pt x="3349" y="3249"/>
                  </a:cubicBezTo>
                  <a:cubicBezTo>
                    <a:pt x="3280" y="3313"/>
                    <a:pt x="3216" y="3382"/>
                    <a:pt x="3147" y="3435"/>
                  </a:cubicBezTo>
                  <a:cubicBezTo>
                    <a:pt x="3131" y="3451"/>
                    <a:pt x="3115" y="3467"/>
                    <a:pt x="3115" y="3483"/>
                  </a:cubicBezTo>
                  <a:cubicBezTo>
                    <a:pt x="3131" y="3467"/>
                    <a:pt x="3147" y="3467"/>
                    <a:pt x="3163" y="3451"/>
                  </a:cubicBezTo>
                  <a:cubicBezTo>
                    <a:pt x="3232" y="3382"/>
                    <a:pt x="3301" y="3313"/>
                    <a:pt x="3365" y="3265"/>
                  </a:cubicBezTo>
                  <a:cubicBezTo>
                    <a:pt x="3418" y="3212"/>
                    <a:pt x="3466" y="3164"/>
                    <a:pt x="3519" y="3132"/>
                  </a:cubicBezTo>
                  <a:cubicBezTo>
                    <a:pt x="3583" y="3063"/>
                    <a:pt x="3636" y="3010"/>
                    <a:pt x="3705" y="2946"/>
                  </a:cubicBezTo>
                  <a:close/>
                  <a:moveTo>
                    <a:pt x="3115" y="3483"/>
                  </a:moveTo>
                  <a:cubicBezTo>
                    <a:pt x="3099" y="3499"/>
                    <a:pt x="3078" y="3499"/>
                    <a:pt x="3062" y="3515"/>
                  </a:cubicBezTo>
                  <a:cubicBezTo>
                    <a:pt x="2998" y="3584"/>
                    <a:pt x="2945" y="3637"/>
                    <a:pt x="2876" y="3685"/>
                  </a:cubicBezTo>
                  <a:cubicBezTo>
                    <a:pt x="2812" y="3754"/>
                    <a:pt x="2759" y="3802"/>
                    <a:pt x="2695" y="3871"/>
                  </a:cubicBezTo>
                  <a:cubicBezTo>
                    <a:pt x="2759" y="3818"/>
                    <a:pt x="2828" y="3754"/>
                    <a:pt x="2897" y="3701"/>
                  </a:cubicBezTo>
                  <a:cubicBezTo>
                    <a:pt x="2945" y="3637"/>
                    <a:pt x="3014" y="3584"/>
                    <a:pt x="3062" y="3536"/>
                  </a:cubicBezTo>
                  <a:cubicBezTo>
                    <a:pt x="3078" y="3515"/>
                    <a:pt x="3099" y="3499"/>
                    <a:pt x="3115" y="3483"/>
                  </a:cubicBezTo>
                  <a:close/>
                  <a:moveTo>
                    <a:pt x="2695" y="3871"/>
                  </a:moveTo>
                  <a:cubicBezTo>
                    <a:pt x="2674" y="3887"/>
                    <a:pt x="2642" y="3903"/>
                    <a:pt x="2626" y="3919"/>
                  </a:cubicBezTo>
                  <a:lnTo>
                    <a:pt x="2472" y="4073"/>
                  </a:lnTo>
                  <a:cubicBezTo>
                    <a:pt x="2525" y="4020"/>
                    <a:pt x="2573" y="3988"/>
                    <a:pt x="2626" y="3940"/>
                  </a:cubicBezTo>
                  <a:cubicBezTo>
                    <a:pt x="2658" y="3919"/>
                    <a:pt x="2674" y="3887"/>
                    <a:pt x="2695" y="3871"/>
                  </a:cubicBezTo>
                  <a:close/>
                  <a:moveTo>
                    <a:pt x="2472" y="4073"/>
                  </a:moveTo>
                  <a:lnTo>
                    <a:pt x="2472" y="4073"/>
                  </a:lnTo>
                  <a:cubicBezTo>
                    <a:pt x="2392" y="4142"/>
                    <a:pt x="2307" y="4222"/>
                    <a:pt x="2222" y="4291"/>
                  </a:cubicBezTo>
                  <a:cubicBezTo>
                    <a:pt x="2206" y="4307"/>
                    <a:pt x="2169" y="4344"/>
                    <a:pt x="2153" y="4360"/>
                  </a:cubicBezTo>
                  <a:cubicBezTo>
                    <a:pt x="2105" y="4408"/>
                    <a:pt x="2052" y="4461"/>
                    <a:pt x="2004" y="4493"/>
                  </a:cubicBezTo>
                  <a:cubicBezTo>
                    <a:pt x="1951" y="4546"/>
                    <a:pt x="1903" y="4594"/>
                    <a:pt x="1850" y="4626"/>
                  </a:cubicBezTo>
                  <a:cubicBezTo>
                    <a:pt x="1802" y="4679"/>
                    <a:pt x="1733" y="4727"/>
                    <a:pt x="1685" y="4796"/>
                  </a:cubicBezTo>
                  <a:cubicBezTo>
                    <a:pt x="1632" y="4828"/>
                    <a:pt x="1584" y="4881"/>
                    <a:pt x="1531" y="4929"/>
                  </a:cubicBezTo>
                  <a:cubicBezTo>
                    <a:pt x="1600" y="4897"/>
                    <a:pt x="1648" y="4848"/>
                    <a:pt x="1701" y="4796"/>
                  </a:cubicBezTo>
                  <a:lnTo>
                    <a:pt x="1850" y="4647"/>
                  </a:lnTo>
                  <a:cubicBezTo>
                    <a:pt x="1903" y="4594"/>
                    <a:pt x="1951" y="4562"/>
                    <a:pt x="2004" y="4509"/>
                  </a:cubicBezTo>
                  <a:cubicBezTo>
                    <a:pt x="2052" y="4461"/>
                    <a:pt x="2105" y="4424"/>
                    <a:pt x="2153" y="4376"/>
                  </a:cubicBezTo>
                  <a:lnTo>
                    <a:pt x="2238" y="4291"/>
                  </a:lnTo>
                  <a:cubicBezTo>
                    <a:pt x="2323" y="4222"/>
                    <a:pt x="2392" y="4158"/>
                    <a:pt x="2472" y="4073"/>
                  </a:cubicBezTo>
                  <a:close/>
                  <a:moveTo>
                    <a:pt x="877" y="5535"/>
                  </a:moveTo>
                  <a:cubicBezTo>
                    <a:pt x="840" y="5555"/>
                    <a:pt x="824" y="5572"/>
                    <a:pt x="808" y="5588"/>
                  </a:cubicBezTo>
                  <a:cubicBezTo>
                    <a:pt x="756" y="5636"/>
                    <a:pt x="691" y="5689"/>
                    <a:pt x="638" y="5737"/>
                  </a:cubicBezTo>
                  <a:cubicBezTo>
                    <a:pt x="473" y="5891"/>
                    <a:pt x="319" y="6040"/>
                    <a:pt x="186" y="6161"/>
                  </a:cubicBezTo>
                  <a:cubicBezTo>
                    <a:pt x="150" y="6194"/>
                    <a:pt x="117" y="6226"/>
                    <a:pt x="69" y="6262"/>
                  </a:cubicBezTo>
                  <a:lnTo>
                    <a:pt x="16" y="6311"/>
                  </a:lnTo>
                  <a:cubicBezTo>
                    <a:pt x="0" y="6327"/>
                    <a:pt x="0" y="6380"/>
                    <a:pt x="16" y="6428"/>
                  </a:cubicBezTo>
                  <a:lnTo>
                    <a:pt x="16" y="6412"/>
                  </a:lnTo>
                  <a:cubicBezTo>
                    <a:pt x="0" y="6380"/>
                    <a:pt x="16" y="6327"/>
                    <a:pt x="33" y="6327"/>
                  </a:cubicBezTo>
                  <a:cubicBezTo>
                    <a:pt x="49" y="6311"/>
                    <a:pt x="69" y="6295"/>
                    <a:pt x="85" y="6279"/>
                  </a:cubicBezTo>
                  <a:cubicBezTo>
                    <a:pt x="117" y="6242"/>
                    <a:pt x="170" y="6210"/>
                    <a:pt x="202" y="6178"/>
                  </a:cubicBezTo>
                  <a:cubicBezTo>
                    <a:pt x="335" y="6040"/>
                    <a:pt x="489" y="5891"/>
                    <a:pt x="655" y="5757"/>
                  </a:cubicBezTo>
                  <a:lnTo>
                    <a:pt x="808" y="5604"/>
                  </a:lnTo>
                  <a:cubicBezTo>
                    <a:pt x="840" y="5588"/>
                    <a:pt x="857" y="5572"/>
                    <a:pt x="877" y="55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9"/>
            <p:cNvSpPr/>
            <p:nvPr/>
          </p:nvSpPr>
          <p:spPr>
            <a:xfrm>
              <a:off x="1662331" y="385973"/>
              <a:ext cx="80255" cy="487984"/>
            </a:xfrm>
            <a:custGeom>
              <a:avLst/>
              <a:gdLst/>
              <a:ahLst/>
              <a:cxnLst/>
              <a:rect l="l" t="t" r="r" b="b"/>
              <a:pathLst>
                <a:path w="808" h="4913" extrusionOk="0">
                  <a:moveTo>
                    <a:pt x="776" y="1"/>
                  </a:moveTo>
                  <a:lnTo>
                    <a:pt x="776" y="17"/>
                  </a:lnTo>
                  <a:cubicBezTo>
                    <a:pt x="792" y="17"/>
                    <a:pt x="792" y="33"/>
                    <a:pt x="792" y="49"/>
                  </a:cubicBezTo>
                  <a:cubicBezTo>
                    <a:pt x="808" y="33"/>
                    <a:pt x="808" y="17"/>
                    <a:pt x="792" y="1"/>
                  </a:cubicBezTo>
                  <a:close/>
                  <a:moveTo>
                    <a:pt x="792" y="267"/>
                  </a:moveTo>
                  <a:cubicBezTo>
                    <a:pt x="776" y="283"/>
                    <a:pt x="776" y="304"/>
                    <a:pt x="776" y="320"/>
                  </a:cubicBezTo>
                  <a:cubicBezTo>
                    <a:pt x="776" y="336"/>
                    <a:pt x="792" y="352"/>
                    <a:pt x="776" y="368"/>
                  </a:cubicBezTo>
                  <a:lnTo>
                    <a:pt x="776" y="437"/>
                  </a:lnTo>
                  <a:lnTo>
                    <a:pt x="776" y="453"/>
                  </a:lnTo>
                  <a:lnTo>
                    <a:pt x="776" y="485"/>
                  </a:lnTo>
                  <a:lnTo>
                    <a:pt x="776" y="570"/>
                  </a:lnTo>
                  <a:lnTo>
                    <a:pt x="776" y="639"/>
                  </a:lnTo>
                  <a:lnTo>
                    <a:pt x="776" y="724"/>
                  </a:lnTo>
                  <a:lnTo>
                    <a:pt x="776" y="788"/>
                  </a:lnTo>
                  <a:lnTo>
                    <a:pt x="776" y="825"/>
                  </a:lnTo>
                  <a:lnTo>
                    <a:pt x="776" y="873"/>
                  </a:lnTo>
                  <a:lnTo>
                    <a:pt x="776" y="926"/>
                  </a:lnTo>
                  <a:lnTo>
                    <a:pt x="776" y="942"/>
                  </a:lnTo>
                  <a:lnTo>
                    <a:pt x="776" y="1010"/>
                  </a:lnTo>
                  <a:cubicBezTo>
                    <a:pt x="792" y="974"/>
                    <a:pt x="792" y="958"/>
                    <a:pt x="792" y="942"/>
                  </a:cubicBezTo>
                  <a:lnTo>
                    <a:pt x="792" y="926"/>
                  </a:lnTo>
                  <a:lnTo>
                    <a:pt x="792" y="873"/>
                  </a:lnTo>
                  <a:lnTo>
                    <a:pt x="792" y="825"/>
                  </a:lnTo>
                  <a:lnTo>
                    <a:pt x="792" y="788"/>
                  </a:lnTo>
                  <a:lnTo>
                    <a:pt x="792" y="724"/>
                  </a:lnTo>
                  <a:cubicBezTo>
                    <a:pt x="776" y="687"/>
                    <a:pt x="792" y="671"/>
                    <a:pt x="792" y="639"/>
                  </a:cubicBezTo>
                  <a:lnTo>
                    <a:pt x="792" y="570"/>
                  </a:lnTo>
                  <a:lnTo>
                    <a:pt x="792" y="485"/>
                  </a:lnTo>
                  <a:lnTo>
                    <a:pt x="792" y="453"/>
                  </a:lnTo>
                  <a:lnTo>
                    <a:pt x="792" y="437"/>
                  </a:lnTo>
                  <a:lnTo>
                    <a:pt x="792" y="368"/>
                  </a:lnTo>
                  <a:lnTo>
                    <a:pt x="792" y="320"/>
                  </a:lnTo>
                  <a:lnTo>
                    <a:pt x="792" y="267"/>
                  </a:lnTo>
                  <a:close/>
                  <a:moveTo>
                    <a:pt x="776" y="1010"/>
                  </a:moveTo>
                  <a:cubicBezTo>
                    <a:pt x="759" y="1027"/>
                    <a:pt x="759" y="1043"/>
                    <a:pt x="759" y="1075"/>
                  </a:cubicBezTo>
                  <a:lnTo>
                    <a:pt x="759" y="1091"/>
                  </a:lnTo>
                  <a:lnTo>
                    <a:pt x="759" y="1128"/>
                  </a:lnTo>
                  <a:lnTo>
                    <a:pt x="759" y="1212"/>
                  </a:lnTo>
                  <a:lnTo>
                    <a:pt x="759" y="1245"/>
                  </a:lnTo>
                  <a:lnTo>
                    <a:pt x="759" y="1293"/>
                  </a:lnTo>
                  <a:cubicBezTo>
                    <a:pt x="776" y="1313"/>
                    <a:pt x="759" y="1330"/>
                    <a:pt x="759" y="1346"/>
                  </a:cubicBezTo>
                  <a:lnTo>
                    <a:pt x="759" y="1378"/>
                  </a:lnTo>
                  <a:lnTo>
                    <a:pt x="759" y="1431"/>
                  </a:lnTo>
                  <a:lnTo>
                    <a:pt x="759" y="1479"/>
                  </a:lnTo>
                  <a:lnTo>
                    <a:pt x="759" y="1580"/>
                  </a:lnTo>
                  <a:lnTo>
                    <a:pt x="759" y="1616"/>
                  </a:lnTo>
                  <a:lnTo>
                    <a:pt x="759" y="1697"/>
                  </a:lnTo>
                  <a:cubicBezTo>
                    <a:pt x="776" y="1665"/>
                    <a:pt x="776" y="1633"/>
                    <a:pt x="776" y="1616"/>
                  </a:cubicBezTo>
                  <a:lnTo>
                    <a:pt x="776" y="1580"/>
                  </a:lnTo>
                  <a:lnTo>
                    <a:pt x="776" y="1479"/>
                  </a:lnTo>
                  <a:lnTo>
                    <a:pt x="776" y="1431"/>
                  </a:lnTo>
                  <a:lnTo>
                    <a:pt x="776" y="1394"/>
                  </a:lnTo>
                  <a:lnTo>
                    <a:pt x="776" y="1346"/>
                  </a:lnTo>
                  <a:lnTo>
                    <a:pt x="776" y="1293"/>
                  </a:lnTo>
                  <a:lnTo>
                    <a:pt x="776" y="1245"/>
                  </a:lnTo>
                  <a:lnTo>
                    <a:pt x="776" y="1212"/>
                  </a:lnTo>
                  <a:lnTo>
                    <a:pt x="776" y="1128"/>
                  </a:lnTo>
                  <a:lnTo>
                    <a:pt x="776" y="1091"/>
                  </a:lnTo>
                  <a:lnTo>
                    <a:pt x="776" y="1075"/>
                  </a:lnTo>
                  <a:lnTo>
                    <a:pt x="776" y="1010"/>
                  </a:lnTo>
                  <a:close/>
                  <a:moveTo>
                    <a:pt x="759" y="1867"/>
                  </a:moveTo>
                  <a:cubicBezTo>
                    <a:pt x="739" y="1883"/>
                    <a:pt x="739" y="1899"/>
                    <a:pt x="759" y="1936"/>
                  </a:cubicBezTo>
                  <a:lnTo>
                    <a:pt x="759" y="1919"/>
                  </a:lnTo>
                  <a:lnTo>
                    <a:pt x="759" y="1867"/>
                  </a:lnTo>
                  <a:close/>
                  <a:moveTo>
                    <a:pt x="759" y="1936"/>
                  </a:moveTo>
                  <a:cubicBezTo>
                    <a:pt x="759" y="1952"/>
                    <a:pt x="759" y="1984"/>
                    <a:pt x="739" y="2020"/>
                  </a:cubicBezTo>
                  <a:lnTo>
                    <a:pt x="739" y="2085"/>
                  </a:lnTo>
                  <a:lnTo>
                    <a:pt x="739" y="2388"/>
                  </a:lnTo>
                  <a:lnTo>
                    <a:pt x="739" y="2473"/>
                  </a:lnTo>
                  <a:lnTo>
                    <a:pt x="739" y="2489"/>
                  </a:lnTo>
                  <a:lnTo>
                    <a:pt x="739" y="2574"/>
                  </a:lnTo>
                  <a:lnTo>
                    <a:pt x="739" y="2675"/>
                  </a:lnTo>
                  <a:cubicBezTo>
                    <a:pt x="739" y="2643"/>
                    <a:pt x="739" y="2606"/>
                    <a:pt x="759" y="2574"/>
                  </a:cubicBezTo>
                  <a:lnTo>
                    <a:pt x="759" y="2489"/>
                  </a:lnTo>
                  <a:lnTo>
                    <a:pt x="759" y="2473"/>
                  </a:lnTo>
                  <a:cubicBezTo>
                    <a:pt x="759" y="2441"/>
                    <a:pt x="739" y="2404"/>
                    <a:pt x="759" y="2388"/>
                  </a:cubicBezTo>
                  <a:lnTo>
                    <a:pt x="759" y="2085"/>
                  </a:lnTo>
                  <a:lnTo>
                    <a:pt x="759" y="2020"/>
                  </a:lnTo>
                  <a:lnTo>
                    <a:pt x="759" y="1936"/>
                  </a:lnTo>
                  <a:close/>
                  <a:moveTo>
                    <a:pt x="739" y="2727"/>
                  </a:moveTo>
                  <a:cubicBezTo>
                    <a:pt x="723" y="2744"/>
                    <a:pt x="739" y="2760"/>
                    <a:pt x="739" y="2776"/>
                  </a:cubicBezTo>
                  <a:lnTo>
                    <a:pt x="739" y="2727"/>
                  </a:lnTo>
                  <a:close/>
                  <a:moveTo>
                    <a:pt x="739" y="2776"/>
                  </a:moveTo>
                  <a:cubicBezTo>
                    <a:pt x="739" y="2792"/>
                    <a:pt x="739" y="2828"/>
                    <a:pt x="723" y="2844"/>
                  </a:cubicBezTo>
                  <a:lnTo>
                    <a:pt x="723" y="2909"/>
                  </a:lnTo>
                  <a:cubicBezTo>
                    <a:pt x="739" y="2929"/>
                    <a:pt x="723" y="2945"/>
                    <a:pt x="723" y="2962"/>
                  </a:cubicBezTo>
                  <a:lnTo>
                    <a:pt x="723" y="3010"/>
                  </a:lnTo>
                  <a:lnTo>
                    <a:pt x="723" y="3046"/>
                  </a:lnTo>
                  <a:lnTo>
                    <a:pt x="723" y="3095"/>
                  </a:lnTo>
                  <a:lnTo>
                    <a:pt x="723" y="3147"/>
                  </a:lnTo>
                  <a:lnTo>
                    <a:pt x="723" y="3196"/>
                  </a:lnTo>
                  <a:lnTo>
                    <a:pt x="723" y="3265"/>
                  </a:lnTo>
                  <a:lnTo>
                    <a:pt x="723" y="3297"/>
                  </a:lnTo>
                  <a:lnTo>
                    <a:pt x="723" y="3382"/>
                  </a:lnTo>
                  <a:cubicBezTo>
                    <a:pt x="723" y="3349"/>
                    <a:pt x="723" y="3313"/>
                    <a:pt x="739" y="3297"/>
                  </a:cubicBezTo>
                  <a:lnTo>
                    <a:pt x="739" y="3265"/>
                  </a:lnTo>
                  <a:lnTo>
                    <a:pt x="739" y="3196"/>
                  </a:lnTo>
                  <a:lnTo>
                    <a:pt x="739" y="3164"/>
                  </a:lnTo>
                  <a:lnTo>
                    <a:pt x="739" y="3095"/>
                  </a:lnTo>
                  <a:lnTo>
                    <a:pt x="739" y="3046"/>
                  </a:lnTo>
                  <a:lnTo>
                    <a:pt x="739" y="3010"/>
                  </a:lnTo>
                  <a:lnTo>
                    <a:pt x="739" y="2962"/>
                  </a:lnTo>
                  <a:lnTo>
                    <a:pt x="739" y="2909"/>
                  </a:lnTo>
                  <a:lnTo>
                    <a:pt x="739" y="2861"/>
                  </a:lnTo>
                  <a:lnTo>
                    <a:pt x="739" y="2776"/>
                  </a:lnTo>
                  <a:close/>
                  <a:moveTo>
                    <a:pt x="723" y="3616"/>
                  </a:moveTo>
                  <a:cubicBezTo>
                    <a:pt x="723" y="3636"/>
                    <a:pt x="723" y="3652"/>
                    <a:pt x="707" y="3669"/>
                  </a:cubicBezTo>
                  <a:lnTo>
                    <a:pt x="707" y="3737"/>
                  </a:lnTo>
                  <a:cubicBezTo>
                    <a:pt x="707" y="3770"/>
                    <a:pt x="723" y="3802"/>
                    <a:pt x="707" y="3838"/>
                  </a:cubicBezTo>
                  <a:lnTo>
                    <a:pt x="707" y="3854"/>
                  </a:lnTo>
                  <a:cubicBezTo>
                    <a:pt x="723" y="3871"/>
                    <a:pt x="707" y="3871"/>
                    <a:pt x="707" y="3887"/>
                  </a:cubicBezTo>
                  <a:lnTo>
                    <a:pt x="707" y="3939"/>
                  </a:lnTo>
                  <a:lnTo>
                    <a:pt x="707" y="3988"/>
                  </a:lnTo>
                  <a:lnTo>
                    <a:pt x="707" y="4020"/>
                  </a:lnTo>
                  <a:lnTo>
                    <a:pt x="707" y="4141"/>
                  </a:lnTo>
                  <a:lnTo>
                    <a:pt x="707" y="4307"/>
                  </a:lnTo>
                  <a:cubicBezTo>
                    <a:pt x="723" y="4258"/>
                    <a:pt x="723" y="4190"/>
                    <a:pt x="723" y="4141"/>
                  </a:cubicBezTo>
                  <a:lnTo>
                    <a:pt x="723" y="4020"/>
                  </a:lnTo>
                  <a:lnTo>
                    <a:pt x="723" y="3988"/>
                  </a:lnTo>
                  <a:lnTo>
                    <a:pt x="723" y="3939"/>
                  </a:lnTo>
                  <a:lnTo>
                    <a:pt x="723" y="3903"/>
                  </a:lnTo>
                  <a:lnTo>
                    <a:pt x="723" y="3838"/>
                  </a:lnTo>
                  <a:lnTo>
                    <a:pt x="723" y="3737"/>
                  </a:lnTo>
                  <a:lnTo>
                    <a:pt x="723" y="3669"/>
                  </a:lnTo>
                  <a:lnTo>
                    <a:pt x="723" y="3616"/>
                  </a:lnTo>
                  <a:close/>
                  <a:moveTo>
                    <a:pt x="707" y="4307"/>
                  </a:moveTo>
                  <a:cubicBezTo>
                    <a:pt x="691" y="4323"/>
                    <a:pt x="691" y="4359"/>
                    <a:pt x="707" y="4376"/>
                  </a:cubicBezTo>
                  <a:lnTo>
                    <a:pt x="707" y="4307"/>
                  </a:lnTo>
                  <a:close/>
                  <a:moveTo>
                    <a:pt x="707" y="4424"/>
                  </a:moveTo>
                  <a:cubicBezTo>
                    <a:pt x="691" y="4444"/>
                    <a:pt x="691" y="4460"/>
                    <a:pt x="707" y="4493"/>
                  </a:cubicBezTo>
                  <a:lnTo>
                    <a:pt x="707" y="4424"/>
                  </a:lnTo>
                  <a:close/>
                  <a:moveTo>
                    <a:pt x="707" y="4493"/>
                  </a:moveTo>
                  <a:cubicBezTo>
                    <a:pt x="707" y="4509"/>
                    <a:pt x="691" y="4509"/>
                    <a:pt x="675" y="4525"/>
                  </a:cubicBezTo>
                  <a:lnTo>
                    <a:pt x="691" y="4525"/>
                  </a:lnTo>
                  <a:cubicBezTo>
                    <a:pt x="707" y="4525"/>
                    <a:pt x="723" y="4509"/>
                    <a:pt x="707" y="4493"/>
                  </a:cubicBezTo>
                  <a:close/>
                  <a:moveTo>
                    <a:pt x="675" y="4525"/>
                  </a:moveTo>
                  <a:lnTo>
                    <a:pt x="675" y="4525"/>
                  </a:lnTo>
                  <a:cubicBezTo>
                    <a:pt x="638" y="4545"/>
                    <a:pt x="606" y="4561"/>
                    <a:pt x="574" y="4578"/>
                  </a:cubicBezTo>
                  <a:cubicBezTo>
                    <a:pt x="557" y="4594"/>
                    <a:pt x="537" y="4594"/>
                    <a:pt x="521" y="4610"/>
                  </a:cubicBezTo>
                  <a:cubicBezTo>
                    <a:pt x="404" y="4679"/>
                    <a:pt x="287" y="4747"/>
                    <a:pt x="170" y="4812"/>
                  </a:cubicBezTo>
                  <a:cubicBezTo>
                    <a:pt x="133" y="4848"/>
                    <a:pt x="85" y="4864"/>
                    <a:pt x="53" y="4880"/>
                  </a:cubicBezTo>
                  <a:cubicBezTo>
                    <a:pt x="32" y="4897"/>
                    <a:pt x="16" y="4897"/>
                    <a:pt x="0" y="4897"/>
                  </a:cubicBezTo>
                  <a:lnTo>
                    <a:pt x="0" y="4913"/>
                  </a:lnTo>
                  <a:cubicBezTo>
                    <a:pt x="16" y="4913"/>
                    <a:pt x="32" y="4913"/>
                    <a:pt x="53" y="4897"/>
                  </a:cubicBezTo>
                  <a:cubicBezTo>
                    <a:pt x="85" y="4880"/>
                    <a:pt x="133" y="4848"/>
                    <a:pt x="170" y="4828"/>
                  </a:cubicBezTo>
                  <a:cubicBezTo>
                    <a:pt x="287" y="4763"/>
                    <a:pt x="420" y="4695"/>
                    <a:pt x="537" y="4626"/>
                  </a:cubicBezTo>
                  <a:cubicBezTo>
                    <a:pt x="557" y="4610"/>
                    <a:pt x="574" y="4610"/>
                    <a:pt x="590" y="4594"/>
                  </a:cubicBezTo>
                  <a:cubicBezTo>
                    <a:pt x="622" y="4578"/>
                    <a:pt x="658" y="4561"/>
                    <a:pt x="675" y="4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9"/>
            <p:cNvSpPr/>
            <p:nvPr/>
          </p:nvSpPr>
          <p:spPr>
            <a:xfrm>
              <a:off x="2583571" y="481027"/>
              <a:ext cx="150477" cy="458385"/>
            </a:xfrm>
            <a:custGeom>
              <a:avLst/>
              <a:gdLst/>
              <a:ahLst/>
              <a:cxnLst/>
              <a:rect l="l" t="t" r="r" b="b"/>
              <a:pathLst>
                <a:path w="1515" h="4615" extrusionOk="0">
                  <a:moveTo>
                    <a:pt x="218" y="1"/>
                  </a:moveTo>
                  <a:cubicBezTo>
                    <a:pt x="202" y="17"/>
                    <a:pt x="186" y="33"/>
                    <a:pt x="150" y="53"/>
                  </a:cubicBezTo>
                  <a:lnTo>
                    <a:pt x="133" y="53"/>
                  </a:lnTo>
                  <a:cubicBezTo>
                    <a:pt x="85" y="70"/>
                    <a:pt x="49" y="86"/>
                    <a:pt x="0" y="118"/>
                  </a:cubicBezTo>
                  <a:lnTo>
                    <a:pt x="16" y="118"/>
                  </a:lnTo>
                  <a:cubicBezTo>
                    <a:pt x="49" y="102"/>
                    <a:pt x="101" y="86"/>
                    <a:pt x="133" y="70"/>
                  </a:cubicBezTo>
                  <a:lnTo>
                    <a:pt x="170" y="53"/>
                  </a:lnTo>
                  <a:cubicBezTo>
                    <a:pt x="186" y="53"/>
                    <a:pt x="218" y="33"/>
                    <a:pt x="234" y="1"/>
                  </a:cubicBezTo>
                  <a:close/>
                  <a:moveTo>
                    <a:pt x="234" y="1"/>
                  </a:moveTo>
                  <a:cubicBezTo>
                    <a:pt x="251" y="17"/>
                    <a:pt x="271" y="17"/>
                    <a:pt x="287" y="33"/>
                  </a:cubicBezTo>
                  <a:cubicBezTo>
                    <a:pt x="303" y="33"/>
                    <a:pt x="319" y="33"/>
                    <a:pt x="319" y="53"/>
                  </a:cubicBezTo>
                  <a:cubicBezTo>
                    <a:pt x="335" y="53"/>
                    <a:pt x="372" y="53"/>
                    <a:pt x="388" y="70"/>
                  </a:cubicBezTo>
                  <a:cubicBezTo>
                    <a:pt x="404" y="70"/>
                    <a:pt x="420" y="86"/>
                    <a:pt x="436" y="86"/>
                  </a:cubicBezTo>
                  <a:lnTo>
                    <a:pt x="574" y="134"/>
                  </a:lnTo>
                  <a:cubicBezTo>
                    <a:pt x="675" y="171"/>
                    <a:pt x="776" y="219"/>
                    <a:pt x="877" y="255"/>
                  </a:cubicBezTo>
                  <a:cubicBezTo>
                    <a:pt x="776" y="203"/>
                    <a:pt x="675" y="171"/>
                    <a:pt x="574" y="118"/>
                  </a:cubicBezTo>
                  <a:lnTo>
                    <a:pt x="453" y="70"/>
                  </a:lnTo>
                  <a:cubicBezTo>
                    <a:pt x="436" y="70"/>
                    <a:pt x="404" y="70"/>
                    <a:pt x="388" y="53"/>
                  </a:cubicBezTo>
                  <a:cubicBezTo>
                    <a:pt x="372" y="53"/>
                    <a:pt x="352" y="33"/>
                    <a:pt x="335" y="33"/>
                  </a:cubicBezTo>
                  <a:cubicBezTo>
                    <a:pt x="319" y="33"/>
                    <a:pt x="303" y="17"/>
                    <a:pt x="303" y="17"/>
                  </a:cubicBezTo>
                  <a:cubicBezTo>
                    <a:pt x="271" y="17"/>
                    <a:pt x="251" y="1"/>
                    <a:pt x="234" y="1"/>
                  </a:cubicBezTo>
                  <a:close/>
                  <a:moveTo>
                    <a:pt x="877" y="255"/>
                  </a:moveTo>
                  <a:cubicBezTo>
                    <a:pt x="893" y="272"/>
                    <a:pt x="909" y="288"/>
                    <a:pt x="909" y="304"/>
                  </a:cubicBezTo>
                  <a:cubicBezTo>
                    <a:pt x="909" y="336"/>
                    <a:pt x="925" y="389"/>
                    <a:pt x="925" y="421"/>
                  </a:cubicBezTo>
                  <a:cubicBezTo>
                    <a:pt x="925" y="474"/>
                    <a:pt x="941" y="522"/>
                    <a:pt x="941" y="575"/>
                  </a:cubicBezTo>
                  <a:cubicBezTo>
                    <a:pt x="957" y="607"/>
                    <a:pt x="957" y="639"/>
                    <a:pt x="957" y="676"/>
                  </a:cubicBezTo>
                  <a:cubicBezTo>
                    <a:pt x="957" y="724"/>
                    <a:pt x="978" y="760"/>
                    <a:pt x="978" y="793"/>
                  </a:cubicBezTo>
                  <a:cubicBezTo>
                    <a:pt x="978" y="841"/>
                    <a:pt x="994" y="910"/>
                    <a:pt x="994" y="962"/>
                  </a:cubicBezTo>
                  <a:cubicBezTo>
                    <a:pt x="1010" y="1011"/>
                    <a:pt x="1010" y="1063"/>
                    <a:pt x="1026" y="1112"/>
                  </a:cubicBezTo>
                  <a:cubicBezTo>
                    <a:pt x="1026" y="1063"/>
                    <a:pt x="1010" y="1011"/>
                    <a:pt x="1010" y="962"/>
                  </a:cubicBezTo>
                  <a:cubicBezTo>
                    <a:pt x="1010" y="910"/>
                    <a:pt x="994" y="841"/>
                    <a:pt x="994" y="793"/>
                  </a:cubicBezTo>
                  <a:cubicBezTo>
                    <a:pt x="978" y="760"/>
                    <a:pt x="978" y="724"/>
                    <a:pt x="978" y="676"/>
                  </a:cubicBezTo>
                  <a:cubicBezTo>
                    <a:pt x="978" y="639"/>
                    <a:pt x="957" y="607"/>
                    <a:pt x="957" y="575"/>
                  </a:cubicBezTo>
                  <a:cubicBezTo>
                    <a:pt x="957" y="522"/>
                    <a:pt x="941" y="474"/>
                    <a:pt x="941" y="421"/>
                  </a:cubicBezTo>
                  <a:cubicBezTo>
                    <a:pt x="925" y="373"/>
                    <a:pt x="925" y="336"/>
                    <a:pt x="925" y="304"/>
                  </a:cubicBezTo>
                  <a:cubicBezTo>
                    <a:pt x="925" y="288"/>
                    <a:pt x="909" y="255"/>
                    <a:pt x="877" y="255"/>
                  </a:cubicBezTo>
                  <a:close/>
                  <a:moveTo>
                    <a:pt x="1026" y="1112"/>
                  </a:moveTo>
                  <a:lnTo>
                    <a:pt x="1026" y="1213"/>
                  </a:lnTo>
                  <a:cubicBezTo>
                    <a:pt x="1042" y="1265"/>
                    <a:pt x="1042" y="1330"/>
                    <a:pt x="1058" y="1383"/>
                  </a:cubicBezTo>
                  <a:cubicBezTo>
                    <a:pt x="1058" y="1314"/>
                    <a:pt x="1042" y="1265"/>
                    <a:pt x="1042" y="1213"/>
                  </a:cubicBezTo>
                  <a:cubicBezTo>
                    <a:pt x="1042" y="1181"/>
                    <a:pt x="1042" y="1144"/>
                    <a:pt x="1026" y="1112"/>
                  </a:cubicBezTo>
                  <a:close/>
                  <a:moveTo>
                    <a:pt x="1058" y="1383"/>
                  </a:moveTo>
                  <a:lnTo>
                    <a:pt x="1058" y="1399"/>
                  </a:lnTo>
                  <a:cubicBezTo>
                    <a:pt x="1058" y="1447"/>
                    <a:pt x="1079" y="1516"/>
                    <a:pt x="1079" y="1568"/>
                  </a:cubicBezTo>
                  <a:cubicBezTo>
                    <a:pt x="1079" y="1617"/>
                    <a:pt x="1095" y="1649"/>
                    <a:pt x="1095" y="1686"/>
                  </a:cubicBezTo>
                  <a:cubicBezTo>
                    <a:pt x="1095" y="1718"/>
                    <a:pt x="1111" y="1750"/>
                    <a:pt x="1111" y="1787"/>
                  </a:cubicBezTo>
                  <a:cubicBezTo>
                    <a:pt x="1127" y="1887"/>
                    <a:pt x="1127" y="1972"/>
                    <a:pt x="1143" y="2073"/>
                  </a:cubicBezTo>
                  <a:cubicBezTo>
                    <a:pt x="1159" y="2122"/>
                    <a:pt x="1159" y="2174"/>
                    <a:pt x="1180" y="2223"/>
                  </a:cubicBezTo>
                  <a:cubicBezTo>
                    <a:pt x="1180" y="2174"/>
                    <a:pt x="1159" y="2122"/>
                    <a:pt x="1159" y="2073"/>
                  </a:cubicBezTo>
                  <a:cubicBezTo>
                    <a:pt x="1143" y="1972"/>
                    <a:pt x="1127" y="1887"/>
                    <a:pt x="1127" y="1787"/>
                  </a:cubicBezTo>
                  <a:cubicBezTo>
                    <a:pt x="1127" y="1750"/>
                    <a:pt x="1111" y="1718"/>
                    <a:pt x="1111" y="1686"/>
                  </a:cubicBezTo>
                  <a:cubicBezTo>
                    <a:pt x="1111" y="1649"/>
                    <a:pt x="1095" y="1601"/>
                    <a:pt x="1095" y="1568"/>
                  </a:cubicBezTo>
                  <a:cubicBezTo>
                    <a:pt x="1095" y="1516"/>
                    <a:pt x="1079" y="1447"/>
                    <a:pt x="1079" y="1399"/>
                  </a:cubicBezTo>
                  <a:lnTo>
                    <a:pt x="1058" y="1383"/>
                  </a:lnTo>
                  <a:close/>
                  <a:moveTo>
                    <a:pt x="1180" y="2223"/>
                  </a:moveTo>
                  <a:lnTo>
                    <a:pt x="1180" y="2275"/>
                  </a:lnTo>
                  <a:cubicBezTo>
                    <a:pt x="1180" y="2308"/>
                    <a:pt x="1196" y="2340"/>
                    <a:pt x="1180" y="2376"/>
                  </a:cubicBezTo>
                  <a:cubicBezTo>
                    <a:pt x="1196" y="2409"/>
                    <a:pt x="1212" y="2441"/>
                    <a:pt x="1212" y="2493"/>
                  </a:cubicBezTo>
                  <a:lnTo>
                    <a:pt x="1212" y="2558"/>
                  </a:lnTo>
                  <a:cubicBezTo>
                    <a:pt x="1228" y="2578"/>
                    <a:pt x="1228" y="2611"/>
                    <a:pt x="1228" y="2627"/>
                  </a:cubicBezTo>
                  <a:lnTo>
                    <a:pt x="1228" y="2679"/>
                  </a:lnTo>
                  <a:cubicBezTo>
                    <a:pt x="1228" y="2695"/>
                    <a:pt x="1228" y="2695"/>
                    <a:pt x="1244" y="2712"/>
                  </a:cubicBezTo>
                  <a:lnTo>
                    <a:pt x="1244" y="2659"/>
                  </a:lnTo>
                  <a:lnTo>
                    <a:pt x="1244" y="2627"/>
                  </a:lnTo>
                  <a:cubicBezTo>
                    <a:pt x="1244" y="2611"/>
                    <a:pt x="1228" y="2578"/>
                    <a:pt x="1228" y="2558"/>
                  </a:cubicBezTo>
                  <a:cubicBezTo>
                    <a:pt x="1228" y="2526"/>
                    <a:pt x="1228" y="2510"/>
                    <a:pt x="1212" y="2477"/>
                  </a:cubicBezTo>
                  <a:cubicBezTo>
                    <a:pt x="1212" y="2441"/>
                    <a:pt x="1212" y="2409"/>
                    <a:pt x="1196" y="2376"/>
                  </a:cubicBezTo>
                  <a:cubicBezTo>
                    <a:pt x="1212" y="2340"/>
                    <a:pt x="1196" y="2308"/>
                    <a:pt x="1196" y="2275"/>
                  </a:cubicBezTo>
                  <a:cubicBezTo>
                    <a:pt x="1196" y="2255"/>
                    <a:pt x="1180" y="2239"/>
                    <a:pt x="1180" y="2223"/>
                  </a:cubicBezTo>
                  <a:close/>
                  <a:moveTo>
                    <a:pt x="1244" y="2712"/>
                  </a:moveTo>
                  <a:cubicBezTo>
                    <a:pt x="1244" y="2760"/>
                    <a:pt x="1244" y="2796"/>
                    <a:pt x="1260" y="2845"/>
                  </a:cubicBezTo>
                  <a:cubicBezTo>
                    <a:pt x="1260" y="2796"/>
                    <a:pt x="1260" y="2760"/>
                    <a:pt x="1244" y="2712"/>
                  </a:cubicBezTo>
                  <a:close/>
                  <a:moveTo>
                    <a:pt x="1260" y="2845"/>
                  </a:moveTo>
                  <a:cubicBezTo>
                    <a:pt x="1260" y="2881"/>
                    <a:pt x="1260" y="2914"/>
                    <a:pt x="1281" y="2962"/>
                  </a:cubicBezTo>
                  <a:lnTo>
                    <a:pt x="1281" y="3063"/>
                  </a:lnTo>
                  <a:lnTo>
                    <a:pt x="1297" y="3083"/>
                  </a:lnTo>
                  <a:lnTo>
                    <a:pt x="1297" y="3116"/>
                  </a:lnTo>
                  <a:cubicBezTo>
                    <a:pt x="1313" y="3099"/>
                    <a:pt x="1297" y="3083"/>
                    <a:pt x="1297" y="3063"/>
                  </a:cubicBezTo>
                  <a:cubicBezTo>
                    <a:pt x="1297" y="3031"/>
                    <a:pt x="1281" y="2998"/>
                    <a:pt x="1281" y="2946"/>
                  </a:cubicBezTo>
                  <a:cubicBezTo>
                    <a:pt x="1281" y="2914"/>
                    <a:pt x="1281" y="2881"/>
                    <a:pt x="1260" y="2845"/>
                  </a:cubicBezTo>
                  <a:close/>
                  <a:moveTo>
                    <a:pt x="1297" y="3116"/>
                  </a:moveTo>
                  <a:cubicBezTo>
                    <a:pt x="1281" y="3116"/>
                    <a:pt x="1281" y="3132"/>
                    <a:pt x="1297" y="3148"/>
                  </a:cubicBezTo>
                  <a:cubicBezTo>
                    <a:pt x="1313" y="3164"/>
                    <a:pt x="1313" y="3184"/>
                    <a:pt x="1313" y="3200"/>
                  </a:cubicBezTo>
                  <a:lnTo>
                    <a:pt x="1313" y="3132"/>
                  </a:lnTo>
                  <a:cubicBezTo>
                    <a:pt x="1297" y="3132"/>
                    <a:pt x="1297" y="3116"/>
                    <a:pt x="1297" y="3116"/>
                  </a:cubicBezTo>
                  <a:close/>
                  <a:moveTo>
                    <a:pt x="1313" y="3217"/>
                  </a:moveTo>
                  <a:lnTo>
                    <a:pt x="1313" y="3233"/>
                  </a:lnTo>
                  <a:cubicBezTo>
                    <a:pt x="1313" y="3265"/>
                    <a:pt x="1313" y="3301"/>
                    <a:pt x="1329" y="3350"/>
                  </a:cubicBezTo>
                  <a:cubicBezTo>
                    <a:pt x="1329" y="3386"/>
                    <a:pt x="1329" y="3419"/>
                    <a:pt x="1345" y="3451"/>
                  </a:cubicBezTo>
                  <a:cubicBezTo>
                    <a:pt x="1345" y="3419"/>
                    <a:pt x="1345" y="3386"/>
                    <a:pt x="1329" y="3334"/>
                  </a:cubicBezTo>
                  <a:cubicBezTo>
                    <a:pt x="1329" y="3301"/>
                    <a:pt x="1329" y="3265"/>
                    <a:pt x="1313" y="3217"/>
                  </a:cubicBezTo>
                  <a:close/>
                  <a:moveTo>
                    <a:pt x="1345" y="3451"/>
                  </a:moveTo>
                  <a:cubicBezTo>
                    <a:pt x="1345" y="3503"/>
                    <a:pt x="1345" y="3536"/>
                    <a:pt x="1361" y="3588"/>
                  </a:cubicBezTo>
                  <a:cubicBezTo>
                    <a:pt x="1361" y="3536"/>
                    <a:pt x="1361" y="3503"/>
                    <a:pt x="1345" y="3451"/>
                  </a:cubicBezTo>
                  <a:close/>
                  <a:moveTo>
                    <a:pt x="1361" y="3588"/>
                  </a:moveTo>
                  <a:lnTo>
                    <a:pt x="1361" y="3669"/>
                  </a:lnTo>
                  <a:cubicBezTo>
                    <a:pt x="1382" y="3705"/>
                    <a:pt x="1382" y="3738"/>
                    <a:pt x="1382" y="3770"/>
                  </a:cubicBezTo>
                  <a:cubicBezTo>
                    <a:pt x="1398" y="3823"/>
                    <a:pt x="1398" y="3871"/>
                    <a:pt x="1398" y="3923"/>
                  </a:cubicBezTo>
                  <a:cubicBezTo>
                    <a:pt x="1398" y="3940"/>
                    <a:pt x="1414" y="3940"/>
                    <a:pt x="1414" y="3956"/>
                  </a:cubicBezTo>
                  <a:lnTo>
                    <a:pt x="1414" y="3923"/>
                  </a:lnTo>
                  <a:cubicBezTo>
                    <a:pt x="1414" y="3871"/>
                    <a:pt x="1398" y="3823"/>
                    <a:pt x="1398" y="3770"/>
                  </a:cubicBezTo>
                  <a:cubicBezTo>
                    <a:pt x="1398" y="3738"/>
                    <a:pt x="1382" y="3705"/>
                    <a:pt x="1382" y="3669"/>
                  </a:cubicBezTo>
                  <a:cubicBezTo>
                    <a:pt x="1382" y="3637"/>
                    <a:pt x="1382" y="3604"/>
                    <a:pt x="1361" y="3588"/>
                  </a:cubicBezTo>
                  <a:close/>
                  <a:moveTo>
                    <a:pt x="1414" y="3956"/>
                  </a:moveTo>
                  <a:lnTo>
                    <a:pt x="1414" y="4008"/>
                  </a:lnTo>
                  <a:lnTo>
                    <a:pt x="1414" y="4024"/>
                  </a:lnTo>
                  <a:cubicBezTo>
                    <a:pt x="1430" y="3992"/>
                    <a:pt x="1430" y="3972"/>
                    <a:pt x="1414" y="3956"/>
                  </a:cubicBezTo>
                  <a:close/>
                  <a:moveTo>
                    <a:pt x="1414" y="4024"/>
                  </a:moveTo>
                  <a:lnTo>
                    <a:pt x="1414" y="4024"/>
                  </a:lnTo>
                  <a:cubicBezTo>
                    <a:pt x="1430" y="4073"/>
                    <a:pt x="1430" y="4125"/>
                    <a:pt x="1430" y="4174"/>
                  </a:cubicBezTo>
                  <a:cubicBezTo>
                    <a:pt x="1430" y="4194"/>
                    <a:pt x="1446" y="4210"/>
                    <a:pt x="1446" y="4243"/>
                  </a:cubicBezTo>
                  <a:cubicBezTo>
                    <a:pt x="1446" y="4311"/>
                    <a:pt x="1462" y="4376"/>
                    <a:pt x="1483" y="4445"/>
                  </a:cubicBezTo>
                  <a:cubicBezTo>
                    <a:pt x="1483" y="4376"/>
                    <a:pt x="1462" y="4311"/>
                    <a:pt x="1462" y="4243"/>
                  </a:cubicBezTo>
                  <a:cubicBezTo>
                    <a:pt x="1446" y="4210"/>
                    <a:pt x="1446" y="4194"/>
                    <a:pt x="1446" y="4174"/>
                  </a:cubicBezTo>
                  <a:cubicBezTo>
                    <a:pt x="1446" y="4125"/>
                    <a:pt x="1446" y="4073"/>
                    <a:pt x="1414" y="4024"/>
                  </a:cubicBezTo>
                  <a:close/>
                  <a:moveTo>
                    <a:pt x="1483" y="4445"/>
                  </a:moveTo>
                  <a:lnTo>
                    <a:pt x="1483" y="4461"/>
                  </a:lnTo>
                  <a:lnTo>
                    <a:pt x="1483" y="4497"/>
                  </a:lnTo>
                  <a:cubicBezTo>
                    <a:pt x="1483" y="4513"/>
                    <a:pt x="1483" y="4546"/>
                    <a:pt x="1499" y="4562"/>
                  </a:cubicBezTo>
                  <a:lnTo>
                    <a:pt x="1499" y="4497"/>
                  </a:lnTo>
                  <a:lnTo>
                    <a:pt x="1499" y="4461"/>
                  </a:lnTo>
                  <a:lnTo>
                    <a:pt x="1483" y="4445"/>
                  </a:lnTo>
                  <a:close/>
                  <a:moveTo>
                    <a:pt x="1499" y="4562"/>
                  </a:moveTo>
                  <a:cubicBezTo>
                    <a:pt x="1499" y="4578"/>
                    <a:pt x="1499" y="4598"/>
                    <a:pt x="1483" y="4614"/>
                  </a:cubicBezTo>
                  <a:lnTo>
                    <a:pt x="1499" y="4614"/>
                  </a:lnTo>
                  <a:cubicBezTo>
                    <a:pt x="1499" y="4598"/>
                    <a:pt x="1515" y="4578"/>
                    <a:pt x="1499" y="4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2446304" y="407626"/>
              <a:ext cx="47080" cy="466331"/>
            </a:xfrm>
            <a:custGeom>
              <a:avLst/>
              <a:gdLst/>
              <a:ahLst/>
              <a:cxnLst/>
              <a:rect l="l" t="t" r="r" b="b"/>
              <a:pathLst>
                <a:path w="474" h="4695" extrusionOk="0">
                  <a:moveTo>
                    <a:pt x="17" y="1"/>
                  </a:moveTo>
                  <a:cubicBezTo>
                    <a:pt x="1" y="17"/>
                    <a:pt x="1" y="33"/>
                    <a:pt x="1" y="65"/>
                  </a:cubicBezTo>
                  <a:lnTo>
                    <a:pt x="1" y="86"/>
                  </a:lnTo>
                  <a:cubicBezTo>
                    <a:pt x="17" y="134"/>
                    <a:pt x="17" y="166"/>
                    <a:pt x="17" y="203"/>
                  </a:cubicBezTo>
                  <a:lnTo>
                    <a:pt x="37" y="267"/>
                  </a:lnTo>
                  <a:lnTo>
                    <a:pt x="37" y="203"/>
                  </a:lnTo>
                  <a:cubicBezTo>
                    <a:pt x="37" y="166"/>
                    <a:pt x="37" y="118"/>
                    <a:pt x="17" y="86"/>
                  </a:cubicBezTo>
                  <a:lnTo>
                    <a:pt x="17" y="65"/>
                  </a:lnTo>
                  <a:lnTo>
                    <a:pt x="17" y="1"/>
                  </a:lnTo>
                  <a:close/>
                  <a:moveTo>
                    <a:pt x="37" y="267"/>
                  </a:moveTo>
                  <a:cubicBezTo>
                    <a:pt x="37" y="336"/>
                    <a:pt x="37" y="405"/>
                    <a:pt x="53" y="469"/>
                  </a:cubicBezTo>
                  <a:cubicBezTo>
                    <a:pt x="53" y="405"/>
                    <a:pt x="53" y="336"/>
                    <a:pt x="37" y="267"/>
                  </a:cubicBezTo>
                  <a:close/>
                  <a:moveTo>
                    <a:pt x="53" y="469"/>
                  </a:moveTo>
                  <a:lnTo>
                    <a:pt x="53" y="522"/>
                  </a:lnTo>
                  <a:cubicBezTo>
                    <a:pt x="69" y="607"/>
                    <a:pt x="69" y="708"/>
                    <a:pt x="85" y="809"/>
                  </a:cubicBezTo>
                  <a:cubicBezTo>
                    <a:pt x="85" y="857"/>
                    <a:pt x="85" y="926"/>
                    <a:pt x="102" y="994"/>
                  </a:cubicBezTo>
                  <a:lnTo>
                    <a:pt x="102" y="1075"/>
                  </a:lnTo>
                  <a:cubicBezTo>
                    <a:pt x="102" y="1128"/>
                    <a:pt x="118" y="1160"/>
                    <a:pt x="118" y="1196"/>
                  </a:cubicBezTo>
                  <a:lnTo>
                    <a:pt x="118" y="1297"/>
                  </a:lnTo>
                  <a:cubicBezTo>
                    <a:pt x="138" y="1330"/>
                    <a:pt x="138" y="1362"/>
                    <a:pt x="138" y="1398"/>
                  </a:cubicBezTo>
                  <a:cubicBezTo>
                    <a:pt x="154" y="1463"/>
                    <a:pt x="154" y="1548"/>
                    <a:pt x="154" y="1617"/>
                  </a:cubicBezTo>
                  <a:lnTo>
                    <a:pt x="170" y="1734"/>
                  </a:lnTo>
                  <a:cubicBezTo>
                    <a:pt x="186" y="1851"/>
                    <a:pt x="186" y="1968"/>
                    <a:pt x="203" y="2085"/>
                  </a:cubicBezTo>
                  <a:cubicBezTo>
                    <a:pt x="203" y="2138"/>
                    <a:pt x="219" y="2170"/>
                    <a:pt x="219" y="2223"/>
                  </a:cubicBezTo>
                  <a:cubicBezTo>
                    <a:pt x="219" y="2271"/>
                    <a:pt x="219" y="2324"/>
                    <a:pt x="239" y="2372"/>
                  </a:cubicBezTo>
                  <a:cubicBezTo>
                    <a:pt x="239" y="2441"/>
                    <a:pt x="255" y="2509"/>
                    <a:pt x="255" y="2574"/>
                  </a:cubicBezTo>
                  <a:lnTo>
                    <a:pt x="255" y="2675"/>
                  </a:lnTo>
                  <a:cubicBezTo>
                    <a:pt x="271" y="2727"/>
                    <a:pt x="271" y="2792"/>
                    <a:pt x="287" y="2845"/>
                  </a:cubicBezTo>
                  <a:cubicBezTo>
                    <a:pt x="287" y="2792"/>
                    <a:pt x="287" y="2727"/>
                    <a:pt x="271" y="2675"/>
                  </a:cubicBezTo>
                  <a:lnTo>
                    <a:pt x="271" y="2558"/>
                  </a:lnTo>
                  <a:cubicBezTo>
                    <a:pt x="255" y="2509"/>
                    <a:pt x="255" y="2441"/>
                    <a:pt x="255" y="2372"/>
                  </a:cubicBezTo>
                  <a:cubicBezTo>
                    <a:pt x="239" y="2324"/>
                    <a:pt x="239" y="2271"/>
                    <a:pt x="239" y="2206"/>
                  </a:cubicBezTo>
                  <a:cubicBezTo>
                    <a:pt x="219" y="2170"/>
                    <a:pt x="219" y="2138"/>
                    <a:pt x="219" y="2085"/>
                  </a:cubicBezTo>
                  <a:cubicBezTo>
                    <a:pt x="203" y="1968"/>
                    <a:pt x="186" y="1851"/>
                    <a:pt x="186" y="1734"/>
                  </a:cubicBezTo>
                  <a:lnTo>
                    <a:pt x="170" y="1617"/>
                  </a:lnTo>
                  <a:cubicBezTo>
                    <a:pt x="170" y="1548"/>
                    <a:pt x="154" y="1463"/>
                    <a:pt x="154" y="1398"/>
                  </a:cubicBezTo>
                  <a:cubicBezTo>
                    <a:pt x="154" y="1362"/>
                    <a:pt x="138" y="1330"/>
                    <a:pt x="138" y="1297"/>
                  </a:cubicBezTo>
                  <a:lnTo>
                    <a:pt x="138" y="1196"/>
                  </a:lnTo>
                  <a:cubicBezTo>
                    <a:pt x="118" y="1160"/>
                    <a:pt x="118" y="1112"/>
                    <a:pt x="118" y="1075"/>
                  </a:cubicBezTo>
                  <a:lnTo>
                    <a:pt x="118" y="994"/>
                  </a:lnTo>
                  <a:cubicBezTo>
                    <a:pt x="102" y="926"/>
                    <a:pt x="102" y="857"/>
                    <a:pt x="85" y="792"/>
                  </a:cubicBezTo>
                  <a:cubicBezTo>
                    <a:pt x="85" y="708"/>
                    <a:pt x="69" y="607"/>
                    <a:pt x="69" y="522"/>
                  </a:cubicBezTo>
                  <a:lnTo>
                    <a:pt x="53" y="469"/>
                  </a:lnTo>
                  <a:close/>
                  <a:moveTo>
                    <a:pt x="287" y="2845"/>
                  </a:moveTo>
                  <a:lnTo>
                    <a:pt x="287" y="2978"/>
                  </a:lnTo>
                  <a:cubicBezTo>
                    <a:pt x="287" y="2994"/>
                    <a:pt x="303" y="3030"/>
                    <a:pt x="303" y="3047"/>
                  </a:cubicBezTo>
                  <a:lnTo>
                    <a:pt x="303" y="2978"/>
                  </a:lnTo>
                  <a:cubicBezTo>
                    <a:pt x="303" y="2929"/>
                    <a:pt x="303" y="2893"/>
                    <a:pt x="287" y="2845"/>
                  </a:cubicBezTo>
                  <a:close/>
                  <a:moveTo>
                    <a:pt x="303" y="3047"/>
                  </a:moveTo>
                  <a:lnTo>
                    <a:pt x="303" y="3148"/>
                  </a:lnTo>
                  <a:cubicBezTo>
                    <a:pt x="303" y="3164"/>
                    <a:pt x="320" y="3196"/>
                    <a:pt x="320" y="3216"/>
                  </a:cubicBezTo>
                  <a:cubicBezTo>
                    <a:pt x="320" y="3265"/>
                    <a:pt x="320" y="3317"/>
                    <a:pt x="340" y="3366"/>
                  </a:cubicBezTo>
                  <a:lnTo>
                    <a:pt x="340" y="3216"/>
                  </a:lnTo>
                  <a:cubicBezTo>
                    <a:pt x="320" y="3196"/>
                    <a:pt x="320" y="3164"/>
                    <a:pt x="320" y="3148"/>
                  </a:cubicBezTo>
                  <a:cubicBezTo>
                    <a:pt x="320" y="3115"/>
                    <a:pt x="320" y="3079"/>
                    <a:pt x="303" y="3047"/>
                  </a:cubicBezTo>
                  <a:close/>
                  <a:moveTo>
                    <a:pt x="340" y="3366"/>
                  </a:moveTo>
                  <a:lnTo>
                    <a:pt x="340" y="3398"/>
                  </a:lnTo>
                  <a:lnTo>
                    <a:pt x="340" y="3451"/>
                  </a:lnTo>
                  <a:cubicBezTo>
                    <a:pt x="340" y="3483"/>
                    <a:pt x="340" y="3519"/>
                    <a:pt x="356" y="3568"/>
                  </a:cubicBezTo>
                  <a:lnTo>
                    <a:pt x="356" y="3620"/>
                  </a:lnTo>
                  <a:cubicBezTo>
                    <a:pt x="356" y="3653"/>
                    <a:pt x="356" y="3669"/>
                    <a:pt x="372" y="3701"/>
                  </a:cubicBezTo>
                  <a:lnTo>
                    <a:pt x="372" y="3620"/>
                  </a:lnTo>
                  <a:cubicBezTo>
                    <a:pt x="372" y="3584"/>
                    <a:pt x="372" y="3568"/>
                    <a:pt x="356" y="3552"/>
                  </a:cubicBezTo>
                  <a:lnTo>
                    <a:pt x="356" y="3451"/>
                  </a:lnTo>
                  <a:lnTo>
                    <a:pt x="356" y="3398"/>
                  </a:lnTo>
                  <a:cubicBezTo>
                    <a:pt x="356" y="3382"/>
                    <a:pt x="340" y="3382"/>
                    <a:pt x="340" y="3366"/>
                  </a:cubicBezTo>
                  <a:close/>
                  <a:moveTo>
                    <a:pt x="372" y="3701"/>
                  </a:moveTo>
                  <a:cubicBezTo>
                    <a:pt x="372" y="3770"/>
                    <a:pt x="372" y="3822"/>
                    <a:pt x="388" y="3871"/>
                  </a:cubicBezTo>
                  <a:cubicBezTo>
                    <a:pt x="388" y="3822"/>
                    <a:pt x="388" y="3770"/>
                    <a:pt x="372" y="3701"/>
                  </a:cubicBezTo>
                  <a:close/>
                  <a:moveTo>
                    <a:pt x="388" y="3871"/>
                  </a:moveTo>
                  <a:lnTo>
                    <a:pt x="388" y="3939"/>
                  </a:lnTo>
                  <a:cubicBezTo>
                    <a:pt x="388" y="3972"/>
                    <a:pt x="388" y="4024"/>
                    <a:pt x="404" y="4057"/>
                  </a:cubicBezTo>
                  <a:lnTo>
                    <a:pt x="404" y="3939"/>
                  </a:lnTo>
                  <a:cubicBezTo>
                    <a:pt x="404" y="3923"/>
                    <a:pt x="388" y="3903"/>
                    <a:pt x="388" y="3871"/>
                  </a:cubicBezTo>
                  <a:close/>
                  <a:moveTo>
                    <a:pt x="404" y="4057"/>
                  </a:moveTo>
                  <a:lnTo>
                    <a:pt x="404" y="4141"/>
                  </a:lnTo>
                  <a:cubicBezTo>
                    <a:pt x="404" y="4174"/>
                    <a:pt x="421" y="4226"/>
                    <a:pt x="421" y="4275"/>
                  </a:cubicBezTo>
                  <a:cubicBezTo>
                    <a:pt x="421" y="4327"/>
                    <a:pt x="421" y="4360"/>
                    <a:pt x="441" y="4408"/>
                  </a:cubicBezTo>
                  <a:lnTo>
                    <a:pt x="441" y="4529"/>
                  </a:lnTo>
                  <a:cubicBezTo>
                    <a:pt x="441" y="4545"/>
                    <a:pt x="441" y="4562"/>
                    <a:pt x="457" y="4578"/>
                  </a:cubicBezTo>
                  <a:lnTo>
                    <a:pt x="457" y="4529"/>
                  </a:lnTo>
                  <a:cubicBezTo>
                    <a:pt x="457" y="4493"/>
                    <a:pt x="457" y="4444"/>
                    <a:pt x="441" y="4392"/>
                  </a:cubicBezTo>
                  <a:lnTo>
                    <a:pt x="441" y="4275"/>
                  </a:lnTo>
                  <a:cubicBezTo>
                    <a:pt x="421" y="4226"/>
                    <a:pt x="421" y="4174"/>
                    <a:pt x="421" y="4141"/>
                  </a:cubicBezTo>
                  <a:cubicBezTo>
                    <a:pt x="421" y="4105"/>
                    <a:pt x="421" y="4089"/>
                    <a:pt x="404" y="4057"/>
                  </a:cubicBezTo>
                  <a:close/>
                  <a:moveTo>
                    <a:pt x="457" y="4578"/>
                  </a:moveTo>
                  <a:lnTo>
                    <a:pt x="457" y="4679"/>
                  </a:lnTo>
                  <a:lnTo>
                    <a:pt x="457" y="4695"/>
                  </a:lnTo>
                  <a:lnTo>
                    <a:pt x="473" y="4695"/>
                  </a:lnTo>
                  <a:cubicBezTo>
                    <a:pt x="473" y="4646"/>
                    <a:pt x="473" y="4610"/>
                    <a:pt x="457" y="45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2678625" y="504368"/>
              <a:ext cx="62277" cy="439811"/>
            </a:xfrm>
            <a:custGeom>
              <a:avLst/>
              <a:gdLst/>
              <a:ahLst/>
              <a:cxnLst/>
              <a:rect l="l" t="t" r="r" b="b"/>
              <a:pathLst>
                <a:path w="627" h="4428" extrusionOk="0">
                  <a:moveTo>
                    <a:pt x="0" y="0"/>
                  </a:moveTo>
                  <a:cubicBezTo>
                    <a:pt x="0" y="37"/>
                    <a:pt x="21" y="53"/>
                    <a:pt x="21" y="69"/>
                  </a:cubicBezTo>
                  <a:cubicBezTo>
                    <a:pt x="21" y="53"/>
                    <a:pt x="21" y="20"/>
                    <a:pt x="0" y="0"/>
                  </a:cubicBezTo>
                  <a:close/>
                  <a:moveTo>
                    <a:pt x="21" y="69"/>
                  </a:moveTo>
                  <a:lnTo>
                    <a:pt x="21" y="101"/>
                  </a:lnTo>
                  <a:cubicBezTo>
                    <a:pt x="21" y="170"/>
                    <a:pt x="37" y="222"/>
                    <a:pt x="37" y="271"/>
                  </a:cubicBezTo>
                  <a:cubicBezTo>
                    <a:pt x="53" y="323"/>
                    <a:pt x="53" y="372"/>
                    <a:pt x="53" y="424"/>
                  </a:cubicBezTo>
                  <a:cubicBezTo>
                    <a:pt x="69" y="473"/>
                    <a:pt x="69" y="505"/>
                    <a:pt x="85" y="558"/>
                  </a:cubicBezTo>
                  <a:cubicBezTo>
                    <a:pt x="85" y="505"/>
                    <a:pt x="85" y="473"/>
                    <a:pt x="69" y="424"/>
                  </a:cubicBezTo>
                  <a:cubicBezTo>
                    <a:pt x="69" y="372"/>
                    <a:pt x="53" y="323"/>
                    <a:pt x="53" y="271"/>
                  </a:cubicBezTo>
                  <a:cubicBezTo>
                    <a:pt x="53" y="222"/>
                    <a:pt x="37" y="170"/>
                    <a:pt x="37" y="101"/>
                  </a:cubicBezTo>
                  <a:cubicBezTo>
                    <a:pt x="21" y="101"/>
                    <a:pt x="21" y="85"/>
                    <a:pt x="21" y="69"/>
                  </a:cubicBezTo>
                  <a:close/>
                  <a:moveTo>
                    <a:pt x="85" y="558"/>
                  </a:moveTo>
                  <a:lnTo>
                    <a:pt x="85" y="606"/>
                  </a:lnTo>
                  <a:cubicBezTo>
                    <a:pt x="85" y="643"/>
                    <a:pt x="101" y="691"/>
                    <a:pt x="101" y="727"/>
                  </a:cubicBezTo>
                  <a:cubicBezTo>
                    <a:pt x="101" y="776"/>
                    <a:pt x="122" y="828"/>
                    <a:pt x="122" y="861"/>
                  </a:cubicBezTo>
                  <a:cubicBezTo>
                    <a:pt x="122" y="893"/>
                    <a:pt x="138" y="929"/>
                    <a:pt x="138" y="946"/>
                  </a:cubicBezTo>
                  <a:lnTo>
                    <a:pt x="138" y="861"/>
                  </a:lnTo>
                  <a:cubicBezTo>
                    <a:pt x="138" y="808"/>
                    <a:pt x="122" y="776"/>
                    <a:pt x="122" y="727"/>
                  </a:cubicBezTo>
                  <a:cubicBezTo>
                    <a:pt x="101" y="691"/>
                    <a:pt x="101" y="643"/>
                    <a:pt x="101" y="606"/>
                  </a:cubicBezTo>
                  <a:cubicBezTo>
                    <a:pt x="101" y="590"/>
                    <a:pt x="85" y="574"/>
                    <a:pt x="85" y="558"/>
                  </a:cubicBezTo>
                  <a:close/>
                  <a:moveTo>
                    <a:pt x="138" y="946"/>
                  </a:moveTo>
                  <a:lnTo>
                    <a:pt x="138" y="1030"/>
                  </a:lnTo>
                  <a:cubicBezTo>
                    <a:pt x="154" y="1079"/>
                    <a:pt x="154" y="1111"/>
                    <a:pt x="154" y="1164"/>
                  </a:cubicBezTo>
                  <a:cubicBezTo>
                    <a:pt x="170" y="1180"/>
                    <a:pt x="170" y="1212"/>
                    <a:pt x="170" y="1232"/>
                  </a:cubicBezTo>
                  <a:cubicBezTo>
                    <a:pt x="170" y="1265"/>
                    <a:pt x="186" y="1297"/>
                    <a:pt x="186" y="1333"/>
                  </a:cubicBezTo>
                  <a:cubicBezTo>
                    <a:pt x="186" y="1382"/>
                    <a:pt x="202" y="1434"/>
                    <a:pt x="202" y="1483"/>
                  </a:cubicBezTo>
                  <a:cubicBezTo>
                    <a:pt x="202" y="1515"/>
                    <a:pt x="223" y="1552"/>
                    <a:pt x="223" y="1568"/>
                  </a:cubicBezTo>
                  <a:cubicBezTo>
                    <a:pt x="239" y="1616"/>
                    <a:pt x="239" y="1685"/>
                    <a:pt x="239" y="1737"/>
                  </a:cubicBezTo>
                  <a:cubicBezTo>
                    <a:pt x="255" y="1786"/>
                    <a:pt x="255" y="1818"/>
                    <a:pt x="255" y="1871"/>
                  </a:cubicBezTo>
                  <a:cubicBezTo>
                    <a:pt x="271" y="1903"/>
                    <a:pt x="271" y="1955"/>
                    <a:pt x="271" y="1988"/>
                  </a:cubicBezTo>
                  <a:cubicBezTo>
                    <a:pt x="287" y="2056"/>
                    <a:pt x="287" y="2105"/>
                    <a:pt x="303" y="2157"/>
                  </a:cubicBezTo>
                  <a:lnTo>
                    <a:pt x="303" y="2242"/>
                  </a:lnTo>
                  <a:cubicBezTo>
                    <a:pt x="324" y="2275"/>
                    <a:pt x="324" y="2307"/>
                    <a:pt x="324" y="2359"/>
                  </a:cubicBezTo>
                  <a:cubicBezTo>
                    <a:pt x="340" y="2444"/>
                    <a:pt x="356" y="2525"/>
                    <a:pt x="372" y="2610"/>
                  </a:cubicBezTo>
                  <a:cubicBezTo>
                    <a:pt x="372" y="2525"/>
                    <a:pt x="356" y="2444"/>
                    <a:pt x="340" y="2359"/>
                  </a:cubicBezTo>
                  <a:cubicBezTo>
                    <a:pt x="340" y="2307"/>
                    <a:pt x="340" y="2275"/>
                    <a:pt x="324" y="2242"/>
                  </a:cubicBezTo>
                  <a:lnTo>
                    <a:pt x="324" y="2157"/>
                  </a:lnTo>
                  <a:cubicBezTo>
                    <a:pt x="303" y="2105"/>
                    <a:pt x="303" y="2056"/>
                    <a:pt x="287" y="1988"/>
                  </a:cubicBezTo>
                  <a:cubicBezTo>
                    <a:pt x="287" y="1955"/>
                    <a:pt x="287" y="1903"/>
                    <a:pt x="271" y="1871"/>
                  </a:cubicBezTo>
                  <a:cubicBezTo>
                    <a:pt x="271" y="1818"/>
                    <a:pt x="255" y="1770"/>
                    <a:pt x="255" y="1737"/>
                  </a:cubicBezTo>
                  <a:cubicBezTo>
                    <a:pt x="255" y="1685"/>
                    <a:pt x="239" y="1616"/>
                    <a:pt x="239" y="1568"/>
                  </a:cubicBezTo>
                  <a:cubicBezTo>
                    <a:pt x="223" y="1535"/>
                    <a:pt x="223" y="1515"/>
                    <a:pt x="223" y="1483"/>
                  </a:cubicBezTo>
                  <a:cubicBezTo>
                    <a:pt x="202" y="1434"/>
                    <a:pt x="202" y="1382"/>
                    <a:pt x="202" y="1313"/>
                  </a:cubicBezTo>
                  <a:cubicBezTo>
                    <a:pt x="186" y="1297"/>
                    <a:pt x="186" y="1265"/>
                    <a:pt x="186" y="1232"/>
                  </a:cubicBezTo>
                  <a:cubicBezTo>
                    <a:pt x="186" y="1196"/>
                    <a:pt x="170" y="1180"/>
                    <a:pt x="170" y="1164"/>
                  </a:cubicBezTo>
                  <a:cubicBezTo>
                    <a:pt x="170" y="1111"/>
                    <a:pt x="154" y="1063"/>
                    <a:pt x="154" y="1030"/>
                  </a:cubicBezTo>
                  <a:cubicBezTo>
                    <a:pt x="154" y="994"/>
                    <a:pt x="154" y="978"/>
                    <a:pt x="138" y="946"/>
                  </a:cubicBezTo>
                  <a:close/>
                  <a:moveTo>
                    <a:pt x="372" y="2610"/>
                  </a:moveTo>
                  <a:cubicBezTo>
                    <a:pt x="372" y="2662"/>
                    <a:pt x="372" y="2695"/>
                    <a:pt x="388" y="2727"/>
                  </a:cubicBezTo>
                  <a:cubicBezTo>
                    <a:pt x="388" y="2695"/>
                    <a:pt x="388" y="2662"/>
                    <a:pt x="372" y="2610"/>
                  </a:cubicBezTo>
                  <a:close/>
                  <a:moveTo>
                    <a:pt x="388" y="2727"/>
                  </a:moveTo>
                  <a:cubicBezTo>
                    <a:pt x="388" y="2780"/>
                    <a:pt x="404" y="2848"/>
                    <a:pt x="404" y="2897"/>
                  </a:cubicBezTo>
                  <a:cubicBezTo>
                    <a:pt x="404" y="2929"/>
                    <a:pt x="404" y="2965"/>
                    <a:pt x="425" y="2998"/>
                  </a:cubicBezTo>
                  <a:cubicBezTo>
                    <a:pt x="425" y="3030"/>
                    <a:pt x="425" y="3066"/>
                    <a:pt x="441" y="3099"/>
                  </a:cubicBezTo>
                  <a:lnTo>
                    <a:pt x="441" y="2982"/>
                  </a:lnTo>
                  <a:cubicBezTo>
                    <a:pt x="425" y="2965"/>
                    <a:pt x="425" y="2929"/>
                    <a:pt x="425" y="2897"/>
                  </a:cubicBezTo>
                  <a:cubicBezTo>
                    <a:pt x="404" y="2828"/>
                    <a:pt x="404" y="2780"/>
                    <a:pt x="388" y="2727"/>
                  </a:cubicBezTo>
                  <a:close/>
                  <a:moveTo>
                    <a:pt x="441" y="3099"/>
                  </a:moveTo>
                  <a:cubicBezTo>
                    <a:pt x="441" y="3167"/>
                    <a:pt x="457" y="3252"/>
                    <a:pt x="457" y="3317"/>
                  </a:cubicBezTo>
                  <a:cubicBezTo>
                    <a:pt x="473" y="3353"/>
                    <a:pt x="473" y="3386"/>
                    <a:pt x="473" y="3418"/>
                  </a:cubicBezTo>
                  <a:cubicBezTo>
                    <a:pt x="473" y="3454"/>
                    <a:pt x="489" y="3470"/>
                    <a:pt x="489" y="3487"/>
                  </a:cubicBezTo>
                  <a:cubicBezTo>
                    <a:pt x="489" y="3519"/>
                    <a:pt x="489" y="3555"/>
                    <a:pt x="505" y="3588"/>
                  </a:cubicBezTo>
                  <a:lnTo>
                    <a:pt x="505" y="3487"/>
                  </a:lnTo>
                  <a:cubicBezTo>
                    <a:pt x="489" y="3470"/>
                    <a:pt x="489" y="3434"/>
                    <a:pt x="489" y="3418"/>
                  </a:cubicBezTo>
                  <a:cubicBezTo>
                    <a:pt x="489" y="3386"/>
                    <a:pt x="473" y="3353"/>
                    <a:pt x="473" y="3317"/>
                  </a:cubicBezTo>
                  <a:cubicBezTo>
                    <a:pt x="473" y="3252"/>
                    <a:pt x="457" y="3167"/>
                    <a:pt x="441" y="3099"/>
                  </a:cubicBezTo>
                  <a:close/>
                  <a:moveTo>
                    <a:pt x="505" y="3588"/>
                  </a:moveTo>
                  <a:cubicBezTo>
                    <a:pt x="505" y="3636"/>
                    <a:pt x="505" y="3672"/>
                    <a:pt x="526" y="3721"/>
                  </a:cubicBezTo>
                  <a:cubicBezTo>
                    <a:pt x="526" y="3773"/>
                    <a:pt x="542" y="3838"/>
                    <a:pt x="542" y="3890"/>
                  </a:cubicBezTo>
                  <a:cubicBezTo>
                    <a:pt x="558" y="3923"/>
                    <a:pt x="558" y="3939"/>
                    <a:pt x="558" y="3975"/>
                  </a:cubicBezTo>
                  <a:lnTo>
                    <a:pt x="558" y="4060"/>
                  </a:lnTo>
                  <a:cubicBezTo>
                    <a:pt x="574" y="4060"/>
                    <a:pt x="574" y="4076"/>
                    <a:pt x="574" y="4092"/>
                  </a:cubicBezTo>
                  <a:cubicBezTo>
                    <a:pt x="574" y="4141"/>
                    <a:pt x="574" y="4177"/>
                    <a:pt x="590" y="4226"/>
                  </a:cubicBezTo>
                  <a:cubicBezTo>
                    <a:pt x="606" y="4262"/>
                    <a:pt x="606" y="4311"/>
                    <a:pt x="606" y="4363"/>
                  </a:cubicBezTo>
                  <a:lnTo>
                    <a:pt x="606" y="4428"/>
                  </a:lnTo>
                  <a:lnTo>
                    <a:pt x="627" y="4412"/>
                  </a:lnTo>
                  <a:lnTo>
                    <a:pt x="627" y="4363"/>
                  </a:lnTo>
                  <a:cubicBezTo>
                    <a:pt x="627" y="4311"/>
                    <a:pt x="627" y="4262"/>
                    <a:pt x="606" y="4210"/>
                  </a:cubicBezTo>
                  <a:cubicBezTo>
                    <a:pt x="590" y="4177"/>
                    <a:pt x="590" y="4141"/>
                    <a:pt x="590" y="4092"/>
                  </a:cubicBezTo>
                  <a:cubicBezTo>
                    <a:pt x="574" y="4076"/>
                    <a:pt x="574" y="4060"/>
                    <a:pt x="574" y="4040"/>
                  </a:cubicBezTo>
                  <a:lnTo>
                    <a:pt x="574" y="3975"/>
                  </a:lnTo>
                  <a:cubicBezTo>
                    <a:pt x="558" y="3939"/>
                    <a:pt x="558" y="3923"/>
                    <a:pt x="558" y="3890"/>
                  </a:cubicBezTo>
                  <a:cubicBezTo>
                    <a:pt x="558" y="3822"/>
                    <a:pt x="542" y="3773"/>
                    <a:pt x="542" y="3721"/>
                  </a:cubicBezTo>
                  <a:cubicBezTo>
                    <a:pt x="526" y="3672"/>
                    <a:pt x="526" y="3636"/>
                    <a:pt x="505" y="3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1744175" y="367499"/>
              <a:ext cx="8443" cy="470006"/>
            </a:xfrm>
            <a:custGeom>
              <a:avLst/>
              <a:gdLst/>
              <a:ahLst/>
              <a:cxnLst/>
              <a:rect l="l" t="t" r="r" b="b"/>
              <a:pathLst>
                <a:path w="85" h="4732" extrusionOk="0">
                  <a:moveTo>
                    <a:pt x="69" y="1"/>
                  </a:moveTo>
                  <a:lnTo>
                    <a:pt x="53" y="17"/>
                  </a:lnTo>
                  <a:cubicBezTo>
                    <a:pt x="69" y="86"/>
                    <a:pt x="69" y="150"/>
                    <a:pt x="53" y="219"/>
                  </a:cubicBezTo>
                  <a:lnTo>
                    <a:pt x="53" y="320"/>
                  </a:lnTo>
                  <a:lnTo>
                    <a:pt x="53" y="405"/>
                  </a:lnTo>
                  <a:lnTo>
                    <a:pt x="53" y="756"/>
                  </a:lnTo>
                  <a:lnTo>
                    <a:pt x="53" y="1075"/>
                  </a:lnTo>
                  <a:lnTo>
                    <a:pt x="53" y="1229"/>
                  </a:lnTo>
                  <a:lnTo>
                    <a:pt x="53" y="1447"/>
                  </a:lnTo>
                  <a:cubicBezTo>
                    <a:pt x="53" y="1362"/>
                    <a:pt x="69" y="1297"/>
                    <a:pt x="69" y="1229"/>
                  </a:cubicBezTo>
                  <a:lnTo>
                    <a:pt x="69" y="1075"/>
                  </a:lnTo>
                  <a:lnTo>
                    <a:pt x="69" y="756"/>
                  </a:lnTo>
                  <a:lnTo>
                    <a:pt x="69" y="405"/>
                  </a:lnTo>
                  <a:lnTo>
                    <a:pt x="69" y="320"/>
                  </a:lnTo>
                  <a:lnTo>
                    <a:pt x="69" y="219"/>
                  </a:lnTo>
                  <a:cubicBezTo>
                    <a:pt x="69" y="150"/>
                    <a:pt x="85" y="86"/>
                    <a:pt x="69" y="17"/>
                  </a:cubicBezTo>
                  <a:lnTo>
                    <a:pt x="69" y="1"/>
                  </a:lnTo>
                  <a:close/>
                  <a:moveTo>
                    <a:pt x="53" y="1447"/>
                  </a:moveTo>
                  <a:cubicBezTo>
                    <a:pt x="36" y="1532"/>
                    <a:pt x="36" y="1633"/>
                    <a:pt x="36" y="1718"/>
                  </a:cubicBezTo>
                  <a:lnTo>
                    <a:pt x="36" y="2004"/>
                  </a:lnTo>
                  <a:lnTo>
                    <a:pt x="36" y="2239"/>
                  </a:lnTo>
                  <a:lnTo>
                    <a:pt x="36" y="2441"/>
                  </a:lnTo>
                  <a:lnTo>
                    <a:pt x="36" y="2728"/>
                  </a:lnTo>
                  <a:cubicBezTo>
                    <a:pt x="36" y="2643"/>
                    <a:pt x="36" y="2542"/>
                    <a:pt x="53" y="2441"/>
                  </a:cubicBezTo>
                  <a:lnTo>
                    <a:pt x="53" y="2239"/>
                  </a:lnTo>
                  <a:lnTo>
                    <a:pt x="53" y="2004"/>
                  </a:lnTo>
                  <a:lnTo>
                    <a:pt x="53" y="1718"/>
                  </a:lnTo>
                  <a:lnTo>
                    <a:pt x="53" y="1447"/>
                  </a:lnTo>
                  <a:close/>
                  <a:moveTo>
                    <a:pt x="36" y="2728"/>
                  </a:moveTo>
                  <a:cubicBezTo>
                    <a:pt x="16" y="2792"/>
                    <a:pt x="16" y="2845"/>
                    <a:pt x="16" y="2893"/>
                  </a:cubicBezTo>
                  <a:lnTo>
                    <a:pt x="16" y="3095"/>
                  </a:lnTo>
                  <a:lnTo>
                    <a:pt x="16" y="3366"/>
                  </a:lnTo>
                  <a:lnTo>
                    <a:pt x="16" y="3499"/>
                  </a:lnTo>
                  <a:lnTo>
                    <a:pt x="16" y="3701"/>
                  </a:lnTo>
                  <a:lnTo>
                    <a:pt x="16" y="3939"/>
                  </a:lnTo>
                  <a:cubicBezTo>
                    <a:pt x="16" y="3871"/>
                    <a:pt x="16" y="3786"/>
                    <a:pt x="36" y="3701"/>
                  </a:cubicBezTo>
                  <a:lnTo>
                    <a:pt x="36" y="3499"/>
                  </a:lnTo>
                  <a:lnTo>
                    <a:pt x="36" y="3366"/>
                  </a:lnTo>
                  <a:lnTo>
                    <a:pt x="36" y="3095"/>
                  </a:lnTo>
                  <a:lnTo>
                    <a:pt x="36" y="2893"/>
                  </a:lnTo>
                  <a:lnTo>
                    <a:pt x="36" y="2728"/>
                  </a:lnTo>
                  <a:close/>
                  <a:moveTo>
                    <a:pt x="16" y="3939"/>
                  </a:moveTo>
                  <a:cubicBezTo>
                    <a:pt x="16" y="4004"/>
                    <a:pt x="16" y="4073"/>
                    <a:pt x="0" y="4158"/>
                  </a:cubicBezTo>
                  <a:lnTo>
                    <a:pt x="0" y="4461"/>
                  </a:lnTo>
                  <a:lnTo>
                    <a:pt x="0" y="4578"/>
                  </a:lnTo>
                  <a:lnTo>
                    <a:pt x="0" y="4663"/>
                  </a:lnTo>
                  <a:cubicBezTo>
                    <a:pt x="0" y="4679"/>
                    <a:pt x="0" y="4695"/>
                    <a:pt x="16" y="4731"/>
                  </a:cubicBezTo>
                  <a:lnTo>
                    <a:pt x="16" y="4711"/>
                  </a:lnTo>
                  <a:lnTo>
                    <a:pt x="16" y="4663"/>
                  </a:lnTo>
                  <a:lnTo>
                    <a:pt x="16" y="4578"/>
                  </a:lnTo>
                  <a:lnTo>
                    <a:pt x="16" y="4461"/>
                  </a:lnTo>
                  <a:lnTo>
                    <a:pt x="16" y="4158"/>
                  </a:lnTo>
                  <a:lnTo>
                    <a:pt x="16" y="39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1653889" y="210267"/>
              <a:ext cx="286155" cy="678986"/>
            </a:xfrm>
            <a:custGeom>
              <a:avLst/>
              <a:gdLst/>
              <a:ahLst/>
              <a:cxnLst/>
              <a:rect l="l" t="t" r="r" b="b"/>
              <a:pathLst>
                <a:path w="2881" h="6836" extrusionOk="0">
                  <a:moveTo>
                    <a:pt x="2880" y="0"/>
                  </a:moveTo>
                  <a:cubicBezTo>
                    <a:pt x="2844" y="0"/>
                    <a:pt x="2812" y="16"/>
                    <a:pt x="2796" y="33"/>
                  </a:cubicBezTo>
                  <a:cubicBezTo>
                    <a:pt x="2779" y="53"/>
                    <a:pt x="2779" y="53"/>
                    <a:pt x="2779" y="69"/>
                  </a:cubicBezTo>
                  <a:cubicBezTo>
                    <a:pt x="2796" y="69"/>
                    <a:pt x="2796" y="53"/>
                    <a:pt x="2796" y="53"/>
                  </a:cubicBezTo>
                  <a:cubicBezTo>
                    <a:pt x="2828" y="33"/>
                    <a:pt x="2844" y="16"/>
                    <a:pt x="2880" y="16"/>
                  </a:cubicBezTo>
                  <a:lnTo>
                    <a:pt x="2880" y="0"/>
                  </a:lnTo>
                  <a:close/>
                  <a:moveTo>
                    <a:pt x="2779" y="69"/>
                  </a:moveTo>
                  <a:lnTo>
                    <a:pt x="2779" y="69"/>
                  </a:lnTo>
                  <a:cubicBezTo>
                    <a:pt x="2662" y="154"/>
                    <a:pt x="2561" y="234"/>
                    <a:pt x="2440" y="335"/>
                  </a:cubicBezTo>
                  <a:lnTo>
                    <a:pt x="2424" y="356"/>
                  </a:lnTo>
                  <a:cubicBezTo>
                    <a:pt x="2339" y="420"/>
                    <a:pt x="2258" y="489"/>
                    <a:pt x="2174" y="558"/>
                  </a:cubicBezTo>
                  <a:cubicBezTo>
                    <a:pt x="2073" y="638"/>
                    <a:pt x="1955" y="739"/>
                    <a:pt x="1854" y="824"/>
                  </a:cubicBezTo>
                  <a:cubicBezTo>
                    <a:pt x="1786" y="893"/>
                    <a:pt x="1701" y="941"/>
                    <a:pt x="1632" y="1010"/>
                  </a:cubicBezTo>
                  <a:cubicBezTo>
                    <a:pt x="1584" y="1063"/>
                    <a:pt x="1515" y="1095"/>
                    <a:pt x="1467" y="1143"/>
                  </a:cubicBezTo>
                  <a:cubicBezTo>
                    <a:pt x="1398" y="1212"/>
                    <a:pt x="1329" y="1265"/>
                    <a:pt x="1265" y="1313"/>
                  </a:cubicBezTo>
                  <a:cubicBezTo>
                    <a:pt x="1180" y="1382"/>
                    <a:pt x="1095" y="1446"/>
                    <a:pt x="1026" y="1515"/>
                  </a:cubicBezTo>
                  <a:cubicBezTo>
                    <a:pt x="1111" y="1467"/>
                    <a:pt x="1196" y="1398"/>
                    <a:pt x="1265" y="1329"/>
                  </a:cubicBezTo>
                  <a:cubicBezTo>
                    <a:pt x="1329" y="1281"/>
                    <a:pt x="1398" y="1212"/>
                    <a:pt x="1467" y="1164"/>
                  </a:cubicBezTo>
                  <a:cubicBezTo>
                    <a:pt x="1531" y="1111"/>
                    <a:pt x="1584" y="1063"/>
                    <a:pt x="1652" y="1010"/>
                  </a:cubicBezTo>
                  <a:cubicBezTo>
                    <a:pt x="1717" y="962"/>
                    <a:pt x="1786" y="893"/>
                    <a:pt x="1854" y="840"/>
                  </a:cubicBezTo>
                  <a:cubicBezTo>
                    <a:pt x="1972" y="739"/>
                    <a:pt x="2073" y="659"/>
                    <a:pt x="2190" y="558"/>
                  </a:cubicBezTo>
                  <a:cubicBezTo>
                    <a:pt x="2275" y="489"/>
                    <a:pt x="2359" y="420"/>
                    <a:pt x="2440" y="356"/>
                  </a:cubicBezTo>
                  <a:lnTo>
                    <a:pt x="2460" y="335"/>
                  </a:lnTo>
                  <a:cubicBezTo>
                    <a:pt x="2561" y="255"/>
                    <a:pt x="2678" y="154"/>
                    <a:pt x="2779" y="69"/>
                  </a:cubicBezTo>
                  <a:close/>
                  <a:moveTo>
                    <a:pt x="1026" y="1515"/>
                  </a:moveTo>
                  <a:lnTo>
                    <a:pt x="1026" y="1515"/>
                  </a:lnTo>
                  <a:cubicBezTo>
                    <a:pt x="1010" y="1531"/>
                    <a:pt x="994" y="1531"/>
                    <a:pt x="994" y="1547"/>
                  </a:cubicBezTo>
                  <a:cubicBezTo>
                    <a:pt x="978" y="1568"/>
                    <a:pt x="978" y="1584"/>
                    <a:pt x="962" y="1584"/>
                  </a:cubicBezTo>
                  <a:cubicBezTo>
                    <a:pt x="925" y="1584"/>
                    <a:pt x="909" y="1616"/>
                    <a:pt x="877" y="1632"/>
                  </a:cubicBezTo>
                  <a:lnTo>
                    <a:pt x="861" y="1648"/>
                  </a:lnTo>
                  <a:cubicBezTo>
                    <a:pt x="743" y="1749"/>
                    <a:pt x="622" y="1850"/>
                    <a:pt x="489" y="1951"/>
                  </a:cubicBezTo>
                  <a:lnTo>
                    <a:pt x="440" y="2004"/>
                  </a:lnTo>
                  <a:cubicBezTo>
                    <a:pt x="356" y="2073"/>
                    <a:pt x="271" y="2137"/>
                    <a:pt x="186" y="2206"/>
                  </a:cubicBezTo>
                  <a:cubicBezTo>
                    <a:pt x="186" y="2222"/>
                    <a:pt x="170" y="2222"/>
                    <a:pt x="154" y="2238"/>
                  </a:cubicBezTo>
                  <a:cubicBezTo>
                    <a:pt x="117" y="2238"/>
                    <a:pt x="117" y="2275"/>
                    <a:pt x="117" y="2291"/>
                  </a:cubicBezTo>
                  <a:lnTo>
                    <a:pt x="117" y="2339"/>
                  </a:lnTo>
                  <a:lnTo>
                    <a:pt x="117" y="2440"/>
                  </a:lnTo>
                  <a:cubicBezTo>
                    <a:pt x="101" y="2525"/>
                    <a:pt x="101" y="2626"/>
                    <a:pt x="101" y="2727"/>
                  </a:cubicBezTo>
                  <a:lnTo>
                    <a:pt x="101" y="2913"/>
                  </a:lnTo>
                  <a:lnTo>
                    <a:pt x="101" y="2961"/>
                  </a:lnTo>
                  <a:lnTo>
                    <a:pt x="101" y="3099"/>
                  </a:lnTo>
                  <a:cubicBezTo>
                    <a:pt x="101" y="3062"/>
                    <a:pt x="117" y="3014"/>
                    <a:pt x="117" y="2961"/>
                  </a:cubicBezTo>
                  <a:lnTo>
                    <a:pt x="117" y="2913"/>
                  </a:lnTo>
                  <a:lnTo>
                    <a:pt x="117" y="2727"/>
                  </a:lnTo>
                  <a:cubicBezTo>
                    <a:pt x="117" y="2626"/>
                    <a:pt x="117" y="2541"/>
                    <a:pt x="138" y="2440"/>
                  </a:cubicBezTo>
                  <a:lnTo>
                    <a:pt x="138" y="2339"/>
                  </a:lnTo>
                  <a:lnTo>
                    <a:pt x="138" y="2291"/>
                  </a:lnTo>
                  <a:cubicBezTo>
                    <a:pt x="138" y="2275"/>
                    <a:pt x="138" y="2254"/>
                    <a:pt x="170" y="2238"/>
                  </a:cubicBezTo>
                  <a:cubicBezTo>
                    <a:pt x="170" y="2238"/>
                    <a:pt x="186" y="2238"/>
                    <a:pt x="202" y="2222"/>
                  </a:cubicBezTo>
                  <a:cubicBezTo>
                    <a:pt x="271" y="2153"/>
                    <a:pt x="356" y="2089"/>
                    <a:pt x="457" y="2004"/>
                  </a:cubicBezTo>
                  <a:lnTo>
                    <a:pt x="505" y="1972"/>
                  </a:lnTo>
                  <a:cubicBezTo>
                    <a:pt x="622" y="1871"/>
                    <a:pt x="743" y="1770"/>
                    <a:pt x="861" y="1669"/>
                  </a:cubicBezTo>
                  <a:cubicBezTo>
                    <a:pt x="877" y="1648"/>
                    <a:pt x="877" y="1648"/>
                    <a:pt x="893" y="1632"/>
                  </a:cubicBezTo>
                  <a:cubicBezTo>
                    <a:pt x="909" y="1616"/>
                    <a:pt x="925" y="1600"/>
                    <a:pt x="962" y="1600"/>
                  </a:cubicBezTo>
                  <a:cubicBezTo>
                    <a:pt x="994" y="1600"/>
                    <a:pt x="994" y="1568"/>
                    <a:pt x="1010" y="1568"/>
                  </a:cubicBezTo>
                  <a:cubicBezTo>
                    <a:pt x="1010" y="1547"/>
                    <a:pt x="1026" y="1531"/>
                    <a:pt x="1026" y="1515"/>
                  </a:cubicBezTo>
                  <a:close/>
                  <a:moveTo>
                    <a:pt x="101" y="3099"/>
                  </a:moveTo>
                  <a:lnTo>
                    <a:pt x="85" y="3200"/>
                  </a:lnTo>
                  <a:lnTo>
                    <a:pt x="85" y="3620"/>
                  </a:lnTo>
                  <a:lnTo>
                    <a:pt x="85" y="3789"/>
                  </a:lnTo>
                  <a:cubicBezTo>
                    <a:pt x="85" y="3737"/>
                    <a:pt x="85" y="3668"/>
                    <a:pt x="101" y="3620"/>
                  </a:cubicBezTo>
                  <a:lnTo>
                    <a:pt x="101" y="3200"/>
                  </a:lnTo>
                  <a:lnTo>
                    <a:pt x="101" y="3099"/>
                  </a:lnTo>
                  <a:close/>
                  <a:moveTo>
                    <a:pt x="85" y="3789"/>
                  </a:moveTo>
                  <a:cubicBezTo>
                    <a:pt x="85" y="3822"/>
                    <a:pt x="69" y="3854"/>
                    <a:pt x="69" y="3890"/>
                  </a:cubicBezTo>
                  <a:lnTo>
                    <a:pt x="69" y="4210"/>
                  </a:lnTo>
                  <a:lnTo>
                    <a:pt x="69" y="4375"/>
                  </a:lnTo>
                  <a:cubicBezTo>
                    <a:pt x="53" y="4460"/>
                    <a:pt x="53" y="4545"/>
                    <a:pt x="53" y="4613"/>
                  </a:cubicBezTo>
                  <a:lnTo>
                    <a:pt x="53" y="4848"/>
                  </a:lnTo>
                  <a:lnTo>
                    <a:pt x="37" y="5066"/>
                  </a:lnTo>
                  <a:lnTo>
                    <a:pt x="37" y="5268"/>
                  </a:lnTo>
                  <a:lnTo>
                    <a:pt x="37" y="5405"/>
                  </a:lnTo>
                  <a:cubicBezTo>
                    <a:pt x="37" y="5522"/>
                    <a:pt x="16" y="5640"/>
                    <a:pt x="16" y="5757"/>
                  </a:cubicBezTo>
                  <a:lnTo>
                    <a:pt x="16" y="6092"/>
                  </a:lnTo>
                  <a:cubicBezTo>
                    <a:pt x="0" y="6229"/>
                    <a:pt x="0" y="6379"/>
                    <a:pt x="0" y="6496"/>
                  </a:cubicBezTo>
                  <a:lnTo>
                    <a:pt x="0" y="6581"/>
                  </a:lnTo>
                  <a:lnTo>
                    <a:pt x="0" y="6783"/>
                  </a:lnTo>
                  <a:cubicBezTo>
                    <a:pt x="16" y="6718"/>
                    <a:pt x="16" y="6649"/>
                    <a:pt x="16" y="6581"/>
                  </a:cubicBezTo>
                  <a:lnTo>
                    <a:pt x="16" y="6496"/>
                  </a:lnTo>
                  <a:cubicBezTo>
                    <a:pt x="16" y="6379"/>
                    <a:pt x="16" y="6229"/>
                    <a:pt x="37" y="6092"/>
                  </a:cubicBezTo>
                  <a:lnTo>
                    <a:pt x="37" y="5757"/>
                  </a:lnTo>
                  <a:cubicBezTo>
                    <a:pt x="37" y="5640"/>
                    <a:pt x="37" y="5522"/>
                    <a:pt x="53" y="5405"/>
                  </a:cubicBezTo>
                  <a:lnTo>
                    <a:pt x="53" y="5268"/>
                  </a:lnTo>
                  <a:lnTo>
                    <a:pt x="53" y="5066"/>
                  </a:lnTo>
                  <a:lnTo>
                    <a:pt x="69" y="4848"/>
                  </a:lnTo>
                  <a:lnTo>
                    <a:pt x="69" y="4613"/>
                  </a:lnTo>
                  <a:lnTo>
                    <a:pt x="69" y="4395"/>
                  </a:lnTo>
                  <a:cubicBezTo>
                    <a:pt x="69" y="4327"/>
                    <a:pt x="69" y="4274"/>
                    <a:pt x="85" y="4210"/>
                  </a:cubicBezTo>
                  <a:lnTo>
                    <a:pt x="85" y="3890"/>
                  </a:lnTo>
                  <a:lnTo>
                    <a:pt x="85" y="3789"/>
                  </a:lnTo>
                  <a:close/>
                  <a:moveTo>
                    <a:pt x="0" y="6783"/>
                  </a:moveTo>
                  <a:lnTo>
                    <a:pt x="0" y="6819"/>
                  </a:lnTo>
                  <a:lnTo>
                    <a:pt x="16" y="6835"/>
                  </a:lnTo>
                  <a:lnTo>
                    <a:pt x="16" y="6819"/>
                  </a:lnTo>
                  <a:cubicBezTo>
                    <a:pt x="16" y="6799"/>
                    <a:pt x="0" y="6799"/>
                    <a:pt x="0" y="67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2247256" y="330649"/>
              <a:ext cx="32281" cy="484805"/>
            </a:xfrm>
            <a:custGeom>
              <a:avLst/>
              <a:gdLst/>
              <a:ahLst/>
              <a:cxnLst/>
              <a:rect l="l" t="t" r="r" b="b"/>
              <a:pathLst>
                <a:path w="325" h="4881" extrusionOk="0">
                  <a:moveTo>
                    <a:pt x="1" y="0"/>
                  </a:moveTo>
                  <a:cubicBezTo>
                    <a:pt x="21" y="32"/>
                    <a:pt x="21" y="53"/>
                    <a:pt x="21" y="85"/>
                  </a:cubicBezTo>
                  <a:lnTo>
                    <a:pt x="21" y="234"/>
                  </a:lnTo>
                  <a:lnTo>
                    <a:pt x="37" y="255"/>
                  </a:lnTo>
                  <a:lnTo>
                    <a:pt x="37" y="234"/>
                  </a:lnTo>
                  <a:lnTo>
                    <a:pt x="37" y="85"/>
                  </a:lnTo>
                  <a:cubicBezTo>
                    <a:pt x="37" y="53"/>
                    <a:pt x="37" y="32"/>
                    <a:pt x="21" y="0"/>
                  </a:cubicBezTo>
                  <a:close/>
                  <a:moveTo>
                    <a:pt x="37" y="255"/>
                  </a:moveTo>
                  <a:lnTo>
                    <a:pt x="37" y="404"/>
                  </a:lnTo>
                  <a:cubicBezTo>
                    <a:pt x="37" y="473"/>
                    <a:pt x="53" y="521"/>
                    <a:pt x="53" y="574"/>
                  </a:cubicBezTo>
                  <a:cubicBezTo>
                    <a:pt x="53" y="659"/>
                    <a:pt x="53" y="723"/>
                    <a:pt x="70" y="792"/>
                  </a:cubicBezTo>
                  <a:lnTo>
                    <a:pt x="70" y="574"/>
                  </a:lnTo>
                  <a:cubicBezTo>
                    <a:pt x="53" y="521"/>
                    <a:pt x="53" y="473"/>
                    <a:pt x="53" y="404"/>
                  </a:cubicBezTo>
                  <a:cubicBezTo>
                    <a:pt x="53" y="356"/>
                    <a:pt x="53" y="303"/>
                    <a:pt x="37" y="255"/>
                  </a:cubicBezTo>
                  <a:close/>
                  <a:moveTo>
                    <a:pt x="70" y="792"/>
                  </a:moveTo>
                  <a:lnTo>
                    <a:pt x="70" y="962"/>
                  </a:lnTo>
                  <a:cubicBezTo>
                    <a:pt x="70" y="1010"/>
                    <a:pt x="86" y="1063"/>
                    <a:pt x="86" y="1095"/>
                  </a:cubicBezTo>
                  <a:lnTo>
                    <a:pt x="86" y="1212"/>
                  </a:lnTo>
                  <a:cubicBezTo>
                    <a:pt x="86" y="1265"/>
                    <a:pt x="102" y="1313"/>
                    <a:pt x="102" y="1366"/>
                  </a:cubicBezTo>
                  <a:lnTo>
                    <a:pt x="102" y="1212"/>
                  </a:lnTo>
                  <a:lnTo>
                    <a:pt x="102" y="1095"/>
                  </a:lnTo>
                  <a:cubicBezTo>
                    <a:pt x="86" y="1063"/>
                    <a:pt x="86" y="1010"/>
                    <a:pt x="86" y="962"/>
                  </a:cubicBezTo>
                  <a:cubicBezTo>
                    <a:pt x="86" y="909"/>
                    <a:pt x="86" y="840"/>
                    <a:pt x="70" y="792"/>
                  </a:cubicBezTo>
                  <a:close/>
                  <a:moveTo>
                    <a:pt x="102" y="1366"/>
                  </a:moveTo>
                  <a:lnTo>
                    <a:pt x="102" y="1499"/>
                  </a:lnTo>
                  <a:cubicBezTo>
                    <a:pt x="102" y="1531"/>
                    <a:pt x="102" y="1567"/>
                    <a:pt x="122" y="1600"/>
                  </a:cubicBezTo>
                  <a:lnTo>
                    <a:pt x="122" y="1499"/>
                  </a:lnTo>
                  <a:cubicBezTo>
                    <a:pt x="122" y="1446"/>
                    <a:pt x="122" y="1398"/>
                    <a:pt x="102" y="1366"/>
                  </a:cubicBezTo>
                  <a:close/>
                  <a:moveTo>
                    <a:pt x="122" y="1600"/>
                  </a:moveTo>
                  <a:lnTo>
                    <a:pt x="122" y="1733"/>
                  </a:lnTo>
                  <a:lnTo>
                    <a:pt x="122" y="1850"/>
                  </a:lnTo>
                  <a:cubicBezTo>
                    <a:pt x="138" y="1919"/>
                    <a:pt x="138" y="1971"/>
                    <a:pt x="138" y="2020"/>
                  </a:cubicBezTo>
                  <a:lnTo>
                    <a:pt x="138" y="2105"/>
                  </a:lnTo>
                  <a:cubicBezTo>
                    <a:pt x="138" y="2121"/>
                    <a:pt x="138" y="2137"/>
                    <a:pt x="154" y="2173"/>
                  </a:cubicBezTo>
                  <a:lnTo>
                    <a:pt x="154" y="2105"/>
                  </a:lnTo>
                  <a:lnTo>
                    <a:pt x="154" y="2020"/>
                  </a:lnTo>
                  <a:cubicBezTo>
                    <a:pt x="154" y="1971"/>
                    <a:pt x="138" y="1919"/>
                    <a:pt x="138" y="1850"/>
                  </a:cubicBezTo>
                  <a:lnTo>
                    <a:pt x="138" y="1733"/>
                  </a:lnTo>
                  <a:cubicBezTo>
                    <a:pt x="138" y="1701"/>
                    <a:pt x="122" y="1648"/>
                    <a:pt x="122" y="1600"/>
                  </a:cubicBezTo>
                  <a:close/>
                  <a:moveTo>
                    <a:pt x="154" y="2173"/>
                  </a:moveTo>
                  <a:lnTo>
                    <a:pt x="154" y="2323"/>
                  </a:lnTo>
                  <a:cubicBezTo>
                    <a:pt x="154" y="2375"/>
                    <a:pt x="154" y="2408"/>
                    <a:pt x="171" y="2456"/>
                  </a:cubicBezTo>
                  <a:lnTo>
                    <a:pt x="171" y="2323"/>
                  </a:lnTo>
                  <a:cubicBezTo>
                    <a:pt x="171" y="2274"/>
                    <a:pt x="171" y="2222"/>
                    <a:pt x="154" y="2173"/>
                  </a:cubicBezTo>
                  <a:close/>
                  <a:moveTo>
                    <a:pt x="171" y="2476"/>
                  </a:moveTo>
                  <a:lnTo>
                    <a:pt x="171" y="2610"/>
                  </a:lnTo>
                  <a:cubicBezTo>
                    <a:pt x="171" y="2678"/>
                    <a:pt x="187" y="2743"/>
                    <a:pt x="187" y="2812"/>
                  </a:cubicBezTo>
                  <a:lnTo>
                    <a:pt x="187" y="2880"/>
                  </a:lnTo>
                  <a:lnTo>
                    <a:pt x="187" y="2945"/>
                  </a:lnTo>
                  <a:cubicBezTo>
                    <a:pt x="203" y="3014"/>
                    <a:pt x="203" y="3082"/>
                    <a:pt x="203" y="3147"/>
                  </a:cubicBezTo>
                  <a:lnTo>
                    <a:pt x="203" y="3163"/>
                  </a:lnTo>
                  <a:cubicBezTo>
                    <a:pt x="223" y="3264"/>
                    <a:pt x="223" y="3385"/>
                    <a:pt x="223" y="3486"/>
                  </a:cubicBezTo>
                  <a:cubicBezTo>
                    <a:pt x="223" y="3502"/>
                    <a:pt x="239" y="3535"/>
                    <a:pt x="239" y="3551"/>
                  </a:cubicBezTo>
                  <a:lnTo>
                    <a:pt x="239" y="3486"/>
                  </a:lnTo>
                  <a:cubicBezTo>
                    <a:pt x="239" y="3385"/>
                    <a:pt x="223" y="3264"/>
                    <a:pt x="223" y="3163"/>
                  </a:cubicBezTo>
                  <a:lnTo>
                    <a:pt x="223" y="3147"/>
                  </a:lnTo>
                  <a:cubicBezTo>
                    <a:pt x="223" y="3082"/>
                    <a:pt x="203" y="3014"/>
                    <a:pt x="203" y="2945"/>
                  </a:cubicBezTo>
                  <a:lnTo>
                    <a:pt x="203" y="2860"/>
                  </a:lnTo>
                  <a:lnTo>
                    <a:pt x="203" y="2812"/>
                  </a:lnTo>
                  <a:cubicBezTo>
                    <a:pt x="187" y="2743"/>
                    <a:pt x="187" y="2678"/>
                    <a:pt x="187" y="2610"/>
                  </a:cubicBezTo>
                  <a:cubicBezTo>
                    <a:pt x="187" y="2557"/>
                    <a:pt x="187" y="2509"/>
                    <a:pt x="171" y="2476"/>
                  </a:cubicBezTo>
                  <a:close/>
                  <a:moveTo>
                    <a:pt x="239" y="3551"/>
                  </a:moveTo>
                  <a:lnTo>
                    <a:pt x="239" y="3620"/>
                  </a:lnTo>
                  <a:lnTo>
                    <a:pt x="239" y="3753"/>
                  </a:lnTo>
                  <a:cubicBezTo>
                    <a:pt x="239" y="3805"/>
                    <a:pt x="255" y="3854"/>
                    <a:pt x="255" y="3923"/>
                  </a:cubicBezTo>
                  <a:lnTo>
                    <a:pt x="255" y="4056"/>
                  </a:lnTo>
                  <a:cubicBezTo>
                    <a:pt x="255" y="4092"/>
                    <a:pt x="272" y="4141"/>
                    <a:pt x="272" y="4173"/>
                  </a:cubicBezTo>
                  <a:lnTo>
                    <a:pt x="272" y="4056"/>
                  </a:lnTo>
                  <a:lnTo>
                    <a:pt x="272" y="3923"/>
                  </a:lnTo>
                  <a:cubicBezTo>
                    <a:pt x="255" y="3854"/>
                    <a:pt x="255" y="3805"/>
                    <a:pt x="255" y="3753"/>
                  </a:cubicBezTo>
                  <a:lnTo>
                    <a:pt x="255" y="3620"/>
                  </a:lnTo>
                  <a:cubicBezTo>
                    <a:pt x="239" y="3587"/>
                    <a:pt x="239" y="3567"/>
                    <a:pt x="239" y="3551"/>
                  </a:cubicBezTo>
                  <a:close/>
                  <a:moveTo>
                    <a:pt x="272" y="4173"/>
                  </a:moveTo>
                  <a:lnTo>
                    <a:pt x="272" y="4395"/>
                  </a:lnTo>
                  <a:lnTo>
                    <a:pt x="288" y="4428"/>
                  </a:lnTo>
                  <a:lnTo>
                    <a:pt x="288" y="4395"/>
                  </a:lnTo>
                  <a:cubicBezTo>
                    <a:pt x="288" y="4310"/>
                    <a:pt x="288" y="4242"/>
                    <a:pt x="272" y="4173"/>
                  </a:cubicBezTo>
                  <a:close/>
                  <a:moveTo>
                    <a:pt x="288" y="4428"/>
                  </a:moveTo>
                  <a:lnTo>
                    <a:pt x="288" y="4512"/>
                  </a:lnTo>
                  <a:lnTo>
                    <a:pt x="288" y="4561"/>
                  </a:lnTo>
                  <a:lnTo>
                    <a:pt x="288" y="4630"/>
                  </a:lnTo>
                  <a:cubicBezTo>
                    <a:pt x="304" y="4678"/>
                    <a:pt x="304" y="4747"/>
                    <a:pt x="304" y="4815"/>
                  </a:cubicBezTo>
                  <a:lnTo>
                    <a:pt x="304" y="4848"/>
                  </a:lnTo>
                  <a:lnTo>
                    <a:pt x="304" y="4864"/>
                  </a:lnTo>
                  <a:lnTo>
                    <a:pt x="304" y="4880"/>
                  </a:lnTo>
                  <a:lnTo>
                    <a:pt x="324" y="4864"/>
                  </a:lnTo>
                  <a:lnTo>
                    <a:pt x="324" y="4848"/>
                  </a:lnTo>
                  <a:lnTo>
                    <a:pt x="324" y="4815"/>
                  </a:lnTo>
                  <a:cubicBezTo>
                    <a:pt x="324" y="4747"/>
                    <a:pt x="304" y="4678"/>
                    <a:pt x="304" y="4630"/>
                  </a:cubicBezTo>
                  <a:lnTo>
                    <a:pt x="304" y="4561"/>
                  </a:lnTo>
                  <a:lnTo>
                    <a:pt x="304" y="4512"/>
                  </a:lnTo>
                  <a:cubicBezTo>
                    <a:pt x="304" y="4476"/>
                    <a:pt x="288" y="4460"/>
                    <a:pt x="288" y="44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2239310" y="337403"/>
              <a:ext cx="247220" cy="534964"/>
            </a:xfrm>
            <a:custGeom>
              <a:avLst/>
              <a:gdLst/>
              <a:ahLst/>
              <a:cxnLst/>
              <a:rect l="l" t="t" r="r" b="b"/>
              <a:pathLst>
                <a:path w="2489" h="5386" extrusionOk="0">
                  <a:moveTo>
                    <a:pt x="1260" y="368"/>
                  </a:moveTo>
                  <a:lnTo>
                    <a:pt x="1260" y="389"/>
                  </a:lnTo>
                  <a:lnTo>
                    <a:pt x="1260" y="469"/>
                  </a:lnTo>
                  <a:cubicBezTo>
                    <a:pt x="1260" y="506"/>
                    <a:pt x="1293" y="522"/>
                    <a:pt x="1313" y="522"/>
                  </a:cubicBezTo>
                  <a:lnTo>
                    <a:pt x="1345" y="522"/>
                  </a:lnTo>
                  <a:cubicBezTo>
                    <a:pt x="1414" y="554"/>
                    <a:pt x="1495" y="591"/>
                    <a:pt x="1580" y="623"/>
                  </a:cubicBezTo>
                  <a:cubicBezTo>
                    <a:pt x="1596" y="623"/>
                    <a:pt x="1632" y="639"/>
                    <a:pt x="1648" y="639"/>
                  </a:cubicBezTo>
                  <a:cubicBezTo>
                    <a:pt x="1632" y="623"/>
                    <a:pt x="1596" y="623"/>
                    <a:pt x="1580" y="607"/>
                  </a:cubicBezTo>
                  <a:cubicBezTo>
                    <a:pt x="1495" y="570"/>
                    <a:pt x="1414" y="538"/>
                    <a:pt x="1345" y="506"/>
                  </a:cubicBezTo>
                  <a:lnTo>
                    <a:pt x="1313" y="506"/>
                  </a:lnTo>
                  <a:cubicBezTo>
                    <a:pt x="1293" y="506"/>
                    <a:pt x="1277" y="506"/>
                    <a:pt x="1277" y="469"/>
                  </a:cubicBezTo>
                  <a:lnTo>
                    <a:pt x="1277" y="389"/>
                  </a:lnTo>
                  <a:lnTo>
                    <a:pt x="1277" y="368"/>
                  </a:lnTo>
                  <a:close/>
                  <a:moveTo>
                    <a:pt x="0" y="1"/>
                  </a:moveTo>
                  <a:cubicBezTo>
                    <a:pt x="16" y="1"/>
                    <a:pt x="16" y="17"/>
                    <a:pt x="16" y="33"/>
                  </a:cubicBezTo>
                  <a:cubicBezTo>
                    <a:pt x="32" y="102"/>
                    <a:pt x="32" y="150"/>
                    <a:pt x="32" y="203"/>
                  </a:cubicBezTo>
                  <a:lnTo>
                    <a:pt x="32" y="368"/>
                  </a:lnTo>
                  <a:cubicBezTo>
                    <a:pt x="49" y="421"/>
                    <a:pt x="49" y="453"/>
                    <a:pt x="49" y="506"/>
                  </a:cubicBezTo>
                  <a:cubicBezTo>
                    <a:pt x="49" y="570"/>
                    <a:pt x="65" y="655"/>
                    <a:pt x="65" y="740"/>
                  </a:cubicBezTo>
                  <a:lnTo>
                    <a:pt x="65" y="756"/>
                  </a:lnTo>
                  <a:lnTo>
                    <a:pt x="65" y="841"/>
                  </a:lnTo>
                  <a:lnTo>
                    <a:pt x="65" y="873"/>
                  </a:lnTo>
                  <a:lnTo>
                    <a:pt x="81" y="894"/>
                  </a:lnTo>
                  <a:lnTo>
                    <a:pt x="81" y="857"/>
                  </a:lnTo>
                  <a:lnTo>
                    <a:pt x="81" y="841"/>
                  </a:lnTo>
                  <a:lnTo>
                    <a:pt x="81" y="756"/>
                  </a:lnTo>
                  <a:lnTo>
                    <a:pt x="81" y="724"/>
                  </a:lnTo>
                  <a:cubicBezTo>
                    <a:pt x="65" y="655"/>
                    <a:pt x="65" y="570"/>
                    <a:pt x="65" y="506"/>
                  </a:cubicBezTo>
                  <a:cubicBezTo>
                    <a:pt x="65" y="453"/>
                    <a:pt x="49" y="421"/>
                    <a:pt x="49" y="368"/>
                  </a:cubicBezTo>
                  <a:lnTo>
                    <a:pt x="49" y="203"/>
                  </a:lnTo>
                  <a:cubicBezTo>
                    <a:pt x="32" y="150"/>
                    <a:pt x="32" y="102"/>
                    <a:pt x="32" y="33"/>
                  </a:cubicBezTo>
                  <a:cubicBezTo>
                    <a:pt x="32" y="17"/>
                    <a:pt x="32" y="1"/>
                    <a:pt x="0" y="1"/>
                  </a:cubicBezTo>
                  <a:close/>
                  <a:moveTo>
                    <a:pt x="81" y="894"/>
                  </a:moveTo>
                  <a:cubicBezTo>
                    <a:pt x="81" y="1011"/>
                    <a:pt x="81" y="1128"/>
                    <a:pt x="101" y="1277"/>
                  </a:cubicBezTo>
                  <a:cubicBezTo>
                    <a:pt x="101" y="1330"/>
                    <a:pt x="101" y="1378"/>
                    <a:pt x="117" y="1431"/>
                  </a:cubicBezTo>
                  <a:lnTo>
                    <a:pt x="117" y="1277"/>
                  </a:lnTo>
                  <a:cubicBezTo>
                    <a:pt x="101" y="1128"/>
                    <a:pt x="101" y="1011"/>
                    <a:pt x="81" y="894"/>
                  </a:cubicBezTo>
                  <a:close/>
                  <a:moveTo>
                    <a:pt x="1648" y="639"/>
                  </a:moveTo>
                  <a:cubicBezTo>
                    <a:pt x="1765" y="692"/>
                    <a:pt x="1883" y="740"/>
                    <a:pt x="2000" y="793"/>
                  </a:cubicBezTo>
                  <a:cubicBezTo>
                    <a:pt x="2020" y="793"/>
                    <a:pt x="2036" y="809"/>
                    <a:pt x="2036" y="825"/>
                  </a:cubicBezTo>
                  <a:lnTo>
                    <a:pt x="2036" y="974"/>
                  </a:lnTo>
                  <a:cubicBezTo>
                    <a:pt x="2052" y="995"/>
                    <a:pt x="2052" y="1011"/>
                    <a:pt x="2052" y="1027"/>
                  </a:cubicBezTo>
                  <a:lnTo>
                    <a:pt x="2052" y="1112"/>
                  </a:lnTo>
                  <a:cubicBezTo>
                    <a:pt x="2052" y="1160"/>
                    <a:pt x="2068" y="1213"/>
                    <a:pt x="2068" y="1261"/>
                  </a:cubicBezTo>
                  <a:lnTo>
                    <a:pt x="2068" y="1330"/>
                  </a:lnTo>
                  <a:cubicBezTo>
                    <a:pt x="2085" y="1362"/>
                    <a:pt x="2085" y="1398"/>
                    <a:pt x="2085" y="1415"/>
                  </a:cubicBezTo>
                  <a:lnTo>
                    <a:pt x="2085" y="1447"/>
                  </a:lnTo>
                  <a:lnTo>
                    <a:pt x="2085" y="1479"/>
                  </a:lnTo>
                  <a:cubicBezTo>
                    <a:pt x="2101" y="1516"/>
                    <a:pt x="2101" y="1532"/>
                    <a:pt x="2101" y="1564"/>
                  </a:cubicBezTo>
                  <a:lnTo>
                    <a:pt x="2101" y="1617"/>
                  </a:lnTo>
                  <a:cubicBezTo>
                    <a:pt x="2101" y="1633"/>
                    <a:pt x="2121" y="1665"/>
                    <a:pt x="2121" y="1701"/>
                  </a:cubicBezTo>
                  <a:lnTo>
                    <a:pt x="2121" y="1600"/>
                  </a:lnTo>
                  <a:lnTo>
                    <a:pt x="2121" y="1564"/>
                  </a:lnTo>
                  <a:cubicBezTo>
                    <a:pt x="2121" y="1532"/>
                    <a:pt x="2121" y="1499"/>
                    <a:pt x="2101" y="1479"/>
                  </a:cubicBezTo>
                  <a:cubicBezTo>
                    <a:pt x="2085" y="1463"/>
                    <a:pt x="2101" y="1463"/>
                    <a:pt x="2101" y="1447"/>
                  </a:cubicBezTo>
                  <a:lnTo>
                    <a:pt x="2101" y="1415"/>
                  </a:lnTo>
                  <a:cubicBezTo>
                    <a:pt x="2085" y="1378"/>
                    <a:pt x="2085" y="1362"/>
                    <a:pt x="2085" y="1330"/>
                  </a:cubicBezTo>
                  <a:lnTo>
                    <a:pt x="2085" y="1261"/>
                  </a:lnTo>
                  <a:cubicBezTo>
                    <a:pt x="2085" y="1213"/>
                    <a:pt x="2068" y="1160"/>
                    <a:pt x="2068" y="1112"/>
                  </a:cubicBezTo>
                  <a:lnTo>
                    <a:pt x="2068" y="1027"/>
                  </a:lnTo>
                  <a:cubicBezTo>
                    <a:pt x="2052" y="1011"/>
                    <a:pt x="2052" y="995"/>
                    <a:pt x="2052" y="974"/>
                  </a:cubicBezTo>
                  <a:lnTo>
                    <a:pt x="2052" y="825"/>
                  </a:lnTo>
                  <a:cubicBezTo>
                    <a:pt x="2036" y="809"/>
                    <a:pt x="2036" y="772"/>
                    <a:pt x="2000" y="772"/>
                  </a:cubicBezTo>
                  <a:cubicBezTo>
                    <a:pt x="1883" y="724"/>
                    <a:pt x="1765" y="671"/>
                    <a:pt x="1648" y="639"/>
                  </a:cubicBezTo>
                  <a:close/>
                  <a:moveTo>
                    <a:pt x="2121" y="1701"/>
                  </a:moveTo>
                  <a:lnTo>
                    <a:pt x="2121" y="1766"/>
                  </a:lnTo>
                  <a:cubicBezTo>
                    <a:pt x="2121" y="1802"/>
                    <a:pt x="2121" y="1835"/>
                    <a:pt x="2137" y="1883"/>
                  </a:cubicBezTo>
                  <a:lnTo>
                    <a:pt x="2137" y="1766"/>
                  </a:lnTo>
                  <a:cubicBezTo>
                    <a:pt x="2137" y="1734"/>
                    <a:pt x="2121" y="1718"/>
                    <a:pt x="2121" y="1701"/>
                  </a:cubicBezTo>
                  <a:close/>
                  <a:moveTo>
                    <a:pt x="117" y="1431"/>
                  </a:moveTo>
                  <a:lnTo>
                    <a:pt x="117" y="1600"/>
                  </a:lnTo>
                  <a:cubicBezTo>
                    <a:pt x="117" y="1665"/>
                    <a:pt x="133" y="1734"/>
                    <a:pt x="133" y="1802"/>
                  </a:cubicBezTo>
                  <a:lnTo>
                    <a:pt x="133" y="1968"/>
                  </a:lnTo>
                  <a:cubicBezTo>
                    <a:pt x="150" y="2004"/>
                    <a:pt x="150" y="2053"/>
                    <a:pt x="150" y="2105"/>
                  </a:cubicBezTo>
                  <a:cubicBezTo>
                    <a:pt x="150" y="2154"/>
                    <a:pt x="150" y="2223"/>
                    <a:pt x="166" y="2287"/>
                  </a:cubicBezTo>
                  <a:lnTo>
                    <a:pt x="166" y="2105"/>
                  </a:lnTo>
                  <a:cubicBezTo>
                    <a:pt x="166" y="2053"/>
                    <a:pt x="150" y="2004"/>
                    <a:pt x="150" y="1968"/>
                  </a:cubicBezTo>
                  <a:lnTo>
                    <a:pt x="150" y="1802"/>
                  </a:lnTo>
                  <a:cubicBezTo>
                    <a:pt x="133" y="1734"/>
                    <a:pt x="133" y="1665"/>
                    <a:pt x="133" y="1600"/>
                  </a:cubicBezTo>
                  <a:cubicBezTo>
                    <a:pt x="133" y="1548"/>
                    <a:pt x="133" y="1479"/>
                    <a:pt x="117" y="1431"/>
                  </a:cubicBezTo>
                  <a:close/>
                  <a:moveTo>
                    <a:pt x="2137" y="1883"/>
                  </a:moveTo>
                  <a:lnTo>
                    <a:pt x="2137" y="1968"/>
                  </a:lnTo>
                  <a:cubicBezTo>
                    <a:pt x="2153" y="2037"/>
                    <a:pt x="2153" y="2105"/>
                    <a:pt x="2153" y="2154"/>
                  </a:cubicBezTo>
                  <a:cubicBezTo>
                    <a:pt x="2169" y="2206"/>
                    <a:pt x="2169" y="2255"/>
                    <a:pt x="2169" y="2307"/>
                  </a:cubicBezTo>
                  <a:lnTo>
                    <a:pt x="2169" y="2356"/>
                  </a:lnTo>
                  <a:cubicBezTo>
                    <a:pt x="2186" y="2388"/>
                    <a:pt x="2186" y="2425"/>
                    <a:pt x="2186" y="2457"/>
                  </a:cubicBezTo>
                  <a:cubicBezTo>
                    <a:pt x="2186" y="2509"/>
                    <a:pt x="2186" y="2542"/>
                    <a:pt x="2202" y="2574"/>
                  </a:cubicBezTo>
                  <a:lnTo>
                    <a:pt x="2202" y="2457"/>
                  </a:lnTo>
                  <a:cubicBezTo>
                    <a:pt x="2202" y="2425"/>
                    <a:pt x="2186" y="2388"/>
                    <a:pt x="2186" y="2356"/>
                  </a:cubicBezTo>
                  <a:lnTo>
                    <a:pt x="2186" y="2307"/>
                  </a:lnTo>
                  <a:cubicBezTo>
                    <a:pt x="2186" y="2255"/>
                    <a:pt x="2169" y="2206"/>
                    <a:pt x="2169" y="2154"/>
                  </a:cubicBezTo>
                  <a:cubicBezTo>
                    <a:pt x="2169" y="2085"/>
                    <a:pt x="2153" y="2037"/>
                    <a:pt x="2153" y="1968"/>
                  </a:cubicBezTo>
                  <a:cubicBezTo>
                    <a:pt x="2153" y="1936"/>
                    <a:pt x="2153" y="1920"/>
                    <a:pt x="2137" y="1883"/>
                  </a:cubicBezTo>
                  <a:close/>
                  <a:moveTo>
                    <a:pt x="2202" y="2574"/>
                  </a:moveTo>
                  <a:lnTo>
                    <a:pt x="2202" y="2643"/>
                  </a:lnTo>
                  <a:lnTo>
                    <a:pt x="2202" y="2691"/>
                  </a:lnTo>
                  <a:cubicBezTo>
                    <a:pt x="2222" y="2760"/>
                    <a:pt x="2222" y="2812"/>
                    <a:pt x="2222" y="2877"/>
                  </a:cubicBezTo>
                  <a:cubicBezTo>
                    <a:pt x="2238" y="2893"/>
                    <a:pt x="2238" y="2930"/>
                    <a:pt x="2238" y="2946"/>
                  </a:cubicBezTo>
                  <a:cubicBezTo>
                    <a:pt x="2238" y="2978"/>
                    <a:pt x="2238" y="3014"/>
                    <a:pt x="2254" y="3063"/>
                  </a:cubicBezTo>
                  <a:lnTo>
                    <a:pt x="2254" y="3047"/>
                  </a:lnTo>
                  <a:lnTo>
                    <a:pt x="2254" y="2946"/>
                  </a:lnTo>
                  <a:cubicBezTo>
                    <a:pt x="2238" y="2930"/>
                    <a:pt x="2238" y="2893"/>
                    <a:pt x="2238" y="2877"/>
                  </a:cubicBezTo>
                  <a:cubicBezTo>
                    <a:pt x="2238" y="2812"/>
                    <a:pt x="2222" y="2760"/>
                    <a:pt x="2222" y="2691"/>
                  </a:cubicBezTo>
                  <a:lnTo>
                    <a:pt x="2222" y="2627"/>
                  </a:lnTo>
                  <a:cubicBezTo>
                    <a:pt x="2222" y="2610"/>
                    <a:pt x="2222" y="2590"/>
                    <a:pt x="2202" y="2574"/>
                  </a:cubicBezTo>
                  <a:close/>
                  <a:moveTo>
                    <a:pt x="166" y="2287"/>
                  </a:moveTo>
                  <a:lnTo>
                    <a:pt x="166" y="2457"/>
                  </a:lnTo>
                  <a:cubicBezTo>
                    <a:pt x="166" y="2489"/>
                    <a:pt x="182" y="2542"/>
                    <a:pt x="182" y="2590"/>
                  </a:cubicBezTo>
                  <a:cubicBezTo>
                    <a:pt x="182" y="2691"/>
                    <a:pt x="182" y="2792"/>
                    <a:pt x="202" y="2893"/>
                  </a:cubicBezTo>
                  <a:lnTo>
                    <a:pt x="202" y="2962"/>
                  </a:lnTo>
                  <a:cubicBezTo>
                    <a:pt x="202" y="3014"/>
                    <a:pt x="202" y="3047"/>
                    <a:pt x="218" y="3095"/>
                  </a:cubicBezTo>
                  <a:lnTo>
                    <a:pt x="218" y="2962"/>
                  </a:lnTo>
                  <a:lnTo>
                    <a:pt x="218" y="2893"/>
                  </a:lnTo>
                  <a:cubicBezTo>
                    <a:pt x="202" y="2792"/>
                    <a:pt x="202" y="2675"/>
                    <a:pt x="202" y="2590"/>
                  </a:cubicBezTo>
                  <a:cubicBezTo>
                    <a:pt x="182" y="2542"/>
                    <a:pt x="182" y="2489"/>
                    <a:pt x="182" y="2457"/>
                  </a:cubicBezTo>
                  <a:cubicBezTo>
                    <a:pt x="182" y="2388"/>
                    <a:pt x="182" y="2340"/>
                    <a:pt x="166" y="2287"/>
                  </a:cubicBezTo>
                  <a:close/>
                  <a:moveTo>
                    <a:pt x="218" y="3095"/>
                  </a:moveTo>
                  <a:lnTo>
                    <a:pt x="218" y="3180"/>
                  </a:lnTo>
                  <a:lnTo>
                    <a:pt x="218" y="3233"/>
                  </a:lnTo>
                  <a:lnTo>
                    <a:pt x="234" y="3297"/>
                  </a:lnTo>
                  <a:lnTo>
                    <a:pt x="234" y="3233"/>
                  </a:lnTo>
                  <a:lnTo>
                    <a:pt x="234" y="3180"/>
                  </a:lnTo>
                  <a:cubicBezTo>
                    <a:pt x="234" y="3164"/>
                    <a:pt x="234" y="3132"/>
                    <a:pt x="218" y="3095"/>
                  </a:cubicBezTo>
                  <a:close/>
                  <a:moveTo>
                    <a:pt x="2254" y="3063"/>
                  </a:moveTo>
                  <a:lnTo>
                    <a:pt x="2254" y="3249"/>
                  </a:lnTo>
                  <a:cubicBezTo>
                    <a:pt x="2270" y="3265"/>
                    <a:pt x="2270" y="3281"/>
                    <a:pt x="2270" y="3317"/>
                  </a:cubicBezTo>
                  <a:cubicBezTo>
                    <a:pt x="2270" y="3350"/>
                    <a:pt x="2270" y="3398"/>
                    <a:pt x="2287" y="3451"/>
                  </a:cubicBezTo>
                  <a:lnTo>
                    <a:pt x="2287" y="3317"/>
                  </a:lnTo>
                  <a:cubicBezTo>
                    <a:pt x="2287" y="3281"/>
                    <a:pt x="2270" y="3265"/>
                    <a:pt x="2270" y="3249"/>
                  </a:cubicBezTo>
                  <a:cubicBezTo>
                    <a:pt x="2270" y="3180"/>
                    <a:pt x="2270" y="3132"/>
                    <a:pt x="2254" y="3063"/>
                  </a:cubicBezTo>
                  <a:close/>
                  <a:moveTo>
                    <a:pt x="234" y="3297"/>
                  </a:moveTo>
                  <a:lnTo>
                    <a:pt x="234" y="3483"/>
                  </a:lnTo>
                  <a:cubicBezTo>
                    <a:pt x="234" y="3552"/>
                    <a:pt x="251" y="3620"/>
                    <a:pt x="251" y="3685"/>
                  </a:cubicBezTo>
                  <a:lnTo>
                    <a:pt x="251" y="3754"/>
                  </a:lnTo>
                  <a:lnTo>
                    <a:pt x="251" y="3786"/>
                  </a:lnTo>
                  <a:cubicBezTo>
                    <a:pt x="267" y="3822"/>
                    <a:pt x="267" y="3855"/>
                    <a:pt x="267" y="3871"/>
                  </a:cubicBezTo>
                  <a:lnTo>
                    <a:pt x="267" y="3786"/>
                  </a:lnTo>
                  <a:lnTo>
                    <a:pt x="267" y="3754"/>
                  </a:lnTo>
                  <a:lnTo>
                    <a:pt x="267" y="3685"/>
                  </a:lnTo>
                  <a:cubicBezTo>
                    <a:pt x="251" y="3620"/>
                    <a:pt x="251" y="3552"/>
                    <a:pt x="251" y="3483"/>
                  </a:cubicBezTo>
                  <a:cubicBezTo>
                    <a:pt x="251" y="3418"/>
                    <a:pt x="251" y="3366"/>
                    <a:pt x="234" y="3297"/>
                  </a:cubicBezTo>
                  <a:close/>
                  <a:moveTo>
                    <a:pt x="267" y="3871"/>
                  </a:moveTo>
                  <a:lnTo>
                    <a:pt x="267" y="3923"/>
                  </a:lnTo>
                  <a:lnTo>
                    <a:pt x="267" y="3988"/>
                  </a:lnTo>
                  <a:cubicBezTo>
                    <a:pt x="283" y="3972"/>
                    <a:pt x="283" y="3939"/>
                    <a:pt x="283" y="3903"/>
                  </a:cubicBezTo>
                  <a:cubicBezTo>
                    <a:pt x="267" y="3903"/>
                    <a:pt x="267" y="3887"/>
                    <a:pt x="267" y="3871"/>
                  </a:cubicBezTo>
                  <a:close/>
                  <a:moveTo>
                    <a:pt x="267" y="3988"/>
                  </a:moveTo>
                  <a:cubicBezTo>
                    <a:pt x="251" y="3988"/>
                    <a:pt x="267" y="4004"/>
                    <a:pt x="267" y="4004"/>
                  </a:cubicBezTo>
                  <a:lnTo>
                    <a:pt x="267" y="3988"/>
                  </a:lnTo>
                  <a:close/>
                  <a:moveTo>
                    <a:pt x="2287" y="3451"/>
                  </a:moveTo>
                  <a:lnTo>
                    <a:pt x="2287" y="3499"/>
                  </a:lnTo>
                  <a:lnTo>
                    <a:pt x="2287" y="3620"/>
                  </a:lnTo>
                  <a:cubicBezTo>
                    <a:pt x="2303" y="3653"/>
                    <a:pt x="2303" y="3701"/>
                    <a:pt x="2303" y="3737"/>
                  </a:cubicBezTo>
                  <a:cubicBezTo>
                    <a:pt x="2303" y="3770"/>
                    <a:pt x="2323" y="3822"/>
                    <a:pt x="2323" y="3855"/>
                  </a:cubicBezTo>
                  <a:lnTo>
                    <a:pt x="2323" y="3956"/>
                  </a:lnTo>
                  <a:cubicBezTo>
                    <a:pt x="2339" y="3972"/>
                    <a:pt x="2339" y="3988"/>
                    <a:pt x="2339" y="4004"/>
                  </a:cubicBezTo>
                  <a:lnTo>
                    <a:pt x="2339" y="3956"/>
                  </a:lnTo>
                  <a:lnTo>
                    <a:pt x="2339" y="3855"/>
                  </a:lnTo>
                  <a:cubicBezTo>
                    <a:pt x="2323" y="3802"/>
                    <a:pt x="2323" y="3770"/>
                    <a:pt x="2323" y="3737"/>
                  </a:cubicBezTo>
                  <a:cubicBezTo>
                    <a:pt x="2323" y="3685"/>
                    <a:pt x="2323" y="3653"/>
                    <a:pt x="2303" y="3620"/>
                  </a:cubicBezTo>
                  <a:lnTo>
                    <a:pt x="2303" y="3499"/>
                  </a:lnTo>
                  <a:cubicBezTo>
                    <a:pt x="2303" y="3483"/>
                    <a:pt x="2303" y="3467"/>
                    <a:pt x="2287" y="3451"/>
                  </a:cubicBezTo>
                  <a:close/>
                  <a:moveTo>
                    <a:pt x="2339" y="4004"/>
                  </a:moveTo>
                  <a:cubicBezTo>
                    <a:pt x="2339" y="4057"/>
                    <a:pt x="2339" y="4105"/>
                    <a:pt x="2355" y="4141"/>
                  </a:cubicBezTo>
                  <a:cubicBezTo>
                    <a:pt x="2355" y="4089"/>
                    <a:pt x="2355" y="4057"/>
                    <a:pt x="2339" y="4004"/>
                  </a:cubicBezTo>
                  <a:close/>
                  <a:moveTo>
                    <a:pt x="2355" y="4141"/>
                  </a:moveTo>
                  <a:cubicBezTo>
                    <a:pt x="2355" y="4190"/>
                    <a:pt x="2355" y="4259"/>
                    <a:pt x="2371" y="4307"/>
                  </a:cubicBezTo>
                  <a:cubicBezTo>
                    <a:pt x="2371" y="4259"/>
                    <a:pt x="2371" y="4190"/>
                    <a:pt x="2355" y="4141"/>
                  </a:cubicBezTo>
                  <a:close/>
                  <a:moveTo>
                    <a:pt x="2371" y="4307"/>
                  </a:moveTo>
                  <a:cubicBezTo>
                    <a:pt x="2371" y="4408"/>
                    <a:pt x="2387" y="4509"/>
                    <a:pt x="2387" y="4610"/>
                  </a:cubicBezTo>
                  <a:lnTo>
                    <a:pt x="2404" y="4679"/>
                  </a:lnTo>
                  <a:lnTo>
                    <a:pt x="2404" y="4594"/>
                  </a:lnTo>
                  <a:cubicBezTo>
                    <a:pt x="2387" y="4509"/>
                    <a:pt x="2387" y="4408"/>
                    <a:pt x="2371" y="4307"/>
                  </a:cubicBezTo>
                  <a:close/>
                  <a:moveTo>
                    <a:pt x="267" y="4004"/>
                  </a:moveTo>
                  <a:lnTo>
                    <a:pt x="267" y="4024"/>
                  </a:lnTo>
                  <a:cubicBezTo>
                    <a:pt x="267" y="4040"/>
                    <a:pt x="283" y="4057"/>
                    <a:pt x="267" y="4089"/>
                  </a:cubicBezTo>
                  <a:lnTo>
                    <a:pt x="267" y="4105"/>
                  </a:lnTo>
                  <a:cubicBezTo>
                    <a:pt x="283" y="4141"/>
                    <a:pt x="283" y="4190"/>
                    <a:pt x="283" y="4242"/>
                  </a:cubicBezTo>
                  <a:lnTo>
                    <a:pt x="283" y="4291"/>
                  </a:lnTo>
                  <a:cubicBezTo>
                    <a:pt x="303" y="4392"/>
                    <a:pt x="303" y="4477"/>
                    <a:pt x="303" y="4578"/>
                  </a:cubicBezTo>
                  <a:lnTo>
                    <a:pt x="303" y="4610"/>
                  </a:lnTo>
                  <a:cubicBezTo>
                    <a:pt x="319" y="4663"/>
                    <a:pt x="319" y="4695"/>
                    <a:pt x="319" y="4731"/>
                  </a:cubicBezTo>
                  <a:lnTo>
                    <a:pt x="319" y="4747"/>
                  </a:lnTo>
                  <a:cubicBezTo>
                    <a:pt x="303" y="4780"/>
                    <a:pt x="319" y="4796"/>
                    <a:pt x="352" y="4796"/>
                  </a:cubicBezTo>
                  <a:cubicBezTo>
                    <a:pt x="319" y="4780"/>
                    <a:pt x="319" y="4780"/>
                    <a:pt x="335" y="4747"/>
                  </a:cubicBezTo>
                  <a:lnTo>
                    <a:pt x="335" y="4731"/>
                  </a:lnTo>
                  <a:cubicBezTo>
                    <a:pt x="319" y="4695"/>
                    <a:pt x="319" y="4646"/>
                    <a:pt x="319" y="4610"/>
                  </a:cubicBezTo>
                  <a:lnTo>
                    <a:pt x="319" y="4578"/>
                  </a:lnTo>
                  <a:cubicBezTo>
                    <a:pt x="319" y="4477"/>
                    <a:pt x="303" y="4392"/>
                    <a:pt x="303" y="4291"/>
                  </a:cubicBezTo>
                  <a:lnTo>
                    <a:pt x="303" y="4242"/>
                  </a:lnTo>
                  <a:cubicBezTo>
                    <a:pt x="303" y="4190"/>
                    <a:pt x="303" y="4141"/>
                    <a:pt x="283" y="4105"/>
                  </a:cubicBezTo>
                  <a:lnTo>
                    <a:pt x="283" y="4089"/>
                  </a:lnTo>
                  <a:lnTo>
                    <a:pt x="283" y="4024"/>
                  </a:lnTo>
                  <a:lnTo>
                    <a:pt x="283" y="4004"/>
                  </a:lnTo>
                  <a:close/>
                  <a:moveTo>
                    <a:pt x="2404" y="4711"/>
                  </a:moveTo>
                  <a:lnTo>
                    <a:pt x="2404" y="4764"/>
                  </a:lnTo>
                  <a:lnTo>
                    <a:pt x="2404" y="4780"/>
                  </a:lnTo>
                  <a:cubicBezTo>
                    <a:pt x="2404" y="4812"/>
                    <a:pt x="2424" y="4832"/>
                    <a:pt x="2424" y="4865"/>
                  </a:cubicBezTo>
                  <a:lnTo>
                    <a:pt x="2424" y="4780"/>
                  </a:lnTo>
                  <a:lnTo>
                    <a:pt x="2424" y="4764"/>
                  </a:lnTo>
                  <a:cubicBezTo>
                    <a:pt x="2404" y="4747"/>
                    <a:pt x="2404" y="4731"/>
                    <a:pt x="2404" y="4711"/>
                  </a:cubicBezTo>
                  <a:close/>
                  <a:moveTo>
                    <a:pt x="2424" y="4865"/>
                  </a:moveTo>
                  <a:lnTo>
                    <a:pt x="2424" y="4933"/>
                  </a:lnTo>
                  <a:cubicBezTo>
                    <a:pt x="2424" y="4982"/>
                    <a:pt x="2440" y="5034"/>
                    <a:pt x="2440" y="5083"/>
                  </a:cubicBezTo>
                  <a:cubicBezTo>
                    <a:pt x="2440" y="5135"/>
                    <a:pt x="2456" y="5184"/>
                    <a:pt x="2456" y="5252"/>
                  </a:cubicBezTo>
                  <a:lnTo>
                    <a:pt x="2456" y="5285"/>
                  </a:lnTo>
                  <a:cubicBezTo>
                    <a:pt x="2456" y="5301"/>
                    <a:pt x="2472" y="5337"/>
                    <a:pt x="2456" y="5369"/>
                  </a:cubicBezTo>
                  <a:cubicBezTo>
                    <a:pt x="2488" y="5337"/>
                    <a:pt x="2472" y="5301"/>
                    <a:pt x="2472" y="5269"/>
                  </a:cubicBezTo>
                  <a:lnTo>
                    <a:pt x="2472" y="5252"/>
                  </a:lnTo>
                  <a:cubicBezTo>
                    <a:pt x="2456" y="5184"/>
                    <a:pt x="2456" y="5135"/>
                    <a:pt x="2456" y="5083"/>
                  </a:cubicBezTo>
                  <a:cubicBezTo>
                    <a:pt x="2440" y="5034"/>
                    <a:pt x="2440" y="4982"/>
                    <a:pt x="2440" y="4933"/>
                  </a:cubicBezTo>
                  <a:cubicBezTo>
                    <a:pt x="2440" y="4897"/>
                    <a:pt x="2440" y="4881"/>
                    <a:pt x="2424" y="4865"/>
                  </a:cubicBezTo>
                  <a:close/>
                  <a:moveTo>
                    <a:pt x="352" y="4796"/>
                  </a:moveTo>
                  <a:lnTo>
                    <a:pt x="352" y="4796"/>
                  </a:lnTo>
                  <a:cubicBezTo>
                    <a:pt x="420" y="4832"/>
                    <a:pt x="485" y="4848"/>
                    <a:pt x="553" y="4865"/>
                  </a:cubicBezTo>
                  <a:cubicBezTo>
                    <a:pt x="606" y="4881"/>
                    <a:pt x="654" y="4881"/>
                    <a:pt x="687" y="4897"/>
                  </a:cubicBezTo>
                  <a:cubicBezTo>
                    <a:pt x="772" y="4913"/>
                    <a:pt x="840" y="4949"/>
                    <a:pt x="909" y="4966"/>
                  </a:cubicBezTo>
                  <a:cubicBezTo>
                    <a:pt x="974" y="4982"/>
                    <a:pt x="1042" y="4998"/>
                    <a:pt x="1091" y="5014"/>
                  </a:cubicBezTo>
                  <a:lnTo>
                    <a:pt x="1244" y="5050"/>
                  </a:lnTo>
                  <a:cubicBezTo>
                    <a:pt x="1345" y="5083"/>
                    <a:pt x="1446" y="5099"/>
                    <a:pt x="1547" y="5135"/>
                  </a:cubicBezTo>
                  <a:cubicBezTo>
                    <a:pt x="1616" y="5151"/>
                    <a:pt x="1681" y="5184"/>
                    <a:pt x="1765" y="5200"/>
                  </a:cubicBezTo>
                  <a:cubicBezTo>
                    <a:pt x="1866" y="5216"/>
                    <a:pt x="1967" y="5252"/>
                    <a:pt x="2068" y="5285"/>
                  </a:cubicBezTo>
                  <a:lnTo>
                    <a:pt x="2121" y="5301"/>
                  </a:lnTo>
                  <a:cubicBezTo>
                    <a:pt x="2222" y="5317"/>
                    <a:pt x="2323" y="5353"/>
                    <a:pt x="2404" y="5369"/>
                  </a:cubicBezTo>
                  <a:cubicBezTo>
                    <a:pt x="2424" y="5386"/>
                    <a:pt x="2440" y="5386"/>
                    <a:pt x="2440" y="5386"/>
                  </a:cubicBezTo>
                  <a:lnTo>
                    <a:pt x="2456" y="5386"/>
                  </a:lnTo>
                  <a:lnTo>
                    <a:pt x="2456" y="5369"/>
                  </a:lnTo>
                  <a:lnTo>
                    <a:pt x="2424" y="5369"/>
                  </a:lnTo>
                  <a:cubicBezTo>
                    <a:pt x="2323" y="5337"/>
                    <a:pt x="2222" y="5301"/>
                    <a:pt x="2137" y="5285"/>
                  </a:cubicBezTo>
                  <a:lnTo>
                    <a:pt x="2068" y="5269"/>
                  </a:lnTo>
                  <a:cubicBezTo>
                    <a:pt x="1967" y="5236"/>
                    <a:pt x="1866" y="5216"/>
                    <a:pt x="1765" y="5184"/>
                  </a:cubicBezTo>
                  <a:cubicBezTo>
                    <a:pt x="1697" y="5168"/>
                    <a:pt x="1616" y="5135"/>
                    <a:pt x="1547" y="5115"/>
                  </a:cubicBezTo>
                  <a:cubicBezTo>
                    <a:pt x="1446" y="5099"/>
                    <a:pt x="1345" y="5067"/>
                    <a:pt x="1244" y="5034"/>
                  </a:cubicBezTo>
                  <a:lnTo>
                    <a:pt x="1111" y="4998"/>
                  </a:lnTo>
                  <a:cubicBezTo>
                    <a:pt x="1042" y="4982"/>
                    <a:pt x="974" y="4966"/>
                    <a:pt x="925" y="4949"/>
                  </a:cubicBezTo>
                  <a:cubicBezTo>
                    <a:pt x="840" y="4933"/>
                    <a:pt x="772" y="4913"/>
                    <a:pt x="707" y="4881"/>
                  </a:cubicBezTo>
                  <a:cubicBezTo>
                    <a:pt x="654" y="4881"/>
                    <a:pt x="606" y="4865"/>
                    <a:pt x="553" y="4848"/>
                  </a:cubicBezTo>
                  <a:cubicBezTo>
                    <a:pt x="485" y="4832"/>
                    <a:pt x="420" y="4812"/>
                    <a:pt x="352" y="47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1249437" y="19662"/>
              <a:ext cx="1491464" cy="627237"/>
            </a:xfrm>
            <a:custGeom>
              <a:avLst/>
              <a:gdLst/>
              <a:ahLst/>
              <a:cxnLst/>
              <a:rect l="l" t="t" r="r" b="b"/>
              <a:pathLst>
                <a:path w="15016" h="6315" extrusionOk="0">
                  <a:moveTo>
                    <a:pt x="6952" y="17"/>
                  </a:moveTo>
                  <a:cubicBezTo>
                    <a:pt x="6936" y="17"/>
                    <a:pt x="6936" y="33"/>
                    <a:pt x="6936" y="33"/>
                  </a:cubicBezTo>
                  <a:cubicBezTo>
                    <a:pt x="6952" y="33"/>
                    <a:pt x="6952" y="33"/>
                    <a:pt x="6952" y="17"/>
                  </a:cubicBezTo>
                  <a:close/>
                  <a:moveTo>
                    <a:pt x="6952" y="0"/>
                  </a:moveTo>
                  <a:lnTo>
                    <a:pt x="6952" y="17"/>
                  </a:lnTo>
                  <a:lnTo>
                    <a:pt x="6969" y="17"/>
                  </a:lnTo>
                  <a:cubicBezTo>
                    <a:pt x="7001" y="17"/>
                    <a:pt x="7053" y="33"/>
                    <a:pt x="7086" y="53"/>
                  </a:cubicBezTo>
                  <a:cubicBezTo>
                    <a:pt x="7053" y="17"/>
                    <a:pt x="7017" y="0"/>
                    <a:pt x="6969" y="0"/>
                  </a:cubicBezTo>
                  <a:close/>
                  <a:moveTo>
                    <a:pt x="6936" y="33"/>
                  </a:moveTo>
                  <a:lnTo>
                    <a:pt x="6916" y="53"/>
                  </a:lnTo>
                  <a:cubicBezTo>
                    <a:pt x="6884" y="69"/>
                    <a:pt x="6868" y="85"/>
                    <a:pt x="6851" y="101"/>
                  </a:cubicBezTo>
                  <a:cubicBezTo>
                    <a:pt x="6767" y="170"/>
                    <a:pt x="6682" y="255"/>
                    <a:pt x="6597" y="336"/>
                  </a:cubicBezTo>
                  <a:cubicBezTo>
                    <a:pt x="6682" y="271"/>
                    <a:pt x="6783" y="186"/>
                    <a:pt x="6868" y="101"/>
                  </a:cubicBezTo>
                  <a:cubicBezTo>
                    <a:pt x="6884" y="85"/>
                    <a:pt x="6900" y="69"/>
                    <a:pt x="6916" y="69"/>
                  </a:cubicBezTo>
                  <a:cubicBezTo>
                    <a:pt x="6936" y="69"/>
                    <a:pt x="6936" y="53"/>
                    <a:pt x="6936" y="33"/>
                  </a:cubicBezTo>
                  <a:close/>
                  <a:moveTo>
                    <a:pt x="7086" y="53"/>
                  </a:moveTo>
                  <a:cubicBezTo>
                    <a:pt x="7102" y="69"/>
                    <a:pt x="7118" y="69"/>
                    <a:pt x="7118" y="69"/>
                  </a:cubicBezTo>
                  <a:cubicBezTo>
                    <a:pt x="7239" y="117"/>
                    <a:pt x="7356" y="170"/>
                    <a:pt x="7457" y="218"/>
                  </a:cubicBezTo>
                  <a:cubicBezTo>
                    <a:pt x="7522" y="255"/>
                    <a:pt x="7575" y="287"/>
                    <a:pt x="7643" y="303"/>
                  </a:cubicBezTo>
                  <a:cubicBezTo>
                    <a:pt x="7777" y="372"/>
                    <a:pt x="7910" y="420"/>
                    <a:pt x="8047" y="489"/>
                  </a:cubicBezTo>
                  <a:lnTo>
                    <a:pt x="8415" y="659"/>
                  </a:lnTo>
                  <a:cubicBezTo>
                    <a:pt x="8601" y="740"/>
                    <a:pt x="8786" y="824"/>
                    <a:pt x="8972" y="909"/>
                  </a:cubicBezTo>
                  <a:cubicBezTo>
                    <a:pt x="9005" y="925"/>
                    <a:pt x="9057" y="942"/>
                    <a:pt x="9106" y="962"/>
                  </a:cubicBezTo>
                  <a:cubicBezTo>
                    <a:pt x="9057" y="942"/>
                    <a:pt x="9021" y="909"/>
                    <a:pt x="8972" y="893"/>
                  </a:cubicBezTo>
                  <a:cubicBezTo>
                    <a:pt x="8786" y="808"/>
                    <a:pt x="8601" y="723"/>
                    <a:pt x="8415" y="639"/>
                  </a:cubicBezTo>
                  <a:lnTo>
                    <a:pt x="8047" y="473"/>
                  </a:lnTo>
                  <a:cubicBezTo>
                    <a:pt x="7910" y="420"/>
                    <a:pt x="7777" y="356"/>
                    <a:pt x="7643" y="287"/>
                  </a:cubicBezTo>
                  <a:cubicBezTo>
                    <a:pt x="7591" y="271"/>
                    <a:pt x="7522" y="235"/>
                    <a:pt x="7474" y="218"/>
                  </a:cubicBezTo>
                  <a:cubicBezTo>
                    <a:pt x="7356" y="170"/>
                    <a:pt x="7239" y="117"/>
                    <a:pt x="7138" y="69"/>
                  </a:cubicBezTo>
                  <a:cubicBezTo>
                    <a:pt x="7118" y="53"/>
                    <a:pt x="7102" y="53"/>
                    <a:pt x="7086" y="53"/>
                  </a:cubicBezTo>
                  <a:close/>
                  <a:moveTo>
                    <a:pt x="6597" y="336"/>
                  </a:moveTo>
                  <a:lnTo>
                    <a:pt x="6565" y="356"/>
                  </a:lnTo>
                  <a:cubicBezTo>
                    <a:pt x="6480" y="420"/>
                    <a:pt x="6395" y="505"/>
                    <a:pt x="6310" y="590"/>
                  </a:cubicBezTo>
                  <a:cubicBezTo>
                    <a:pt x="6246" y="659"/>
                    <a:pt x="6177" y="723"/>
                    <a:pt x="6092" y="792"/>
                  </a:cubicBezTo>
                  <a:cubicBezTo>
                    <a:pt x="6007" y="861"/>
                    <a:pt x="5926" y="942"/>
                    <a:pt x="5842" y="1010"/>
                  </a:cubicBezTo>
                  <a:cubicBezTo>
                    <a:pt x="5724" y="1111"/>
                    <a:pt x="5587" y="1228"/>
                    <a:pt x="5470" y="1346"/>
                  </a:cubicBezTo>
                  <a:lnTo>
                    <a:pt x="5401" y="1414"/>
                  </a:lnTo>
                  <a:cubicBezTo>
                    <a:pt x="5320" y="1483"/>
                    <a:pt x="5252" y="1548"/>
                    <a:pt x="5183" y="1616"/>
                  </a:cubicBezTo>
                  <a:cubicBezTo>
                    <a:pt x="5252" y="1548"/>
                    <a:pt x="5337" y="1499"/>
                    <a:pt x="5401" y="1430"/>
                  </a:cubicBezTo>
                  <a:lnTo>
                    <a:pt x="5486" y="1346"/>
                  </a:lnTo>
                  <a:cubicBezTo>
                    <a:pt x="5603" y="1245"/>
                    <a:pt x="5724" y="1127"/>
                    <a:pt x="5858" y="1026"/>
                  </a:cubicBezTo>
                  <a:cubicBezTo>
                    <a:pt x="5943" y="942"/>
                    <a:pt x="6027" y="877"/>
                    <a:pt x="6108" y="792"/>
                  </a:cubicBezTo>
                  <a:cubicBezTo>
                    <a:pt x="6177" y="723"/>
                    <a:pt x="6246" y="659"/>
                    <a:pt x="6330" y="590"/>
                  </a:cubicBezTo>
                  <a:cubicBezTo>
                    <a:pt x="6411" y="521"/>
                    <a:pt x="6496" y="437"/>
                    <a:pt x="6581" y="372"/>
                  </a:cubicBezTo>
                  <a:lnTo>
                    <a:pt x="6597" y="336"/>
                  </a:lnTo>
                  <a:close/>
                  <a:moveTo>
                    <a:pt x="9106" y="962"/>
                  </a:moveTo>
                  <a:cubicBezTo>
                    <a:pt x="9158" y="994"/>
                    <a:pt x="9190" y="1010"/>
                    <a:pt x="9239" y="1026"/>
                  </a:cubicBezTo>
                  <a:cubicBezTo>
                    <a:pt x="9291" y="1063"/>
                    <a:pt x="9360" y="1079"/>
                    <a:pt x="9409" y="1111"/>
                  </a:cubicBezTo>
                  <a:cubicBezTo>
                    <a:pt x="9461" y="1127"/>
                    <a:pt x="9510" y="1164"/>
                    <a:pt x="9578" y="1180"/>
                  </a:cubicBezTo>
                  <a:cubicBezTo>
                    <a:pt x="9663" y="1212"/>
                    <a:pt x="9728" y="1245"/>
                    <a:pt x="9813" y="1297"/>
                  </a:cubicBezTo>
                  <a:cubicBezTo>
                    <a:pt x="9897" y="1329"/>
                    <a:pt x="9982" y="1366"/>
                    <a:pt x="10083" y="1414"/>
                  </a:cubicBezTo>
                  <a:cubicBezTo>
                    <a:pt x="10148" y="1447"/>
                    <a:pt x="10233" y="1483"/>
                    <a:pt x="10301" y="1515"/>
                  </a:cubicBezTo>
                  <a:cubicBezTo>
                    <a:pt x="10386" y="1548"/>
                    <a:pt x="10471" y="1584"/>
                    <a:pt x="10536" y="1616"/>
                  </a:cubicBezTo>
                  <a:cubicBezTo>
                    <a:pt x="10620" y="1649"/>
                    <a:pt x="10705" y="1685"/>
                    <a:pt x="10774" y="1733"/>
                  </a:cubicBezTo>
                  <a:cubicBezTo>
                    <a:pt x="10855" y="1750"/>
                    <a:pt x="10923" y="1786"/>
                    <a:pt x="10992" y="1818"/>
                  </a:cubicBezTo>
                  <a:cubicBezTo>
                    <a:pt x="11109" y="1871"/>
                    <a:pt x="11226" y="1935"/>
                    <a:pt x="11344" y="1988"/>
                  </a:cubicBezTo>
                  <a:lnTo>
                    <a:pt x="11412" y="2004"/>
                  </a:lnTo>
                  <a:lnTo>
                    <a:pt x="11344" y="1972"/>
                  </a:lnTo>
                  <a:cubicBezTo>
                    <a:pt x="11226" y="1919"/>
                    <a:pt x="11109" y="1871"/>
                    <a:pt x="10992" y="1802"/>
                  </a:cubicBezTo>
                  <a:cubicBezTo>
                    <a:pt x="10923" y="1786"/>
                    <a:pt x="10855" y="1750"/>
                    <a:pt x="10790" y="1717"/>
                  </a:cubicBezTo>
                  <a:cubicBezTo>
                    <a:pt x="10705" y="1685"/>
                    <a:pt x="10620" y="1649"/>
                    <a:pt x="10552" y="1600"/>
                  </a:cubicBezTo>
                  <a:cubicBezTo>
                    <a:pt x="10471" y="1568"/>
                    <a:pt x="10386" y="1531"/>
                    <a:pt x="10318" y="1499"/>
                  </a:cubicBezTo>
                  <a:cubicBezTo>
                    <a:pt x="10233" y="1467"/>
                    <a:pt x="10148" y="1430"/>
                    <a:pt x="10083" y="1398"/>
                  </a:cubicBezTo>
                  <a:cubicBezTo>
                    <a:pt x="9998" y="1366"/>
                    <a:pt x="9914" y="1313"/>
                    <a:pt x="9829" y="1281"/>
                  </a:cubicBezTo>
                  <a:cubicBezTo>
                    <a:pt x="9744" y="1245"/>
                    <a:pt x="9663" y="1212"/>
                    <a:pt x="9578" y="1164"/>
                  </a:cubicBezTo>
                  <a:cubicBezTo>
                    <a:pt x="9526" y="1144"/>
                    <a:pt x="9461" y="1111"/>
                    <a:pt x="9409" y="1095"/>
                  </a:cubicBezTo>
                  <a:cubicBezTo>
                    <a:pt x="9360" y="1079"/>
                    <a:pt x="9308" y="1043"/>
                    <a:pt x="9259" y="1026"/>
                  </a:cubicBezTo>
                  <a:cubicBezTo>
                    <a:pt x="9207" y="994"/>
                    <a:pt x="9158" y="978"/>
                    <a:pt x="9106" y="962"/>
                  </a:cubicBezTo>
                  <a:close/>
                  <a:moveTo>
                    <a:pt x="5183" y="1616"/>
                  </a:moveTo>
                  <a:cubicBezTo>
                    <a:pt x="5082" y="1701"/>
                    <a:pt x="4997" y="1770"/>
                    <a:pt x="4916" y="1851"/>
                  </a:cubicBezTo>
                  <a:cubicBezTo>
                    <a:pt x="4848" y="1919"/>
                    <a:pt x="4779" y="1972"/>
                    <a:pt x="4714" y="2036"/>
                  </a:cubicBezTo>
                  <a:cubicBezTo>
                    <a:pt x="4779" y="1988"/>
                    <a:pt x="4848" y="1919"/>
                    <a:pt x="4916" y="1871"/>
                  </a:cubicBezTo>
                  <a:cubicBezTo>
                    <a:pt x="5017" y="1786"/>
                    <a:pt x="5098" y="1701"/>
                    <a:pt x="5183" y="1616"/>
                  </a:cubicBezTo>
                  <a:close/>
                  <a:moveTo>
                    <a:pt x="11412" y="2004"/>
                  </a:moveTo>
                  <a:lnTo>
                    <a:pt x="11412" y="2004"/>
                  </a:lnTo>
                  <a:cubicBezTo>
                    <a:pt x="11461" y="2036"/>
                    <a:pt x="11497" y="2052"/>
                    <a:pt x="11546" y="2073"/>
                  </a:cubicBezTo>
                  <a:cubicBezTo>
                    <a:pt x="11630" y="2105"/>
                    <a:pt x="11699" y="2137"/>
                    <a:pt x="11784" y="2174"/>
                  </a:cubicBezTo>
                  <a:cubicBezTo>
                    <a:pt x="11715" y="2137"/>
                    <a:pt x="11630" y="2105"/>
                    <a:pt x="11562" y="2073"/>
                  </a:cubicBezTo>
                  <a:cubicBezTo>
                    <a:pt x="11513" y="2036"/>
                    <a:pt x="11461" y="2020"/>
                    <a:pt x="11412" y="2004"/>
                  </a:cubicBezTo>
                  <a:close/>
                  <a:moveTo>
                    <a:pt x="11784" y="2174"/>
                  </a:moveTo>
                  <a:lnTo>
                    <a:pt x="11784" y="2174"/>
                  </a:lnTo>
                  <a:cubicBezTo>
                    <a:pt x="11832" y="2206"/>
                    <a:pt x="11885" y="2222"/>
                    <a:pt x="11933" y="2254"/>
                  </a:cubicBezTo>
                  <a:cubicBezTo>
                    <a:pt x="12002" y="2275"/>
                    <a:pt x="12067" y="2307"/>
                    <a:pt x="12135" y="2339"/>
                  </a:cubicBezTo>
                  <a:cubicBezTo>
                    <a:pt x="12220" y="2376"/>
                    <a:pt x="12305" y="2408"/>
                    <a:pt x="12370" y="2456"/>
                  </a:cubicBezTo>
                  <a:cubicBezTo>
                    <a:pt x="12471" y="2493"/>
                    <a:pt x="12592" y="2541"/>
                    <a:pt x="12693" y="2594"/>
                  </a:cubicBezTo>
                  <a:cubicBezTo>
                    <a:pt x="12842" y="2658"/>
                    <a:pt x="13012" y="2743"/>
                    <a:pt x="13178" y="2812"/>
                  </a:cubicBezTo>
                  <a:cubicBezTo>
                    <a:pt x="13299" y="2860"/>
                    <a:pt x="13416" y="2913"/>
                    <a:pt x="13533" y="2982"/>
                  </a:cubicBezTo>
                  <a:cubicBezTo>
                    <a:pt x="13650" y="3030"/>
                    <a:pt x="13784" y="3083"/>
                    <a:pt x="13905" y="3131"/>
                  </a:cubicBezTo>
                  <a:cubicBezTo>
                    <a:pt x="13784" y="3062"/>
                    <a:pt x="13666" y="3014"/>
                    <a:pt x="13533" y="2961"/>
                  </a:cubicBezTo>
                  <a:cubicBezTo>
                    <a:pt x="13416" y="2913"/>
                    <a:pt x="13299" y="2844"/>
                    <a:pt x="13178" y="2796"/>
                  </a:cubicBezTo>
                  <a:cubicBezTo>
                    <a:pt x="13012" y="2727"/>
                    <a:pt x="12858" y="2642"/>
                    <a:pt x="12693" y="2578"/>
                  </a:cubicBezTo>
                  <a:cubicBezTo>
                    <a:pt x="12592" y="2525"/>
                    <a:pt x="12491" y="2493"/>
                    <a:pt x="12390" y="2440"/>
                  </a:cubicBezTo>
                  <a:cubicBezTo>
                    <a:pt x="12305" y="2408"/>
                    <a:pt x="12220" y="2355"/>
                    <a:pt x="12135" y="2323"/>
                  </a:cubicBezTo>
                  <a:cubicBezTo>
                    <a:pt x="12067" y="2307"/>
                    <a:pt x="12002" y="2275"/>
                    <a:pt x="11950" y="2238"/>
                  </a:cubicBezTo>
                  <a:cubicBezTo>
                    <a:pt x="11885" y="2222"/>
                    <a:pt x="11832" y="2190"/>
                    <a:pt x="11784" y="2174"/>
                  </a:cubicBezTo>
                  <a:close/>
                  <a:moveTo>
                    <a:pt x="4714" y="2036"/>
                  </a:moveTo>
                  <a:lnTo>
                    <a:pt x="4391" y="2323"/>
                  </a:lnTo>
                  <a:cubicBezTo>
                    <a:pt x="4327" y="2376"/>
                    <a:pt x="4258" y="2440"/>
                    <a:pt x="4189" y="2509"/>
                  </a:cubicBezTo>
                  <a:cubicBezTo>
                    <a:pt x="4056" y="2626"/>
                    <a:pt x="3923" y="2759"/>
                    <a:pt x="3769" y="2881"/>
                  </a:cubicBezTo>
                  <a:cubicBezTo>
                    <a:pt x="3737" y="2913"/>
                    <a:pt x="3705" y="2945"/>
                    <a:pt x="3652" y="2982"/>
                  </a:cubicBezTo>
                  <a:cubicBezTo>
                    <a:pt x="3604" y="3046"/>
                    <a:pt x="3535" y="3099"/>
                    <a:pt x="3482" y="3147"/>
                  </a:cubicBezTo>
                  <a:cubicBezTo>
                    <a:pt x="3434" y="3200"/>
                    <a:pt x="3381" y="3232"/>
                    <a:pt x="3349" y="3264"/>
                  </a:cubicBezTo>
                  <a:cubicBezTo>
                    <a:pt x="3280" y="3317"/>
                    <a:pt x="3232" y="3365"/>
                    <a:pt x="3179" y="3418"/>
                  </a:cubicBezTo>
                  <a:lnTo>
                    <a:pt x="3030" y="3567"/>
                  </a:lnTo>
                  <a:cubicBezTo>
                    <a:pt x="3078" y="3519"/>
                    <a:pt x="3131" y="3487"/>
                    <a:pt x="3179" y="3434"/>
                  </a:cubicBezTo>
                  <a:cubicBezTo>
                    <a:pt x="3248" y="3386"/>
                    <a:pt x="3301" y="3333"/>
                    <a:pt x="3349" y="3285"/>
                  </a:cubicBezTo>
                  <a:cubicBezTo>
                    <a:pt x="3402" y="3248"/>
                    <a:pt x="3450" y="3200"/>
                    <a:pt x="3482" y="3163"/>
                  </a:cubicBezTo>
                  <a:cubicBezTo>
                    <a:pt x="3551" y="3099"/>
                    <a:pt x="3604" y="3046"/>
                    <a:pt x="3668" y="2998"/>
                  </a:cubicBezTo>
                  <a:cubicBezTo>
                    <a:pt x="3705" y="2961"/>
                    <a:pt x="3753" y="2929"/>
                    <a:pt x="3785" y="2897"/>
                  </a:cubicBezTo>
                  <a:cubicBezTo>
                    <a:pt x="3923" y="2759"/>
                    <a:pt x="4056" y="2642"/>
                    <a:pt x="4210" y="2509"/>
                  </a:cubicBezTo>
                  <a:cubicBezTo>
                    <a:pt x="4274" y="2456"/>
                    <a:pt x="4343" y="2392"/>
                    <a:pt x="4412" y="2323"/>
                  </a:cubicBezTo>
                  <a:lnTo>
                    <a:pt x="4714" y="2036"/>
                  </a:lnTo>
                  <a:close/>
                  <a:moveTo>
                    <a:pt x="13905" y="3131"/>
                  </a:moveTo>
                  <a:cubicBezTo>
                    <a:pt x="13969" y="3163"/>
                    <a:pt x="14038" y="3200"/>
                    <a:pt x="14107" y="3232"/>
                  </a:cubicBezTo>
                  <a:cubicBezTo>
                    <a:pt x="14188" y="3264"/>
                    <a:pt x="14288" y="3317"/>
                    <a:pt x="14373" y="3349"/>
                  </a:cubicBezTo>
                  <a:cubicBezTo>
                    <a:pt x="14490" y="3402"/>
                    <a:pt x="14612" y="3450"/>
                    <a:pt x="14713" y="3503"/>
                  </a:cubicBezTo>
                  <a:cubicBezTo>
                    <a:pt x="14761" y="3519"/>
                    <a:pt x="14793" y="3535"/>
                    <a:pt x="14830" y="3551"/>
                  </a:cubicBezTo>
                  <a:cubicBezTo>
                    <a:pt x="14878" y="3588"/>
                    <a:pt x="14931" y="3604"/>
                    <a:pt x="14963" y="3620"/>
                  </a:cubicBezTo>
                  <a:lnTo>
                    <a:pt x="14979" y="3620"/>
                  </a:lnTo>
                  <a:lnTo>
                    <a:pt x="14995" y="3636"/>
                  </a:lnTo>
                  <a:lnTo>
                    <a:pt x="14995" y="3652"/>
                  </a:lnTo>
                  <a:lnTo>
                    <a:pt x="15016" y="3636"/>
                  </a:lnTo>
                  <a:lnTo>
                    <a:pt x="15016" y="3620"/>
                  </a:lnTo>
                  <a:lnTo>
                    <a:pt x="14995" y="3620"/>
                  </a:lnTo>
                  <a:cubicBezTo>
                    <a:pt x="14979" y="3604"/>
                    <a:pt x="14979" y="3604"/>
                    <a:pt x="14963" y="3604"/>
                  </a:cubicBezTo>
                  <a:cubicBezTo>
                    <a:pt x="14931" y="3588"/>
                    <a:pt x="14878" y="3567"/>
                    <a:pt x="14846" y="3551"/>
                  </a:cubicBezTo>
                  <a:cubicBezTo>
                    <a:pt x="14793" y="3535"/>
                    <a:pt x="14761" y="3519"/>
                    <a:pt x="14729" y="3487"/>
                  </a:cubicBezTo>
                  <a:cubicBezTo>
                    <a:pt x="14612" y="3434"/>
                    <a:pt x="14490" y="3386"/>
                    <a:pt x="14389" y="3349"/>
                  </a:cubicBezTo>
                  <a:cubicBezTo>
                    <a:pt x="14288" y="3301"/>
                    <a:pt x="14208" y="3264"/>
                    <a:pt x="14107" y="3216"/>
                  </a:cubicBezTo>
                  <a:cubicBezTo>
                    <a:pt x="14038" y="3184"/>
                    <a:pt x="13969" y="3147"/>
                    <a:pt x="13905" y="3131"/>
                  </a:cubicBezTo>
                  <a:close/>
                  <a:moveTo>
                    <a:pt x="3030" y="3567"/>
                  </a:moveTo>
                  <a:cubicBezTo>
                    <a:pt x="2961" y="3620"/>
                    <a:pt x="2913" y="3668"/>
                    <a:pt x="2860" y="3721"/>
                  </a:cubicBezTo>
                  <a:cubicBezTo>
                    <a:pt x="2929" y="3668"/>
                    <a:pt x="2977" y="3620"/>
                    <a:pt x="3030" y="3567"/>
                  </a:cubicBezTo>
                  <a:close/>
                  <a:moveTo>
                    <a:pt x="2860" y="3721"/>
                  </a:moveTo>
                  <a:lnTo>
                    <a:pt x="2860" y="3721"/>
                  </a:lnTo>
                  <a:cubicBezTo>
                    <a:pt x="2812" y="3753"/>
                    <a:pt x="2759" y="3806"/>
                    <a:pt x="2711" y="3854"/>
                  </a:cubicBezTo>
                  <a:cubicBezTo>
                    <a:pt x="2759" y="3822"/>
                    <a:pt x="2812" y="3769"/>
                    <a:pt x="2860" y="3721"/>
                  </a:cubicBezTo>
                  <a:close/>
                  <a:moveTo>
                    <a:pt x="2711" y="3854"/>
                  </a:moveTo>
                  <a:lnTo>
                    <a:pt x="2711" y="3854"/>
                  </a:lnTo>
                  <a:cubicBezTo>
                    <a:pt x="2658" y="3891"/>
                    <a:pt x="2610" y="3939"/>
                    <a:pt x="2573" y="3971"/>
                  </a:cubicBezTo>
                  <a:cubicBezTo>
                    <a:pt x="2626" y="3939"/>
                    <a:pt x="2658" y="3907"/>
                    <a:pt x="2711" y="3854"/>
                  </a:cubicBezTo>
                  <a:close/>
                  <a:moveTo>
                    <a:pt x="2573" y="3971"/>
                  </a:moveTo>
                  <a:lnTo>
                    <a:pt x="2573" y="3971"/>
                  </a:lnTo>
                  <a:cubicBezTo>
                    <a:pt x="2493" y="4040"/>
                    <a:pt x="2408" y="4125"/>
                    <a:pt x="2323" y="4210"/>
                  </a:cubicBezTo>
                  <a:cubicBezTo>
                    <a:pt x="2408" y="4141"/>
                    <a:pt x="2493" y="4056"/>
                    <a:pt x="2573" y="3971"/>
                  </a:cubicBezTo>
                  <a:close/>
                  <a:moveTo>
                    <a:pt x="2323" y="4210"/>
                  </a:moveTo>
                  <a:lnTo>
                    <a:pt x="2068" y="4428"/>
                  </a:lnTo>
                  <a:cubicBezTo>
                    <a:pt x="1968" y="4513"/>
                    <a:pt x="1867" y="4614"/>
                    <a:pt x="1749" y="4715"/>
                  </a:cubicBezTo>
                  <a:cubicBezTo>
                    <a:pt x="1733" y="4731"/>
                    <a:pt x="1701" y="4747"/>
                    <a:pt x="1685" y="4779"/>
                  </a:cubicBezTo>
                  <a:cubicBezTo>
                    <a:pt x="1665" y="4799"/>
                    <a:pt x="1632" y="4816"/>
                    <a:pt x="1616" y="4832"/>
                  </a:cubicBezTo>
                  <a:cubicBezTo>
                    <a:pt x="1515" y="4933"/>
                    <a:pt x="1414" y="5018"/>
                    <a:pt x="1313" y="5119"/>
                  </a:cubicBezTo>
                  <a:cubicBezTo>
                    <a:pt x="1414" y="5034"/>
                    <a:pt x="1515" y="4933"/>
                    <a:pt x="1616" y="4848"/>
                  </a:cubicBezTo>
                  <a:cubicBezTo>
                    <a:pt x="1648" y="4832"/>
                    <a:pt x="1665" y="4799"/>
                    <a:pt x="1701" y="4779"/>
                  </a:cubicBezTo>
                  <a:lnTo>
                    <a:pt x="1766" y="4715"/>
                  </a:lnTo>
                  <a:cubicBezTo>
                    <a:pt x="1867" y="4630"/>
                    <a:pt x="1988" y="4529"/>
                    <a:pt x="2089" y="4428"/>
                  </a:cubicBezTo>
                  <a:lnTo>
                    <a:pt x="2323" y="4210"/>
                  </a:lnTo>
                  <a:close/>
                  <a:moveTo>
                    <a:pt x="1313" y="5119"/>
                  </a:moveTo>
                  <a:lnTo>
                    <a:pt x="1313" y="5119"/>
                  </a:lnTo>
                  <a:cubicBezTo>
                    <a:pt x="1281" y="5135"/>
                    <a:pt x="1261" y="5167"/>
                    <a:pt x="1228" y="5183"/>
                  </a:cubicBezTo>
                  <a:cubicBezTo>
                    <a:pt x="1196" y="5220"/>
                    <a:pt x="1180" y="5236"/>
                    <a:pt x="1143" y="5268"/>
                  </a:cubicBezTo>
                  <a:cubicBezTo>
                    <a:pt x="1180" y="5252"/>
                    <a:pt x="1212" y="5220"/>
                    <a:pt x="1244" y="5203"/>
                  </a:cubicBezTo>
                  <a:cubicBezTo>
                    <a:pt x="1261" y="5167"/>
                    <a:pt x="1297" y="5151"/>
                    <a:pt x="1313" y="5119"/>
                  </a:cubicBezTo>
                  <a:close/>
                  <a:moveTo>
                    <a:pt x="1143" y="5268"/>
                  </a:moveTo>
                  <a:cubicBezTo>
                    <a:pt x="1095" y="5321"/>
                    <a:pt x="1026" y="5369"/>
                    <a:pt x="978" y="5422"/>
                  </a:cubicBezTo>
                  <a:cubicBezTo>
                    <a:pt x="925" y="5470"/>
                    <a:pt x="877" y="5506"/>
                    <a:pt x="824" y="5555"/>
                  </a:cubicBezTo>
                  <a:cubicBezTo>
                    <a:pt x="792" y="5587"/>
                    <a:pt x="776" y="5607"/>
                    <a:pt x="739" y="5624"/>
                  </a:cubicBezTo>
                  <a:cubicBezTo>
                    <a:pt x="723" y="5656"/>
                    <a:pt x="691" y="5672"/>
                    <a:pt x="655" y="5708"/>
                  </a:cubicBezTo>
                  <a:cubicBezTo>
                    <a:pt x="606" y="5757"/>
                    <a:pt x="537" y="5809"/>
                    <a:pt x="489" y="5858"/>
                  </a:cubicBezTo>
                  <a:lnTo>
                    <a:pt x="388" y="5943"/>
                  </a:lnTo>
                  <a:lnTo>
                    <a:pt x="251" y="6076"/>
                  </a:lnTo>
                  <a:cubicBezTo>
                    <a:pt x="303" y="6044"/>
                    <a:pt x="352" y="5991"/>
                    <a:pt x="404" y="5959"/>
                  </a:cubicBezTo>
                  <a:lnTo>
                    <a:pt x="489" y="5874"/>
                  </a:lnTo>
                  <a:cubicBezTo>
                    <a:pt x="554" y="5826"/>
                    <a:pt x="606" y="5757"/>
                    <a:pt x="675" y="5708"/>
                  </a:cubicBezTo>
                  <a:cubicBezTo>
                    <a:pt x="707" y="5688"/>
                    <a:pt x="723" y="5656"/>
                    <a:pt x="756" y="5640"/>
                  </a:cubicBezTo>
                  <a:cubicBezTo>
                    <a:pt x="776" y="5607"/>
                    <a:pt x="808" y="5587"/>
                    <a:pt x="824" y="5571"/>
                  </a:cubicBezTo>
                  <a:cubicBezTo>
                    <a:pt x="877" y="5523"/>
                    <a:pt x="925" y="5470"/>
                    <a:pt x="978" y="5438"/>
                  </a:cubicBezTo>
                  <a:cubicBezTo>
                    <a:pt x="1042" y="5369"/>
                    <a:pt x="1095" y="5321"/>
                    <a:pt x="1143" y="5268"/>
                  </a:cubicBezTo>
                  <a:close/>
                  <a:moveTo>
                    <a:pt x="251" y="6076"/>
                  </a:moveTo>
                  <a:lnTo>
                    <a:pt x="251" y="6076"/>
                  </a:lnTo>
                  <a:cubicBezTo>
                    <a:pt x="234" y="6092"/>
                    <a:pt x="218" y="6112"/>
                    <a:pt x="186" y="6129"/>
                  </a:cubicBezTo>
                  <a:cubicBezTo>
                    <a:pt x="150" y="6161"/>
                    <a:pt x="101" y="6193"/>
                    <a:pt x="69" y="6246"/>
                  </a:cubicBezTo>
                  <a:cubicBezTo>
                    <a:pt x="69" y="6262"/>
                    <a:pt x="49" y="6262"/>
                    <a:pt x="49" y="6262"/>
                  </a:cubicBezTo>
                  <a:cubicBezTo>
                    <a:pt x="0" y="6262"/>
                    <a:pt x="0" y="6262"/>
                    <a:pt x="0" y="6314"/>
                  </a:cubicBezTo>
                  <a:lnTo>
                    <a:pt x="16" y="6314"/>
                  </a:lnTo>
                  <a:cubicBezTo>
                    <a:pt x="16" y="6278"/>
                    <a:pt x="16" y="6278"/>
                    <a:pt x="49" y="6278"/>
                  </a:cubicBezTo>
                  <a:cubicBezTo>
                    <a:pt x="69" y="6262"/>
                    <a:pt x="69" y="6262"/>
                    <a:pt x="85" y="6262"/>
                  </a:cubicBezTo>
                  <a:cubicBezTo>
                    <a:pt x="117" y="6213"/>
                    <a:pt x="150" y="6177"/>
                    <a:pt x="202" y="6129"/>
                  </a:cubicBezTo>
                  <a:lnTo>
                    <a:pt x="251" y="60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1948387" y="785260"/>
              <a:ext cx="732323" cy="195869"/>
            </a:xfrm>
            <a:custGeom>
              <a:avLst/>
              <a:gdLst/>
              <a:ahLst/>
              <a:cxnLst/>
              <a:rect l="l" t="t" r="r" b="b"/>
              <a:pathLst>
                <a:path w="7373" h="1972" extrusionOk="0">
                  <a:moveTo>
                    <a:pt x="0" y="0"/>
                  </a:moveTo>
                  <a:lnTo>
                    <a:pt x="0" y="20"/>
                  </a:lnTo>
                  <a:cubicBezTo>
                    <a:pt x="33" y="20"/>
                    <a:pt x="65" y="20"/>
                    <a:pt x="117" y="36"/>
                  </a:cubicBezTo>
                  <a:cubicBezTo>
                    <a:pt x="117" y="36"/>
                    <a:pt x="134" y="53"/>
                    <a:pt x="150" y="53"/>
                  </a:cubicBezTo>
                  <a:cubicBezTo>
                    <a:pt x="267" y="85"/>
                    <a:pt x="384" y="121"/>
                    <a:pt x="505" y="137"/>
                  </a:cubicBezTo>
                  <a:cubicBezTo>
                    <a:pt x="384" y="101"/>
                    <a:pt x="267" y="69"/>
                    <a:pt x="150" y="36"/>
                  </a:cubicBezTo>
                  <a:cubicBezTo>
                    <a:pt x="134" y="36"/>
                    <a:pt x="117" y="36"/>
                    <a:pt x="117" y="20"/>
                  </a:cubicBezTo>
                  <a:cubicBezTo>
                    <a:pt x="81" y="20"/>
                    <a:pt x="33" y="0"/>
                    <a:pt x="0" y="0"/>
                  </a:cubicBezTo>
                  <a:close/>
                  <a:moveTo>
                    <a:pt x="505" y="137"/>
                  </a:moveTo>
                  <a:lnTo>
                    <a:pt x="538" y="154"/>
                  </a:lnTo>
                  <a:cubicBezTo>
                    <a:pt x="586" y="170"/>
                    <a:pt x="639" y="186"/>
                    <a:pt x="687" y="186"/>
                  </a:cubicBezTo>
                  <a:cubicBezTo>
                    <a:pt x="639" y="170"/>
                    <a:pt x="586" y="154"/>
                    <a:pt x="554" y="137"/>
                  </a:cubicBezTo>
                  <a:close/>
                  <a:moveTo>
                    <a:pt x="687" y="186"/>
                  </a:moveTo>
                  <a:lnTo>
                    <a:pt x="687" y="186"/>
                  </a:lnTo>
                  <a:cubicBezTo>
                    <a:pt x="756" y="222"/>
                    <a:pt x="824" y="238"/>
                    <a:pt x="889" y="255"/>
                  </a:cubicBezTo>
                  <a:cubicBezTo>
                    <a:pt x="974" y="271"/>
                    <a:pt x="1075" y="303"/>
                    <a:pt x="1160" y="323"/>
                  </a:cubicBezTo>
                  <a:cubicBezTo>
                    <a:pt x="1212" y="339"/>
                    <a:pt x="1261" y="356"/>
                    <a:pt x="1293" y="356"/>
                  </a:cubicBezTo>
                  <a:cubicBezTo>
                    <a:pt x="1394" y="388"/>
                    <a:pt x="1479" y="404"/>
                    <a:pt x="1564" y="424"/>
                  </a:cubicBezTo>
                  <a:cubicBezTo>
                    <a:pt x="1479" y="388"/>
                    <a:pt x="1394" y="372"/>
                    <a:pt x="1313" y="356"/>
                  </a:cubicBezTo>
                  <a:cubicBezTo>
                    <a:pt x="1261" y="339"/>
                    <a:pt x="1212" y="323"/>
                    <a:pt x="1160" y="303"/>
                  </a:cubicBezTo>
                  <a:cubicBezTo>
                    <a:pt x="1075" y="287"/>
                    <a:pt x="990" y="271"/>
                    <a:pt x="909" y="238"/>
                  </a:cubicBezTo>
                  <a:cubicBezTo>
                    <a:pt x="824" y="222"/>
                    <a:pt x="756" y="202"/>
                    <a:pt x="687" y="186"/>
                  </a:cubicBezTo>
                  <a:close/>
                  <a:moveTo>
                    <a:pt x="1564" y="424"/>
                  </a:moveTo>
                  <a:cubicBezTo>
                    <a:pt x="1596" y="440"/>
                    <a:pt x="1632" y="457"/>
                    <a:pt x="1681" y="457"/>
                  </a:cubicBezTo>
                  <a:cubicBezTo>
                    <a:pt x="1648" y="440"/>
                    <a:pt x="1596" y="424"/>
                    <a:pt x="1564" y="424"/>
                  </a:cubicBezTo>
                  <a:close/>
                  <a:moveTo>
                    <a:pt x="1798" y="489"/>
                  </a:moveTo>
                  <a:lnTo>
                    <a:pt x="1798" y="489"/>
                  </a:lnTo>
                  <a:cubicBezTo>
                    <a:pt x="1899" y="525"/>
                    <a:pt x="2000" y="558"/>
                    <a:pt x="2101" y="574"/>
                  </a:cubicBezTo>
                  <a:cubicBezTo>
                    <a:pt x="2000" y="541"/>
                    <a:pt x="1899" y="505"/>
                    <a:pt x="1798" y="489"/>
                  </a:cubicBezTo>
                  <a:close/>
                  <a:moveTo>
                    <a:pt x="2101" y="574"/>
                  </a:moveTo>
                  <a:cubicBezTo>
                    <a:pt x="2254" y="626"/>
                    <a:pt x="2424" y="659"/>
                    <a:pt x="2574" y="707"/>
                  </a:cubicBezTo>
                  <a:cubicBezTo>
                    <a:pt x="2675" y="743"/>
                    <a:pt x="2792" y="760"/>
                    <a:pt x="2909" y="792"/>
                  </a:cubicBezTo>
                  <a:cubicBezTo>
                    <a:pt x="2978" y="808"/>
                    <a:pt x="3046" y="828"/>
                    <a:pt x="3095" y="844"/>
                  </a:cubicBezTo>
                  <a:cubicBezTo>
                    <a:pt x="3180" y="877"/>
                    <a:pt x="3264" y="893"/>
                    <a:pt x="3349" y="909"/>
                  </a:cubicBezTo>
                  <a:cubicBezTo>
                    <a:pt x="3414" y="929"/>
                    <a:pt x="3466" y="945"/>
                    <a:pt x="3535" y="961"/>
                  </a:cubicBezTo>
                  <a:cubicBezTo>
                    <a:pt x="3583" y="978"/>
                    <a:pt x="3636" y="994"/>
                    <a:pt x="3684" y="1010"/>
                  </a:cubicBezTo>
                  <a:cubicBezTo>
                    <a:pt x="3753" y="1030"/>
                    <a:pt x="3818" y="1046"/>
                    <a:pt x="3886" y="1062"/>
                  </a:cubicBezTo>
                  <a:cubicBezTo>
                    <a:pt x="3971" y="1079"/>
                    <a:pt x="4040" y="1095"/>
                    <a:pt x="4121" y="1131"/>
                  </a:cubicBezTo>
                  <a:cubicBezTo>
                    <a:pt x="4274" y="1163"/>
                    <a:pt x="4424" y="1212"/>
                    <a:pt x="4577" y="1248"/>
                  </a:cubicBezTo>
                  <a:cubicBezTo>
                    <a:pt x="4678" y="1264"/>
                    <a:pt x="4779" y="1297"/>
                    <a:pt x="4864" y="1333"/>
                  </a:cubicBezTo>
                  <a:cubicBezTo>
                    <a:pt x="4965" y="1349"/>
                    <a:pt x="5066" y="1382"/>
                    <a:pt x="5167" y="1414"/>
                  </a:cubicBezTo>
                  <a:cubicBezTo>
                    <a:pt x="5268" y="1434"/>
                    <a:pt x="5369" y="1466"/>
                    <a:pt x="5454" y="1483"/>
                  </a:cubicBezTo>
                  <a:cubicBezTo>
                    <a:pt x="5535" y="1499"/>
                    <a:pt x="5619" y="1535"/>
                    <a:pt x="5704" y="1551"/>
                  </a:cubicBezTo>
                  <a:cubicBezTo>
                    <a:pt x="5789" y="1567"/>
                    <a:pt x="5858" y="1600"/>
                    <a:pt x="5939" y="1616"/>
                  </a:cubicBezTo>
                  <a:cubicBezTo>
                    <a:pt x="5991" y="1636"/>
                    <a:pt x="6040" y="1652"/>
                    <a:pt x="6092" y="1652"/>
                  </a:cubicBezTo>
                  <a:cubicBezTo>
                    <a:pt x="6225" y="1701"/>
                    <a:pt x="6363" y="1737"/>
                    <a:pt x="6496" y="1769"/>
                  </a:cubicBezTo>
                  <a:cubicBezTo>
                    <a:pt x="6581" y="1786"/>
                    <a:pt x="6666" y="1818"/>
                    <a:pt x="6747" y="1838"/>
                  </a:cubicBezTo>
                  <a:lnTo>
                    <a:pt x="6783" y="1838"/>
                  </a:lnTo>
                  <a:lnTo>
                    <a:pt x="6747" y="1818"/>
                  </a:lnTo>
                  <a:cubicBezTo>
                    <a:pt x="6666" y="1802"/>
                    <a:pt x="6581" y="1769"/>
                    <a:pt x="6496" y="1753"/>
                  </a:cubicBezTo>
                  <a:cubicBezTo>
                    <a:pt x="6379" y="1717"/>
                    <a:pt x="6242" y="1685"/>
                    <a:pt x="6108" y="1652"/>
                  </a:cubicBezTo>
                  <a:cubicBezTo>
                    <a:pt x="6040" y="1636"/>
                    <a:pt x="5991" y="1616"/>
                    <a:pt x="5939" y="1600"/>
                  </a:cubicBezTo>
                  <a:cubicBezTo>
                    <a:pt x="5874" y="1584"/>
                    <a:pt x="5789" y="1567"/>
                    <a:pt x="5720" y="1535"/>
                  </a:cubicBezTo>
                  <a:cubicBezTo>
                    <a:pt x="5636" y="1515"/>
                    <a:pt x="5555" y="1499"/>
                    <a:pt x="5470" y="1466"/>
                  </a:cubicBezTo>
                  <a:cubicBezTo>
                    <a:pt x="5369" y="1450"/>
                    <a:pt x="5268" y="1414"/>
                    <a:pt x="5167" y="1398"/>
                  </a:cubicBezTo>
                  <a:cubicBezTo>
                    <a:pt x="5066" y="1365"/>
                    <a:pt x="4965" y="1349"/>
                    <a:pt x="4880" y="1313"/>
                  </a:cubicBezTo>
                  <a:cubicBezTo>
                    <a:pt x="4779" y="1281"/>
                    <a:pt x="4678" y="1264"/>
                    <a:pt x="4577" y="1232"/>
                  </a:cubicBezTo>
                  <a:cubicBezTo>
                    <a:pt x="4424" y="1196"/>
                    <a:pt x="4274" y="1147"/>
                    <a:pt x="4121" y="1111"/>
                  </a:cubicBezTo>
                  <a:cubicBezTo>
                    <a:pt x="4056" y="1095"/>
                    <a:pt x="3971" y="1062"/>
                    <a:pt x="3886" y="1046"/>
                  </a:cubicBezTo>
                  <a:cubicBezTo>
                    <a:pt x="3818" y="1030"/>
                    <a:pt x="3753" y="1010"/>
                    <a:pt x="3684" y="994"/>
                  </a:cubicBezTo>
                  <a:cubicBezTo>
                    <a:pt x="3636" y="978"/>
                    <a:pt x="3583" y="961"/>
                    <a:pt x="3535" y="945"/>
                  </a:cubicBezTo>
                  <a:cubicBezTo>
                    <a:pt x="3466" y="929"/>
                    <a:pt x="3414" y="909"/>
                    <a:pt x="3349" y="893"/>
                  </a:cubicBezTo>
                  <a:cubicBezTo>
                    <a:pt x="3264" y="877"/>
                    <a:pt x="3180" y="860"/>
                    <a:pt x="3111" y="828"/>
                  </a:cubicBezTo>
                  <a:cubicBezTo>
                    <a:pt x="3046" y="808"/>
                    <a:pt x="2978" y="792"/>
                    <a:pt x="2909" y="776"/>
                  </a:cubicBezTo>
                  <a:cubicBezTo>
                    <a:pt x="2792" y="760"/>
                    <a:pt x="2691" y="727"/>
                    <a:pt x="2574" y="691"/>
                  </a:cubicBezTo>
                  <a:cubicBezTo>
                    <a:pt x="2424" y="642"/>
                    <a:pt x="2271" y="606"/>
                    <a:pt x="2121" y="574"/>
                  </a:cubicBezTo>
                  <a:close/>
                  <a:moveTo>
                    <a:pt x="6783" y="1838"/>
                  </a:moveTo>
                  <a:cubicBezTo>
                    <a:pt x="6900" y="1870"/>
                    <a:pt x="7017" y="1903"/>
                    <a:pt x="7134" y="1939"/>
                  </a:cubicBezTo>
                  <a:cubicBezTo>
                    <a:pt x="7203" y="1955"/>
                    <a:pt x="7272" y="1971"/>
                    <a:pt x="7373" y="1971"/>
                  </a:cubicBezTo>
                  <a:cubicBezTo>
                    <a:pt x="7288" y="1955"/>
                    <a:pt x="7203" y="1939"/>
                    <a:pt x="7151" y="1919"/>
                  </a:cubicBezTo>
                  <a:cubicBezTo>
                    <a:pt x="7017" y="1887"/>
                    <a:pt x="6900" y="1870"/>
                    <a:pt x="6783" y="18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1948387" y="771950"/>
              <a:ext cx="787349" cy="209178"/>
            </a:xfrm>
            <a:custGeom>
              <a:avLst/>
              <a:gdLst/>
              <a:ahLst/>
              <a:cxnLst/>
              <a:rect l="l" t="t" r="r" b="b"/>
              <a:pathLst>
                <a:path w="7927" h="2106" extrusionOk="0">
                  <a:moveTo>
                    <a:pt x="0" y="1"/>
                  </a:moveTo>
                  <a:lnTo>
                    <a:pt x="0" y="17"/>
                  </a:lnTo>
                  <a:cubicBezTo>
                    <a:pt x="49" y="17"/>
                    <a:pt x="101" y="33"/>
                    <a:pt x="134" y="53"/>
                  </a:cubicBezTo>
                  <a:lnTo>
                    <a:pt x="182" y="53"/>
                  </a:lnTo>
                  <a:cubicBezTo>
                    <a:pt x="166" y="33"/>
                    <a:pt x="150" y="33"/>
                    <a:pt x="134" y="33"/>
                  </a:cubicBezTo>
                  <a:cubicBezTo>
                    <a:pt x="101" y="17"/>
                    <a:pt x="49" y="1"/>
                    <a:pt x="0" y="1"/>
                  </a:cubicBezTo>
                  <a:close/>
                  <a:moveTo>
                    <a:pt x="182" y="53"/>
                  </a:moveTo>
                  <a:lnTo>
                    <a:pt x="182" y="53"/>
                  </a:lnTo>
                  <a:cubicBezTo>
                    <a:pt x="251" y="69"/>
                    <a:pt x="319" y="102"/>
                    <a:pt x="384" y="118"/>
                  </a:cubicBezTo>
                  <a:cubicBezTo>
                    <a:pt x="437" y="134"/>
                    <a:pt x="485" y="134"/>
                    <a:pt x="538" y="154"/>
                  </a:cubicBezTo>
                  <a:cubicBezTo>
                    <a:pt x="606" y="170"/>
                    <a:pt x="655" y="187"/>
                    <a:pt x="723" y="203"/>
                  </a:cubicBezTo>
                  <a:cubicBezTo>
                    <a:pt x="788" y="219"/>
                    <a:pt x="857" y="235"/>
                    <a:pt x="925" y="255"/>
                  </a:cubicBezTo>
                  <a:cubicBezTo>
                    <a:pt x="990" y="271"/>
                    <a:pt x="1075" y="304"/>
                    <a:pt x="1144" y="320"/>
                  </a:cubicBezTo>
                  <a:cubicBezTo>
                    <a:pt x="1212" y="336"/>
                    <a:pt x="1277" y="356"/>
                    <a:pt x="1362" y="372"/>
                  </a:cubicBezTo>
                  <a:cubicBezTo>
                    <a:pt x="1446" y="405"/>
                    <a:pt x="1531" y="421"/>
                    <a:pt x="1616" y="437"/>
                  </a:cubicBezTo>
                  <a:cubicBezTo>
                    <a:pt x="1531" y="405"/>
                    <a:pt x="1446" y="389"/>
                    <a:pt x="1362" y="356"/>
                  </a:cubicBezTo>
                  <a:cubicBezTo>
                    <a:pt x="1293" y="336"/>
                    <a:pt x="1212" y="320"/>
                    <a:pt x="1144" y="304"/>
                  </a:cubicBezTo>
                  <a:cubicBezTo>
                    <a:pt x="1075" y="288"/>
                    <a:pt x="990" y="271"/>
                    <a:pt x="925" y="235"/>
                  </a:cubicBezTo>
                  <a:cubicBezTo>
                    <a:pt x="857" y="219"/>
                    <a:pt x="788" y="203"/>
                    <a:pt x="723" y="187"/>
                  </a:cubicBezTo>
                  <a:cubicBezTo>
                    <a:pt x="655" y="170"/>
                    <a:pt x="606" y="154"/>
                    <a:pt x="538" y="134"/>
                  </a:cubicBezTo>
                  <a:cubicBezTo>
                    <a:pt x="485" y="134"/>
                    <a:pt x="437" y="118"/>
                    <a:pt x="384" y="102"/>
                  </a:cubicBezTo>
                  <a:cubicBezTo>
                    <a:pt x="319" y="86"/>
                    <a:pt x="251" y="69"/>
                    <a:pt x="182" y="53"/>
                  </a:cubicBezTo>
                  <a:close/>
                  <a:moveTo>
                    <a:pt x="1616" y="437"/>
                  </a:moveTo>
                  <a:lnTo>
                    <a:pt x="1616" y="437"/>
                  </a:lnTo>
                  <a:cubicBezTo>
                    <a:pt x="1681" y="457"/>
                    <a:pt x="1766" y="490"/>
                    <a:pt x="1834" y="506"/>
                  </a:cubicBezTo>
                  <a:cubicBezTo>
                    <a:pt x="1919" y="522"/>
                    <a:pt x="1984" y="538"/>
                    <a:pt x="2052" y="558"/>
                  </a:cubicBezTo>
                  <a:cubicBezTo>
                    <a:pt x="1984" y="522"/>
                    <a:pt x="1919" y="506"/>
                    <a:pt x="1850" y="490"/>
                  </a:cubicBezTo>
                  <a:cubicBezTo>
                    <a:pt x="1766" y="473"/>
                    <a:pt x="1697" y="457"/>
                    <a:pt x="1616" y="437"/>
                  </a:cubicBezTo>
                  <a:close/>
                  <a:moveTo>
                    <a:pt x="2052" y="558"/>
                  </a:moveTo>
                  <a:cubicBezTo>
                    <a:pt x="2121" y="574"/>
                    <a:pt x="2186" y="607"/>
                    <a:pt x="2254" y="623"/>
                  </a:cubicBezTo>
                  <a:cubicBezTo>
                    <a:pt x="2339" y="639"/>
                    <a:pt x="2424" y="659"/>
                    <a:pt x="2525" y="692"/>
                  </a:cubicBezTo>
                  <a:cubicBezTo>
                    <a:pt x="2590" y="708"/>
                    <a:pt x="2675" y="724"/>
                    <a:pt x="2759" y="740"/>
                  </a:cubicBezTo>
                  <a:cubicBezTo>
                    <a:pt x="2675" y="708"/>
                    <a:pt x="2590" y="692"/>
                    <a:pt x="2525" y="675"/>
                  </a:cubicBezTo>
                  <a:cubicBezTo>
                    <a:pt x="2440" y="659"/>
                    <a:pt x="2339" y="623"/>
                    <a:pt x="2254" y="607"/>
                  </a:cubicBezTo>
                  <a:cubicBezTo>
                    <a:pt x="2186" y="591"/>
                    <a:pt x="2121" y="574"/>
                    <a:pt x="2052" y="558"/>
                  </a:cubicBezTo>
                  <a:close/>
                  <a:moveTo>
                    <a:pt x="2759" y="740"/>
                  </a:moveTo>
                  <a:lnTo>
                    <a:pt x="2759" y="740"/>
                  </a:lnTo>
                  <a:cubicBezTo>
                    <a:pt x="2929" y="793"/>
                    <a:pt x="3095" y="841"/>
                    <a:pt x="3264" y="894"/>
                  </a:cubicBezTo>
                  <a:lnTo>
                    <a:pt x="3535" y="962"/>
                  </a:lnTo>
                  <a:cubicBezTo>
                    <a:pt x="3652" y="994"/>
                    <a:pt x="3769" y="1027"/>
                    <a:pt x="3886" y="1063"/>
                  </a:cubicBezTo>
                  <a:cubicBezTo>
                    <a:pt x="3955" y="1079"/>
                    <a:pt x="4020" y="1095"/>
                    <a:pt x="4088" y="1112"/>
                  </a:cubicBezTo>
                  <a:cubicBezTo>
                    <a:pt x="4173" y="1128"/>
                    <a:pt x="4258" y="1164"/>
                    <a:pt x="4343" y="1180"/>
                  </a:cubicBezTo>
                  <a:lnTo>
                    <a:pt x="4476" y="1213"/>
                  </a:lnTo>
                  <a:cubicBezTo>
                    <a:pt x="4646" y="1265"/>
                    <a:pt x="4795" y="1297"/>
                    <a:pt x="4965" y="1346"/>
                  </a:cubicBezTo>
                  <a:lnTo>
                    <a:pt x="5082" y="1382"/>
                  </a:lnTo>
                  <a:cubicBezTo>
                    <a:pt x="5232" y="1415"/>
                    <a:pt x="5385" y="1467"/>
                    <a:pt x="5535" y="1499"/>
                  </a:cubicBezTo>
                  <a:lnTo>
                    <a:pt x="5619" y="1516"/>
                  </a:lnTo>
                  <a:cubicBezTo>
                    <a:pt x="5757" y="1548"/>
                    <a:pt x="5890" y="1584"/>
                    <a:pt x="6007" y="1633"/>
                  </a:cubicBezTo>
                  <a:cubicBezTo>
                    <a:pt x="6177" y="1669"/>
                    <a:pt x="6363" y="1718"/>
                    <a:pt x="6528" y="1770"/>
                  </a:cubicBezTo>
                  <a:lnTo>
                    <a:pt x="6581" y="1786"/>
                  </a:lnTo>
                  <a:cubicBezTo>
                    <a:pt x="6646" y="1802"/>
                    <a:pt x="6714" y="1819"/>
                    <a:pt x="6783" y="1835"/>
                  </a:cubicBezTo>
                  <a:cubicBezTo>
                    <a:pt x="6916" y="1871"/>
                    <a:pt x="7050" y="1903"/>
                    <a:pt x="7187" y="1936"/>
                  </a:cubicBezTo>
                  <a:cubicBezTo>
                    <a:pt x="7050" y="1903"/>
                    <a:pt x="6916" y="1851"/>
                    <a:pt x="6783" y="1819"/>
                  </a:cubicBezTo>
                  <a:cubicBezTo>
                    <a:pt x="6714" y="1802"/>
                    <a:pt x="6646" y="1786"/>
                    <a:pt x="6581" y="1770"/>
                  </a:cubicBezTo>
                  <a:lnTo>
                    <a:pt x="6528" y="1750"/>
                  </a:lnTo>
                  <a:cubicBezTo>
                    <a:pt x="6363" y="1701"/>
                    <a:pt x="6193" y="1669"/>
                    <a:pt x="6007" y="1617"/>
                  </a:cubicBezTo>
                  <a:cubicBezTo>
                    <a:pt x="5890" y="1584"/>
                    <a:pt x="5757" y="1548"/>
                    <a:pt x="5636" y="1516"/>
                  </a:cubicBezTo>
                  <a:lnTo>
                    <a:pt x="5535" y="1483"/>
                  </a:lnTo>
                  <a:cubicBezTo>
                    <a:pt x="5385" y="1447"/>
                    <a:pt x="5232" y="1398"/>
                    <a:pt x="5082" y="1366"/>
                  </a:cubicBezTo>
                  <a:lnTo>
                    <a:pt x="4965" y="1330"/>
                  </a:lnTo>
                  <a:cubicBezTo>
                    <a:pt x="4812" y="1297"/>
                    <a:pt x="4646" y="1245"/>
                    <a:pt x="4476" y="1196"/>
                  </a:cubicBezTo>
                  <a:lnTo>
                    <a:pt x="4343" y="1164"/>
                  </a:lnTo>
                  <a:cubicBezTo>
                    <a:pt x="4258" y="1144"/>
                    <a:pt x="4173" y="1112"/>
                    <a:pt x="4088" y="1095"/>
                  </a:cubicBezTo>
                  <a:cubicBezTo>
                    <a:pt x="4020" y="1079"/>
                    <a:pt x="3955" y="1063"/>
                    <a:pt x="3886" y="1043"/>
                  </a:cubicBezTo>
                  <a:cubicBezTo>
                    <a:pt x="3769" y="1011"/>
                    <a:pt x="3652" y="978"/>
                    <a:pt x="3535" y="942"/>
                  </a:cubicBezTo>
                  <a:lnTo>
                    <a:pt x="3264" y="877"/>
                  </a:lnTo>
                  <a:cubicBezTo>
                    <a:pt x="3095" y="825"/>
                    <a:pt x="2929" y="776"/>
                    <a:pt x="2759" y="740"/>
                  </a:cubicBezTo>
                  <a:close/>
                  <a:moveTo>
                    <a:pt x="7187" y="1936"/>
                  </a:moveTo>
                  <a:lnTo>
                    <a:pt x="7187" y="1936"/>
                  </a:lnTo>
                  <a:cubicBezTo>
                    <a:pt x="7288" y="1972"/>
                    <a:pt x="7389" y="2004"/>
                    <a:pt x="7490" y="2021"/>
                  </a:cubicBezTo>
                  <a:cubicBezTo>
                    <a:pt x="7554" y="2037"/>
                    <a:pt x="7623" y="2053"/>
                    <a:pt x="7708" y="2089"/>
                  </a:cubicBezTo>
                  <a:cubicBezTo>
                    <a:pt x="7756" y="2089"/>
                    <a:pt x="7809" y="2105"/>
                    <a:pt x="7857" y="2105"/>
                  </a:cubicBezTo>
                  <a:lnTo>
                    <a:pt x="7926" y="2105"/>
                  </a:lnTo>
                  <a:cubicBezTo>
                    <a:pt x="7910" y="2105"/>
                    <a:pt x="7894" y="2089"/>
                    <a:pt x="7857" y="2089"/>
                  </a:cubicBezTo>
                  <a:cubicBezTo>
                    <a:pt x="7809" y="2089"/>
                    <a:pt x="7756" y="2089"/>
                    <a:pt x="7708" y="2073"/>
                  </a:cubicBezTo>
                  <a:cubicBezTo>
                    <a:pt x="7639" y="2053"/>
                    <a:pt x="7554" y="2037"/>
                    <a:pt x="7490" y="2004"/>
                  </a:cubicBezTo>
                  <a:cubicBezTo>
                    <a:pt x="7389" y="1988"/>
                    <a:pt x="7288" y="1952"/>
                    <a:pt x="7187" y="19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7" name="Google Shape;1467;p39"/>
          <p:cNvSpPr txBox="1">
            <a:spLocks noGrp="1"/>
          </p:cNvSpPr>
          <p:nvPr>
            <p:ph type="title"/>
          </p:nvPr>
        </p:nvSpPr>
        <p:spPr>
          <a:xfrm>
            <a:off x="4255450" y="1759231"/>
            <a:ext cx="4888550" cy="12278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470" name="Google Shape;1470;p39"/>
          <p:cNvSpPr/>
          <p:nvPr/>
        </p:nvSpPr>
        <p:spPr>
          <a:xfrm flipH="1">
            <a:off x="6405932" y="446950"/>
            <a:ext cx="337500" cy="33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39"/>
          <p:cNvSpPr/>
          <p:nvPr/>
        </p:nvSpPr>
        <p:spPr>
          <a:xfrm rot="5400000" flipH="1">
            <a:off x="3836995" y="4197300"/>
            <a:ext cx="337500" cy="33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37D99-B3D1-F5C9-40BC-E3B55F8D1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02" y="1493306"/>
            <a:ext cx="3623793" cy="20927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EA433A-E91F-1AEA-A196-133F1FC78E23}"/>
              </a:ext>
            </a:extLst>
          </p:cNvPr>
          <p:cNvSpPr txBox="1"/>
          <p:nvPr/>
        </p:nvSpPr>
        <p:spPr>
          <a:xfrm>
            <a:off x="631657" y="3586013"/>
            <a:ext cx="74716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Figure 8</a:t>
            </a:r>
            <a:r>
              <a:rPr lang="en-US" sz="800"/>
              <a:t> New "Blue Sky City" Welcome Sign in Calgary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C42648-0513-143F-638B-F36B449CB987}"/>
              </a:ext>
            </a:extLst>
          </p:cNvPr>
          <p:cNvSpPr/>
          <p:nvPr/>
        </p:nvSpPr>
        <p:spPr>
          <a:xfrm>
            <a:off x="4678233" y="2719232"/>
            <a:ext cx="4130398" cy="8572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4C3522-5336-8D4B-D800-14E17027C2C6}"/>
              </a:ext>
            </a:extLst>
          </p:cNvPr>
          <p:cNvSpPr/>
          <p:nvPr/>
        </p:nvSpPr>
        <p:spPr>
          <a:xfrm>
            <a:off x="3702756" y="4312356"/>
            <a:ext cx="1670755" cy="706237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F59F7-60FA-52E4-07AE-458F8905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43797" cy="509666"/>
          </a:xfrm>
        </p:spPr>
        <p:txBody>
          <a:bodyPr/>
          <a:lstStyle/>
          <a:p>
            <a:pPr algn="l"/>
            <a:r>
              <a:rPr lang="en-US" sz="300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42B2F-9049-DF8C-5EDA-B52FB8E77BCD}"/>
              </a:ext>
            </a:extLst>
          </p:cNvPr>
          <p:cNvSpPr txBox="1"/>
          <p:nvPr/>
        </p:nvSpPr>
        <p:spPr>
          <a:xfrm>
            <a:off x="0" y="509666"/>
            <a:ext cx="919870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/>
              <a:t>Azad, A. K. (2011). *Assessment of crime at C-Train stations* [Master’s thesis, University of Calgary]. PRISM. [https://prism.ucalgary.ca](https://prism.ucalgary.ca)</a:t>
            </a:r>
          </a:p>
          <a:p>
            <a:endParaRPr lang="en-US" sz="700"/>
          </a:p>
          <a:p>
            <a:r>
              <a:rPr lang="en-US" sz="700"/>
              <a:t>Bochman, A. (2016). Abstract dialectical argumentation among close relatives. In P. Baroni, T. F. Gordon, T. Scheffler, &amp; M. Stede (Eds.), *Computational models of argument: Proceedings of COMMA 2016* (pp. 127–138). IOS Press. [https://doi.org/10.3233/978-1-61499-686-6-127](https://doi.org/10.3233/978-1-61499-686-6-127)</a:t>
            </a:r>
          </a:p>
          <a:p>
            <a:endParaRPr lang="en-US" sz="700"/>
          </a:p>
          <a:p>
            <a:r>
              <a:rPr lang="en-US" sz="700"/>
              <a:t>Calgary Police Service. (n.d.). *Community crime statistics*. [https://www.calgarypolice.ca/transparency-and-accountability/crime-statistics.html](https://www.calgarypolice.ca/transparency-and-accountability/crime-statistics.html)</a:t>
            </a:r>
          </a:p>
          <a:p>
            <a:endParaRPr lang="en-US" sz="700"/>
          </a:p>
          <a:p>
            <a:r>
              <a:rPr lang="en-US" sz="700"/>
              <a:t>CalgaryHomes.ca. (2024, January 10). *Best Calgary lake communities*. [https://calgaryhomes.ca/blog/best-calgary-lake-communities.html](https://calgaryhomes.ca/blog/best-calgary-lake-communities.html)</a:t>
            </a:r>
          </a:p>
          <a:p>
            <a:endParaRPr lang="en-US" sz="700"/>
          </a:p>
          <a:p>
            <a:r>
              <a:rPr lang="en-US" sz="700"/>
              <a:t>City of Calgary. (n.d.). *Open data portal*. [https://data.calgary.ca](https://data.calgary.ca)</a:t>
            </a:r>
          </a:p>
          <a:p>
            <a:endParaRPr lang="en-US" sz="700"/>
          </a:p>
          <a:p>
            <a:r>
              <a:rPr lang="en-US" sz="700"/>
              <a:t>Department of Justice Canada. (2022). *Exploring the link between crime and socio-economic status in Ottawa and Saskatoon: A small-area geographical analysis*. [https://www.justice.gc.ca/eng/rp-pr/csj-sjc/crime/rr06_6/p5.html](https://www.justice.gc.ca/eng/rp-pr/csj-sjc/crime/rr06_6/p5.html)</a:t>
            </a:r>
          </a:p>
          <a:p>
            <a:endParaRPr lang="en-US" sz="700"/>
          </a:p>
          <a:p>
            <a:r>
              <a:rPr lang="en-US" sz="700" err="1"/>
              <a:t>Depositphotos</a:t>
            </a:r>
            <a:r>
              <a:rPr lang="en-US" sz="700"/>
              <a:t>. (n.d.). *Beautiful night skyline of Calgary, Alberta, Canada in winter* [Photograph]. [https://depositphotos.com/editorial/beautiful-night-skyline-calgary-alberta-canada-winter-225996230.html](https://depositphotos.com/editorial/beautiful-night-skyline-calgary-alberta-canada-winter-225996230.html)</a:t>
            </a:r>
          </a:p>
          <a:p>
            <a:endParaRPr lang="en-US" sz="700"/>
          </a:p>
          <a:p>
            <a:r>
              <a:rPr lang="en-US" sz="700"/>
              <a:t>Esri. (n.d.). *How Calculate Composite Index works*. ArcGIS Pro. [https://pro.arcgis.com/en/pro-app/latest/tool-reference/spatial-statistics/how-calculate-composite-index-works.htm](https://pro.arcgis.com/en/pro-app/latest/tool-reference/spatial-statistics/how-calculate-composite-index-works.htm)</a:t>
            </a:r>
          </a:p>
          <a:p>
            <a:endParaRPr lang="en-US" sz="700"/>
          </a:p>
          <a:p>
            <a:r>
              <a:rPr lang="en-US" sz="700"/>
              <a:t>Laidback Trip. (2023, August 23). *15 best things to do at Calgary Tower (Alberta)*. [https://www.laidbacktrip.com/posts/things-to-do-calgary-tower](https://www.laidbacktrip.com/posts/things-to-do-calgary-tower)</a:t>
            </a:r>
          </a:p>
          <a:p>
            <a:endParaRPr lang="en-US" sz="700"/>
          </a:p>
          <a:p>
            <a:r>
              <a:rPr lang="en-US" sz="700" err="1"/>
              <a:t>Mindtrip</a:t>
            </a:r>
            <a:r>
              <a:rPr lang="en-US" sz="700"/>
              <a:t>. (n.d.). *The Peace Bridge in Calgary* [Photograph]. [https://mindtrip.ai/attraction/calgary-alberta/peace-bridge/at-2kWcZ6UP](https://mindtrip.ai/attraction/calgary-alberta/peace-bridge/at-2kWcZ6UP)</a:t>
            </a:r>
          </a:p>
          <a:p>
            <a:endParaRPr lang="en-US" sz="700"/>
          </a:p>
          <a:p>
            <a:r>
              <a:rPr lang="en-US" sz="700"/>
              <a:t>Pillar 9. (2025). *Calgary median housing prices by community*. [https://matrix.pillarnine.com/Matrix/Stats](https://matrix.pillarnine.com/Matrix/Stats)</a:t>
            </a:r>
          </a:p>
          <a:p>
            <a:endParaRPr lang="en-US" sz="700"/>
          </a:p>
          <a:p>
            <a:r>
              <a:rPr lang="en-US" sz="700"/>
              <a:t>Sheikh, M. A., &amp; Biswas, S. (2022). Exploring urban </a:t>
            </a:r>
            <a:r>
              <a:rPr lang="en-US" sz="700" err="1"/>
              <a:t>liveability</a:t>
            </a:r>
            <a:r>
              <a:rPr lang="en-US" sz="700"/>
              <a:t>: Frameworks and approaches for sustainable cities. *Quest Journals Journal of Research in Humanities and Social Science*, 10(3), 13–20.</a:t>
            </a:r>
          </a:p>
          <a:p>
            <a:endParaRPr lang="en-US" sz="700"/>
          </a:p>
          <a:p>
            <a:r>
              <a:rPr lang="en-US" sz="700"/>
              <a:t>Shutterstock. (n.d.). *View of downtown Calgary from the Calgary Tower* [Photograph]. [https://www.shutterstock.com/search/calgary-tower](https://www.shutterstock.com/search/calgary-tower)</a:t>
            </a:r>
          </a:p>
          <a:p>
            <a:endParaRPr lang="en-US" sz="700"/>
          </a:p>
          <a:p>
            <a:r>
              <a:rPr lang="en-US" sz="700"/>
              <a:t>Simes, J. (2025, March 24). *Blue Sky City signs replace 'Be Part of the Energy'*. </a:t>
            </a:r>
            <a:r>
              <a:rPr lang="en-US" sz="700" err="1"/>
              <a:t>LiveWire</a:t>
            </a:r>
            <a:r>
              <a:rPr lang="en-US" sz="700"/>
              <a:t> Calgary. [https://livewirecalgary.com/2025/03/24/blue-sky-city-signs-replace-be-part-of-the-energy/](https://livewirecalgary.com/2025/03/24/blue-sky-city-signs-replace-be-part-of-the-energy/)</a:t>
            </a:r>
          </a:p>
          <a:p>
            <a:endParaRPr lang="en-US" sz="700"/>
          </a:p>
          <a:p>
            <a:r>
              <a:rPr lang="en-US" sz="700"/>
              <a:t>Statistics Canada. (2023). *How far is the nearest transit stop?* [https://www.statcan.gc.ca/o1/en/plus/7921-how-far-nearest-transit-stop](https://www.statcan.gc.ca/o1/en/plus/7921-how-far-nearest-transit-stop)</a:t>
            </a:r>
          </a:p>
          <a:p>
            <a:endParaRPr lang="en-US" sz="700"/>
          </a:p>
          <a:p>
            <a:r>
              <a:rPr lang="en-US" sz="700"/>
              <a:t>Via Transportation. (n.d.). *Long walking distance prevents people from using transit: Here’s how to change that*. [https://ridewithvia.com/resources/long-walking-distance-prevents-people-from-using-transit-heres-how-to-change-that](https://ridewithvia.com/resources/long-walking-distance-prevents-people-from-using-transit-heres-how-to-change-that)</a:t>
            </a:r>
          </a:p>
          <a:p>
            <a:endParaRPr lang="en-US" sz="700"/>
          </a:p>
          <a:p>
            <a:r>
              <a:rPr lang="en-US" sz="700"/>
              <a:t>Wikipedia. (2024, March 15). *Scotiabank </a:t>
            </a:r>
            <a:r>
              <a:rPr lang="en-US" sz="700" err="1"/>
              <a:t>Saddledome</a:t>
            </a:r>
            <a:r>
              <a:rPr lang="en-US" sz="700"/>
              <a:t>*. [https://en.wikipedia.org/wiki/Scotiabank_Saddledome](https://en.wikipedia.org/wiki/Scotiabank_Saddledome)</a:t>
            </a:r>
          </a:p>
          <a:p>
            <a:endParaRPr lang="en-US" sz="700"/>
          </a:p>
          <a:p>
            <a:r>
              <a:rPr lang="en-US" sz="700"/>
              <a:t>Zhang, T., Singh, A., &amp; </a:t>
            </a:r>
            <a:r>
              <a:rPr lang="en-US" sz="700" err="1"/>
              <a:t>Maduekwe</a:t>
            </a:r>
            <a:r>
              <a:rPr lang="en-US" sz="700"/>
              <a:t>, D. (2026). *Blue Sky City: Community livability assessment for Calgary* [Unpublished manuscript]. Southern Alberta Institute of Technology.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58ACE-640D-B816-F856-F48543AD2310}"/>
              </a:ext>
            </a:extLst>
          </p:cNvPr>
          <p:cNvSpPr/>
          <p:nvPr/>
        </p:nvSpPr>
        <p:spPr>
          <a:xfrm>
            <a:off x="6152445" y="124906"/>
            <a:ext cx="1168399" cy="384759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6633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Quality of Life in Urban Areas by Slidesgo">
  <a:themeElements>
    <a:clrScheme name="Simple Light">
      <a:dk1>
        <a:srgbClr val="000000"/>
      </a:dk1>
      <a:lt1>
        <a:srgbClr val="BCBCBC"/>
      </a:lt1>
      <a:dk2>
        <a:srgbClr val="B13535"/>
      </a:dk2>
      <a:lt2>
        <a:srgbClr val="F0F0F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4146</Words>
  <Application>Microsoft Office PowerPoint</Application>
  <PresentationFormat>On-screen Show (16:9)</PresentationFormat>
  <Paragraphs>365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Calibri</vt:lpstr>
      <vt:lpstr>Fira Sans</vt:lpstr>
      <vt:lpstr>Bebas Neue</vt:lpstr>
      <vt:lpstr>Arial</vt:lpstr>
      <vt:lpstr>Syne</vt:lpstr>
      <vt:lpstr>Syne Medium</vt:lpstr>
      <vt:lpstr>Syne SemiBold</vt:lpstr>
      <vt:lpstr>Wingdings</vt:lpstr>
      <vt:lpstr>Nunito Light</vt:lpstr>
      <vt:lpstr>Quality of Life in Urban Areas by Slidesgo</vt:lpstr>
      <vt:lpstr>Blue Sky City:  Community livability Assessment for Calgary</vt:lpstr>
      <vt:lpstr>Agenda</vt:lpstr>
      <vt:lpstr>Rationale &amp; Geographic Question </vt:lpstr>
      <vt:lpstr>Geospatial Project Management</vt:lpstr>
      <vt:lpstr>Methodology:  Data Capture &amp; Geodatabase</vt:lpstr>
      <vt:lpstr>PowerPoint Presentation</vt:lpstr>
      <vt:lpstr>Why Geospatial Technology Is Important?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Results:  Calgary Livability Index</vt:lpstr>
      <vt:lpstr>PowerPoint Presentation</vt:lpstr>
      <vt:lpstr>Advanced Results: Spatial Autocorrelation, Hotspots &amp; Outliers</vt:lpstr>
      <vt:lpstr>PowerPoint Presentation</vt:lpstr>
      <vt:lpstr>Lessons Learned &amp; QA/QC</vt:lpstr>
      <vt:lpstr>Thanks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Teng Zhang</dc:creator>
  <cp:lastModifiedBy>Ifechukwudelu Maduekwe</cp:lastModifiedBy>
  <cp:revision>2</cp:revision>
  <dcterms:modified xsi:type="dcterms:W3CDTF">2026-04-20T15:27:14Z</dcterms:modified>
</cp:coreProperties>
</file>